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20137f59a34ea2" /><Relationship Type="http://schemas.openxmlformats.org/officeDocument/2006/relationships/extended-properties" Target="/docProps/app.xml" Id="Red5a897f1a074dba" /><Relationship Type="http://schemas.openxmlformats.org/officeDocument/2006/relationships/officeDocument" Target="/ppt/presentation.xml" Id="Rf728e2392f8a45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52acdbc83c41c4"/>
  </p:sldMasterIdLst>
  <p:notesMasterIdLst>
    <p:notesMasterId xmlns:r="http://schemas.openxmlformats.org/officeDocument/2006/relationships" r:id="Rbca291ca2aca4cd4"/>
  </p:notesMasterIdLst>
  <p:sldIdLst>
    <p:sldId xmlns:r="http://schemas.openxmlformats.org/officeDocument/2006/relationships" id="256" r:id="R2d65623dfe07461e"/>
    <p:sldId xmlns:r="http://schemas.openxmlformats.org/officeDocument/2006/relationships" id="257" r:id="R00e075404c9c45f9"/>
    <p:sldId xmlns:r="http://schemas.openxmlformats.org/officeDocument/2006/relationships" id="258" r:id="R7b6199c55aae493c"/>
    <p:sldId xmlns:r="http://schemas.openxmlformats.org/officeDocument/2006/relationships" id="259" r:id="R50f74d44ca16426e"/>
    <p:sldId xmlns:r="http://schemas.openxmlformats.org/officeDocument/2006/relationships" id="260" r:id="R38483306ec88446a"/>
    <p:sldId xmlns:r="http://schemas.openxmlformats.org/officeDocument/2006/relationships" id="261" r:id="Rfaf1a8dce63e4704"/>
    <p:sldId xmlns:r="http://schemas.openxmlformats.org/officeDocument/2006/relationships" id="262" r:id="R75d7ca8b3ead4be6"/>
    <p:sldId xmlns:r="http://schemas.openxmlformats.org/officeDocument/2006/relationships" id="263" r:id="Rd0ff44798b214965"/>
    <p:sldId xmlns:r="http://schemas.openxmlformats.org/officeDocument/2006/relationships" id="264" r:id="R60cd64d1114c471d"/>
    <p:sldId xmlns:r="http://schemas.openxmlformats.org/officeDocument/2006/relationships" id="265" r:id="Rbbb66948858c40ed"/>
    <p:sldId xmlns:r="http://schemas.openxmlformats.org/officeDocument/2006/relationships" id="266" r:id="Rff71d98eb7424342"/>
    <p:sldId xmlns:r="http://schemas.openxmlformats.org/officeDocument/2006/relationships" id="267" r:id="R25aab0bfcd4e42f4"/>
    <p:sldId xmlns:r="http://schemas.openxmlformats.org/officeDocument/2006/relationships" id="268" r:id="Rfc0ef43e8418467d"/>
    <p:sldId xmlns:r="http://schemas.openxmlformats.org/officeDocument/2006/relationships" id="269" r:id="Re324437def5f46a7"/>
    <p:sldId xmlns:r="http://schemas.openxmlformats.org/officeDocument/2006/relationships" id="270" r:id="R4626b732139749dc"/>
    <p:sldId xmlns:r="http://schemas.openxmlformats.org/officeDocument/2006/relationships" id="271" r:id="Rb8227fa89a334f93"/>
    <p:sldId xmlns:r="http://schemas.openxmlformats.org/officeDocument/2006/relationships" id="272" r:id="R910330fec1df4521"/>
    <p:sldId xmlns:r="http://schemas.openxmlformats.org/officeDocument/2006/relationships" id="273" r:id="Re8c1106e621f4765"/>
    <p:sldId xmlns:r="http://schemas.openxmlformats.org/officeDocument/2006/relationships" id="274" r:id="Rcc7245de6d7442c1"/>
    <p:sldId xmlns:r="http://schemas.openxmlformats.org/officeDocument/2006/relationships" id="275" r:id="Re7772626df7845c6"/>
    <p:sldId xmlns:r="http://schemas.openxmlformats.org/officeDocument/2006/relationships" id="276" r:id="Rf2bc31eef6a24dfa"/>
    <p:sldId xmlns:r="http://schemas.openxmlformats.org/officeDocument/2006/relationships" id="277" r:id="R961b584fee404bab"/>
    <p:sldId xmlns:r="http://schemas.openxmlformats.org/officeDocument/2006/relationships" id="278" r:id="Rded60053acc940fa"/>
    <p:sldId xmlns:r="http://schemas.openxmlformats.org/officeDocument/2006/relationships" id="279" r:id="R9f00b59514ea4b8a"/>
    <p:sldId xmlns:r="http://schemas.openxmlformats.org/officeDocument/2006/relationships" id="280" r:id="Rec01dac6f1c24e9b"/>
    <p:sldId xmlns:r="http://schemas.openxmlformats.org/officeDocument/2006/relationships" id="281" r:id="R6d23347911d249c0"/>
    <p:sldId xmlns:r="http://schemas.openxmlformats.org/officeDocument/2006/relationships" id="282" r:id="Rc86ca3255b8a4ed5"/>
    <p:sldId xmlns:r="http://schemas.openxmlformats.org/officeDocument/2006/relationships" id="283" r:id="R23a92470feac4838"/>
    <p:sldId xmlns:r="http://schemas.openxmlformats.org/officeDocument/2006/relationships" id="284" r:id="R83f8973d65dc4df4"/>
    <p:sldId xmlns:r="http://schemas.openxmlformats.org/officeDocument/2006/relationships" id="285" r:id="Rb2d7621170794d41"/>
    <p:sldId xmlns:r="http://schemas.openxmlformats.org/officeDocument/2006/relationships" id="286" r:id="R1c214139e96943ca"/>
    <p:sldId xmlns:r="http://schemas.openxmlformats.org/officeDocument/2006/relationships" id="287" r:id="R18be3e98e7694a31"/>
    <p:sldId xmlns:r="http://schemas.openxmlformats.org/officeDocument/2006/relationships" id="288" r:id="Rfded8d7e96ee4640"/>
    <p:sldId xmlns:r="http://schemas.openxmlformats.org/officeDocument/2006/relationships" id="289" r:id="R8f87997036324e5a"/>
    <p:sldId xmlns:r="http://schemas.openxmlformats.org/officeDocument/2006/relationships" id="290" r:id="R82208859361049c3"/>
    <p:sldId xmlns:r="http://schemas.openxmlformats.org/officeDocument/2006/relationships" id="291" r:id="Rd8c0ffffbc864b83"/>
    <p:sldId xmlns:r="http://schemas.openxmlformats.org/officeDocument/2006/relationships" id="292" r:id="R0ea4f7f0b355415f"/>
    <p:sldId xmlns:r="http://schemas.openxmlformats.org/officeDocument/2006/relationships" id="293" r:id="Rf459a417006d4791"/>
    <p:sldId xmlns:r="http://schemas.openxmlformats.org/officeDocument/2006/relationships" id="294" r:id="R621afb8407044c58"/>
    <p:sldId xmlns:r="http://schemas.openxmlformats.org/officeDocument/2006/relationships" id="295" r:id="Rd1be8586e8384cbb"/>
    <p:sldId xmlns:r="http://schemas.openxmlformats.org/officeDocument/2006/relationships" id="296" r:id="R0ee781fdb07a429a"/>
    <p:sldId xmlns:r="http://schemas.openxmlformats.org/officeDocument/2006/relationships" id="297" r:id="R130ef1564edf415d"/>
    <p:sldId xmlns:r="http://schemas.openxmlformats.org/officeDocument/2006/relationships" id="298" r:id="R18f923fa72084f80"/>
    <p:sldId xmlns:r="http://schemas.openxmlformats.org/officeDocument/2006/relationships" id="299" r:id="R34dfba75f1934b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f45b37b2346489c" /><Relationship Type="http://schemas.openxmlformats.org/officeDocument/2006/relationships/slideMaster" Target="/ppt/slideMasters/slideMaster1.xml" Id="R6352acdbc83c41c4" /><Relationship Type="http://schemas.openxmlformats.org/officeDocument/2006/relationships/notesMaster" Target="/ppt/notesMasters/notesMaster1.xml" Id="Rbca291ca2aca4cd4" /><Relationship Type="http://schemas.openxmlformats.org/officeDocument/2006/relationships/presProps" Target="/ppt/presProps.xml" Id="R2133a7e7b0a44c84" /><Relationship Type="http://schemas.openxmlformats.org/officeDocument/2006/relationships/tableStyles" Target="/ppt/tableStyles.xml" Id="R30390ceb3b0e4b7c" /><Relationship Type="http://schemas.openxmlformats.org/officeDocument/2006/relationships/slide" Target="/ppt/slides/slide1.xml" Id="R2d65623dfe07461e" /><Relationship Type="http://schemas.openxmlformats.org/officeDocument/2006/relationships/slide" Target="/ppt/slides/slide2.xml" Id="R00e075404c9c45f9" /><Relationship Type="http://schemas.openxmlformats.org/officeDocument/2006/relationships/slide" Target="/ppt/slides/slide3.xml" Id="R7b6199c55aae493c" /><Relationship Type="http://schemas.openxmlformats.org/officeDocument/2006/relationships/slide" Target="/ppt/slides/slide4.xml" Id="R50f74d44ca16426e" /><Relationship Type="http://schemas.openxmlformats.org/officeDocument/2006/relationships/slide" Target="/ppt/slides/slide5.xml" Id="R38483306ec88446a" /><Relationship Type="http://schemas.openxmlformats.org/officeDocument/2006/relationships/slide" Target="/ppt/slides/slide6.xml" Id="Rfaf1a8dce63e4704" /><Relationship Type="http://schemas.openxmlformats.org/officeDocument/2006/relationships/slide" Target="/ppt/slides/slide7.xml" Id="R75d7ca8b3ead4be6" /><Relationship Type="http://schemas.openxmlformats.org/officeDocument/2006/relationships/slide" Target="/ppt/slides/slide8.xml" Id="Rd0ff44798b214965" /><Relationship Type="http://schemas.openxmlformats.org/officeDocument/2006/relationships/slide" Target="/ppt/slides/slide9.xml" Id="R60cd64d1114c471d" /><Relationship Type="http://schemas.openxmlformats.org/officeDocument/2006/relationships/slide" Target="/ppt/slides/slide10.xml" Id="Rbbb66948858c40ed" /><Relationship Type="http://schemas.openxmlformats.org/officeDocument/2006/relationships/slide" Target="/ppt/slides/slide11.xml" Id="Rff71d98eb7424342" /><Relationship Type="http://schemas.openxmlformats.org/officeDocument/2006/relationships/slide" Target="/ppt/slides/slide12.xml" Id="R25aab0bfcd4e42f4" /><Relationship Type="http://schemas.openxmlformats.org/officeDocument/2006/relationships/slide" Target="/ppt/slides/slide13.xml" Id="Rfc0ef43e8418467d" /><Relationship Type="http://schemas.openxmlformats.org/officeDocument/2006/relationships/slide" Target="/ppt/slides/slide14.xml" Id="Re324437def5f46a7" /><Relationship Type="http://schemas.openxmlformats.org/officeDocument/2006/relationships/slide" Target="/ppt/slides/slide15.xml" Id="R4626b732139749dc" /><Relationship Type="http://schemas.openxmlformats.org/officeDocument/2006/relationships/slide" Target="/ppt/slides/slide16.xml" Id="Rb8227fa89a334f93" /><Relationship Type="http://schemas.openxmlformats.org/officeDocument/2006/relationships/slide" Target="/ppt/slides/slide17.xml" Id="R910330fec1df4521" /><Relationship Type="http://schemas.openxmlformats.org/officeDocument/2006/relationships/slide" Target="/ppt/slides/slide18.xml" Id="Re8c1106e621f4765" /><Relationship Type="http://schemas.openxmlformats.org/officeDocument/2006/relationships/slide" Target="/ppt/slides/slide19.xml" Id="Rcc7245de6d7442c1" /><Relationship Type="http://schemas.openxmlformats.org/officeDocument/2006/relationships/slide" Target="/ppt/slides/slide20.xml" Id="Re7772626df7845c6" /><Relationship Type="http://schemas.openxmlformats.org/officeDocument/2006/relationships/slide" Target="/ppt/slides/slide21.xml" Id="Rf2bc31eef6a24dfa" /><Relationship Type="http://schemas.openxmlformats.org/officeDocument/2006/relationships/slide" Target="/ppt/slides/slide22.xml" Id="R961b584fee404bab" /><Relationship Type="http://schemas.openxmlformats.org/officeDocument/2006/relationships/slide" Target="/ppt/slides/slide23.xml" Id="Rded60053acc940fa" /><Relationship Type="http://schemas.openxmlformats.org/officeDocument/2006/relationships/slide" Target="/ppt/slides/slide24.xml" Id="R9f00b59514ea4b8a" /><Relationship Type="http://schemas.openxmlformats.org/officeDocument/2006/relationships/slide" Target="/ppt/slides/slide25.xml" Id="Rec01dac6f1c24e9b" /><Relationship Type="http://schemas.openxmlformats.org/officeDocument/2006/relationships/slide" Target="/ppt/slides/slide26.xml" Id="R6d23347911d249c0" /><Relationship Type="http://schemas.openxmlformats.org/officeDocument/2006/relationships/slide" Target="/ppt/slides/slide27.xml" Id="Rc86ca3255b8a4ed5" /><Relationship Type="http://schemas.openxmlformats.org/officeDocument/2006/relationships/slide" Target="/ppt/slides/slide28.xml" Id="R23a92470feac4838" /><Relationship Type="http://schemas.openxmlformats.org/officeDocument/2006/relationships/slide" Target="/ppt/slides/slide29.xml" Id="R83f8973d65dc4df4" /><Relationship Type="http://schemas.openxmlformats.org/officeDocument/2006/relationships/slide" Target="/ppt/slides/slide30.xml" Id="Rb2d7621170794d41" /><Relationship Type="http://schemas.openxmlformats.org/officeDocument/2006/relationships/slide" Target="/ppt/slides/slide31.xml" Id="R1c214139e96943ca" /><Relationship Type="http://schemas.openxmlformats.org/officeDocument/2006/relationships/slide" Target="/ppt/slides/slide32.xml" Id="R18be3e98e7694a31" /><Relationship Type="http://schemas.openxmlformats.org/officeDocument/2006/relationships/slide" Target="/ppt/slides/slide33.xml" Id="Rfded8d7e96ee4640" /><Relationship Type="http://schemas.openxmlformats.org/officeDocument/2006/relationships/slide" Target="/ppt/slides/slide34.xml" Id="R8f87997036324e5a" /><Relationship Type="http://schemas.openxmlformats.org/officeDocument/2006/relationships/slide" Target="/ppt/slides/slide35.xml" Id="R82208859361049c3" /><Relationship Type="http://schemas.openxmlformats.org/officeDocument/2006/relationships/slide" Target="/ppt/slides/slide36.xml" Id="Rd8c0ffffbc864b83" /><Relationship Type="http://schemas.openxmlformats.org/officeDocument/2006/relationships/slide" Target="/ppt/slides/slide37.xml" Id="R0ea4f7f0b355415f" /><Relationship Type="http://schemas.openxmlformats.org/officeDocument/2006/relationships/slide" Target="/ppt/slides/slide38.xml" Id="Rf459a417006d4791" /><Relationship Type="http://schemas.openxmlformats.org/officeDocument/2006/relationships/slide" Target="/ppt/slides/slide39.xml" Id="R621afb8407044c58" /><Relationship Type="http://schemas.openxmlformats.org/officeDocument/2006/relationships/slide" Target="/ppt/slides/slide40.xml" Id="Rd1be8586e8384cbb" /><Relationship Type="http://schemas.openxmlformats.org/officeDocument/2006/relationships/slide" Target="/ppt/slides/slide41.xml" Id="R0ee781fdb07a429a" /><Relationship Type="http://schemas.openxmlformats.org/officeDocument/2006/relationships/slide" Target="/ppt/slides/slide42.xml" Id="R130ef1564edf415d" /><Relationship Type="http://schemas.openxmlformats.org/officeDocument/2006/relationships/slide" Target="/ppt/slides/slide43.xml" Id="R18f923fa72084f80" /><Relationship Type="http://schemas.openxmlformats.org/officeDocument/2006/relationships/slide" Target="/ppt/slides/slide44.xml" Id="R34dfba75f1934b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41041c70124c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3f0282d24b47bc" /><Relationship Type="http://schemas.openxmlformats.org/officeDocument/2006/relationships/notesMaster" Target="/ppt/notesMasters/notesMaster1.xml" Id="R55c2d04002004f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520ba961864864" /><Relationship Type="http://schemas.openxmlformats.org/officeDocument/2006/relationships/notesMaster" Target="/ppt/notesMasters/notesMaster1.xml" Id="R673f8b808e604d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e25daf5ae14332" /><Relationship Type="http://schemas.openxmlformats.org/officeDocument/2006/relationships/notesMaster" Target="/ppt/notesMasters/notesMaster1.xml" Id="R64fda5db424541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2d894e162041f1" /><Relationship Type="http://schemas.openxmlformats.org/officeDocument/2006/relationships/notesMaster" Target="/ppt/notesMasters/notesMaster1.xml" Id="Rd3d693010a5941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363392b15542f1" /><Relationship Type="http://schemas.openxmlformats.org/officeDocument/2006/relationships/notesMaster" Target="/ppt/notesMasters/notesMaster1.xml" Id="Rdb633e7c0f284a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ad05bb3e7e4f67" /><Relationship Type="http://schemas.openxmlformats.org/officeDocument/2006/relationships/notesMaster" Target="/ppt/notesMasters/notesMaster1.xml" Id="R06bcc6d607ea4f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01c7486d464583" /><Relationship Type="http://schemas.openxmlformats.org/officeDocument/2006/relationships/notesMaster" Target="/ppt/notesMasters/notesMaster1.xml" Id="Raf49213c80284a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f77ab9b1ab4d30" /><Relationship Type="http://schemas.openxmlformats.org/officeDocument/2006/relationships/notesMaster" Target="/ppt/notesMasters/notesMaster1.xml" Id="R6395b9769d1144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b8ee738692405a" /><Relationship Type="http://schemas.openxmlformats.org/officeDocument/2006/relationships/notesMaster" Target="/ppt/notesMasters/notesMaster1.xml" Id="Rbdc1d0ef0e144c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49ecb38fc74fcb" /><Relationship Type="http://schemas.openxmlformats.org/officeDocument/2006/relationships/notesMaster" Target="/ppt/notesMasters/notesMaster1.xml" Id="R93ae85863ba6401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14923d02a04833" /><Relationship Type="http://schemas.openxmlformats.org/officeDocument/2006/relationships/notesMaster" Target="/ppt/notesMasters/notesMaster1.xml" Id="R1882b9ec96d14f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2eca8f738c41d5" /><Relationship Type="http://schemas.openxmlformats.org/officeDocument/2006/relationships/notesMaster" Target="/ppt/notesMasters/notesMaster1.xml" Id="R9baf64c7b70b4a3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7912c4cc1a40f8" /><Relationship Type="http://schemas.openxmlformats.org/officeDocument/2006/relationships/notesMaster" Target="/ppt/notesMasters/notesMaster1.xml" Id="Rb2ba71aa130940e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679a7f4d4764d18" /><Relationship Type="http://schemas.openxmlformats.org/officeDocument/2006/relationships/notesMaster" Target="/ppt/notesMasters/notesMaster1.xml" Id="Rb5a70bf0225f480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9200d781ae8458b" /><Relationship Type="http://schemas.openxmlformats.org/officeDocument/2006/relationships/notesMaster" Target="/ppt/notesMasters/notesMaster1.xml" Id="R429753f5031f423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1d3b791aa344b85" /><Relationship Type="http://schemas.openxmlformats.org/officeDocument/2006/relationships/notesMaster" Target="/ppt/notesMasters/notesMaster1.xml" Id="R140af89a1a95408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0a05833e25141a7" /><Relationship Type="http://schemas.openxmlformats.org/officeDocument/2006/relationships/notesMaster" Target="/ppt/notesMasters/notesMaster1.xml" Id="Rd38bfb66924b4ae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c56206ee3a5486f" /><Relationship Type="http://schemas.openxmlformats.org/officeDocument/2006/relationships/notesMaster" Target="/ppt/notesMasters/notesMaster1.xml" Id="R035bc13e2e7f459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b871bfeeab2445f" /><Relationship Type="http://schemas.openxmlformats.org/officeDocument/2006/relationships/notesMaster" Target="/ppt/notesMasters/notesMaster1.xml" Id="Rd3f3ff3bccaf4a9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7833d61326e4397" /><Relationship Type="http://schemas.openxmlformats.org/officeDocument/2006/relationships/notesMaster" Target="/ppt/notesMasters/notesMaster1.xml" Id="R7f1bf20dde5b48d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9c98472263446a7" /><Relationship Type="http://schemas.openxmlformats.org/officeDocument/2006/relationships/notesMaster" Target="/ppt/notesMasters/notesMaster1.xml" Id="R1fddca7f645b4b0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2388fc4947e452d" /><Relationship Type="http://schemas.openxmlformats.org/officeDocument/2006/relationships/notesMaster" Target="/ppt/notesMasters/notesMaster1.xml" Id="R8cfdba1414ce41a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1f2519dc07f460f" /><Relationship Type="http://schemas.openxmlformats.org/officeDocument/2006/relationships/notesMaster" Target="/ppt/notesMasters/notesMaster1.xml" Id="Rf472d328e276434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e9988191b7841da" /><Relationship Type="http://schemas.openxmlformats.org/officeDocument/2006/relationships/notesMaster" Target="/ppt/notesMasters/notesMaster1.xml" Id="R41fa822cb47a42a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00566ba400c4852" /><Relationship Type="http://schemas.openxmlformats.org/officeDocument/2006/relationships/notesMaster" Target="/ppt/notesMasters/notesMaster1.xml" Id="Rf7fe8b0fcd3a4e3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6d16d13796847f7" /><Relationship Type="http://schemas.openxmlformats.org/officeDocument/2006/relationships/notesMaster" Target="/ppt/notesMasters/notesMaster1.xml" Id="Ref653e5b4c7c4b0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aa0f4bbd6994b5b" /><Relationship Type="http://schemas.openxmlformats.org/officeDocument/2006/relationships/notesMaster" Target="/ppt/notesMasters/notesMaster1.xml" Id="R0feb34f6b7c14ff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7b489436333448c" /><Relationship Type="http://schemas.openxmlformats.org/officeDocument/2006/relationships/notesMaster" Target="/ppt/notesMasters/notesMaster1.xml" Id="R66525442059947f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19f1bf97dbc4d8a" /><Relationship Type="http://schemas.openxmlformats.org/officeDocument/2006/relationships/notesMaster" Target="/ppt/notesMasters/notesMaster1.xml" Id="R0944edd74323478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47e0091ba214f67" /><Relationship Type="http://schemas.openxmlformats.org/officeDocument/2006/relationships/notesMaster" Target="/ppt/notesMasters/notesMaster1.xml" Id="Re7955a1d7caa413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1b2919ebf494d10" /><Relationship Type="http://schemas.openxmlformats.org/officeDocument/2006/relationships/notesMaster" Target="/ppt/notesMasters/notesMaster1.xml" Id="R6da7202a4a1f48a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8ff7bda006b4a13" /><Relationship Type="http://schemas.openxmlformats.org/officeDocument/2006/relationships/notesMaster" Target="/ppt/notesMasters/notesMaster1.xml" Id="Rd1d3548897fb471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6f296f272fa4e17" /><Relationship Type="http://schemas.openxmlformats.org/officeDocument/2006/relationships/notesMaster" Target="/ppt/notesMasters/notesMaster1.xml" Id="R275adf37f277457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3a10b8cc63c4c46" /><Relationship Type="http://schemas.openxmlformats.org/officeDocument/2006/relationships/notesMaster" Target="/ppt/notesMasters/notesMaster1.xml" Id="Rc32882ed16a749d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27db5f6067240ab" /><Relationship Type="http://schemas.openxmlformats.org/officeDocument/2006/relationships/notesMaster" Target="/ppt/notesMasters/notesMaster1.xml" Id="R9cb3e7ffba5e400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99306e49f074a45" /><Relationship Type="http://schemas.openxmlformats.org/officeDocument/2006/relationships/notesMaster" Target="/ppt/notesMasters/notesMaster1.xml" Id="R98f59f608107469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2fd46a37de64768" /><Relationship Type="http://schemas.openxmlformats.org/officeDocument/2006/relationships/notesMaster" Target="/ppt/notesMasters/notesMaster1.xml" Id="Rf1d9fea693584b4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d0fac2cf0994181" /><Relationship Type="http://schemas.openxmlformats.org/officeDocument/2006/relationships/notesMaster" Target="/ppt/notesMasters/notesMaster1.xml" Id="R7a88a356d6544f9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36f64290e304920" /><Relationship Type="http://schemas.openxmlformats.org/officeDocument/2006/relationships/notesMaster" Target="/ppt/notesMasters/notesMaster1.xml" Id="R5fd4b7b10c35426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9319b4e17ad4178" /><Relationship Type="http://schemas.openxmlformats.org/officeDocument/2006/relationships/notesMaster" Target="/ppt/notesMasters/notesMaster1.xml" Id="R06f3318f60af455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112560caa384c3b" /><Relationship Type="http://schemas.openxmlformats.org/officeDocument/2006/relationships/notesMaster" Target="/ppt/notesMasters/notesMaster1.xml" Id="Rd6d6bd1986f846c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3fc24b79c0094844" /><Relationship Type="http://schemas.openxmlformats.org/officeDocument/2006/relationships/notesMaster" Target="/ppt/notesMasters/notesMaster1.xml" Id="R223446719e8842b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9eefbcbdf994fe5" /><Relationship Type="http://schemas.openxmlformats.org/officeDocument/2006/relationships/notesMaster" Target="/ppt/notesMasters/notesMaster1.xml" Id="Rdcdaeee80bbb4d9a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b2973a107f24f2a" /><Relationship Type="http://schemas.openxmlformats.org/officeDocument/2006/relationships/notesMaster" Target="/ppt/notesMasters/notesMaster1.xml" Id="R01d838960ba74a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這一頁要讓文組專業者先放下『我不會寫程式，所以做不到』的自我設限。AI 與 Agent 可以協助把語言、想法與需求轉成程式碼、介面、資料流程與可操作作品；就像多了一雙翅膀，像 Red Bull 一樣如虎添翼，讓我們飛得更高、更遠。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但翅膀不是方向。真正要帶進工作坊的，是大家對教學、研究、文本、人的理解，以及對問題的判斷。技術執行可以交給工具協作，目的與最後責任仍由人掌握。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這不是文理對立，而是能力重新組隊。文組長期累積的理解、脈絡、辨識、表達與教育／研究判斷，正是 AI 時代的導航能力；AI 與 Agent 則補上程式、介面、資料與自動化的執行能力。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對今天在場的教授與社群成員來說，大家不是要變成另一種人，而是帶著原本的專業，取得一雙能把專業帶到更遠地方的技術翅膀。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請大家把今天想做的事情想成一次出航：先帶上自己的真問題與專業脈絡，再讓 Agent 補上技術翅膀。不是先學會所有工具才開始，而是從一個真實需求開始，讓工具協助我們完成以前以為不可能的事；最後仍由人驗證，並把成果帶回教學、研究與生活。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這也是今天上午的學習弧線：先說清楚，再有根據、有角色、有作品、能分享。等一下請大家帶著這個問題進入實作：如果我真的多了一雙翅膀，想飛去哪裡？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Typeless 放在最前面，先把教師腦中的口語想法整理成可複製、可查證、可交給 Gemini Notebook 的文字素材。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權限，擔任測試者與教學觀察員仍可完整參與。Typeless 先協助把每組的口述痛點整理成後續 Notebook、Gem 與 Canvas 都能使用的任務文字。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點可能來自教學現場、研究資料、行政流程或共備工作。請每組先說出一個痛點，再把它寫成一句：『我希望哪一群學生、研究參與者或行政夥伴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上午先教兩條語音入口。Typeless 適合把想法整理成可複製文字，再交給 Notebook、Gem 或 Canvas；ChatGPT Voice in Work／Codex 適合在桌面版工作區直接口述任務、追問進度與協調 Agent。兩者不是功能排名，而是依工作情境選擇。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現場請避免直接口述學生姓名、信箱、成績或未公開研究資料；先以合成情境示範。Codex Voice 仍需麥克風與工作區權限，請依帳號與資料控制設定使用。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示範同一個痛點的兩種走法：Typeless 先把口語整理成可複製文字；Codex Voice 則在 ChatGPT 桌面版的 Work／Codex 工作區直接口述任務，讓 Agent 先提出計畫再行動。兩者都要人工檢查意圖、限制、權限與敏感資料。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每組先從自己的真實痛點開始，不要從漂亮的 AI 題目開始。Typeless 使用者保留『原始口述』與『整理後版本』；Codex Voice 使用者保留『口述任務』與『Agent 計畫』。兩組都要在交給下一個工具前，確認沒有個資、越權要求或未授權發布。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這張橋接圖把兩種語音入口放回上午產線：Typeless 負責整理文字，Codex Voice 負責在工作區協調 Agent；兩者都必須留下可檢查的文字、計畫或證據。接著可把問題交給 Gemini Notebook 建立來源包，或交給 Codex／Gem／Canvas 推進作品。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這張是上午與下午之間的生活哲學橋接。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講者觀察：Agent 讓我能完成很多以前想不到自己能做到的事，能力變得非常強大，就像擁有超能力一樣。現在 Agent 時代到來，讓人感覺「沒有你做不到的事，只有你想不到的事」。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但省下時間不等於要把行程塞滿。以前自己做完一件事就結束；現在有 AI 與 Agent 幫忙，常常只要原本 1/10 甚至 1/20 的時間，效率提升至少 20 倍，就會立刻想再做更多優化與改良。這張先請大家停一下，問自己：省下來的時間，我要拿來做什麼？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請把答案帶到下午最後的反思：培養興趣與未來志向、陪伴孩子與家人、和同儕與同事深入溝通，讓科技能力最後回到人的生活與關係。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1bb2e4bd0d4f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e1697e53414732" /><Relationship Type="http://schemas.openxmlformats.org/officeDocument/2006/relationships/slideLayout" Target="/ppt/slideLayouts/slideLayout1.xml" Id="R11bcf95080584b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bcf95080584b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cad0c430b3412d" /><Relationship Type="http://schemas.openxmlformats.org/officeDocument/2006/relationships/image" Target="/ppt/media/image.png" Id="Ra551cdc67d4b47ba" /><Relationship Type="http://schemas.openxmlformats.org/officeDocument/2006/relationships/notesSlide" Target="/ppt/notesSlides/notesSlide1.xml" Id="R7f9aa41236354e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87b762f304fce" /><Relationship Type="http://schemas.openxmlformats.org/officeDocument/2006/relationships/notesSlide" Target="/ppt/notesSlides/notesSlide2.xml" Id="Rae7575b4caad46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cae1b8ec44672" /><Relationship Type="http://schemas.openxmlformats.org/officeDocument/2006/relationships/notesSlide" Target="/ppt/notesSlides/notesSlide3.xml" Id="R389cc31bd73740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e31c36b624e07" /><Relationship Type="http://schemas.openxmlformats.org/officeDocument/2006/relationships/notesSlide" Target="/ppt/notesSlides/notesSlide4.xml" Id="R517ff89ca43846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aa6fb6d744414" /><Relationship Type="http://schemas.openxmlformats.org/officeDocument/2006/relationships/notesSlide" Target="/ppt/notesSlides/notesSlide5.xml" Id="Ra2cee122f36d4e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ecc9c0d554af3" /><Relationship Type="http://schemas.openxmlformats.org/officeDocument/2006/relationships/hyperlink" Target="https://www.typeless.com/" TargetMode="External" Id="Rf4581a4b63484875" /><Relationship Type="http://schemas.openxmlformats.org/officeDocument/2006/relationships/hyperlink" Target="https://notebook.google.com/" TargetMode="External" Id="R403f6a3e1b8b4000" /><Relationship Type="http://schemas.openxmlformats.org/officeDocument/2006/relationships/image" Target="/ppt/media/image2.png" Id="R7e5c0733e23e466e" /><Relationship Type="http://schemas.openxmlformats.org/officeDocument/2006/relationships/image" Target="/ppt/media/image3.png" Id="Rd3cb2c62a4764077" /><Relationship Type="http://schemas.openxmlformats.org/officeDocument/2006/relationships/notesSlide" Target="/ppt/notesSlides/notesSlide6.xml" Id="Ra7a56a4b721e4a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494bc4499489c" /><Relationship Type="http://schemas.openxmlformats.org/officeDocument/2006/relationships/notesSlide" Target="/ppt/notesSlides/notesSlide7.xml" Id="Ra2338c184f3a4c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3e0507a4f64172" /><Relationship Type="http://schemas.openxmlformats.org/officeDocument/2006/relationships/notesSlide" Target="/ppt/notesSlides/notesSlide8.xml" Id="Rfaf6415a668642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2f56c06a64dc6" /><Relationship Type="http://schemas.openxmlformats.org/officeDocument/2006/relationships/notesSlide" Target="/ppt/notesSlides/notesSlide9.xml" Id="R4d41f611289a44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03518ccd34754" /><Relationship Type="http://schemas.openxmlformats.org/officeDocument/2006/relationships/notesSlide" Target="/ppt/notesSlides/notesSlide10.xml" Id="R787b1777258942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03d3c754e480c" /><Relationship Type="http://schemas.openxmlformats.org/officeDocument/2006/relationships/image" Target="/ppt/media/image4.png" Id="Rd68eed8bcd4c4f55" /><Relationship Type="http://schemas.openxmlformats.org/officeDocument/2006/relationships/hyperlink" Target="https://cagoooo.github.io/Akai/" TargetMode="External" Id="R362104fd995c432f" /><Relationship Type="http://schemas.openxmlformats.org/officeDocument/2006/relationships/image" Target="/ppt/media/image5.png" Id="R789ccac557be4669" /><Relationship Type="http://schemas.openxmlformats.org/officeDocument/2006/relationships/notesSlide" Target="/ppt/notesSlides/notesSlide11.xml" Id="R31b9a07189264e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33f195c114ed6" /><Relationship Type="http://schemas.openxmlformats.org/officeDocument/2006/relationships/hyperlink" Target="https://cagoooo.github.io/Akai/tool/91/" TargetMode="External" Id="Re7ee9ac4f0634fd5" /><Relationship Type="http://schemas.openxmlformats.org/officeDocument/2006/relationships/image" Target="/ppt/media/image6.png" Id="R8a6176d80f4d420f" /><Relationship Type="http://schemas.openxmlformats.org/officeDocument/2006/relationships/hyperlink" Target="https://cagoooo.github.io/PhotoPoet/" TargetMode="External" Id="Rd0611e3ded1a479c" /><Relationship Type="http://schemas.openxmlformats.org/officeDocument/2006/relationships/image" Target="/ppt/media/image7.png" Id="R9f5d7544623f4586" /><Relationship Type="http://schemas.openxmlformats.org/officeDocument/2006/relationships/hyperlink" Target="https://cagoooo.github.io/Akai/tool/58/" TargetMode="External" Id="Rcc76bbc111184f13" /><Relationship Type="http://schemas.openxmlformats.org/officeDocument/2006/relationships/image" Target="/ppt/media/image8.png" Id="R10669766b5704f20" /><Relationship Type="http://schemas.openxmlformats.org/officeDocument/2006/relationships/hyperlink" Target="https://cagoooo.github.io/prepare/" TargetMode="External" Id="R33e0a5a25a944b8d" /><Relationship Type="http://schemas.openxmlformats.org/officeDocument/2006/relationships/image" Target="/ppt/media/image9.png" Id="R50642c29f2884a0e" /><Relationship Type="http://schemas.openxmlformats.org/officeDocument/2006/relationships/hyperlink" Target="https://cagoooo.github.io/Akai/tool/11/" TargetMode="External" Id="R089edbd5578d4816" /><Relationship Type="http://schemas.openxmlformats.org/officeDocument/2006/relationships/image" Target="/ppt/media/image10.png" Id="Rdef83bb5dd2c40e1" /><Relationship Type="http://schemas.openxmlformats.org/officeDocument/2006/relationships/hyperlink" Target="https://cagoooo.github.io/Akailao/" TargetMode="External" Id="R080dc1e29bec48a9" /><Relationship Type="http://schemas.openxmlformats.org/officeDocument/2006/relationships/image" Target="/ppt/media/image11.png" Id="R55dd48ed48134cfa" /><Relationship Type="http://schemas.openxmlformats.org/officeDocument/2006/relationships/notesSlide" Target="/ppt/notesSlides/notesSlide12.xml" Id="R6f4e8925645d459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384bb14804e7d" /><Relationship Type="http://schemas.openxmlformats.org/officeDocument/2006/relationships/hyperlink" Target="https://cagoooo.github.io/Akai/tool/3/" TargetMode="External" Id="R26b9d97cb2a94e43" /><Relationship Type="http://schemas.openxmlformats.org/officeDocument/2006/relationships/image" Target="/ppt/media/image12.png" Id="R732e2a3a195342ce" /><Relationship Type="http://schemas.openxmlformats.org/officeDocument/2006/relationships/hyperlink" Target="https://cagoooo.github.io/vote/" TargetMode="External" Id="R1efd60e106da400d" /><Relationship Type="http://schemas.openxmlformats.org/officeDocument/2006/relationships/image" Target="/ppt/media/image13.png" Id="R2c6113ef8a8d4925" /><Relationship Type="http://schemas.openxmlformats.org/officeDocument/2006/relationships/hyperlink" Target="https://cagoooo.github.io/Akai/tool/24/" TargetMode="External" Id="R4a16e9640dba494c" /><Relationship Type="http://schemas.openxmlformats.org/officeDocument/2006/relationships/image" Target="/ppt/media/image14.png" Id="Rf9eb15881bcd4af4" /><Relationship Type="http://schemas.openxmlformats.org/officeDocument/2006/relationships/hyperlink" Target="https://sites.google.com/mail2.smes.tyc.edu.tw/114teacher/" TargetMode="External" Id="R11c36cb233c64edc" /><Relationship Type="http://schemas.openxmlformats.org/officeDocument/2006/relationships/image" Target="/ppt/media/image15.png" Id="R126eca330ab74806" /><Relationship Type="http://schemas.openxmlformats.org/officeDocument/2006/relationships/hyperlink" Target="https://cagoooo.github.io/Akai/tool/81/" TargetMode="External" Id="Rc1117532be164732" /><Relationship Type="http://schemas.openxmlformats.org/officeDocument/2006/relationships/image" Target="/ppt/media/image16.png" Id="R45f324592b14470f" /><Relationship Type="http://schemas.openxmlformats.org/officeDocument/2006/relationships/hyperlink" Target="https://cagoooo.github.io/it-cockpit/" TargetMode="External" Id="R50d214d6ff1d4851" /><Relationship Type="http://schemas.openxmlformats.org/officeDocument/2006/relationships/image" Target="/ppt/media/image17.png" Id="R959a8b2cc2e143ac" /><Relationship Type="http://schemas.openxmlformats.org/officeDocument/2006/relationships/notesSlide" Target="/ppt/notesSlides/notesSlide13.xml" Id="Rda5db8d887ed4e9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3bcc24f3c45f0" /><Relationship Type="http://schemas.openxmlformats.org/officeDocument/2006/relationships/hyperlink" Target="https://www.typeless.com/" TargetMode="External" Id="R0c9ba480ab354b22" /><Relationship Type="http://schemas.openxmlformats.org/officeDocument/2006/relationships/hyperlink" Target="https://chatgpt.com/codex/" TargetMode="External" Id="R28d9d1401ae94dce" /><Relationship Type="http://schemas.openxmlformats.org/officeDocument/2006/relationships/image" Target="/ppt/media/image18.png" Id="Reaef3d5a659842bc" /><Relationship Type="http://schemas.openxmlformats.org/officeDocument/2006/relationships/image" Target="/ppt/media/image19.png" Id="Ra6bf78a7f14f450d" /><Relationship Type="http://schemas.openxmlformats.org/officeDocument/2006/relationships/notesSlide" Target="/ppt/notesSlides/notesSlide14.xml" Id="Ra82bc5ad9f46444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af5eb42ff470b" /><Relationship Type="http://schemas.openxmlformats.org/officeDocument/2006/relationships/hyperlink" Target="https://www.typeless.com/" TargetMode="External" Id="R7d0db661605f4e48" /><Relationship Type="http://schemas.openxmlformats.org/officeDocument/2006/relationships/hyperlink" Target="https://chatgpt.com/codex/" TargetMode="External" Id="R1fd77571b9604765" /><Relationship Type="http://schemas.openxmlformats.org/officeDocument/2006/relationships/image" Target="/ppt/media/image20.png" Id="Rf8f497e1a7d04783" /><Relationship Type="http://schemas.openxmlformats.org/officeDocument/2006/relationships/image" Target="/ppt/media/image21.png" Id="R37bba34fbbed4c16" /><Relationship Type="http://schemas.openxmlformats.org/officeDocument/2006/relationships/notesSlide" Target="/ppt/notesSlides/notesSlide15.xml" Id="R4b586d37114d41a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7d304c8744808" /><Relationship Type="http://schemas.openxmlformats.org/officeDocument/2006/relationships/hyperlink" Target="https://www.typeless.com/downloads" TargetMode="External" Id="Re273ac85354747a0" /><Relationship Type="http://schemas.openxmlformats.org/officeDocument/2006/relationships/hyperlink" Target="https://chatgpt.com/codex/" TargetMode="External" Id="R3445e922adef4dfc" /><Relationship Type="http://schemas.openxmlformats.org/officeDocument/2006/relationships/image" Target="/ppt/media/image22.png" Id="Rfabc6f97da784245" /><Relationship Type="http://schemas.openxmlformats.org/officeDocument/2006/relationships/image" Target="/ppt/media/image23.png" Id="Rea0ba91ad2a44948" /><Relationship Type="http://schemas.openxmlformats.org/officeDocument/2006/relationships/notesSlide" Target="/ppt/notesSlides/notesSlide16.xml" Id="Rf35c55e58a85496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a6bd731bc41dc" /><Relationship Type="http://schemas.openxmlformats.org/officeDocument/2006/relationships/hyperlink" Target="https://www.typeless.com/" TargetMode="External" Id="R63470447f80447ed" /><Relationship Type="http://schemas.openxmlformats.org/officeDocument/2006/relationships/hyperlink" Target="https://chatgpt.com/codex/" TargetMode="External" Id="R79e5df26c7b94247" /><Relationship Type="http://schemas.openxmlformats.org/officeDocument/2006/relationships/hyperlink" Target="https://notebook.google.com/" TargetMode="External" Id="Rfb722b93e3a14086" /><Relationship Type="http://schemas.openxmlformats.org/officeDocument/2006/relationships/image" Target="/ppt/media/image24.png" Id="R957b33fb9e274507" /><Relationship Type="http://schemas.openxmlformats.org/officeDocument/2006/relationships/image" Target="/ppt/media/image25.png" Id="R19e7bd38da3a49d1" /><Relationship Type="http://schemas.openxmlformats.org/officeDocument/2006/relationships/notesSlide" Target="/ppt/notesSlides/notesSlide17.xml" Id="R35931ae14b89489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d7ba0d61e4c20" /><Relationship Type="http://schemas.openxmlformats.org/officeDocument/2006/relationships/notesSlide" Target="/ppt/notesSlides/notesSlide18.xml" Id="Rd1e60a7f65ba47c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ef6c1c3564b6d" /><Relationship Type="http://schemas.openxmlformats.org/officeDocument/2006/relationships/hyperlink" Target="https://notebook.google.com/" TargetMode="External" Id="R31cdb6bd060f4e7d" /><Relationship Type="http://schemas.openxmlformats.org/officeDocument/2006/relationships/image" Target="/ppt/media/image26.png" Id="R929bde6fd7a04278" /><Relationship Type="http://schemas.openxmlformats.org/officeDocument/2006/relationships/notesSlide" Target="/ppt/notesSlides/notesSlide19.xml" Id="Rb29c8d32465946a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202b6db8a4bce" /><Relationship Type="http://schemas.openxmlformats.org/officeDocument/2006/relationships/hyperlink" Target="https://notebook.google.com/" TargetMode="External" Id="R96c50bdaa3dc4c83" /><Relationship Type="http://schemas.openxmlformats.org/officeDocument/2006/relationships/image" Target="/ppt/media/image27.png" Id="R8b747c2ab7004219" /><Relationship Type="http://schemas.openxmlformats.org/officeDocument/2006/relationships/notesSlide" Target="/ppt/notesSlides/notesSlide20.xml" Id="Rcc1f414b9da54f1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2b5789a1d34cdd" /><Relationship Type="http://schemas.openxmlformats.org/officeDocument/2006/relationships/hyperlink" Target="https://notebook.google.com/" TargetMode="External" Id="R95a73b2fbcaf4ba0" /><Relationship Type="http://schemas.openxmlformats.org/officeDocument/2006/relationships/image" Target="/ppt/media/image28.png" Id="R5a49974a67d84839" /><Relationship Type="http://schemas.openxmlformats.org/officeDocument/2006/relationships/notesSlide" Target="/ppt/notesSlides/notesSlide21.xml" Id="R9943f89981ba4c3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ede7a58024f1b" /><Relationship Type="http://schemas.openxmlformats.org/officeDocument/2006/relationships/hyperlink" Target="https://notebook.google.com/" TargetMode="External" Id="R8a1f6b05b21c4469" /><Relationship Type="http://schemas.openxmlformats.org/officeDocument/2006/relationships/hyperlink" Target="https://github.com/cagoooo/it-cockpit" TargetMode="External" Id="R460a3f0d63784fcd" /><Relationship Type="http://schemas.openxmlformats.org/officeDocument/2006/relationships/hyperlink" Target="https://cagoooo.github.io/it-cockpit/" TargetMode="External" Id="Rdbef371fcba045e3" /><Relationship Type="http://schemas.openxmlformats.org/officeDocument/2006/relationships/image" Target="/ppt/media/image29.png" Id="R18157c8312254ba0" /><Relationship Type="http://schemas.openxmlformats.org/officeDocument/2006/relationships/image" Target="/ppt/media/image30.png" Id="R50eca4c65c06417d" /><Relationship Type="http://schemas.openxmlformats.org/officeDocument/2006/relationships/image" Target="/ppt/media/image31.png" Id="R5eb8efda31ea4168" /><Relationship Type="http://schemas.openxmlformats.org/officeDocument/2006/relationships/notesSlide" Target="/ppt/notesSlides/notesSlide22.xml" Id="R8c5a1abd839446b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9fa5ef9d54c1f" /><Relationship Type="http://schemas.openxmlformats.org/officeDocument/2006/relationships/hyperlink" Target="https://notebook.google.com/" TargetMode="External" Id="R355f00a3f54d4388" /><Relationship Type="http://schemas.openxmlformats.org/officeDocument/2006/relationships/hyperlink" Target="https://cagoooo.github.io/it-cockpit/" TargetMode="External" Id="R65f466c19fe04818" /><Relationship Type="http://schemas.openxmlformats.org/officeDocument/2006/relationships/image" Target="/ppt/media/image32.png" Id="Ra02006eec756452c" /><Relationship Type="http://schemas.openxmlformats.org/officeDocument/2006/relationships/image" Target="/ppt/media/image33.png" Id="R882b002b15304eba" /><Relationship Type="http://schemas.openxmlformats.org/officeDocument/2006/relationships/notesSlide" Target="/ppt/notesSlides/notesSlide23.xml" Id="R748ae7e2cdd64af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10be5d37c40f3" /><Relationship Type="http://schemas.openxmlformats.org/officeDocument/2006/relationships/hyperlink" Target="https://notebook.google.com/" TargetMode="External" Id="R65b51941de844905" /><Relationship Type="http://schemas.openxmlformats.org/officeDocument/2006/relationships/image" Target="/ppt/media/image34.png" Id="R899ff5cb68a14507" /><Relationship Type="http://schemas.openxmlformats.org/officeDocument/2006/relationships/notesSlide" Target="/ppt/notesSlides/notesSlide24.xml" Id="R1fd5bf6ce08a47a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d3d2db44704af6" /><Relationship Type="http://schemas.openxmlformats.org/officeDocument/2006/relationships/hyperlink" Target="https://notebook.google.com/" TargetMode="External" Id="R36578f3d069f426f" /><Relationship Type="http://schemas.openxmlformats.org/officeDocument/2006/relationships/image" Target="/ppt/media/image35.png" Id="R94afa255ac36425b" /><Relationship Type="http://schemas.openxmlformats.org/officeDocument/2006/relationships/notesSlide" Target="/ppt/notesSlides/notesSlide25.xml" Id="R595f550e4a26431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502cf106c43c6" /><Relationship Type="http://schemas.openxmlformats.org/officeDocument/2006/relationships/hyperlink" Target="https://notebook.google.com/" TargetMode="External" Id="Re72f3d6d665349c8" /><Relationship Type="http://schemas.openxmlformats.org/officeDocument/2006/relationships/image" Target="/ppt/media/image36.png" Id="R43417b71523c4eb7" /><Relationship Type="http://schemas.openxmlformats.org/officeDocument/2006/relationships/notesSlide" Target="/ppt/notesSlides/notesSlide26.xml" Id="R89ea3b451be846b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19843ff178441a" /><Relationship Type="http://schemas.openxmlformats.org/officeDocument/2006/relationships/hyperlink" Target="https://gemini.google.com/gems/create" TargetMode="External" Id="R272d4838ef994707" /><Relationship Type="http://schemas.openxmlformats.org/officeDocument/2006/relationships/image" Target="/ppt/media/image37.png" Id="Rb9e014914ae6429f" /><Relationship Type="http://schemas.openxmlformats.org/officeDocument/2006/relationships/notesSlide" Target="/ppt/notesSlides/notesSlide27.xml" Id="Rd4b1bf74b9be430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e752e9e734127" /><Relationship Type="http://schemas.openxmlformats.org/officeDocument/2006/relationships/hyperlink" Target="https://gemini.google.com/gems/create" TargetMode="External" Id="Rdca1bb4e7d224706" /><Relationship Type="http://schemas.openxmlformats.org/officeDocument/2006/relationships/image" Target="/ppt/media/image38.png" Id="R60636d3ed9cf4b38" /><Relationship Type="http://schemas.openxmlformats.org/officeDocument/2006/relationships/notesSlide" Target="/ppt/notesSlides/notesSlide28.xml" Id="R6671045a86d0407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2aa5edf2d4c32" /><Relationship Type="http://schemas.openxmlformats.org/officeDocument/2006/relationships/hyperlink" Target="https://gemini.google.com/gems/create" TargetMode="External" Id="Rfcc8518930954244" /><Relationship Type="http://schemas.openxmlformats.org/officeDocument/2006/relationships/image" Target="/ppt/media/image39.png" Id="R8bd7703008e04d28" /><Relationship Type="http://schemas.openxmlformats.org/officeDocument/2006/relationships/notesSlide" Target="/ppt/notesSlides/notesSlide29.xml" Id="R5ea7bf36d364441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c5d9e8248478e" /><Relationship Type="http://schemas.openxmlformats.org/officeDocument/2006/relationships/hyperlink" Target="https://gemini.google.com/gems/create" TargetMode="External" Id="R213bcc342d1e4c8d" /><Relationship Type="http://schemas.openxmlformats.org/officeDocument/2006/relationships/image" Target="/ppt/media/image40.png" Id="Ra8662a6932f5410e" /><Relationship Type="http://schemas.openxmlformats.org/officeDocument/2006/relationships/notesSlide" Target="/ppt/notesSlides/notesSlide30.xml" Id="R4d3acd7735f6455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a045431154742" /><Relationship Type="http://schemas.openxmlformats.org/officeDocument/2006/relationships/hyperlink" Target="https://gemini.google.com/gems/create" TargetMode="External" Id="R5ed8b2df7af24473" /><Relationship Type="http://schemas.openxmlformats.org/officeDocument/2006/relationships/image" Target="/ppt/media/image41.png" Id="R1f5e711eae024719" /><Relationship Type="http://schemas.openxmlformats.org/officeDocument/2006/relationships/notesSlide" Target="/ppt/notesSlides/notesSlide31.xml" Id="R01470f8112cf4f3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a79dfda274745" /><Relationship Type="http://schemas.openxmlformats.org/officeDocument/2006/relationships/hyperlink" Target="https://gemini.google.com/gems/create" TargetMode="External" Id="Rc5e16bb7a3cf4bc1" /><Relationship Type="http://schemas.openxmlformats.org/officeDocument/2006/relationships/image" Target="/ppt/media/image42.png" Id="R015e42b8a1544e8b" /><Relationship Type="http://schemas.openxmlformats.org/officeDocument/2006/relationships/notesSlide" Target="/ppt/notesSlides/notesSlide32.xml" Id="R463861ca3059421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6c6ff232944ae" /><Relationship Type="http://schemas.openxmlformats.org/officeDocument/2006/relationships/hyperlink" Target="https://gemini.google.com/app" TargetMode="External" Id="Rdd7bc49c975444a7" /><Relationship Type="http://schemas.openxmlformats.org/officeDocument/2006/relationships/image" Target="/ppt/media/image43.png" Id="R0e882359b7f742bb" /><Relationship Type="http://schemas.openxmlformats.org/officeDocument/2006/relationships/notesSlide" Target="/ppt/notesSlides/notesSlide33.xml" Id="R78c53f456cca4f9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f772114f247ff" /><Relationship Type="http://schemas.openxmlformats.org/officeDocument/2006/relationships/hyperlink" Target="https://gemini.google.com/app" TargetMode="External" Id="Re65130de1bce4b62" /><Relationship Type="http://schemas.openxmlformats.org/officeDocument/2006/relationships/image" Target="/ppt/media/image44.png" Id="Rd9fd7da7bd694dca" /><Relationship Type="http://schemas.openxmlformats.org/officeDocument/2006/relationships/notesSlide" Target="/ppt/notesSlides/notesSlide34.xml" Id="R2d70b039f8264dc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b1a586a0404233" /><Relationship Type="http://schemas.openxmlformats.org/officeDocument/2006/relationships/hyperlink" Target="https://gemini.google.com/app" TargetMode="External" Id="R2ce1d03ecbf64b2f" /><Relationship Type="http://schemas.openxmlformats.org/officeDocument/2006/relationships/hyperlink" Target="https://cagoooo.github.io/domain-meeting-go/" TargetMode="External" Id="Rce07230110fe46c2" /><Relationship Type="http://schemas.openxmlformats.org/officeDocument/2006/relationships/image" Target="/ppt/media/image45.png" Id="Rf56626a6654248d3" /><Relationship Type="http://schemas.openxmlformats.org/officeDocument/2006/relationships/image" Target="/ppt/media/image46.png" Id="Rda4d15ce4b184c45" /><Relationship Type="http://schemas.openxmlformats.org/officeDocument/2006/relationships/notesSlide" Target="/ppt/notesSlides/notesSlide35.xml" Id="R1ecfb587c00943d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9f18a22fa4322" /><Relationship Type="http://schemas.openxmlformats.org/officeDocument/2006/relationships/hyperlink" Target="https://gemini.google.com/app" TargetMode="External" Id="R0ef07fb6244e4cfe" /><Relationship Type="http://schemas.openxmlformats.org/officeDocument/2006/relationships/hyperlink" Target="https://cagoooo.github.io/domain-meeting-go/" TargetMode="External" Id="R0032ebd66e934d4f" /><Relationship Type="http://schemas.openxmlformats.org/officeDocument/2006/relationships/hyperlink" Target="https://sites.google.com/mail2.smes.tyc.edu.tw/114teacher/" TargetMode="External" Id="R3e1b5ab6f9c94d59" /><Relationship Type="http://schemas.openxmlformats.org/officeDocument/2006/relationships/image" Target="/ppt/media/image47.png" Id="R554588ba89764528" /><Relationship Type="http://schemas.openxmlformats.org/officeDocument/2006/relationships/image" Target="/ppt/media/image48.png" Id="Rb79c0471816f4149" /><Relationship Type="http://schemas.openxmlformats.org/officeDocument/2006/relationships/image" Target="/ppt/media/image49.png" Id="R82a48c4e5d9644b4" /><Relationship Type="http://schemas.openxmlformats.org/officeDocument/2006/relationships/notesSlide" Target="/ppt/notesSlides/notesSlide36.xml" Id="Rdd4bf8c175d14ea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bbfdc5ebb480e" /><Relationship Type="http://schemas.openxmlformats.org/officeDocument/2006/relationships/hyperlink" Target="https://sites.google.com/new" TargetMode="External" Id="R46af2521f4c54c41" /><Relationship Type="http://schemas.openxmlformats.org/officeDocument/2006/relationships/hyperlink" Target="https://cagoooo.github.io/domain-meeting-go/" TargetMode="External" Id="R3d95f9eeb1684bf7" /><Relationship Type="http://schemas.openxmlformats.org/officeDocument/2006/relationships/image" Target="/ppt/media/image50.png" Id="R47ea6e743d944d41" /><Relationship Type="http://schemas.openxmlformats.org/officeDocument/2006/relationships/image" Target="/ppt/media/image51.png" Id="R32124a62a2d4436e" /><Relationship Type="http://schemas.openxmlformats.org/officeDocument/2006/relationships/notesSlide" Target="/ppt/notesSlides/notesSlide37.xml" Id="R49a9f33c88f247f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8a47e7655402c" /><Relationship Type="http://schemas.openxmlformats.org/officeDocument/2006/relationships/hyperlink" Target="https://sites.google.com/new" TargetMode="External" Id="R8135e10b853e4bbf" /><Relationship Type="http://schemas.openxmlformats.org/officeDocument/2006/relationships/hyperlink" Target="https://pages.github.com/" TargetMode="External" Id="R27f3ebdc2aed4f25" /><Relationship Type="http://schemas.openxmlformats.org/officeDocument/2006/relationships/hyperlink" Target="https://gg90052.github.io/ezpage/" TargetMode="External" Id="R6ee7e80bbf5b447f" /><Relationship Type="http://schemas.openxmlformats.org/officeDocument/2006/relationships/image" Target="/ppt/media/image52.png" Id="R4bb394b3d3a84c8f" /><Relationship Type="http://schemas.openxmlformats.org/officeDocument/2006/relationships/image" Target="/ppt/media/image53.png" Id="R3d3da1eabc6f40e4" /><Relationship Type="http://schemas.openxmlformats.org/officeDocument/2006/relationships/image" Target="/ppt/media/image54.png" Id="R483933ad0a98434d" /><Relationship Type="http://schemas.openxmlformats.org/officeDocument/2006/relationships/notesSlide" Target="/ppt/notesSlides/notesSlide38.xml" Id="R7fb65c1bdc6548a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476e7354c414c" /><Relationship Type="http://schemas.openxmlformats.org/officeDocument/2006/relationships/hyperlink" Target="https://sites.google.com/new" TargetMode="External" Id="R9d6f15dd85eb4c04" /><Relationship Type="http://schemas.openxmlformats.org/officeDocument/2006/relationships/hyperlink" Target="https://sites.google.com/mail2.smes.tyc.edu.tw/114teacher/" TargetMode="External" Id="R952741f9843546db" /><Relationship Type="http://schemas.openxmlformats.org/officeDocument/2006/relationships/image" Target="/ppt/media/image55.png" Id="R57dc6f2b114e412e" /><Relationship Type="http://schemas.openxmlformats.org/officeDocument/2006/relationships/image" Target="/ppt/media/image56.png" Id="R111a309e3cfe4ee2" /><Relationship Type="http://schemas.openxmlformats.org/officeDocument/2006/relationships/notesSlide" Target="/ppt/notesSlides/notesSlide39.xml" Id="R0d852413bc14453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df4d455c9c404b" /><Relationship Type="http://schemas.openxmlformats.org/officeDocument/2006/relationships/hyperlink" Target="https://pages.github.com/" TargetMode="External" Id="R9180ee9e1fd34930" /><Relationship Type="http://schemas.openxmlformats.org/officeDocument/2006/relationships/image" Target="/ppt/media/image57.png" Id="Ra6ddd977589b4784" /><Relationship Type="http://schemas.openxmlformats.org/officeDocument/2006/relationships/notesSlide" Target="/ppt/notesSlides/notesSlide40.xml" Id="Rde12377dea89433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6a0c210814dd8" /><Relationship Type="http://schemas.openxmlformats.org/officeDocument/2006/relationships/hyperlink" Target="https://gg90052.github.io/ezpage/" TargetMode="External" Id="R6b7af50eed934102" /><Relationship Type="http://schemas.openxmlformats.org/officeDocument/2006/relationships/image" Target="/ppt/media/image58.png" Id="R6c1b4c3e411e4e73" /><Relationship Type="http://schemas.openxmlformats.org/officeDocument/2006/relationships/notesSlide" Target="/ppt/notesSlides/notesSlide41.xml" Id="R407e0f35291142f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3141b057e48c7" /><Relationship Type="http://schemas.openxmlformats.org/officeDocument/2006/relationships/hyperlink" Target="https://notebook.google.com/" TargetMode="External" Id="Rc64ecd903c814a53" /><Relationship Type="http://schemas.openxmlformats.org/officeDocument/2006/relationships/hyperlink" Target="https://cagoooo.github.io/domain-meeting-go/" TargetMode="External" Id="Rf46122a3df004c7a" /><Relationship Type="http://schemas.openxmlformats.org/officeDocument/2006/relationships/hyperlink" Target="https://sites.google.com/mail2.smes.tyc.edu.tw/114teacher/" TargetMode="External" Id="R2a11ed2690864e67" /><Relationship Type="http://schemas.openxmlformats.org/officeDocument/2006/relationships/image" Target="/ppt/media/image59.png" Id="Rf8b7dc5f8b394751" /><Relationship Type="http://schemas.openxmlformats.org/officeDocument/2006/relationships/image" Target="/ppt/media/image60.png" Id="R6e13f8769cdc4f50" /><Relationship Type="http://schemas.openxmlformats.org/officeDocument/2006/relationships/image" Target="/ppt/media/image61.png" Id="Rcf3d0c70b2d1429a" /><Relationship Type="http://schemas.openxmlformats.org/officeDocument/2006/relationships/notesSlide" Target="/ppt/notesSlides/notesSlide42.xml" Id="R3af1b4f597624b2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4da7f70a548bf" /><Relationship Type="http://schemas.openxmlformats.org/officeDocument/2006/relationships/notesSlide" Target="/ppt/notesSlides/notesSlide43.xml" Id="R7f7baceae24d409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7450e91b4f47d0" /><Relationship Type="http://schemas.openxmlformats.org/officeDocument/2006/relationships/hyperlink" Target="../START_HERE_&#30740;&#32722;&#36039;&#28304;&#23566;&#33322;.html" TargetMode="External" Id="R89dafbbea9f14020" /><Relationship Type="http://schemas.openxmlformats.org/officeDocument/2006/relationships/image" Target="/ppt/media/image62.png" Id="R506ca8a08194443e" /><Relationship Type="http://schemas.openxmlformats.org/officeDocument/2006/relationships/hyperlink" Target="https://notebook.google.com/" TargetMode="External" Id="R30552c1bda0640fd" /><Relationship Type="http://schemas.openxmlformats.org/officeDocument/2006/relationships/image" Target="/ppt/media/image63.png" Id="R116af21c57e348c7" /><Relationship Type="http://schemas.openxmlformats.org/officeDocument/2006/relationships/hyperlink" Target="https://gemini.google.com/gems/create" TargetMode="External" Id="Ra61de1f6a9a94c42" /><Relationship Type="http://schemas.openxmlformats.org/officeDocument/2006/relationships/image" Target="/ppt/media/image64.png" Id="Re5f8fa9b27f0449e" /><Relationship Type="http://schemas.openxmlformats.org/officeDocument/2006/relationships/hyperlink" Target="https://gemini.google.com/app" TargetMode="External" Id="Rf78de1407cf74a50" /><Relationship Type="http://schemas.openxmlformats.org/officeDocument/2006/relationships/image" Target="/ppt/media/image65.png" Id="R520562f2bda141f7" /><Relationship Type="http://schemas.openxmlformats.org/officeDocument/2006/relationships/hyperlink" Target="https://github.com/cagoooo/it-cockpit" TargetMode="External" Id="Rd23df2eb78ee4d2d" /><Relationship Type="http://schemas.openxmlformats.org/officeDocument/2006/relationships/image" Target="/ppt/media/image66.png" Id="Rf82fc3de852f4fe9" /><Relationship Type="http://schemas.openxmlformats.org/officeDocument/2006/relationships/hyperlink" Target="https://cagoooo.github.io/it-cockpit/" TargetMode="External" Id="R804fd0e7abe14f5c" /><Relationship Type="http://schemas.openxmlformats.org/officeDocument/2006/relationships/image" Target="/ppt/media/image67.png" Id="R56eb6070fef84a48" /><Relationship Type="http://schemas.openxmlformats.org/officeDocument/2006/relationships/hyperlink" Target="https://cagoooo.github.io/domain-meeting-go/" TargetMode="External" Id="R3c1fd728daf14e37" /><Relationship Type="http://schemas.openxmlformats.org/officeDocument/2006/relationships/image" Target="/ppt/media/image68.png" Id="Rc7eb28b05bd44e28" /><Relationship Type="http://schemas.openxmlformats.org/officeDocument/2006/relationships/hyperlink" Target="https://sites.google.com/new" TargetMode="External" Id="R4ce8b86e549041ee" /><Relationship Type="http://schemas.openxmlformats.org/officeDocument/2006/relationships/image" Target="/ppt/media/image69.png" Id="Ra48d6912bb464ee9" /><Relationship Type="http://schemas.openxmlformats.org/officeDocument/2006/relationships/hyperlink" Target="https://pages.github.com/" TargetMode="External" Id="R8dd931a14a084aa8" /><Relationship Type="http://schemas.openxmlformats.org/officeDocument/2006/relationships/image" Target="/ppt/media/image70.png" Id="R64ff9daaab2c4c39" /><Relationship Type="http://schemas.openxmlformats.org/officeDocument/2006/relationships/hyperlink" Target="https://gg90052.github.io/ezpage/" TargetMode="External" Id="R8297dcd1f4fe4702" /><Relationship Type="http://schemas.openxmlformats.org/officeDocument/2006/relationships/image" Target="/ppt/media/image71.png" Id="R8a14ce52ebcc4703" /><Relationship Type="http://schemas.openxmlformats.org/officeDocument/2006/relationships/notesSlide" Target="/ppt/notesSlides/notesSlide44.xml" Id="Re58679a8926746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1cdc67d4b47b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74D6698B-596F-416B-92BD-FB6B8B96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9097EBC-0DC0-4F1C-A3CA-434777D5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68D5356-A431-43F6-BD3A-B2615468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9D86B75-23E1-456B-A753-32E5F33C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045A1260-4487-4F45-8D64-94FD83A1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CBC78F3F-1F66-4E6E-9C31-1DB67423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3A7223E8-844B-42C1-91F8-88013906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7449007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77D223AA-CC93-4818-A11E-51DC99B7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9">
            <a:extLst xmlns:a="http://schemas.openxmlformats.org/drawingml/2006/main">
              <a:ext uri="{FF2B5EF4-FFF2-40B4-BE49-F238E27FC236}">
                <a16:creationId xmlns:a16="http://schemas.microsoft.com/office/drawing/2014/main" id="{2F36025D-EFEE-457A-A8CD-94CB26E1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 AI 大航海時代</a:t>
            </a:r>
          </a:p>
        </p:txBody>
      </p:sp>
      <p:sp>
        <p:nvSpPr>
          <p:cNvPr id="3" name="text-10">
            <a:extLst xmlns:a="http://schemas.openxmlformats.org/drawingml/2006/main">
              <a:ext uri="{FF2B5EF4-FFF2-40B4-BE49-F238E27FC236}">
                <a16:creationId xmlns:a16="http://schemas.microsoft.com/office/drawing/2014/main" id="{401BA436-9ED3-43F9-84A6-F7AE8206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AI 與 Agent 讓文組帶著理解、脈絡與判斷，航向以前到不了的創作藍海。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這是文組專業者的大航海時代：多一雙技術翅膀，飛得更高、更遠。</a:t>
            </a:r>
          </a:p>
        </p:txBody>
      </p:sp>
      <p:sp>
        <p:nvSpPr>
          <p:cNvPr id="4" name="shape-11">
            <a:extLst xmlns:a="http://schemas.openxmlformats.org/drawingml/2006/main">
              <a:ext uri="{FF2B5EF4-FFF2-40B4-BE49-F238E27FC236}">
                <a16:creationId xmlns:a16="http://schemas.microsoft.com/office/drawing/2014/main" id="{56F67FA4-5C59-4FC4-9F7F-6C4BDB71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">
            <a:extLst xmlns:a="http://schemas.openxmlformats.org/drawingml/2006/main">
              <a:ext uri="{FF2B5EF4-FFF2-40B4-BE49-F238E27FC236}">
                <a16:creationId xmlns:a16="http://schemas.microsoft.com/office/drawing/2014/main" id="{DBAD79FF-094A-4A61-80BE-3814560A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4" name="shape-1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14">
            <a:extLst xmlns:a="http://schemas.openxmlformats.org/drawingml/2006/main">
              <a:ext uri="{FF2B5EF4-FFF2-40B4-BE49-F238E27FC236}">
                <a16:creationId xmlns:a16="http://schemas.microsoft.com/office/drawing/2014/main" id="{848F2D97-742E-4D25-9ADF-2C3B68E4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9872C0-3731-4246-9A6D-8B85C6C6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032210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5">
            <a:extLst xmlns:a="http://schemas.openxmlformats.org/drawingml/2006/main">
              <a:ext uri="{FF2B5EF4-FFF2-40B4-BE49-F238E27FC236}">
                <a16:creationId xmlns:a16="http://schemas.microsoft.com/office/drawing/2014/main" id="{3DC91BE4-D28C-4F74-9BED-0BBCA6BC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AS WINGS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B650B6-C040-45E6-974A-009264DD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多一雙翅膀：不會寫程式，也能做出作品</a:t>
            </a:r>
          </a:p>
        </p:txBody>
      </p:sp>
      <p:cxnSp>
        <p:nvCxnSpPr>
          <p:cNvPr id="14" name="shape-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7">
            <a:extLst xmlns:a="http://schemas.openxmlformats.org/drawingml/2006/main">
              <a:ext uri="{FF2B5EF4-FFF2-40B4-BE49-F238E27FC236}">
                <a16:creationId xmlns:a16="http://schemas.microsoft.com/office/drawing/2014/main" id="{B0EC6748-03DC-4153-9437-4763AAD3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305C58D-0FC9-4CC4-AE6B-B1E0CF7D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18">
            <a:extLst xmlns:a="http://schemas.openxmlformats.org/drawingml/2006/main">
              <a:ext uri="{FF2B5EF4-FFF2-40B4-BE49-F238E27FC236}">
                <a16:creationId xmlns:a16="http://schemas.microsoft.com/office/drawing/2014/main" id="{B0E901B0-2B91-4067-A3DE-395CA624B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9">
            <a:extLst xmlns:a="http://schemas.openxmlformats.org/drawingml/2006/main">
              <a:ext uri="{FF2B5EF4-FFF2-40B4-BE49-F238E27FC236}">
                <a16:creationId xmlns:a16="http://schemas.microsoft.com/office/drawing/2014/main" id="{E9A5F054-598C-4AC9-B084-4210C6FD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">
            <a:extLst xmlns:a="http://schemas.openxmlformats.org/drawingml/2006/main">
              <a:ext uri="{FF2B5EF4-FFF2-40B4-BE49-F238E27FC236}">
                <a16:creationId xmlns:a16="http://schemas.microsoft.com/office/drawing/2014/main" id="{50781CAD-618E-4AA6-BFF2-DFC862A1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你帶來的專業</a:t>
            </a:r>
          </a:p>
        </p:txBody>
      </p:sp>
      <p:sp>
        <p:nvSpPr>
          <p:cNvPr id="9" name="text-21">
            <a:extLst xmlns:a="http://schemas.openxmlformats.org/drawingml/2006/main">
              <a:ext uri="{FF2B5EF4-FFF2-40B4-BE49-F238E27FC236}">
                <a16:creationId xmlns:a16="http://schemas.microsoft.com/office/drawing/2014/main" id="{12FB455E-50AC-4776-AB2B-302E3419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問題意識與語言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教學／研究脈絡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對人的理解與判斷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目的、責任與界線</a:t>
            </a:r>
          </a:p>
        </p:txBody>
      </p:sp>
      <p:sp>
        <p:nvSpPr>
          <p:cNvPr id="10" name="text-22">
            <a:extLst xmlns:a="http://schemas.openxmlformats.org/drawingml/2006/main">
              <a:ext uri="{FF2B5EF4-FFF2-40B4-BE49-F238E27FC236}">
                <a16:creationId xmlns:a16="http://schemas.microsoft.com/office/drawing/2014/main" id="{8FD0E7D0-7620-4194-A3AC-9068C4C8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補上的能力</a:t>
            </a:r>
          </a:p>
        </p:txBody>
      </p:sp>
      <p:sp>
        <p:nvSpPr>
          <p:cNvPr id="11" name="text-23">
            <a:extLst xmlns:a="http://schemas.openxmlformats.org/drawingml/2006/main">
              <a:ext uri="{FF2B5EF4-FFF2-40B4-BE49-F238E27FC236}">
                <a16:creationId xmlns:a16="http://schemas.microsoft.com/office/drawing/2014/main" id="{A71DC4E6-E1DF-4C16-86DF-9C2EE396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把想法拆成程式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建立介面、資料與流程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測試、修正、部署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長時間不中斷地推進</a:t>
            </a:r>
          </a:p>
        </p:txBody>
      </p:sp>
    </p:spTree>
    <p:extLst>
      <p:ext uri="{BB962C8B-B14F-4D97-AF65-F5344CB8AC3E}">
        <p14:creationId xmlns:p14="http://schemas.microsoft.com/office/powerpoint/2010/main" val="9245899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4">
            <a:extLst xmlns:a="http://schemas.openxmlformats.org/drawingml/2006/main">
              <a:ext uri="{FF2B5EF4-FFF2-40B4-BE49-F238E27FC236}">
                <a16:creationId xmlns:a16="http://schemas.microsoft.com/office/drawing/2014/main" id="{28C04568-55F8-432D-A649-1C099A9A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HUMANITIES AS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B83CB0-CE4B-45B7-BC9D-A5B23A8D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文組的底子，就是 AI 時代的導航能力</a:t>
            </a:r>
          </a:p>
        </p:txBody>
      </p:sp>
      <p:cxnSp>
        <p:nvCxnSpPr>
          <p:cNvPr id="24" name="shape-2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">
            <a:extLst xmlns:a="http://schemas.openxmlformats.org/drawingml/2006/main">
              <a:ext uri="{FF2B5EF4-FFF2-40B4-BE49-F238E27FC236}">
                <a16:creationId xmlns:a16="http://schemas.microsoft.com/office/drawing/2014/main" id="{AF2B5838-EC68-4DB4-8B69-8E17E38B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3B3CAA-5CF3-40C5-A170-CE83BA89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27">
            <a:extLst xmlns:a="http://schemas.openxmlformats.org/drawingml/2006/main">
              <a:ext uri="{FF2B5EF4-FFF2-40B4-BE49-F238E27FC236}">
                <a16:creationId xmlns:a16="http://schemas.microsoft.com/office/drawing/2014/main" id="{8CF7F196-1C0E-41CD-AC19-4C51DC9E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8">
            <a:extLst xmlns:a="http://schemas.openxmlformats.org/drawingml/2006/main">
              <a:ext uri="{FF2B5EF4-FFF2-40B4-BE49-F238E27FC236}">
                <a16:creationId xmlns:a16="http://schemas.microsoft.com/office/drawing/2014/main" id="{2E36BBA6-44F0-4EAA-8812-53CB74A3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9">
            <a:extLst xmlns:a="http://schemas.openxmlformats.org/drawingml/2006/main">
              <a:ext uri="{FF2B5EF4-FFF2-40B4-BE49-F238E27FC236}">
                <a16:creationId xmlns:a16="http://schemas.microsoft.com/office/drawing/2014/main" id="{255279CA-7C8A-49F1-9D6F-55B5B8A7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理解人與情境</a:t>
            </a:r>
          </a:p>
        </p:txBody>
      </p:sp>
      <p:sp>
        <p:nvSpPr>
          <p:cNvPr id="9" name="text-30">
            <a:extLst xmlns:a="http://schemas.openxmlformats.org/drawingml/2006/main">
              <a:ext uri="{FF2B5EF4-FFF2-40B4-BE49-F238E27FC236}">
                <a16:creationId xmlns:a16="http://schemas.microsoft.com/office/drawing/2014/main" id="{B4802E34-4396-4098-AB29-2FBFCAC4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讀懂需求、角色、文化與脈絡，知道問題真正發生在哪裡。</a:t>
            </a:r>
          </a:p>
        </p:txBody>
      </p:sp>
      <p:sp>
        <p:nvSpPr>
          <p:cNvPr id="10" name="shape-31">
            <a:extLst xmlns:a="http://schemas.openxmlformats.org/drawingml/2006/main">
              <a:ext uri="{FF2B5EF4-FFF2-40B4-BE49-F238E27FC236}">
                <a16:creationId xmlns:a16="http://schemas.microsoft.com/office/drawing/2014/main" id="{1A4421AE-C7C0-42FF-B3CB-CA9911FC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2">
            <a:extLst xmlns:a="http://schemas.openxmlformats.org/drawingml/2006/main">
              <a:ext uri="{FF2B5EF4-FFF2-40B4-BE49-F238E27FC236}">
                <a16:creationId xmlns:a16="http://schemas.microsoft.com/office/drawing/2014/main" id="{475111E7-53DF-4AB9-BDEF-716B286D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3">
            <a:extLst xmlns:a="http://schemas.openxmlformats.org/drawingml/2006/main">
              <a:ext uri="{FF2B5EF4-FFF2-40B4-BE49-F238E27FC236}">
                <a16:creationId xmlns:a16="http://schemas.microsoft.com/office/drawing/2014/main" id="{8BA34ADB-465D-45C3-B49B-AABC893C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辨識與判斷</a:t>
            </a:r>
          </a:p>
        </p:txBody>
      </p:sp>
      <p:sp>
        <p:nvSpPr>
          <p:cNvPr id="13" name="text-34">
            <a:extLst xmlns:a="http://schemas.openxmlformats.org/drawingml/2006/main">
              <a:ext uri="{FF2B5EF4-FFF2-40B4-BE49-F238E27FC236}">
                <a16:creationId xmlns:a16="http://schemas.microsoft.com/office/drawing/2014/main" id="{6A89010C-A593-466F-B3CD-D21AEFCF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分辨證據、觀點、偏誤與限制，不把工具產出的文字直接當成真理。</a:t>
            </a:r>
          </a:p>
        </p:txBody>
      </p:sp>
      <p:sp>
        <p:nvSpPr>
          <p:cNvPr id="14" name="shape-35">
            <a:extLst xmlns:a="http://schemas.openxmlformats.org/drawingml/2006/main">
              <a:ext uri="{FF2B5EF4-FFF2-40B4-BE49-F238E27FC236}">
                <a16:creationId xmlns:a16="http://schemas.microsoft.com/office/drawing/2014/main" id="{2DB18450-0C71-4EDA-BBE0-6138BD91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6">
            <a:extLst xmlns:a="http://schemas.openxmlformats.org/drawingml/2006/main">
              <a:ext uri="{FF2B5EF4-FFF2-40B4-BE49-F238E27FC236}">
                <a16:creationId xmlns:a16="http://schemas.microsoft.com/office/drawing/2014/main" id="{A855C988-DAA4-48C2-99E3-1A88C105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7">
            <a:extLst xmlns:a="http://schemas.openxmlformats.org/drawingml/2006/main">
              <a:ext uri="{FF2B5EF4-FFF2-40B4-BE49-F238E27FC236}">
                <a16:creationId xmlns:a16="http://schemas.microsoft.com/office/drawing/2014/main" id="{B5BB522C-80EA-4616-A662-1738F019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語言與敘事</a:t>
            </a:r>
          </a:p>
        </p:txBody>
      </p:sp>
      <p:sp>
        <p:nvSpPr>
          <p:cNvPr id="17" name="text-38">
            <a:extLst xmlns:a="http://schemas.openxmlformats.org/drawingml/2006/main">
              <a:ext uri="{FF2B5EF4-FFF2-40B4-BE49-F238E27FC236}">
                <a16:creationId xmlns:a16="http://schemas.microsoft.com/office/drawing/2014/main" id="{84FE6502-75D7-4E2A-AEE3-2591F70E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把複雜想法說清楚、寫清楚，讓人與 Agent 都能理解下一步。</a:t>
            </a:r>
          </a:p>
        </p:txBody>
      </p:sp>
      <p:sp>
        <p:nvSpPr>
          <p:cNvPr id="18" name="shape-39">
            <a:extLst xmlns:a="http://schemas.openxmlformats.org/drawingml/2006/main">
              <a:ext uri="{FF2B5EF4-FFF2-40B4-BE49-F238E27FC236}">
                <a16:creationId xmlns:a16="http://schemas.microsoft.com/office/drawing/2014/main" id="{75EDB42D-4CAF-43F6-9379-C9B44E2F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0">
            <a:extLst xmlns:a="http://schemas.openxmlformats.org/drawingml/2006/main">
              <a:ext uri="{FF2B5EF4-FFF2-40B4-BE49-F238E27FC236}">
                <a16:creationId xmlns:a16="http://schemas.microsoft.com/office/drawing/2014/main" id="{CBC1439D-7EE6-4260-9985-4C41C87E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1">
            <a:extLst xmlns:a="http://schemas.openxmlformats.org/drawingml/2006/main">
              <a:ext uri="{FF2B5EF4-FFF2-40B4-BE49-F238E27FC236}">
                <a16:creationId xmlns:a16="http://schemas.microsoft.com/office/drawing/2014/main" id="{3661F1C9-7E10-4759-9C7E-FD6C9A24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教育／研究倫理</a:t>
            </a:r>
          </a:p>
        </p:txBody>
      </p:sp>
      <p:sp>
        <p:nvSpPr>
          <p:cNvPr id="21" name="text-42">
            <a:extLst xmlns:a="http://schemas.openxmlformats.org/drawingml/2006/main">
              <a:ext uri="{FF2B5EF4-FFF2-40B4-BE49-F238E27FC236}">
                <a16:creationId xmlns:a16="http://schemas.microsoft.com/office/drawing/2014/main" id="{907B4655-5BFE-4054-88B1-B96D2392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守住目的、關係、隱私與責任，讓作品真的對人有幫助。</a:t>
            </a:r>
          </a:p>
        </p:txBody>
      </p:sp>
    </p:spTree>
    <p:extLst>
      <p:ext uri="{BB962C8B-B14F-4D97-AF65-F5344CB8AC3E}">
        <p14:creationId xmlns:p14="http://schemas.microsoft.com/office/powerpoint/2010/main" val="6042825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43">
            <a:extLst xmlns:a="http://schemas.openxmlformats.org/drawingml/2006/main">
              <a:ext uri="{FF2B5EF4-FFF2-40B4-BE49-F238E27FC236}">
                <a16:creationId xmlns:a16="http://schemas.microsoft.com/office/drawing/2014/main" id="{EB1F5C87-CF94-4F2C-90E7-63DD7E0D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SET SAIL WITH YOUR EXPERTISE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5A102E-6B05-4DFE-9C9D-EA91F519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大藍海的邀請：帶著你的專業出航</a:t>
            </a:r>
          </a:p>
        </p:txBody>
      </p:sp>
      <p:cxnSp>
        <p:nvCxnSpPr>
          <p:cNvPr id="38" name="shape-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68B82E76-B079-43AD-8757-9FD1E3FA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A1ED285-249E-47B0-8922-C36D801D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46">
            <a:extLst xmlns:a="http://schemas.openxmlformats.org/drawingml/2006/main">
              <a:ext uri="{FF2B5EF4-FFF2-40B4-BE49-F238E27FC236}">
                <a16:creationId xmlns:a16="http://schemas.microsoft.com/office/drawing/2014/main" id="{641A3BE4-A310-49FC-B810-B737F8A6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7">
            <a:extLst xmlns:a="http://schemas.openxmlformats.org/drawingml/2006/main">
              <a:ext uri="{FF2B5EF4-FFF2-40B4-BE49-F238E27FC236}">
                <a16:creationId xmlns:a16="http://schemas.microsoft.com/office/drawing/2014/main" id="{B12B45E3-5A6A-4183-A6F4-29DE4D1A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8">
            <a:extLst xmlns:a="http://schemas.openxmlformats.org/drawingml/2006/main">
              <a:ext uri="{FF2B5EF4-FFF2-40B4-BE49-F238E27FC236}">
                <a16:creationId xmlns:a16="http://schemas.microsoft.com/office/drawing/2014/main" id="{60D39963-1D91-43DC-98DC-A81B4B90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9">
            <a:extLst xmlns:a="http://schemas.openxmlformats.org/drawingml/2006/main">
              <a:ext uri="{FF2B5EF4-FFF2-40B4-BE49-F238E27FC236}">
                <a16:creationId xmlns:a16="http://schemas.microsoft.com/office/drawing/2014/main" id="{CB73875F-A85F-4D1C-99CD-17DA8A9B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帶上真問題</a:t>
            </a:r>
          </a:p>
        </p:txBody>
      </p:sp>
      <p:sp>
        <p:nvSpPr>
          <p:cNvPr id="10" name="text-50">
            <a:extLst xmlns:a="http://schemas.openxmlformats.org/drawingml/2006/main">
              <a:ext uri="{FF2B5EF4-FFF2-40B4-BE49-F238E27FC236}">
                <a16:creationId xmlns:a16="http://schemas.microsoft.com/office/drawing/2014/main" id="{AB632975-157C-4081-9B4D-F6999AC6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從課堂、研究或生活中的一個痛點出發</a:t>
            </a:r>
          </a:p>
        </p:txBody>
      </p:sp>
      <p:sp>
        <p:nvSpPr>
          <p:cNvPr id="11" name="text-51">
            <a:extLst xmlns:a="http://schemas.openxmlformats.org/drawingml/2006/main">
              <a:ext uri="{FF2B5EF4-FFF2-40B4-BE49-F238E27FC236}">
                <a16:creationId xmlns:a16="http://schemas.microsoft.com/office/drawing/2014/main" id="{64E8B716-E77D-4609-B53D-8EB10459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2">
            <a:extLst xmlns:a="http://schemas.openxmlformats.org/drawingml/2006/main">
              <a:ext uri="{FF2B5EF4-FFF2-40B4-BE49-F238E27FC236}">
                <a16:creationId xmlns:a16="http://schemas.microsoft.com/office/drawing/2014/main" id="{58EACC89-741B-4FC7-B6B2-CED02E00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53">
            <a:extLst xmlns:a="http://schemas.openxmlformats.org/drawingml/2006/main">
              <a:ext uri="{FF2B5EF4-FFF2-40B4-BE49-F238E27FC236}">
                <a16:creationId xmlns:a16="http://schemas.microsoft.com/office/drawing/2014/main" id="{AD69E7DC-0344-421C-8DCC-696F6CF0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4">
            <a:extLst xmlns:a="http://schemas.openxmlformats.org/drawingml/2006/main">
              <a:ext uri="{FF2B5EF4-FFF2-40B4-BE49-F238E27FC236}">
                <a16:creationId xmlns:a16="http://schemas.microsoft.com/office/drawing/2014/main" id="{EB34C864-3124-4E25-ABDB-98E7A715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5">
            <a:extLst xmlns:a="http://schemas.openxmlformats.org/drawingml/2006/main">
              <a:ext uri="{FF2B5EF4-FFF2-40B4-BE49-F238E27FC236}">
                <a16:creationId xmlns:a16="http://schemas.microsoft.com/office/drawing/2014/main" id="{0A20CF2A-C574-4959-85CD-CA75E68E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說清楚脈絡</a:t>
            </a:r>
          </a:p>
        </p:txBody>
      </p:sp>
      <p:sp>
        <p:nvSpPr>
          <p:cNvPr id="16" name="text-56">
            <a:extLst xmlns:a="http://schemas.openxmlformats.org/drawingml/2006/main">
              <a:ext uri="{FF2B5EF4-FFF2-40B4-BE49-F238E27FC236}">
                <a16:creationId xmlns:a16="http://schemas.microsoft.com/office/drawing/2014/main" id="{5015103D-AAE2-4DE9-9DD4-176FC814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交代對象、情境、限制與想完成的改變</a:t>
            </a:r>
          </a:p>
        </p:txBody>
      </p:sp>
      <p:sp>
        <p:nvSpPr>
          <p:cNvPr id="17" name="text-57">
            <a:extLst xmlns:a="http://schemas.openxmlformats.org/drawingml/2006/main">
              <a:ext uri="{FF2B5EF4-FFF2-40B4-BE49-F238E27FC236}">
                <a16:creationId xmlns:a16="http://schemas.microsoft.com/office/drawing/2014/main" id="{FA9EDC91-D170-491A-BD15-9E244429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8">
            <a:extLst xmlns:a="http://schemas.openxmlformats.org/drawingml/2006/main">
              <a:ext uri="{FF2B5EF4-FFF2-40B4-BE49-F238E27FC236}">
                <a16:creationId xmlns:a16="http://schemas.microsoft.com/office/drawing/2014/main" id="{69341A9A-2456-4017-B342-7D91ABC3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59">
            <a:extLst xmlns:a="http://schemas.openxmlformats.org/drawingml/2006/main">
              <a:ext uri="{FF2B5EF4-FFF2-40B4-BE49-F238E27FC236}">
                <a16:creationId xmlns:a16="http://schemas.microsoft.com/office/drawing/2014/main" id="{2632898F-7EB0-4C44-A5F7-C04EABA3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0">
            <a:extLst xmlns:a="http://schemas.openxmlformats.org/drawingml/2006/main">
              <a:ext uri="{FF2B5EF4-FFF2-40B4-BE49-F238E27FC236}">
                <a16:creationId xmlns:a16="http://schemas.microsoft.com/office/drawing/2014/main" id="{884D32CF-6A9B-4D0F-BBD2-CD11D1EF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1">
            <a:extLst xmlns:a="http://schemas.openxmlformats.org/drawingml/2006/main">
              <a:ext uri="{FF2B5EF4-FFF2-40B4-BE49-F238E27FC236}">
                <a16:creationId xmlns:a16="http://schemas.microsoft.com/office/drawing/2014/main" id="{D014EDF7-E9D3-4AAE-AC1C-EFA5FC57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執行</a:t>
            </a:r>
          </a:p>
        </p:txBody>
      </p:sp>
      <p:sp>
        <p:nvSpPr>
          <p:cNvPr id="22" name="text-62">
            <a:extLst xmlns:a="http://schemas.openxmlformats.org/drawingml/2006/main">
              <a:ext uri="{FF2B5EF4-FFF2-40B4-BE49-F238E27FC236}">
                <a16:creationId xmlns:a16="http://schemas.microsoft.com/office/drawing/2014/main" id="{A02E4B29-13DB-420F-AB3C-C88D10A2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把想法轉成程式、流程、介面與可操作作品</a:t>
            </a:r>
          </a:p>
        </p:txBody>
      </p:sp>
      <p:sp>
        <p:nvSpPr>
          <p:cNvPr id="23" name="text-63">
            <a:extLst xmlns:a="http://schemas.openxmlformats.org/drawingml/2006/main">
              <a:ext uri="{FF2B5EF4-FFF2-40B4-BE49-F238E27FC236}">
                <a16:creationId xmlns:a16="http://schemas.microsoft.com/office/drawing/2014/main" id="{6E9A55AD-B252-4446-AD97-25C7A6A0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4">
            <a:extLst xmlns:a="http://schemas.openxmlformats.org/drawingml/2006/main">
              <a:ext uri="{FF2B5EF4-FFF2-40B4-BE49-F238E27FC236}">
                <a16:creationId xmlns:a16="http://schemas.microsoft.com/office/drawing/2014/main" id="{07D0C11E-F132-42D3-9C84-329AF218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65">
            <a:extLst xmlns:a="http://schemas.openxmlformats.org/drawingml/2006/main">
              <a:ext uri="{FF2B5EF4-FFF2-40B4-BE49-F238E27FC236}">
                <a16:creationId xmlns:a16="http://schemas.microsoft.com/office/drawing/2014/main" id="{A2969826-C242-4CBD-9F86-A14A8375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6">
            <a:extLst xmlns:a="http://schemas.openxmlformats.org/drawingml/2006/main">
              <a:ext uri="{FF2B5EF4-FFF2-40B4-BE49-F238E27FC236}">
                <a16:creationId xmlns:a16="http://schemas.microsoft.com/office/drawing/2014/main" id="{5E0123DA-0035-4653-B2AF-70E55751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7">
            <a:extLst xmlns:a="http://schemas.openxmlformats.org/drawingml/2006/main">
              <a:ext uri="{FF2B5EF4-FFF2-40B4-BE49-F238E27FC236}">
                <a16:creationId xmlns:a16="http://schemas.microsoft.com/office/drawing/2014/main" id="{627A21FC-E12B-45E5-B4F9-ED3607F8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人來驗證</a:t>
            </a:r>
          </a:p>
        </p:txBody>
      </p:sp>
      <p:sp>
        <p:nvSpPr>
          <p:cNvPr id="28" name="text-68">
            <a:extLst xmlns:a="http://schemas.openxmlformats.org/drawingml/2006/main">
              <a:ext uri="{FF2B5EF4-FFF2-40B4-BE49-F238E27FC236}">
                <a16:creationId xmlns:a16="http://schemas.microsoft.com/office/drawing/2014/main" id="{1E85D523-D484-456F-8BD0-8F7970D6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檢查內容、證據、權限、倫理與實際使用感受</a:t>
            </a:r>
          </a:p>
        </p:txBody>
      </p:sp>
      <p:sp>
        <p:nvSpPr>
          <p:cNvPr id="29" name="text-69">
            <a:extLst xmlns:a="http://schemas.openxmlformats.org/drawingml/2006/main">
              <a:ext uri="{FF2B5EF4-FFF2-40B4-BE49-F238E27FC236}">
                <a16:creationId xmlns:a16="http://schemas.microsoft.com/office/drawing/2014/main" id="{B2445F7D-6E10-414A-8D05-E80724C4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70">
            <a:extLst xmlns:a="http://schemas.openxmlformats.org/drawingml/2006/main">
              <a:ext uri="{FF2B5EF4-FFF2-40B4-BE49-F238E27FC236}">
                <a16:creationId xmlns:a16="http://schemas.microsoft.com/office/drawing/2014/main" id="{79B21C02-D336-4AF8-9ADB-98739394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71">
            <a:extLst xmlns:a="http://schemas.openxmlformats.org/drawingml/2006/main">
              <a:ext uri="{FF2B5EF4-FFF2-40B4-BE49-F238E27FC236}">
                <a16:creationId xmlns:a16="http://schemas.microsoft.com/office/drawing/2014/main" id="{71AA0594-E40E-457F-B769-9D05DFA0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2">
            <a:extLst xmlns:a="http://schemas.openxmlformats.org/drawingml/2006/main">
              <a:ext uri="{FF2B5EF4-FFF2-40B4-BE49-F238E27FC236}">
                <a16:creationId xmlns:a16="http://schemas.microsoft.com/office/drawing/2014/main" id="{BC2302B6-2372-4F0D-92FA-80A7236D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73">
            <a:extLst xmlns:a="http://schemas.openxmlformats.org/drawingml/2006/main">
              <a:ext uri="{FF2B5EF4-FFF2-40B4-BE49-F238E27FC236}">
                <a16:creationId xmlns:a16="http://schemas.microsoft.com/office/drawing/2014/main" id="{1AEDA16E-E2F9-4B3D-A2E5-BF2F6BF7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把成果帶回生活</a:t>
            </a:r>
          </a:p>
        </p:txBody>
      </p:sp>
      <p:sp>
        <p:nvSpPr>
          <p:cNvPr id="34" name="text-74">
            <a:extLst xmlns:a="http://schemas.openxmlformats.org/drawingml/2006/main">
              <a:ext uri="{FF2B5EF4-FFF2-40B4-BE49-F238E27FC236}">
                <a16:creationId xmlns:a16="http://schemas.microsoft.com/office/drawing/2014/main" id="{F2F4CD51-A87A-4D75-A3D7-4E90E24A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讓省下的時間回到教學、研究、關係與志向</a:t>
            </a:r>
          </a:p>
        </p:txBody>
      </p:sp>
      <p:sp>
        <p:nvSpPr>
          <p:cNvPr id="35" name="text-75">
            <a:extLst xmlns:a="http://schemas.openxmlformats.org/drawingml/2006/main">
              <a:ext uri="{FF2B5EF4-FFF2-40B4-BE49-F238E27FC236}">
                <a16:creationId xmlns:a16="http://schemas.microsoft.com/office/drawing/2014/main" id="{35D565F5-AFD8-4E1F-9FD9-B88A8DB6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0793875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76">
            <a:extLst xmlns:a="http://schemas.openxmlformats.org/drawingml/2006/main">
              <a:ext uri="{FF2B5EF4-FFF2-40B4-BE49-F238E27FC236}">
                <a16:creationId xmlns:a16="http://schemas.microsoft.com/office/drawing/2014/main" id="{AF503226-741F-4C7C-A4A9-D34E54E7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4C8BA3-C07F-41A8-AC4E-8A7B4449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44" name="shape-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8">
            <a:extLst xmlns:a="http://schemas.openxmlformats.org/drawingml/2006/main">
              <a:ext uri="{FF2B5EF4-FFF2-40B4-BE49-F238E27FC236}">
                <a16:creationId xmlns:a16="http://schemas.microsoft.com/office/drawing/2014/main" id="{64DC71CC-394F-4B83-B47A-05A1EC5E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58B3F1-E7C7-48EB-AF04-DE6C4CFE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79">
            <a:extLst xmlns:a="http://schemas.openxmlformats.org/drawingml/2006/main">
              <a:ext uri="{FF2B5EF4-FFF2-40B4-BE49-F238E27FC236}">
                <a16:creationId xmlns:a16="http://schemas.microsoft.com/office/drawing/2014/main" id="{943CA5CD-4D72-43FF-AEF5-9C324DDC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0">
            <a:extLst xmlns:a="http://schemas.openxmlformats.org/drawingml/2006/main">
              <a:ext uri="{FF2B5EF4-FFF2-40B4-BE49-F238E27FC236}">
                <a16:creationId xmlns:a16="http://schemas.microsoft.com/office/drawing/2014/main" id="{CD776633-C1AC-45B7-8931-6C8FFA89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1">
            <a:extLst xmlns:a="http://schemas.openxmlformats.org/drawingml/2006/main">
              <a:ext uri="{FF2B5EF4-FFF2-40B4-BE49-F238E27FC236}">
                <a16:creationId xmlns:a16="http://schemas.microsoft.com/office/drawing/2014/main" id="{36D334DB-37FA-42CA-970F-09B9FFE4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2">
            <a:extLst xmlns:a="http://schemas.openxmlformats.org/drawingml/2006/main">
              <a:ext uri="{FF2B5EF4-FFF2-40B4-BE49-F238E27FC236}">
                <a16:creationId xmlns:a16="http://schemas.microsoft.com/office/drawing/2014/main" id="{0F14E649-F4F6-4689-AA15-81EBFFE4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先說清楚</a:t>
            </a:r>
          </a:p>
        </p:txBody>
      </p:sp>
      <p:sp>
        <p:nvSpPr>
          <p:cNvPr id="10" name="text-83">
            <a:extLst xmlns:a="http://schemas.openxmlformats.org/drawingml/2006/main">
              <a:ext uri="{FF2B5EF4-FFF2-40B4-BE49-F238E27FC236}">
                <a16:creationId xmlns:a16="http://schemas.microsoft.com/office/drawing/2014/main" id="{1EAC3F0D-16E8-4451-89D4-550B5B29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Typeless 把口語想法整理成可用文字</a:t>
            </a:r>
          </a:p>
        </p:txBody>
      </p:sp>
      <p:sp>
        <p:nvSpPr>
          <p:cNvPr id="11" name="text-84">
            <a:extLst xmlns:a="http://schemas.openxmlformats.org/drawingml/2006/main">
              <a:ext uri="{FF2B5EF4-FFF2-40B4-BE49-F238E27FC236}">
                <a16:creationId xmlns:a16="http://schemas.microsoft.com/office/drawing/2014/main" id="{D5F0AB29-0A59-477D-8BFF-E0B690F4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5">
            <a:extLst xmlns:a="http://schemas.openxmlformats.org/drawingml/2006/main">
              <a:ext uri="{FF2B5EF4-FFF2-40B4-BE49-F238E27FC236}">
                <a16:creationId xmlns:a16="http://schemas.microsoft.com/office/drawing/2014/main" id="{1C2B9AF2-5C42-4A5C-ADB3-B51910D7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6">
            <a:extLst xmlns:a="http://schemas.openxmlformats.org/drawingml/2006/main">
              <a:ext uri="{FF2B5EF4-FFF2-40B4-BE49-F238E27FC236}">
                <a16:creationId xmlns:a16="http://schemas.microsoft.com/office/drawing/2014/main" id="{44E11B07-40E6-4CDA-B067-B539BE76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7">
            <a:extLst xmlns:a="http://schemas.openxmlformats.org/drawingml/2006/main">
              <a:ext uri="{FF2B5EF4-FFF2-40B4-BE49-F238E27FC236}">
                <a16:creationId xmlns:a16="http://schemas.microsoft.com/office/drawing/2014/main" id="{719CF752-53C8-411E-9923-01650594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8">
            <a:extLst xmlns:a="http://schemas.openxmlformats.org/drawingml/2006/main">
              <a:ext uri="{FF2B5EF4-FFF2-40B4-BE49-F238E27FC236}">
                <a16:creationId xmlns:a16="http://schemas.microsoft.com/office/drawing/2014/main" id="{DC2A8622-D1FE-45DE-AED8-B09E1C14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6" name="text-89">
            <a:extLst xmlns:a="http://schemas.openxmlformats.org/drawingml/2006/main">
              <a:ext uri="{FF2B5EF4-FFF2-40B4-BE49-F238E27FC236}">
                <a16:creationId xmlns:a16="http://schemas.microsoft.com/office/drawing/2014/main" id="{BB54B8EF-BDAE-4901-B7DE-4E85DD73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7" name="text-90">
            <a:extLst xmlns:a="http://schemas.openxmlformats.org/drawingml/2006/main">
              <a:ext uri="{FF2B5EF4-FFF2-40B4-BE49-F238E27FC236}">
                <a16:creationId xmlns:a16="http://schemas.microsoft.com/office/drawing/2014/main" id="{BDBC474A-9A51-4982-9B92-89E055E0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1">
            <a:extLst xmlns:a="http://schemas.openxmlformats.org/drawingml/2006/main">
              <a:ext uri="{FF2B5EF4-FFF2-40B4-BE49-F238E27FC236}">
                <a16:creationId xmlns:a16="http://schemas.microsoft.com/office/drawing/2014/main" id="{31381332-6D0E-4D15-889F-D2EC1E99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92">
            <a:extLst xmlns:a="http://schemas.openxmlformats.org/drawingml/2006/main">
              <a:ext uri="{FF2B5EF4-FFF2-40B4-BE49-F238E27FC236}">
                <a16:creationId xmlns:a16="http://schemas.microsoft.com/office/drawing/2014/main" id="{ADF410AB-E912-49BA-9130-015A0060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3">
            <a:extLst xmlns:a="http://schemas.openxmlformats.org/drawingml/2006/main">
              <a:ext uri="{FF2B5EF4-FFF2-40B4-BE49-F238E27FC236}">
                <a16:creationId xmlns:a16="http://schemas.microsoft.com/office/drawing/2014/main" id="{A0714CE0-E47F-4306-8B38-2AF62CBF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4">
            <a:extLst xmlns:a="http://schemas.openxmlformats.org/drawingml/2006/main">
              <a:ext uri="{FF2B5EF4-FFF2-40B4-BE49-F238E27FC236}">
                <a16:creationId xmlns:a16="http://schemas.microsoft.com/office/drawing/2014/main" id="{C983F5A9-D8F8-4249-98B1-6B460880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22" name="text-95">
            <a:extLst xmlns:a="http://schemas.openxmlformats.org/drawingml/2006/main">
              <a:ext uri="{FF2B5EF4-FFF2-40B4-BE49-F238E27FC236}">
                <a16:creationId xmlns:a16="http://schemas.microsoft.com/office/drawing/2014/main" id="{D6808963-932D-440B-BFBD-62EA6E64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23" name="text-96">
            <a:extLst xmlns:a="http://schemas.openxmlformats.org/drawingml/2006/main">
              <a:ext uri="{FF2B5EF4-FFF2-40B4-BE49-F238E27FC236}">
                <a16:creationId xmlns:a16="http://schemas.microsoft.com/office/drawing/2014/main" id="{5181B750-14D1-46AA-BBAB-EE7046D4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7">
            <a:extLst xmlns:a="http://schemas.openxmlformats.org/drawingml/2006/main">
              <a:ext uri="{FF2B5EF4-FFF2-40B4-BE49-F238E27FC236}">
                <a16:creationId xmlns:a16="http://schemas.microsoft.com/office/drawing/2014/main" id="{704577CA-DDD2-47AD-A74B-0569C0A4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98">
            <a:extLst xmlns:a="http://schemas.openxmlformats.org/drawingml/2006/main">
              <a:ext uri="{FF2B5EF4-FFF2-40B4-BE49-F238E27FC236}">
                <a16:creationId xmlns:a16="http://schemas.microsoft.com/office/drawing/2014/main" id="{F32C84E3-3B2C-41FF-90EE-CD0D8331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9">
            <a:extLst xmlns:a="http://schemas.openxmlformats.org/drawingml/2006/main">
              <a:ext uri="{FF2B5EF4-FFF2-40B4-BE49-F238E27FC236}">
                <a16:creationId xmlns:a16="http://schemas.microsoft.com/office/drawing/2014/main" id="{B84C4B92-FA59-468C-A9DD-4BD3E447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0">
            <a:extLst xmlns:a="http://schemas.openxmlformats.org/drawingml/2006/main">
              <a:ext uri="{FF2B5EF4-FFF2-40B4-BE49-F238E27FC236}">
                <a16:creationId xmlns:a16="http://schemas.microsoft.com/office/drawing/2014/main" id="{7A9A04B2-25F0-4CA7-8402-0C3E4AB6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8" name="text-101">
            <a:extLst xmlns:a="http://schemas.openxmlformats.org/drawingml/2006/main">
              <a:ext uri="{FF2B5EF4-FFF2-40B4-BE49-F238E27FC236}">
                <a16:creationId xmlns:a16="http://schemas.microsoft.com/office/drawing/2014/main" id="{17B117E7-9698-437B-8167-C742FA24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9" name="text-102">
            <a:extLst xmlns:a="http://schemas.openxmlformats.org/drawingml/2006/main">
              <a:ext uri="{FF2B5EF4-FFF2-40B4-BE49-F238E27FC236}">
                <a16:creationId xmlns:a16="http://schemas.microsoft.com/office/drawing/2014/main" id="{AB6CA3F5-B5C0-4FB4-8B25-342AE370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03">
            <a:extLst xmlns:a="http://schemas.openxmlformats.org/drawingml/2006/main">
              <a:ext uri="{FF2B5EF4-FFF2-40B4-BE49-F238E27FC236}">
                <a16:creationId xmlns:a16="http://schemas.microsoft.com/office/drawing/2014/main" id="{5D8FE8E7-D7C3-4E36-9DE0-72FC7773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104">
            <a:extLst xmlns:a="http://schemas.openxmlformats.org/drawingml/2006/main">
              <a:ext uri="{FF2B5EF4-FFF2-40B4-BE49-F238E27FC236}">
                <a16:creationId xmlns:a16="http://schemas.microsoft.com/office/drawing/2014/main" id="{B2F53DDE-5344-49AF-94BF-A38D22FA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5">
            <a:extLst xmlns:a="http://schemas.openxmlformats.org/drawingml/2006/main">
              <a:ext uri="{FF2B5EF4-FFF2-40B4-BE49-F238E27FC236}">
                <a16:creationId xmlns:a16="http://schemas.microsoft.com/office/drawing/2014/main" id="{C6560EF8-9D67-4BA4-8AAF-61DA1AEF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06">
            <a:extLst xmlns:a="http://schemas.openxmlformats.org/drawingml/2006/main">
              <a:ext uri="{FF2B5EF4-FFF2-40B4-BE49-F238E27FC236}">
                <a16:creationId xmlns:a16="http://schemas.microsoft.com/office/drawing/2014/main" id="{2E5E23CF-BA01-4B7D-AF84-F64E9AB5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34" name="text-107">
            <a:extLst xmlns:a="http://schemas.openxmlformats.org/drawingml/2006/main">
              <a:ext uri="{FF2B5EF4-FFF2-40B4-BE49-F238E27FC236}">
                <a16:creationId xmlns:a16="http://schemas.microsoft.com/office/drawing/2014/main" id="{2BFCBC2C-48E6-4D58-8BE4-5A848803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35" name="text-108">
            <a:extLst xmlns:a="http://schemas.openxmlformats.org/drawingml/2006/main">
              <a:ext uri="{FF2B5EF4-FFF2-40B4-BE49-F238E27FC236}">
                <a16:creationId xmlns:a16="http://schemas.microsoft.com/office/drawing/2014/main" id="{47C16934-82B3-4DC5-84B4-7E452091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821">
            <a:extLst xmlns:a="http://schemas.openxmlformats.org/drawingml/2006/main">
              <a:ext uri="{FF2B5EF4-FFF2-40B4-BE49-F238E27FC236}">
                <a16:creationId xmlns:a16="http://schemas.microsoft.com/office/drawing/2014/main" id="{FA3C2F9F-177F-4558-B679-4A4E65B7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581a4b63484875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03f6a3e1b8b4000"/>
              </a:rPr>
              <a:t>Gemini Notebook ↗</a:t>
            </a:r>
          </a:p>
        </p:txBody>
      </p:sp>
      <p:sp>
        <p:nvSpPr>
          <p:cNvPr id="37" name="shape-851">
            <a:extLst xmlns:a="http://schemas.openxmlformats.org/drawingml/2006/main">
              <a:ext uri="{FF2B5EF4-FFF2-40B4-BE49-F238E27FC236}">
                <a16:creationId xmlns:a16="http://schemas.microsoft.com/office/drawing/2014/main" id="{402025B3-7DFF-44F7-B507-9B6B4004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5c0733e23e466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852">
            <a:extLst xmlns:a="http://schemas.openxmlformats.org/drawingml/2006/main">
              <a:ext uri="{FF2B5EF4-FFF2-40B4-BE49-F238E27FC236}">
                <a16:creationId xmlns:a16="http://schemas.microsoft.com/office/drawing/2014/main" id="{7455D375-D889-46A5-9C82-D925266D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b2c62a476407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853">
            <a:extLst xmlns:a="http://schemas.openxmlformats.org/drawingml/2006/main">
              <a:ext uri="{FF2B5EF4-FFF2-40B4-BE49-F238E27FC236}">
                <a16:creationId xmlns:a16="http://schemas.microsoft.com/office/drawing/2014/main" id="{491E1077-BFC1-4C43-B057-328296B0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3498781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109">
            <a:extLst xmlns:a="http://schemas.openxmlformats.org/drawingml/2006/main">
              <a:ext uri="{FF2B5EF4-FFF2-40B4-BE49-F238E27FC236}">
                <a16:creationId xmlns:a16="http://schemas.microsoft.com/office/drawing/2014/main" id="{DDE501D1-A1F7-4DAF-9FC3-7B194DA9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7C0CC9-4866-4B37-BAB6-CB3B1FBE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7" name="shape-1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1">
            <a:extLst xmlns:a="http://schemas.openxmlformats.org/drawingml/2006/main">
              <a:ext uri="{FF2B5EF4-FFF2-40B4-BE49-F238E27FC236}">
                <a16:creationId xmlns:a16="http://schemas.microsoft.com/office/drawing/2014/main" id="{AB45A1B0-DDF0-4669-8208-339259E6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EB6C05-8962-43B3-812B-09B9D36D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12">
            <a:extLst xmlns:a="http://schemas.openxmlformats.org/drawingml/2006/main">
              <a:ext uri="{FF2B5EF4-FFF2-40B4-BE49-F238E27FC236}">
                <a16:creationId xmlns:a16="http://schemas.microsoft.com/office/drawing/2014/main" id="{9EE5B01D-5D8F-4CE9-A8A4-90AF50C9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3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13">
            <a:extLst xmlns:a="http://schemas.openxmlformats.org/drawingml/2006/main">
              <a:ext uri="{FF2B5EF4-FFF2-40B4-BE49-F238E27FC236}">
                <a16:creationId xmlns:a16="http://schemas.microsoft.com/office/drawing/2014/main" id="{84D3B929-7332-42B9-94F4-98EB90CE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4">
            <a:extLst xmlns:a="http://schemas.openxmlformats.org/drawingml/2006/main">
              <a:ext uri="{FF2B5EF4-FFF2-40B4-BE49-F238E27FC236}">
                <a16:creationId xmlns:a16="http://schemas.microsoft.com/office/drawing/2014/main" id="{3D44954E-0312-410E-8CD1-75D5848E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00–10</a:t>
            </a:r>
          </a:p>
        </p:txBody>
      </p:sp>
      <p:sp>
        <p:nvSpPr>
          <p:cNvPr id="9" name="text-115">
            <a:extLst xmlns:a="http://schemas.openxmlformats.org/drawingml/2006/main">
              <a:ext uri="{FF2B5EF4-FFF2-40B4-BE49-F238E27FC236}">
                <a16:creationId xmlns:a16="http://schemas.microsoft.com/office/drawing/2014/main" id="{814E34A4-6F15-4979-81AB-530296A3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116">
            <a:extLst xmlns:a="http://schemas.openxmlformats.org/drawingml/2006/main">
              <a:ext uri="{FF2B5EF4-FFF2-40B4-BE49-F238E27FC236}">
                <a16:creationId xmlns:a16="http://schemas.microsoft.com/office/drawing/2014/main" id="{D4D8424D-A2DF-40D1-9792-055B52E8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117">
            <a:extLst xmlns:a="http://schemas.openxmlformats.org/drawingml/2006/main">
              <a:ext uri="{FF2B5EF4-FFF2-40B4-BE49-F238E27FC236}">
                <a16:creationId xmlns:a16="http://schemas.microsoft.com/office/drawing/2014/main" id="{88775F83-CDF8-4641-AF2C-9078574C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18">
            <a:extLst xmlns:a="http://schemas.openxmlformats.org/drawingml/2006/main">
              <a:ext uri="{FF2B5EF4-FFF2-40B4-BE49-F238E27FC236}">
                <a16:creationId xmlns:a16="http://schemas.microsoft.com/office/drawing/2014/main" id="{D873FDA8-4350-4D6F-9C29-0A99CD47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10–25</a:t>
            </a:r>
          </a:p>
        </p:txBody>
      </p:sp>
      <p:sp>
        <p:nvSpPr>
          <p:cNvPr id="13" name="text-119">
            <a:extLst xmlns:a="http://schemas.openxmlformats.org/drawingml/2006/main">
              <a:ext uri="{FF2B5EF4-FFF2-40B4-BE49-F238E27FC236}">
                <a16:creationId xmlns:a16="http://schemas.microsoft.com/office/drawing/2014/main" id="{0B5A695A-DCE1-464A-96AA-8996E150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sp>
        <p:nvSpPr>
          <p:cNvPr id="14" name="text-120">
            <a:extLst xmlns:a="http://schemas.openxmlformats.org/drawingml/2006/main">
              <a:ext uri="{FF2B5EF4-FFF2-40B4-BE49-F238E27FC236}">
                <a16:creationId xmlns:a16="http://schemas.microsoft.com/office/drawing/2014/main" id="{48745EB9-C391-488B-A482-2BE2A46D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語音輸入與整理</a:t>
            </a:r>
          </a:p>
        </p:txBody>
      </p:sp>
      <p:sp>
        <p:nvSpPr>
          <p:cNvPr id="15" name="shape-121">
            <a:extLst xmlns:a="http://schemas.openxmlformats.org/drawingml/2006/main">
              <a:ext uri="{FF2B5EF4-FFF2-40B4-BE49-F238E27FC236}">
                <a16:creationId xmlns:a16="http://schemas.microsoft.com/office/drawing/2014/main" id="{CFE491F0-001C-4AC3-88B0-72303EC8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22">
            <a:extLst xmlns:a="http://schemas.openxmlformats.org/drawingml/2006/main">
              <a:ext uri="{FF2B5EF4-FFF2-40B4-BE49-F238E27FC236}">
                <a16:creationId xmlns:a16="http://schemas.microsoft.com/office/drawing/2014/main" id="{FA7F7FE0-0C94-43CE-B3FD-17C05174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25–65</a:t>
            </a:r>
          </a:p>
        </p:txBody>
      </p:sp>
      <p:sp>
        <p:nvSpPr>
          <p:cNvPr id="17" name="text-123">
            <a:extLst xmlns:a="http://schemas.openxmlformats.org/drawingml/2006/main">
              <a:ext uri="{FF2B5EF4-FFF2-40B4-BE49-F238E27FC236}">
                <a16:creationId xmlns:a16="http://schemas.microsoft.com/office/drawing/2014/main" id="{97467706-31C2-4D62-BE02-01F8A5D0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8" name="text-124">
            <a:extLst xmlns:a="http://schemas.openxmlformats.org/drawingml/2006/main">
              <a:ext uri="{FF2B5EF4-FFF2-40B4-BE49-F238E27FC236}">
                <a16:creationId xmlns:a16="http://schemas.microsoft.com/office/drawing/2014/main" id="{3C655D2F-646A-49B7-BB99-7A1FC28D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9" name="shape-125">
            <a:extLst xmlns:a="http://schemas.openxmlformats.org/drawingml/2006/main">
              <a:ext uri="{FF2B5EF4-FFF2-40B4-BE49-F238E27FC236}">
                <a16:creationId xmlns:a16="http://schemas.microsoft.com/office/drawing/2014/main" id="{758998EB-5635-45A3-8910-85DE9939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6">
            <a:extLst xmlns:a="http://schemas.openxmlformats.org/drawingml/2006/main">
              <a:ext uri="{FF2B5EF4-FFF2-40B4-BE49-F238E27FC236}">
                <a16:creationId xmlns:a16="http://schemas.microsoft.com/office/drawing/2014/main" id="{787ED6F8-4491-4084-AD49-CA2376B8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65–90</a:t>
            </a:r>
          </a:p>
        </p:txBody>
      </p:sp>
      <p:sp>
        <p:nvSpPr>
          <p:cNvPr id="21" name="text-127">
            <a:extLst xmlns:a="http://schemas.openxmlformats.org/drawingml/2006/main">
              <a:ext uri="{FF2B5EF4-FFF2-40B4-BE49-F238E27FC236}">
                <a16:creationId xmlns:a16="http://schemas.microsoft.com/office/drawing/2014/main" id="{AFDF4687-5396-4D06-AD67-5E9FBFD5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128">
            <a:extLst xmlns:a="http://schemas.openxmlformats.org/drawingml/2006/main">
              <a:ext uri="{FF2B5EF4-FFF2-40B4-BE49-F238E27FC236}">
                <a16:creationId xmlns:a16="http://schemas.microsoft.com/office/drawing/2014/main" id="{489CD59D-A276-4192-B0EF-2709AB60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23" name="shape-129">
            <a:extLst xmlns:a="http://schemas.openxmlformats.org/drawingml/2006/main">
              <a:ext uri="{FF2B5EF4-FFF2-40B4-BE49-F238E27FC236}">
                <a16:creationId xmlns:a16="http://schemas.microsoft.com/office/drawing/2014/main" id="{48A9F61B-B358-4632-8D09-93C0910B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30">
            <a:extLst xmlns:a="http://schemas.openxmlformats.org/drawingml/2006/main">
              <a:ext uri="{FF2B5EF4-FFF2-40B4-BE49-F238E27FC236}">
                <a16:creationId xmlns:a16="http://schemas.microsoft.com/office/drawing/2014/main" id="{9D09AB60-8D12-4327-B8F9-DB1799E7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90–100</a:t>
            </a:r>
          </a:p>
        </p:txBody>
      </p:sp>
      <p:sp>
        <p:nvSpPr>
          <p:cNvPr id="25" name="text-131">
            <a:extLst xmlns:a="http://schemas.openxmlformats.org/drawingml/2006/main">
              <a:ext uri="{FF2B5EF4-FFF2-40B4-BE49-F238E27FC236}">
                <a16:creationId xmlns:a16="http://schemas.microsoft.com/office/drawing/2014/main" id="{A6E1615A-5B8F-47C8-A3C4-1603C8E1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132">
            <a:extLst xmlns:a="http://schemas.openxmlformats.org/drawingml/2006/main">
              <a:ext uri="{FF2B5EF4-FFF2-40B4-BE49-F238E27FC236}">
                <a16:creationId xmlns:a16="http://schemas.microsoft.com/office/drawing/2014/main" id="{AC057C54-47AD-400D-9D9C-4478395D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7" name="shape-133">
            <a:extLst xmlns:a="http://schemas.openxmlformats.org/drawingml/2006/main">
              <a:ext uri="{FF2B5EF4-FFF2-40B4-BE49-F238E27FC236}">
                <a16:creationId xmlns:a16="http://schemas.microsoft.com/office/drawing/2014/main" id="{D15BC23E-7981-4C10-8F8F-1A75EDA3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134">
            <a:extLst xmlns:a="http://schemas.openxmlformats.org/drawingml/2006/main">
              <a:ext uri="{FF2B5EF4-FFF2-40B4-BE49-F238E27FC236}">
                <a16:creationId xmlns:a16="http://schemas.microsoft.com/office/drawing/2014/main" id="{1ED523D3-BFBF-4203-82C4-1DA8CBEF4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100–140</a:t>
            </a:r>
          </a:p>
        </p:txBody>
      </p:sp>
      <p:sp>
        <p:nvSpPr>
          <p:cNvPr id="29" name="text-135">
            <a:extLst xmlns:a="http://schemas.openxmlformats.org/drawingml/2006/main">
              <a:ext uri="{FF2B5EF4-FFF2-40B4-BE49-F238E27FC236}">
                <a16:creationId xmlns:a16="http://schemas.microsoft.com/office/drawing/2014/main" id="{B03AACD9-658C-43D4-8390-0655A72A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30" name="text-136">
            <a:extLst xmlns:a="http://schemas.openxmlformats.org/drawingml/2006/main">
              <a:ext uri="{FF2B5EF4-FFF2-40B4-BE49-F238E27FC236}">
                <a16:creationId xmlns:a16="http://schemas.microsoft.com/office/drawing/2014/main" id="{825FD2C1-C202-42A9-9289-53F80A72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31" name="shape-137">
            <a:extLst xmlns:a="http://schemas.openxmlformats.org/drawingml/2006/main">
              <a:ext uri="{FF2B5EF4-FFF2-40B4-BE49-F238E27FC236}">
                <a16:creationId xmlns:a16="http://schemas.microsoft.com/office/drawing/2014/main" id="{3C378725-356E-47B3-90B4-D8EBC371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8">
            <a:extLst xmlns:a="http://schemas.openxmlformats.org/drawingml/2006/main">
              <a:ext uri="{FF2B5EF4-FFF2-40B4-BE49-F238E27FC236}">
                <a16:creationId xmlns:a16="http://schemas.microsoft.com/office/drawing/2014/main" id="{27ADB661-DA8A-4A80-A36D-6C48648D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140–180</a:t>
            </a:r>
          </a:p>
        </p:txBody>
      </p:sp>
      <p:sp>
        <p:nvSpPr>
          <p:cNvPr id="33" name="text-139">
            <a:extLst xmlns:a="http://schemas.openxmlformats.org/drawingml/2006/main">
              <a:ext uri="{FF2B5EF4-FFF2-40B4-BE49-F238E27FC236}">
                <a16:creationId xmlns:a16="http://schemas.microsoft.com/office/drawing/2014/main" id="{182112A6-E54C-4B65-9F1B-FE43312A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4" name="text-140">
            <a:extLst xmlns:a="http://schemas.openxmlformats.org/drawingml/2006/main">
              <a:ext uri="{FF2B5EF4-FFF2-40B4-BE49-F238E27FC236}">
                <a16:creationId xmlns:a16="http://schemas.microsoft.com/office/drawing/2014/main" id="{4756EBB2-72B7-4609-84B3-4C48E05C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6865908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41">
            <a:extLst xmlns:a="http://schemas.openxmlformats.org/drawingml/2006/main">
              <a:ext uri="{FF2B5EF4-FFF2-40B4-BE49-F238E27FC236}">
                <a16:creationId xmlns:a16="http://schemas.microsoft.com/office/drawing/2014/main" id="{19174128-4C6A-439D-82CB-1507F893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E001CD-E4A0-48E4-9588-1189E75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52898B8A-2343-4FB4-BD6D-EF9C5F6E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CE61A7-D178-4D85-B97A-E4DD4F30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shape-144">
            <a:extLst xmlns:a="http://schemas.openxmlformats.org/drawingml/2006/main">
              <a:ext uri="{FF2B5EF4-FFF2-40B4-BE49-F238E27FC236}">
                <a16:creationId xmlns:a16="http://schemas.microsoft.com/office/drawing/2014/main" id="{AEA3C6F8-98D1-4C50-A481-5C69F79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45">
            <a:extLst xmlns:a="http://schemas.openxmlformats.org/drawingml/2006/main">
              <a:ext uri="{FF2B5EF4-FFF2-40B4-BE49-F238E27FC236}">
                <a16:creationId xmlns:a16="http://schemas.microsoft.com/office/drawing/2014/main" id="{B699DD9D-5104-4DFA-B1D1-5B2D9218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1F9FCA14-ABD4-457D-85B7-73A2C83B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B69799C4-7B5A-4493-8273-85ED7FC9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148">
            <a:extLst xmlns:a="http://schemas.openxmlformats.org/drawingml/2006/main">
              <a:ext uri="{FF2B5EF4-FFF2-40B4-BE49-F238E27FC236}">
                <a16:creationId xmlns:a16="http://schemas.microsoft.com/office/drawing/2014/main" id="{6ECEEDDF-A0FA-4C42-AE44-3A1CD292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5E1945A0-EBCA-485D-849A-28760A11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0">
            <a:extLst xmlns:a="http://schemas.openxmlformats.org/drawingml/2006/main">
              <a:ext uri="{FF2B5EF4-FFF2-40B4-BE49-F238E27FC236}">
                <a16:creationId xmlns:a16="http://schemas.microsoft.com/office/drawing/2014/main" id="{6D66AE17-FD68-4144-97FB-7C6D59A7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151">
            <a:extLst xmlns:a="http://schemas.openxmlformats.org/drawingml/2006/main">
              <a:ext uri="{FF2B5EF4-FFF2-40B4-BE49-F238E27FC236}">
                <a16:creationId xmlns:a16="http://schemas.microsoft.com/office/drawing/2014/main" id="{280EA27C-8F54-48B0-ACDF-FA4EA676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152">
            <a:extLst xmlns:a="http://schemas.openxmlformats.org/drawingml/2006/main">
              <a:ext uri="{FF2B5EF4-FFF2-40B4-BE49-F238E27FC236}">
                <a16:creationId xmlns:a16="http://schemas.microsoft.com/office/drawing/2014/main" id="{5A694DDA-A5AF-4AA1-A837-AC72E48D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53">
            <a:extLst xmlns:a="http://schemas.openxmlformats.org/drawingml/2006/main">
              <a:ext uri="{FF2B5EF4-FFF2-40B4-BE49-F238E27FC236}">
                <a16:creationId xmlns:a16="http://schemas.microsoft.com/office/drawing/2014/main" id="{838EF1FC-07B9-4D6C-86A1-916BE357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4">
            <a:extLst xmlns:a="http://schemas.openxmlformats.org/drawingml/2006/main">
              <a:ext uri="{FF2B5EF4-FFF2-40B4-BE49-F238E27FC236}">
                <a16:creationId xmlns:a16="http://schemas.microsoft.com/office/drawing/2014/main" id="{C4329480-5E50-4270-ABCB-D7500D57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155">
            <a:extLst xmlns:a="http://schemas.openxmlformats.org/drawingml/2006/main">
              <a:ext uri="{FF2B5EF4-FFF2-40B4-BE49-F238E27FC236}">
                <a16:creationId xmlns:a16="http://schemas.microsoft.com/office/drawing/2014/main" id="{0A7D3E7F-828E-4B96-9C2B-45EF8035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156">
            <a:extLst xmlns:a="http://schemas.openxmlformats.org/drawingml/2006/main">
              <a:ext uri="{FF2B5EF4-FFF2-40B4-BE49-F238E27FC236}">
                <a16:creationId xmlns:a16="http://schemas.microsoft.com/office/drawing/2014/main" id="{E11482CD-CEBA-4258-BB2C-9763E327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57">
            <a:extLst xmlns:a="http://schemas.openxmlformats.org/drawingml/2006/main">
              <a:ext uri="{FF2B5EF4-FFF2-40B4-BE49-F238E27FC236}">
                <a16:creationId xmlns:a16="http://schemas.microsoft.com/office/drawing/2014/main" id="{F9EF40DC-DBB2-40C3-ADA5-65F21CEA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8">
            <a:extLst xmlns:a="http://schemas.openxmlformats.org/drawingml/2006/main">
              <a:ext uri="{FF2B5EF4-FFF2-40B4-BE49-F238E27FC236}">
                <a16:creationId xmlns:a16="http://schemas.microsoft.com/office/drawing/2014/main" id="{1709AA96-ED81-4C06-80B3-F6595988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159">
            <a:extLst xmlns:a="http://schemas.openxmlformats.org/drawingml/2006/main">
              <a:ext uri="{FF2B5EF4-FFF2-40B4-BE49-F238E27FC236}">
                <a16:creationId xmlns:a16="http://schemas.microsoft.com/office/drawing/2014/main" id="{7C7A89B4-7BBC-4F28-ADB3-FE90A172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6474109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60">
            <a:extLst xmlns:a="http://schemas.openxmlformats.org/drawingml/2006/main">
              <a:ext uri="{FF2B5EF4-FFF2-40B4-BE49-F238E27FC236}">
                <a16:creationId xmlns:a16="http://schemas.microsoft.com/office/drawing/2014/main" id="{C5F76D35-4412-498F-8042-35087F8D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7FC0FF-4875-43B6-AFCE-BC676099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1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2">
            <a:extLst xmlns:a="http://schemas.openxmlformats.org/drawingml/2006/main">
              <a:ext uri="{FF2B5EF4-FFF2-40B4-BE49-F238E27FC236}">
                <a16:creationId xmlns:a16="http://schemas.microsoft.com/office/drawing/2014/main" id="{509D3C32-157F-4202-9777-2F45585A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10FE01-DB64-4EC9-86A0-6D1A9FF7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63">
            <a:extLst xmlns:a="http://schemas.openxmlformats.org/drawingml/2006/main">
              <a:ext uri="{FF2B5EF4-FFF2-40B4-BE49-F238E27FC236}">
                <a16:creationId xmlns:a16="http://schemas.microsoft.com/office/drawing/2014/main" id="{E60FDE45-6C04-45F4-854A-22E68D29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64">
            <a:extLst xmlns:a="http://schemas.openxmlformats.org/drawingml/2006/main">
              <a:ext uri="{FF2B5EF4-FFF2-40B4-BE49-F238E27FC236}">
                <a16:creationId xmlns:a16="http://schemas.microsoft.com/office/drawing/2014/main" id="{9D686D5B-659A-44FE-AC4C-72C64324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65">
            <a:extLst xmlns:a="http://schemas.openxmlformats.org/drawingml/2006/main">
              <a:ext uri="{FF2B5EF4-FFF2-40B4-BE49-F238E27FC236}">
                <a16:creationId xmlns:a16="http://schemas.microsoft.com/office/drawing/2014/main" id="{EBAB8D9A-903F-4D71-B4A7-8A0334B5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166">
            <a:extLst xmlns:a="http://schemas.openxmlformats.org/drawingml/2006/main">
              <a:ext uri="{FF2B5EF4-FFF2-40B4-BE49-F238E27FC236}">
                <a16:creationId xmlns:a16="http://schemas.microsoft.com/office/drawing/2014/main" id="{1B19D377-E1E9-413A-ADF7-27C63CA1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167">
            <a:extLst xmlns:a="http://schemas.openxmlformats.org/drawingml/2006/main">
              <a:ext uri="{FF2B5EF4-FFF2-40B4-BE49-F238E27FC236}">
                <a16:creationId xmlns:a16="http://schemas.microsoft.com/office/drawing/2014/main" id="{9433351D-AAEA-41A4-BD12-2E6C577F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168">
            <a:extLst xmlns:a="http://schemas.openxmlformats.org/drawingml/2006/main">
              <a:ext uri="{FF2B5EF4-FFF2-40B4-BE49-F238E27FC236}">
                <a16:creationId xmlns:a16="http://schemas.microsoft.com/office/drawing/2014/main" id="{504D76B9-3155-4E14-B436-EB8F5C73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169">
            <a:extLst xmlns:a="http://schemas.openxmlformats.org/drawingml/2006/main">
              <a:ext uri="{FF2B5EF4-FFF2-40B4-BE49-F238E27FC236}">
                <a16:creationId xmlns:a16="http://schemas.microsoft.com/office/drawing/2014/main" id="{2842D609-1996-41B2-8735-1FB8F6E1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170">
            <a:extLst xmlns:a="http://schemas.openxmlformats.org/drawingml/2006/main">
              <a:ext uri="{FF2B5EF4-FFF2-40B4-BE49-F238E27FC236}">
                <a16:creationId xmlns:a16="http://schemas.microsoft.com/office/drawing/2014/main" id="{95F75931-3BE7-4F4B-99DB-E3E8B5FB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171">
            <a:extLst xmlns:a="http://schemas.openxmlformats.org/drawingml/2006/main">
              <a:ext uri="{FF2B5EF4-FFF2-40B4-BE49-F238E27FC236}">
                <a16:creationId xmlns:a16="http://schemas.microsoft.com/office/drawing/2014/main" id="{54DA5B90-8034-4F17-8A27-81CD6486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172">
            <a:extLst xmlns:a="http://schemas.openxmlformats.org/drawingml/2006/main">
              <a:ext uri="{FF2B5EF4-FFF2-40B4-BE49-F238E27FC236}">
                <a16:creationId xmlns:a16="http://schemas.microsoft.com/office/drawing/2014/main" id="{02C10E17-07B5-4868-BA32-4FA17F4F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5000306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73">
            <a:extLst xmlns:a="http://schemas.openxmlformats.org/drawingml/2006/main">
              <a:ext uri="{FF2B5EF4-FFF2-40B4-BE49-F238E27FC236}">
                <a16:creationId xmlns:a16="http://schemas.microsoft.com/office/drawing/2014/main" id="{682A5624-9AAB-4BA0-99A4-D8EDB021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77D9B1-39DD-4946-A22D-1C95BF64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1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75">
            <a:extLst xmlns:a="http://schemas.openxmlformats.org/drawingml/2006/main">
              <a:ext uri="{FF2B5EF4-FFF2-40B4-BE49-F238E27FC236}">
                <a16:creationId xmlns:a16="http://schemas.microsoft.com/office/drawing/2014/main" id="{0E6B9AAB-9DB7-437D-9366-A5991C3D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A2C754-A672-431E-BCB4-2BBDF491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76">
            <a:extLst xmlns:a="http://schemas.openxmlformats.org/drawingml/2006/main">
              <a:ext uri="{FF2B5EF4-FFF2-40B4-BE49-F238E27FC236}">
                <a16:creationId xmlns:a16="http://schemas.microsoft.com/office/drawing/2014/main" id="{D4994A82-D8CB-44D3-82AD-F2278B97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77">
            <a:extLst xmlns:a="http://schemas.openxmlformats.org/drawingml/2006/main">
              <a:ext uri="{FF2B5EF4-FFF2-40B4-BE49-F238E27FC236}">
                <a16:creationId xmlns:a16="http://schemas.microsoft.com/office/drawing/2014/main" id="{D46F5188-CF9C-451D-85A8-23407876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78">
            <a:extLst xmlns:a="http://schemas.openxmlformats.org/drawingml/2006/main">
              <a:ext uri="{FF2B5EF4-FFF2-40B4-BE49-F238E27FC236}">
                <a16:creationId xmlns:a16="http://schemas.microsoft.com/office/drawing/2014/main" id="{322977A3-CD6F-4E1B-AB72-BF05F2F6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179">
            <a:extLst xmlns:a="http://schemas.openxmlformats.org/drawingml/2006/main">
              <a:ext uri="{FF2B5EF4-FFF2-40B4-BE49-F238E27FC236}">
                <a16:creationId xmlns:a16="http://schemas.microsoft.com/office/drawing/2014/main" id="{5D252CE3-0A90-4CEA-A7B4-A95A9D4D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180">
            <a:extLst xmlns:a="http://schemas.openxmlformats.org/drawingml/2006/main">
              <a:ext uri="{FF2B5EF4-FFF2-40B4-BE49-F238E27FC236}">
                <a16:creationId xmlns:a16="http://schemas.microsoft.com/office/drawing/2014/main" id="{824F7368-96A3-4280-9A08-39E59662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81">
            <a:extLst xmlns:a="http://schemas.openxmlformats.org/drawingml/2006/main">
              <a:ext uri="{FF2B5EF4-FFF2-40B4-BE49-F238E27FC236}">
                <a16:creationId xmlns:a16="http://schemas.microsoft.com/office/drawing/2014/main" id="{5FABC5C6-8FD6-4646-BCF9-9ADFBFCF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82">
            <a:extLst xmlns:a="http://schemas.openxmlformats.org/drawingml/2006/main">
              <a:ext uri="{FF2B5EF4-FFF2-40B4-BE49-F238E27FC236}">
                <a16:creationId xmlns:a16="http://schemas.microsoft.com/office/drawing/2014/main" id="{821B1373-2F5E-4366-A9FA-98F29CD3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183">
            <a:extLst xmlns:a="http://schemas.openxmlformats.org/drawingml/2006/main">
              <a:ext uri="{FF2B5EF4-FFF2-40B4-BE49-F238E27FC236}">
                <a16:creationId xmlns:a16="http://schemas.microsoft.com/office/drawing/2014/main" id="{F9018AFF-E991-4EC0-85C7-20028C02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84">
            <a:extLst xmlns:a="http://schemas.openxmlformats.org/drawingml/2006/main">
              <a:ext uri="{FF2B5EF4-FFF2-40B4-BE49-F238E27FC236}">
                <a16:creationId xmlns:a16="http://schemas.microsoft.com/office/drawing/2014/main" id="{67407D51-C111-4661-AC77-B7886E7E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85">
            <a:extLst xmlns:a="http://schemas.openxmlformats.org/drawingml/2006/main">
              <a:ext uri="{FF2B5EF4-FFF2-40B4-BE49-F238E27FC236}">
                <a16:creationId xmlns:a16="http://schemas.microsoft.com/office/drawing/2014/main" id="{60964FC2-4A8B-4240-B1F2-F72B280E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86">
            <a:extLst xmlns:a="http://schemas.openxmlformats.org/drawingml/2006/main">
              <a:ext uri="{FF2B5EF4-FFF2-40B4-BE49-F238E27FC236}">
                <a16:creationId xmlns:a16="http://schemas.microsoft.com/office/drawing/2014/main" id="{6C72E6F9-91AF-4F96-AFD0-B5EF19B3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187">
            <a:extLst xmlns:a="http://schemas.openxmlformats.org/drawingml/2006/main">
              <a:ext uri="{FF2B5EF4-FFF2-40B4-BE49-F238E27FC236}">
                <a16:creationId xmlns:a16="http://schemas.microsoft.com/office/drawing/2014/main" id="{30A5AE32-AF5C-4136-A5A0-3499719C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88">
            <a:extLst xmlns:a="http://schemas.openxmlformats.org/drawingml/2006/main">
              <a:ext uri="{FF2B5EF4-FFF2-40B4-BE49-F238E27FC236}">
                <a16:creationId xmlns:a16="http://schemas.microsoft.com/office/drawing/2014/main" id="{F4887C8F-8B08-4CEA-9184-61B41ECA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89">
            <a:extLst xmlns:a="http://schemas.openxmlformats.org/drawingml/2006/main">
              <a:ext uri="{FF2B5EF4-FFF2-40B4-BE49-F238E27FC236}">
                <a16:creationId xmlns:a16="http://schemas.microsoft.com/office/drawing/2014/main" id="{9C9A7527-D002-4367-9266-E3676EC8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90">
            <a:extLst xmlns:a="http://schemas.openxmlformats.org/drawingml/2006/main">
              <a:ext uri="{FF2B5EF4-FFF2-40B4-BE49-F238E27FC236}">
                <a16:creationId xmlns:a16="http://schemas.microsoft.com/office/drawing/2014/main" id="{01D4D592-1A68-4CDC-B646-823EEB00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研究／行政痛點</a:t>
            </a:r>
          </a:p>
        </p:txBody>
      </p:sp>
      <p:sp>
        <p:nvSpPr>
          <p:cNvPr id="21" name="text-191">
            <a:extLst xmlns:a="http://schemas.openxmlformats.org/drawingml/2006/main">
              <a:ext uri="{FF2B5EF4-FFF2-40B4-BE49-F238E27FC236}">
                <a16:creationId xmlns:a16="http://schemas.microsoft.com/office/drawing/2014/main" id="{F7773430-D76D-4158-A637-F111A3F4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想把文獻、資料、方法與行政流程整理成可持續更新的工作區。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9199276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92">
            <a:extLst xmlns:a="http://schemas.openxmlformats.org/drawingml/2006/main">
              <a:ext uri="{FF2B5EF4-FFF2-40B4-BE49-F238E27FC236}">
                <a16:creationId xmlns:a16="http://schemas.microsoft.com/office/drawing/2014/main" id="{41C23905-B79A-4AA1-B997-7E03634C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4BE10C-69FE-4E9A-AE08-A691A89E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4">
            <a:extLst xmlns:a="http://schemas.openxmlformats.org/drawingml/2006/main">
              <a:ext uri="{FF2B5EF4-FFF2-40B4-BE49-F238E27FC236}">
                <a16:creationId xmlns:a16="http://schemas.microsoft.com/office/drawing/2014/main" id="{C67F239B-13CF-4561-80F0-400E63C2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C4AF99-5EC5-4C87-8D4A-7628C43B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eed8bcd4c4f55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95">
            <a:extLst xmlns:a="http://schemas.openxmlformats.org/drawingml/2006/main">
              <a:ext uri="{FF2B5EF4-FFF2-40B4-BE49-F238E27FC236}">
                <a16:creationId xmlns:a16="http://schemas.microsoft.com/office/drawing/2014/main" id="{375F00E8-2CDE-4407-A61E-7EF79EAF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96">
            <a:extLst xmlns:a="http://schemas.openxmlformats.org/drawingml/2006/main">
              <a:ext uri="{FF2B5EF4-FFF2-40B4-BE49-F238E27FC236}">
                <a16:creationId xmlns:a16="http://schemas.microsoft.com/office/drawing/2014/main" id="{8D7811BF-65CE-444E-9FC1-A0BB32CE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822">
            <a:extLst xmlns:a="http://schemas.openxmlformats.org/drawingml/2006/main">
              <a:ext uri="{FF2B5EF4-FFF2-40B4-BE49-F238E27FC236}">
                <a16:creationId xmlns:a16="http://schemas.microsoft.com/office/drawing/2014/main" id="{8A873FF0-5A20-4C31-9978-72A7D74F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2104fd995c432f"/>
              </a:rPr>
              <a:t>開啟教育科技創新專區 ↗</a:t>
            </a:r>
          </a:p>
        </p:txBody>
      </p:sp>
      <p:sp>
        <p:nvSpPr>
          <p:cNvPr id="10" name="shape-854">
            <a:extLst xmlns:a="http://schemas.openxmlformats.org/drawingml/2006/main">
              <a:ext uri="{FF2B5EF4-FFF2-40B4-BE49-F238E27FC236}">
                <a16:creationId xmlns:a16="http://schemas.microsoft.com/office/drawing/2014/main" id="{26741FFC-5B2A-4229-AFBD-5943D5E9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ccac557be466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855">
            <a:extLst xmlns:a="http://schemas.openxmlformats.org/drawingml/2006/main">
              <a:ext uri="{FF2B5EF4-FFF2-40B4-BE49-F238E27FC236}">
                <a16:creationId xmlns:a16="http://schemas.microsoft.com/office/drawing/2014/main" id="{3215C4A5-F70E-4C8E-827D-F0A1159E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13641587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97">
            <a:extLst xmlns:a="http://schemas.openxmlformats.org/drawingml/2006/main">
              <a:ext uri="{FF2B5EF4-FFF2-40B4-BE49-F238E27FC236}">
                <a16:creationId xmlns:a16="http://schemas.microsoft.com/office/drawing/2014/main" id="{E417D966-C9D6-4852-9A76-949D513E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65A8F2-6DB7-430A-9107-0D5894BC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9">
            <a:extLst xmlns:a="http://schemas.openxmlformats.org/drawingml/2006/main">
              <a:ext uri="{FF2B5EF4-FFF2-40B4-BE49-F238E27FC236}">
                <a16:creationId xmlns:a16="http://schemas.microsoft.com/office/drawing/2014/main" id="{73BC6F0C-0EEE-49E5-80AE-2EBF5A1A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90C957-9447-4EB4-84F9-90CB7913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text-200">
            <a:extLst xmlns:a="http://schemas.openxmlformats.org/drawingml/2006/main">
              <a:ext uri="{FF2B5EF4-FFF2-40B4-BE49-F238E27FC236}">
                <a16:creationId xmlns:a16="http://schemas.microsoft.com/office/drawing/2014/main" id="{81981EAA-FBFC-4BEA-8A50-926E2F40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201">
            <a:extLst xmlns:a="http://schemas.openxmlformats.org/drawingml/2006/main">
              <a:ext uri="{FF2B5EF4-FFF2-40B4-BE49-F238E27FC236}">
                <a16:creationId xmlns:a16="http://schemas.microsoft.com/office/drawing/2014/main" id="{E0931305-6F29-418D-A5CB-9C80E110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2">
            <a:extLst xmlns:a="http://schemas.openxmlformats.org/drawingml/2006/main">
              <a:ext uri="{FF2B5EF4-FFF2-40B4-BE49-F238E27FC236}">
                <a16:creationId xmlns:a16="http://schemas.microsoft.com/office/drawing/2014/main" id="{9A38A599-7C74-4236-8DF3-52BFA6F7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203">
            <a:extLst xmlns:a="http://schemas.openxmlformats.org/drawingml/2006/main">
              <a:ext uri="{FF2B5EF4-FFF2-40B4-BE49-F238E27FC236}">
                <a16:creationId xmlns:a16="http://schemas.microsoft.com/office/drawing/2014/main" id="{2411339F-B94F-4E79-93D0-716881C5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204">
            <a:extLst xmlns:a="http://schemas.openxmlformats.org/drawingml/2006/main">
              <a:ext uri="{FF2B5EF4-FFF2-40B4-BE49-F238E27FC236}">
                <a16:creationId xmlns:a16="http://schemas.microsoft.com/office/drawing/2014/main" id="{86FFBE71-7CEF-41CA-8808-AD41E09E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205">
            <a:extLst xmlns:a="http://schemas.openxmlformats.org/drawingml/2006/main">
              <a:ext uri="{FF2B5EF4-FFF2-40B4-BE49-F238E27FC236}">
                <a16:creationId xmlns:a16="http://schemas.microsoft.com/office/drawing/2014/main" id="{CC0FB4B7-1E6F-4AC3-A956-398DC938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7ee9ac4f0634fd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176d80f4d420f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206">
            <a:extLst xmlns:a="http://schemas.openxmlformats.org/drawingml/2006/main">
              <a:ext uri="{FF2B5EF4-FFF2-40B4-BE49-F238E27FC236}">
                <a16:creationId xmlns:a16="http://schemas.microsoft.com/office/drawing/2014/main" id="{E89BBACA-9E62-464D-AB63-823745DB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0611e3ded1a479c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d7544623f4586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207">
            <a:extLst xmlns:a="http://schemas.openxmlformats.org/drawingml/2006/main">
              <a:ext uri="{FF2B5EF4-FFF2-40B4-BE49-F238E27FC236}">
                <a16:creationId xmlns:a16="http://schemas.microsoft.com/office/drawing/2014/main" id="{179FB8F1-9A4F-4CD7-97C3-5FD50641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208">
            <a:extLst xmlns:a="http://schemas.openxmlformats.org/drawingml/2006/main">
              <a:ext uri="{FF2B5EF4-FFF2-40B4-BE49-F238E27FC236}">
                <a16:creationId xmlns:a16="http://schemas.microsoft.com/office/drawing/2014/main" id="{8C577EC5-E40E-47E5-9501-6B4D9888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209">
            <a:extLst xmlns:a="http://schemas.openxmlformats.org/drawingml/2006/main">
              <a:ext uri="{FF2B5EF4-FFF2-40B4-BE49-F238E27FC236}">
                <a16:creationId xmlns:a16="http://schemas.microsoft.com/office/drawing/2014/main" id="{F43FCBAD-FB11-48DC-B522-0C636731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210">
            <a:extLst xmlns:a="http://schemas.openxmlformats.org/drawingml/2006/main">
              <a:ext uri="{FF2B5EF4-FFF2-40B4-BE49-F238E27FC236}">
                <a16:creationId xmlns:a16="http://schemas.microsoft.com/office/drawing/2014/main" id="{04B6DD2C-8375-49A8-A8FA-E0D690C3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211">
            <a:extLst xmlns:a="http://schemas.openxmlformats.org/drawingml/2006/main">
              <a:ext uri="{FF2B5EF4-FFF2-40B4-BE49-F238E27FC236}">
                <a16:creationId xmlns:a16="http://schemas.microsoft.com/office/drawing/2014/main" id="{F1F8C2AF-009A-4616-AB3A-E341C5A1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c76bbc111184f13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69766b5704f20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212">
            <a:extLst xmlns:a="http://schemas.openxmlformats.org/drawingml/2006/main">
              <a:ext uri="{FF2B5EF4-FFF2-40B4-BE49-F238E27FC236}">
                <a16:creationId xmlns:a16="http://schemas.microsoft.com/office/drawing/2014/main" id="{F1A4E4E9-9014-4BDE-B2A0-D36ED1DC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e0a5a25a944b8d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42c29f2884a0e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213">
            <a:extLst xmlns:a="http://schemas.openxmlformats.org/drawingml/2006/main">
              <a:ext uri="{FF2B5EF4-FFF2-40B4-BE49-F238E27FC236}">
                <a16:creationId xmlns:a16="http://schemas.microsoft.com/office/drawing/2014/main" id="{E09AD9D2-AACA-4C7D-B3B9-5DD016BF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214">
            <a:extLst xmlns:a="http://schemas.openxmlformats.org/drawingml/2006/main">
              <a:ext uri="{FF2B5EF4-FFF2-40B4-BE49-F238E27FC236}">
                <a16:creationId xmlns:a16="http://schemas.microsoft.com/office/drawing/2014/main" id="{4B52F6A3-D723-403D-9FEB-2F4F4EC3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215">
            <a:extLst xmlns:a="http://schemas.openxmlformats.org/drawingml/2006/main">
              <a:ext uri="{FF2B5EF4-FFF2-40B4-BE49-F238E27FC236}">
                <a16:creationId xmlns:a16="http://schemas.microsoft.com/office/drawing/2014/main" id="{CDC1DBF7-389C-4846-915F-B102D9C8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216">
            <a:extLst xmlns:a="http://schemas.openxmlformats.org/drawingml/2006/main">
              <a:ext uri="{FF2B5EF4-FFF2-40B4-BE49-F238E27FC236}">
                <a16:creationId xmlns:a16="http://schemas.microsoft.com/office/drawing/2014/main" id="{0D0AE7E4-B403-4AE0-9B44-C2115863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217">
            <a:extLst xmlns:a="http://schemas.openxmlformats.org/drawingml/2006/main">
              <a:ext uri="{FF2B5EF4-FFF2-40B4-BE49-F238E27FC236}">
                <a16:creationId xmlns:a16="http://schemas.microsoft.com/office/drawing/2014/main" id="{30D7423A-6559-419E-A6F3-6BCAB00B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89edbd5578d4816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f83bb5dd2c40e1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18">
            <a:extLst xmlns:a="http://schemas.openxmlformats.org/drawingml/2006/main">
              <a:ext uri="{FF2B5EF4-FFF2-40B4-BE49-F238E27FC236}">
                <a16:creationId xmlns:a16="http://schemas.microsoft.com/office/drawing/2014/main" id="{388632CF-59EA-44D4-A616-AF40E7FC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80dc1e29bec48a9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d48ed48134cfa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739163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19">
            <a:extLst xmlns:a="http://schemas.openxmlformats.org/drawingml/2006/main">
              <a:ext uri="{FF2B5EF4-FFF2-40B4-BE49-F238E27FC236}">
                <a16:creationId xmlns:a16="http://schemas.microsoft.com/office/drawing/2014/main" id="{BA37AE21-1E89-4AFA-987E-42A0A1E5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26231B-7A22-45FD-B04C-D919D23A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2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21">
            <a:extLst xmlns:a="http://schemas.openxmlformats.org/drawingml/2006/main">
              <a:ext uri="{FF2B5EF4-FFF2-40B4-BE49-F238E27FC236}">
                <a16:creationId xmlns:a16="http://schemas.microsoft.com/office/drawing/2014/main" id="{055B600C-628B-4A47-B161-D73BD972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AC0BF8-6C76-46BF-A36A-1C8C4AF3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text-222">
            <a:extLst xmlns:a="http://schemas.openxmlformats.org/drawingml/2006/main">
              <a:ext uri="{FF2B5EF4-FFF2-40B4-BE49-F238E27FC236}">
                <a16:creationId xmlns:a16="http://schemas.microsoft.com/office/drawing/2014/main" id="{D098AC88-FF1F-4B73-855B-8C2D4E1F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223">
            <a:extLst xmlns:a="http://schemas.openxmlformats.org/drawingml/2006/main">
              <a:ext uri="{FF2B5EF4-FFF2-40B4-BE49-F238E27FC236}">
                <a16:creationId xmlns:a16="http://schemas.microsoft.com/office/drawing/2014/main" id="{B1078622-29B7-44EF-8B91-A52F5751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24">
            <a:extLst xmlns:a="http://schemas.openxmlformats.org/drawingml/2006/main">
              <a:ext uri="{FF2B5EF4-FFF2-40B4-BE49-F238E27FC236}">
                <a16:creationId xmlns:a16="http://schemas.microsoft.com/office/drawing/2014/main" id="{D8FD4446-6E37-481B-9149-8A02DA50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225">
            <a:extLst xmlns:a="http://schemas.openxmlformats.org/drawingml/2006/main">
              <a:ext uri="{FF2B5EF4-FFF2-40B4-BE49-F238E27FC236}">
                <a16:creationId xmlns:a16="http://schemas.microsoft.com/office/drawing/2014/main" id="{833D8463-2B22-401D-9080-CC10B3AE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226">
            <a:extLst xmlns:a="http://schemas.openxmlformats.org/drawingml/2006/main">
              <a:ext uri="{FF2B5EF4-FFF2-40B4-BE49-F238E27FC236}">
                <a16:creationId xmlns:a16="http://schemas.microsoft.com/office/drawing/2014/main" id="{84534162-3AB5-4DF9-8D4E-A51A2991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227">
            <a:extLst xmlns:a="http://schemas.openxmlformats.org/drawingml/2006/main">
              <a:ext uri="{FF2B5EF4-FFF2-40B4-BE49-F238E27FC236}">
                <a16:creationId xmlns:a16="http://schemas.microsoft.com/office/drawing/2014/main" id="{CB97C83F-F75A-4369-A6FE-98972976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b9d97cb2a94e43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2e2a3a195342ce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228">
            <a:extLst xmlns:a="http://schemas.openxmlformats.org/drawingml/2006/main">
              <a:ext uri="{FF2B5EF4-FFF2-40B4-BE49-F238E27FC236}">
                <a16:creationId xmlns:a16="http://schemas.microsoft.com/office/drawing/2014/main" id="{087ABF56-B219-473B-BAE9-C5D5FE71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efd60e106da400d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6113ef8a8d4925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229">
            <a:extLst xmlns:a="http://schemas.openxmlformats.org/drawingml/2006/main">
              <a:ext uri="{FF2B5EF4-FFF2-40B4-BE49-F238E27FC236}">
                <a16:creationId xmlns:a16="http://schemas.microsoft.com/office/drawing/2014/main" id="{4C8200A0-D1C5-468D-AD7C-749D1D1D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230">
            <a:extLst xmlns:a="http://schemas.openxmlformats.org/drawingml/2006/main">
              <a:ext uri="{FF2B5EF4-FFF2-40B4-BE49-F238E27FC236}">
                <a16:creationId xmlns:a16="http://schemas.microsoft.com/office/drawing/2014/main" id="{C27A71DA-0B3E-475E-872A-6BC815A4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231">
            <a:extLst xmlns:a="http://schemas.openxmlformats.org/drawingml/2006/main">
              <a:ext uri="{FF2B5EF4-FFF2-40B4-BE49-F238E27FC236}">
                <a16:creationId xmlns:a16="http://schemas.microsoft.com/office/drawing/2014/main" id="{534D906A-E1CA-4C55-B554-6C85E73A6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232">
            <a:extLst xmlns:a="http://schemas.openxmlformats.org/drawingml/2006/main">
              <a:ext uri="{FF2B5EF4-FFF2-40B4-BE49-F238E27FC236}">
                <a16:creationId xmlns:a16="http://schemas.microsoft.com/office/drawing/2014/main" id="{B8E5A117-A857-4D0E-8B35-D0A7CFF3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233">
            <a:extLst xmlns:a="http://schemas.openxmlformats.org/drawingml/2006/main">
              <a:ext uri="{FF2B5EF4-FFF2-40B4-BE49-F238E27FC236}">
                <a16:creationId xmlns:a16="http://schemas.microsoft.com/office/drawing/2014/main" id="{4D66B265-2A0B-4EED-B7E2-11F26F43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a16e9640dba494c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b15881bcd4af4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234">
            <a:extLst xmlns:a="http://schemas.openxmlformats.org/drawingml/2006/main">
              <a:ext uri="{FF2B5EF4-FFF2-40B4-BE49-F238E27FC236}">
                <a16:creationId xmlns:a16="http://schemas.microsoft.com/office/drawing/2014/main" id="{3B5E923F-6B57-4FB3-9F1A-DEE3B721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c36cb233c64edc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eca330ab74806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235">
            <a:extLst xmlns:a="http://schemas.openxmlformats.org/drawingml/2006/main">
              <a:ext uri="{FF2B5EF4-FFF2-40B4-BE49-F238E27FC236}">
                <a16:creationId xmlns:a16="http://schemas.microsoft.com/office/drawing/2014/main" id="{BD9F033C-2E75-481A-AA4B-3F537700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236">
            <a:extLst xmlns:a="http://schemas.openxmlformats.org/drawingml/2006/main">
              <a:ext uri="{FF2B5EF4-FFF2-40B4-BE49-F238E27FC236}">
                <a16:creationId xmlns:a16="http://schemas.microsoft.com/office/drawing/2014/main" id="{AF3CC9E7-8313-4112-ACCC-C4918B3A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237">
            <a:extLst xmlns:a="http://schemas.openxmlformats.org/drawingml/2006/main">
              <a:ext uri="{FF2B5EF4-FFF2-40B4-BE49-F238E27FC236}">
                <a16:creationId xmlns:a16="http://schemas.microsoft.com/office/drawing/2014/main" id="{86A78B59-1EDA-4143-8A59-2F4B4E09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238">
            <a:extLst xmlns:a="http://schemas.openxmlformats.org/drawingml/2006/main">
              <a:ext uri="{FF2B5EF4-FFF2-40B4-BE49-F238E27FC236}">
                <a16:creationId xmlns:a16="http://schemas.microsoft.com/office/drawing/2014/main" id="{613B2E42-22F2-46FF-A930-AAFD3A27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239">
            <a:extLst xmlns:a="http://schemas.openxmlformats.org/drawingml/2006/main">
              <a:ext uri="{FF2B5EF4-FFF2-40B4-BE49-F238E27FC236}">
                <a16:creationId xmlns:a16="http://schemas.microsoft.com/office/drawing/2014/main" id="{6C27A2F6-50BA-4239-9FCF-72D1C58B2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117532be164732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324592b14470f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40">
            <a:extLst xmlns:a="http://schemas.openxmlformats.org/drawingml/2006/main">
              <a:ext uri="{FF2B5EF4-FFF2-40B4-BE49-F238E27FC236}">
                <a16:creationId xmlns:a16="http://schemas.microsoft.com/office/drawing/2014/main" id="{2A30645C-6980-48DD-854A-393609BE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d214d6ff1d4851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9a8b2cc2e143ac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5788740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241">
            <a:extLst xmlns:a="http://schemas.openxmlformats.org/drawingml/2006/main">
              <a:ext uri="{FF2B5EF4-FFF2-40B4-BE49-F238E27FC236}">
                <a16:creationId xmlns:a16="http://schemas.microsoft.com/office/drawing/2014/main" id="{EEE83395-E393-43E6-A1C7-6658E1A7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INPUT OPTIONS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A52B6D-08EE-4E15-84CE-3B4B0F47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語音輸入有兩條路：Typeless × Codex Voice</a:t>
            </a:r>
          </a:p>
        </p:txBody>
      </p:sp>
      <p:cxnSp>
        <p:nvCxnSpPr>
          <p:cNvPr id="30" name="shape-2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43">
            <a:extLst xmlns:a="http://schemas.openxmlformats.org/drawingml/2006/main">
              <a:ext uri="{FF2B5EF4-FFF2-40B4-BE49-F238E27FC236}">
                <a16:creationId xmlns:a16="http://schemas.microsoft.com/office/drawing/2014/main" id="{C1759039-CEB7-42D6-8E87-FA86DD64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28FDA5-A04C-42A1-AADE-FC1E68A9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44">
            <a:extLst xmlns:a="http://schemas.openxmlformats.org/drawingml/2006/main">
              <a:ext uri="{FF2B5EF4-FFF2-40B4-BE49-F238E27FC236}">
                <a16:creationId xmlns:a16="http://schemas.microsoft.com/office/drawing/2014/main" id="{4F7B5AB1-E893-476F-805D-29C419FD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45">
            <a:extLst xmlns:a="http://schemas.openxmlformats.org/drawingml/2006/main">
              <a:ext uri="{FF2B5EF4-FFF2-40B4-BE49-F238E27FC236}">
                <a16:creationId xmlns:a16="http://schemas.microsoft.com/office/drawing/2014/main" id="{921FE610-1106-432A-8908-9E17B70D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246">
            <a:extLst xmlns:a="http://schemas.openxmlformats.org/drawingml/2006/main">
              <a:ext uri="{FF2B5EF4-FFF2-40B4-BE49-F238E27FC236}">
                <a16:creationId xmlns:a16="http://schemas.microsoft.com/office/drawing/2014/main" id="{CDF3D9EE-5695-4CD6-AAC8-9DDEE6D4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Typeless｜跨應用</a:t>
            </a:r>
          </a:p>
        </p:txBody>
      </p:sp>
      <p:sp>
        <p:nvSpPr>
          <p:cNvPr id="9" name="text-247">
            <a:extLst xmlns:a="http://schemas.openxmlformats.org/drawingml/2006/main">
              <a:ext uri="{FF2B5EF4-FFF2-40B4-BE49-F238E27FC236}">
                <a16:creationId xmlns:a16="http://schemas.microsoft.com/office/drawing/2014/main" id="{8BE2F56C-C3CD-4916-881D-856DCC48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在原本的輸入框直接說，先把課程構想、研究問題或行政需求整理成可複製文字。</a:t>
            </a:r>
          </a:p>
        </p:txBody>
      </p:sp>
      <p:sp>
        <p:nvSpPr>
          <p:cNvPr id="10" name="shape-248">
            <a:extLst xmlns:a="http://schemas.openxmlformats.org/drawingml/2006/main">
              <a:ext uri="{FF2B5EF4-FFF2-40B4-BE49-F238E27FC236}">
                <a16:creationId xmlns:a16="http://schemas.microsoft.com/office/drawing/2014/main" id="{84F0E402-1A89-4784-8609-BE252CC7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49">
            <a:extLst xmlns:a="http://schemas.openxmlformats.org/drawingml/2006/main">
              <a:ext uri="{FF2B5EF4-FFF2-40B4-BE49-F238E27FC236}">
                <a16:creationId xmlns:a16="http://schemas.microsoft.com/office/drawing/2014/main" id="{DDAEDAFB-912F-42DD-A0BE-48E16295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250">
            <a:extLst xmlns:a="http://schemas.openxmlformats.org/drawingml/2006/main">
              <a:ext uri="{FF2B5EF4-FFF2-40B4-BE49-F238E27FC236}">
                <a16:creationId xmlns:a16="http://schemas.microsoft.com/office/drawing/2014/main" id="{DA53C7AD-1132-4E75-AA29-A86FF962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Codex Voice｜原生</a:t>
            </a:r>
          </a:p>
        </p:txBody>
      </p:sp>
      <p:sp>
        <p:nvSpPr>
          <p:cNvPr id="13" name="text-251">
            <a:extLst xmlns:a="http://schemas.openxmlformats.org/drawingml/2006/main">
              <a:ext uri="{FF2B5EF4-FFF2-40B4-BE49-F238E27FC236}">
                <a16:creationId xmlns:a16="http://schemas.microsoft.com/office/drawing/2014/main" id="{FD7816B2-0D60-445B-9EA5-EAA932E5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 ChatGPT 桌面版 Work／Codex 內直接口述任務、追問進度，讓 Agent 依工作區與權限協作。</a:t>
            </a:r>
          </a:p>
        </p:txBody>
      </p:sp>
      <p:sp>
        <p:nvSpPr>
          <p:cNvPr id="14" name="shape-252">
            <a:extLst xmlns:a="http://schemas.openxmlformats.org/drawingml/2006/main">
              <a:ext uri="{FF2B5EF4-FFF2-40B4-BE49-F238E27FC236}">
                <a16:creationId xmlns:a16="http://schemas.microsoft.com/office/drawing/2014/main" id="{8CD09C92-8071-4427-A22C-B301070BE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53">
            <a:extLst xmlns:a="http://schemas.openxmlformats.org/drawingml/2006/main">
              <a:ext uri="{FF2B5EF4-FFF2-40B4-BE49-F238E27FC236}">
                <a16:creationId xmlns:a16="http://schemas.microsoft.com/office/drawing/2014/main" id="{E5111689-B0EE-435F-BEB4-AFF52CC4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54">
            <a:extLst xmlns:a="http://schemas.openxmlformats.org/drawingml/2006/main">
              <a:ext uri="{FF2B5EF4-FFF2-40B4-BE49-F238E27FC236}">
                <a16:creationId xmlns:a16="http://schemas.microsoft.com/office/drawing/2014/main" id="{01E51175-9168-4C89-8725-1EDD3FE0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共同流程</a:t>
            </a:r>
          </a:p>
        </p:txBody>
      </p:sp>
      <p:sp>
        <p:nvSpPr>
          <p:cNvPr id="17" name="text-255">
            <a:extLst xmlns:a="http://schemas.openxmlformats.org/drawingml/2006/main">
              <a:ext uri="{FF2B5EF4-FFF2-40B4-BE49-F238E27FC236}">
                <a16:creationId xmlns:a16="http://schemas.microsoft.com/office/drawing/2014/main" id="{73715AF4-270B-439E-B6ED-E47E7EB1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說清楚對象、痛點、限制與完成標準；再人工檢查，才交給 Notebook 或 Agent。</a:t>
            </a:r>
          </a:p>
        </p:txBody>
      </p:sp>
      <p:sp>
        <p:nvSpPr>
          <p:cNvPr id="18" name="shape-256">
            <a:extLst xmlns:a="http://schemas.openxmlformats.org/drawingml/2006/main">
              <a:ext uri="{FF2B5EF4-FFF2-40B4-BE49-F238E27FC236}">
                <a16:creationId xmlns:a16="http://schemas.microsoft.com/office/drawing/2014/main" id="{8AE9C344-8983-47E4-ADEC-16332D9F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57">
            <a:extLst xmlns:a="http://schemas.openxmlformats.org/drawingml/2006/main">
              <a:ext uri="{FF2B5EF4-FFF2-40B4-BE49-F238E27FC236}">
                <a16:creationId xmlns:a16="http://schemas.microsoft.com/office/drawing/2014/main" id="{D4161350-8E01-4364-95B7-3F300131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258">
            <a:extLst xmlns:a="http://schemas.openxmlformats.org/drawingml/2006/main">
              <a:ext uri="{FF2B5EF4-FFF2-40B4-BE49-F238E27FC236}">
                <a16:creationId xmlns:a16="http://schemas.microsoft.com/office/drawing/2014/main" id="{9A14FD29-EDA8-47FC-8D91-B9573347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隱私選擇</a:t>
            </a:r>
          </a:p>
        </p:txBody>
      </p:sp>
      <p:sp>
        <p:nvSpPr>
          <p:cNvPr id="21" name="text-259">
            <a:extLst xmlns:a="http://schemas.openxmlformats.org/drawingml/2006/main">
              <a:ext uri="{FF2B5EF4-FFF2-40B4-BE49-F238E27FC236}">
                <a16:creationId xmlns:a16="http://schemas.microsoft.com/office/drawing/2014/main" id="{6EAF4B1B-D340-4241-99A4-20049152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敏感資料先匿名化。可改用 Codex Voice，但仍要確認麥克風、工作區權限與資料控制設定；不等於離線或零留存。</a:t>
            </a:r>
          </a:p>
        </p:txBody>
      </p:sp>
      <p:sp>
        <p:nvSpPr>
          <p:cNvPr id="22" name="text-823">
            <a:extLst xmlns:a="http://schemas.openxmlformats.org/drawingml/2006/main">
              <a:ext uri="{FF2B5EF4-FFF2-40B4-BE49-F238E27FC236}">
                <a16:creationId xmlns:a16="http://schemas.microsoft.com/office/drawing/2014/main" id="{23B9F9F9-FD06-462D-AAE6-8BAC4FA0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c9ba480ab354b22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d9d1401ae94dce"/>
              </a:rPr>
              <a:t>Codex Voice ↗</a:t>
            </a:r>
          </a:p>
        </p:txBody>
      </p:sp>
      <p:sp>
        <p:nvSpPr>
          <p:cNvPr id="23" name="shape-856">
            <a:extLst xmlns:a="http://schemas.openxmlformats.org/drawingml/2006/main">
              <a:ext uri="{FF2B5EF4-FFF2-40B4-BE49-F238E27FC236}">
                <a16:creationId xmlns:a16="http://schemas.microsoft.com/office/drawing/2014/main" id="{0CA430D5-37E4-45A1-A6D7-868E296F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ef3d5a659842b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857">
            <a:extLst xmlns:a="http://schemas.openxmlformats.org/drawingml/2006/main">
              <a:ext uri="{FF2B5EF4-FFF2-40B4-BE49-F238E27FC236}">
                <a16:creationId xmlns:a16="http://schemas.microsoft.com/office/drawing/2014/main" id="{27C94EA8-2AE5-4250-B0AA-1BA2ED01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f78a7f14f450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858">
            <a:extLst xmlns:a="http://schemas.openxmlformats.org/drawingml/2006/main">
              <a:ext uri="{FF2B5EF4-FFF2-40B4-BE49-F238E27FC236}">
                <a16:creationId xmlns:a16="http://schemas.microsoft.com/office/drawing/2014/main" id="{78F3A23B-F1F8-4446-8AF3-9491E7A0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2471193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60">
            <a:extLst xmlns:a="http://schemas.openxmlformats.org/drawingml/2006/main">
              <a:ext uri="{FF2B5EF4-FFF2-40B4-BE49-F238E27FC236}">
                <a16:creationId xmlns:a16="http://schemas.microsoft.com/office/drawing/2014/main" id="{19541805-01D0-4F0C-BD5F-31B234B7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TYPELESS ↔ CODEX VOICE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309300-2820-4DF7-B2FC-CFD17965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同一個痛點，兩種語音路徑</a:t>
            </a:r>
          </a:p>
        </p:txBody>
      </p:sp>
      <p:cxnSp>
        <p:nvCxnSpPr>
          <p:cNvPr id="20" name="shape-2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2">
            <a:extLst xmlns:a="http://schemas.openxmlformats.org/drawingml/2006/main">
              <a:ext uri="{FF2B5EF4-FFF2-40B4-BE49-F238E27FC236}">
                <a16:creationId xmlns:a16="http://schemas.microsoft.com/office/drawing/2014/main" id="{B17667C9-9484-4A16-B86D-702BF51C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F80B47-3499-4364-AA56-2D76AB4B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263">
            <a:extLst xmlns:a="http://schemas.openxmlformats.org/drawingml/2006/main">
              <a:ext uri="{FF2B5EF4-FFF2-40B4-BE49-F238E27FC236}">
                <a16:creationId xmlns:a16="http://schemas.microsoft.com/office/drawing/2014/main" id="{B0EE2BC2-61D1-439E-B61A-C528B044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64">
            <a:extLst xmlns:a="http://schemas.openxmlformats.org/drawingml/2006/main">
              <a:ext uri="{FF2B5EF4-FFF2-40B4-BE49-F238E27FC236}">
                <a16:creationId xmlns:a16="http://schemas.microsoft.com/office/drawing/2014/main" id="{404EA88E-1980-411C-9E49-54F0ACD1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65">
            <a:extLst xmlns:a="http://schemas.openxmlformats.org/drawingml/2006/main">
              <a:ext uri="{FF2B5EF4-FFF2-40B4-BE49-F238E27FC236}">
                <a16:creationId xmlns:a16="http://schemas.microsoft.com/office/drawing/2014/main" id="{7A16961B-21B4-46BD-B7BF-B7447199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Typeless：口述 → 文字</a:t>
            </a:r>
          </a:p>
        </p:txBody>
      </p:sp>
      <p:sp>
        <p:nvSpPr>
          <p:cNvPr id="9" name="text-266">
            <a:extLst xmlns:a="http://schemas.openxmlformats.org/drawingml/2006/main">
              <a:ext uri="{FF2B5EF4-FFF2-40B4-BE49-F238E27FC236}">
                <a16:creationId xmlns:a16="http://schemas.microsoft.com/office/drawing/2014/main" id="{6B4185C7-09E8-4582-B16C-BD9E8BE3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我想做一個大學教師 AI 研習……呃……先讓大家說出自己的痛點，然後整理資料，最後做一個可以分享的作品。</a:t>
            </a:r>
          </a:p>
        </p:txBody>
      </p:sp>
      <p:sp>
        <p:nvSpPr>
          <p:cNvPr id="10" name="text-267">
            <a:extLst xmlns:a="http://schemas.openxmlformats.org/drawingml/2006/main">
              <a:ext uri="{FF2B5EF4-FFF2-40B4-BE49-F238E27FC236}">
                <a16:creationId xmlns:a16="http://schemas.microsoft.com/office/drawing/2014/main" id="{B46FE154-98A8-4E10-9796-0C9CA6CE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Codex Voice：口述 → 任務</a:t>
            </a:r>
          </a:p>
        </p:txBody>
      </p:sp>
      <p:sp>
        <p:nvSpPr>
          <p:cNvPr id="11" name="text-268">
            <a:extLst xmlns:a="http://schemas.openxmlformats.org/drawingml/2006/main">
              <a:ext uri="{FF2B5EF4-FFF2-40B4-BE49-F238E27FC236}">
                <a16:creationId xmlns:a16="http://schemas.microsoft.com/office/drawing/2014/main" id="{13744FDA-332F-4790-901A-2A960432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請先閱讀目前工作區的研習素材，整理三個教學／研究痛點，提出可驗證計畫，等我確認後再執行；最後回報變更與證據。</a:t>
            </a:r>
          </a:p>
        </p:txBody>
      </p:sp>
      <p:sp>
        <p:nvSpPr>
          <p:cNvPr id="12" name="text-824">
            <a:extLst xmlns:a="http://schemas.openxmlformats.org/drawingml/2006/main">
              <a:ext uri="{FF2B5EF4-FFF2-40B4-BE49-F238E27FC236}">
                <a16:creationId xmlns:a16="http://schemas.microsoft.com/office/drawing/2014/main" id="{3400C187-693F-4675-816D-482DBED8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d0db661605f4e48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d77571b9604765"/>
              </a:rPr>
              <a:t>Codex Voice ↗</a:t>
            </a:r>
          </a:p>
        </p:txBody>
      </p:sp>
      <p:sp>
        <p:nvSpPr>
          <p:cNvPr id="13" name="shape-859">
            <a:extLst xmlns:a="http://schemas.openxmlformats.org/drawingml/2006/main">
              <a:ext uri="{FF2B5EF4-FFF2-40B4-BE49-F238E27FC236}">
                <a16:creationId xmlns:a16="http://schemas.microsoft.com/office/drawing/2014/main" id="{0F50A833-871B-46BE-84B1-501F50C4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497e1a7d0478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860">
            <a:extLst xmlns:a="http://schemas.openxmlformats.org/drawingml/2006/main">
              <a:ext uri="{FF2B5EF4-FFF2-40B4-BE49-F238E27FC236}">
                <a16:creationId xmlns:a16="http://schemas.microsoft.com/office/drawing/2014/main" id="{F5E58C0F-0E1B-4118-AC4E-7B218BDA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ba34fbbed4c1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861">
            <a:extLst xmlns:a="http://schemas.openxmlformats.org/drawingml/2006/main">
              <a:ext uri="{FF2B5EF4-FFF2-40B4-BE49-F238E27FC236}">
                <a16:creationId xmlns:a16="http://schemas.microsoft.com/office/drawing/2014/main" id="{3124FDFD-D017-4049-BA43-6E56B6DB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30400024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69">
            <a:extLst xmlns:a="http://schemas.openxmlformats.org/drawingml/2006/main">
              <a:ext uri="{FF2B5EF4-FFF2-40B4-BE49-F238E27FC236}">
                <a16:creationId xmlns:a16="http://schemas.microsoft.com/office/drawing/2014/main" id="{01C91572-8D13-47DF-A4C1-5541FC26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D259F1C-7800-46DB-A24D-EAADC8B7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實作｜選一條語音路徑說出真實痛點</a:t>
            </a:r>
          </a:p>
        </p:txBody>
      </p:sp>
      <p:cxnSp>
        <p:nvCxnSpPr>
          <p:cNvPr id="27" name="shape-2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1">
            <a:extLst xmlns:a="http://schemas.openxmlformats.org/drawingml/2006/main">
              <a:ext uri="{FF2B5EF4-FFF2-40B4-BE49-F238E27FC236}">
                <a16:creationId xmlns:a16="http://schemas.microsoft.com/office/drawing/2014/main" id="{BDCD0935-3B50-408D-8D28-98BAC62F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979AB8D-EDB0-436C-A1C9-DC1F7E34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272">
            <a:extLst xmlns:a="http://schemas.openxmlformats.org/drawingml/2006/main">
              <a:ext uri="{FF2B5EF4-FFF2-40B4-BE49-F238E27FC236}">
                <a16:creationId xmlns:a16="http://schemas.microsoft.com/office/drawing/2014/main" id="{414C2AA9-D081-4E86-A95B-BBB36144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12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73">
            <a:extLst xmlns:a="http://schemas.openxmlformats.org/drawingml/2006/main">
              <a:ext uri="{FF2B5EF4-FFF2-40B4-BE49-F238E27FC236}">
                <a16:creationId xmlns:a16="http://schemas.microsoft.com/office/drawing/2014/main" id="{B29A0372-9313-4DC4-8B9F-34FA1BAC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74">
            <a:extLst xmlns:a="http://schemas.openxmlformats.org/drawingml/2006/main">
              <a:ext uri="{FF2B5EF4-FFF2-40B4-BE49-F238E27FC236}">
                <a16:creationId xmlns:a16="http://schemas.microsoft.com/office/drawing/2014/main" id="{5BCE9277-7A67-4E90-B693-05DEEC9C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75">
            <a:extLst xmlns:a="http://schemas.openxmlformats.org/drawingml/2006/main">
              <a:ext uri="{FF2B5EF4-FFF2-40B4-BE49-F238E27FC236}">
                <a16:creationId xmlns:a16="http://schemas.microsoft.com/office/drawing/2014/main" id="{D6C8B418-00E3-42AE-84A7-A3C7C30D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 Typeless 或 ChatGPT 桌面版 Work／Codex Voice</a:t>
            </a:r>
          </a:p>
        </p:txBody>
      </p:sp>
      <p:sp>
        <p:nvSpPr>
          <p:cNvPr id="10" name="text-276">
            <a:extLst xmlns:a="http://schemas.openxmlformats.org/drawingml/2006/main">
              <a:ext uri="{FF2B5EF4-FFF2-40B4-BE49-F238E27FC236}">
                <a16:creationId xmlns:a16="http://schemas.microsoft.com/office/drawing/2014/main" id="{94D536F0-DE66-4641-B5E5-58915E2E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77">
            <a:extLst xmlns:a="http://schemas.openxmlformats.org/drawingml/2006/main">
              <a:ext uri="{FF2B5EF4-FFF2-40B4-BE49-F238E27FC236}">
                <a16:creationId xmlns:a16="http://schemas.microsoft.com/office/drawing/2014/main" id="{B64F1BF0-8779-4BE8-8F1F-EA365CD2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連續口述 30–60 秒：對象、困難、想完成的改變</a:t>
            </a:r>
          </a:p>
        </p:txBody>
      </p:sp>
      <p:sp>
        <p:nvSpPr>
          <p:cNvPr id="12" name="text-278">
            <a:extLst xmlns:a="http://schemas.openxmlformats.org/drawingml/2006/main">
              <a:ext uri="{FF2B5EF4-FFF2-40B4-BE49-F238E27FC236}">
                <a16:creationId xmlns:a16="http://schemas.microsoft.com/office/drawing/2014/main" id="{55C40488-0486-4B4C-A6A2-2F03C699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79">
            <a:extLst xmlns:a="http://schemas.openxmlformats.org/drawingml/2006/main">
              <a:ext uri="{FF2B5EF4-FFF2-40B4-BE49-F238E27FC236}">
                <a16:creationId xmlns:a16="http://schemas.microsoft.com/office/drawing/2014/main" id="{C51C976C-59D5-4D99-ABF0-7BAA3512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 複製整理稿；Codex 先要求計畫，暫不直接執行</a:t>
            </a:r>
          </a:p>
        </p:txBody>
      </p:sp>
      <p:sp>
        <p:nvSpPr>
          <p:cNvPr id="14" name="text-280">
            <a:extLst xmlns:a="http://schemas.openxmlformats.org/drawingml/2006/main">
              <a:ext uri="{FF2B5EF4-FFF2-40B4-BE49-F238E27FC236}">
                <a16:creationId xmlns:a16="http://schemas.microsoft.com/office/drawing/2014/main" id="{444219DF-F3FC-4179-A043-D7E70E95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81">
            <a:extLst xmlns:a="http://schemas.openxmlformats.org/drawingml/2006/main">
              <a:ext uri="{FF2B5EF4-FFF2-40B4-BE49-F238E27FC236}">
                <a16:creationId xmlns:a16="http://schemas.microsoft.com/office/drawing/2014/main" id="{B61F8431-6893-4114-BB1F-16805A0E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人工檢查個資、權限與邊界，再交給 Notebook 或 Codex</a:t>
            </a:r>
          </a:p>
        </p:txBody>
      </p:sp>
      <p:sp>
        <p:nvSpPr>
          <p:cNvPr id="16" name="shape-282">
            <a:extLst xmlns:a="http://schemas.openxmlformats.org/drawingml/2006/main">
              <a:ext uri="{FF2B5EF4-FFF2-40B4-BE49-F238E27FC236}">
                <a16:creationId xmlns:a16="http://schemas.microsoft.com/office/drawing/2014/main" id="{16C5DB68-FDB0-426C-A1F0-092372DA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83">
            <a:extLst xmlns:a="http://schemas.openxmlformats.org/drawingml/2006/main">
              <a:ext uri="{FF2B5EF4-FFF2-40B4-BE49-F238E27FC236}">
                <a16:creationId xmlns:a16="http://schemas.microsoft.com/office/drawing/2014/main" id="{8D83F3A5-34B4-4177-8D66-5E121FBE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84">
            <a:extLst xmlns:a="http://schemas.openxmlformats.org/drawingml/2006/main">
              <a:ext uri="{FF2B5EF4-FFF2-40B4-BE49-F238E27FC236}">
                <a16:creationId xmlns:a16="http://schemas.microsoft.com/office/drawing/2014/main" id="{3BCB8037-A365-49C8-91D3-967E88B7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內容已匿名化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路徑與工具選擇有記錄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至少寫出一個可驗證目標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下一個工具與人工確認點清楚</a:t>
            </a:r>
          </a:p>
        </p:txBody>
      </p:sp>
      <p:sp>
        <p:nvSpPr>
          <p:cNvPr id="19" name="text-825">
            <a:extLst xmlns:a="http://schemas.openxmlformats.org/drawingml/2006/main">
              <a:ext uri="{FF2B5EF4-FFF2-40B4-BE49-F238E27FC236}">
                <a16:creationId xmlns:a16="http://schemas.microsoft.com/office/drawing/2014/main" id="{F61D218C-A8E8-4123-ADF9-51ED82F7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273ac85354747a0"/>
              </a:rPr>
              <a:t>下載 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445e922adef4dfc"/>
              </a:rPr>
              <a:t>Codex Voice ↗</a:t>
            </a:r>
          </a:p>
        </p:txBody>
      </p:sp>
      <p:sp>
        <p:nvSpPr>
          <p:cNvPr id="20" name="shape-862">
            <a:extLst xmlns:a="http://schemas.openxmlformats.org/drawingml/2006/main">
              <a:ext uri="{FF2B5EF4-FFF2-40B4-BE49-F238E27FC236}">
                <a16:creationId xmlns:a16="http://schemas.microsoft.com/office/drawing/2014/main" id="{F5D52064-4AE8-42C8-AA7C-F52A58B7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bc6f97da78424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863">
            <a:extLst xmlns:a="http://schemas.openxmlformats.org/drawingml/2006/main">
              <a:ext uri="{FF2B5EF4-FFF2-40B4-BE49-F238E27FC236}">
                <a16:creationId xmlns:a16="http://schemas.microsoft.com/office/drawing/2014/main" id="{AC6B473A-1E83-4F66-B48C-BA4162C1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0ba91ad2a4494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864">
            <a:extLst xmlns:a="http://schemas.openxmlformats.org/drawingml/2006/main">
              <a:ext uri="{FF2B5EF4-FFF2-40B4-BE49-F238E27FC236}">
                <a16:creationId xmlns:a16="http://schemas.microsoft.com/office/drawing/2014/main" id="{8DD1907B-1F18-4C0B-ACE6-A167E7C5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8352627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85">
            <a:extLst xmlns:a="http://schemas.openxmlformats.org/drawingml/2006/main">
              <a:ext uri="{FF2B5EF4-FFF2-40B4-BE49-F238E27FC236}">
                <a16:creationId xmlns:a16="http://schemas.microsoft.com/office/drawing/2014/main" id="{08D2C4C1-1CB3-46B3-9C32-A5201CCE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→ EVIDENCE → OUTPUT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F1B328-E698-438C-A4D3-C352B2F3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 → 證據 → 作品：兩條路徑可會合</a:t>
            </a:r>
          </a:p>
        </p:txBody>
      </p:sp>
      <p:cxnSp>
        <p:nvCxnSpPr>
          <p:cNvPr id="44" name="shape-2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87">
            <a:extLst xmlns:a="http://schemas.openxmlformats.org/drawingml/2006/main">
              <a:ext uri="{FF2B5EF4-FFF2-40B4-BE49-F238E27FC236}">
                <a16:creationId xmlns:a16="http://schemas.microsoft.com/office/drawing/2014/main" id="{8B65A93E-9709-4C22-A317-BA0C9130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2D7E58-496E-4DF9-AC1A-D4F0532F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88">
            <a:extLst xmlns:a="http://schemas.openxmlformats.org/drawingml/2006/main">
              <a:ext uri="{FF2B5EF4-FFF2-40B4-BE49-F238E27FC236}">
                <a16:creationId xmlns:a16="http://schemas.microsoft.com/office/drawing/2014/main" id="{5ECA4D1C-73E9-40E4-AA67-CC853D71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89">
            <a:extLst xmlns:a="http://schemas.openxmlformats.org/drawingml/2006/main">
              <a:ext uri="{FF2B5EF4-FFF2-40B4-BE49-F238E27FC236}">
                <a16:creationId xmlns:a16="http://schemas.microsoft.com/office/drawing/2014/main" id="{8C7BF09B-CAD4-41B7-B24D-06C141AF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90">
            <a:extLst xmlns:a="http://schemas.openxmlformats.org/drawingml/2006/main">
              <a:ext uri="{FF2B5EF4-FFF2-40B4-BE49-F238E27FC236}">
                <a16:creationId xmlns:a16="http://schemas.microsoft.com/office/drawing/2014/main" id="{5C512AC2-AE7B-4A4E-AF76-F94CD6B1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91">
            <a:extLst xmlns:a="http://schemas.openxmlformats.org/drawingml/2006/main">
              <a:ext uri="{FF2B5EF4-FFF2-40B4-BE49-F238E27FC236}">
                <a16:creationId xmlns:a16="http://schemas.microsoft.com/office/drawing/2014/main" id="{3364A3B8-4ACC-44E6-9C77-90136233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選入口</a:t>
            </a:r>
          </a:p>
        </p:txBody>
      </p:sp>
      <p:sp>
        <p:nvSpPr>
          <p:cNvPr id="10" name="text-292">
            <a:extLst xmlns:a="http://schemas.openxmlformats.org/drawingml/2006/main">
              <a:ext uri="{FF2B5EF4-FFF2-40B4-BE49-F238E27FC236}">
                <a16:creationId xmlns:a16="http://schemas.microsoft.com/office/drawing/2014/main" id="{CB451B2B-F3E5-45C6-9D1D-6BCAB9C1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 跨應用；Codex Voice 工作區內直接說</a:t>
            </a:r>
          </a:p>
        </p:txBody>
      </p:sp>
      <p:sp>
        <p:nvSpPr>
          <p:cNvPr id="11" name="text-293">
            <a:extLst xmlns:a="http://schemas.openxmlformats.org/drawingml/2006/main">
              <a:ext uri="{FF2B5EF4-FFF2-40B4-BE49-F238E27FC236}">
                <a16:creationId xmlns:a16="http://schemas.microsoft.com/office/drawing/2014/main" id="{9AA90C30-6DCF-4CC3-B43A-C1BAD89A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94">
            <a:extLst xmlns:a="http://schemas.openxmlformats.org/drawingml/2006/main">
              <a:ext uri="{FF2B5EF4-FFF2-40B4-BE49-F238E27FC236}">
                <a16:creationId xmlns:a16="http://schemas.microsoft.com/office/drawing/2014/main" id="{4687D3AE-FABC-4176-B06D-32AA8247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295">
            <a:extLst xmlns:a="http://schemas.openxmlformats.org/drawingml/2006/main">
              <a:ext uri="{FF2B5EF4-FFF2-40B4-BE49-F238E27FC236}">
                <a16:creationId xmlns:a16="http://schemas.microsoft.com/office/drawing/2014/main" id="{371AB180-0DA3-415C-AFCF-B58D968B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96">
            <a:extLst xmlns:a="http://schemas.openxmlformats.org/drawingml/2006/main">
              <a:ext uri="{FF2B5EF4-FFF2-40B4-BE49-F238E27FC236}">
                <a16:creationId xmlns:a16="http://schemas.microsoft.com/office/drawing/2014/main" id="{181344F7-73FF-47B1-AB9D-E8A067F1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97">
            <a:extLst xmlns:a="http://schemas.openxmlformats.org/drawingml/2006/main">
              <a:ext uri="{FF2B5EF4-FFF2-40B4-BE49-F238E27FC236}">
                <a16:creationId xmlns:a16="http://schemas.microsoft.com/office/drawing/2014/main" id="{231434F6-7612-46AC-BFE6-BF706B6F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說清楚痛點</a:t>
            </a:r>
          </a:p>
        </p:txBody>
      </p:sp>
      <p:sp>
        <p:nvSpPr>
          <p:cNvPr id="16" name="text-298">
            <a:extLst xmlns:a="http://schemas.openxmlformats.org/drawingml/2006/main">
              <a:ext uri="{FF2B5EF4-FFF2-40B4-BE49-F238E27FC236}">
                <a16:creationId xmlns:a16="http://schemas.microsoft.com/office/drawing/2014/main" id="{ECC6E19B-CF27-4AF5-A17F-1A15C0AD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對象、情境、限制與想完成的改變</a:t>
            </a:r>
          </a:p>
        </p:txBody>
      </p:sp>
      <p:sp>
        <p:nvSpPr>
          <p:cNvPr id="17" name="text-299">
            <a:extLst xmlns:a="http://schemas.openxmlformats.org/drawingml/2006/main">
              <a:ext uri="{FF2B5EF4-FFF2-40B4-BE49-F238E27FC236}">
                <a16:creationId xmlns:a16="http://schemas.microsoft.com/office/drawing/2014/main" id="{DC993711-2ED9-4244-B6E9-61BD559B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300">
            <a:extLst xmlns:a="http://schemas.openxmlformats.org/drawingml/2006/main">
              <a:ext uri="{FF2B5EF4-FFF2-40B4-BE49-F238E27FC236}">
                <a16:creationId xmlns:a16="http://schemas.microsoft.com/office/drawing/2014/main" id="{C9F001FD-A9B0-4AAD-87D1-B684F094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301">
            <a:extLst xmlns:a="http://schemas.openxmlformats.org/drawingml/2006/main">
              <a:ext uri="{FF2B5EF4-FFF2-40B4-BE49-F238E27FC236}">
                <a16:creationId xmlns:a16="http://schemas.microsoft.com/office/drawing/2014/main" id="{975E831A-30D8-4205-8859-FDFA7913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302">
            <a:extLst xmlns:a="http://schemas.openxmlformats.org/drawingml/2006/main">
              <a:ext uri="{FF2B5EF4-FFF2-40B4-BE49-F238E27FC236}">
                <a16:creationId xmlns:a16="http://schemas.microsoft.com/office/drawing/2014/main" id="{861FAAEF-23B9-4D3B-AA8D-1E66D1FF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303">
            <a:extLst xmlns:a="http://schemas.openxmlformats.org/drawingml/2006/main">
              <a:ext uri="{FF2B5EF4-FFF2-40B4-BE49-F238E27FC236}">
                <a16:creationId xmlns:a16="http://schemas.microsoft.com/office/drawing/2014/main" id="{B7A4419A-EA1F-4CF4-8257-7E1E210B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留下可檢查文字</a:t>
            </a:r>
          </a:p>
        </p:txBody>
      </p:sp>
      <p:sp>
        <p:nvSpPr>
          <p:cNvPr id="22" name="text-304">
            <a:extLst xmlns:a="http://schemas.openxmlformats.org/drawingml/2006/main">
              <a:ext uri="{FF2B5EF4-FFF2-40B4-BE49-F238E27FC236}">
                <a16:creationId xmlns:a16="http://schemas.microsoft.com/office/drawing/2014/main" id="{31B14975-5AD1-4B0F-A8BC-A265727D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整理稿或 Agent 計畫，先人工確認</a:t>
            </a:r>
          </a:p>
        </p:txBody>
      </p:sp>
      <p:sp>
        <p:nvSpPr>
          <p:cNvPr id="23" name="text-305">
            <a:extLst xmlns:a="http://schemas.openxmlformats.org/drawingml/2006/main">
              <a:ext uri="{FF2B5EF4-FFF2-40B4-BE49-F238E27FC236}">
                <a16:creationId xmlns:a16="http://schemas.microsoft.com/office/drawing/2014/main" id="{C53CC4CF-7577-409D-B509-C4390574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306">
            <a:extLst xmlns:a="http://schemas.openxmlformats.org/drawingml/2006/main">
              <a:ext uri="{FF2B5EF4-FFF2-40B4-BE49-F238E27FC236}">
                <a16:creationId xmlns:a16="http://schemas.microsoft.com/office/drawing/2014/main" id="{4969FAE5-7058-4B69-B36A-C941A0F4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307">
            <a:extLst xmlns:a="http://schemas.openxmlformats.org/drawingml/2006/main">
              <a:ext uri="{FF2B5EF4-FFF2-40B4-BE49-F238E27FC236}">
                <a16:creationId xmlns:a16="http://schemas.microsoft.com/office/drawing/2014/main" id="{5C29AC86-B9F9-430A-9EC8-DEADAF3E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08">
            <a:extLst xmlns:a="http://schemas.openxmlformats.org/drawingml/2006/main">
              <a:ext uri="{FF2B5EF4-FFF2-40B4-BE49-F238E27FC236}">
                <a16:creationId xmlns:a16="http://schemas.microsoft.com/office/drawing/2014/main" id="{757403DE-F0BC-45A3-9240-508D7542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09">
            <a:extLst xmlns:a="http://schemas.openxmlformats.org/drawingml/2006/main">
              <a:ext uri="{FF2B5EF4-FFF2-40B4-BE49-F238E27FC236}">
                <a16:creationId xmlns:a16="http://schemas.microsoft.com/office/drawing/2014/main" id="{CD3C7876-960E-40DD-B898-5F22A0E6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接到工作流</a:t>
            </a:r>
          </a:p>
        </p:txBody>
      </p:sp>
      <p:sp>
        <p:nvSpPr>
          <p:cNvPr id="28" name="text-310">
            <a:extLst xmlns:a="http://schemas.openxmlformats.org/drawingml/2006/main">
              <a:ext uri="{FF2B5EF4-FFF2-40B4-BE49-F238E27FC236}">
                <a16:creationId xmlns:a16="http://schemas.microsoft.com/office/drawing/2014/main" id="{FFF8DD2B-D253-4E77-B8F2-EA7547FF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 管來源；Codex 管檔案、測試與任務</a:t>
            </a:r>
          </a:p>
        </p:txBody>
      </p:sp>
      <p:sp>
        <p:nvSpPr>
          <p:cNvPr id="29" name="text-311">
            <a:extLst xmlns:a="http://schemas.openxmlformats.org/drawingml/2006/main">
              <a:ext uri="{FF2B5EF4-FFF2-40B4-BE49-F238E27FC236}">
                <a16:creationId xmlns:a16="http://schemas.microsoft.com/office/drawing/2014/main" id="{198C9E24-1427-4F5E-947E-52CFCE65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312">
            <a:extLst xmlns:a="http://schemas.openxmlformats.org/drawingml/2006/main">
              <a:ext uri="{FF2B5EF4-FFF2-40B4-BE49-F238E27FC236}">
                <a16:creationId xmlns:a16="http://schemas.microsoft.com/office/drawing/2014/main" id="{F479B070-E066-46AA-A9C3-B6914932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313">
            <a:extLst xmlns:a="http://schemas.openxmlformats.org/drawingml/2006/main">
              <a:ext uri="{FF2B5EF4-FFF2-40B4-BE49-F238E27FC236}">
                <a16:creationId xmlns:a16="http://schemas.microsoft.com/office/drawing/2014/main" id="{C645624B-172E-4961-8E6A-54DDD710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314">
            <a:extLst xmlns:a="http://schemas.openxmlformats.org/drawingml/2006/main">
              <a:ext uri="{FF2B5EF4-FFF2-40B4-BE49-F238E27FC236}">
                <a16:creationId xmlns:a16="http://schemas.microsoft.com/office/drawing/2014/main" id="{4FB663BD-C4EB-4209-A237-95284501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315">
            <a:extLst xmlns:a="http://schemas.openxmlformats.org/drawingml/2006/main">
              <a:ext uri="{FF2B5EF4-FFF2-40B4-BE49-F238E27FC236}">
                <a16:creationId xmlns:a16="http://schemas.microsoft.com/office/drawing/2014/main" id="{08D22F11-090E-46E4-9D38-C5455252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做成成果</a:t>
            </a:r>
          </a:p>
        </p:txBody>
      </p:sp>
      <p:sp>
        <p:nvSpPr>
          <p:cNvPr id="34" name="text-316">
            <a:extLst xmlns:a="http://schemas.openxmlformats.org/drawingml/2006/main">
              <a:ext uri="{FF2B5EF4-FFF2-40B4-BE49-F238E27FC236}">
                <a16:creationId xmlns:a16="http://schemas.microsoft.com/office/drawing/2014/main" id="{C15EC951-5BB7-4B56-A3C1-D72F39CB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Gem、Canvas、網站或可追查交付</a:t>
            </a:r>
          </a:p>
        </p:txBody>
      </p:sp>
      <p:sp>
        <p:nvSpPr>
          <p:cNvPr id="35" name="text-317">
            <a:extLst xmlns:a="http://schemas.openxmlformats.org/drawingml/2006/main">
              <a:ext uri="{FF2B5EF4-FFF2-40B4-BE49-F238E27FC236}">
                <a16:creationId xmlns:a16="http://schemas.microsoft.com/office/drawing/2014/main" id="{4B34207F-A6E0-4810-B207-EAEC9E05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826">
            <a:extLst xmlns:a="http://schemas.openxmlformats.org/drawingml/2006/main">
              <a:ext uri="{FF2B5EF4-FFF2-40B4-BE49-F238E27FC236}">
                <a16:creationId xmlns:a16="http://schemas.microsoft.com/office/drawing/2014/main" id="{15F6736D-40A2-4285-B76D-D79702F2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470447f80447ed"/>
              </a:rPr>
              <a:t>Typeless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e5df26c7b94247"/>
              </a:rPr>
              <a:t>Codex Voice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722b93e3a14086"/>
              </a:rPr>
              <a:t>Gemini Notebook ↗</a:t>
            </a:r>
          </a:p>
        </p:txBody>
      </p:sp>
      <p:sp>
        <p:nvSpPr>
          <p:cNvPr id="37" name="shape-865">
            <a:extLst xmlns:a="http://schemas.openxmlformats.org/drawingml/2006/main">
              <a:ext uri="{FF2B5EF4-FFF2-40B4-BE49-F238E27FC236}">
                <a16:creationId xmlns:a16="http://schemas.microsoft.com/office/drawing/2014/main" id="{91879F8D-730D-492D-A333-0812BE9A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7b33fb9e27450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866">
            <a:extLst xmlns:a="http://schemas.openxmlformats.org/drawingml/2006/main">
              <a:ext uri="{FF2B5EF4-FFF2-40B4-BE49-F238E27FC236}">
                <a16:creationId xmlns:a16="http://schemas.microsoft.com/office/drawing/2014/main" id="{BF44386F-F1E5-43B9-8B15-45DF1469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7bd38da3a49d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867">
            <a:extLst xmlns:a="http://schemas.openxmlformats.org/drawingml/2006/main">
              <a:ext uri="{FF2B5EF4-FFF2-40B4-BE49-F238E27FC236}">
                <a16:creationId xmlns:a16="http://schemas.microsoft.com/office/drawing/2014/main" id="{398A7D3D-2F9F-4E95-8B9B-A420A3E5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6049482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318">
            <a:extLst xmlns:a="http://schemas.openxmlformats.org/drawingml/2006/main">
              <a:ext uri="{FF2B5EF4-FFF2-40B4-BE49-F238E27FC236}">
                <a16:creationId xmlns:a16="http://schemas.microsoft.com/office/drawing/2014/main" id="{5292A7D9-9E3C-4F78-A50F-92244E17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FE9C5B-A095-4850-8BB1-E47EB83B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3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20">
            <a:extLst xmlns:a="http://schemas.openxmlformats.org/drawingml/2006/main">
              <a:ext uri="{FF2B5EF4-FFF2-40B4-BE49-F238E27FC236}">
                <a16:creationId xmlns:a16="http://schemas.microsoft.com/office/drawing/2014/main" id="{D046C681-D543-4ADF-B5EF-0C5044D4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4F6E7CC-BA42-4148-849A-33329DAA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21">
            <a:extLst xmlns:a="http://schemas.openxmlformats.org/drawingml/2006/main">
              <a:ext uri="{FF2B5EF4-FFF2-40B4-BE49-F238E27FC236}">
                <a16:creationId xmlns:a16="http://schemas.microsoft.com/office/drawing/2014/main" id="{40FACEB7-FA3C-47CD-858C-50E24BA0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22">
            <a:extLst xmlns:a="http://schemas.openxmlformats.org/drawingml/2006/main">
              <a:ext uri="{FF2B5EF4-FFF2-40B4-BE49-F238E27FC236}">
                <a16:creationId xmlns:a16="http://schemas.microsoft.com/office/drawing/2014/main" id="{67D19CB6-86C6-45B6-A8F2-00B76DF5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3">
            <a:extLst xmlns:a="http://schemas.openxmlformats.org/drawingml/2006/main">
              <a:ext uri="{FF2B5EF4-FFF2-40B4-BE49-F238E27FC236}">
                <a16:creationId xmlns:a16="http://schemas.microsoft.com/office/drawing/2014/main" id="{BCE71C12-D50E-4213-ACD7-B89C851B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24">
            <a:extLst xmlns:a="http://schemas.openxmlformats.org/drawingml/2006/main">
              <a:ext uri="{FF2B5EF4-FFF2-40B4-BE49-F238E27FC236}">
                <a16:creationId xmlns:a16="http://schemas.microsoft.com/office/drawing/2014/main" id="{C59C39DC-199A-47B3-9704-0FB91066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325">
            <a:extLst xmlns:a="http://schemas.openxmlformats.org/drawingml/2006/main">
              <a:ext uri="{FF2B5EF4-FFF2-40B4-BE49-F238E27FC236}">
                <a16:creationId xmlns:a16="http://schemas.microsoft.com/office/drawing/2014/main" id="{BB6AB0A0-7A14-4147-A039-2100BF18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326">
            <a:extLst xmlns:a="http://schemas.openxmlformats.org/drawingml/2006/main">
              <a:ext uri="{FF2B5EF4-FFF2-40B4-BE49-F238E27FC236}">
                <a16:creationId xmlns:a16="http://schemas.microsoft.com/office/drawing/2014/main" id="{D5057538-C5A0-4C8C-ABB8-09BCBB4F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27">
            <a:extLst xmlns:a="http://schemas.openxmlformats.org/drawingml/2006/main">
              <a:ext uri="{FF2B5EF4-FFF2-40B4-BE49-F238E27FC236}">
                <a16:creationId xmlns:a16="http://schemas.microsoft.com/office/drawing/2014/main" id="{2A04BD67-383A-4B54-9327-C408B231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28">
            <a:extLst xmlns:a="http://schemas.openxmlformats.org/drawingml/2006/main">
              <a:ext uri="{FF2B5EF4-FFF2-40B4-BE49-F238E27FC236}">
                <a16:creationId xmlns:a16="http://schemas.microsoft.com/office/drawing/2014/main" id="{04AE8740-6A9E-4327-A10F-80686841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29">
            <a:extLst xmlns:a="http://schemas.openxmlformats.org/drawingml/2006/main">
              <a:ext uri="{FF2B5EF4-FFF2-40B4-BE49-F238E27FC236}">
                <a16:creationId xmlns:a16="http://schemas.microsoft.com/office/drawing/2014/main" id="{E956C94B-5CA2-4A3A-B105-6A2C7FB6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30">
            <a:extLst xmlns:a="http://schemas.openxmlformats.org/drawingml/2006/main">
              <a:ext uri="{FF2B5EF4-FFF2-40B4-BE49-F238E27FC236}">
                <a16:creationId xmlns:a16="http://schemas.microsoft.com/office/drawing/2014/main" id="{A222F481-7555-4C28-8738-B396BEB6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331">
            <a:extLst xmlns:a="http://schemas.openxmlformats.org/drawingml/2006/main">
              <a:ext uri="{FF2B5EF4-FFF2-40B4-BE49-F238E27FC236}">
                <a16:creationId xmlns:a16="http://schemas.microsoft.com/office/drawing/2014/main" id="{F9B43D0D-F7C1-4E79-977E-14D19F84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332">
            <a:extLst xmlns:a="http://schemas.openxmlformats.org/drawingml/2006/main">
              <a:ext uri="{FF2B5EF4-FFF2-40B4-BE49-F238E27FC236}">
                <a16:creationId xmlns:a16="http://schemas.microsoft.com/office/drawing/2014/main" id="{4E2800C7-90B3-46FB-B198-499136B7A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333">
            <a:extLst xmlns:a="http://schemas.openxmlformats.org/drawingml/2006/main">
              <a:ext uri="{FF2B5EF4-FFF2-40B4-BE49-F238E27FC236}">
                <a16:creationId xmlns:a16="http://schemas.microsoft.com/office/drawing/2014/main" id="{9BD3B3B4-AE93-4E00-927A-3D1CE19D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334">
            <a:extLst xmlns:a="http://schemas.openxmlformats.org/drawingml/2006/main">
              <a:ext uri="{FF2B5EF4-FFF2-40B4-BE49-F238E27FC236}">
                <a16:creationId xmlns:a16="http://schemas.microsoft.com/office/drawing/2014/main" id="{B1D6131F-E8AD-4450-A9A8-F1C1145D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335">
            <a:extLst xmlns:a="http://schemas.openxmlformats.org/drawingml/2006/main">
              <a:ext uri="{FF2B5EF4-FFF2-40B4-BE49-F238E27FC236}">
                <a16:creationId xmlns:a16="http://schemas.microsoft.com/office/drawing/2014/main" id="{BD66D94A-A84C-44AE-973A-6650CF08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336">
            <a:extLst xmlns:a="http://schemas.openxmlformats.org/drawingml/2006/main">
              <a:ext uri="{FF2B5EF4-FFF2-40B4-BE49-F238E27FC236}">
                <a16:creationId xmlns:a16="http://schemas.microsoft.com/office/drawing/2014/main" id="{10CC9D96-25C3-4539-B1E1-810672A3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337">
            <a:extLst xmlns:a="http://schemas.openxmlformats.org/drawingml/2006/main">
              <a:ext uri="{FF2B5EF4-FFF2-40B4-BE49-F238E27FC236}">
                <a16:creationId xmlns:a16="http://schemas.microsoft.com/office/drawing/2014/main" id="{DD8D11AB-8BAE-4C49-A9B5-D05F263F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338">
            <a:extLst xmlns:a="http://schemas.openxmlformats.org/drawingml/2006/main">
              <a:ext uri="{FF2B5EF4-FFF2-40B4-BE49-F238E27FC236}">
                <a16:creationId xmlns:a16="http://schemas.microsoft.com/office/drawing/2014/main" id="{B6287353-7D38-437C-88B1-4EE4D46E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339">
            <a:extLst xmlns:a="http://schemas.openxmlformats.org/drawingml/2006/main">
              <a:ext uri="{FF2B5EF4-FFF2-40B4-BE49-F238E27FC236}">
                <a16:creationId xmlns:a16="http://schemas.microsoft.com/office/drawing/2014/main" id="{8ABAC228-C3FB-4093-BF90-415F572C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340">
            <a:extLst xmlns:a="http://schemas.openxmlformats.org/drawingml/2006/main">
              <a:ext uri="{FF2B5EF4-FFF2-40B4-BE49-F238E27FC236}">
                <a16:creationId xmlns:a16="http://schemas.microsoft.com/office/drawing/2014/main" id="{5EFA1083-0BE3-497A-8E67-45A626A0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41">
            <a:extLst xmlns:a="http://schemas.openxmlformats.org/drawingml/2006/main">
              <a:ext uri="{FF2B5EF4-FFF2-40B4-BE49-F238E27FC236}">
                <a16:creationId xmlns:a16="http://schemas.microsoft.com/office/drawing/2014/main" id="{0C60675C-CEA7-4412-AE12-70E38A15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42">
            <a:extLst xmlns:a="http://schemas.openxmlformats.org/drawingml/2006/main">
              <a:ext uri="{FF2B5EF4-FFF2-40B4-BE49-F238E27FC236}">
                <a16:creationId xmlns:a16="http://schemas.microsoft.com/office/drawing/2014/main" id="{168004AF-60E6-4662-B9BA-DB65635A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343">
            <a:extLst xmlns:a="http://schemas.openxmlformats.org/drawingml/2006/main">
              <a:ext uri="{FF2B5EF4-FFF2-40B4-BE49-F238E27FC236}">
                <a16:creationId xmlns:a16="http://schemas.microsoft.com/office/drawing/2014/main" id="{AB994645-758C-4ADF-B981-7AD50C69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344">
            <a:extLst xmlns:a="http://schemas.openxmlformats.org/drawingml/2006/main">
              <a:ext uri="{FF2B5EF4-FFF2-40B4-BE49-F238E27FC236}">
                <a16:creationId xmlns:a16="http://schemas.microsoft.com/office/drawing/2014/main" id="{C7E1B9E7-C97C-4207-BBCC-77C47AEC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345">
            <a:extLst xmlns:a="http://schemas.openxmlformats.org/drawingml/2006/main">
              <a:ext uri="{FF2B5EF4-FFF2-40B4-BE49-F238E27FC236}">
                <a16:creationId xmlns:a16="http://schemas.microsoft.com/office/drawing/2014/main" id="{844F14C2-4986-43D8-87C7-950EB6FD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346">
            <a:extLst xmlns:a="http://schemas.openxmlformats.org/drawingml/2006/main">
              <a:ext uri="{FF2B5EF4-FFF2-40B4-BE49-F238E27FC236}">
                <a16:creationId xmlns:a16="http://schemas.microsoft.com/office/drawing/2014/main" id="{B0BEECE1-A673-4892-A393-B37F3C6D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347">
            <a:extLst xmlns:a="http://schemas.openxmlformats.org/drawingml/2006/main">
              <a:ext uri="{FF2B5EF4-FFF2-40B4-BE49-F238E27FC236}">
                <a16:creationId xmlns:a16="http://schemas.microsoft.com/office/drawing/2014/main" id="{79878126-0498-43A8-AC40-FF8F84C6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348">
            <a:extLst xmlns:a="http://schemas.openxmlformats.org/drawingml/2006/main">
              <a:ext uri="{FF2B5EF4-FFF2-40B4-BE49-F238E27FC236}">
                <a16:creationId xmlns:a16="http://schemas.microsoft.com/office/drawing/2014/main" id="{9B3D977C-CE66-4BB1-AEFA-4CF4AD8F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349">
            <a:extLst xmlns:a="http://schemas.openxmlformats.org/drawingml/2006/main">
              <a:ext uri="{FF2B5EF4-FFF2-40B4-BE49-F238E27FC236}">
                <a16:creationId xmlns:a16="http://schemas.microsoft.com/office/drawing/2014/main" id="{14E70818-3225-4AF7-BA41-E90D1806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350">
            <a:extLst xmlns:a="http://schemas.openxmlformats.org/drawingml/2006/main">
              <a:ext uri="{FF2B5EF4-FFF2-40B4-BE49-F238E27FC236}">
                <a16:creationId xmlns:a16="http://schemas.microsoft.com/office/drawing/2014/main" id="{F2BB29AD-C5FD-47C1-93BE-8739434B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11535319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51">
            <a:extLst xmlns:a="http://schemas.openxmlformats.org/drawingml/2006/main">
              <a:ext uri="{FF2B5EF4-FFF2-40B4-BE49-F238E27FC236}">
                <a16:creationId xmlns:a16="http://schemas.microsoft.com/office/drawing/2014/main" id="{6CD88D3F-F9AD-4435-9804-0DEAFDE1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352">
            <a:extLst xmlns:a="http://schemas.openxmlformats.org/drawingml/2006/main">
              <a:ext uri="{FF2B5EF4-FFF2-40B4-BE49-F238E27FC236}">
                <a16:creationId xmlns:a16="http://schemas.microsoft.com/office/drawing/2014/main" id="{0A3FE61B-0306-45D2-B966-3B1506D9A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353">
            <a:extLst xmlns:a="http://schemas.openxmlformats.org/drawingml/2006/main">
              <a:ext uri="{FF2B5EF4-FFF2-40B4-BE49-F238E27FC236}">
                <a16:creationId xmlns:a16="http://schemas.microsoft.com/office/drawing/2014/main" id="{A6D1F791-C88F-4426-AFCB-9A1D9948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354">
            <a:extLst xmlns:a="http://schemas.openxmlformats.org/drawingml/2006/main">
              <a:ext uri="{FF2B5EF4-FFF2-40B4-BE49-F238E27FC236}">
                <a16:creationId xmlns:a16="http://schemas.microsoft.com/office/drawing/2014/main" id="{9C1CA394-559B-4F24-BCB7-8E7DE256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55">
            <a:extLst xmlns:a="http://schemas.openxmlformats.org/drawingml/2006/main">
              <a:ext uri="{FF2B5EF4-FFF2-40B4-BE49-F238E27FC236}">
                <a16:creationId xmlns:a16="http://schemas.microsoft.com/office/drawing/2014/main" id="{36DEEACE-676D-449E-BC1E-DFF00A35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3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57">
            <a:extLst xmlns:a="http://schemas.openxmlformats.org/drawingml/2006/main">
              <a:ext uri="{FF2B5EF4-FFF2-40B4-BE49-F238E27FC236}">
                <a16:creationId xmlns:a16="http://schemas.microsoft.com/office/drawing/2014/main" id="{19B54169-FCE9-4C91-A496-420E8470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B1D8E0-6386-4003-B336-1B1EA73B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827">
            <a:extLst xmlns:a="http://schemas.openxmlformats.org/drawingml/2006/main">
              <a:ext uri="{FF2B5EF4-FFF2-40B4-BE49-F238E27FC236}">
                <a16:creationId xmlns:a16="http://schemas.microsoft.com/office/drawing/2014/main" id="{CD174152-0FBE-49BC-9F0A-CF69D7C2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1cdb6bd060f4e7d"/>
              </a:rPr>
              <a:t>開啟 Gemini Notebook ↗</a:t>
            </a:r>
          </a:p>
        </p:txBody>
      </p:sp>
      <p:sp>
        <p:nvSpPr>
          <p:cNvPr id="10" name="shape-868">
            <a:extLst xmlns:a="http://schemas.openxmlformats.org/drawingml/2006/main">
              <a:ext uri="{FF2B5EF4-FFF2-40B4-BE49-F238E27FC236}">
                <a16:creationId xmlns:a16="http://schemas.microsoft.com/office/drawing/2014/main" id="{A48E531F-F68A-436C-AE6C-F0844E52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9bde6fd7a0427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869">
            <a:extLst xmlns:a="http://schemas.openxmlformats.org/drawingml/2006/main">
              <a:ext uri="{FF2B5EF4-FFF2-40B4-BE49-F238E27FC236}">
                <a16:creationId xmlns:a16="http://schemas.microsoft.com/office/drawing/2014/main" id="{348CE16C-4D5D-43A3-8A0B-5756688D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9632475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358">
            <a:extLst xmlns:a="http://schemas.openxmlformats.org/drawingml/2006/main">
              <a:ext uri="{FF2B5EF4-FFF2-40B4-BE49-F238E27FC236}">
                <a16:creationId xmlns:a16="http://schemas.microsoft.com/office/drawing/2014/main" id="{AC7298B4-6B39-49C6-82C9-CB7FDB7E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6D8CD6-9379-49AA-BD7D-57184054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3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0">
            <a:extLst xmlns:a="http://schemas.openxmlformats.org/drawingml/2006/main">
              <a:ext uri="{FF2B5EF4-FFF2-40B4-BE49-F238E27FC236}">
                <a16:creationId xmlns:a16="http://schemas.microsoft.com/office/drawing/2014/main" id="{46A53D7A-EFE0-4D78-8EAB-AA246C5B7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F74F80-00F2-4CFF-A92A-C67AD697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61">
            <a:extLst xmlns:a="http://schemas.openxmlformats.org/drawingml/2006/main">
              <a:ext uri="{FF2B5EF4-FFF2-40B4-BE49-F238E27FC236}">
                <a16:creationId xmlns:a16="http://schemas.microsoft.com/office/drawing/2014/main" id="{B4219072-C05F-410D-9451-0BBE997E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62">
            <a:extLst xmlns:a="http://schemas.openxmlformats.org/drawingml/2006/main">
              <a:ext uri="{FF2B5EF4-FFF2-40B4-BE49-F238E27FC236}">
                <a16:creationId xmlns:a16="http://schemas.microsoft.com/office/drawing/2014/main" id="{CDEA116F-919D-4F15-AE31-D3818242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63">
            <a:extLst xmlns:a="http://schemas.openxmlformats.org/drawingml/2006/main">
              <a:ext uri="{FF2B5EF4-FFF2-40B4-BE49-F238E27FC236}">
                <a16:creationId xmlns:a16="http://schemas.microsoft.com/office/drawing/2014/main" id="{C3D07C29-3ADB-4B82-AF1D-D6BE82EF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364">
            <a:extLst xmlns:a="http://schemas.openxmlformats.org/drawingml/2006/main">
              <a:ext uri="{FF2B5EF4-FFF2-40B4-BE49-F238E27FC236}">
                <a16:creationId xmlns:a16="http://schemas.microsoft.com/office/drawing/2014/main" id="{DE3F9BFF-8E8A-4FF8-A15A-C48DC880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365">
            <a:extLst xmlns:a="http://schemas.openxmlformats.org/drawingml/2006/main">
              <a:ext uri="{FF2B5EF4-FFF2-40B4-BE49-F238E27FC236}">
                <a16:creationId xmlns:a16="http://schemas.microsoft.com/office/drawing/2014/main" id="{FFECD08F-B1E2-4C7F-8BD8-4EBDADD0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366">
            <a:extLst xmlns:a="http://schemas.openxmlformats.org/drawingml/2006/main">
              <a:ext uri="{FF2B5EF4-FFF2-40B4-BE49-F238E27FC236}">
                <a16:creationId xmlns:a16="http://schemas.microsoft.com/office/drawing/2014/main" id="{1AB6E61D-552D-4305-9426-2D7D6B8C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367">
            <a:extLst xmlns:a="http://schemas.openxmlformats.org/drawingml/2006/main">
              <a:ext uri="{FF2B5EF4-FFF2-40B4-BE49-F238E27FC236}">
                <a16:creationId xmlns:a16="http://schemas.microsoft.com/office/drawing/2014/main" id="{7550626F-924A-4E5E-9913-A971022E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368">
            <a:extLst xmlns:a="http://schemas.openxmlformats.org/drawingml/2006/main">
              <a:ext uri="{FF2B5EF4-FFF2-40B4-BE49-F238E27FC236}">
                <a16:creationId xmlns:a16="http://schemas.microsoft.com/office/drawing/2014/main" id="{0DB5640C-31A7-4188-A451-CA818379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369">
            <a:extLst xmlns:a="http://schemas.openxmlformats.org/drawingml/2006/main">
              <a:ext uri="{FF2B5EF4-FFF2-40B4-BE49-F238E27FC236}">
                <a16:creationId xmlns:a16="http://schemas.microsoft.com/office/drawing/2014/main" id="{91810024-7BBE-4150-B76B-0A2D4AB8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370">
            <a:extLst xmlns:a="http://schemas.openxmlformats.org/drawingml/2006/main">
              <a:ext uri="{FF2B5EF4-FFF2-40B4-BE49-F238E27FC236}">
                <a16:creationId xmlns:a16="http://schemas.microsoft.com/office/drawing/2014/main" id="{FB7C9593-EBD3-4927-B596-BCF5278F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828">
            <a:extLst xmlns:a="http://schemas.openxmlformats.org/drawingml/2006/main">
              <a:ext uri="{FF2B5EF4-FFF2-40B4-BE49-F238E27FC236}">
                <a16:creationId xmlns:a16="http://schemas.microsoft.com/office/drawing/2014/main" id="{2ED80F45-D599-43FE-B66B-BA132870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6c50bdaa3dc4c83"/>
              </a:rPr>
              <a:t>開啟 Gemini Notebook ↗</a:t>
            </a:r>
          </a:p>
        </p:txBody>
      </p:sp>
      <p:sp>
        <p:nvSpPr>
          <p:cNvPr id="19" name="shape-870">
            <a:extLst xmlns:a="http://schemas.openxmlformats.org/drawingml/2006/main">
              <a:ext uri="{FF2B5EF4-FFF2-40B4-BE49-F238E27FC236}">
                <a16:creationId xmlns:a16="http://schemas.microsoft.com/office/drawing/2014/main" id="{10419862-393B-4FAA-9A2D-0C6902E7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747c2ab700421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871">
            <a:extLst xmlns:a="http://schemas.openxmlformats.org/drawingml/2006/main">
              <a:ext uri="{FF2B5EF4-FFF2-40B4-BE49-F238E27FC236}">
                <a16:creationId xmlns:a16="http://schemas.microsoft.com/office/drawing/2014/main" id="{CBAE75F2-D97C-4DB6-8ED8-4487BF24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1593287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371">
            <a:extLst xmlns:a="http://schemas.openxmlformats.org/drawingml/2006/main">
              <a:ext uri="{FF2B5EF4-FFF2-40B4-BE49-F238E27FC236}">
                <a16:creationId xmlns:a16="http://schemas.microsoft.com/office/drawing/2014/main" id="{E35CCC50-000D-48E7-8F7B-57007FD7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7477FA-CB36-44ED-848E-475F8858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37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3">
            <a:extLst xmlns:a="http://schemas.openxmlformats.org/drawingml/2006/main">
              <a:ext uri="{FF2B5EF4-FFF2-40B4-BE49-F238E27FC236}">
                <a16:creationId xmlns:a16="http://schemas.microsoft.com/office/drawing/2014/main" id="{45C5F58F-185E-49F4-9A37-7A09230C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BE85EE-1B42-4508-95D4-5DB9EBEB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74">
            <a:extLst xmlns:a="http://schemas.openxmlformats.org/drawingml/2006/main">
              <a:ext uri="{FF2B5EF4-FFF2-40B4-BE49-F238E27FC236}">
                <a16:creationId xmlns:a16="http://schemas.microsoft.com/office/drawing/2014/main" id="{FE5692BE-6F40-4458-8803-5520302B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75">
            <a:extLst xmlns:a="http://schemas.openxmlformats.org/drawingml/2006/main">
              <a:ext uri="{FF2B5EF4-FFF2-40B4-BE49-F238E27FC236}">
                <a16:creationId xmlns:a16="http://schemas.microsoft.com/office/drawing/2014/main" id="{44DE6E0F-0A79-4011-94F1-3E1DDB74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376">
            <a:extLst xmlns:a="http://schemas.openxmlformats.org/drawingml/2006/main">
              <a:ext uri="{FF2B5EF4-FFF2-40B4-BE49-F238E27FC236}">
                <a16:creationId xmlns:a16="http://schemas.microsoft.com/office/drawing/2014/main" id="{16FF9E44-0EDE-40A6-B80E-E02BDEA5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377">
            <a:extLst xmlns:a="http://schemas.openxmlformats.org/drawingml/2006/main">
              <a:ext uri="{FF2B5EF4-FFF2-40B4-BE49-F238E27FC236}">
                <a16:creationId xmlns:a16="http://schemas.microsoft.com/office/drawing/2014/main" id="{344ED3BC-D16B-4AE8-A2E9-64ADAB33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378">
            <a:extLst xmlns:a="http://schemas.openxmlformats.org/drawingml/2006/main">
              <a:ext uri="{FF2B5EF4-FFF2-40B4-BE49-F238E27FC236}">
                <a16:creationId xmlns:a16="http://schemas.microsoft.com/office/drawing/2014/main" id="{3D226E0F-4461-4E85-9BCD-821F1A30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79">
            <a:extLst xmlns:a="http://schemas.openxmlformats.org/drawingml/2006/main">
              <a:ext uri="{FF2B5EF4-FFF2-40B4-BE49-F238E27FC236}">
                <a16:creationId xmlns:a16="http://schemas.microsoft.com/office/drawing/2014/main" id="{3E56BB6F-CC2F-4830-AD65-A6C1FF45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380">
            <a:extLst xmlns:a="http://schemas.openxmlformats.org/drawingml/2006/main">
              <a:ext uri="{FF2B5EF4-FFF2-40B4-BE49-F238E27FC236}">
                <a16:creationId xmlns:a16="http://schemas.microsoft.com/office/drawing/2014/main" id="{B89D7DAC-01E4-4011-889B-A4E8ABBA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381">
            <a:extLst xmlns:a="http://schemas.openxmlformats.org/drawingml/2006/main">
              <a:ext uri="{FF2B5EF4-FFF2-40B4-BE49-F238E27FC236}">
                <a16:creationId xmlns:a16="http://schemas.microsoft.com/office/drawing/2014/main" id="{7AC155CF-C20A-4954-BF4A-03F7DE78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382">
            <a:extLst xmlns:a="http://schemas.openxmlformats.org/drawingml/2006/main">
              <a:ext uri="{FF2B5EF4-FFF2-40B4-BE49-F238E27FC236}">
                <a16:creationId xmlns:a16="http://schemas.microsoft.com/office/drawing/2014/main" id="{AC24ADBE-900A-44B6-8CCC-375C73A7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83">
            <a:extLst xmlns:a="http://schemas.openxmlformats.org/drawingml/2006/main">
              <a:ext uri="{FF2B5EF4-FFF2-40B4-BE49-F238E27FC236}">
                <a16:creationId xmlns:a16="http://schemas.microsoft.com/office/drawing/2014/main" id="{046CCF0F-1F05-4F85-BD01-7596AD47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384">
            <a:extLst xmlns:a="http://schemas.openxmlformats.org/drawingml/2006/main">
              <a:ext uri="{FF2B5EF4-FFF2-40B4-BE49-F238E27FC236}">
                <a16:creationId xmlns:a16="http://schemas.microsoft.com/office/drawing/2014/main" id="{C9867B51-E99C-43F4-B84A-523BAD24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385">
            <a:extLst xmlns:a="http://schemas.openxmlformats.org/drawingml/2006/main">
              <a:ext uri="{FF2B5EF4-FFF2-40B4-BE49-F238E27FC236}">
                <a16:creationId xmlns:a16="http://schemas.microsoft.com/office/drawing/2014/main" id="{11416146-1F24-42D7-BFEF-15EF2387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829">
            <a:extLst xmlns:a="http://schemas.openxmlformats.org/drawingml/2006/main">
              <a:ext uri="{FF2B5EF4-FFF2-40B4-BE49-F238E27FC236}">
                <a16:creationId xmlns:a16="http://schemas.microsoft.com/office/drawing/2014/main" id="{2002E33F-86F5-4790-8DA6-E072CA10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a73b2fbcaf4ba0"/>
              </a:rPr>
              <a:t>開啟 Gemini Notebook ↗</a:t>
            </a:r>
          </a:p>
        </p:txBody>
      </p:sp>
      <p:sp>
        <p:nvSpPr>
          <p:cNvPr id="19" name="shape-872">
            <a:extLst xmlns:a="http://schemas.openxmlformats.org/drawingml/2006/main">
              <a:ext uri="{FF2B5EF4-FFF2-40B4-BE49-F238E27FC236}">
                <a16:creationId xmlns:a16="http://schemas.microsoft.com/office/drawing/2014/main" id="{88211586-BCBB-4614-AFDC-7061E53F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9974a67d8483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873">
            <a:extLst xmlns:a="http://schemas.openxmlformats.org/drawingml/2006/main">
              <a:ext uri="{FF2B5EF4-FFF2-40B4-BE49-F238E27FC236}">
                <a16:creationId xmlns:a16="http://schemas.microsoft.com/office/drawing/2014/main" id="{92D4E633-94DB-471A-A982-465AE07F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7756853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386">
            <a:extLst xmlns:a="http://schemas.openxmlformats.org/drawingml/2006/main">
              <a:ext uri="{FF2B5EF4-FFF2-40B4-BE49-F238E27FC236}">
                <a16:creationId xmlns:a16="http://schemas.microsoft.com/office/drawing/2014/main" id="{04C9F234-D8E0-4BDF-A391-52140F0E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075393-A3D4-4A63-A857-9B818FE0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3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88">
            <a:extLst xmlns:a="http://schemas.openxmlformats.org/drawingml/2006/main">
              <a:ext uri="{FF2B5EF4-FFF2-40B4-BE49-F238E27FC236}">
                <a16:creationId xmlns:a16="http://schemas.microsoft.com/office/drawing/2014/main" id="{1D5C45C1-29D2-4CE6-8DFE-34DEA9FB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011289-F02F-4200-A031-56FDED01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389">
            <a:extLst xmlns:a="http://schemas.openxmlformats.org/drawingml/2006/main">
              <a:ext uri="{FF2B5EF4-FFF2-40B4-BE49-F238E27FC236}">
                <a16:creationId xmlns:a16="http://schemas.microsoft.com/office/drawing/2014/main" id="{B0ECADAA-7734-4078-AEAF-373B7749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90">
            <a:extLst xmlns:a="http://schemas.openxmlformats.org/drawingml/2006/main">
              <a:ext uri="{FF2B5EF4-FFF2-40B4-BE49-F238E27FC236}">
                <a16:creationId xmlns:a16="http://schemas.microsoft.com/office/drawing/2014/main" id="{A35AFE0F-6E3D-4208-94D3-BBD9799B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91">
            <a:extLst xmlns:a="http://schemas.openxmlformats.org/drawingml/2006/main">
              <a:ext uri="{FF2B5EF4-FFF2-40B4-BE49-F238E27FC236}">
                <a16:creationId xmlns:a16="http://schemas.microsoft.com/office/drawing/2014/main" id="{172ACBC3-2B7B-43F0-A11D-47CF65D2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92">
            <a:extLst xmlns:a="http://schemas.openxmlformats.org/drawingml/2006/main">
              <a:ext uri="{FF2B5EF4-FFF2-40B4-BE49-F238E27FC236}">
                <a16:creationId xmlns:a16="http://schemas.microsoft.com/office/drawing/2014/main" id="{05604F8F-22CB-43A0-8D54-E1F6DB1C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393">
            <a:extLst xmlns:a="http://schemas.openxmlformats.org/drawingml/2006/main">
              <a:ext uri="{FF2B5EF4-FFF2-40B4-BE49-F238E27FC236}">
                <a16:creationId xmlns:a16="http://schemas.microsoft.com/office/drawing/2014/main" id="{3356730F-47B1-43A2-9A26-B2EBF3B7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394">
            <a:extLst xmlns:a="http://schemas.openxmlformats.org/drawingml/2006/main">
              <a:ext uri="{FF2B5EF4-FFF2-40B4-BE49-F238E27FC236}">
                <a16:creationId xmlns:a16="http://schemas.microsoft.com/office/drawing/2014/main" id="{AA5792F9-75AD-4553-8984-9E161663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95">
            <a:extLst xmlns:a="http://schemas.openxmlformats.org/drawingml/2006/main">
              <a:ext uri="{FF2B5EF4-FFF2-40B4-BE49-F238E27FC236}">
                <a16:creationId xmlns:a16="http://schemas.microsoft.com/office/drawing/2014/main" id="{B21BAC0A-272F-445D-B398-A254874F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96">
            <a:extLst xmlns:a="http://schemas.openxmlformats.org/drawingml/2006/main">
              <a:ext uri="{FF2B5EF4-FFF2-40B4-BE49-F238E27FC236}">
                <a16:creationId xmlns:a16="http://schemas.microsoft.com/office/drawing/2014/main" id="{B400A931-971A-4992-887D-8CF0785D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97">
            <a:extLst xmlns:a="http://schemas.openxmlformats.org/drawingml/2006/main">
              <a:ext uri="{FF2B5EF4-FFF2-40B4-BE49-F238E27FC236}">
                <a16:creationId xmlns:a16="http://schemas.microsoft.com/office/drawing/2014/main" id="{1FF2F072-87A1-4F89-A936-DA2EFC43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98">
            <a:extLst xmlns:a="http://schemas.openxmlformats.org/drawingml/2006/main">
              <a:ext uri="{FF2B5EF4-FFF2-40B4-BE49-F238E27FC236}">
                <a16:creationId xmlns:a16="http://schemas.microsoft.com/office/drawing/2014/main" id="{EB5E03C4-BB4C-4980-9137-A9079E3B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399">
            <a:extLst xmlns:a="http://schemas.openxmlformats.org/drawingml/2006/main">
              <a:ext uri="{FF2B5EF4-FFF2-40B4-BE49-F238E27FC236}">
                <a16:creationId xmlns:a16="http://schemas.microsoft.com/office/drawing/2014/main" id="{C91A3082-FB58-444B-8E9D-0B6B903D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400">
            <a:extLst xmlns:a="http://schemas.openxmlformats.org/drawingml/2006/main">
              <a:ext uri="{FF2B5EF4-FFF2-40B4-BE49-F238E27FC236}">
                <a16:creationId xmlns:a16="http://schemas.microsoft.com/office/drawing/2014/main" id="{5A17034D-A93E-4BF7-98E5-6BF78B57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01">
            <a:extLst xmlns:a="http://schemas.openxmlformats.org/drawingml/2006/main">
              <a:ext uri="{FF2B5EF4-FFF2-40B4-BE49-F238E27FC236}">
                <a16:creationId xmlns:a16="http://schemas.microsoft.com/office/drawing/2014/main" id="{BFB21EF5-0BE4-429B-AB8C-48DD9CD2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02">
            <a:extLst xmlns:a="http://schemas.openxmlformats.org/drawingml/2006/main">
              <a:ext uri="{FF2B5EF4-FFF2-40B4-BE49-F238E27FC236}">
                <a16:creationId xmlns:a16="http://schemas.microsoft.com/office/drawing/2014/main" id="{BDD8426B-4062-4EFC-9A14-1057D582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03">
            <a:extLst xmlns:a="http://schemas.openxmlformats.org/drawingml/2006/main">
              <a:ext uri="{FF2B5EF4-FFF2-40B4-BE49-F238E27FC236}">
                <a16:creationId xmlns:a16="http://schemas.microsoft.com/office/drawing/2014/main" id="{557EEB4E-E909-483D-A809-C24ED9C4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04">
            <a:extLst xmlns:a="http://schemas.openxmlformats.org/drawingml/2006/main">
              <a:ext uri="{FF2B5EF4-FFF2-40B4-BE49-F238E27FC236}">
                <a16:creationId xmlns:a16="http://schemas.microsoft.com/office/drawing/2014/main" id="{6F8F5EEF-1A80-4759-A654-E25485A9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405">
            <a:extLst xmlns:a="http://schemas.openxmlformats.org/drawingml/2006/main">
              <a:ext uri="{FF2B5EF4-FFF2-40B4-BE49-F238E27FC236}">
                <a16:creationId xmlns:a16="http://schemas.microsoft.com/office/drawing/2014/main" id="{93278BF8-B9AC-402F-A38D-910B03A5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406">
            <a:extLst xmlns:a="http://schemas.openxmlformats.org/drawingml/2006/main">
              <a:ext uri="{FF2B5EF4-FFF2-40B4-BE49-F238E27FC236}">
                <a16:creationId xmlns:a16="http://schemas.microsoft.com/office/drawing/2014/main" id="{7A66FA16-0438-4C54-B83D-A2EB60DD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07">
            <a:extLst xmlns:a="http://schemas.openxmlformats.org/drawingml/2006/main">
              <a:ext uri="{FF2B5EF4-FFF2-40B4-BE49-F238E27FC236}">
                <a16:creationId xmlns:a16="http://schemas.microsoft.com/office/drawing/2014/main" id="{A3A745F0-6058-48C2-9180-036236EB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08">
            <a:extLst xmlns:a="http://schemas.openxmlformats.org/drawingml/2006/main">
              <a:ext uri="{FF2B5EF4-FFF2-40B4-BE49-F238E27FC236}">
                <a16:creationId xmlns:a16="http://schemas.microsoft.com/office/drawing/2014/main" id="{AEE51EFD-126A-4DDB-95DE-5BE97F0A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09">
            <a:extLst xmlns:a="http://schemas.openxmlformats.org/drawingml/2006/main">
              <a:ext uri="{FF2B5EF4-FFF2-40B4-BE49-F238E27FC236}">
                <a16:creationId xmlns:a16="http://schemas.microsoft.com/office/drawing/2014/main" id="{1E8F63E4-7072-4273-A6FA-1B692AC4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10">
            <a:extLst xmlns:a="http://schemas.openxmlformats.org/drawingml/2006/main">
              <a:ext uri="{FF2B5EF4-FFF2-40B4-BE49-F238E27FC236}">
                <a16:creationId xmlns:a16="http://schemas.microsoft.com/office/drawing/2014/main" id="{2010F0F5-4B2F-425B-8B4C-9DB2C43C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411">
            <a:extLst xmlns:a="http://schemas.openxmlformats.org/drawingml/2006/main">
              <a:ext uri="{FF2B5EF4-FFF2-40B4-BE49-F238E27FC236}">
                <a16:creationId xmlns:a16="http://schemas.microsoft.com/office/drawing/2014/main" id="{067BEBC2-83BD-4EAC-AEC9-6612092C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412">
            <a:extLst xmlns:a="http://schemas.openxmlformats.org/drawingml/2006/main">
              <a:ext uri="{FF2B5EF4-FFF2-40B4-BE49-F238E27FC236}">
                <a16:creationId xmlns:a16="http://schemas.microsoft.com/office/drawing/2014/main" id="{549CC4B8-B18A-4098-93D1-36ABCA19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833">
            <a:extLst xmlns:a="http://schemas.openxmlformats.org/drawingml/2006/main">
              <a:ext uri="{FF2B5EF4-FFF2-40B4-BE49-F238E27FC236}">
                <a16:creationId xmlns:a16="http://schemas.microsoft.com/office/drawing/2014/main" id="{C119BB31-1A35-4F6F-99F3-48162126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a1f6b05b21c4469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60a3f0d63784fcd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bef371fcba045e3"/>
              </a:rPr>
              <a:t>Cockpit ↗</a:t>
            </a:r>
          </a:p>
        </p:txBody>
      </p:sp>
      <p:sp>
        <p:nvSpPr>
          <p:cNvPr id="31" name="shape-880">
            <a:extLst xmlns:a="http://schemas.openxmlformats.org/drawingml/2006/main">
              <a:ext uri="{FF2B5EF4-FFF2-40B4-BE49-F238E27FC236}">
                <a16:creationId xmlns:a16="http://schemas.microsoft.com/office/drawing/2014/main" id="{6A83B3DD-36D0-44F6-9C0C-FC2AC3C7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57c8312254ba0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881">
            <a:extLst xmlns:a="http://schemas.openxmlformats.org/drawingml/2006/main">
              <a:ext uri="{FF2B5EF4-FFF2-40B4-BE49-F238E27FC236}">
                <a16:creationId xmlns:a16="http://schemas.microsoft.com/office/drawing/2014/main" id="{6105AE8E-9CF6-4A36-B51A-59BACF5D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eca4c65c06417d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882">
            <a:extLst xmlns:a="http://schemas.openxmlformats.org/drawingml/2006/main">
              <a:ext uri="{FF2B5EF4-FFF2-40B4-BE49-F238E27FC236}">
                <a16:creationId xmlns:a16="http://schemas.microsoft.com/office/drawing/2014/main" id="{AB5A0D4C-AC97-4789-8FE8-56B463C6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8efda31ea4168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883">
            <a:extLst xmlns:a="http://schemas.openxmlformats.org/drawingml/2006/main">
              <a:ext uri="{FF2B5EF4-FFF2-40B4-BE49-F238E27FC236}">
                <a16:creationId xmlns:a16="http://schemas.microsoft.com/office/drawing/2014/main" id="{CFB37FCB-A42C-41BA-86A4-51758A08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42250126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413">
            <a:extLst xmlns:a="http://schemas.openxmlformats.org/drawingml/2006/main">
              <a:ext uri="{FF2B5EF4-FFF2-40B4-BE49-F238E27FC236}">
                <a16:creationId xmlns:a16="http://schemas.microsoft.com/office/drawing/2014/main" id="{56C0EE70-BE6B-4FC0-8924-D1AE2C04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633A75-820D-4785-905B-7FDD8302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4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15">
            <a:extLst xmlns:a="http://schemas.openxmlformats.org/drawingml/2006/main">
              <a:ext uri="{FF2B5EF4-FFF2-40B4-BE49-F238E27FC236}">
                <a16:creationId xmlns:a16="http://schemas.microsoft.com/office/drawing/2014/main" id="{0CAB3CE1-EF87-4A72-8B22-78C8BB72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27A1DB-6ABA-4D77-B4CC-D06781DA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416">
            <a:extLst xmlns:a="http://schemas.openxmlformats.org/drawingml/2006/main">
              <a:ext uri="{FF2B5EF4-FFF2-40B4-BE49-F238E27FC236}">
                <a16:creationId xmlns:a16="http://schemas.microsoft.com/office/drawing/2014/main" id="{0B087FBC-F87D-4607-A697-9FD7E78D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17">
            <a:extLst xmlns:a="http://schemas.openxmlformats.org/drawingml/2006/main">
              <a:ext uri="{FF2B5EF4-FFF2-40B4-BE49-F238E27FC236}">
                <a16:creationId xmlns:a16="http://schemas.microsoft.com/office/drawing/2014/main" id="{C1B44656-E968-490F-83A5-F1DFB691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18">
            <a:extLst xmlns:a="http://schemas.openxmlformats.org/drawingml/2006/main">
              <a:ext uri="{FF2B5EF4-FFF2-40B4-BE49-F238E27FC236}">
                <a16:creationId xmlns:a16="http://schemas.microsoft.com/office/drawing/2014/main" id="{7A1C8D97-AD60-4D6D-B9BA-D9D0A830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19">
            <a:extLst xmlns:a="http://schemas.openxmlformats.org/drawingml/2006/main">
              <a:ext uri="{FF2B5EF4-FFF2-40B4-BE49-F238E27FC236}">
                <a16:creationId xmlns:a16="http://schemas.microsoft.com/office/drawing/2014/main" id="{B3F75C65-C484-4619-8D1D-E4F29EC7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420">
            <a:extLst xmlns:a="http://schemas.openxmlformats.org/drawingml/2006/main">
              <a:ext uri="{FF2B5EF4-FFF2-40B4-BE49-F238E27FC236}">
                <a16:creationId xmlns:a16="http://schemas.microsoft.com/office/drawing/2014/main" id="{AD1BCADC-D159-4E1E-B63C-C8C79801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21">
            <a:extLst xmlns:a="http://schemas.openxmlformats.org/drawingml/2006/main">
              <a:ext uri="{FF2B5EF4-FFF2-40B4-BE49-F238E27FC236}">
                <a16:creationId xmlns:a16="http://schemas.microsoft.com/office/drawing/2014/main" id="{A62F00B5-8861-4FCB-ADA4-56E0C903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422">
            <a:extLst xmlns:a="http://schemas.openxmlformats.org/drawingml/2006/main">
              <a:ext uri="{FF2B5EF4-FFF2-40B4-BE49-F238E27FC236}">
                <a16:creationId xmlns:a16="http://schemas.microsoft.com/office/drawing/2014/main" id="{F210789A-85D9-4E1F-AECD-9595F587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23">
            <a:extLst xmlns:a="http://schemas.openxmlformats.org/drawingml/2006/main">
              <a:ext uri="{FF2B5EF4-FFF2-40B4-BE49-F238E27FC236}">
                <a16:creationId xmlns:a16="http://schemas.microsoft.com/office/drawing/2014/main" id="{75775DBF-DAC8-45EE-A978-D868FDCB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424">
            <a:extLst xmlns:a="http://schemas.openxmlformats.org/drawingml/2006/main">
              <a:ext uri="{FF2B5EF4-FFF2-40B4-BE49-F238E27FC236}">
                <a16:creationId xmlns:a16="http://schemas.microsoft.com/office/drawing/2014/main" id="{A8AD10B9-CAF0-4D19-893C-5E8656FB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25">
            <a:extLst xmlns:a="http://schemas.openxmlformats.org/drawingml/2006/main">
              <a:ext uri="{FF2B5EF4-FFF2-40B4-BE49-F238E27FC236}">
                <a16:creationId xmlns:a16="http://schemas.microsoft.com/office/drawing/2014/main" id="{17BF2995-9DF3-46FD-BC64-21DFEF43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426">
            <a:extLst xmlns:a="http://schemas.openxmlformats.org/drawingml/2006/main">
              <a:ext uri="{FF2B5EF4-FFF2-40B4-BE49-F238E27FC236}">
                <a16:creationId xmlns:a16="http://schemas.microsoft.com/office/drawing/2014/main" id="{54DBFEC4-0684-461F-9C27-F14E4D2C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27">
            <a:extLst xmlns:a="http://schemas.openxmlformats.org/drawingml/2006/main">
              <a:ext uri="{FF2B5EF4-FFF2-40B4-BE49-F238E27FC236}">
                <a16:creationId xmlns:a16="http://schemas.microsoft.com/office/drawing/2014/main" id="{05E070A4-C01A-4E9E-91A4-4D07CFE3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28">
            <a:extLst xmlns:a="http://schemas.openxmlformats.org/drawingml/2006/main">
              <a:ext uri="{FF2B5EF4-FFF2-40B4-BE49-F238E27FC236}">
                <a16:creationId xmlns:a16="http://schemas.microsoft.com/office/drawing/2014/main" id="{E71AE53B-8A1A-419F-B537-F3DB2C14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834">
            <a:extLst xmlns:a="http://schemas.openxmlformats.org/drawingml/2006/main">
              <a:ext uri="{FF2B5EF4-FFF2-40B4-BE49-F238E27FC236}">
                <a16:creationId xmlns:a16="http://schemas.microsoft.com/office/drawing/2014/main" id="{6B00A74F-DBCE-47F5-960D-7581BEB0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55f00a3f54d4388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f466c19fe04818"/>
              </a:rPr>
              <a:t>Cockpit ↗</a:t>
            </a:r>
          </a:p>
        </p:txBody>
      </p:sp>
      <p:sp>
        <p:nvSpPr>
          <p:cNvPr id="20" name="shape-884">
            <a:extLst xmlns:a="http://schemas.openxmlformats.org/drawingml/2006/main">
              <a:ext uri="{FF2B5EF4-FFF2-40B4-BE49-F238E27FC236}">
                <a16:creationId xmlns:a16="http://schemas.microsoft.com/office/drawing/2014/main" id="{A1C740E9-E37E-4B02-81EC-B2B05ABC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006eec756452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885">
            <a:extLst xmlns:a="http://schemas.openxmlformats.org/drawingml/2006/main">
              <a:ext uri="{FF2B5EF4-FFF2-40B4-BE49-F238E27FC236}">
                <a16:creationId xmlns:a16="http://schemas.microsoft.com/office/drawing/2014/main" id="{3842B9D2-CA48-42A0-BF10-6C3ACC42B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b002b15304eb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886">
            <a:extLst xmlns:a="http://schemas.openxmlformats.org/drawingml/2006/main">
              <a:ext uri="{FF2B5EF4-FFF2-40B4-BE49-F238E27FC236}">
                <a16:creationId xmlns:a16="http://schemas.microsoft.com/office/drawing/2014/main" id="{F668DAA9-3DBF-480F-88FA-2C5A629B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50905119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29">
            <a:extLst xmlns:a="http://schemas.openxmlformats.org/drawingml/2006/main">
              <a:ext uri="{FF2B5EF4-FFF2-40B4-BE49-F238E27FC236}">
                <a16:creationId xmlns:a16="http://schemas.microsoft.com/office/drawing/2014/main" id="{DD25F4DB-7636-4E0E-A1C9-61886D3D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6D4BDA-2B03-4F69-822D-DADB196D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4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1">
            <a:extLst xmlns:a="http://schemas.openxmlformats.org/drawingml/2006/main">
              <a:ext uri="{FF2B5EF4-FFF2-40B4-BE49-F238E27FC236}">
                <a16:creationId xmlns:a16="http://schemas.microsoft.com/office/drawing/2014/main" id="{543FFC4B-1C36-4E07-8BE2-38FD7EAB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607D5F-A4EA-49E5-85F2-5250A164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432">
            <a:extLst xmlns:a="http://schemas.openxmlformats.org/drawingml/2006/main">
              <a:ext uri="{FF2B5EF4-FFF2-40B4-BE49-F238E27FC236}">
                <a16:creationId xmlns:a16="http://schemas.microsoft.com/office/drawing/2014/main" id="{BCB392FA-C802-406A-B264-76EB6045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33">
            <a:extLst xmlns:a="http://schemas.openxmlformats.org/drawingml/2006/main">
              <a:ext uri="{FF2B5EF4-FFF2-40B4-BE49-F238E27FC236}">
                <a16:creationId xmlns:a16="http://schemas.microsoft.com/office/drawing/2014/main" id="{1558ACF1-BC40-4E0F-9AB6-25977B9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34">
            <a:extLst xmlns:a="http://schemas.openxmlformats.org/drawingml/2006/main">
              <a:ext uri="{FF2B5EF4-FFF2-40B4-BE49-F238E27FC236}">
                <a16:creationId xmlns:a16="http://schemas.microsoft.com/office/drawing/2014/main" id="{EFD1596E-894E-42BB-8ED5-D7673927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435">
            <a:extLst xmlns:a="http://schemas.openxmlformats.org/drawingml/2006/main">
              <a:ext uri="{FF2B5EF4-FFF2-40B4-BE49-F238E27FC236}">
                <a16:creationId xmlns:a16="http://schemas.microsoft.com/office/drawing/2014/main" id="{83C6585E-24CA-4386-98C3-B8223C4B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436">
            <a:extLst xmlns:a="http://schemas.openxmlformats.org/drawingml/2006/main">
              <a:ext uri="{FF2B5EF4-FFF2-40B4-BE49-F238E27FC236}">
                <a16:creationId xmlns:a16="http://schemas.microsoft.com/office/drawing/2014/main" id="{449E5264-20A3-4F2B-848B-E557A973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37">
            <a:extLst xmlns:a="http://schemas.openxmlformats.org/drawingml/2006/main">
              <a:ext uri="{FF2B5EF4-FFF2-40B4-BE49-F238E27FC236}">
                <a16:creationId xmlns:a16="http://schemas.microsoft.com/office/drawing/2014/main" id="{0B347546-4124-459A-9E42-9455A07C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38">
            <a:extLst xmlns:a="http://schemas.openxmlformats.org/drawingml/2006/main">
              <a:ext uri="{FF2B5EF4-FFF2-40B4-BE49-F238E27FC236}">
                <a16:creationId xmlns:a16="http://schemas.microsoft.com/office/drawing/2014/main" id="{B7D9F4DB-C688-4361-A780-7F8E900B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439">
            <a:extLst xmlns:a="http://schemas.openxmlformats.org/drawingml/2006/main">
              <a:ext uri="{FF2B5EF4-FFF2-40B4-BE49-F238E27FC236}">
                <a16:creationId xmlns:a16="http://schemas.microsoft.com/office/drawing/2014/main" id="{DCD76895-8741-400B-A4D3-33E6B6FD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440">
            <a:extLst xmlns:a="http://schemas.openxmlformats.org/drawingml/2006/main">
              <a:ext uri="{FF2B5EF4-FFF2-40B4-BE49-F238E27FC236}">
                <a16:creationId xmlns:a16="http://schemas.microsoft.com/office/drawing/2014/main" id="{AF3CEF78-0A35-4E0F-9AA3-CBDD8015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41">
            <a:extLst xmlns:a="http://schemas.openxmlformats.org/drawingml/2006/main">
              <a:ext uri="{FF2B5EF4-FFF2-40B4-BE49-F238E27FC236}">
                <a16:creationId xmlns:a16="http://schemas.microsoft.com/office/drawing/2014/main" id="{F41655A4-292D-43D3-BF55-3D38B66C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42">
            <a:extLst xmlns:a="http://schemas.openxmlformats.org/drawingml/2006/main">
              <a:ext uri="{FF2B5EF4-FFF2-40B4-BE49-F238E27FC236}">
                <a16:creationId xmlns:a16="http://schemas.microsoft.com/office/drawing/2014/main" id="{BAEA0553-3B5B-4B9A-A176-0EA6495C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443">
            <a:extLst xmlns:a="http://schemas.openxmlformats.org/drawingml/2006/main">
              <a:ext uri="{FF2B5EF4-FFF2-40B4-BE49-F238E27FC236}">
                <a16:creationId xmlns:a16="http://schemas.microsoft.com/office/drawing/2014/main" id="{68B886EC-A21A-4926-AB37-3E535727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830">
            <a:extLst xmlns:a="http://schemas.openxmlformats.org/drawingml/2006/main">
              <a:ext uri="{FF2B5EF4-FFF2-40B4-BE49-F238E27FC236}">
                <a16:creationId xmlns:a16="http://schemas.microsoft.com/office/drawing/2014/main" id="{5524750D-6B8C-46FF-AA25-87F00338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5b51941de844905"/>
              </a:rPr>
              <a:t>開啟 Gemini Notebook ↗</a:t>
            </a:r>
          </a:p>
        </p:txBody>
      </p:sp>
      <p:sp>
        <p:nvSpPr>
          <p:cNvPr id="19" name="shape-874">
            <a:extLst xmlns:a="http://schemas.openxmlformats.org/drawingml/2006/main">
              <a:ext uri="{FF2B5EF4-FFF2-40B4-BE49-F238E27FC236}">
                <a16:creationId xmlns:a16="http://schemas.microsoft.com/office/drawing/2014/main" id="{B9764BA6-5745-4B7F-8963-17CAA8E7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ff5cb68a1450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875">
            <a:extLst xmlns:a="http://schemas.openxmlformats.org/drawingml/2006/main">
              <a:ext uri="{FF2B5EF4-FFF2-40B4-BE49-F238E27FC236}">
                <a16:creationId xmlns:a16="http://schemas.microsoft.com/office/drawing/2014/main" id="{245E0EE0-59B2-4E9A-8DCF-2F6C25F3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4200878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44">
            <a:extLst xmlns:a="http://schemas.openxmlformats.org/drawingml/2006/main">
              <a:ext uri="{FF2B5EF4-FFF2-40B4-BE49-F238E27FC236}">
                <a16:creationId xmlns:a16="http://schemas.microsoft.com/office/drawing/2014/main" id="{54C7949F-1145-47AF-AB47-A769BE33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D0053D3-07AE-481E-A7B7-780ED0A9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44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46">
            <a:extLst xmlns:a="http://schemas.openxmlformats.org/drawingml/2006/main">
              <a:ext uri="{FF2B5EF4-FFF2-40B4-BE49-F238E27FC236}">
                <a16:creationId xmlns:a16="http://schemas.microsoft.com/office/drawing/2014/main" id="{8294E9DF-957E-423A-9452-55F3C196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78AAE3-2B29-4D67-90C6-EC5CAFF9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6" name="shape-447">
            <a:extLst xmlns:a="http://schemas.openxmlformats.org/drawingml/2006/main">
              <a:ext uri="{FF2B5EF4-FFF2-40B4-BE49-F238E27FC236}">
                <a16:creationId xmlns:a16="http://schemas.microsoft.com/office/drawing/2014/main" id="{123610E5-5313-4797-8844-E934D00F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48">
            <a:extLst xmlns:a="http://schemas.openxmlformats.org/drawingml/2006/main">
              <a:ext uri="{FF2B5EF4-FFF2-40B4-BE49-F238E27FC236}">
                <a16:creationId xmlns:a16="http://schemas.microsoft.com/office/drawing/2014/main" id="{1A1E0825-AD5C-4C12-84D0-6D2ADEFC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49">
            <a:extLst xmlns:a="http://schemas.openxmlformats.org/drawingml/2006/main">
              <a:ext uri="{FF2B5EF4-FFF2-40B4-BE49-F238E27FC236}">
                <a16:creationId xmlns:a16="http://schemas.microsoft.com/office/drawing/2014/main" id="{9A70F1EF-3BC8-4033-96D0-7FA97C1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450">
            <a:extLst xmlns:a="http://schemas.openxmlformats.org/drawingml/2006/main">
              <a:ext uri="{FF2B5EF4-FFF2-40B4-BE49-F238E27FC236}">
                <a16:creationId xmlns:a16="http://schemas.microsoft.com/office/drawing/2014/main" id="{85935D2E-3704-4E03-BB20-D0AA7F18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451">
            <a:extLst xmlns:a="http://schemas.openxmlformats.org/drawingml/2006/main">
              <a:ext uri="{FF2B5EF4-FFF2-40B4-BE49-F238E27FC236}">
                <a16:creationId xmlns:a16="http://schemas.microsoft.com/office/drawing/2014/main" id="{E124759A-A2F8-4537-B8F2-CF72D069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52">
            <a:extLst xmlns:a="http://schemas.openxmlformats.org/drawingml/2006/main">
              <a:ext uri="{FF2B5EF4-FFF2-40B4-BE49-F238E27FC236}">
                <a16:creationId xmlns:a16="http://schemas.microsoft.com/office/drawing/2014/main" id="{D59848B2-9D22-4270-9E4A-59B85A6C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53">
            <a:extLst xmlns:a="http://schemas.openxmlformats.org/drawingml/2006/main">
              <a:ext uri="{FF2B5EF4-FFF2-40B4-BE49-F238E27FC236}">
                <a16:creationId xmlns:a16="http://schemas.microsoft.com/office/drawing/2014/main" id="{F2368394-5986-4CDD-A506-DCF8FDFF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454">
            <a:extLst xmlns:a="http://schemas.openxmlformats.org/drawingml/2006/main">
              <a:ext uri="{FF2B5EF4-FFF2-40B4-BE49-F238E27FC236}">
                <a16:creationId xmlns:a16="http://schemas.microsoft.com/office/drawing/2014/main" id="{500467D9-4D1C-467D-9E83-FC2E91A0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455">
            <a:extLst xmlns:a="http://schemas.openxmlformats.org/drawingml/2006/main">
              <a:ext uri="{FF2B5EF4-FFF2-40B4-BE49-F238E27FC236}">
                <a16:creationId xmlns:a16="http://schemas.microsoft.com/office/drawing/2014/main" id="{F16357AB-D407-403F-A8A9-3FDA0026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56">
            <a:extLst xmlns:a="http://schemas.openxmlformats.org/drawingml/2006/main">
              <a:ext uri="{FF2B5EF4-FFF2-40B4-BE49-F238E27FC236}">
                <a16:creationId xmlns:a16="http://schemas.microsoft.com/office/drawing/2014/main" id="{C7F16E25-F043-4495-8B95-28ED0F50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57">
            <a:extLst xmlns:a="http://schemas.openxmlformats.org/drawingml/2006/main">
              <a:ext uri="{FF2B5EF4-FFF2-40B4-BE49-F238E27FC236}">
                <a16:creationId xmlns:a16="http://schemas.microsoft.com/office/drawing/2014/main" id="{D6E2C17B-3AD7-40DF-BA42-E636C713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458">
            <a:extLst xmlns:a="http://schemas.openxmlformats.org/drawingml/2006/main">
              <a:ext uri="{FF2B5EF4-FFF2-40B4-BE49-F238E27FC236}">
                <a16:creationId xmlns:a16="http://schemas.microsoft.com/office/drawing/2014/main" id="{40B8D2C4-7584-4EE2-998B-84638E9C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459">
            <a:extLst xmlns:a="http://schemas.openxmlformats.org/drawingml/2006/main">
              <a:ext uri="{FF2B5EF4-FFF2-40B4-BE49-F238E27FC236}">
                <a16:creationId xmlns:a16="http://schemas.microsoft.com/office/drawing/2014/main" id="{F83D3B45-D75E-44E0-924A-C43663D1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60">
            <a:extLst xmlns:a="http://schemas.openxmlformats.org/drawingml/2006/main">
              <a:ext uri="{FF2B5EF4-FFF2-40B4-BE49-F238E27FC236}">
                <a16:creationId xmlns:a16="http://schemas.microsoft.com/office/drawing/2014/main" id="{2170933E-D576-4568-9FB1-8B3116D2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61">
            <a:extLst xmlns:a="http://schemas.openxmlformats.org/drawingml/2006/main">
              <a:ext uri="{FF2B5EF4-FFF2-40B4-BE49-F238E27FC236}">
                <a16:creationId xmlns:a16="http://schemas.microsoft.com/office/drawing/2014/main" id="{1CCC7859-B45C-40F0-ACA9-BD814C0B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462">
            <a:extLst xmlns:a="http://schemas.openxmlformats.org/drawingml/2006/main">
              <a:ext uri="{FF2B5EF4-FFF2-40B4-BE49-F238E27FC236}">
                <a16:creationId xmlns:a16="http://schemas.microsoft.com/office/drawing/2014/main" id="{11AF444E-6865-48C7-9772-712856E2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831">
            <a:extLst xmlns:a="http://schemas.openxmlformats.org/drawingml/2006/main">
              <a:ext uri="{FF2B5EF4-FFF2-40B4-BE49-F238E27FC236}">
                <a16:creationId xmlns:a16="http://schemas.microsoft.com/office/drawing/2014/main" id="{DDB24B30-5DBD-413D-8F78-9EB9E5FB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578f3d069f426f"/>
              </a:rPr>
              <a:t>開啟 Gemini Notebook ↗</a:t>
            </a:r>
          </a:p>
        </p:txBody>
      </p:sp>
      <p:sp>
        <p:nvSpPr>
          <p:cNvPr id="23" name="shape-876">
            <a:extLst xmlns:a="http://schemas.openxmlformats.org/drawingml/2006/main">
              <a:ext uri="{FF2B5EF4-FFF2-40B4-BE49-F238E27FC236}">
                <a16:creationId xmlns:a16="http://schemas.microsoft.com/office/drawing/2014/main" id="{B95CC865-66FD-48BF-95DA-1178B871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fa255ac36425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77">
            <a:extLst xmlns:a="http://schemas.openxmlformats.org/drawingml/2006/main">
              <a:ext uri="{FF2B5EF4-FFF2-40B4-BE49-F238E27FC236}">
                <a16:creationId xmlns:a16="http://schemas.microsoft.com/office/drawing/2014/main" id="{BE8F4C13-FC34-4403-A7EB-7F9AFC17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880954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63">
            <a:extLst xmlns:a="http://schemas.openxmlformats.org/drawingml/2006/main">
              <a:ext uri="{FF2B5EF4-FFF2-40B4-BE49-F238E27FC236}">
                <a16:creationId xmlns:a16="http://schemas.microsoft.com/office/drawing/2014/main" id="{E0C172D9-67F9-4FA8-A67D-7FC095A2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3B896B-3200-4725-8BA8-23357DCF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4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5">
            <a:extLst xmlns:a="http://schemas.openxmlformats.org/drawingml/2006/main">
              <a:ext uri="{FF2B5EF4-FFF2-40B4-BE49-F238E27FC236}">
                <a16:creationId xmlns:a16="http://schemas.microsoft.com/office/drawing/2014/main" id="{967B74A5-983A-4A83-B1B4-0E730811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A5A7F6A-34C8-4B4C-BA9B-F458BC5F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66">
            <a:extLst xmlns:a="http://schemas.openxmlformats.org/drawingml/2006/main">
              <a:ext uri="{FF2B5EF4-FFF2-40B4-BE49-F238E27FC236}">
                <a16:creationId xmlns:a16="http://schemas.microsoft.com/office/drawing/2014/main" id="{E2D0183F-2C4E-4413-840E-1478FDE6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67">
            <a:extLst xmlns:a="http://schemas.openxmlformats.org/drawingml/2006/main">
              <a:ext uri="{FF2B5EF4-FFF2-40B4-BE49-F238E27FC236}">
                <a16:creationId xmlns:a16="http://schemas.microsoft.com/office/drawing/2014/main" id="{84CFC37E-DFBC-4159-998F-5A55E352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68">
            <a:extLst xmlns:a="http://schemas.openxmlformats.org/drawingml/2006/main">
              <a:ext uri="{FF2B5EF4-FFF2-40B4-BE49-F238E27FC236}">
                <a16:creationId xmlns:a16="http://schemas.microsoft.com/office/drawing/2014/main" id="{DAB4BB14-E5D9-4879-A49C-2444ED96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469">
            <a:extLst xmlns:a="http://schemas.openxmlformats.org/drawingml/2006/main">
              <a:ext uri="{FF2B5EF4-FFF2-40B4-BE49-F238E27FC236}">
                <a16:creationId xmlns:a16="http://schemas.microsoft.com/office/drawing/2014/main" id="{1CAC80B8-0A2F-4467-87CE-26E02299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470">
            <a:extLst xmlns:a="http://schemas.openxmlformats.org/drawingml/2006/main">
              <a:ext uri="{FF2B5EF4-FFF2-40B4-BE49-F238E27FC236}">
                <a16:creationId xmlns:a16="http://schemas.microsoft.com/office/drawing/2014/main" id="{D292FD66-4BFC-4251-BD59-547886AB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71">
            <a:extLst xmlns:a="http://schemas.openxmlformats.org/drawingml/2006/main">
              <a:ext uri="{FF2B5EF4-FFF2-40B4-BE49-F238E27FC236}">
                <a16:creationId xmlns:a16="http://schemas.microsoft.com/office/drawing/2014/main" id="{BE15E401-2B35-4E84-8A8E-EEEB6CF2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72">
            <a:extLst xmlns:a="http://schemas.openxmlformats.org/drawingml/2006/main">
              <a:ext uri="{FF2B5EF4-FFF2-40B4-BE49-F238E27FC236}">
                <a16:creationId xmlns:a16="http://schemas.microsoft.com/office/drawing/2014/main" id="{B8B63EDD-DA44-412E-AEA9-EFF3900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473">
            <a:extLst xmlns:a="http://schemas.openxmlformats.org/drawingml/2006/main">
              <a:ext uri="{FF2B5EF4-FFF2-40B4-BE49-F238E27FC236}">
                <a16:creationId xmlns:a16="http://schemas.microsoft.com/office/drawing/2014/main" id="{97C407AC-9263-4927-8D6C-0E2235AE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474">
            <a:extLst xmlns:a="http://schemas.openxmlformats.org/drawingml/2006/main">
              <a:ext uri="{FF2B5EF4-FFF2-40B4-BE49-F238E27FC236}">
                <a16:creationId xmlns:a16="http://schemas.microsoft.com/office/drawing/2014/main" id="{C2FD3D95-094F-4D2E-9A32-84AF6FC5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75">
            <a:extLst xmlns:a="http://schemas.openxmlformats.org/drawingml/2006/main">
              <a:ext uri="{FF2B5EF4-FFF2-40B4-BE49-F238E27FC236}">
                <a16:creationId xmlns:a16="http://schemas.microsoft.com/office/drawing/2014/main" id="{CDB923BF-FC12-4A64-8A66-DB975A0E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76">
            <a:extLst xmlns:a="http://schemas.openxmlformats.org/drawingml/2006/main">
              <a:ext uri="{FF2B5EF4-FFF2-40B4-BE49-F238E27FC236}">
                <a16:creationId xmlns:a16="http://schemas.microsoft.com/office/drawing/2014/main" id="{778D133D-67FC-41FF-8BBF-A201F726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477">
            <a:extLst xmlns:a="http://schemas.openxmlformats.org/drawingml/2006/main">
              <a:ext uri="{FF2B5EF4-FFF2-40B4-BE49-F238E27FC236}">
                <a16:creationId xmlns:a16="http://schemas.microsoft.com/office/drawing/2014/main" id="{F06F31D9-8D0F-4F84-9E67-C180A30A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478">
            <a:extLst xmlns:a="http://schemas.openxmlformats.org/drawingml/2006/main">
              <a:ext uri="{FF2B5EF4-FFF2-40B4-BE49-F238E27FC236}">
                <a16:creationId xmlns:a16="http://schemas.microsoft.com/office/drawing/2014/main" id="{0DEA4946-93B6-4164-8D19-9C9A423B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79">
            <a:extLst xmlns:a="http://schemas.openxmlformats.org/drawingml/2006/main">
              <a:ext uri="{FF2B5EF4-FFF2-40B4-BE49-F238E27FC236}">
                <a16:creationId xmlns:a16="http://schemas.microsoft.com/office/drawing/2014/main" id="{419B1CDF-0109-4955-85BE-1FC7821E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80">
            <a:extLst xmlns:a="http://schemas.openxmlformats.org/drawingml/2006/main">
              <a:ext uri="{FF2B5EF4-FFF2-40B4-BE49-F238E27FC236}">
                <a16:creationId xmlns:a16="http://schemas.microsoft.com/office/drawing/2014/main" id="{E2A2B139-FADD-4DB8-BFC5-DAD42F4B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481">
            <a:extLst xmlns:a="http://schemas.openxmlformats.org/drawingml/2006/main">
              <a:ext uri="{FF2B5EF4-FFF2-40B4-BE49-F238E27FC236}">
                <a16:creationId xmlns:a16="http://schemas.microsoft.com/office/drawing/2014/main" id="{084CE64F-084A-4017-8C7B-A4B689FC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832">
            <a:extLst xmlns:a="http://schemas.openxmlformats.org/drawingml/2006/main">
              <a:ext uri="{FF2B5EF4-FFF2-40B4-BE49-F238E27FC236}">
                <a16:creationId xmlns:a16="http://schemas.microsoft.com/office/drawing/2014/main" id="{C823CC3D-B8B1-4A50-B023-C404BBC7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72f3d6d665349c8"/>
              </a:rPr>
              <a:t>開啟 Gemini Notebook ↗</a:t>
            </a:r>
          </a:p>
        </p:txBody>
      </p:sp>
      <p:sp>
        <p:nvSpPr>
          <p:cNvPr id="23" name="shape-878">
            <a:extLst xmlns:a="http://schemas.openxmlformats.org/drawingml/2006/main">
              <a:ext uri="{FF2B5EF4-FFF2-40B4-BE49-F238E27FC236}">
                <a16:creationId xmlns:a16="http://schemas.microsoft.com/office/drawing/2014/main" id="{5537EB04-0553-48EB-BB3E-C9BE98C3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417b71523c4eb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79">
            <a:extLst xmlns:a="http://schemas.openxmlformats.org/drawingml/2006/main">
              <a:ext uri="{FF2B5EF4-FFF2-40B4-BE49-F238E27FC236}">
                <a16:creationId xmlns:a16="http://schemas.microsoft.com/office/drawing/2014/main" id="{9AFBB919-4E31-401A-9E58-19996C86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18066370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82">
            <a:extLst xmlns:a="http://schemas.openxmlformats.org/drawingml/2006/main">
              <a:ext uri="{FF2B5EF4-FFF2-40B4-BE49-F238E27FC236}">
                <a16:creationId xmlns:a16="http://schemas.microsoft.com/office/drawing/2014/main" id="{5CC38030-C38C-43C7-B3AE-2DD3654A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483">
            <a:extLst xmlns:a="http://schemas.openxmlformats.org/drawingml/2006/main">
              <a:ext uri="{FF2B5EF4-FFF2-40B4-BE49-F238E27FC236}">
                <a16:creationId xmlns:a16="http://schemas.microsoft.com/office/drawing/2014/main" id="{D73D0157-14C8-49C5-9A40-CF90F000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484">
            <a:extLst xmlns:a="http://schemas.openxmlformats.org/drawingml/2006/main">
              <a:ext uri="{FF2B5EF4-FFF2-40B4-BE49-F238E27FC236}">
                <a16:creationId xmlns:a16="http://schemas.microsoft.com/office/drawing/2014/main" id="{91A57798-CE03-408A-B3F0-C5F074D6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485">
            <a:extLst xmlns:a="http://schemas.openxmlformats.org/drawingml/2006/main">
              <a:ext uri="{FF2B5EF4-FFF2-40B4-BE49-F238E27FC236}">
                <a16:creationId xmlns:a16="http://schemas.microsoft.com/office/drawing/2014/main" id="{AEB3054C-98D5-4265-80A7-CEEF7CE4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86">
            <a:extLst xmlns:a="http://schemas.openxmlformats.org/drawingml/2006/main">
              <a:ext uri="{FF2B5EF4-FFF2-40B4-BE49-F238E27FC236}">
                <a16:creationId xmlns:a16="http://schemas.microsoft.com/office/drawing/2014/main" id="{90F0B0A0-93BE-4F8C-8869-6B7C3AFE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88">
            <a:extLst xmlns:a="http://schemas.openxmlformats.org/drawingml/2006/main">
              <a:ext uri="{FF2B5EF4-FFF2-40B4-BE49-F238E27FC236}">
                <a16:creationId xmlns:a16="http://schemas.microsoft.com/office/drawing/2014/main" id="{45E4933B-2A26-4CD6-954D-6CFDE79F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4CD528-EBB9-4E70-AC69-948B1CBB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9" name="text-835">
            <a:extLst xmlns:a="http://schemas.openxmlformats.org/drawingml/2006/main">
              <a:ext uri="{FF2B5EF4-FFF2-40B4-BE49-F238E27FC236}">
                <a16:creationId xmlns:a16="http://schemas.microsoft.com/office/drawing/2014/main" id="{955D989F-3BAC-4B58-B884-8FBD94CE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2d4838ef994707"/>
              </a:rPr>
              <a:t>建立／查看 Gem ↗</a:t>
            </a:r>
          </a:p>
        </p:txBody>
      </p:sp>
      <p:sp>
        <p:nvSpPr>
          <p:cNvPr id="10" name="shape-887">
            <a:extLst xmlns:a="http://schemas.openxmlformats.org/drawingml/2006/main">
              <a:ext uri="{FF2B5EF4-FFF2-40B4-BE49-F238E27FC236}">
                <a16:creationId xmlns:a16="http://schemas.microsoft.com/office/drawing/2014/main" id="{335EB2BE-77C7-42AB-9D7F-0FE4BB313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014914ae6429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888">
            <a:extLst xmlns:a="http://schemas.openxmlformats.org/drawingml/2006/main">
              <a:ext uri="{FF2B5EF4-FFF2-40B4-BE49-F238E27FC236}">
                <a16:creationId xmlns:a16="http://schemas.microsoft.com/office/drawing/2014/main" id="{7F5FF315-30EC-4012-AB7C-B6CAAA1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32004979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489">
            <a:extLst xmlns:a="http://schemas.openxmlformats.org/drawingml/2006/main">
              <a:ext uri="{FF2B5EF4-FFF2-40B4-BE49-F238E27FC236}">
                <a16:creationId xmlns:a16="http://schemas.microsoft.com/office/drawing/2014/main" id="{207CAE3E-943B-4684-8D2A-2C3CFB20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1D6E16-9103-47C6-A8A8-8DBA3E6B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4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1">
            <a:extLst xmlns:a="http://schemas.openxmlformats.org/drawingml/2006/main">
              <a:ext uri="{FF2B5EF4-FFF2-40B4-BE49-F238E27FC236}">
                <a16:creationId xmlns:a16="http://schemas.microsoft.com/office/drawing/2014/main" id="{37F762BB-A944-4BE3-AEB7-AF7D6A44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F9F33C-548D-4858-B847-88787491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492">
            <a:extLst xmlns:a="http://schemas.openxmlformats.org/drawingml/2006/main">
              <a:ext uri="{FF2B5EF4-FFF2-40B4-BE49-F238E27FC236}">
                <a16:creationId xmlns:a16="http://schemas.microsoft.com/office/drawing/2014/main" id="{A47339DD-71D1-4209-84B7-0A17E9E0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93">
            <a:extLst xmlns:a="http://schemas.openxmlformats.org/drawingml/2006/main">
              <a:ext uri="{FF2B5EF4-FFF2-40B4-BE49-F238E27FC236}">
                <a16:creationId xmlns:a16="http://schemas.microsoft.com/office/drawing/2014/main" id="{991592B5-10B7-4BAD-BFD5-75A0F651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94">
            <a:extLst xmlns:a="http://schemas.openxmlformats.org/drawingml/2006/main">
              <a:ext uri="{FF2B5EF4-FFF2-40B4-BE49-F238E27FC236}">
                <a16:creationId xmlns:a16="http://schemas.microsoft.com/office/drawing/2014/main" id="{C7CBB6CB-C17E-4D6D-A5DD-AACB1CEB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495">
            <a:extLst xmlns:a="http://schemas.openxmlformats.org/drawingml/2006/main">
              <a:ext uri="{FF2B5EF4-FFF2-40B4-BE49-F238E27FC236}">
                <a16:creationId xmlns:a16="http://schemas.microsoft.com/office/drawing/2014/main" id="{B6E398C7-E4BC-4A57-B04F-6381733F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496">
            <a:extLst xmlns:a="http://schemas.openxmlformats.org/drawingml/2006/main">
              <a:ext uri="{FF2B5EF4-FFF2-40B4-BE49-F238E27FC236}">
                <a16:creationId xmlns:a16="http://schemas.microsoft.com/office/drawing/2014/main" id="{61FC903A-31A3-4719-8F7D-A8A1A193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497">
            <a:extLst xmlns:a="http://schemas.openxmlformats.org/drawingml/2006/main">
              <a:ext uri="{FF2B5EF4-FFF2-40B4-BE49-F238E27FC236}">
                <a16:creationId xmlns:a16="http://schemas.microsoft.com/office/drawing/2014/main" id="{9C34E3B2-7E43-4768-A81C-5706B2F8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836">
            <a:extLst xmlns:a="http://schemas.openxmlformats.org/drawingml/2006/main">
              <a:ext uri="{FF2B5EF4-FFF2-40B4-BE49-F238E27FC236}">
                <a16:creationId xmlns:a16="http://schemas.microsoft.com/office/drawing/2014/main" id="{0031E42E-31A6-4EB6-9F37-B5926B7C3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ca1bb4e7d224706"/>
              </a:rPr>
              <a:t>建立／查看 Gem ↗</a:t>
            </a:r>
          </a:p>
        </p:txBody>
      </p:sp>
      <p:sp>
        <p:nvSpPr>
          <p:cNvPr id="13" name="shape-889">
            <a:extLst xmlns:a="http://schemas.openxmlformats.org/drawingml/2006/main">
              <a:ext uri="{FF2B5EF4-FFF2-40B4-BE49-F238E27FC236}">
                <a16:creationId xmlns:a16="http://schemas.microsoft.com/office/drawing/2014/main" id="{B48488B7-C23B-446E-AAB6-EAD1903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36d3ed9cf4b3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890">
            <a:extLst xmlns:a="http://schemas.openxmlformats.org/drawingml/2006/main">
              <a:ext uri="{FF2B5EF4-FFF2-40B4-BE49-F238E27FC236}">
                <a16:creationId xmlns:a16="http://schemas.microsoft.com/office/drawing/2014/main" id="{76CA7F70-9F12-46DF-9CE8-8F874F33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622301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98">
            <a:extLst xmlns:a="http://schemas.openxmlformats.org/drawingml/2006/main">
              <a:ext uri="{FF2B5EF4-FFF2-40B4-BE49-F238E27FC236}">
                <a16:creationId xmlns:a16="http://schemas.microsoft.com/office/drawing/2014/main" id="{68627FA5-AE0D-4B0A-9E32-CA3FDF71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4D2A4F-AD91-44DA-AAEC-BC5D1D7E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4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0">
            <a:extLst xmlns:a="http://schemas.openxmlformats.org/drawingml/2006/main">
              <a:ext uri="{FF2B5EF4-FFF2-40B4-BE49-F238E27FC236}">
                <a16:creationId xmlns:a16="http://schemas.microsoft.com/office/drawing/2014/main" id="{5D684A19-F845-4376-82C9-8E34F095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ECFD46-4D07-4C4C-8539-B9BCD22A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501">
            <a:extLst xmlns:a="http://schemas.openxmlformats.org/drawingml/2006/main">
              <a:ext uri="{FF2B5EF4-FFF2-40B4-BE49-F238E27FC236}">
                <a16:creationId xmlns:a16="http://schemas.microsoft.com/office/drawing/2014/main" id="{9FE8E6CD-0D1A-407F-8F84-F9E3B821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02">
            <a:extLst xmlns:a="http://schemas.openxmlformats.org/drawingml/2006/main">
              <a:ext uri="{FF2B5EF4-FFF2-40B4-BE49-F238E27FC236}">
                <a16:creationId xmlns:a16="http://schemas.microsoft.com/office/drawing/2014/main" id="{4F9EBDB0-01DE-4245-BBF2-4D0C2E4B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03">
            <a:extLst xmlns:a="http://schemas.openxmlformats.org/drawingml/2006/main">
              <a:ext uri="{FF2B5EF4-FFF2-40B4-BE49-F238E27FC236}">
                <a16:creationId xmlns:a16="http://schemas.microsoft.com/office/drawing/2014/main" id="{8A2F37DC-2394-469B-9B49-5497B830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504">
            <a:extLst xmlns:a="http://schemas.openxmlformats.org/drawingml/2006/main">
              <a:ext uri="{FF2B5EF4-FFF2-40B4-BE49-F238E27FC236}">
                <a16:creationId xmlns:a16="http://schemas.microsoft.com/office/drawing/2014/main" id="{4AB0D52C-F323-4B87-B205-A8D813A7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505">
            <a:extLst xmlns:a="http://schemas.openxmlformats.org/drawingml/2006/main">
              <a:ext uri="{FF2B5EF4-FFF2-40B4-BE49-F238E27FC236}">
                <a16:creationId xmlns:a16="http://schemas.microsoft.com/office/drawing/2014/main" id="{91914FAB-21AE-44BB-9646-37D8E987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06">
            <a:extLst xmlns:a="http://schemas.openxmlformats.org/drawingml/2006/main">
              <a:ext uri="{FF2B5EF4-FFF2-40B4-BE49-F238E27FC236}">
                <a16:creationId xmlns:a16="http://schemas.microsoft.com/office/drawing/2014/main" id="{024EF629-F5FF-43EF-99C2-F93A8DF1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07">
            <a:extLst xmlns:a="http://schemas.openxmlformats.org/drawingml/2006/main">
              <a:ext uri="{FF2B5EF4-FFF2-40B4-BE49-F238E27FC236}">
                <a16:creationId xmlns:a16="http://schemas.microsoft.com/office/drawing/2014/main" id="{8173A1A6-F589-41E0-AFF2-A5B6886A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508">
            <a:extLst xmlns:a="http://schemas.openxmlformats.org/drawingml/2006/main">
              <a:ext uri="{FF2B5EF4-FFF2-40B4-BE49-F238E27FC236}">
                <a16:creationId xmlns:a16="http://schemas.microsoft.com/office/drawing/2014/main" id="{C2383068-49E7-4C29-A769-5493348F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509">
            <a:extLst xmlns:a="http://schemas.openxmlformats.org/drawingml/2006/main">
              <a:ext uri="{FF2B5EF4-FFF2-40B4-BE49-F238E27FC236}">
                <a16:creationId xmlns:a16="http://schemas.microsoft.com/office/drawing/2014/main" id="{79B719DA-36AF-46CD-8FB1-A0638FE1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10">
            <a:extLst xmlns:a="http://schemas.openxmlformats.org/drawingml/2006/main">
              <a:ext uri="{FF2B5EF4-FFF2-40B4-BE49-F238E27FC236}">
                <a16:creationId xmlns:a16="http://schemas.microsoft.com/office/drawing/2014/main" id="{85BCA528-E122-46D5-A405-94CA20EC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11">
            <a:extLst xmlns:a="http://schemas.openxmlformats.org/drawingml/2006/main">
              <a:ext uri="{FF2B5EF4-FFF2-40B4-BE49-F238E27FC236}">
                <a16:creationId xmlns:a16="http://schemas.microsoft.com/office/drawing/2014/main" id="{3C6A76E6-B6B3-4EF6-854D-E2CEA34D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512">
            <a:extLst xmlns:a="http://schemas.openxmlformats.org/drawingml/2006/main">
              <a:ext uri="{FF2B5EF4-FFF2-40B4-BE49-F238E27FC236}">
                <a16:creationId xmlns:a16="http://schemas.microsoft.com/office/drawing/2014/main" id="{B18F679F-EE08-41BE-98A0-0DAF8EA4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513">
            <a:extLst xmlns:a="http://schemas.openxmlformats.org/drawingml/2006/main">
              <a:ext uri="{FF2B5EF4-FFF2-40B4-BE49-F238E27FC236}">
                <a16:creationId xmlns:a16="http://schemas.microsoft.com/office/drawing/2014/main" id="{361429FC-05B9-4A91-9639-C546AA50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14">
            <a:extLst xmlns:a="http://schemas.openxmlformats.org/drawingml/2006/main">
              <a:ext uri="{FF2B5EF4-FFF2-40B4-BE49-F238E27FC236}">
                <a16:creationId xmlns:a16="http://schemas.microsoft.com/office/drawing/2014/main" id="{5732AD49-13B0-43D7-BB1A-0641506C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515">
            <a:extLst xmlns:a="http://schemas.openxmlformats.org/drawingml/2006/main">
              <a:ext uri="{FF2B5EF4-FFF2-40B4-BE49-F238E27FC236}">
                <a16:creationId xmlns:a16="http://schemas.microsoft.com/office/drawing/2014/main" id="{66881B30-9C5B-4950-A1EF-92669B51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516">
            <a:extLst xmlns:a="http://schemas.openxmlformats.org/drawingml/2006/main">
              <a:ext uri="{FF2B5EF4-FFF2-40B4-BE49-F238E27FC236}">
                <a16:creationId xmlns:a16="http://schemas.microsoft.com/office/drawing/2014/main" id="{201A1260-FEA9-44CF-AA46-BBC6306F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837">
            <a:extLst xmlns:a="http://schemas.openxmlformats.org/drawingml/2006/main">
              <a:ext uri="{FF2B5EF4-FFF2-40B4-BE49-F238E27FC236}">
                <a16:creationId xmlns:a16="http://schemas.microsoft.com/office/drawing/2014/main" id="{0AC1B815-C9A6-4774-A4E5-881DC572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cc8518930954244"/>
              </a:rPr>
              <a:t>建立／查看 Gem ↗</a:t>
            </a:r>
          </a:p>
        </p:txBody>
      </p:sp>
      <p:sp>
        <p:nvSpPr>
          <p:cNvPr id="23" name="shape-891">
            <a:extLst xmlns:a="http://schemas.openxmlformats.org/drawingml/2006/main">
              <a:ext uri="{FF2B5EF4-FFF2-40B4-BE49-F238E27FC236}">
                <a16:creationId xmlns:a16="http://schemas.microsoft.com/office/drawing/2014/main" id="{35A015DA-242E-459B-8991-E45EC6D5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7703008e04d2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92">
            <a:extLst xmlns:a="http://schemas.openxmlformats.org/drawingml/2006/main">
              <a:ext uri="{FF2B5EF4-FFF2-40B4-BE49-F238E27FC236}">
                <a16:creationId xmlns:a16="http://schemas.microsoft.com/office/drawing/2014/main" id="{A4EC407A-DF9D-4973-86F8-FD2D485A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81441714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517">
            <a:extLst xmlns:a="http://schemas.openxmlformats.org/drawingml/2006/main">
              <a:ext uri="{FF2B5EF4-FFF2-40B4-BE49-F238E27FC236}">
                <a16:creationId xmlns:a16="http://schemas.microsoft.com/office/drawing/2014/main" id="{A0507E45-8B4F-40C7-AE6B-9B3BFA55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61D3F4-FF3B-4C64-A4D3-619369FD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5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9">
            <a:extLst xmlns:a="http://schemas.openxmlformats.org/drawingml/2006/main">
              <a:ext uri="{FF2B5EF4-FFF2-40B4-BE49-F238E27FC236}">
                <a16:creationId xmlns:a16="http://schemas.microsoft.com/office/drawing/2014/main" id="{50594D77-9E42-4281-B689-85284200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4278B43-EEF7-4A30-BEC0-6C5D2D7C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text-520">
            <a:extLst xmlns:a="http://schemas.openxmlformats.org/drawingml/2006/main">
              <a:ext uri="{FF2B5EF4-FFF2-40B4-BE49-F238E27FC236}">
                <a16:creationId xmlns:a16="http://schemas.microsoft.com/office/drawing/2014/main" id="{697C655F-0CF6-4F9B-A1CD-8FE234F6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521">
            <a:extLst xmlns:a="http://schemas.openxmlformats.org/drawingml/2006/main">
              <a:ext uri="{FF2B5EF4-FFF2-40B4-BE49-F238E27FC236}">
                <a16:creationId xmlns:a16="http://schemas.microsoft.com/office/drawing/2014/main" id="{84B66A2D-41CD-472B-8C8A-184F08A2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522">
            <a:extLst xmlns:a="http://schemas.openxmlformats.org/drawingml/2006/main">
              <a:ext uri="{FF2B5EF4-FFF2-40B4-BE49-F238E27FC236}">
                <a16:creationId xmlns:a16="http://schemas.microsoft.com/office/drawing/2014/main" id="{DD5DC94C-6D6B-4095-B514-813C3D27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523">
            <a:extLst xmlns:a="http://schemas.openxmlformats.org/drawingml/2006/main">
              <a:ext uri="{FF2B5EF4-FFF2-40B4-BE49-F238E27FC236}">
                <a16:creationId xmlns:a16="http://schemas.microsoft.com/office/drawing/2014/main" id="{B2A21224-234C-4D6B-A1DB-3B34A690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524">
            <a:extLst xmlns:a="http://schemas.openxmlformats.org/drawingml/2006/main">
              <a:ext uri="{FF2B5EF4-FFF2-40B4-BE49-F238E27FC236}">
                <a16:creationId xmlns:a16="http://schemas.microsoft.com/office/drawing/2014/main" id="{FCB6F9DB-3E0E-4362-871E-16AC5CEB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525">
            <a:extLst xmlns:a="http://schemas.openxmlformats.org/drawingml/2006/main">
              <a:ext uri="{FF2B5EF4-FFF2-40B4-BE49-F238E27FC236}">
                <a16:creationId xmlns:a16="http://schemas.microsoft.com/office/drawing/2014/main" id="{A9B62308-9230-4C79-89C6-B704E54A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526">
            <a:extLst xmlns:a="http://schemas.openxmlformats.org/drawingml/2006/main">
              <a:ext uri="{FF2B5EF4-FFF2-40B4-BE49-F238E27FC236}">
                <a16:creationId xmlns:a16="http://schemas.microsoft.com/office/drawing/2014/main" id="{54AA0EB2-A407-4E3D-9EFE-7FDD3783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838">
            <a:extLst xmlns:a="http://schemas.openxmlformats.org/drawingml/2006/main">
              <a:ext uri="{FF2B5EF4-FFF2-40B4-BE49-F238E27FC236}">
                <a16:creationId xmlns:a16="http://schemas.microsoft.com/office/drawing/2014/main" id="{2F7090E0-B387-4F3F-920E-3CFD9406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13bcc342d1e4c8d"/>
              </a:rPr>
              <a:t>建立／查看 Gem ↗</a:t>
            </a:r>
          </a:p>
        </p:txBody>
      </p:sp>
      <p:sp>
        <p:nvSpPr>
          <p:cNvPr id="14" name="shape-893">
            <a:extLst xmlns:a="http://schemas.openxmlformats.org/drawingml/2006/main">
              <a:ext uri="{FF2B5EF4-FFF2-40B4-BE49-F238E27FC236}">
                <a16:creationId xmlns:a16="http://schemas.microsoft.com/office/drawing/2014/main" id="{9475E3DC-EE0D-4074-B625-B6109956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62a6932f5410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894">
            <a:extLst xmlns:a="http://schemas.openxmlformats.org/drawingml/2006/main">
              <a:ext uri="{FF2B5EF4-FFF2-40B4-BE49-F238E27FC236}">
                <a16:creationId xmlns:a16="http://schemas.microsoft.com/office/drawing/2014/main" id="{444759F3-B09E-4F20-9073-266274FB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336651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527">
            <a:extLst xmlns:a="http://schemas.openxmlformats.org/drawingml/2006/main">
              <a:ext uri="{FF2B5EF4-FFF2-40B4-BE49-F238E27FC236}">
                <a16:creationId xmlns:a16="http://schemas.microsoft.com/office/drawing/2014/main" id="{18817DDF-4ADA-438E-B500-8C464668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4309156-B642-4499-B6F3-39F2BE90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5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29">
            <a:extLst xmlns:a="http://schemas.openxmlformats.org/drawingml/2006/main">
              <a:ext uri="{FF2B5EF4-FFF2-40B4-BE49-F238E27FC236}">
                <a16:creationId xmlns:a16="http://schemas.microsoft.com/office/drawing/2014/main" id="{933FBCB6-5150-4A8C-B8EF-2329315B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DBDD53-2F3A-4786-82E3-BB070742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530">
            <a:extLst xmlns:a="http://schemas.openxmlformats.org/drawingml/2006/main">
              <a:ext uri="{FF2B5EF4-FFF2-40B4-BE49-F238E27FC236}">
                <a16:creationId xmlns:a16="http://schemas.microsoft.com/office/drawing/2014/main" id="{482F6BE6-7DA9-4840-81C2-EE4EF2AC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31">
            <a:extLst xmlns:a="http://schemas.openxmlformats.org/drawingml/2006/main">
              <a:ext uri="{FF2B5EF4-FFF2-40B4-BE49-F238E27FC236}">
                <a16:creationId xmlns:a16="http://schemas.microsoft.com/office/drawing/2014/main" id="{2972390F-D7A1-4CC0-82BD-68E1EB4C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32">
            <a:extLst xmlns:a="http://schemas.openxmlformats.org/drawingml/2006/main">
              <a:ext uri="{FF2B5EF4-FFF2-40B4-BE49-F238E27FC236}">
                <a16:creationId xmlns:a16="http://schemas.microsoft.com/office/drawing/2014/main" id="{4CCBD548-6144-4F13-9171-92E30F1F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33">
            <a:extLst xmlns:a="http://schemas.openxmlformats.org/drawingml/2006/main">
              <a:ext uri="{FF2B5EF4-FFF2-40B4-BE49-F238E27FC236}">
                <a16:creationId xmlns:a16="http://schemas.microsoft.com/office/drawing/2014/main" id="{909DB366-75DB-4BE4-B900-FE7E3240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534">
            <a:extLst xmlns:a="http://schemas.openxmlformats.org/drawingml/2006/main">
              <a:ext uri="{FF2B5EF4-FFF2-40B4-BE49-F238E27FC236}">
                <a16:creationId xmlns:a16="http://schemas.microsoft.com/office/drawing/2014/main" id="{1EFE6F05-5F71-4AA1-808D-CDBBEEB1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35">
            <a:extLst xmlns:a="http://schemas.openxmlformats.org/drawingml/2006/main">
              <a:ext uri="{FF2B5EF4-FFF2-40B4-BE49-F238E27FC236}">
                <a16:creationId xmlns:a16="http://schemas.microsoft.com/office/drawing/2014/main" id="{05556DE9-521B-4EF3-8A12-C5E219DF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536">
            <a:extLst xmlns:a="http://schemas.openxmlformats.org/drawingml/2006/main">
              <a:ext uri="{FF2B5EF4-FFF2-40B4-BE49-F238E27FC236}">
                <a16:creationId xmlns:a16="http://schemas.microsoft.com/office/drawing/2014/main" id="{BB4AC612-A835-4CEA-A413-8EF1D95E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37">
            <a:extLst xmlns:a="http://schemas.openxmlformats.org/drawingml/2006/main">
              <a:ext uri="{FF2B5EF4-FFF2-40B4-BE49-F238E27FC236}">
                <a16:creationId xmlns:a16="http://schemas.microsoft.com/office/drawing/2014/main" id="{E35DCB29-B121-4F02-B096-09243E53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538">
            <a:extLst xmlns:a="http://schemas.openxmlformats.org/drawingml/2006/main">
              <a:ext uri="{FF2B5EF4-FFF2-40B4-BE49-F238E27FC236}">
                <a16:creationId xmlns:a16="http://schemas.microsoft.com/office/drawing/2014/main" id="{07B72269-A9B0-43C3-8AED-EE058333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39">
            <a:extLst xmlns:a="http://schemas.openxmlformats.org/drawingml/2006/main">
              <a:ext uri="{FF2B5EF4-FFF2-40B4-BE49-F238E27FC236}">
                <a16:creationId xmlns:a16="http://schemas.microsoft.com/office/drawing/2014/main" id="{1FD91512-FE96-4CF8-97B8-BFCD0501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540">
            <a:extLst xmlns:a="http://schemas.openxmlformats.org/drawingml/2006/main">
              <a:ext uri="{FF2B5EF4-FFF2-40B4-BE49-F238E27FC236}">
                <a16:creationId xmlns:a16="http://schemas.microsoft.com/office/drawing/2014/main" id="{032AD784-E66D-4172-B7AF-8FD1F5E3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41">
            <a:extLst xmlns:a="http://schemas.openxmlformats.org/drawingml/2006/main">
              <a:ext uri="{FF2B5EF4-FFF2-40B4-BE49-F238E27FC236}">
                <a16:creationId xmlns:a16="http://schemas.microsoft.com/office/drawing/2014/main" id="{1636595A-A69E-4953-A2B8-08D6FBD06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42">
            <a:extLst xmlns:a="http://schemas.openxmlformats.org/drawingml/2006/main">
              <a:ext uri="{FF2B5EF4-FFF2-40B4-BE49-F238E27FC236}">
                <a16:creationId xmlns:a16="http://schemas.microsoft.com/office/drawing/2014/main" id="{E295FFE9-F60A-4B35-8CE0-9645FEDB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839">
            <a:extLst xmlns:a="http://schemas.openxmlformats.org/drawingml/2006/main">
              <a:ext uri="{FF2B5EF4-FFF2-40B4-BE49-F238E27FC236}">
                <a16:creationId xmlns:a16="http://schemas.microsoft.com/office/drawing/2014/main" id="{8465DE8D-AAD8-4FF0-89DA-AE03A3A2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d8b2df7af24473"/>
              </a:rPr>
              <a:t>建立／查看 Gem ↗</a:t>
            </a:r>
          </a:p>
        </p:txBody>
      </p:sp>
      <p:sp>
        <p:nvSpPr>
          <p:cNvPr id="20" name="shape-895">
            <a:extLst xmlns:a="http://schemas.openxmlformats.org/drawingml/2006/main">
              <a:ext uri="{FF2B5EF4-FFF2-40B4-BE49-F238E27FC236}">
                <a16:creationId xmlns:a16="http://schemas.microsoft.com/office/drawing/2014/main" id="{9A165C33-970D-4DAB-9A09-64EA416D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e711eae02471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896">
            <a:extLst xmlns:a="http://schemas.openxmlformats.org/drawingml/2006/main">
              <a:ext uri="{FF2B5EF4-FFF2-40B4-BE49-F238E27FC236}">
                <a16:creationId xmlns:a16="http://schemas.microsoft.com/office/drawing/2014/main" id="{3FB4FEC1-F3BE-4BDA-BEDD-71B64DFA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00180919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43">
            <a:extLst xmlns:a="http://schemas.openxmlformats.org/drawingml/2006/main">
              <a:ext uri="{FF2B5EF4-FFF2-40B4-BE49-F238E27FC236}">
                <a16:creationId xmlns:a16="http://schemas.microsoft.com/office/drawing/2014/main" id="{7E964451-5EC3-45F1-8BA2-8498473F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80334E-4674-452A-8C5A-2FEC8003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5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45">
            <a:extLst xmlns:a="http://schemas.openxmlformats.org/drawingml/2006/main">
              <a:ext uri="{FF2B5EF4-FFF2-40B4-BE49-F238E27FC236}">
                <a16:creationId xmlns:a16="http://schemas.microsoft.com/office/drawing/2014/main" id="{45E5E212-D513-467A-A710-C7237877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7E8D9B-C345-456A-BE69-EADEE118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46">
            <a:extLst xmlns:a="http://schemas.openxmlformats.org/drawingml/2006/main">
              <a:ext uri="{FF2B5EF4-FFF2-40B4-BE49-F238E27FC236}">
                <a16:creationId xmlns:a16="http://schemas.microsoft.com/office/drawing/2014/main" id="{DA238F09-063D-4252-B3D8-6520C737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47">
            <a:extLst xmlns:a="http://schemas.openxmlformats.org/drawingml/2006/main">
              <a:ext uri="{FF2B5EF4-FFF2-40B4-BE49-F238E27FC236}">
                <a16:creationId xmlns:a16="http://schemas.microsoft.com/office/drawing/2014/main" id="{4461A6F8-18F9-4CB5-8133-27EB3AB6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48">
            <a:extLst xmlns:a="http://schemas.openxmlformats.org/drawingml/2006/main">
              <a:ext uri="{FF2B5EF4-FFF2-40B4-BE49-F238E27FC236}">
                <a16:creationId xmlns:a16="http://schemas.microsoft.com/office/drawing/2014/main" id="{00CD9F91-494A-4FA0-94AC-6F531A77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549">
            <a:extLst xmlns:a="http://schemas.openxmlformats.org/drawingml/2006/main">
              <a:ext uri="{FF2B5EF4-FFF2-40B4-BE49-F238E27FC236}">
                <a16:creationId xmlns:a16="http://schemas.microsoft.com/office/drawing/2014/main" id="{BA768940-DB97-497B-AD04-C9170735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550">
            <a:extLst xmlns:a="http://schemas.openxmlformats.org/drawingml/2006/main">
              <a:ext uri="{FF2B5EF4-FFF2-40B4-BE49-F238E27FC236}">
                <a16:creationId xmlns:a16="http://schemas.microsoft.com/office/drawing/2014/main" id="{C0853DF6-A630-4A4C-A705-8BC79F10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51">
            <a:extLst xmlns:a="http://schemas.openxmlformats.org/drawingml/2006/main">
              <a:ext uri="{FF2B5EF4-FFF2-40B4-BE49-F238E27FC236}">
                <a16:creationId xmlns:a16="http://schemas.microsoft.com/office/drawing/2014/main" id="{FFF762E7-8737-4068-9ACD-399E4245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52">
            <a:extLst xmlns:a="http://schemas.openxmlformats.org/drawingml/2006/main">
              <a:ext uri="{FF2B5EF4-FFF2-40B4-BE49-F238E27FC236}">
                <a16:creationId xmlns:a16="http://schemas.microsoft.com/office/drawing/2014/main" id="{E90619FB-60A0-4019-8F26-F2D1D9D2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553">
            <a:extLst xmlns:a="http://schemas.openxmlformats.org/drawingml/2006/main">
              <a:ext uri="{FF2B5EF4-FFF2-40B4-BE49-F238E27FC236}">
                <a16:creationId xmlns:a16="http://schemas.microsoft.com/office/drawing/2014/main" id="{21683ABE-1534-4055-9E46-F663CA8D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554">
            <a:extLst xmlns:a="http://schemas.openxmlformats.org/drawingml/2006/main">
              <a:ext uri="{FF2B5EF4-FFF2-40B4-BE49-F238E27FC236}">
                <a16:creationId xmlns:a16="http://schemas.microsoft.com/office/drawing/2014/main" id="{69E07C7F-CFE4-4283-AC52-F404BC14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55">
            <a:extLst xmlns:a="http://schemas.openxmlformats.org/drawingml/2006/main">
              <a:ext uri="{FF2B5EF4-FFF2-40B4-BE49-F238E27FC236}">
                <a16:creationId xmlns:a16="http://schemas.microsoft.com/office/drawing/2014/main" id="{B4E5538E-5222-48DD-AAA2-D7ED77CD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56">
            <a:extLst xmlns:a="http://schemas.openxmlformats.org/drawingml/2006/main">
              <a:ext uri="{FF2B5EF4-FFF2-40B4-BE49-F238E27FC236}">
                <a16:creationId xmlns:a16="http://schemas.microsoft.com/office/drawing/2014/main" id="{621E4057-8C72-4FB8-9988-14999809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557">
            <a:extLst xmlns:a="http://schemas.openxmlformats.org/drawingml/2006/main">
              <a:ext uri="{FF2B5EF4-FFF2-40B4-BE49-F238E27FC236}">
                <a16:creationId xmlns:a16="http://schemas.microsoft.com/office/drawing/2014/main" id="{6DF18A08-67EE-4CAE-9111-F50F4D98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558">
            <a:extLst xmlns:a="http://schemas.openxmlformats.org/drawingml/2006/main">
              <a:ext uri="{FF2B5EF4-FFF2-40B4-BE49-F238E27FC236}">
                <a16:creationId xmlns:a16="http://schemas.microsoft.com/office/drawing/2014/main" id="{AF697EEF-75DD-4C0C-908A-865D28BB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59">
            <a:extLst xmlns:a="http://schemas.openxmlformats.org/drawingml/2006/main">
              <a:ext uri="{FF2B5EF4-FFF2-40B4-BE49-F238E27FC236}">
                <a16:creationId xmlns:a16="http://schemas.microsoft.com/office/drawing/2014/main" id="{DDFC55F1-0163-47A1-BCC6-3B1748D7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60">
            <a:extLst xmlns:a="http://schemas.openxmlformats.org/drawingml/2006/main">
              <a:ext uri="{FF2B5EF4-FFF2-40B4-BE49-F238E27FC236}">
                <a16:creationId xmlns:a16="http://schemas.microsoft.com/office/drawing/2014/main" id="{426E98D9-8EE5-48A1-9AD5-905EA7E6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561">
            <a:extLst xmlns:a="http://schemas.openxmlformats.org/drawingml/2006/main">
              <a:ext uri="{FF2B5EF4-FFF2-40B4-BE49-F238E27FC236}">
                <a16:creationId xmlns:a16="http://schemas.microsoft.com/office/drawing/2014/main" id="{4D5A2580-B77F-43CC-9ED7-6BF7BF01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840">
            <a:extLst xmlns:a="http://schemas.openxmlformats.org/drawingml/2006/main">
              <a:ext uri="{FF2B5EF4-FFF2-40B4-BE49-F238E27FC236}">
                <a16:creationId xmlns:a16="http://schemas.microsoft.com/office/drawing/2014/main" id="{50700A77-70AB-49D6-9557-C1BAE705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5e16bb7a3cf4bc1"/>
              </a:rPr>
              <a:t>建立／查看 Gem ↗</a:t>
            </a:r>
          </a:p>
        </p:txBody>
      </p:sp>
      <p:sp>
        <p:nvSpPr>
          <p:cNvPr id="23" name="shape-897">
            <a:extLst xmlns:a="http://schemas.openxmlformats.org/drawingml/2006/main">
              <a:ext uri="{FF2B5EF4-FFF2-40B4-BE49-F238E27FC236}">
                <a16:creationId xmlns:a16="http://schemas.microsoft.com/office/drawing/2014/main" id="{7DC6A4D8-066D-4869-A000-1D45CE17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e42b8a1544e8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898">
            <a:extLst xmlns:a="http://schemas.openxmlformats.org/drawingml/2006/main">
              <a:ext uri="{FF2B5EF4-FFF2-40B4-BE49-F238E27FC236}">
                <a16:creationId xmlns:a16="http://schemas.microsoft.com/office/drawing/2014/main" id="{A33838F1-FBB0-453A-8419-D5CA9864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32998052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562">
            <a:extLst xmlns:a="http://schemas.openxmlformats.org/drawingml/2006/main">
              <a:ext uri="{FF2B5EF4-FFF2-40B4-BE49-F238E27FC236}">
                <a16:creationId xmlns:a16="http://schemas.microsoft.com/office/drawing/2014/main" id="{DFB54818-AE04-4029-A4E4-60F94969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563">
            <a:extLst xmlns:a="http://schemas.openxmlformats.org/drawingml/2006/main">
              <a:ext uri="{FF2B5EF4-FFF2-40B4-BE49-F238E27FC236}">
                <a16:creationId xmlns:a16="http://schemas.microsoft.com/office/drawing/2014/main" id="{716EB57D-E99E-4691-84BA-10199A5F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564">
            <a:extLst xmlns:a="http://schemas.openxmlformats.org/drawingml/2006/main">
              <a:ext uri="{FF2B5EF4-FFF2-40B4-BE49-F238E27FC236}">
                <a16:creationId xmlns:a16="http://schemas.microsoft.com/office/drawing/2014/main" id="{89F796D4-E0DC-422F-BFF1-4E2C3614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565">
            <a:extLst xmlns:a="http://schemas.openxmlformats.org/drawingml/2006/main">
              <a:ext uri="{FF2B5EF4-FFF2-40B4-BE49-F238E27FC236}">
                <a16:creationId xmlns:a16="http://schemas.microsoft.com/office/drawing/2014/main" id="{62E1714F-61C1-4A40-B85D-DFD0531C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566">
            <a:extLst xmlns:a="http://schemas.openxmlformats.org/drawingml/2006/main">
              <a:ext uri="{FF2B5EF4-FFF2-40B4-BE49-F238E27FC236}">
                <a16:creationId xmlns:a16="http://schemas.microsoft.com/office/drawing/2014/main" id="{2698908C-8ECD-4EF5-BABA-FB5EBA59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5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568">
            <a:extLst xmlns:a="http://schemas.openxmlformats.org/drawingml/2006/main">
              <a:ext uri="{FF2B5EF4-FFF2-40B4-BE49-F238E27FC236}">
                <a16:creationId xmlns:a16="http://schemas.microsoft.com/office/drawing/2014/main" id="{89507599-F2C1-48EE-A628-52CA14DA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F472F8-D671-4A81-9781-B32C5261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841">
            <a:extLst xmlns:a="http://schemas.openxmlformats.org/drawingml/2006/main">
              <a:ext uri="{FF2B5EF4-FFF2-40B4-BE49-F238E27FC236}">
                <a16:creationId xmlns:a16="http://schemas.microsoft.com/office/drawing/2014/main" id="{C2051F53-2645-4405-AACC-FD324E4F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7bc49c975444a7"/>
              </a:rPr>
              <a:t>開啟 Gemini Canvas ↗</a:t>
            </a:r>
          </a:p>
        </p:txBody>
      </p:sp>
      <p:sp>
        <p:nvSpPr>
          <p:cNvPr id="10" name="shape-899">
            <a:extLst xmlns:a="http://schemas.openxmlformats.org/drawingml/2006/main">
              <a:ext uri="{FF2B5EF4-FFF2-40B4-BE49-F238E27FC236}">
                <a16:creationId xmlns:a16="http://schemas.microsoft.com/office/drawing/2014/main" id="{26F2E8F9-321C-4EFE-882C-B4EB8417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82359b7f742b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00">
            <a:extLst xmlns:a="http://schemas.openxmlformats.org/drawingml/2006/main">
              <a:ext uri="{FF2B5EF4-FFF2-40B4-BE49-F238E27FC236}">
                <a16:creationId xmlns:a16="http://schemas.microsoft.com/office/drawing/2014/main" id="{97E97DD2-A294-486F-87EA-CCFE70D8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50394261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69">
            <a:extLst xmlns:a="http://schemas.openxmlformats.org/drawingml/2006/main">
              <a:ext uri="{FF2B5EF4-FFF2-40B4-BE49-F238E27FC236}">
                <a16:creationId xmlns:a16="http://schemas.microsoft.com/office/drawing/2014/main" id="{92FE91A8-4A9B-4C2D-BB89-EF6D80C0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10BCE0-0EFE-4D0A-8B05-43BE3215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5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71">
            <a:extLst xmlns:a="http://schemas.openxmlformats.org/drawingml/2006/main">
              <a:ext uri="{FF2B5EF4-FFF2-40B4-BE49-F238E27FC236}">
                <a16:creationId xmlns:a16="http://schemas.microsoft.com/office/drawing/2014/main" id="{580BD096-988D-4991-95EF-4716E8EE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B9F09F-2BFB-41AB-96E4-8B1711FC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572">
            <a:extLst xmlns:a="http://schemas.openxmlformats.org/drawingml/2006/main">
              <a:ext uri="{FF2B5EF4-FFF2-40B4-BE49-F238E27FC236}">
                <a16:creationId xmlns:a16="http://schemas.microsoft.com/office/drawing/2014/main" id="{4852467B-806D-43FA-AFE9-F6966A37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73">
            <a:extLst xmlns:a="http://schemas.openxmlformats.org/drawingml/2006/main">
              <a:ext uri="{FF2B5EF4-FFF2-40B4-BE49-F238E27FC236}">
                <a16:creationId xmlns:a16="http://schemas.microsoft.com/office/drawing/2014/main" id="{E3DD0808-BEBB-409D-A340-4C94D126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74">
            <a:extLst xmlns:a="http://schemas.openxmlformats.org/drawingml/2006/main">
              <a:ext uri="{FF2B5EF4-FFF2-40B4-BE49-F238E27FC236}">
                <a16:creationId xmlns:a16="http://schemas.microsoft.com/office/drawing/2014/main" id="{D4B4E2D1-5401-4058-B8C9-8975678A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575">
            <a:extLst xmlns:a="http://schemas.openxmlformats.org/drawingml/2006/main">
              <a:ext uri="{FF2B5EF4-FFF2-40B4-BE49-F238E27FC236}">
                <a16:creationId xmlns:a16="http://schemas.microsoft.com/office/drawing/2014/main" id="{86DDE8AE-DEFB-4719-B965-025B6FCC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576">
            <a:extLst xmlns:a="http://schemas.openxmlformats.org/drawingml/2006/main">
              <a:ext uri="{FF2B5EF4-FFF2-40B4-BE49-F238E27FC236}">
                <a16:creationId xmlns:a16="http://schemas.microsoft.com/office/drawing/2014/main" id="{02051052-823A-4CD6-A034-719B7A85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77">
            <a:extLst xmlns:a="http://schemas.openxmlformats.org/drawingml/2006/main">
              <a:ext uri="{FF2B5EF4-FFF2-40B4-BE49-F238E27FC236}">
                <a16:creationId xmlns:a16="http://schemas.microsoft.com/office/drawing/2014/main" id="{83238538-F2E6-451D-8F72-CD8314E2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78">
            <a:extLst xmlns:a="http://schemas.openxmlformats.org/drawingml/2006/main">
              <a:ext uri="{FF2B5EF4-FFF2-40B4-BE49-F238E27FC236}">
                <a16:creationId xmlns:a16="http://schemas.microsoft.com/office/drawing/2014/main" id="{4B9FCB32-98AD-4B51-BDA9-C84E8D82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579">
            <a:extLst xmlns:a="http://schemas.openxmlformats.org/drawingml/2006/main">
              <a:ext uri="{FF2B5EF4-FFF2-40B4-BE49-F238E27FC236}">
                <a16:creationId xmlns:a16="http://schemas.microsoft.com/office/drawing/2014/main" id="{46296577-36C6-438D-9744-0AEEE39E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580">
            <a:extLst xmlns:a="http://schemas.openxmlformats.org/drawingml/2006/main">
              <a:ext uri="{FF2B5EF4-FFF2-40B4-BE49-F238E27FC236}">
                <a16:creationId xmlns:a16="http://schemas.microsoft.com/office/drawing/2014/main" id="{2A10AEEF-6907-4C84-A043-1BE9DCB8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81">
            <a:extLst xmlns:a="http://schemas.openxmlformats.org/drawingml/2006/main">
              <a:ext uri="{FF2B5EF4-FFF2-40B4-BE49-F238E27FC236}">
                <a16:creationId xmlns:a16="http://schemas.microsoft.com/office/drawing/2014/main" id="{F209BE71-5034-45CD-8CAE-2765405C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82">
            <a:extLst xmlns:a="http://schemas.openxmlformats.org/drawingml/2006/main">
              <a:ext uri="{FF2B5EF4-FFF2-40B4-BE49-F238E27FC236}">
                <a16:creationId xmlns:a16="http://schemas.microsoft.com/office/drawing/2014/main" id="{2B75AB62-1B8C-4D08-8F82-C0104CFB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583">
            <a:extLst xmlns:a="http://schemas.openxmlformats.org/drawingml/2006/main">
              <a:ext uri="{FF2B5EF4-FFF2-40B4-BE49-F238E27FC236}">
                <a16:creationId xmlns:a16="http://schemas.microsoft.com/office/drawing/2014/main" id="{C04EE060-8861-4543-8CBC-A22EC764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584">
            <a:extLst xmlns:a="http://schemas.openxmlformats.org/drawingml/2006/main">
              <a:ext uri="{FF2B5EF4-FFF2-40B4-BE49-F238E27FC236}">
                <a16:creationId xmlns:a16="http://schemas.microsoft.com/office/drawing/2014/main" id="{6C63CA2A-FAA4-4AAE-8AD8-A3D32A9F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85">
            <a:extLst xmlns:a="http://schemas.openxmlformats.org/drawingml/2006/main">
              <a:ext uri="{FF2B5EF4-FFF2-40B4-BE49-F238E27FC236}">
                <a16:creationId xmlns:a16="http://schemas.microsoft.com/office/drawing/2014/main" id="{98951907-B3D7-4BA5-A04F-15425011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586">
            <a:extLst xmlns:a="http://schemas.openxmlformats.org/drawingml/2006/main">
              <a:ext uri="{FF2B5EF4-FFF2-40B4-BE49-F238E27FC236}">
                <a16:creationId xmlns:a16="http://schemas.microsoft.com/office/drawing/2014/main" id="{C6A96AA3-6F36-4735-AA6C-1FE86CD7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587">
            <a:extLst xmlns:a="http://schemas.openxmlformats.org/drawingml/2006/main">
              <a:ext uri="{FF2B5EF4-FFF2-40B4-BE49-F238E27FC236}">
                <a16:creationId xmlns:a16="http://schemas.microsoft.com/office/drawing/2014/main" id="{6411229F-47D9-4D3E-881C-9C3B5A2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842">
            <a:extLst xmlns:a="http://schemas.openxmlformats.org/drawingml/2006/main">
              <a:ext uri="{FF2B5EF4-FFF2-40B4-BE49-F238E27FC236}">
                <a16:creationId xmlns:a16="http://schemas.microsoft.com/office/drawing/2014/main" id="{9D893439-66CE-4E2E-854B-8C09A37B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65130de1bce4b62"/>
              </a:rPr>
              <a:t>開啟 Gemini Canvas ↗</a:t>
            </a:r>
          </a:p>
        </p:txBody>
      </p:sp>
      <p:sp>
        <p:nvSpPr>
          <p:cNvPr id="23" name="shape-901">
            <a:extLst xmlns:a="http://schemas.openxmlformats.org/drawingml/2006/main">
              <a:ext uri="{FF2B5EF4-FFF2-40B4-BE49-F238E27FC236}">
                <a16:creationId xmlns:a16="http://schemas.microsoft.com/office/drawing/2014/main" id="{43919915-CB22-4C6D-841C-554B15DA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d7da7bd694dc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02">
            <a:extLst xmlns:a="http://schemas.openxmlformats.org/drawingml/2006/main">
              <a:ext uri="{FF2B5EF4-FFF2-40B4-BE49-F238E27FC236}">
                <a16:creationId xmlns:a16="http://schemas.microsoft.com/office/drawing/2014/main" id="{7A0EE54F-C2B1-4B17-9EE1-CD3011C3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76461029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588">
            <a:extLst xmlns:a="http://schemas.openxmlformats.org/drawingml/2006/main">
              <a:ext uri="{FF2B5EF4-FFF2-40B4-BE49-F238E27FC236}">
                <a16:creationId xmlns:a16="http://schemas.microsoft.com/office/drawing/2014/main" id="{C392CE6B-CB67-4615-838D-1288D136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8DBC4E-7245-4EAE-A402-45E539F1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5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0">
            <a:extLst xmlns:a="http://schemas.openxmlformats.org/drawingml/2006/main">
              <a:ext uri="{FF2B5EF4-FFF2-40B4-BE49-F238E27FC236}">
                <a16:creationId xmlns:a16="http://schemas.microsoft.com/office/drawing/2014/main" id="{071E53AD-AF99-4B7B-9525-FB2881F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9FBCD4A-EF39-40C5-8AFB-788D6086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591">
            <a:extLst xmlns:a="http://schemas.openxmlformats.org/drawingml/2006/main">
              <a:ext uri="{FF2B5EF4-FFF2-40B4-BE49-F238E27FC236}">
                <a16:creationId xmlns:a16="http://schemas.microsoft.com/office/drawing/2014/main" id="{59F2DAE6-CC2B-447B-A079-2A4A8143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592">
            <a:extLst xmlns:a="http://schemas.openxmlformats.org/drawingml/2006/main">
              <a:ext uri="{FF2B5EF4-FFF2-40B4-BE49-F238E27FC236}">
                <a16:creationId xmlns:a16="http://schemas.microsoft.com/office/drawing/2014/main" id="{F1319077-F5D7-45AA-A482-1B39F9FB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93">
            <a:extLst xmlns:a="http://schemas.openxmlformats.org/drawingml/2006/main">
              <a:ext uri="{FF2B5EF4-FFF2-40B4-BE49-F238E27FC236}">
                <a16:creationId xmlns:a16="http://schemas.microsoft.com/office/drawing/2014/main" id="{495A4AB2-3BE2-49BA-BB18-638B5D0E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94">
            <a:extLst xmlns:a="http://schemas.openxmlformats.org/drawingml/2006/main">
              <a:ext uri="{FF2B5EF4-FFF2-40B4-BE49-F238E27FC236}">
                <a16:creationId xmlns:a16="http://schemas.microsoft.com/office/drawing/2014/main" id="{978A7E2E-5A8E-4C36-8AAA-89288142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595">
            <a:extLst xmlns:a="http://schemas.openxmlformats.org/drawingml/2006/main">
              <a:ext uri="{FF2B5EF4-FFF2-40B4-BE49-F238E27FC236}">
                <a16:creationId xmlns:a16="http://schemas.microsoft.com/office/drawing/2014/main" id="{CE125213-2D49-4ADF-BE05-72BDBF8F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596">
            <a:extLst xmlns:a="http://schemas.openxmlformats.org/drawingml/2006/main">
              <a:ext uri="{FF2B5EF4-FFF2-40B4-BE49-F238E27FC236}">
                <a16:creationId xmlns:a16="http://schemas.microsoft.com/office/drawing/2014/main" id="{0BC6F46A-F521-415E-BF84-5A9A1A0A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97">
            <a:extLst xmlns:a="http://schemas.openxmlformats.org/drawingml/2006/main">
              <a:ext uri="{FF2B5EF4-FFF2-40B4-BE49-F238E27FC236}">
                <a16:creationId xmlns:a16="http://schemas.microsoft.com/office/drawing/2014/main" id="{90BBD41B-7625-4DF0-89AE-F86C93A1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598">
            <a:extLst xmlns:a="http://schemas.openxmlformats.org/drawingml/2006/main">
              <a:ext uri="{FF2B5EF4-FFF2-40B4-BE49-F238E27FC236}">
                <a16:creationId xmlns:a16="http://schemas.microsoft.com/office/drawing/2014/main" id="{A482A979-DB10-46CF-ACEE-910A734D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99">
            <a:extLst xmlns:a="http://schemas.openxmlformats.org/drawingml/2006/main">
              <a:ext uri="{FF2B5EF4-FFF2-40B4-BE49-F238E27FC236}">
                <a16:creationId xmlns:a16="http://schemas.microsoft.com/office/drawing/2014/main" id="{9F3142A4-305C-44C9-B178-CAAD7D2D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00">
            <a:extLst xmlns:a="http://schemas.openxmlformats.org/drawingml/2006/main">
              <a:ext uri="{FF2B5EF4-FFF2-40B4-BE49-F238E27FC236}">
                <a16:creationId xmlns:a16="http://schemas.microsoft.com/office/drawing/2014/main" id="{3AD3AF39-0427-4DDF-9937-43C2AFEE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601">
            <a:extLst xmlns:a="http://schemas.openxmlformats.org/drawingml/2006/main">
              <a:ext uri="{FF2B5EF4-FFF2-40B4-BE49-F238E27FC236}">
                <a16:creationId xmlns:a16="http://schemas.microsoft.com/office/drawing/2014/main" id="{48505475-ECCE-48A2-B7A6-8831F98A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602">
            <a:extLst xmlns:a="http://schemas.openxmlformats.org/drawingml/2006/main">
              <a:ext uri="{FF2B5EF4-FFF2-40B4-BE49-F238E27FC236}">
                <a16:creationId xmlns:a16="http://schemas.microsoft.com/office/drawing/2014/main" id="{FFAD99A4-0FF9-4710-8BED-5CE2ADB4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03">
            <a:extLst xmlns:a="http://schemas.openxmlformats.org/drawingml/2006/main">
              <a:ext uri="{FF2B5EF4-FFF2-40B4-BE49-F238E27FC236}">
                <a16:creationId xmlns:a16="http://schemas.microsoft.com/office/drawing/2014/main" id="{AAD4ABB0-8A83-4F79-9167-B58BF428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604">
            <a:extLst xmlns:a="http://schemas.openxmlformats.org/drawingml/2006/main">
              <a:ext uri="{FF2B5EF4-FFF2-40B4-BE49-F238E27FC236}">
                <a16:creationId xmlns:a16="http://schemas.microsoft.com/office/drawing/2014/main" id="{71AD0DAF-83D7-4334-B9A5-6AAB484B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05">
            <a:extLst xmlns:a="http://schemas.openxmlformats.org/drawingml/2006/main">
              <a:ext uri="{FF2B5EF4-FFF2-40B4-BE49-F238E27FC236}">
                <a16:creationId xmlns:a16="http://schemas.microsoft.com/office/drawing/2014/main" id="{6CCCF995-555D-455B-AC84-E0F73477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06">
            <a:extLst xmlns:a="http://schemas.openxmlformats.org/drawingml/2006/main">
              <a:ext uri="{FF2B5EF4-FFF2-40B4-BE49-F238E27FC236}">
                <a16:creationId xmlns:a16="http://schemas.microsoft.com/office/drawing/2014/main" id="{AD80C160-5F57-4CF3-8DC5-D0296EBB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607">
            <a:extLst xmlns:a="http://schemas.openxmlformats.org/drawingml/2006/main">
              <a:ext uri="{FF2B5EF4-FFF2-40B4-BE49-F238E27FC236}">
                <a16:creationId xmlns:a16="http://schemas.microsoft.com/office/drawing/2014/main" id="{AABF54EA-DC52-44BF-9C17-C9E1E3B5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608">
            <a:extLst xmlns:a="http://schemas.openxmlformats.org/drawingml/2006/main">
              <a:ext uri="{FF2B5EF4-FFF2-40B4-BE49-F238E27FC236}">
                <a16:creationId xmlns:a16="http://schemas.microsoft.com/office/drawing/2014/main" id="{C73445B0-07C5-4107-BE0E-6038773F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09">
            <a:extLst xmlns:a="http://schemas.openxmlformats.org/drawingml/2006/main">
              <a:ext uri="{FF2B5EF4-FFF2-40B4-BE49-F238E27FC236}">
                <a16:creationId xmlns:a16="http://schemas.microsoft.com/office/drawing/2014/main" id="{2CBD7A1C-CFF9-43A0-97D2-A5296D2B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610">
            <a:extLst xmlns:a="http://schemas.openxmlformats.org/drawingml/2006/main">
              <a:ext uri="{FF2B5EF4-FFF2-40B4-BE49-F238E27FC236}">
                <a16:creationId xmlns:a16="http://schemas.microsoft.com/office/drawing/2014/main" id="{12D204A2-D842-423C-86D6-6C4D73D4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11">
            <a:extLst xmlns:a="http://schemas.openxmlformats.org/drawingml/2006/main">
              <a:ext uri="{FF2B5EF4-FFF2-40B4-BE49-F238E27FC236}">
                <a16:creationId xmlns:a16="http://schemas.microsoft.com/office/drawing/2014/main" id="{0D768099-A406-423B-A4C0-2D1FE603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12">
            <a:extLst xmlns:a="http://schemas.openxmlformats.org/drawingml/2006/main">
              <a:ext uri="{FF2B5EF4-FFF2-40B4-BE49-F238E27FC236}">
                <a16:creationId xmlns:a16="http://schemas.microsoft.com/office/drawing/2014/main" id="{839CCE7F-2952-4ED6-B17F-DE6115FE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613">
            <a:extLst xmlns:a="http://schemas.openxmlformats.org/drawingml/2006/main">
              <a:ext uri="{FF2B5EF4-FFF2-40B4-BE49-F238E27FC236}">
                <a16:creationId xmlns:a16="http://schemas.microsoft.com/office/drawing/2014/main" id="{9896FCCD-0B2E-4744-9558-D5497E5E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614">
            <a:extLst xmlns:a="http://schemas.openxmlformats.org/drawingml/2006/main">
              <a:ext uri="{FF2B5EF4-FFF2-40B4-BE49-F238E27FC236}">
                <a16:creationId xmlns:a16="http://schemas.microsoft.com/office/drawing/2014/main" id="{6E30E85F-D3C3-48C4-9DA4-A6DE8ACB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843">
            <a:extLst xmlns:a="http://schemas.openxmlformats.org/drawingml/2006/main">
              <a:ext uri="{FF2B5EF4-FFF2-40B4-BE49-F238E27FC236}">
                <a16:creationId xmlns:a16="http://schemas.microsoft.com/office/drawing/2014/main" id="{3C6DF5C2-D899-495F-ABC9-C2D59C9C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e1d03ecbf64b2f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e07230110fe46c2"/>
              </a:rPr>
              <a:t>會議紀錄系統 ↗</a:t>
            </a:r>
          </a:p>
        </p:txBody>
      </p:sp>
      <p:sp>
        <p:nvSpPr>
          <p:cNvPr id="31" name="shape-903">
            <a:extLst xmlns:a="http://schemas.openxmlformats.org/drawingml/2006/main">
              <a:ext uri="{FF2B5EF4-FFF2-40B4-BE49-F238E27FC236}">
                <a16:creationId xmlns:a16="http://schemas.microsoft.com/office/drawing/2014/main" id="{20AC6A57-D9A6-4C1B-B137-21F1519E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6626a6654248d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904">
            <a:extLst xmlns:a="http://schemas.openxmlformats.org/drawingml/2006/main">
              <a:ext uri="{FF2B5EF4-FFF2-40B4-BE49-F238E27FC236}">
                <a16:creationId xmlns:a16="http://schemas.microsoft.com/office/drawing/2014/main" id="{FC1E2AEE-A731-4C65-A97D-65A9BFB9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4d15ce4b184c4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905">
            <a:extLst xmlns:a="http://schemas.openxmlformats.org/drawingml/2006/main">
              <a:ext uri="{FF2B5EF4-FFF2-40B4-BE49-F238E27FC236}">
                <a16:creationId xmlns:a16="http://schemas.microsoft.com/office/drawing/2014/main" id="{0ABC71AB-DE14-40D1-97FF-0D4F35C3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75857502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615">
            <a:extLst xmlns:a="http://schemas.openxmlformats.org/drawingml/2006/main">
              <a:ext uri="{FF2B5EF4-FFF2-40B4-BE49-F238E27FC236}">
                <a16:creationId xmlns:a16="http://schemas.microsoft.com/office/drawing/2014/main" id="{E483FE2B-9B5C-46E4-A3C5-93A7ACCB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6168EA-A174-4F3E-884B-276BB98B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6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7">
            <a:extLst xmlns:a="http://schemas.openxmlformats.org/drawingml/2006/main">
              <a:ext uri="{FF2B5EF4-FFF2-40B4-BE49-F238E27FC236}">
                <a16:creationId xmlns:a16="http://schemas.microsoft.com/office/drawing/2014/main" id="{A277B921-448A-4B81-A8DB-4E88BA22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A0E1E3F-5663-4BEC-8487-E39AAE86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text-618">
            <a:extLst xmlns:a="http://schemas.openxmlformats.org/drawingml/2006/main">
              <a:ext uri="{FF2B5EF4-FFF2-40B4-BE49-F238E27FC236}">
                <a16:creationId xmlns:a16="http://schemas.microsoft.com/office/drawing/2014/main" id="{FE2E7A1E-71A5-417F-B8E2-1AC6DAA3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19">
            <a:extLst xmlns:a="http://schemas.openxmlformats.org/drawingml/2006/main">
              <a:ext uri="{FF2B5EF4-FFF2-40B4-BE49-F238E27FC236}">
                <a16:creationId xmlns:a16="http://schemas.microsoft.com/office/drawing/2014/main" id="{7AFEFA78-1A3E-4D8B-A3AC-1DE692B8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20">
            <a:extLst xmlns:a="http://schemas.openxmlformats.org/drawingml/2006/main">
              <a:ext uri="{FF2B5EF4-FFF2-40B4-BE49-F238E27FC236}">
                <a16:creationId xmlns:a16="http://schemas.microsoft.com/office/drawing/2014/main" id="{7374D859-B3EC-4332-806B-7FEEB890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21">
            <a:extLst xmlns:a="http://schemas.openxmlformats.org/drawingml/2006/main">
              <a:ext uri="{FF2B5EF4-FFF2-40B4-BE49-F238E27FC236}">
                <a16:creationId xmlns:a16="http://schemas.microsoft.com/office/drawing/2014/main" id="{CE464DFC-077F-4117-8000-0514CD0B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622">
            <a:extLst xmlns:a="http://schemas.openxmlformats.org/drawingml/2006/main">
              <a:ext uri="{FF2B5EF4-FFF2-40B4-BE49-F238E27FC236}">
                <a16:creationId xmlns:a16="http://schemas.microsoft.com/office/drawing/2014/main" id="{AECB9632-055E-4C07-8B28-2BEABD3E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23">
            <a:extLst xmlns:a="http://schemas.openxmlformats.org/drawingml/2006/main">
              <a:ext uri="{FF2B5EF4-FFF2-40B4-BE49-F238E27FC236}">
                <a16:creationId xmlns:a16="http://schemas.microsoft.com/office/drawing/2014/main" id="{7E3B69FA-4B13-4A0B-B309-F8B69A2A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624">
            <a:extLst xmlns:a="http://schemas.openxmlformats.org/drawingml/2006/main">
              <a:ext uri="{FF2B5EF4-FFF2-40B4-BE49-F238E27FC236}">
                <a16:creationId xmlns:a16="http://schemas.microsoft.com/office/drawing/2014/main" id="{CA115C72-3DAC-49CE-8878-9D9C5EAF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25">
            <a:extLst xmlns:a="http://schemas.openxmlformats.org/drawingml/2006/main">
              <a:ext uri="{FF2B5EF4-FFF2-40B4-BE49-F238E27FC236}">
                <a16:creationId xmlns:a16="http://schemas.microsoft.com/office/drawing/2014/main" id="{F1A0A8AC-44A8-4908-AF9D-990CBBE2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626">
            <a:extLst xmlns:a="http://schemas.openxmlformats.org/drawingml/2006/main">
              <a:ext uri="{FF2B5EF4-FFF2-40B4-BE49-F238E27FC236}">
                <a16:creationId xmlns:a16="http://schemas.microsoft.com/office/drawing/2014/main" id="{F52AFD9C-6494-4E4A-B979-C95305F5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27">
            <a:extLst xmlns:a="http://schemas.openxmlformats.org/drawingml/2006/main">
              <a:ext uri="{FF2B5EF4-FFF2-40B4-BE49-F238E27FC236}">
                <a16:creationId xmlns:a16="http://schemas.microsoft.com/office/drawing/2014/main" id="{AF4BFBB2-055E-4CCE-828A-D72BECB6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628">
            <a:extLst xmlns:a="http://schemas.openxmlformats.org/drawingml/2006/main">
              <a:ext uri="{FF2B5EF4-FFF2-40B4-BE49-F238E27FC236}">
                <a16:creationId xmlns:a16="http://schemas.microsoft.com/office/drawing/2014/main" id="{9D798F1D-1D10-405C-9EFF-33F381BE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29">
            <a:extLst xmlns:a="http://schemas.openxmlformats.org/drawingml/2006/main">
              <a:ext uri="{FF2B5EF4-FFF2-40B4-BE49-F238E27FC236}">
                <a16:creationId xmlns:a16="http://schemas.microsoft.com/office/drawing/2014/main" id="{86F5B942-CB88-451F-B2C8-68E15544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30">
            <a:extLst xmlns:a="http://schemas.openxmlformats.org/drawingml/2006/main">
              <a:ext uri="{FF2B5EF4-FFF2-40B4-BE49-F238E27FC236}">
                <a16:creationId xmlns:a16="http://schemas.microsoft.com/office/drawing/2014/main" id="{EFB3AD6A-9D0A-4274-935E-95E58E65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844">
            <a:extLst xmlns:a="http://schemas.openxmlformats.org/drawingml/2006/main">
              <a:ext uri="{FF2B5EF4-FFF2-40B4-BE49-F238E27FC236}">
                <a16:creationId xmlns:a16="http://schemas.microsoft.com/office/drawing/2014/main" id="{B8368120-6724-44E4-95A1-34DF6288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f07fb6244e4cfe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32ebd66e934d4f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e1b5ab6f9c94d59"/>
              </a:rPr>
              <a:t>Google Sites ↗</a:t>
            </a:r>
          </a:p>
        </p:txBody>
      </p:sp>
      <p:sp>
        <p:nvSpPr>
          <p:cNvPr id="20" name="shape-906">
            <a:extLst xmlns:a="http://schemas.openxmlformats.org/drawingml/2006/main">
              <a:ext uri="{FF2B5EF4-FFF2-40B4-BE49-F238E27FC236}">
                <a16:creationId xmlns:a16="http://schemas.microsoft.com/office/drawing/2014/main" id="{9F5B33D7-E76D-4EA9-8717-2E84C32B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588ba8976452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907">
            <a:extLst xmlns:a="http://schemas.openxmlformats.org/drawingml/2006/main">
              <a:ext uri="{FF2B5EF4-FFF2-40B4-BE49-F238E27FC236}">
                <a16:creationId xmlns:a16="http://schemas.microsoft.com/office/drawing/2014/main" id="{2748971D-C968-4416-AD21-99E0B3C31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9c0471816f4149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08">
            <a:extLst xmlns:a="http://schemas.openxmlformats.org/drawingml/2006/main">
              <a:ext uri="{FF2B5EF4-FFF2-40B4-BE49-F238E27FC236}">
                <a16:creationId xmlns:a16="http://schemas.microsoft.com/office/drawing/2014/main" id="{B60CA349-B1AF-496E-B93A-4D369E5C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48c4e5d9644b4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09">
            <a:extLst xmlns:a="http://schemas.openxmlformats.org/drawingml/2006/main">
              <a:ext uri="{FF2B5EF4-FFF2-40B4-BE49-F238E27FC236}">
                <a16:creationId xmlns:a16="http://schemas.microsoft.com/office/drawing/2014/main" id="{FFC5B354-A56B-4808-A85E-8DD9DB96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90671140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631">
            <a:extLst xmlns:a="http://schemas.openxmlformats.org/drawingml/2006/main">
              <a:ext uri="{FF2B5EF4-FFF2-40B4-BE49-F238E27FC236}">
                <a16:creationId xmlns:a16="http://schemas.microsoft.com/office/drawing/2014/main" id="{A5ABF127-6B3A-40E2-88FD-DFFA2A16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811725-BDA0-49E3-91EE-C628D02F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6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33">
            <a:extLst xmlns:a="http://schemas.openxmlformats.org/drawingml/2006/main">
              <a:ext uri="{FF2B5EF4-FFF2-40B4-BE49-F238E27FC236}">
                <a16:creationId xmlns:a16="http://schemas.microsoft.com/office/drawing/2014/main" id="{208C285B-7DA0-4B59-8A00-8BBA3416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75828D-4459-40EC-B14A-B43001F2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634">
            <a:extLst xmlns:a="http://schemas.openxmlformats.org/drawingml/2006/main">
              <a:ext uri="{FF2B5EF4-FFF2-40B4-BE49-F238E27FC236}">
                <a16:creationId xmlns:a16="http://schemas.microsoft.com/office/drawing/2014/main" id="{08D3C81E-364B-4AE3-8E4B-7376BD1A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35">
            <a:extLst xmlns:a="http://schemas.openxmlformats.org/drawingml/2006/main">
              <a:ext uri="{FF2B5EF4-FFF2-40B4-BE49-F238E27FC236}">
                <a16:creationId xmlns:a16="http://schemas.microsoft.com/office/drawing/2014/main" id="{65C94CF8-D62F-4664-ACEE-4EE31513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36">
            <a:extLst xmlns:a="http://schemas.openxmlformats.org/drawingml/2006/main">
              <a:ext uri="{FF2B5EF4-FFF2-40B4-BE49-F238E27FC236}">
                <a16:creationId xmlns:a16="http://schemas.microsoft.com/office/drawing/2014/main" id="{F4722FF4-B944-4D99-9257-6E5F2286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637">
            <a:extLst xmlns:a="http://schemas.openxmlformats.org/drawingml/2006/main">
              <a:ext uri="{FF2B5EF4-FFF2-40B4-BE49-F238E27FC236}">
                <a16:creationId xmlns:a16="http://schemas.microsoft.com/office/drawing/2014/main" id="{5E23E995-3F35-457F-A323-105B2C7D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638">
            <a:extLst xmlns:a="http://schemas.openxmlformats.org/drawingml/2006/main">
              <a:ext uri="{FF2B5EF4-FFF2-40B4-BE49-F238E27FC236}">
                <a16:creationId xmlns:a16="http://schemas.microsoft.com/office/drawing/2014/main" id="{5E2D707B-D1F5-4BB2-B67F-284116B3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39">
            <a:extLst xmlns:a="http://schemas.openxmlformats.org/drawingml/2006/main">
              <a:ext uri="{FF2B5EF4-FFF2-40B4-BE49-F238E27FC236}">
                <a16:creationId xmlns:a16="http://schemas.microsoft.com/office/drawing/2014/main" id="{1062DABD-4C16-43BA-AECE-AD300DC0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40">
            <a:extLst xmlns:a="http://schemas.openxmlformats.org/drawingml/2006/main">
              <a:ext uri="{FF2B5EF4-FFF2-40B4-BE49-F238E27FC236}">
                <a16:creationId xmlns:a16="http://schemas.microsoft.com/office/drawing/2014/main" id="{4352AD3D-CDE1-423B-80F7-C9739DBB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641">
            <a:extLst xmlns:a="http://schemas.openxmlformats.org/drawingml/2006/main">
              <a:ext uri="{FF2B5EF4-FFF2-40B4-BE49-F238E27FC236}">
                <a16:creationId xmlns:a16="http://schemas.microsoft.com/office/drawing/2014/main" id="{AF37595A-DE04-4E90-B99A-1982E9FF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642">
            <a:extLst xmlns:a="http://schemas.openxmlformats.org/drawingml/2006/main">
              <a:ext uri="{FF2B5EF4-FFF2-40B4-BE49-F238E27FC236}">
                <a16:creationId xmlns:a16="http://schemas.microsoft.com/office/drawing/2014/main" id="{D08DB366-80BC-491C-B5E6-46649C97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43">
            <a:extLst xmlns:a="http://schemas.openxmlformats.org/drawingml/2006/main">
              <a:ext uri="{FF2B5EF4-FFF2-40B4-BE49-F238E27FC236}">
                <a16:creationId xmlns:a16="http://schemas.microsoft.com/office/drawing/2014/main" id="{4265CA4B-D38E-4567-9861-7C54952F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44">
            <a:extLst xmlns:a="http://schemas.openxmlformats.org/drawingml/2006/main">
              <a:ext uri="{FF2B5EF4-FFF2-40B4-BE49-F238E27FC236}">
                <a16:creationId xmlns:a16="http://schemas.microsoft.com/office/drawing/2014/main" id="{25254C42-F7D1-4DB4-A19E-6A5CFB45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645">
            <a:extLst xmlns:a="http://schemas.openxmlformats.org/drawingml/2006/main">
              <a:ext uri="{FF2B5EF4-FFF2-40B4-BE49-F238E27FC236}">
                <a16:creationId xmlns:a16="http://schemas.microsoft.com/office/drawing/2014/main" id="{D5DBB226-A274-4687-B68B-5187A9E3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646">
            <a:extLst xmlns:a="http://schemas.openxmlformats.org/drawingml/2006/main">
              <a:ext uri="{FF2B5EF4-FFF2-40B4-BE49-F238E27FC236}">
                <a16:creationId xmlns:a16="http://schemas.microsoft.com/office/drawing/2014/main" id="{4E72B789-7DB8-49D4-B171-89E9DA8B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47">
            <a:extLst xmlns:a="http://schemas.openxmlformats.org/drawingml/2006/main">
              <a:ext uri="{FF2B5EF4-FFF2-40B4-BE49-F238E27FC236}">
                <a16:creationId xmlns:a16="http://schemas.microsoft.com/office/drawing/2014/main" id="{2DF78D48-9DCC-4555-A71D-B616763F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648">
            <a:extLst xmlns:a="http://schemas.openxmlformats.org/drawingml/2006/main">
              <a:ext uri="{FF2B5EF4-FFF2-40B4-BE49-F238E27FC236}">
                <a16:creationId xmlns:a16="http://schemas.microsoft.com/office/drawing/2014/main" id="{0148FEA4-3850-451C-AB8A-FB064E13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649">
            <a:extLst xmlns:a="http://schemas.openxmlformats.org/drawingml/2006/main">
              <a:ext uri="{FF2B5EF4-FFF2-40B4-BE49-F238E27FC236}">
                <a16:creationId xmlns:a16="http://schemas.microsoft.com/office/drawing/2014/main" id="{F11A82B9-042F-40F7-86C0-CA7F4F3F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845">
            <a:extLst xmlns:a="http://schemas.openxmlformats.org/drawingml/2006/main">
              <a:ext uri="{FF2B5EF4-FFF2-40B4-BE49-F238E27FC236}">
                <a16:creationId xmlns:a16="http://schemas.microsoft.com/office/drawing/2014/main" id="{6C9139BB-156A-406F-BF72-7298E766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6af2521f4c54c41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d95f9eeb1684bf7"/>
              </a:rPr>
              <a:t>會議紀錄 ↗</a:t>
            </a:r>
          </a:p>
        </p:txBody>
      </p:sp>
      <p:sp>
        <p:nvSpPr>
          <p:cNvPr id="23" name="shape-910">
            <a:extLst xmlns:a="http://schemas.openxmlformats.org/drawingml/2006/main">
              <a:ext uri="{FF2B5EF4-FFF2-40B4-BE49-F238E27FC236}">
                <a16:creationId xmlns:a16="http://schemas.microsoft.com/office/drawing/2014/main" id="{226F7ED1-37F0-4BB7-939A-D72CA72F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ea6e743d944d4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911">
            <a:extLst xmlns:a="http://schemas.openxmlformats.org/drawingml/2006/main">
              <a:ext uri="{FF2B5EF4-FFF2-40B4-BE49-F238E27FC236}">
                <a16:creationId xmlns:a16="http://schemas.microsoft.com/office/drawing/2014/main" id="{7198C68B-E664-4636-839A-5AFE7A2B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24a62a2d4436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912">
            <a:extLst xmlns:a="http://schemas.openxmlformats.org/drawingml/2006/main">
              <a:ext uri="{FF2B5EF4-FFF2-40B4-BE49-F238E27FC236}">
                <a16:creationId xmlns:a16="http://schemas.microsoft.com/office/drawing/2014/main" id="{51F05010-7001-43BE-9725-9F0231ED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86350769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50">
            <a:extLst xmlns:a="http://schemas.openxmlformats.org/drawingml/2006/main">
              <a:ext uri="{FF2B5EF4-FFF2-40B4-BE49-F238E27FC236}">
                <a16:creationId xmlns:a16="http://schemas.microsoft.com/office/drawing/2014/main" id="{1648487C-121B-42D9-8D9A-434D2C7B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9F16AE-4CDE-4A53-9B2D-74477630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6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52">
            <a:extLst xmlns:a="http://schemas.openxmlformats.org/drawingml/2006/main">
              <a:ext uri="{FF2B5EF4-FFF2-40B4-BE49-F238E27FC236}">
                <a16:creationId xmlns:a16="http://schemas.microsoft.com/office/drawing/2014/main" id="{59DE3888-821F-462A-8465-A4B2B493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49EBC3-5961-43B4-A522-3837FBCB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shape-653">
            <a:extLst xmlns:a="http://schemas.openxmlformats.org/drawingml/2006/main">
              <a:ext uri="{FF2B5EF4-FFF2-40B4-BE49-F238E27FC236}">
                <a16:creationId xmlns:a16="http://schemas.microsoft.com/office/drawing/2014/main" id="{A16D1BE8-AD7A-4A3D-A634-2D6333B5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54">
            <a:extLst xmlns:a="http://schemas.openxmlformats.org/drawingml/2006/main">
              <a:ext uri="{FF2B5EF4-FFF2-40B4-BE49-F238E27FC236}">
                <a16:creationId xmlns:a16="http://schemas.microsoft.com/office/drawing/2014/main" id="{C8CC993F-F95F-44FE-B684-4F832C8C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655">
            <a:extLst xmlns:a="http://schemas.openxmlformats.org/drawingml/2006/main">
              <a:ext uri="{FF2B5EF4-FFF2-40B4-BE49-F238E27FC236}">
                <a16:creationId xmlns:a16="http://schemas.microsoft.com/office/drawing/2014/main" id="{90FA3D33-1BA0-4031-80B1-D165FD2F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656">
            <a:extLst xmlns:a="http://schemas.openxmlformats.org/drawingml/2006/main">
              <a:ext uri="{FF2B5EF4-FFF2-40B4-BE49-F238E27FC236}">
                <a16:creationId xmlns:a16="http://schemas.microsoft.com/office/drawing/2014/main" id="{32869ED3-DDD5-4F03-88D8-3C2D7005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657">
            <a:extLst xmlns:a="http://schemas.openxmlformats.org/drawingml/2006/main">
              <a:ext uri="{FF2B5EF4-FFF2-40B4-BE49-F238E27FC236}">
                <a16:creationId xmlns:a16="http://schemas.microsoft.com/office/drawing/2014/main" id="{798418BC-F2EA-4355-8B7F-68738910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658">
            <a:extLst xmlns:a="http://schemas.openxmlformats.org/drawingml/2006/main">
              <a:ext uri="{FF2B5EF4-FFF2-40B4-BE49-F238E27FC236}">
                <a16:creationId xmlns:a16="http://schemas.microsoft.com/office/drawing/2014/main" id="{3A2A0805-A90D-4FE9-85C0-13BA8FFA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659">
            <a:extLst xmlns:a="http://schemas.openxmlformats.org/drawingml/2006/main">
              <a:ext uri="{FF2B5EF4-FFF2-40B4-BE49-F238E27FC236}">
                <a16:creationId xmlns:a16="http://schemas.microsoft.com/office/drawing/2014/main" id="{E459B804-5B26-4C36-B87D-FFAEBEE2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660">
            <a:extLst xmlns:a="http://schemas.openxmlformats.org/drawingml/2006/main">
              <a:ext uri="{FF2B5EF4-FFF2-40B4-BE49-F238E27FC236}">
                <a16:creationId xmlns:a16="http://schemas.microsoft.com/office/drawing/2014/main" id="{3B25894A-A960-459B-9A1A-540A0329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661">
            <a:extLst xmlns:a="http://schemas.openxmlformats.org/drawingml/2006/main">
              <a:ext uri="{FF2B5EF4-FFF2-40B4-BE49-F238E27FC236}">
                <a16:creationId xmlns:a16="http://schemas.microsoft.com/office/drawing/2014/main" id="{937E4112-B65E-44E7-9D7D-D41E9C97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662">
            <a:extLst xmlns:a="http://schemas.openxmlformats.org/drawingml/2006/main">
              <a:ext uri="{FF2B5EF4-FFF2-40B4-BE49-F238E27FC236}">
                <a16:creationId xmlns:a16="http://schemas.microsoft.com/office/drawing/2014/main" id="{33505C15-B493-4748-AE74-AE43766D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846">
            <a:extLst xmlns:a="http://schemas.openxmlformats.org/drawingml/2006/main">
              <a:ext uri="{FF2B5EF4-FFF2-40B4-BE49-F238E27FC236}">
                <a16:creationId xmlns:a16="http://schemas.microsoft.com/office/drawing/2014/main" id="{7B8D474E-9110-4650-87A5-89F31BF0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35e10b853e4bbf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f3ebdc2aed4f25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ee7e80bbf5b447f"/>
              </a:rPr>
              <a:t>EZPage ↗</a:t>
            </a:r>
          </a:p>
        </p:txBody>
      </p:sp>
      <p:sp>
        <p:nvSpPr>
          <p:cNvPr id="19" name="shape-913">
            <a:extLst xmlns:a="http://schemas.openxmlformats.org/drawingml/2006/main">
              <a:ext uri="{FF2B5EF4-FFF2-40B4-BE49-F238E27FC236}">
                <a16:creationId xmlns:a16="http://schemas.microsoft.com/office/drawing/2014/main" id="{402B91DD-33CE-4BAC-A3EB-39A753A6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394b3d3a84c8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914">
            <a:extLst xmlns:a="http://schemas.openxmlformats.org/drawingml/2006/main">
              <a:ext uri="{FF2B5EF4-FFF2-40B4-BE49-F238E27FC236}">
                <a16:creationId xmlns:a16="http://schemas.microsoft.com/office/drawing/2014/main" id="{B6339240-9652-4E4B-BCDC-322CCBA0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3da1eabc6f40e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915">
            <a:extLst xmlns:a="http://schemas.openxmlformats.org/drawingml/2006/main">
              <a:ext uri="{FF2B5EF4-FFF2-40B4-BE49-F238E27FC236}">
                <a16:creationId xmlns:a16="http://schemas.microsoft.com/office/drawing/2014/main" id="{548B13EE-0CB9-4AFE-878D-31FC9828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933ad0a98434d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916">
            <a:extLst xmlns:a="http://schemas.openxmlformats.org/drawingml/2006/main">
              <a:ext uri="{FF2B5EF4-FFF2-40B4-BE49-F238E27FC236}">
                <a16:creationId xmlns:a16="http://schemas.microsoft.com/office/drawing/2014/main" id="{5C82DB74-8260-427B-BAC8-79F405C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4551224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663">
            <a:extLst xmlns:a="http://schemas.openxmlformats.org/drawingml/2006/main">
              <a:ext uri="{FF2B5EF4-FFF2-40B4-BE49-F238E27FC236}">
                <a16:creationId xmlns:a16="http://schemas.microsoft.com/office/drawing/2014/main" id="{B5AED62C-909A-4169-B56C-E150B264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E49EC2-83F4-4E4B-8072-C864743D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6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65">
            <a:extLst xmlns:a="http://schemas.openxmlformats.org/drawingml/2006/main">
              <a:ext uri="{FF2B5EF4-FFF2-40B4-BE49-F238E27FC236}">
                <a16:creationId xmlns:a16="http://schemas.microsoft.com/office/drawing/2014/main" id="{B294FA5B-B6D4-4BA7-AEF5-23DFF7F9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3C93B7-A587-4AE9-8512-EF1E9FCF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666">
            <a:extLst xmlns:a="http://schemas.openxmlformats.org/drawingml/2006/main">
              <a:ext uri="{FF2B5EF4-FFF2-40B4-BE49-F238E27FC236}">
                <a16:creationId xmlns:a16="http://schemas.microsoft.com/office/drawing/2014/main" id="{B13F89F0-9CEC-4CD6-9372-C88D2302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67">
            <a:extLst xmlns:a="http://schemas.openxmlformats.org/drawingml/2006/main">
              <a:ext uri="{FF2B5EF4-FFF2-40B4-BE49-F238E27FC236}">
                <a16:creationId xmlns:a16="http://schemas.microsoft.com/office/drawing/2014/main" id="{8DA9E574-CF71-49A6-BF41-02398858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8">
            <a:extLst xmlns:a="http://schemas.openxmlformats.org/drawingml/2006/main">
              <a:ext uri="{FF2B5EF4-FFF2-40B4-BE49-F238E27FC236}">
                <a16:creationId xmlns:a16="http://schemas.microsoft.com/office/drawing/2014/main" id="{015B3A6E-B7B9-4416-8714-3CE6701B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69">
            <a:extLst xmlns:a="http://schemas.openxmlformats.org/drawingml/2006/main">
              <a:ext uri="{FF2B5EF4-FFF2-40B4-BE49-F238E27FC236}">
                <a16:creationId xmlns:a16="http://schemas.microsoft.com/office/drawing/2014/main" id="{5F3BFC2F-010E-4B6C-9847-6866D14C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670">
            <a:extLst xmlns:a="http://schemas.openxmlformats.org/drawingml/2006/main">
              <a:ext uri="{FF2B5EF4-FFF2-40B4-BE49-F238E27FC236}">
                <a16:creationId xmlns:a16="http://schemas.microsoft.com/office/drawing/2014/main" id="{23238E66-DE09-46EF-9225-25DC1C10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671">
            <a:extLst xmlns:a="http://schemas.openxmlformats.org/drawingml/2006/main">
              <a:ext uri="{FF2B5EF4-FFF2-40B4-BE49-F238E27FC236}">
                <a16:creationId xmlns:a16="http://schemas.microsoft.com/office/drawing/2014/main" id="{23EA777E-2D5A-4A47-AC91-087FD8A9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72">
            <a:extLst xmlns:a="http://schemas.openxmlformats.org/drawingml/2006/main">
              <a:ext uri="{FF2B5EF4-FFF2-40B4-BE49-F238E27FC236}">
                <a16:creationId xmlns:a16="http://schemas.microsoft.com/office/drawing/2014/main" id="{59F1598E-1059-49BA-8EB3-152A59A8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673">
            <a:extLst xmlns:a="http://schemas.openxmlformats.org/drawingml/2006/main">
              <a:ext uri="{FF2B5EF4-FFF2-40B4-BE49-F238E27FC236}">
                <a16:creationId xmlns:a16="http://schemas.microsoft.com/office/drawing/2014/main" id="{F213E704-2A8E-459E-97C1-972FF58F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74">
            <a:extLst xmlns:a="http://schemas.openxmlformats.org/drawingml/2006/main">
              <a:ext uri="{FF2B5EF4-FFF2-40B4-BE49-F238E27FC236}">
                <a16:creationId xmlns:a16="http://schemas.microsoft.com/office/drawing/2014/main" id="{A8815778-A4A6-4EE8-BD4C-CDD284E1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675">
            <a:extLst xmlns:a="http://schemas.openxmlformats.org/drawingml/2006/main">
              <a:ext uri="{FF2B5EF4-FFF2-40B4-BE49-F238E27FC236}">
                <a16:creationId xmlns:a16="http://schemas.microsoft.com/office/drawing/2014/main" id="{764BE634-A7F2-4F04-811E-0444E66F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676">
            <a:extLst xmlns:a="http://schemas.openxmlformats.org/drawingml/2006/main">
              <a:ext uri="{FF2B5EF4-FFF2-40B4-BE49-F238E27FC236}">
                <a16:creationId xmlns:a16="http://schemas.microsoft.com/office/drawing/2014/main" id="{7A47AE36-5A76-454D-9807-10698FE5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677">
            <a:extLst xmlns:a="http://schemas.openxmlformats.org/drawingml/2006/main">
              <a:ext uri="{FF2B5EF4-FFF2-40B4-BE49-F238E27FC236}">
                <a16:creationId xmlns:a16="http://schemas.microsoft.com/office/drawing/2014/main" id="{AC84BAC8-BD03-4EBE-9B03-81E1C137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678">
            <a:extLst xmlns:a="http://schemas.openxmlformats.org/drawingml/2006/main">
              <a:ext uri="{FF2B5EF4-FFF2-40B4-BE49-F238E27FC236}">
                <a16:creationId xmlns:a16="http://schemas.microsoft.com/office/drawing/2014/main" id="{53F9782F-0C9F-4D1A-AB9D-35A8B6FB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679">
            <a:extLst xmlns:a="http://schemas.openxmlformats.org/drawingml/2006/main">
              <a:ext uri="{FF2B5EF4-FFF2-40B4-BE49-F238E27FC236}">
                <a16:creationId xmlns:a16="http://schemas.microsoft.com/office/drawing/2014/main" id="{B2E9C5F1-A17B-4020-A99D-6A83E36E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80">
            <a:extLst xmlns:a="http://schemas.openxmlformats.org/drawingml/2006/main">
              <a:ext uri="{FF2B5EF4-FFF2-40B4-BE49-F238E27FC236}">
                <a16:creationId xmlns:a16="http://schemas.microsoft.com/office/drawing/2014/main" id="{904171BE-9F5D-4FD6-BDD5-726FC72C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681">
            <a:extLst xmlns:a="http://schemas.openxmlformats.org/drawingml/2006/main">
              <a:ext uri="{FF2B5EF4-FFF2-40B4-BE49-F238E27FC236}">
                <a16:creationId xmlns:a16="http://schemas.microsoft.com/office/drawing/2014/main" id="{28BCDDA7-5125-4CE3-906F-99A0EF03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682">
            <a:extLst xmlns:a="http://schemas.openxmlformats.org/drawingml/2006/main">
              <a:ext uri="{FF2B5EF4-FFF2-40B4-BE49-F238E27FC236}">
                <a16:creationId xmlns:a16="http://schemas.microsoft.com/office/drawing/2014/main" id="{5828FCD3-F462-4C5A-9816-F859273F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683">
            <a:extLst xmlns:a="http://schemas.openxmlformats.org/drawingml/2006/main">
              <a:ext uri="{FF2B5EF4-FFF2-40B4-BE49-F238E27FC236}">
                <a16:creationId xmlns:a16="http://schemas.microsoft.com/office/drawing/2014/main" id="{2632E71B-3FDC-4DC7-B0A6-EF85038C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684">
            <a:extLst xmlns:a="http://schemas.openxmlformats.org/drawingml/2006/main">
              <a:ext uri="{FF2B5EF4-FFF2-40B4-BE49-F238E27FC236}">
                <a16:creationId xmlns:a16="http://schemas.microsoft.com/office/drawing/2014/main" id="{F4671702-8719-4ED5-82E6-9CC4DBD8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685">
            <a:extLst xmlns:a="http://schemas.openxmlformats.org/drawingml/2006/main">
              <a:ext uri="{FF2B5EF4-FFF2-40B4-BE49-F238E27FC236}">
                <a16:creationId xmlns:a16="http://schemas.microsoft.com/office/drawing/2014/main" id="{DA3465EC-BB76-4F31-945C-AEA4476C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686">
            <a:extLst xmlns:a="http://schemas.openxmlformats.org/drawingml/2006/main">
              <a:ext uri="{FF2B5EF4-FFF2-40B4-BE49-F238E27FC236}">
                <a16:creationId xmlns:a16="http://schemas.microsoft.com/office/drawing/2014/main" id="{46DC96E1-8C60-49DF-8CFA-77CC2174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687">
            <a:extLst xmlns:a="http://schemas.openxmlformats.org/drawingml/2006/main">
              <a:ext uri="{FF2B5EF4-FFF2-40B4-BE49-F238E27FC236}">
                <a16:creationId xmlns:a16="http://schemas.microsoft.com/office/drawing/2014/main" id="{6246F02D-EE2D-4A00-88A7-1351A076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688">
            <a:extLst xmlns:a="http://schemas.openxmlformats.org/drawingml/2006/main">
              <a:ext uri="{FF2B5EF4-FFF2-40B4-BE49-F238E27FC236}">
                <a16:creationId xmlns:a16="http://schemas.microsoft.com/office/drawing/2014/main" id="{56728603-5E57-42D0-A895-42B7DCD9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689">
            <a:extLst xmlns:a="http://schemas.openxmlformats.org/drawingml/2006/main">
              <a:ext uri="{FF2B5EF4-FFF2-40B4-BE49-F238E27FC236}">
                <a16:creationId xmlns:a16="http://schemas.microsoft.com/office/drawing/2014/main" id="{546AF122-10FC-45F0-8198-B1D7F047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848">
            <a:extLst xmlns:a="http://schemas.openxmlformats.org/drawingml/2006/main">
              <a:ext uri="{FF2B5EF4-FFF2-40B4-BE49-F238E27FC236}">
                <a16:creationId xmlns:a16="http://schemas.microsoft.com/office/drawing/2014/main" id="{A0225F75-5DD3-48D8-9CA6-BF16588C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d6f15dd85eb4c04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2741f9843546db"/>
              </a:rPr>
              <a:t>會議報告站 ↗</a:t>
            </a:r>
          </a:p>
        </p:txBody>
      </p:sp>
      <p:sp>
        <p:nvSpPr>
          <p:cNvPr id="31" name="shape-921">
            <a:extLst xmlns:a="http://schemas.openxmlformats.org/drawingml/2006/main">
              <a:ext uri="{FF2B5EF4-FFF2-40B4-BE49-F238E27FC236}">
                <a16:creationId xmlns:a16="http://schemas.microsoft.com/office/drawing/2014/main" id="{414B9807-D945-409F-A27A-B92FAD7E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c6f2b114e412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922">
            <a:extLst xmlns:a="http://schemas.openxmlformats.org/drawingml/2006/main">
              <a:ext uri="{FF2B5EF4-FFF2-40B4-BE49-F238E27FC236}">
                <a16:creationId xmlns:a16="http://schemas.microsoft.com/office/drawing/2014/main" id="{A127C75D-3F6D-4884-A30D-75A40FD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1a309e3cfe4ee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923">
            <a:extLst xmlns:a="http://schemas.openxmlformats.org/drawingml/2006/main">
              <a:ext uri="{FF2B5EF4-FFF2-40B4-BE49-F238E27FC236}">
                <a16:creationId xmlns:a16="http://schemas.microsoft.com/office/drawing/2014/main" id="{FD8B03F4-8159-49B3-B92C-E254F090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209431683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690">
            <a:extLst xmlns:a="http://schemas.openxmlformats.org/drawingml/2006/main">
              <a:ext uri="{FF2B5EF4-FFF2-40B4-BE49-F238E27FC236}">
                <a16:creationId xmlns:a16="http://schemas.microsoft.com/office/drawing/2014/main" id="{7D747357-9123-4F6E-96EB-64F82EAD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62C6C9-2BD8-49FB-B6E8-E5ABEA4B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6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92">
            <a:extLst xmlns:a="http://schemas.openxmlformats.org/drawingml/2006/main">
              <a:ext uri="{FF2B5EF4-FFF2-40B4-BE49-F238E27FC236}">
                <a16:creationId xmlns:a16="http://schemas.microsoft.com/office/drawing/2014/main" id="{68E038ED-3E81-4577-B18E-4899426A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4C07D5-F676-4E1E-A33A-922967CF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693">
            <a:extLst xmlns:a="http://schemas.openxmlformats.org/drawingml/2006/main">
              <a:ext uri="{FF2B5EF4-FFF2-40B4-BE49-F238E27FC236}">
                <a16:creationId xmlns:a16="http://schemas.microsoft.com/office/drawing/2014/main" id="{A21B5AB8-5C15-44F6-9C7A-4E32D6F3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94">
            <a:extLst xmlns:a="http://schemas.openxmlformats.org/drawingml/2006/main">
              <a:ext uri="{FF2B5EF4-FFF2-40B4-BE49-F238E27FC236}">
                <a16:creationId xmlns:a16="http://schemas.microsoft.com/office/drawing/2014/main" id="{AA536C4D-C23B-46BF-9D1E-F6E646AA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5">
            <a:extLst xmlns:a="http://schemas.openxmlformats.org/drawingml/2006/main">
              <a:ext uri="{FF2B5EF4-FFF2-40B4-BE49-F238E27FC236}">
                <a16:creationId xmlns:a16="http://schemas.microsoft.com/office/drawing/2014/main" id="{F8015A9B-39A7-42FE-A07B-E3F8CCD1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96">
            <a:extLst xmlns:a="http://schemas.openxmlformats.org/drawingml/2006/main">
              <a:ext uri="{FF2B5EF4-FFF2-40B4-BE49-F238E27FC236}">
                <a16:creationId xmlns:a16="http://schemas.microsoft.com/office/drawing/2014/main" id="{1399A7E8-326C-4E44-935C-87C894CB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697">
            <a:extLst xmlns:a="http://schemas.openxmlformats.org/drawingml/2006/main">
              <a:ext uri="{FF2B5EF4-FFF2-40B4-BE49-F238E27FC236}">
                <a16:creationId xmlns:a16="http://schemas.microsoft.com/office/drawing/2014/main" id="{B8920EA7-62BD-4D7B-B783-7EA55087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698">
            <a:extLst xmlns:a="http://schemas.openxmlformats.org/drawingml/2006/main">
              <a:ext uri="{FF2B5EF4-FFF2-40B4-BE49-F238E27FC236}">
                <a16:creationId xmlns:a16="http://schemas.microsoft.com/office/drawing/2014/main" id="{69526DFE-8F06-4BE3-B88E-03A4EC82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699">
            <a:extLst xmlns:a="http://schemas.openxmlformats.org/drawingml/2006/main">
              <a:ext uri="{FF2B5EF4-FFF2-40B4-BE49-F238E27FC236}">
                <a16:creationId xmlns:a16="http://schemas.microsoft.com/office/drawing/2014/main" id="{7E088763-E253-4AEF-B04A-4661AAF9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00">
            <a:extLst xmlns:a="http://schemas.openxmlformats.org/drawingml/2006/main">
              <a:ext uri="{FF2B5EF4-FFF2-40B4-BE49-F238E27FC236}">
                <a16:creationId xmlns:a16="http://schemas.microsoft.com/office/drawing/2014/main" id="{946EA171-FDE5-4AB2-B63E-35FCCF83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01">
            <a:extLst xmlns:a="http://schemas.openxmlformats.org/drawingml/2006/main">
              <a:ext uri="{FF2B5EF4-FFF2-40B4-BE49-F238E27FC236}">
                <a16:creationId xmlns:a16="http://schemas.microsoft.com/office/drawing/2014/main" id="{72EB4E26-1FF8-41AD-91BF-C3136D69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02">
            <a:extLst xmlns:a="http://schemas.openxmlformats.org/drawingml/2006/main">
              <a:ext uri="{FF2B5EF4-FFF2-40B4-BE49-F238E27FC236}">
                <a16:creationId xmlns:a16="http://schemas.microsoft.com/office/drawing/2014/main" id="{38578CC6-5889-46C1-8CA1-ABF41733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703">
            <a:extLst xmlns:a="http://schemas.openxmlformats.org/drawingml/2006/main">
              <a:ext uri="{FF2B5EF4-FFF2-40B4-BE49-F238E27FC236}">
                <a16:creationId xmlns:a16="http://schemas.microsoft.com/office/drawing/2014/main" id="{F0988019-65C4-4861-B05A-BCC6D4E2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704">
            <a:extLst xmlns:a="http://schemas.openxmlformats.org/drawingml/2006/main">
              <a:ext uri="{FF2B5EF4-FFF2-40B4-BE49-F238E27FC236}">
                <a16:creationId xmlns:a16="http://schemas.microsoft.com/office/drawing/2014/main" id="{6152C5C7-8BC7-414F-9B63-EA3BF29E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05">
            <a:extLst xmlns:a="http://schemas.openxmlformats.org/drawingml/2006/main">
              <a:ext uri="{FF2B5EF4-FFF2-40B4-BE49-F238E27FC236}">
                <a16:creationId xmlns:a16="http://schemas.microsoft.com/office/drawing/2014/main" id="{1215A621-633A-4D10-A307-CC53EEFC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06">
            <a:extLst xmlns:a="http://schemas.openxmlformats.org/drawingml/2006/main">
              <a:ext uri="{FF2B5EF4-FFF2-40B4-BE49-F238E27FC236}">
                <a16:creationId xmlns:a16="http://schemas.microsoft.com/office/drawing/2014/main" id="{7DE49AF4-B8C0-4E86-A87E-7371DE71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07">
            <a:extLst xmlns:a="http://schemas.openxmlformats.org/drawingml/2006/main">
              <a:ext uri="{FF2B5EF4-FFF2-40B4-BE49-F238E27FC236}">
                <a16:creationId xmlns:a16="http://schemas.microsoft.com/office/drawing/2014/main" id="{2C1FB00B-05DD-44D5-934E-D5A14031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08">
            <a:extLst xmlns:a="http://schemas.openxmlformats.org/drawingml/2006/main">
              <a:ext uri="{FF2B5EF4-FFF2-40B4-BE49-F238E27FC236}">
                <a16:creationId xmlns:a16="http://schemas.microsoft.com/office/drawing/2014/main" id="{676A1759-9449-4F2B-8098-E96FA50E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709">
            <a:extLst xmlns:a="http://schemas.openxmlformats.org/drawingml/2006/main">
              <a:ext uri="{FF2B5EF4-FFF2-40B4-BE49-F238E27FC236}">
                <a16:creationId xmlns:a16="http://schemas.microsoft.com/office/drawing/2014/main" id="{3A7ED0B1-FFA1-4FC8-8BBC-4829F063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710">
            <a:extLst xmlns:a="http://schemas.openxmlformats.org/drawingml/2006/main">
              <a:ext uri="{FF2B5EF4-FFF2-40B4-BE49-F238E27FC236}">
                <a16:creationId xmlns:a16="http://schemas.microsoft.com/office/drawing/2014/main" id="{73B34F71-6B82-4AF7-984D-FDEB1E52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11">
            <a:extLst xmlns:a="http://schemas.openxmlformats.org/drawingml/2006/main">
              <a:ext uri="{FF2B5EF4-FFF2-40B4-BE49-F238E27FC236}">
                <a16:creationId xmlns:a16="http://schemas.microsoft.com/office/drawing/2014/main" id="{1809B3AB-8EE6-4D5F-A646-79E8E9DB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12">
            <a:extLst xmlns:a="http://schemas.openxmlformats.org/drawingml/2006/main">
              <a:ext uri="{FF2B5EF4-FFF2-40B4-BE49-F238E27FC236}">
                <a16:creationId xmlns:a16="http://schemas.microsoft.com/office/drawing/2014/main" id="{B5E6110A-429F-4982-BD0C-1C0096E4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13">
            <a:extLst xmlns:a="http://schemas.openxmlformats.org/drawingml/2006/main">
              <a:ext uri="{FF2B5EF4-FFF2-40B4-BE49-F238E27FC236}">
                <a16:creationId xmlns:a16="http://schemas.microsoft.com/office/drawing/2014/main" id="{E7737257-479E-4454-AEFB-982191A8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14">
            <a:extLst xmlns:a="http://schemas.openxmlformats.org/drawingml/2006/main">
              <a:ext uri="{FF2B5EF4-FFF2-40B4-BE49-F238E27FC236}">
                <a16:creationId xmlns:a16="http://schemas.microsoft.com/office/drawing/2014/main" id="{A0D8A23E-B1BE-4938-8853-8EC13D2A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715">
            <a:extLst xmlns:a="http://schemas.openxmlformats.org/drawingml/2006/main">
              <a:ext uri="{FF2B5EF4-FFF2-40B4-BE49-F238E27FC236}">
                <a16:creationId xmlns:a16="http://schemas.microsoft.com/office/drawing/2014/main" id="{C4CFC586-0F9F-4EA4-BB59-FEE32F0F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716">
            <a:extLst xmlns:a="http://schemas.openxmlformats.org/drawingml/2006/main">
              <a:ext uri="{FF2B5EF4-FFF2-40B4-BE49-F238E27FC236}">
                <a16:creationId xmlns:a16="http://schemas.microsoft.com/office/drawing/2014/main" id="{7B28CA0F-F8C2-4FF0-A535-A3445C04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717">
            <a:extLst xmlns:a="http://schemas.openxmlformats.org/drawingml/2006/main">
              <a:ext uri="{FF2B5EF4-FFF2-40B4-BE49-F238E27FC236}">
                <a16:creationId xmlns:a16="http://schemas.microsoft.com/office/drawing/2014/main" id="{29FEC6C6-CC7B-48FA-B155-666BA6E7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718">
            <a:extLst xmlns:a="http://schemas.openxmlformats.org/drawingml/2006/main">
              <a:ext uri="{FF2B5EF4-FFF2-40B4-BE49-F238E27FC236}">
                <a16:creationId xmlns:a16="http://schemas.microsoft.com/office/drawing/2014/main" id="{8FEEC70A-221C-4078-8B45-311614EA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719">
            <a:extLst xmlns:a="http://schemas.openxmlformats.org/drawingml/2006/main">
              <a:ext uri="{FF2B5EF4-FFF2-40B4-BE49-F238E27FC236}">
                <a16:creationId xmlns:a16="http://schemas.microsoft.com/office/drawing/2014/main" id="{D3966B87-B4F9-4EC2-8B72-7CDACF97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720">
            <a:extLst xmlns:a="http://schemas.openxmlformats.org/drawingml/2006/main">
              <a:ext uri="{FF2B5EF4-FFF2-40B4-BE49-F238E27FC236}">
                <a16:creationId xmlns:a16="http://schemas.microsoft.com/office/drawing/2014/main" id="{49AE5B97-9056-4296-99DC-16758CA8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849">
            <a:extLst xmlns:a="http://schemas.openxmlformats.org/drawingml/2006/main">
              <a:ext uri="{FF2B5EF4-FFF2-40B4-BE49-F238E27FC236}">
                <a16:creationId xmlns:a16="http://schemas.microsoft.com/office/drawing/2014/main" id="{767DB866-9C65-4C20-98C0-106B0812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180ee9e1fd34930"/>
              </a:rPr>
              <a:t>開啟 GitHub Pages ↗</a:t>
            </a:r>
          </a:p>
        </p:txBody>
      </p:sp>
      <p:sp>
        <p:nvSpPr>
          <p:cNvPr id="35" name="shape-924">
            <a:extLst xmlns:a="http://schemas.openxmlformats.org/drawingml/2006/main">
              <a:ext uri="{FF2B5EF4-FFF2-40B4-BE49-F238E27FC236}">
                <a16:creationId xmlns:a16="http://schemas.microsoft.com/office/drawing/2014/main" id="{8408E789-FBE3-43BB-A582-2FC2C4BF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ddd977589b478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925">
            <a:extLst xmlns:a="http://schemas.openxmlformats.org/drawingml/2006/main">
              <a:ext uri="{FF2B5EF4-FFF2-40B4-BE49-F238E27FC236}">
                <a16:creationId xmlns:a16="http://schemas.microsoft.com/office/drawing/2014/main" id="{99EAC244-EDF6-4AF9-AD65-0BCE65E6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133258889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721">
            <a:extLst xmlns:a="http://schemas.openxmlformats.org/drawingml/2006/main">
              <a:ext uri="{FF2B5EF4-FFF2-40B4-BE49-F238E27FC236}">
                <a16:creationId xmlns:a16="http://schemas.microsoft.com/office/drawing/2014/main" id="{9A199237-86A2-4364-851C-91D9BD09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CEBD87-5473-4BAD-A8CA-B996E469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7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23">
            <a:extLst xmlns:a="http://schemas.openxmlformats.org/drawingml/2006/main">
              <a:ext uri="{FF2B5EF4-FFF2-40B4-BE49-F238E27FC236}">
                <a16:creationId xmlns:a16="http://schemas.microsoft.com/office/drawing/2014/main" id="{46174A73-0FFC-4C7A-978A-71916DA0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EF4448-7EBA-44E6-BC36-E10CD42D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shape-724">
            <a:extLst xmlns:a="http://schemas.openxmlformats.org/drawingml/2006/main">
              <a:ext uri="{FF2B5EF4-FFF2-40B4-BE49-F238E27FC236}">
                <a16:creationId xmlns:a16="http://schemas.microsoft.com/office/drawing/2014/main" id="{D8941BF8-63D2-42C9-A80F-12CC8626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25">
            <a:extLst xmlns:a="http://schemas.openxmlformats.org/drawingml/2006/main">
              <a:ext uri="{FF2B5EF4-FFF2-40B4-BE49-F238E27FC236}">
                <a16:creationId xmlns:a16="http://schemas.microsoft.com/office/drawing/2014/main" id="{0ACB9DEC-9BF8-4A0E-8091-4721421C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26">
            <a:extLst xmlns:a="http://schemas.openxmlformats.org/drawingml/2006/main">
              <a:ext uri="{FF2B5EF4-FFF2-40B4-BE49-F238E27FC236}">
                <a16:creationId xmlns:a16="http://schemas.microsoft.com/office/drawing/2014/main" id="{805E9630-F71F-4A86-99D7-EB75D5D2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27">
            <a:extLst xmlns:a="http://schemas.openxmlformats.org/drawingml/2006/main">
              <a:ext uri="{FF2B5EF4-FFF2-40B4-BE49-F238E27FC236}">
                <a16:creationId xmlns:a16="http://schemas.microsoft.com/office/drawing/2014/main" id="{4C8B9877-9785-4974-B502-5D186F5F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728">
            <a:extLst xmlns:a="http://schemas.openxmlformats.org/drawingml/2006/main">
              <a:ext uri="{FF2B5EF4-FFF2-40B4-BE49-F238E27FC236}">
                <a16:creationId xmlns:a16="http://schemas.microsoft.com/office/drawing/2014/main" id="{CD39AC58-73F2-4437-A390-DFC5496B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729">
            <a:extLst xmlns:a="http://schemas.openxmlformats.org/drawingml/2006/main">
              <a:ext uri="{FF2B5EF4-FFF2-40B4-BE49-F238E27FC236}">
                <a16:creationId xmlns:a16="http://schemas.microsoft.com/office/drawing/2014/main" id="{22044334-C34F-47D9-8675-6A11041D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30">
            <a:extLst xmlns:a="http://schemas.openxmlformats.org/drawingml/2006/main">
              <a:ext uri="{FF2B5EF4-FFF2-40B4-BE49-F238E27FC236}">
                <a16:creationId xmlns:a16="http://schemas.microsoft.com/office/drawing/2014/main" id="{AC81D49C-CFE6-4749-9C9E-D887874A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31">
            <a:extLst xmlns:a="http://schemas.openxmlformats.org/drawingml/2006/main">
              <a:ext uri="{FF2B5EF4-FFF2-40B4-BE49-F238E27FC236}">
                <a16:creationId xmlns:a16="http://schemas.microsoft.com/office/drawing/2014/main" id="{1DC0D104-3158-4FB3-BDA2-B1AE6A6B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32">
            <a:extLst xmlns:a="http://schemas.openxmlformats.org/drawingml/2006/main">
              <a:ext uri="{FF2B5EF4-FFF2-40B4-BE49-F238E27FC236}">
                <a16:creationId xmlns:a16="http://schemas.microsoft.com/office/drawing/2014/main" id="{8373EE68-354B-465B-95A6-3CB45391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33">
            <a:extLst xmlns:a="http://schemas.openxmlformats.org/drawingml/2006/main">
              <a:ext uri="{FF2B5EF4-FFF2-40B4-BE49-F238E27FC236}">
                <a16:creationId xmlns:a16="http://schemas.microsoft.com/office/drawing/2014/main" id="{D79A2F06-7C2B-461F-A14D-E6019D35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734">
            <a:extLst xmlns:a="http://schemas.openxmlformats.org/drawingml/2006/main">
              <a:ext uri="{FF2B5EF4-FFF2-40B4-BE49-F238E27FC236}">
                <a16:creationId xmlns:a16="http://schemas.microsoft.com/office/drawing/2014/main" id="{476FD9FC-0235-4CFD-9A35-1E07CC62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735">
            <a:extLst xmlns:a="http://schemas.openxmlformats.org/drawingml/2006/main">
              <a:ext uri="{FF2B5EF4-FFF2-40B4-BE49-F238E27FC236}">
                <a16:creationId xmlns:a16="http://schemas.microsoft.com/office/drawing/2014/main" id="{64CD4BDB-D3B0-443F-9EB4-A8369866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36">
            <a:extLst xmlns:a="http://schemas.openxmlformats.org/drawingml/2006/main">
              <a:ext uri="{FF2B5EF4-FFF2-40B4-BE49-F238E27FC236}">
                <a16:creationId xmlns:a16="http://schemas.microsoft.com/office/drawing/2014/main" id="{517D7DC9-2783-4996-98EA-D39B91FA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37">
            <a:extLst xmlns:a="http://schemas.openxmlformats.org/drawingml/2006/main">
              <a:ext uri="{FF2B5EF4-FFF2-40B4-BE49-F238E27FC236}">
                <a16:creationId xmlns:a16="http://schemas.microsoft.com/office/drawing/2014/main" id="{48A0841A-463D-4231-A0C8-6AEE5707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38">
            <a:extLst xmlns:a="http://schemas.openxmlformats.org/drawingml/2006/main">
              <a:ext uri="{FF2B5EF4-FFF2-40B4-BE49-F238E27FC236}">
                <a16:creationId xmlns:a16="http://schemas.microsoft.com/office/drawing/2014/main" id="{C829217C-6401-46A4-B6FF-3F6F3318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39">
            <a:extLst xmlns:a="http://schemas.openxmlformats.org/drawingml/2006/main">
              <a:ext uri="{FF2B5EF4-FFF2-40B4-BE49-F238E27FC236}">
                <a16:creationId xmlns:a16="http://schemas.microsoft.com/office/drawing/2014/main" id="{0DB6766F-E0C4-4BCD-AFC0-284131B9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740">
            <a:extLst xmlns:a="http://schemas.openxmlformats.org/drawingml/2006/main">
              <a:ext uri="{FF2B5EF4-FFF2-40B4-BE49-F238E27FC236}">
                <a16:creationId xmlns:a16="http://schemas.microsoft.com/office/drawing/2014/main" id="{BB7EFB88-5440-4807-97F4-D4BF78EC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741">
            <a:extLst xmlns:a="http://schemas.openxmlformats.org/drawingml/2006/main">
              <a:ext uri="{FF2B5EF4-FFF2-40B4-BE49-F238E27FC236}">
                <a16:creationId xmlns:a16="http://schemas.microsoft.com/office/drawing/2014/main" id="{FDA60F3F-A8B9-4683-B981-BA07A5DF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42">
            <a:extLst xmlns:a="http://schemas.openxmlformats.org/drawingml/2006/main">
              <a:ext uri="{FF2B5EF4-FFF2-40B4-BE49-F238E27FC236}">
                <a16:creationId xmlns:a16="http://schemas.microsoft.com/office/drawing/2014/main" id="{D4544E2C-0205-4323-9C40-62C8CFFD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43">
            <a:extLst xmlns:a="http://schemas.openxmlformats.org/drawingml/2006/main">
              <a:ext uri="{FF2B5EF4-FFF2-40B4-BE49-F238E27FC236}">
                <a16:creationId xmlns:a16="http://schemas.microsoft.com/office/drawing/2014/main" id="{D066FD30-A41C-48AC-8F6E-24FB6590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44">
            <a:extLst xmlns:a="http://schemas.openxmlformats.org/drawingml/2006/main">
              <a:ext uri="{FF2B5EF4-FFF2-40B4-BE49-F238E27FC236}">
                <a16:creationId xmlns:a16="http://schemas.microsoft.com/office/drawing/2014/main" id="{7177B06A-BD3A-4D3A-AE62-631B1235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45">
            <a:extLst xmlns:a="http://schemas.openxmlformats.org/drawingml/2006/main">
              <a:ext uri="{FF2B5EF4-FFF2-40B4-BE49-F238E27FC236}">
                <a16:creationId xmlns:a16="http://schemas.microsoft.com/office/drawing/2014/main" id="{71143B99-48D8-4D72-A570-7D1ADD0B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746">
            <a:extLst xmlns:a="http://schemas.openxmlformats.org/drawingml/2006/main">
              <a:ext uri="{FF2B5EF4-FFF2-40B4-BE49-F238E27FC236}">
                <a16:creationId xmlns:a16="http://schemas.microsoft.com/office/drawing/2014/main" id="{8168664A-7845-4FB7-AAF2-CAB3074B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747">
            <a:extLst xmlns:a="http://schemas.openxmlformats.org/drawingml/2006/main">
              <a:ext uri="{FF2B5EF4-FFF2-40B4-BE49-F238E27FC236}">
                <a16:creationId xmlns:a16="http://schemas.microsoft.com/office/drawing/2014/main" id="{F2A83B9C-FDD5-42C7-B80A-3DA18AB6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748">
            <a:extLst xmlns:a="http://schemas.openxmlformats.org/drawingml/2006/main">
              <a:ext uri="{FF2B5EF4-FFF2-40B4-BE49-F238E27FC236}">
                <a16:creationId xmlns:a16="http://schemas.microsoft.com/office/drawing/2014/main" id="{A7114C77-101C-4213-8745-298DB5A5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749">
            <a:extLst xmlns:a="http://schemas.openxmlformats.org/drawingml/2006/main">
              <a:ext uri="{FF2B5EF4-FFF2-40B4-BE49-F238E27FC236}">
                <a16:creationId xmlns:a16="http://schemas.microsoft.com/office/drawing/2014/main" id="{A25D7F6D-BDCD-499B-881F-968BABF6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750">
            <a:extLst xmlns:a="http://schemas.openxmlformats.org/drawingml/2006/main">
              <a:ext uri="{FF2B5EF4-FFF2-40B4-BE49-F238E27FC236}">
                <a16:creationId xmlns:a16="http://schemas.microsoft.com/office/drawing/2014/main" id="{9CB08B96-2A6C-4078-B002-7D4929CC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751">
            <a:extLst xmlns:a="http://schemas.openxmlformats.org/drawingml/2006/main">
              <a:ext uri="{FF2B5EF4-FFF2-40B4-BE49-F238E27FC236}">
                <a16:creationId xmlns:a16="http://schemas.microsoft.com/office/drawing/2014/main" id="{8FA7E850-D8FE-4B73-9BF1-E5F162CD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850">
            <a:extLst xmlns:a="http://schemas.openxmlformats.org/drawingml/2006/main">
              <a:ext uri="{FF2B5EF4-FFF2-40B4-BE49-F238E27FC236}">
                <a16:creationId xmlns:a16="http://schemas.microsoft.com/office/drawing/2014/main" id="{31EF77B2-B5F1-4B08-AF33-0DB11D38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7af50eed934102"/>
              </a:rPr>
              <a:t>開啟 EZPage ↗</a:t>
            </a:r>
          </a:p>
        </p:txBody>
      </p:sp>
      <p:sp>
        <p:nvSpPr>
          <p:cNvPr id="38" name="shape-926">
            <a:extLst xmlns:a="http://schemas.openxmlformats.org/drawingml/2006/main">
              <a:ext uri="{FF2B5EF4-FFF2-40B4-BE49-F238E27FC236}">
                <a16:creationId xmlns:a16="http://schemas.microsoft.com/office/drawing/2014/main" id="{9CDBD52F-88CC-4AE5-A832-8C5032D9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b4c3e411e4e7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927">
            <a:extLst xmlns:a="http://schemas.openxmlformats.org/drawingml/2006/main">
              <a:ext uri="{FF2B5EF4-FFF2-40B4-BE49-F238E27FC236}">
                <a16:creationId xmlns:a16="http://schemas.microsoft.com/office/drawing/2014/main" id="{92366E78-0232-433C-BBF6-42DCD233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78219013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752">
            <a:extLst xmlns:a="http://schemas.openxmlformats.org/drawingml/2006/main">
              <a:ext uri="{FF2B5EF4-FFF2-40B4-BE49-F238E27FC236}">
                <a16:creationId xmlns:a16="http://schemas.microsoft.com/office/drawing/2014/main" id="{A385EA77-5F27-4B8D-9E24-43AECD69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B41369-1C2B-4494-865D-B3CB5AC8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7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54">
            <a:extLst xmlns:a="http://schemas.openxmlformats.org/drawingml/2006/main">
              <a:ext uri="{FF2B5EF4-FFF2-40B4-BE49-F238E27FC236}">
                <a16:creationId xmlns:a16="http://schemas.microsoft.com/office/drawing/2014/main" id="{9EFA114B-6209-4826-AEFF-1BC335A00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83CA9E-3A2F-4025-B106-1C5F1B94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text-755">
            <a:extLst xmlns:a="http://schemas.openxmlformats.org/drawingml/2006/main">
              <a:ext uri="{FF2B5EF4-FFF2-40B4-BE49-F238E27FC236}">
                <a16:creationId xmlns:a16="http://schemas.microsoft.com/office/drawing/2014/main" id="{6E8C48C4-C2FF-436A-AF5D-EC02CD60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756">
            <a:extLst xmlns:a="http://schemas.openxmlformats.org/drawingml/2006/main">
              <a:ext uri="{FF2B5EF4-FFF2-40B4-BE49-F238E27FC236}">
                <a16:creationId xmlns:a16="http://schemas.microsoft.com/office/drawing/2014/main" id="{F66DE172-16A3-4C90-97ED-E0AD16DD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757">
            <a:extLst xmlns:a="http://schemas.openxmlformats.org/drawingml/2006/main">
              <a:ext uri="{FF2B5EF4-FFF2-40B4-BE49-F238E27FC236}">
                <a16:creationId xmlns:a16="http://schemas.microsoft.com/office/drawing/2014/main" id="{54E5CA6E-784F-4747-84FB-FC81F2C3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58">
            <a:extLst xmlns:a="http://schemas.openxmlformats.org/drawingml/2006/main">
              <a:ext uri="{FF2B5EF4-FFF2-40B4-BE49-F238E27FC236}">
                <a16:creationId xmlns:a16="http://schemas.microsoft.com/office/drawing/2014/main" id="{2517113A-333F-4BD6-80E1-B956A478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759">
            <a:extLst xmlns:a="http://schemas.openxmlformats.org/drawingml/2006/main">
              <a:ext uri="{FF2B5EF4-FFF2-40B4-BE49-F238E27FC236}">
                <a16:creationId xmlns:a16="http://schemas.microsoft.com/office/drawing/2014/main" id="{33215BBC-37E8-4CF6-B979-8A0A495D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760">
            <a:extLst xmlns:a="http://schemas.openxmlformats.org/drawingml/2006/main">
              <a:ext uri="{FF2B5EF4-FFF2-40B4-BE49-F238E27FC236}">
                <a16:creationId xmlns:a16="http://schemas.microsoft.com/office/drawing/2014/main" id="{2703A81F-433B-4F02-A152-AC1BE714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761">
            <a:extLst xmlns:a="http://schemas.openxmlformats.org/drawingml/2006/main">
              <a:ext uri="{FF2B5EF4-FFF2-40B4-BE49-F238E27FC236}">
                <a16:creationId xmlns:a16="http://schemas.microsoft.com/office/drawing/2014/main" id="{418FF221-B5EC-4DF9-913C-D914032B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762">
            <a:extLst xmlns:a="http://schemas.openxmlformats.org/drawingml/2006/main">
              <a:ext uri="{FF2B5EF4-FFF2-40B4-BE49-F238E27FC236}">
                <a16:creationId xmlns:a16="http://schemas.microsoft.com/office/drawing/2014/main" id="{E62CF65C-F619-41A2-8C28-1432FED1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763">
            <a:extLst xmlns:a="http://schemas.openxmlformats.org/drawingml/2006/main">
              <a:ext uri="{FF2B5EF4-FFF2-40B4-BE49-F238E27FC236}">
                <a16:creationId xmlns:a16="http://schemas.microsoft.com/office/drawing/2014/main" id="{7DE39D0D-A9EB-4FF3-96D3-6A5412F8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764">
            <a:extLst xmlns:a="http://schemas.openxmlformats.org/drawingml/2006/main">
              <a:ext uri="{FF2B5EF4-FFF2-40B4-BE49-F238E27FC236}">
                <a16:creationId xmlns:a16="http://schemas.microsoft.com/office/drawing/2014/main" id="{3A1C6446-6E72-4158-9B79-FC78D7C0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765">
            <a:extLst xmlns:a="http://schemas.openxmlformats.org/drawingml/2006/main">
              <a:ext uri="{FF2B5EF4-FFF2-40B4-BE49-F238E27FC236}">
                <a16:creationId xmlns:a16="http://schemas.microsoft.com/office/drawing/2014/main" id="{9D237A29-6353-446A-9ABC-806267A7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766">
            <a:extLst xmlns:a="http://schemas.openxmlformats.org/drawingml/2006/main">
              <a:ext uri="{FF2B5EF4-FFF2-40B4-BE49-F238E27FC236}">
                <a16:creationId xmlns:a16="http://schemas.microsoft.com/office/drawing/2014/main" id="{934F175C-050C-4B42-B209-2212AD90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767">
            <a:extLst xmlns:a="http://schemas.openxmlformats.org/drawingml/2006/main">
              <a:ext uri="{FF2B5EF4-FFF2-40B4-BE49-F238E27FC236}">
                <a16:creationId xmlns:a16="http://schemas.microsoft.com/office/drawing/2014/main" id="{2AF4FFCC-A052-4A1C-8E3B-69EDB09A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847">
            <a:extLst xmlns:a="http://schemas.openxmlformats.org/drawingml/2006/main">
              <a:ext uri="{FF2B5EF4-FFF2-40B4-BE49-F238E27FC236}">
                <a16:creationId xmlns:a16="http://schemas.microsoft.com/office/drawing/2014/main" id="{37898204-4E1A-4FAA-B818-8C551476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4ecd903c814a53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6122a3df004c7a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a11ed2690864e67"/>
              </a:rPr>
              <a:t>Google Sites ↗</a:t>
            </a:r>
          </a:p>
        </p:txBody>
      </p:sp>
      <p:sp>
        <p:nvSpPr>
          <p:cNvPr id="20" name="shape-917">
            <a:extLst xmlns:a="http://schemas.openxmlformats.org/drawingml/2006/main">
              <a:ext uri="{FF2B5EF4-FFF2-40B4-BE49-F238E27FC236}">
                <a16:creationId xmlns:a16="http://schemas.microsoft.com/office/drawing/2014/main" id="{1165BB85-9AEF-4CBE-BBF7-145485AB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7dc5f8b394751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918">
            <a:extLst xmlns:a="http://schemas.openxmlformats.org/drawingml/2006/main">
              <a:ext uri="{FF2B5EF4-FFF2-40B4-BE49-F238E27FC236}">
                <a16:creationId xmlns:a16="http://schemas.microsoft.com/office/drawing/2014/main" id="{529AB1FA-7151-4B1F-A32C-54C7FF3B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13f8769cdc4f50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19">
            <a:extLst xmlns:a="http://schemas.openxmlformats.org/drawingml/2006/main">
              <a:ext uri="{FF2B5EF4-FFF2-40B4-BE49-F238E27FC236}">
                <a16:creationId xmlns:a16="http://schemas.microsoft.com/office/drawing/2014/main" id="{39F5F491-8A0B-4C12-8E2D-4E595B01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3d0c70b2d1429a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20">
            <a:extLst xmlns:a="http://schemas.openxmlformats.org/drawingml/2006/main">
              <a:ext uri="{FF2B5EF4-FFF2-40B4-BE49-F238E27FC236}">
                <a16:creationId xmlns:a16="http://schemas.microsoft.com/office/drawing/2014/main" id="{04A8AA91-4F14-474E-8E3C-EEA0029B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95373137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68">
            <a:extLst xmlns:a="http://schemas.openxmlformats.org/drawingml/2006/main">
              <a:ext uri="{FF2B5EF4-FFF2-40B4-BE49-F238E27FC236}">
                <a16:creationId xmlns:a16="http://schemas.microsoft.com/office/drawing/2014/main" id="{18A59C45-8C94-4D02-8EEC-7A3618E2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TOOL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CDD82F-1383-48D5-B349-27E64121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效率提高之後，省下的時間要還給人生</a:t>
            </a:r>
          </a:p>
        </p:txBody>
      </p:sp>
      <p:cxnSp>
        <p:nvCxnSpPr>
          <p:cNvPr id="24" name="shape-7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70">
            <a:extLst xmlns:a="http://schemas.openxmlformats.org/drawingml/2006/main">
              <a:ext uri="{FF2B5EF4-FFF2-40B4-BE49-F238E27FC236}">
                <a16:creationId xmlns:a16="http://schemas.microsoft.com/office/drawing/2014/main" id="{EE5CCDC9-F030-4A77-A63A-8DA1E41D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22154A-A6F8-45F2-A4AD-F2AB6D89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771">
            <a:extLst xmlns:a="http://schemas.openxmlformats.org/drawingml/2006/main">
              <a:ext uri="{FF2B5EF4-FFF2-40B4-BE49-F238E27FC236}">
                <a16:creationId xmlns:a16="http://schemas.microsoft.com/office/drawing/2014/main" id="{0E788026-9DA7-41F3-A0DB-E5AC4207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72">
            <a:extLst xmlns:a="http://schemas.openxmlformats.org/drawingml/2006/main">
              <a:ext uri="{FF2B5EF4-FFF2-40B4-BE49-F238E27FC236}">
                <a16:creationId xmlns:a16="http://schemas.microsoft.com/office/drawing/2014/main" id="{0720C5E3-14F7-4B26-8125-B96426D6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73">
            <a:extLst xmlns:a="http://schemas.openxmlformats.org/drawingml/2006/main">
              <a:ext uri="{FF2B5EF4-FFF2-40B4-BE49-F238E27FC236}">
                <a16:creationId xmlns:a16="http://schemas.microsoft.com/office/drawing/2014/main" id="{3F328F1D-ED54-465C-BD1A-66C66B4A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不是更多任務</a:t>
            </a:r>
          </a:p>
        </p:txBody>
      </p:sp>
      <p:sp>
        <p:nvSpPr>
          <p:cNvPr id="9" name="text-774">
            <a:extLst xmlns:a="http://schemas.openxmlformats.org/drawingml/2006/main">
              <a:ext uri="{FF2B5EF4-FFF2-40B4-BE49-F238E27FC236}">
                <a16:creationId xmlns:a16="http://schemas.microsoft.com/office/drawing/2014/main" id="{FEE59D05-5B79-432C-A7E2-2FEB7D65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讓一件事更快完成；空出的時間，不必自動再塞滿。</a:t>
            </a:r>
          </a:p>
        </p:txBody>
      </p:sp>
      <p:sp>
        <p:nvSpPr>
          <p:cNvPr id="10" name="shape-775">
            <a:extLst xmlns:a="http://schemas.openxmlformats.org/drawingml/2006/main">
              <a:ext uri="{FF2B5EF4-FFF2-40B4-BE49-F238E27FC236}">
                <a16:creationId xmlns:a16="http://schemas.microsoft.com/office/drawing/2014/main" id="{372FDAE1-24D6-417C-A045-D6FA181D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76">
            <a:extLst xmlns:a="http://schemas.openxmlformats.org/drawingml/2006/main">
              <a:ext uri="{FF2B5EF4-FFF2-40B4-BE49-F238E27FC236}">
                <a16:creationId xmlns:a16="http://schemas.microsoft.com/office/drawing/2014/main" id="{D93FC1A9-1F1D-49C0-A52B-3A53E190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77">
            <a:extLst xmlns:a="http://schemas.openxmlformats.org/drawingml/2006/main">
              <a:ext uri="{FF2B5EF4-FFF2-40B4-BE49-F238E27FC236}">
                <a16:creationId xmlns:a16="http://schemas.microsoft.com/office/drawing/2014/main" id="{8FB7C3F5-2FCF-440F-ACDC-B73B4AD9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真正重要的事</a:t>
            </a:r>
          </a:p>
        </p:txBody>
      </p:sp>
      <p:sp>
        <p:nvSpPr>
          <p:cNvPr id="13" name="text-778">
            <a:extLst xmlns:a="http://schemas.openxmlformats.org/drawingml/2006/main">
              <a:ext uri="{FF2B5EF4-FFF2-40B4-BE49-F238E27FC236}">
                <a16:creationId xmlns:a16="http://schemas.microsoft.com/office/drawing/2014/main" id="{8F6FE74C-7F19-41FD-90F2-E3AAB0A3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培養興趣、探索志向，陪伴孩子與家人，和同儕深入交流。</a:t>
            </a:r>
          </a:p>
        </p:txBody>
      </p:sp>
      <p:sp>
        <p:nvSpPr>
          <p:cNvPr id="14" name="shape-779">
            <a:extLst xmlns:a="http://schemas.openxmlformats.org/drawingml/2006/main">
              <a:ext uri="{FF2B5EF4-FFF2-40B4-BE49-F238E27FC236}">
                <a16:creationId xmlns:a16="http://schemas.microsoft.com/office/drawing/2014/main" id="{8D6C1BF5-A8B3-4885-BF7B-6A60A600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80">
            <a:extLst xmlns:a="http://schemas.openxmlformats.org/drawingml/2006/main">
              <a:ext uri="{FF2B5EF4-FFF2-40B4-BE49-F238E27FC236}">
                <a16:creationId xmlns:a16="http://schemas.microsoft.com/office/drawing/2014/main" id="{C7A7EFD7-4636-491F-85BE-7011CAD2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81">
            <a:extLst xmlns:a="http://schemas.openxmlformats.org/drawingml/2006/main">
              <a:ext uri="{FF2B5EF4-FFF2-40B4-BE49-F238E27FC236}">
                <a16:creationId xmlns:a16="http://schemas.microsoft.com/office/drawing/2014/main" id="{62442F52-1029-4952-A1D0-C44B7083E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保留人的主導權</a:t>
            </a:r>
          </a:p>
        </p:txBody>
      </p:sp>
      <p:sp>
        <p:nvSpPr>
          <p:cNvPr id="17" name="text-782">
            <a:extLst xmlns:a="http://schemas.openxmlformats.org/drawingml/2006/main">
              <a:ext uri="{FF2B5EF4-FFF2-40B4-BE49-F238E27FC236}">
                <a16:creationId xmlns:a16="http://schemas.microsoft.com/office/drawing/2014/main" id="{6804A922-954B-4F9C-AEC2-AA6718FA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我們駕馭 Agent，不讓它把效率轉成無止境的工作清單。</a:t>
            </a:r>
          </a:p>
        </p:txBody>
      </p:sp>
      <p:sp>
        <p:nvSpPr>
          <p:cNvPr id="18" name="shape-783">
            <a:extLst xmlns:a="http://schemas.openxmlformats.org/drawingml/2006/main">
              <a:ext uri="{FF2B5EF4-FFF2-40B4-BE49-F238E27FC236}">
                <a16:creationId xmlns:a16="http://schemas.microsoft.com/office/drawing/2014/main" id="{07C492D3-8F52-4D5E-8F91-29EB2E2A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84">
            <a:extLst xmlns:a="http://schemas.openxmlformats.org/drawingml/2006/main">
              <a:ext uri="{FF2B5EF4-FFF2-40B4-BE49-F238E27FC236}">
                <a16:creationId xmlns:a16="http://schemas.microsoft.com/office/drawing/2014/main" id="{7CA6FEDA-B77E-4CCB-9C5E-D64F88D8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85">
            <a:extLst xmlns:a="http://schemas.openxmlformats.org/drawingml/2006/main">
              <a:ext uri="{FF2B5EF4-FFF2-40B4-BE49-F238E27FC236}">
                <a16:creationId xmlns:a16="http://schemas.microsoft.com/office/drawing/2014/main" id="{6CE968B4-9FED-436A-8879-985CDEF0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素養教育的所在</a:t>
            </a:r>
          </a:p>
        </p:txBody>
      </p:sp>
      <p:sp>
        <p:nvSpPr>
          <p:cNvPr id="21" name="text-786">
            <a:extLst xmlns:a="http://schemas.openxmlformats.org/drawingml/2006/main">
              <a:ext uri="{FF2B5EF4-FFF2-40B4-BE49-F238E27FC236}">
                <a16:creationId xmlns:a16="http://schemas.microsoft.com/office/drawing/2014/main" id="{F9A3D569-4463-4C66-98C0-0C2B4FF2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把工具能力內化成生活選擇，讓科技服務關係、成長與意義。</a:t>
            </a:r>
          </a:p>
        </p:txBody>
      </p:sp>
    </p:spTree>
    <p:extLst>
      <p:ext uri="{BB962C8B-B14F-4D97-AF65-F5344CB8AC3E}">
        <p14:creationId xmlns:p14="http://schemas.microsoft.com/office/powerpoint/2010/main" val="17897564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787">
            <a:extLst xmlns:a="http://schemas.openxmlformats.org/drawingml/2006/main">
              <a:ext uri="{FF2B5EF4-FFF2-40B4-BE49-F238E27FC236}">
                <a16:creationId xmlns:a16="http://schemas.microsoft.com/office/drawing/2014/main" id="{F8B56E00-C777-4970-B21D-85B8B91F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38B34B-5346-4B62-9AAA-1F8B272C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78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89">
            <a:extLst xmlns:a="http://schemas.openxmlformats.org/drawingml/2006/main">
              <a:ext uri="{FF2B5EF4-FFF2-40B4-BE49-F238E27FC236}">
                <a16:creationId xmlns:a16="http://schemas.microsoft.com/office/drawing/2014/main" id="{EB66A871-4C32-48B6-84A8-D3CC3A9F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70454A6-F704-4E79-86FE-90BCA7F6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790">
            <a:extLst xmlns:a="http://schemas.openxmlformats.org/drawingml/2006/main">
              <a:ext uri="{FF2B5EF4-FFF2-40B4-BE49-F238E27FC236}">
                <a16:creationId xmlns:a16="http://schemas.microsoft.com/office/drawing/2014/main" id="{CE74BC85-1201-409A-AA43-BD4CFA31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91">
            <a:extLst xmlns:a="http://schemas.openxmlformats.org/drawingml/2006/main">
              <a:ext uri="{FF2B5EF4-FFF2-40B4-BE49-F238E27FC236}">
                <a16:creationId xmlns:a16="http://schemas.microsoft.com/office/drawing/2014/main" id="{2D76395A-53E7-40C6-B19D-71EF7F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792">
            <a:extLst xmlns:a="http://schemas.openxmlformats.org/drawingml/2006/main">
              <a:ext uri="{FF2B5EF4-FFF2-40B4-BE49-F238E27FC236}">
                <a16:creationId xmlns:a16="http://schemas.microsoft.com/office/drawing/2014/main" id="{8395F7FD-4157-4BFC-AC69-BEA7AFEC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9dafbbea9f14020"/>
              </a:rPr>
              <a:t>../START_HERE_研習資源導航.html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6ca8a08194443e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793">
            <a:extLst xmlns:a="http://schemas.openxmlformats.org/drawingml/2006/main">
              <a:ext uri="{FF2B5EF4-FFF2-40B4-BE49-F238E27FC236}">
                <a16:creationId xmlns:a16="http://schemas.microsoft.com/office/drawing/2014/main" id="{98D2297A-5878-4A26-9D8C-93562063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94">
            <a:extLst xmlns:a="http://schemas.openxmlformats.org/drawingml/2006/main">
              <a:ext uri="{FF2B5EF4-FFF2-40B4-BE49-F238E27FC236}">
                <a16:creationId xmlns:a16="http://schemas.microsoft.com/office/drawing/2014/main" id="{5E0D87BB-C2CB-4747-A8AF-DA6F017B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795">
            <a:extLst xmlns:a="http://schemas.openxmlformats.org/drawingml/2006/main">
              <a:ext uri="{FF2B5EF4-FFF2-40B4-BE49-F238E27FC236}">
                <a16:creationId xmlns:a16="http://schemas.microsoft.com/office/drawing/2014/main" id="{54392E03-2DCC-4AE6-AB82-8E8F9BEC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0552c1bda0640fd"/>
              </a:rPr>
              <a:t>https://notebook.google.com/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6af21c57e348c7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796">
            <a:extLst xmlns:a="http://schemas.openxmlformats.org/drawingml/2006/main">
              <a:ext uri="{FF2B5EF4-FFF2-40B4-BE49-F238E27FC236}">
                <a16:creationId xmlns:a16="http://schemas.microsoft.com/office/drawing/2014/main" id="{4071CE9C-1F53-4D6E-B83D-EB56C71F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97">
            <a:extLst xmlns:a="http://schemas.openxmlformats.org/drawingml/2006/main">
              <a:ext uri="{FF2B5EF4-FFF2-40B4-BE49-F238E27FC236}">
                <a16:creationId xmlns:a16="http://schemas.microsoft.com/office/drawing/2014/main" id="{0BE724CC-F103-4A96-85B3-3104FBF0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798">
            <a:extLst xmlns:a="http://schemas.openxmlformats.org/drawingml/2006/main">
              <a:ext uri="{FF2B5EF4-FFF2-40B4-BE49-F238E27FC236}">
                <a16:creationId xmlns:a16="http://schemas.microsoft.com/office/drawing/2014/main" id="{484C6873-C861-4304-81C9-1E60ADC8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61de1f6a9a94c42"/>
              </a:rPr>
              <a:t>https://gemini.google.com/gems/create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8fa9b27f0449e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799">
            <a:extLst xmlns:a="http://schemas.openxmlformats.org/drawingml/2006/main">
              <a:ext uri="{FF2B5EF4-FFF2-40B4-BE49-F238E27FC236}">
                <a16:creationId xmlns:a16="http://schemas.microsoft.com/office/drawing/2014/main" id="{503F3E2F-ADF6-4DE1-89DE-28942065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800">
            <a:extLst xmlns:a="http://schemas.openxmlformats.org/drawingml/2006/main">
              <a:ext uri="{FF2B5EF4-FFF2-40B4-BE49-F238E27FC236}">
                <a16:creationId xmlns:a16="http://schemas.microsoft.com/office/drawing/2014/main" id="{4C7CEBE6-FC46-4DB7-B70C-EE40F745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801">
            <a:extLst xmlns:a="http://schemas.openxmlformats.org/drawingml/2006/main">
              <a:ext uri="{FF2B5EF4-FFF2-40B4-BE49-F238E27FC236}">
                <a16:creationId xmlns:a16="http://schemas.microsoft.com/office/drawing/2014/main" id="{AA34EAC5-9A40-4EBD-8042-063E653A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f78de1407cf74a50"/>
              </a:rPr>
              <a:t>https://gemini.google.com/app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562f2bda141f7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802">
            <a:extLst xmlns:a="http://schemas.openxmlformats.org/drawingml/2006/main">
              <a:ext uri="{FF2B5EF4-FFF2-40B4-BE49-F238E27FC236}">
                <a16:creationId xmlns:a16="http://schemas.microsoft.com/office/drawing/2014/main" id="{DE504DA0-F921-4EAA-84D0-41BB1552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803">
            <a:extLst xmlns:a="http://schemas.openxmlformats.org/drawingml/2006/main">
              <a:ext uri="{FF2B5EF4-FFF2-40B4-BE49-F238E27FC236}">
                <a16:creationId xmlns:a16="http://schemas.microsoft.com/office/drawing/2014/main" id="{49632DEA-1DF8-463C-BFB9-49482B7C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804">
            <a:extLst xmlns:a="http://schemas.openxmlformats.org/drawingml/2006/main">
              <a:ext uri="{FF2B5EF4-FFF2-40B4-BE49-F238E27FC236}">
                <a16:creationId xmlns:a16="http://schemas.microsoft.com/office/drawing/2014/main" id="{561CF6AA-FCA7-42BA-AE6D-212C6C57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23df2eb78ee4d2d"/>
              </a:rPr>
              <a:t>https://github.com/cagoooo/it-cockpit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fc3de852f4fe9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805">
            <a:extLst xmlns:a="http://schemas.openxmlformats.org/drawingml/2006/main">
              <a:ext uri="{FF2B5EF4-FFF2-40B4-BE49-F238E27FC236}">
                <a16:creationId xmlns:a16="http://schemas.microsoft.com/office/drawing/2014/main" id="{266C584B-1F03-4323-A847-53A8DD6A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806">
            <a:extLst xmlns:a="http://schemas.openxmlformats.org/drawingml/2006/main">
              <a:ext uri="{FF2B5EF4-FFF2-40B4-BE49-F238E27FC236}">
                <a16:creationId xmlns:a16="http://schemas.microsoft.com/office/drawing/2014/main" id="{AA3599AF-A00F-4258-A2DB-8ECC278F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807">
            <a:extLst xmlns:a="http://schemas.openxmlformats.org/drawingml/2006/main">
              <a:ext uri="{FF2B5EF4-FFF2-40B4-BE49-F238E27FC236}">
                <a16:creationId xmlns:a16="http://schemas.microsoft.com/office/drawing/2014/main" id="{B3997968-471A-4C1A-BC9E-34A2D3B2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04fd0e7abe14f5c"/>
              </a:rPr>
              <a:t>https://cagoooo.github.io/it-cockpit/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b6070fef84a48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808">
            <a:extLst xmlns:a="http://schemas.openxmlformats.org/drawingml/2006/main">
              <a:ext uri="{FF2B5EF4-FFF2-40B4-BE49-F238E27FC236}">
                <a16:creationId xmlns:a16="http://schemas.microsoft.com/office/drawing/2014/main" id="{1B850A65-062C-4D60-B5C8-55068B1F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809">
            <a:extLst xmlns:a="http://schemas.openxmlformats.org/drawingml/2006/main">
              <a:ext uri="{FF2B5EF4-FFF2-40B4-BE49-F238E27FC236}">
                <a16:creationId xmlns:a16="http://schemas.microsoft.com/office/drawing/2014/main" id="{D2AF7131-D152-4FA0-835C-C993CE5A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810">
            <a:extLst xmlns:a="http://schemas.openxmlformats.org/drawingml/2006/main">
              <a:ext uri="{FF2B5EF4-FFF2-40B4-BE49-F238E27FC236}">
                <a16:creationId xmlns:a16="http://schemas.microsoft.com/office/drawing/2014/main" id="{28D64933-E8BB-491C-95BA-5E980E09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c1fd728daf14e37"/>
              </a:rPr>
              <a:t>https://cagoooo.github.io/domain-meeting-go/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b28b05bd44e28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811">
            <a:extLst xmlns:a="http://schemas.openxmlformats.org/drawingml/2006/main">
              <a:ext uri="{FF2B5EF4-FFF2-40B4-BE49-F238E27FC236}">
                <a16:creationId xmlns:a16="http://schemas.microsoft.com/office/drawing/2014/main" id="{6EF8A219-4E2B-48AA-86C6-D7334A0A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812">
            <a:extLst xmlns:a="http://schemas.openxmlformats.org/drawingml/2006/main">
              <a:ext uri="{FF2B5EF4-FFF2-40B4-BE49-F238E27FC236}">
                <a16:creationId xmlns:a16="http://schemas.microsoft.com/office/drawing/2014/main" id="{9F49BBF2-C7C9-44BF-BD05-8D6C6F55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813">
            <a:extLst xmlns:a="http://schemas.openxmlformats.org/drawingml/2006/main">
              <a:ext uri="{FF2B5EF4-FFF2-40B4-BE49-F238E27FC236}">
                <a16:creationId xmlns:a16="http://schemas.microsoft.com/office/drawing/2014/main" id="{54648C82-F106-43EB-AC70-B3C8EC2E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ce8b86e549041ee"/>
              </a:rPr>
              <a:t>https://sites.google.com/new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d6912bb464ee9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814">
            <a:extLst xmlns:a="http://schemas.openxmlformats.org/drawingml/2006/main">
              <a:ext uri="{FF2B5EF4-FFF2-40B4-BE49-F238E27FC236}">
                <a16:creationId xmlns:a16="http://schemas.microsoft.com/office/drawing/2014/main" id="{ACA154E5-FC98-48F0-9765-FF0BC6E8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815">
            <a:extLst xmlns:a="http://schemas.openxmlformats.org/drawingml/2006/main">
              <a:ext uri="{FF2B5EF4-FFF2-40B4-BE49-F238E27FC236}">
                <a16:creationId xmlns:a16="http://schemas.microsoft.com/office/drawing/2014/main" id="{9FD5ECC6-257A-46B2-9E03-8CFB90D9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816">
            <a:extLst xmlns:a="http://schemas.openxmlformats.org/drawingml/2006/main">
              <a:ext uri="{FF2B5EF4-FFF2-40B4-BE49-F238E27FC236}">
                <a16:creationId xmlns:a16="http://schemas.microsoft.com/office/drawing/2014/main" id="{A1AEC74D-1F55-4511-9F2D-614F3F11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dd931a14a084aa8"/>
              </a:rPr>
              <a:t>https://pages.github.com/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f9daaab2c4c39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817">
            <a:extLst xmlns:a="http://schemas.openxmlformats.org/drawingml/2006/main">
              <a:ext uri="{FF2B5EF4-FFF2-40B4-BE49-F238E27FC236}">
                <a16:creationId xmlns:a16="http://schemas.microsoft.com/office/drawing/2014/main" id="{B6A065EF-DCE2-42C5-AE38-116C3943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818">
            <a:extLst xmlns:a="http://schemas.openxmlformats.org/drawingml/2006/main">
              <a:ext uri="{FF2B5EF4-FFF2-40B4-BE49-F238E27FC236}">
                <a16:creationId xmlns:a16="http://schemas.microsoft.com/office/drawing/2014/main" id="{46CA517D-71A0-4529-853E-1CBFF558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819">
            <a:extLst xmlns:a="http://schemas.openxmlformats.org/drawingml/2006/main">
              <a:ext uri="{FF2B5EF4-FFF2-40B4-BE49-F238E27FC236}">
                <a16:creationId xmlns:a16="http://schemas.microsoft.com/office/drawing/2014/main" id="{42A75C91-B779-48E4-8C9D-B78F5D8B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297dcd1f4fe4702"/>
              </a:rPr>
              <a:t>https://gg90052.github.io/ezpage/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4ce52ebcc4703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820">
            <a:extLst xmlns:a="http://schemas.openxmlformats.org/drawingml/2006/main">
              <a:ext uri="{FF2B5EF4-FFF2-40B4-BE49-F238E27FC236}">
                <a16:creationId xmlns:a16="http://schemas.microsoft.com/office/drawing/2014/main" id="{D09BF57C-74CB-44DE-9AE6-8E948071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720455591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2026-08-21T10:30:04.4680000Z</dcterms:created>
  <dcterms:modified xsi:type="dcterms:W3CDTF">2026-08-21T10:30:04.4680000Z</dcterms:modified>
</coreProperties>
</file>