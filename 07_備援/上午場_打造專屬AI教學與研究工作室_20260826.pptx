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3c2cc15af4f4d5a" /><Relationship Type="http://schemas.openxmlformats.org/officeDocument/2006/relationships/extended-properties" Target="/docProps/app.xml" Id="R0ef71fbc24074655" /><Relationship Type="http://schemas.openxmlformats.org/officeDocument/2006/relationships/officeDocument" Target="/ppt/presentation.xml" Id="R40841327542942e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1130cd0e5e245d5"/>
  </p:sldMasterIdLst>
  <p:notesMasterIdLst>
    <p:notesMasterId xmlns:r="http://schemas.openxmlformats.org/officeDocument/2006/relationships" r:id="R7157f3d312c74fdc"/>
  </p:notesMasterIdLst>
  <p:sldIdLst>
    <p:sldId xmlns:r="http://schemas.openxmlformats.org/officeDocument/2006/relationships" id="256" r:id="Rf7018551befe4d9a"/>
    <p:sldId xmlns:r="http://schemas.openxmlformats.org/officeDocument/2006/relationships" id="257" r:id="R07c7104f6ca943a5"/>
    <p:sldId xmlns:r="http://schemas.openxmlformats.org/officeDocument/2006/relationships" id="258" r:id="Rd1f6706535af4561"/>
    <p:sldId xmlns:r="http://schemas.openxmlformats.org/officeDocument/2006/relationships" id="259" r:id="Re46e06f3957e4d31"/>
    <p:sldId xmlns:r="http://schemas.openxmlformats.org/officeDocument/2006/relationships" id="260" r:id="R190917b7ae6e4914"/>
    <p:sldId xmlns:r="http://schemas.openxmlformats.org/officeDocument/2006/relationships" id="261" r:id="R608fd014848f4aab"/>
    <p:sldId xmlns:r="http://schemas.openxmlformats.org/officeDocument/2006/relationships" id="262" r:id="Rc3c9f95c300d465d"/>
    <p:sldId xmlns:r="http://schemas.openxmlformats.org/officeDocument/2006/relationships" id="263" r:id="R35b871a53b3e479f"/>
    <p:sldId xmlns:r="http://schemas.openxmlformats.org/officeDocument/2006/relationships" id="264" r:id="R6a7672c2c791491e"/>
    <p:sldId xmlns:r="http://schemas.openxmlformats.org/officeDocument/2006/relationships" id="265" r:id="R807a8960c1d04fe5"/>
    <p:sldId xmlns:r="http://schemas.openxmlformats.org/officeDocument/2006/relationships" id="266" r:id="R747fe6c472774256"/>
    <p:sldId xmlns:r="http://schemas.openxmlformats.org/officeDocument/2006/relationships" id="267" r:id="Rfd452015ced44cb4"/>
    <p:sldId xmlns:r="http://schemas.openxmlformats.org/officeDocument/2006/relationships" id="268" r:id="R02581762b4c64738"/>
    <p:sldId xmlns:r="http://schemas.openxmlformats.org/officeDocument/2006/relationships" id="269" r:id="Re723fd058bac492c"/>
    <p:sldId xmlns:r="http://schemas.openxmlformats.org/officeDocument/2006/relationships" id="270" r:id="R4f653b6a3c114258"/>
    <p:sldId xmlns:r="http://schemas.openxmlformats.org/officeDocument/2006/relationships" id="271" r:id="Ra963961905bc415f"/>
    <p:sldId xmlns:r="http://schemas.openxmlformats.org/officeDocument/2006/relationships" id="272" r:id="R3092aa404d9e4e15"/>
    <p:sldId xmlns:r="http://schemas.openxmlformats.org/officeDocument/2006/relationships" id="273" r:id="R79a32104800d4e01"/>
    <p:sldId xmlns:r="http://schemas.openxmlformats.org/officeDocument/2006/relationships" id="274" r:id="R154fe15508ca425c"/>
    <p:sldId xmlns:r="http://schemas.openxmlformats.org/officeDocument/2006/relationships" id="275" r:id="R84513aa86c4d42e0"/>
    <p:sldId xmlns:r="http://schemas.openxmlformats.org/officeDocument/2006/relationships" id="276" r:id="Rbfc6a34ff2674039"/>
    <p:sldId xmlns:r="http://schemas.openxmlformats.org/officeDocument/2006/relationships" id="277" r:id="Rac5aec03d62b4d33"/>
    <p:sldId xmlns:r="http://schemas.openxmlformats.org/officeDocument/2006/relationships" id="278" r:id="R2cdb5c0974564824"/>
    <p:sldId xmlns:r="http://schemas.openxmlformats.org/officeDocument/2006/relationships" id="279" r:id="R534e63cd41264880"/>
    <p:sldId xmlns:r="http://schemas.openxmlformats.org/officeDocument/2006/relationships" id="280" r:id="R707b4025f4584f71"/>
    <p:sldId xmlns:r="http://schemas.openxmlformats.org/officeDocument/2006/relationships" id="281" r:id="R2612549dbfe44338"/>
    <p:sldId xmlns:r="http://schemas.openxmlformats.org/officeDocument/2006/relationships" id="282" r:id="R1046737e9b884d5a"/>
    <p:sldId xmlns:r="http://schemas.openxmlformats.org/officeDocument/2006/relationships" id="283" r:id="R8fcdc6e731dd4c6a"/>
    <p:sldId xmlns:r="http://schemas.openxmlformats.org/officeDocument/2006/relationships" id="284" r:id="R6d88c49db2734bfd"/>
    <p:sldId xmlns:r="http://schemas.openxmlformats.org/officeDocument/2006/relationships" id="285" r:id="R3ea9de7c5a07437e"/>
    <p:sldId xmlns:r="http://schemas.openxmlformats.org/officeDocument/2006/relationships" id="286" r:id="Ra069cf846a0b4c1f"/>
    <p:sldId xmlns:r="http://schemas.openxmlformats.org/officeDocument/2006/relationships" id="287" r:id="R59214cb794684c1b"/>
    <p:sldId xmlns:r="http://schemas.openxmlformats.org/officeDocument/2006/relationships" id="288" r:id="R76796c544bb84e6e"/>
    <p:sldId xmlns:r="http://schemas.openxmlformats.org/officeDocument/2006/relationships" id="289" r:id="Rb21d15a37c1a44f3"/>
    <p:sldId xmlns:r="http://schemas.openxmlformats.org/officeDocument/2006/relationships" id="290" r:id="Rf5134d1caeab4f3b"/>
    <p:sldId xmlns:r="http://schemas.openxmlformats.org/officeDocument/2006/relationships" id="291" r:id="R5a949ca7ed4b4773"/>
    <p:sldId xmlns:r="http://schemas.openxmlformats.org/officeDocument/2006/relationships" id="292" r:id="R4eae9c2f4e5e4c73"/>
    <p:sldId xmlns:r="http://schemas.openxmlformats.org/officeDocument/2006/relationships" id="293" r:id="Rfcdba0b6ec0d4942"/>
    <p:sldId xmlns:r="http://schemas.openxmlformats.org/officeDocument/2006/relationships" id="294" r:id="R45c043bf45e64a9d"/>
    <p:sldId xmlns:r="http://schemas.openxmlformats.org/officeDocument/2006/relationships" id="295" r:id="R0ba997e569184cb1"/>
    <p:sldId xmlns:r="http://schemas.openxmlformats.org/officeDocument/2006/relationships" id="296" r:id="R0140f8c940814602"/>
    <p:sldId xmlns:r="http://schemas.openxmlformats.org/officeDocument/2006/relationships" id="297" r:id="Rf68f83c30c414da7"/>
    <p:sldId xmlns:r="http://schemas.openxmlformats.org/officeDocument/2006/relationships" id="298" r:id="R41a3546a7ea24f0b"/>
    <p:sldId xmlns:r="http://schemas.openxmlformats.org/officeDocument/2006/relationships" id="299" r:id="R431097fe350e4828"/>
    <p:sldId xmlns:r="http://schemas.openxmlformats.org/officeDocument/2006/relationships" id="300" r:id="Rbc412a14eb5c4924"/>
    <p:sldId xmlns:r="http://schemas.openxmlformats.org/officeDocument/2006/relationships" id="301" r:id="Re4a7ae352f2941fe"/>
    <p:sldId xmlns:r="http://schemas.openxmlformats.org/officeDocument/2006/relationships" id="302" r:id="R3da0fa4557284262"/>
    <p:sldId xmlns:r="http://schemas.openxmlformats.org/officeDocument/2006/relationships" id="303" r:id="Rff182a31289b42aa"/>
    <p:sldId xmlns:r="http://schemas.openxmlformats.org/officeDocument/2006/relationships" id="304" r:id="R0f3a6a29fc4f4107"/>
    <p:sldId xmlns:r="http://schemas.openxmlformats.org/officeDocument/2006/relationships" id="305" r:id="R197979f5e3484ffa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fe80bc5b57949ca" /><Relationship Type="http://schemas.openxmlformats.org/officeDocument/2006/relationships/slideMaster" Target="/ppt/slideMasters/slideMaster1.xml" Id="R61130cd0e5e245d5" /><Relationship Type="http://schemas.openxmlformats.org/officeDocument/2006/relationships/notesMaster" Target="/ppt/notesMasters/notesMaster1.xml" Id="R7157f3d312c74fdc" /><Relationship Type="http://schemas.openxmlformats.org/officeDocument/2006/relationships/presProps" Target="/ppt/presProps.xml" Id="R1ef2963bf67c4d28" /><Relationship Type="http://schemas.openxmlformats.org/officeDocument/2006/relationships/tableStyles" Target="/ppt/tableStyles.xml" Id="Rd0471615998047a5" /><Relationship Type="http://schemas.openxmlformats.org/officeDocument/2006/relationships/slide" Target="/ppt/slides/slide1.xml" Id="Rf7018551befe4d9a" /><Relationship Type="http://schemas.openxmlformats.org/officeDocument/2006/relationships/slide" Target="/ppt/slides/slide2.xml" Id="R07c7104f6ca943a5" /><Relationship Type="http://schemas.openxmlformats.org/officeDocument/2006/relationships/slide" Target="/ppt/slides/slide3.xml" Id="Rd1f6706535af4561" /><Relationship Type="http://schemas.openxmlformats.org/officeDocument/2006/relationships/slide" Target="/ppt/slides/slide4.xml" Id="Re46e06f3957e4d31" /><Relationship Type="http://schemas.openxmlformats.org/officeDocument/2006/relationships/slide" Target="/ppt/slides/slide5.xml" Id="R190917b7ae6e4914" /><Relationship Type="http://schemas.openxmlformats.org/officeDocument/2006/relationships/slide" Target="/ppt/slides/slide6.xml" Id="R608fd014848f4aab" /><Relationship Type="http://schemas.openxmlformats.org/officeDocument/2006/relationships/slide" Target="/ppt/slides/slide7.xml" Id="Rc3c9f95c300d465d" /><Relationship Type="http://schemas.openxmlformats.org/officeDocument/2006/relationships/slide" Target="/ppt/slides/slide8.xml" Id="R35b871a53b3e479f" /><Relationship Type="http://schemas.openxmlformats.org/officeDocument/2006/relationships/slide" Target="/ppt/slides/slide9.xml" Id="R6a7672c2c791491e" /><Relationship Type="http://schemas.openxmlformats.org/officeDocument/2006/relationships/slide" Target="/ppt/slides/slide10.xml" Id="R807a8960c1d04fe5" /><Relationship Type="http://schemas.openxmlformats.org/officeDocument/2006/relationships/slide" Target="/ppt/slides/slide11.xml" Id="R747fe6c472774256" /><Relationship Type="http://schemas.openxmlformats.org/officeDocument/2006/relationships/slide" Target="/ppt/slides/slide12.xml" Id="Rfd452015ced44cb4" /><Relationship Type="http://schemas.openxmlformats.org/officeDocument/2006/relationships/slide" Target="/ppt/slides/slide13.xml" Id="R02581762b4c64738" /><Relationship Type="http://schemas.openxmlformats.org/officeDocument/2006/relationships/slide" Target="/ppt/slides/slide14.xml" Id="Re723fd058bac492c" /><Relationship Type="http://schemas.openxmlformats.org/officeDocument/2006/relationships/slide" Target="/ppt/slides/slide15.xml" Id="R4f653b6a3c114258" /><Relationship Type="http://schemas.openxmlformats.org/officeDocument/2006/relationships/slide" Target="/ppt/slides/slide16.xml" Id="Ra963961905bc415f" /><Relationship Type="http://schemas.openxmlformats.org/officeDocument/2006/relationships/slide" Target="/ppt/slides/slide17.xml" Id="R3092aa404d9e4e15" /><Relationship Type="http://schemas.openxmlformats.org/officeDocument/2006/relationships/slide" Target="/ppt/slides/slide18.xml" Id="R79a32104800d4e01" /><Relationship Type="http://schemas.openxmlformats.org/officeDocument/2006/relationships/slide" Target="/ppt/slides/slide19.xml" Id="R154fe15508ca425c" /><Relationship Type="http://schemas.openxmlformats.org/officeDocument/2006/relationships/slide" Target="/ppt/slides/slide20.xml" Id="R84513aa86c4d42e0" /><Relationship Type="http://schemas.openxmlformats.org/officeDocument/2006/relationships/slide" Target="/ppt/slides/slide21.xml" Id="Rbfc6a34ff2674039" /><Relationship Type="http://schemas.openxmlformats.org/officeDocument/2006/relationships/slide" Target="/ppt/slides/slide22.xml" Id="Rac5aec03d62b4d33" /><Relationship Type="http://schemas.openxmlformats.org/officeDocument/2006/relationships/slide" Target="/ppt/slides/slide23.xml" Id="R2cdb5c0974564824" /><Relationship Type="http://schemas.openxmlformats.org/officeDocument/2006/relationships/slide" Target="/ppt/slides/slide24.xml" Id="R534e63cd41264880" /><Relationship Type="http://schemas.openxmlformats.org/officeDocument/2006/relationships/slide" Target="/ppt/slides/slide25.xml" Id="R707b4025f4584f71" /><Relationship Type="http://schemas.openxmlformats.org/officeDocument/2006/relationships/slide" Target="/ppt/slides/slide26.xml" Id="R2612549dbfe44338" /><Relationship Type="http://schemas.openxmlformats.org/officeDocument/2006/relationships/slide" Target="/ppt/slides/slide27.xml" Id="R1046737e9b884d5a" /><Relationship Type="http://schemas.openxmlformats.org/officeDocument/2006/relationships/slide" Target="/ppt/slides/slide28.xml" Id="R8fcdc6e731dd4c6a" /><Relationship Type="http://schemas.openxmlformats.org/officeDocument/2006/relationships/slide" Target="/ppt/slides/slide29.xml" Id="R6d88c49db2734bfd" /><Relationship Type="http://schemas.openxmlformats.org/officeDocument/2006/relationships/slide" Target="/ppt/slides/slide30.xml" Id="R3ea9de7c5a07437e" /><Relationship Type="http://schemas.openxmlformats.org/officeDocument/2006/relationships/slide" Target="/ppt/slides/slide31.xml" Id="Ra069cf846a0b4c1f" /><Relationship Type="http://schemas.openxmlformats.org/officeDocument/2006/relationships/slide" Target="/ppt/slides/slide32.xml" Id="R59214cb794684c1b" /><Relationship Type="http://schemas.openxmlformats.org/officeDocument/2006/relationships/slide" Target="/ppt/slides/slide33.xml" Id="R76796c544bb84e6e" /><Relationship Type="http://schemas.openxmlformats.org/officeDocument/2006/relationships/slide" Target="/ppt/slides/slide34.xml" Id="Rb21d15a37c1a44f3" /><Relationship Type="http://schemas.openxmlformats.org/officeDocument/2006/relationships/slide" Target="/ppt/slides/slide35.xml" Id="Rf5134d1caeab4f3b" /><Relationship Type="http://schemas.openxmlformats.org/officeDocument/2006/relationships/slide" Target="/ppt/slides/slide36.xml" Id="R5a949ca7ed4b4773" /><Relationship Type="http://schemas.openxmlformats.org/officeDocument/2006/relationships/slide" Target="/ppt/slides/slide37.xml" Id="R4eae9c2f4e5e4c73" /><Relationship Type="http://schemas.openxmlformats.org/officeDocument/2006/relationships/slide" Target="/ppt/slides/slide38.xml" Id="Rfcdba0b6ec0d4942" /><Relationship Type="http://schemas.openxmlformats.org/officeDocument/2006/relationships/slide" Target="/ppt/slides/slide39.xml" Id="R45c043bf45e64a9d" /><Relationship Type="http://schemas.openxmlformats.org/officeDocument/2006/relationships/slide" Target="/ppt/slides/slide40.xml" Id="R0ba997e569184cb1" /><Relationship Type="http://schemas.openxmlformats.org/officeDocument/2006/relationships/slide" Target="/ppt/slides/slide41.xml" Id="R0140f8c940814602" /><Relationship Type="http://schemas.openxmlformats.org/officeDocument/2006/relationships/slide" Target="/ppt/slides/slide42.xml" Id="Rf68f83c30c414da7" /><Relationship Type="http://schemas.openxmlformats.org/officeDocument/2006/relationships/slide" Target="/ppt/slides/slide43.xml" Id="R41a3546a7ea24f0b" /><Relationship Type="http://schemas.openxmlformats.org/officeDocument/2006/relationships/slide" Target="/ppt/slides/slide44.xml" Id="R431097fe350e4828" /><Relationship Type="http://schemas.openxmlformats.org/officeDocument/2006/relationships/slide" Target="/ppt/slides/slide45.xml" Id="Rbc412a14eb5c4924" /><Relationship Type="http://schemas.openxmlformats.org/officeDocument/2006/relationships/slide" Target="/ppt/slides/slide46.xml" Id="Re4a7ae352f2941fe" /><Relationship Type="http://schemas.openxmlformats.org/officeDocument/2006/relationships/slide" Target="/ppt/slides/slide47.xml" Id="R3da0fa4557284262" /><Relationship Type="http://schemas.openxmlformats.org/officeDocument/2006/relationships/slide" Target="/ppt/slides/slide48.xml" Id="Rff182a31289b42aa" /><Relationship Type="http://schemas.openxmlformats.org/officeDocument/2006/relationships/slide" Target="/ppt/slides/slide49.xml" Id="R0f3a6a29fc4f4107" /><Relationship Type="http://schemas.openxmlformats.org/officeDocument/2006/relationships/slide" Target="/ppt/slides/slide50.xml" Id="R197979f5e3484ff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292259be42c4d5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036f42136b940a5" /><Relationship Type="http://schemas.openxmlformats.org/officeDocument/2006/relationships/notesMaster" Target="/ppt/notesMasters/notesMaster1.xml" Id="R8caab33da2ad4fe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212d28dfcd94f49" /><Relationship Type="http://schemas.openxmlformats.org/officeDocument/2006/relationships/notesMaster" Target="/ppt/notesMasters/notesMaster1.xml" Id="Rb7ab8b5c47094a4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fc05d907b54849" /><Relationship Type="http://schemas.openxmlformats.org/officeDocument/2006/relationships/notesMaster" Target="/ppt/notesMasters/notesMaster1.xml" Id="R511f199f5a76439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a611375d4e4a6e" /><Relationship Type="http://schemas.openxmlformats.org/officeDocument/2006/relationships/notesMaster" Target="/ppt/notesMasters/notesMaster1.xml" Id="R02bdb14cb55e491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508b3a2f89141c5" /><Relationship Type="http://schemas.openxmlformats.org/officeDocument/2006/relationships/notesMaster" Target="/ppt/notesMasters/notesMaster1.xml" Id="Re7502596748c45a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a1acdb7bc046b2" /><Relationship Type="http://schemas.openxmlformats.org/officeDocument/2006/relationships/notesMaster" Target="/ppt/notesMasters/notesMaster1.xml" Id="Ra11adcb68ee4490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c23dd8517604b7f" /><Relationship Type="http://schemas.openxmlformats.org/officeDocument/2006/relationships/notesMaster" Target="/ppt/notesMasters/notesMaster1.xml" Id="R0037da1dbedf459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dd71763d3514734" /><Relationship Type="http://schemas.openxmlformats.org/officeDocument/2006/relationships/notesMaster" Target="/ppt/notesMasters/notesMaster1.xml" Id="Rdc691e7b29ff480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8bb1d49d0604ffa" /><Relationship Type="http://schemas.openxmlformats.org/officeDocument/2006/relationships/notesMaster" Target="/ppt/notesMasters/notesMaster1.xml" Id="R30932c1587854d2a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3d58656676a46ea" /><Relationship Type="http://schemas.openxmlformats.org/officeDocument/2006/relationships/notesMaster" Target="/ppt/notesMasters/notesMaster1.xml" Id="R99b4cac565b44db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8e8dacdc1784b95" /><Relationship Type="http://schemas.openxmlformats.org/officeDocument/2006/relationships/notesMaster" Target="/ppt/notesMasters/notesMaster1.xml" Id="R83fe6ec66f444e8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cca36299b6f4865" /><Relationship Type="http://schemas.openxmlformats.org/officeDocument/2006/relationships/notesMaster" Target="/ppt/notesMasters/notesMaster1.xml" Id="R4ffe0c9e92c6448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d0515a646764198" /><Relationship Type="http://schemas.openxmlformats.org/officeDocument/2006/relationships/notesMaster" Target="/ppt/notesMasters/notesMaster1.xml" Id="Rfc9cbc10302a4af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c17377a9583c4466" /><Relationship Type="http://schemas.openxmlformats.org/officeDocument/2006/relationships/notesMaster" Target="/ppt/notesMasters/notesMaster1.xml" Id="R8b626c8624a9467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fe94c54ffa84cf9" /><Relationship Type="http://schemas.openxmlformats.org/officeDocument/2006/relationships/notesMaster" Target="/ppt/notesMasters/notesMaster1.xml" Id="Ref3b7105fe0946f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a204621789e4f91" /><Relationship Type="http://schemas.openxmlformats.org/officeDocument/2006/relationships/notesMaster" Target="/ppt/notesMasters/notesMaster1.xml" Id="Ref40dd422a1f4435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1b45c8dc72b42ce" /><Relationship Type="http://schemas.openxmlformats.org/officeDocument/2006/relationships/notesMaster" Target="/ppt/notesMasters/notesMaster1.xml" Id="Raf21bd3a03294d9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b86d1f541150436f" /><Relationship Type="http://schemas.openxmlformats.org/officeDocument/2006/relationships/notesMaster" Target="/ppt/notesMasters/notesMaster1.xml" Id="R793592ed2bd9451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2b5befd8fc344f5" /><Relationship Type="http://schemas.openxmlformats.org/officeDocument/2006/relationships/notesMaster" Target="/ppt/notesMasters/notesMaster1.xml" Id="R1837090d4f1e425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c6590ba739142ad" /><Relationship Type="http://schemas.openxmlformats.org/officeDocument/2006/relationships/notesMaster" Target="/ppt/notesMasters/notesMaster1.xml" Id="Rd3b3afc1725f4b2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269f20aa07cd4df2" /><Relationship Type="http://schemas.openxmlformats.org/officeDocument/2006/relationships/notesMaster" Target="/ppt/notesMasters/notesMaster1.xml" Id="R36418f3fc2b84c2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d12a5b341ba4076" /><Relationship Type="http://schemas.openxmlformats.org/officeDocument/2006/relationships/notesMaster" Target="/ppt/notesMasters/notesMaster1.xml" Id="R65de7524df52430e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63ef1b617e054dc4" /><Relationship Type="http://schemas.openxmlformats.org/officeDocument/2006/relationships/notesMaster" Target="/ppt/notesMasters/notesMaster1.xml" Id="R12a261ce981a42a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d14a3843ceb4963" /><Relationship Type="http://schemas.openxmlformats.org/officeDocument/2006/relationships/notesMaster" Target="/ppt/notesMasters/notesMaster1.xml" Id="R3afad860a996416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fbdb79da21c45c1" /><Relationship Type="http://schemas.openxmlformats.org/officeDocument/2006/relationships/notesMaster" Target="/ppt/notesMasters/notesMaster1.xml" Id="R3c1fc3641f3a4e54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8ecceebfb64e4be1" /><Relationship Type="http://schemas.openxmlformats.org/officeDocument/2006/relationships/notesMaster" Target="/ppt/notesMasters/notesMaster1.xml" Id="R18e4d8b6efcc422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724505c4c46418f" /><Relationship Type="http://schemas.openxmlformats.org/officeDocument/2006/relationships/notesMaster" Target="/ppt/notesMasters/notesMaster1.xml" Id="Rcd0b911ea6ad488c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c6d7eb0265c42d8" /><Relationship Type="http://schemas.openxmlformats.org/officeDocument/2006/relationships/notesMaster" Target="/ppt/notesMasters/notesMaster1.xml" Id="R2df4a3c061434e6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b5e08cbce064b56" /><Relationship Type="http://schemas.openxmlformats.org/officeDocument/2006/relationships/notesMaster" Target="/ppt/notesMasters/notesMaster1.xml" Id="R19ec707d97da4960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005a3a3051574658" /><Relationship Type="http://schemas.openxmlformats.org/officeDocument/2006/relationships/notesMaster" Target="/ppt/notesMasters/notesMaster1.xml" Id="Rf503e552ac424982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43474432d38c41e2" /><Relationship Type="http://schemas.openxmlformats.org/officeDocument/2006/relationships/notesMaster" Target="/ppt/notesMasters/notesMaster1.xml" Id="Rd814b0294104417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fdfa43eca11e4ee9" /><Relationship Type="http://schemas.openxmlformats.org/officeDocument/2006/relationships/notesMaster" Target="/ppt/notesMasters/notesMaster1.xml" Id="Ra68d9a26c15d4043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034a3c1e395948af" /><Relationship Type="http://schemas.openxmlformats.org/officeDocument/2006/relationships/notesMaster" Target="/ppt/notesMasters/notesMaster1.xml" Id="R6d3c24c9710d4565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71b9f8e2a684107" /><Relationship Type="http://schemas.openxmlformats.org/officeDocument/2006/relationships/notesMaster" Target="/ppt/notesMasters/notesMaster1.xml" Id="Rc11b82ff99fb44ea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92da9371e5684c24" /><Relationship Type="http://schemas.openxmlformats.org/officeDocument/2006/relationships/notesMaster" Target="/ppt/notesMasters/notesMaster1.xml" Id="Rf6f8c855803d4a92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86ddbd7e57004e08" /><Relationship Type="http://schemas.openxmlformats.org/officeDocument/2006/relationships/notesMaster" Target="/ppt/notesMasters/notesMaster1.xml" Id="R707ecf916520444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5cbf06b6dbd04c05" /><Relationship Type="http://schemas.openxmlformats.org/officeDocument/2006/relationships/notesMaster" Target="/ppt/notesMasters/notesMaster1.xml" Id="Rcd807c29ca22429a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6a6a50e84fb48ed" /><Relationship Type="http://schemas.openxmlformats.org/officeDocument/2006/relationships/notesMaster" Target="/ppt/notesMasters/notesMaster1.xml" Id="Ra67b941ad6994008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8aaaf7f75c414acc" /><Relationship Type="http://schemas.openxmlformats.org/officeDocument/2006/relationships/notesMaster" Target="/ppt/notesMasters/notesMaster1.xml" Id="R8d6770a290574718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fd51182516414252" /><Relationship Type="http://schemas.openxmlformats.org/officeDocument/2006/relationships/notesMaster" Target="/ppt/notesMasters/notesMaster1.xml" Id="Rf3701b70571a4ab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c55854bb9b334fe6" /><Relationship Type="http://schemas.openxmlformats.org/officeDocument/2006/relationships/notesMaster" Target="/ppt/notesMasters/notesMaster1.xml" Id="Rc6a11c2641054bc2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eb63ad1c4b554d78" /><Relationship Type="http://schemas.openxmlformats.org/officeDocument/2006/relationships/notesMaster" Target="/ppt/notesMasters/notesMaster1.xml" Id="R79207bb0a72340a4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c754bc27e78b4185" /><Relationship Type="http://schemas.openxmlformats.org/officeDocument/2006/relationships/notesMaster" Target="/ppt/notesMasters/notesMaster1.xml" Id="R394ef11050264e3b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88f05c8b648e4b61" /><Relationship Type="http://schemas.openxmlformats.org/officeDocument/2006/relationships/notesMaster" Target="/ppt/notesMasters/notesMaster1.xml" Id="R4a6998720da34540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1331d109e7634771" /><Relationship Type="http://schemas.openxmlformats.org/officeDocument/2006/relationships/notesMaster" Target="/ppt/notesMasters/notesMaster1.xml" Id="R9eaf4191c6dc4e84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eb1c454ab9954a45" /><Relationship Type="http://schemas.openxmlformats.org/officeDocument/2006/relationships/notesMaster" Target="/ppt/notesMasters/notesMaster1.xml" Id="R2e405f802f864fab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9cd8b025f86c46f3" /><Relationship Type="http://schemas.openxmlformats.org/officeDocument/2006/relationships/notesMaster" Target="/ppt/notesMasters/notesMaster1.xml" Id="Rb24dee947e114794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16d5fc4d52c44411" /><Relationship Type="http://schemas.openxmlformats.org/officeDocument/2006/relationships/notesMaster" Target="/ppt/notesMasters/notesMaster1.xml" Id="R7fbea29aea934564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64bfa93b26a64a26" /><Relationship Type="http://schemas.openxmlformats.org/officeDocument/2006/relationships/notesMaster" Target="/ppt/notesMasters/notesMaster1.xml" Id="Rc23a0a849d4842c6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8b04a237d0104d27" /><Relationship Type="http://schemas.openxmlformats.org/officeDocument/2006/relationships/notesMaster" Target="/ppt/notesMasters/notesMaster1.xml" Id="R55ac80ac891f47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開場先說明：今天的重點不是把所有按鈕看過一遍，而是每位參與者都完成可帶回課堂的成果。邀請大家先選定一門課程，以及一個真實的教學／研究痛點與問題。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Andrej Karpathy 將這種『先跟著靈感走、用自然語言讓 AI 協助把想法做出來』的工作方式稱為 Vibe Coding。這裡把它轉成適合今天社群的學習入口：當你突然想到一個教學活動、研究工具或生活中的小作品，不必先被『我不會寫程式』擋住，可以先把想法說清楚，讓 AI／Agent 協助把它推成第一個可操作原型。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 Vibe Coding 不是把責任交給模型。要保留人工試用、資料權限、測試與品質判斷；靈感負責啟動，人的目的與驗證負責把作品帶到可用。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https://www.youtube.com/watch?v=LCEmiRjPEtQ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Vibe Working 是本工作坊把 Vibe Coding 延伸到日常工作的課程框架，不把它當成 Andrej Karpathy 的原始名詞。當我們在工作中發現『為什麼人生要一直浪費在這些重複事情上』，那個不滿與靈感就是自動化的入口。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請大家不要只追求做更多，而是把重複流程交給 AI／Agent 後，重新決定省下來的時間要回到哪裡：更好的課程、更扎實的研究、更深的人際互動，或是自己一直想做卻沒有時間做的事。效率的終點不是把行程塞滿，而是重新取得生活的主導權。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上午會帶大家從 Level 1 的對話式 AI，進階到 Level 2 的協作式 AI：用 Gemini Notebook、Gem 與 Canvas 一起完成作品。下午再進入 Level 3 的 Agentic AI，讓 Agent 從頭到尾推進任務並交付成果。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Level 3 不只是『模型比較強』，而是人、工作區、工具、規則與 Skills 組成一個可重複的工作流。你可以把自己的 AI Agent 想成一位長期協作的數位同仁：它會逐漸理解你的工作方式與痛點，但授權範圍、驗證標準與最後責任仍由人保留。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https://antigravity.google/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AI Agent 正在讓職位邊界變得更薄。過去 PM 常需要先把需求交給工程師，再等待程式與產品成形；現在 PM 可以先用自然語言指派 Agent，做出一個自己能用、能玩的程式網站或互動原型，快速確認想法與使用者反應。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這不代表工程師被取代，也不代表每個人都要變成全端工程師，而是每個角色都多了一步跨界能力：PM 能先驗證問題，教師／研究者能直接做出第一版，工程師則更需要理解客戶、學生、教師與跨部門夥伴的真實情境。未來的競爭力不只在職稱，而在能否理解問題、運用 Agent、與人協作並交付成果。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PM 不必再等到所有規格都完美，才第一次看見成果。可以先把目標、對象、限制與使用情境說清楚，請 AI Agent 做出可操作原型，邀請同事、學生或客戶試用，再把回饋帶回需求與設計。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這裡的重點是『先驗證』，不是『跳過工程』。正式產品仍需要工程師處理架構、資安、效能、可維護性、資料治理與長期交付；Agent 讓跨職位對話更早發生，讓工程師收到的是經過試用與澄清的問題，而不是只有一張等待猜測的需求單。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當 AI Agent 降低製作原型與程式碼的門檻，工程師的價值會更需要往『理解問題與對成果負責』延伸。過去有些人選擇工程工作，可能偏好專注技術、減少頻繁溝通；這不是對工程師人格的定性，而是提醒工作內容正在改變：如果只守著程式碼、遠離使用者與跨部門，就更難及早發現需求落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未來需要的是 T 型能力：保留深度技術，同時願意走進現場、理解人與脈絡、和其他職位共同定義問題。PM、工程師、教師與研究者都一樣，邊界變模糊不是失去專業，而是讓專業可以更直接地服務真正的需求。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這一頁要讓文組專業者先放下『我不會寫程式，所以做不到』的自我設限。AI 與 Agent 可以協助把語言、想法與需求轉成程式碼、介面、資料流程與可操作作品；就像多了一雙翅膀，像 Red Bull 一樣如虎添翼，讓我們飛得更高、更遠。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但翅膀不是方向。真正要帶進工作坊的，是大家對教學、研究、文本、人的理解，以及對問題的判斷。技術執行可以交給工具協作，目的與最後責任仍由人掌握。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這不是文理對立，而是能力重新組隊。文組長期累積的理解、脈絡、辨識、表達與教育／研究判斷，正是 AI 時代的導航能力；AI 與 Agent 則補上程式、介面、資料與自動化的執行能力。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對今天在場的教授與社群成員來說，大家不是要變成另一種人，而是帶著原本的專業，取得一雙能把專業帶到更遠地方的技術翅膀。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請大家把今天想做的事情想成一次出航：先帶上自己的真問題與專業脈絡，再讓 Agent 補上技術翅膀。不是先學會所有工具才開始，而是從一個真實需求開始，讓工具協助我們完成以前以為不可能的事；最後仍由人驗證，並把成果帶回教學、研究與生活。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這也是今天上午的學習弧線：先說清楚，再有根據、有角色、有作品、能分享。等一下請大家帶著這個問題進入實作：如果我真的多了一雙翅膀，想飛去哪裡？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用一張圖建立全日心智模型。上午先完成 AI 教學與研究工作室，下午再把同一作品或資料分析任務交給 Agent 擴充、驗證與交付。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Typeless 放在最前面，先把教師腦中的口語想法整理成可複製、可查證、可交給 Gemini Notebook 的文字素材。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https://www.typeless.com/refer?code=LZTOQFT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簡要說明時間節奏。實作時採 6 位教授三組雙人共作；若某帳號沒有 Gemini 權限，擔任測試者與教學觀察員仍可完整參與。Typeless 先協助把每組的口述痛點整理成後續 Notebook、Gem 與 Canvas 都能使用的任務文字。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請參與者把這四項成果當作今日 checklist。每一段結束會回來勾選一次。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六位教授建議分三組。不要讓帳號差異變成旁觀：測試者的工作是檢查引用、指令邊界、手機畫面與實際教學價值。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痛點可能來自教學現場、研究資料、行政流程或共備工作。請每組先說出一個痛點，再把它寫成一句：『我希望哪一群學生、研究參與者或行政夥伴，在什麼情境下，完成什麼改變？』後續所有工具都服務這一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現場不要逐一介紹 123 個工具。請依參與者選定的教學／研究痛點，搜尋 1–2 個最接近的案例，分析它的使用者、輸入、輸出與互動方式，完成『痛點 → 案例 → 可驗證成果』的連線。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三個案例分別對應語文創作、教學設計與互動網站。現場可由三組各選一張，先讀卡片介紹，再用測試者視角操作成品。本次資料依據案例公開版本與測試結果稽核。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https://cagoooo.github.io/Akai/tool/91/</a:t>
            </a:r>
          </a:p>
          <a:p xmlns:a="http://schemas.openxmlformats.org/drawingml/2006/main">
            <a:r>
              <a:t>- https://cagoooo.github.io/PhotoPoet/</a:t>
            </a:r>
          </a:p>
          <a:p xmlns:a="http://schemas.openxmlformats.org/drawingml/2006/main">
            <a:r>
              <a:t>- https://cagoooo.github.io/Akai/tool/58/</a:t>
            </a:r>
          </a:p>
          <a:p xmlns:a="http://schemas.openxmlformats.org/drawingml/2006/main">
            <a:r>
              <a:t>- https://cagoooo.github.io/prepare/</a:t>
            </a:r>
          </a:p>
          <a:p xmlns:a="http://schemas.openxmlformats.org/drawingml/2006/main">
            <a:r>
              <a:t>- https://cagoooo.github.io/Akai/tool/11/</a:t>
            </a:r>
          </a:p>
          <a:p xmlns:a="http://schemas.openxmlformats.org/drawingml/2006/main">
            <a:r>
              <a:t>- https://cagoooo.github.io/Akailao/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三個案例分別用於形成性回饋、Google Sites 與 GitHub Pages 部署比較。提醒參與者同時觀察內容架構、權限、維護方式與手機操作。本次資料依據案例公開版本與測試結果稽核。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https://cagoooo.github.io/Akai/tool/3/</a:t>
            </a:r>
          </a:p>
          <a:p xmlns:a="http://schemas.openxmlformats.org/drawingml/2006/main">
            <a:r>
              <a:t>- https://cagoooo.github.io/vote/</a:t>
            </a:r>
          </a:p>
          <a:p xmlns:a="http://schemas.openxmlformats.org/drawingml/2006/main">
            <a:r>
              <a:t>- https://cagoooo.github.io/Akai/tool/24/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https://cagoooo.github.io/Akai/tool/81/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上午先教兩條語音入口。Typeless 適合把想法整理成可複製文字，再交給 Notebook、Gem 或 Canvas；ChatGPT Voice in Work／Codex 適合在桌面版工作區直接口述任務、追問進度與協調 Agent。兩者不是功能排名，而是依工作情境選擇。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現場請避免直接口述學生姓名、信箱、成績或未公開研究資料；先以合成情境示範。Codex Voice 仍需麥克風與工作區權限，請依帳號與資料控制設定使用。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https://www.typeless.com/refer?code=LZTOQFT</a:t>
            </a:r>
          </a:p>
          <a:p xmlns:a="http://schemas.openxmlformats.org/drawingml/2006/main">
            <a:r>
              <a:t>- https://www.typeless.com/refer?code=LZTOQFT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示範同一個痛點的兩種走法：Typeless 先把口語整理成可複製文字；Codex Voice 則在 ChatGPT 桌面版的 Work／Codex 工作區直接口述任務，讓 Agent 先提出計畫再行動。兩者都要人工檢查意圖、限制、權限與敏感資料。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https://www.typeless.com/refer?code=LZTOQFT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每組先從自己的真實痛點開始，不要從漂亮的 AI 題目開始。Typeless 使用者保留『原始口述』與『整理後版本』；Codex Voice 使用者保留『口述任務』與『Agent 計畫』。兩組都要在交給下一個工具前，確認沒有個資、越權要求或未授權發布。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https://www.typeless.com/refer?code=LZTOQFT</a:t>
            </a:r>
          </a:p>
          <a:p xmlns:a="http://schemas.openxmlformats.org/drawingml/2006/main">
            <a:r>
              <a:t>- https://www.typeless.com/refer?code=LZTOQFT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這張橋接圖把兩種語音入口放回上午產線：Typeless 負責整理文字，Codex Voice 負責在工作區協調 Agent；兩者都必須留下可檢查的文字、計畫或證據。接著可把問題交給 Gemini Notebook 建立來源包，或交給 Codex／Gem／Canvas 推進作品。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https://www.typeless.com/refer?code=LZTOQFT</a:t>
            </a:r>
          </a:p>
          <a:p xmlns:a="http://schemas.openxmlformats.org/drawingml/2006/main">
            <a:r>
              <a:t>- https://chatgpt.com/codex/</a:t>
            </a:r>
          </a:p>
          <a:p xmlns:a="http://schemas.openxmlformats.org/drawingml/2006/main">
            <a:r>
              <a:t>- https://help.openai.com/en/articles/20001275-chatgpt-work-and-codex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強調工具選擇不是競賽。Notebook 負責來源，Gem 負責穩定行為，Canvas 負責可操作介面，部署平台負責觸及使用者。這條產線同時適用於教學設計與研究整理。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章節轉場。請參與者準備三份與自己課程最相關的資料。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示範同一個問題在一般聊天與來源型筆記本的差異。重點不是『一定正確』，而是『更容易追查與修正』。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要求每組先用少量高品質來源建立第一版。來源太多會讓提問與檢核難度提高，熟悉後再擴增。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現場示範以教學駕駛艙 GitHub repo 與公開網站為入口：先閱讀 README 與一個單元頁，再把可公開的內容加入 Gemini Notebook。示範一題能回到引用的問題，再示範一題資料不足的問題；最後把 Notebook 產出的摘要或提問稿放回駕駛艙的教學脈絡。提醒：不要上傳學生個資、未授權教材或私人研究資料。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https://support.google.com/gemininotebook/answer/16206563?hl=zh-Hant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這一輪不追求把整座駕駛艙搬進筆記本，而是完成一個可追查的小案例。巡視時請確認來源權限、引用位置與輸出是否真的能被教師修改。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現場請每組依序跑三層提問，感受『問題層級』如何改變輸出。若回答無法回到來源，先修問題，不急著追求華麗文字。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請參與者只選一個駕駛艙成品完成，不要同時生成全部。強調 Notebook 是來源與推理的工作區，駕駛艙則是給教師或學生使用的整理與操作入口；完成後用『內容依據、使用者可用、教師可改』三項快速評估。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https://github.com/cagoooo/it-cockpit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讓每組口頭報告一個『回答得好』與一個『來源不足』的例子。這一步建立查證習慣。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轉場：Notebook 管來源，Gem 管行為。兩者可以搭配，但不要混為同一功能。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用同一份學生作業或教案，分別在一般對話與 Gem 中測試。比較輸出的穩定度與是否遵守格式。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這一頁的現場操作會直接打開講師帳號中既有的 Gem，讓大家看『真實產物如何拆解』。公開版本只示範結構與方法，不顯示私人 Gem 名稱、檔案或對話內容；若參與者帳號看不到相同 Gem，就用下一頁的通用範本重建。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示範先在帳號中複製一個既有 Gem 的有效做法，再把它改成研習用的『教學與研究設計教練』。右側範本刻意保留簡短、可讀、可測試；實際儲存前請確認背景檔案與分享權限。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巡視時請先確認參與者真的在改造一個既有資產，而不是另開一個完全不同的 Gem。測試案例至少包含：未提供學生程度、要求捏造引用、要求直接替學生完成作業。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如果四項只符合一項，先保留成提示詞，不急著做 Gem。可重複與可維護，才是專屬助理的價值。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轉場：現在把前面整理好的內容與教學方法，變成學生能操作的作品。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以『會議記錄自動產出平台（Pro 版）』作為需求參考，不把真實會議逐字稿直接貼入公開示範。先在 Canvas 生成最小可用的會議紀錄介面，再把公開網址嵌入 Google Sites；若來源網站禁止 iframe，就改用『在新分頁開啟』的備援按鈕。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先展示 #84 會議記錄自動產出平台的需求與操作脈絡，再請 Canvas 生成一個不含真實個資的最小原型。示範完成後複製分享網址，實際放進 Google Sites 頁面預覽；若嵌入被阻擋，保留同一網址的外開備援。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https://cagoooo.github.io/Akai/tool/84/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這個練習把上午三個重點串起來：Gemini Notebook 可整理會議來源，既有 Gem 可固定摘要格式，Canvas 產出可操作介面，Google Sites 負責組織與分享。嵌入前一定要用合成資料或已授權內容驗證。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安排同儕交換裝置測試。任何含真實學生或研究資料的作品，今天只做本機或私人分享版本。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先用 Google Sites 完成 Canvas 會議紀錄系統的嵌入與分享；若作品需要版本化、程式碼維護或跨專案重用，再選 GitHub Pages。EZPage 是降低第一次部署門檻的第三方入口，不是 GitHub 官方工具。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Sites 的現場流程是準備分享網址、插入嵌入、調整版面、預覽並發布。請用 #84 會議紀錄平台的需求作為畫面參考；若 Canvas 網址回應拒絕嵌入，直接提供清楚的『在新分頁開啟』按鈕，不要為了嵌入而放寬資料權限。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https://cagoooo.github.io/domain-meeting-go/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示範最簡單的 Deploy from a branch。提醒發布可能需要數分鐘；完成不是看到綠勾，而是實際打開公開網址走完主要流程。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EZPage 是第三方圖形化入口，不是 GitHub 官方工具。先確認 ZIP 根目錄有 index.html；不要上傳學生個資、研究原始資料或未授權素材。登入授權前檢查權限範圍與儲存庫可見性；部署後仍要打開公開網址驗證。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秒：30 秒說明資料與使用者，45 秒操作作品，15 秒說明下一步。示範資料請使用合成或已授權內容；技術評論與 Agent 升級留到午後。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這張是上午與下午之間的生活哲學橋接。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講者觀察：Agent 讓我能完成很多以前想不到自己能做到的事，能力變得非常強大，就像擁有超能力一樣。現在 Agent 時代到來，讓人感覺「沒有你做不到的事，只有你想不到的事」。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但省下時間不等於要把行程塞滿。以前自己做完一件事就結束；現在有 AI 與 Agent 幫忙，常常只要原本 1/10 甚至 1/20 的時間，效率提升至少 20 倍，就會立刻想再做更多優化與改良。這張先請大家停一下，問自己：省下來的時間，我要拿來做什麼？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請把答案帶到下午最後的反思：培養興趣與未來志向、陪伴孩子與家人、和同儕與同事深入溝通，讓科技能力最後回到人的生活與關係。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本頁資源皆為公開網站入口，請依卡片名稱點擊或掃描 QR Code 開啟。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公開資源：研習資源導航</a:t>
            </a:r>
          </a:p>
          <a:p xmlns:a="http://schemas.openxmlformats.org/drawingml/2006/main">
            <a:r>
              <a:t>- 公開資源：開啟 Gemini Notebook</a:t>
            </a:r>
          </a:p>
          <a:p xmlns:a="http://schemas.openxmlformats.org/drawingml/2006/main">
            <a:r>
              <a:t>- 公開資源：建立自訂 Gem</a:t>
            </a:r>
          </a:p>
          <a:p xmlns:a="http://schemas.openxmlformats.org/drawingml/2006/main">
            <a:r>
              <a:t>- 公開資源：開啟 Gemini Canvas</a:t>
            </a:r>
          </a:p>
          <a:p xmlns:a="http://schemas.openxmlformats.org/drawingml/2006/main">
            <a:r>
              <a:t>- 公開資源：教學駕駛艙 GitHub repo</a:t>
            </a:r>
          </a:p>
          <a:p xmlns:a="http://schemas.openxmlformats.org/drawingml/2006/main">
            <a:r>
              <a:t>- 公開資源：教學駕駛艙公開網站</a:t>
            </a:r>
          </a:p>
          <a:p xmlns:a="http://schemas.openxmlformats.org/drawingml/2006/main">
            <a:r>
              <a:t>- 公開資源：教師會議紀錄系統（#84）</a:t>
            </a:r>
          </a:p>
          <a:p xmlns:a="http://schemas.openxmlformats.org/drawingml/2006/main">
            <a:r>
              <a:t>- 公開資源：建立 Google Sites</a:t>
            </a:r>
          </a:p>
          <a:p xmlns:a="http://schemas.openxmlformats.org/drawingml/2006/main">
            <a:r>
              <a:t>- 公開資源：開啟 GitHub Pages</a:t>
            </a:r>
          </a:p>
          <a:p xmlns:a="http://schemas.openxmlformats.org/drawingml/2006/main">
            <a:r>
              <a:t>- 公開資源：EZPage 一鍵部署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c847d7c4e634b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9373e29bde4ab8" /><Relationship Type="http://schemas.openxmlformats.org/officeDocument/2006/relationships/slideLayout" Target="/ppt/slideLayouts/slideLayout1.xml" Id="Re586244f85994c5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586244f85994c5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a4d759eaf04159" /><Relationship Type="http://schemas.openxmlformats.org/officeDocument/2006/relationships/image" Target="/ppt/media/image.png" Id="R9adbfdda8f7b4b71" /><Relationship Type="http://schemas.openxmlformats.org/officeDocument/2006/relationships/notesSlide" Target="/ppt/notesSlides/notesSlide1.xml" Id="R7f2ed305f8624b6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8a7bee9ba84247" /><Relationship Type="http://schemas.openxmlformats.org/officeDocument/2006/relationships/hyperlink" Target="https://www.youtube.com/watch?v=LCEmiRjPEtQ" TargetMode="External" Id="R926f63e6e1ca40bb" /><Relationship Type="http://schemas.openxmlformats.org/officeDocument/2006/relationships/image" Target="/ppt/media/image2.png" Id="Rf55ffd4b39304282" /><Relationship Type="http://schemas.openxmlformats.org/officeDocument/2006/relationships/notesSlide" Target="/ppt/notesSlides/notesSlide2.xml" Id="R54e840401b4a494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a8d2bec0c14bed" /><Relationship Type="http://schemas.openxmlformats.org/officeDocument/2006/relationships/hyperlink" Target="https://notebook.google.com/" TargetMode="External" Id="Rfa4067a4677d4473" /><Relationship Type="http://schemas.openxmlformats.org/officeDocument/2006/relationships/hyperlink" Target="https://gemini.google.com/app" TargetMode="External" Id="Rff6be4771df24aaf" /><Relationship Type="http://schemas.openxmlformats.org/officeDocument/2006/relationships/image" Target="/ppt/media/image3.png" Id="R28d1b6c3b4be47fd" /><Relationship Type="http://schemas.openxmlformats.org/officeDocument/2006/relationships/image" Target="/ppt/media/image4.png" Id="R1b910036d00842cb" /><Relationship Type="http://schemas.openxmlformats.org/officeDocument/2006/relationships/notesSlide" Target="/ppt/notesSlides/notesSlide3.xml" Id="R125c32fc289d4e9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03868fc69d4ae2" /><Relationship Type="http://schemas.openxmlformats.org/officeDocument/2006/relationships/hyperlink" Target="https://notebook.google.com/" TargetMode="External" Id="R9c93cda69c854961" /><Relationship Type="http://schemas.openxmlformats.org/officeDocument/2006/relationships/hyperlink" Target="https://gemini.google.com/app" TargetMode="External" Id="R91d62948e42f4f29" /><Relationship Type="http://schemas.openxmlformats.org/officeDocument/2006/relationships/hyperlink" Target="https://antigravity.google/" TargetMode="External" Id="R2c2207e567794b35" /><Relationship Type="http://schemas.openxmlformats.org/officeDocument/2006/relationships/image" Target="/ppt/media/image5.png" Id="R481fc97cdea44e35" /><Relationship Type="http://schemas.openxmlformats.org/officeDocument/2006/relationships/image" Target="/ppt/media/image6.png" Id="R1ab9c96a20054843" /><Relationship Type="http://schemas.openxmlformats.org/officeDocument/2006/relationships/image" Target="/ppt/media/image7.png" Id="R9930878330d94f28" /><Relationship Type="http://schemas.openxmlformats.org/officeDocument/2006/relationships/notesSlide" Target="/ppt/notesSlides/notesSlide4.xml" Id="R2acb2aa9692f48b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506bd50caa4a4d" /><Relationship Type="http://schemas.openxmlformats.org/officeDocument/2006/relationships/notesSlide" Target="/ppt/notesSlides/notesSlide5.xml" Id="R20d3e4c753614db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710d7e2a45497a" /><Relationship Type="http://schemas.openxmlformats.org/officeDocument/2006/relationships/notesSlide" Target="/ppt/notesSlides/notesSlide6.xml" Id="R9094c28e796943e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1191cdeca94cfe" /><Relationship Type="http://schemas.openxmlformats.org/officeDocument/2006/relationships/notesSlide" Target="/ppt/notesSlides/notesSlide7.xml" Id="R745d48f1b4024ed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f4fe6c2dd543b8" /><Relationship Type="http://schemas.openxmlformats.org/officeDocument/2006/relationships/notesSlide" Target="/ppt/notesSlides/notesSlide8.xml" Id="R83beb7c7e337450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914623db814200" /><Relationship Type="http://schemas.openxmlformats.org/officeDocument/2006/relationships/hyperlink" Target="https://www.typeless.com/refer?code=LZTOQFT" TargetMode="External" Id="Rf6e69c5fbad14759" /><Relationship Type="http://schemas.openxmlformats.org/officeDocument/2006/relationships/hyperlink" Target="https://notebook.google.com/" TargetMode="External" Id="R15ce8145ffcb4705" /><Relationship Type="http://schemas.openxmlformats.org/officeDocument/2006/relationships/image" Target="/ppt/media/image8.png" Id="R6808ab1791c34211" /><Relationship Type="http://schemas.openxmlformats.org/officeDocument/2006/relationships/image" Target="/ppt/media/image9.png" Id="Ra6970c9b587047df" /><Relationship Type="http://schemas.openxmlformats.org/officeDocument/2006/relationships/notesSlide" Target="/ppt/notesSlides/notesSlide9.xml" Id="Rd167605634954f0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fe3c2c233344ba" /><Relationship Type="http://schemas.openxmlformats.org/officeDocument/2006/relationships/notesSlide" Target="/ppt/notesSlides/notesSlide10.xml" Id="Rb3ede2d9a5324f9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685d2346df4890" /><Relationship Type="http://schemas.openxmlformats.org/officeDocument/2006/relationships/notesSlide" Target="/ppt/notesSlides/notesSlide11.xml" Id="Rd2ef6ef69a39430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558c9d752c4c72" /><Relationship Type="http://schemas.openxmlformats.org/officeDocument/2006/relationships/hyperlink" Target="https://www.typeless.com/refer?code=LZTOQFT" TargetMode="External" Id="R9324094ded8a4bef" /><Relationship Type="http://schemas.openxmlformats.org/officeDocument/2006/relationships/hyperlink" Target="https://notebook.google.com/" TargetMode="External" Id="R93a67cec74f94405" /><Relationship Type="http://schemas.openxmlformats.org/officeDocument/2006/relationships/image" Target="/ppt/media/image10.png" Id="R0d4a5236bbe745f6" /><Relationship Type="http://schemas.openxmlformats.org/officeDocument/2006/relationships/image" Target="/ppt/media/image11.png" Id="Rba8331d75ff24c37" /><Relationship Type="http://schemas.openxmlformats.org/officeDocument/2006/relationships/notesSlide" Target="/ppt/notesSlides/notesSlide12.xml" Id="R480dfa7517224db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7b131d2cc24cbc" /><Relationship Type="http://schemas.openxmlformats.org/officeDocument/2006/relationships/notesSlide" Target="/ppt/notesSlides/notesSlide13.xml" Id="R56cdec0bab424dbe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88f58e27f4370" /><Relationship Type="http://schemas.openxmlformats.org/officeDocument/2006/relationships/notesSlide" Target="/ppt/notesSlides/notesSlide14.xml" Id="R26454f41e12f427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83f91976d5493c" /><Relationship Type="http://schemas.openxmlformats.org/officeDocument/2006/relationships/notesSlide" Target="/ppt/notesSlides/notesSlide15.xml" Id="R9a9c9b40e2b442e0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141a66d9de4e23" /><Relationship Type="http://schemas.openxmlformats.org/officeDocument/2006/relationships/notesSlide" Target="/ppt/notesSlides/notesSlide16.xml" Id="R594cba42cc60433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b3ef9da7a249fe" /><Relationship Type="http://schemas.openxmlformats.org/officeDocument/2006/relationships/image" Target="/ppt/media/image12.png" Id="Rca82b48ba5104e19" /><Relationship Type="http://schemas.openxmlformats.org/officeDocument/2006/relationships/hyperlink" Target="https://cagoooo.github.io/Akai/" TargetMode="External" Id="Rd3001b673c564d4c" /><Relationship Type="http://schemas.openxmlformats.org/officeDocument/2006/relationships/image" Target="/ppt/media/image13.png" Id="Raf75d34200084452" /><Relationship Type="http://schemas.openxmlformats.org/officeDocument/2006/relationships/notesSlide" Target="/ppt/notesSlides/notesSlide17.xml" Id="R7d7c488f5b594d3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a04332c1844178" /><Relationship Type="http://schemas.openxmlformats.org/officeDocument/2006/relationships/hyperlink" Target="https://cagoooo.github.io/Akai/tool/91/" TargetMode="External" Id="R8bf5221899d34e05" /><Relationship Type="http://schemas.openxmlformats.org/officeDocument/2006/relationships/image" Target="/ppt/media/image14.png" Id="R316012ec2b4643fb" /><Relationship Type="http://schemas.openxmlformats.org/officeDocument/2006/relationships/hyperlink" Target="https://cagoooo.github.io/PhotoPoet/" TargetMode="External" Id="R7076420db6254330" /><Relationship Type="http://schemas.openxmlformats.org/officeDocument/2006/relationships/image" Target="/ppt/media/image15.png" Id="R0f63ce23e6134541" /><Relationship Type="http://schemas.openxmlformats.org/officeDocument/2006/relationships/hyperlink" Target="https://cagoooo.github.io/Akai/tool/58/" TargetMode="External" Id="R38ae8ec648a84db7" /><Relationship Type="http://schemas.openxmlformats.org/officeDocument/2006/relationships/image" Target="/ppt/media/image16.png" Id="R89abbae0c4a246c3" /><Relationship Type="http://schemas.openxmlformats.org/officeDocument/2006/relationships/hyperlink" Target="https://cagoooo.github.io/prepare/" TargetMode="External" Id="R99e358317a6a461c" /><Relationship Type="http://schemas.openxmlformats.org/officeDocument/2006/relationships/image" Target="/ppt/media/image17.png" Id="R20c5ca1a9c5d4ed7" /><Relationship Type="http://schemas.openxmlformats.org/officeDocument/2006/relationships/hyperlink" Target="https://cagoooo.github.io/Akai/tool/11/" TargetMode="External" Id="Ra63b3e7908ce4c93" /><Relationship Type="http://schemas.openxmlformats.org/officeDocument/2006/relationships/image" Target="/ppt/media/image18.png" Id="R9d85770025d14c2a" /><Relationship Type="http://schemas.openxmlformats.org/officeDocument/2006/relationships/hyperlink" Target="https://cagoooo.github.io/Akailao/" TargetMode="External" Id="R56889f974fc548a2" /><Relationship Type="http://schemas.openxmlformats.org/officeDocument/2006/relationships/image" Target="/ppt/media/image19.png" Id="R642d9a49ee664652" /><Relationship Type="http://schemas.openxmlformats.org/officeDocument/2006/relationships/notesSlide" Target="/ppt/notesSlides/notesSlide18.xml" Id="R377f1f7fbb4744d5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0a5effc5f54095" /><Relationship Type="http://schemas.openxmlformats.org/officeDocument/2006/relationships/hyperlink" Target="https://cagoooo.github.io/Akai/tool/3/" TargetMode="External" Id="R1443c9d5f5d3467a" /><Relationship Type="http://schemas.openxmlformats.org/officeDocument/2006/relationships/image" Target="/ppt/media/image20.png" Id="Rf99b1bb9e9a443a5" /><Relationship Type="http://schemas.openxmlformats.org/officeDocument/2006/relationships/hyperlink" Target="https://cagoooo.github.io/vote/" TargetMode="External" Id="R637c86b453f04fc7" /><Relationship Type="http://schemas.openxmlformats.org/officeDocument/2006/relationships/image" Target="/ppt/media/image21.png" Id="R1066485e243e4031" /><Relationship Type="http://schemas.openxmlformats.org/officeDocument/2006/relationships/hyperlink" Target="https://cagoooo.github.io/Akai/tool/24/" TargetMode="External" Id="Rc17325252b5648f8" /><Relationship Type="http://schemas.openxmlformats.org/officeDocument/2006/relationships/image" Target="/ppt/media/image22.png" Id="R8ad53095eb7549d4" /><Relationship Type="http://schemas.openxmlformats.org/officeDocument/2006/relationships/hyperlink" Target="https://sites.google.com/mail2.smes.tyc.edu.tw/114teacher/" TargetMode="External" Id="R26e1ec16ac244b89" /><Relationship Type="http://schemas.openxmlformats.org/officeDocument/2006/relationships/image" Target="/ppt/media/image23.png" Id="Re43d497cef73444b" /><Relationship Type="http://schemas.openxmlformats.org/officeDocument/2006/relationships/hyperlink" Target="https://cagoooo.github.io/Akai/tool/81/" TargetMode="External" Id="Ra29045c222504c84" /><Relationship Type="http://schemas.openxmlformats.org/officeDocument/2006/relationships/image" Target="/ppt/media/image24.png" Id="R3e6c89bda0b9475a" /><Relationship Type="http://schemas.openxmlformats.org/officeDocument/2006/relationships/hyperlink" Target="https://cagoooo.github.io/it-cockpit/" TargetMode="External" Id="R30b2b8ad7d354e98" /><Relationship Type="http://schemas.openxmlformats.org/officeDocument/2006/relationships/image" Target="/ppt/media/image25.png" Id="R70adc5ebe8364907" /><Relationship Type="http://schemas.openxmlformats.org/officeDocument/2006/relationships/notesSlide" Target="/ppt/notesSlides/notesSlide19.xml" Id="R1dfcb2c2c22041c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82efeff9df40b3" /><Relationship Type="http://schemas.openxmlformats.org/officeDocument/2006/relationships/hyperlink" Target="https://www.typeless.com/refer?code=LZTOQFT" TargetMode="External" Id="Rfb7e6e4bd0de4d91" /><Relationship Type="http://schemas.openxmlformats.org/officeDocument/2006/relationships/hyperlink" Target="https://chatgpt.com/codex/" TargetMode="External" Id="Rd8b8b46da1d94b91" /><Relationship Type="http://schemas.openxmlformats.org/officeDocument/2006/relationships/image" Target="/ppt/media/image26.png" Id="R271954c1ef154d91" /><Relationship Type="http://schemas.openxmlformats.org/officeDocument/2006/relationships/image" Target="/ppt/media/image27.png" Id="Rf5c235d592f54b2b" /><Relationship Type="http://schemas.openxmlformats.org/officeDocument/2006/relationships/notesSlide" Target="/ppt/notesSlides/notesSlide20.xml" Id="Rd7f5d2c17daf4e9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a53aa6c54e4a72" /><Relationship Type="http://schemas.openxmlformats.org/officeDocument/2006/relationships/hyperlink" Target="https://www.typeless.com/refer?code=LZTOQFT" TargetMode="External" Id="R1b5c48deae1c499a" /><Relationship Type="http://schemas.openxmlformats.org/officeDocument/2006/relationships/hyperlink" Target="https://chatgpt.com/codex/" TargetMode="External" Id="Ra48283b5c9d9471c" /><Relationship Type="http://schemas.openxmlformats.org/officeDocument/2006/relationships/image" Target="/ppt/media/image28.png" Id="Rb72ddd7116ba4f4b" /><Relationship Type="http://schemas.openxmlformats.org/officeDocument/2006/relationships/image" Target="/ppt/media/image29.png" Id="R1856ba026157406e" /><Relationship Type="http://schemas.openxmlformats.org/officeDocument/2006/relationships/notesSlide" Target="/ppt/notesSlides/notesSlide21.xml" Id="R49460788339c4be7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40d1dd11474cc4" /><Relationship Type="http://schemas.openxmlformats.org/officeDocument/2006/relationships/hyperlink" Target="https://www.typeless.com/refer?code=LZTOQFT" TargetMode="External" Id="R80cf4a587c5744e4" /><Relationship Type="http://schemas.openxmlformats.org/officeDocument/2006/relationships/hyperlink" Target="https://chatgpt.com/codex/" TargetMode="External" Id="Rc7973eb85a6348c2" /><Relationship Type="http://schemas.openxmlformats.org/officeDocument/2006/relationships/image" Target="/ppt/media/image30.png" Id="R483c09fa57854564" /><Relationship Type="http://schemas.openxmlformats.org/officeDocument/2006/relationships/image" Target="/ppt/media/image31.png" Id="R52d2759c780e42f4" /><Relationship Type="http://schemas.openxmlformats.org/officeDocument/2006/relationships/notesSlide" Target="/ppt/notesSlides/notesSlide22.xml" Id="Raed7befd01bf4047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cec9044ad14e41" /><Relationship Type="http://schemas.openxmlformats.org/officeDocument/2006/relationships/hyperlink" Target="https://www.typeless.com/refer?code=LZTOQFT" TargetMode="External" Id="R62a9aabfb4804b6c" /><Relationship Type="http://schemas.openxmlformats.org/officeDocument/2006/relationships/hyperlink" Target="https://chatgpt.com/codex/" TargetMode="External" Id="R8c4753e3d41e431c" /><Relationship Type="http://schemas.openxmlformats.org/officeDocument/2006/relationships/hyperlink" Target="https://notebook.google.com/" TargetMode="External" Id="R9c04d85f34ec45c3" /><Relationship Type="http://schemas.openxmlformats.org/officeDocument/2006/relationships/image" Target="/ppt/media/image32.png" Id="R3133ba8eb1b84167" /><Relationship Type="http://schemas.openxmlformats.org/officeDocument/2006/relationships/image" Target="/ppt/media/image33.png" Id="R0563649d5bb8493d" /><Relationship Type="http://schemas.openxmlformats.org/officeDocument/2006/relationships/notesSlide" Target="/ppt/notesSlides/notesSlide23.xml" Id="Rc3395e7cc09c4479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aaa210a9d34d5a" /><Relationship Type="http://schemas.openxmlformats.org/officeDocument/2006/relationships/notesSlide" Target="/ppt/notesSlides/notesSlide24.xml" Id="R7071a344aa174596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c52b54900b4a7c" /><Relationship Type="http://schemas.openxmlformats.org/officeDocument/2006/relationships/hyperlink" Target="https://notebook.google.com/" TargetMode="External" Id="Rff7a9673842d4e0c" /><Relationship Type="http://schemas.openxmlformats.org/officeDocument/2006/relationships/image" Target="/ppt/media/image34.png" Id="R8198cbb551b74ced" /><Relationship Type="http://schemas.openxmlformats.org/officeDocument/2006/relationships/notesSlide" Target="/ppt/notesSlides/notesSlide25.xml" Id="R8fe47f198f654fc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f74bd43586411e" /><Relationship Type="http://schemas.openxmlformats.org/officeDocument/2006/relationships/hyperlink" Target="https://notebook.google.com/" TargetMode="External" Id="R1725e944bb134a09" /><Relationship Type="http://schemas.openxmlformats.org/officeDocument/2006/relationships/image" Target="/ppt/media/image35.png" Id="R64e407b3fc654e9d" /><Relationship Type="http://schemas.openxmlformats.org/officeDocument/2006/relationships/notesSlide" Target="/ppt/notesSlides/notesSlide26.xml" Id="R5b56bb97868b4f2e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a1b96c8f4b4455" /><Relationship Type="http://schemas.openxmlformats.org/officeDocument/2006/relationships/hyperlink" Target="https://notebook.google.com/" TargetMode="External" Id="R86376df9f7654cf4" /><Relationship Type="http://schemas.openxmlformats.org/officeDocument/2006/relationships/image" Target="/ppt/media/image36.png" Id="Red5231281cd0417f" /><Relationship Type="http://schemas.openxmlformats.org/officeDocument/2006/relationships/notesSlide" Target="/ppt/notesSlides/notesSlide27.xml" Id="Re3ff10dd68e244f5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5282cd7a604c46" /><Relationship Type="http://schemas.openxmlformats.org/officeDocument/2006/relationships/hyperlink" Target="https://notebook.google.com/" TargetMode="External" Id="R0ce7e505176b47db" /><Relationship Type="http://schemas.openxmlformats.org/officeDocument/2006/relationships/hyperlink" Target="https://github.com/cagoooo/it-cockpit" TargetMode="External" Id="Rad3baad80e7945ba" /><Relationship Type="http://schemas.openxmlformats.org/officeDocument/2006/relationships/hyperlink" Target="https://cagoooo.github.io/it-cockpit/" TargetMode="External" Id="R12885b756c5148bf" /><Relationship Type="http://schemas.openxmlformats.org/officeDocument/2006/relationships/image" Target="/ppt/media/image37.png" Id="R5dba7c8e9b524a7f" /><Relationship Type="http://schemas.openxmlformats.org/officeDocument/2006/relationships/image" Target="/ppt/media/image38.png" Id="Rb3476fab77194936" /><Relationship Type="http://schemas.openxmlformats.org/officeDocument/2006/relationships/image" Target="/ppt/media/image39.png" Id="Rea04c4e767ab4cd5" /><Relationship Type="http://schemas.openxmlformats.org/officeDocument/2006/relationships/notesSlide" Target="/ppt/notesSlides/notesSlide28.xml" Id="R398ba901e44c4c7d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357c3f705a4d08" /><Relationship Type="http://schemas.openxmlformats.org/officeDocument/2006/relationships/hyperlink" Target="https://notebook.google.com/" TargetMode="External" Id="Rb1b79d8548a94b2e" /><Relationship Type="http://schemas.openxmlformats.org/officeDocument/2006/relationships/hyperlink" Target="https://cagoooo.github.io/it-cockpit/" TargetMode="External" Id="R7e794755389f4480" /><Relationship Type="http://schemas.openxmlformats.org/officeDocument/2006/relationships/image" Target="/ppt/media/image40.png" Id="R3d74115baaea4f41" /><Relationship Type="http://schemas.openxmlformats.org/officeDocument/2006/relationships/image" Target="/ppt/media/image41.png" Id="R7012e67d76b9491b" /><Relationship Type="http://schemas.openxmlformats.org/officeDocument/2006/relationships/notesSlide" Target="/ppt/notesSlides/notesSlide29.xml" Id="Reccd6620ea414c93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f648b50d9c45c5" /><Relationship Type="http://schemas.openxmlformats.org/officeDocument/2006/relationships/hyperlink" Target="https://notebook.google.com/" TargetMode="External" Id="Rcfe85b1bedc643b3" /><Relationship Type="http://schemas.openxmlformats.org/officeDocument/2006/relationships/image" Target="/ppt/media/image42.png" Id="Ra1d02567cb704bdb" /><Relationship Type="http://schemas.openxmlformats.org/officeDocument/2006/relationships/notesSlide" Target="/ppt/notesSlides/notesSlide30.xml" Id="R67af9bdf7fe749d5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59163eaa1640d9" /><Relationship Type="http://schemas.openxmlformats.org/officeDocument/2006/relationships/hyperlink" Target="https://notebook.google.com/" TargetMode="External" Id="R80477aeab1364c3b" /><Relationship Type="http://schemas.openxmlformats.org/officeDocument/2006/relationships/image" Target="/ppt/media/image43.png" Id="R47098150c7c24c5c" /><Relationship Type="http://schemas.openxmlformats.org/officeDocument/2006/relationships/notesSlide" Target="/ppt/notesSlides/notesSlide31.xml" Id="R79db9fcec1bb4d1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8556c6db774ce6" /><Relationship Type="http://schemas.openxmlformats.org/officeDocument/2006/relationships/hyperlink" Target="https://notebook.google.com/" TargetMode="External" Id="R95852789c9e74450" /><Relationship Type="http://schemas.openxmlformats.org/officeDocument/2006/relationships/image" Target="/ppt/media/image44.png" Id="R2f368c8313cc4557" /><Relationship Type="http://schemas.openxmlformats.org/officeDocument/2006/relationships/notesSlide" Target="/ppt/notesSlides/notesSlide32.xml" Id="Rcfb6d49d2c2e4f56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b3258902dd48de" /><Relationship Type="http://schemas.openxmlformats.org/officeDocument/2006/relationships/hyperlink" Target="https://gemini.google.com/gems/create" TargetMode="External" Id="Rfd8fa175b05c49e0" /><Relationship Type="http://schemas.openxmlformats.org/officeDocument/2006/relationships/image" Target="/ppt/media/image45.png" Id="R8c5c1e3441534b23" /><Relationship Type="http://schemas.openxmlformats.org/officeDocument/2006/relationships/notesSlide" Target="/ppt/notesSlides/notesSlide33.xml" Id="Rc2f0644bf62940be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6aa47c3fda4c23" /><Relationship Type="http://schemas.openxmlformats.org/officeDocument/2006/relationships/hyperlink" Target="https://gemini.google.com/gems/create" TargetMode="External" Id="Rd1a1733e5dce4d49" /><Relationship Type="http://schemas.openxmlformats.org/officeDocument/2006/relationships/image" Target="/ppt/media/image46.png" Id="R026437c5fcf24a9a" /><Relationship Type="http://schemas.openxmlformats.org/officeDocument/2006/relationships/notesSlide" Target="/ppt/notesSlides/notesSlide34.xml" Id="R1878c236eb2342c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59fb73f49b4ec5" /><Relationship Type="http://schemas.openxmlformats.org/officeDocument/2006/relationships/hyperlink" Target="https://gemini.google.com/gems/create" TargetMode="External" Id="R43b7f641649e406f" /><Relationship Type="http://schemas.openxmlformats.org/officeDocument/2006/relationships/image" Target="/ppt/media/image47.png" Id="R6f801ae8f2984d46" /><Relationship Type="http://schemas.openxmlformats.org/officeDocument/2006/relationships/notesSlide" Target="/ppt/notesSlides/notesSlide35.xml" Id="R230710c9c2454dd4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81d00aaa2c4de9" /><Relationship Type="http://schemas.openxmlformats.org/officeDocument/2006/relationships/hyperlink" Target="https://gemini.google.com/gems/create" TargetMode="External" Id="R362efbfc9cd24d68" /><Relationship Type="http://schemas.openxmlformats.org/officeDocument/2006/relationships/image" Target="/ppt/media/image48.png" Id="Rbbc3064b0ddb4a83" /><Relationship Type="http://schemas.openxmlformats.org/officeDocument/2006/relationships/notesSlide" Target="/ppt/notesSlides/notesSlide36.xml" Id="Re4b0e1de9cb84142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98625588c44064" /><Relationship Type="http://schemas.openxmlformats.org/officeDocument/2006/relationships/hyperlink" Target="https://gemini.google.com/gems/create" TargetMode="External" Id="Rec731029d35f479e" /><Relationship Type="http://schemas.openxmlformats.org/officeDocument/2006/relationships/image" Target="/ppt/media/image49.png" Id="Rb3783486488c4877" /><Relationship Type="http://schemas.openxmlformats.org/officeDocument/2006/relationships/notesSlide" Target="/ppt/notesSlides/notesSlide37.xml" Id="R2ea6a399b0c94cc8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0356c9a7ae4d6a" /><Relationship Type="http://schemas.openxmlformats.org/officeDocument/2006/relationships/hyperlink" Target="https://gemini.google.com/gems/create" TargetMode="External" Id="Rd486359eeb464d76" /><Relationship Type="http://schemas.openxmlformats.org/officeDocument/2006/relationships/image" Target="/ppt/media/image50.png" Id="R710999b575914e42" /><Relationship Type="http://schemas.openxmlformats.org/officeDocument/2006/relationships/notesSlide" Target="/ppt/notesSlides/notesSlide38.xml" Id="R4efd70d7915246a2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e74579e5244f88" /><Relationship Type="http://schemas.openxmlformats.org/officeDocument/2006/relationships/hyperlink" Target="https://gemini.google.com/app" TargetMode="External" Id="Rf4e1d9f036484d0b" /><Relationship Type="http://schemas.openxmlformats.org/officeDocument/2006/relationships/image" Target="/ppt/media/image51.png" Id="Rc5c84b74f4b5499f" /><Relationship Type="http://schemas.openxmlformats.org/officeDocument/2006/relationships/notesSlide" Target="/ppt/notesSlides/notesSlide39.xml" Id="R1b1824ef3ad94a1b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87fbdbade0408e" /><Relationship Type="http://schemas.openxmlformats.org/officeDocument/2006/relationships/hyperlink" Target="https://gemini.google.com/app" TargetMode="External" Id="R02436015d9474fc8" /><Relationship Type="http://schemas.openxmlformats.org/officeDocument/2006/relationships/image" Target="/ppt/media/image52.png" Id="R91a6c19cae9441b9" /><Relationship Type="http://schemas.openxmlformats.org/officeDocument/2006/relationships/notesSlide" Target="/ppt/notesSlides/notesSlide40.xml" Id="R1a94edf0aa194186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c5a812e215749bc" /><Relationship Type="http://schemas.openxmlformats.org/officeDocument/2006/relationships/hyperlink" Target="https://gemini.google.com/app" TargetMode="External" Id="Rbe8fb1925e0044cd" /><Relationship Type="http://schemas.openxmlformats.org/officeDocument/2006/relationships/hyperlink" Target="https://cagoooo.github.io/domain-meeting-go/" TargetMode="External" Id="Rfb3d9b9d064742a3" /><Relationship Type="http://schemas.openxmlformats.org/officeDocument/2006/relationships/image" Target="/ppt/media/image53.png" Id="R7166966dd9804f16" /><Relationship Type="http://schemas.openxmlformats.org/officeDocument/2006/relationships/image" Target="/ppt/media/image54.png" Id="R26a206e1b30d4a66" /><Relationship Type="http://schemas.openxmlformats.org/officeDocument/2006/relationships/notesSlide" Target="/ppt/notesSlides/notesSlide41.xml" Id="Rf7c6a82966784fc9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ede2841d234f95" /><Relationship Type="http://schemas.openxmlformats.org/officeDocument/2006/relationships/hyperlink" Target="https://gemini.google.com/app" TargetMode="External" Id="R29e11e900a7e4b71" /><Relationship Type="http://schemas.openxmlformats.org/officeDocument/2006/relationships/hyperlink" Target="https://cagoooo.github.io/domain-meeting-go/" TargetMode="External" Id="Rd62f17febb194209" /><Relationship Type="http://schemas.openxmlformats.org/officeDocument/2006/relationships/hyperlink" Target="https://sites.google.com/mail2.smes.tyc.edu.tw/114teacher/" TargetMode="External" Id="Rbc9818bb3ad94840" /><Relationship Type="http://schemas.openxmlformats.org/officeDocument/2006/relationships/image" Target="/ppt/media/image55.png" Id="Rc791e55ad3a04a53" /><Relationship Type="http://schemas.openxmlformats.org/officeDocument/2006/relationships/image" Target="/ppt/media/image56.png" Id="R1ed0267193164d81" /><Relationship Type="http://schemas.openxmlformats.org/officeDocument/2006/relationships/image" Target="/ppt/media/image57.png" Id="R6584261c326544bc" /><Relationship Type="http://schemas.openxmlformats.org/officeDocument/2006/relationships/notesSlide" Target="/ppt/notesSlides/notesSlide42.xml" Id="R6d03bf4c16a54494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38166abfc34809" /><Relationship Type="http://schemas.openxmlformats.org/officeDocument/2006/relationships/hyperlink" Target="https://sites.google.com/new" TargetMode="External" Id="R472f4780c6f54cd9" /><Relationship Type="http://schemas.openxmlformats.org/officeDocument/2006/relationships/hyperlink" Target="https://cagoooo.github.io/domain-meeting-go/" TargetMode="External" Id="Rebf7e27149d44174" /><Relationship Type="http://schemas.openxmlformats.org/officeDocument/2006/relationships/image" Target="/ppt/media/image58.png" Id="Rf65322086e0246e9" /><Relationship Type="http://schemas.openxmlformats.org/officeDocument/2006/relationships/image" Target="/ppt/media/image59.png" Id="R50d1293409f14144" /><Relationship Type="http://schemas.openxmlformats.org/officeDocument/2006/relationships/notesSlide" Target="/ppt/notesSlides/notesSlide43.xml" Id="R2b2cf210ff4446b4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bd6f363edb484d" /><Relationship Type="http://schemas.openxmlformats.org/officeDocument/2006/relationships/hyperlink" Target="https://sites.google.com/new" TargetMode="External" Id="R29c0d7cc43864903" /><Relationship Type="http://schemas.openxmlformats.org/officeDocument/2006/relationships/hyperlink" Target="https://pages.github.com/" TargetMode="External" Id="R5527952cd6204a57" /><Relationship Type="http://schemas.openxmlformats.org/officeDocument/2006/relationships/hyperlink" Target="https://gg90052.github.io/ezpage/" TargetMode="External" Id="Rd60ad04bc64240d7" /><Relationship Type="http://schemas.openxmlformats.org/officeDocument/2006/relationships/image" Target="/ppt/media/image60.png" Id="Rf52622fb2f014e03" /><Relationship Type="http://schemas.openxmlformats.org/officeDocument/2006/relationships/image" Target="/ppt/media/image61.png" Id="R80893840b8ba4a90" /><Relationship Type="http://schemas.openxmlformats.org/officeDocument/2006/relationships/image" Target="/ppt/media/image62.png" Id="R9ee4cd6cb428439b" /><Relationship Type="http://schemas.openxmlformats.org/officeDocument/2006/relationships/notesSlide" Target="/ppt/notesSlides/notesSlide44.xml" Id="R73accf2532184054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6b7e099f434460" /><Relationship Type="http://schemas.openxmlformats.org/officeDocument/2006/relationships/hyperlink" Target="https://sites.google.com/new" TargetMode="External" Id="Rf87ec84dd7784339" /><Relationship Type="http://schemas.openxmlformats.org/officeDocument/2006/relationships/hyperlink" Target="https://sites.google.com/mail2.smes.tyc.edu.tw/114teacher/" TargetMode="External" Id="Ree45d25bef0b4309" /><Relationship Type="http://schemas.openxmlformats.org/officeDocument/2006/relationships/image" Target="/ppt/media/image63.png" Id="R2855be9454c544ab" /><Relationship Type="http://schemas.openxmlformats.org/officeDocument/2006/relationships/image" Target="/ppt/media/image64.png" Id="Re56fd8cbee484bc5" /><Relationship Type="http://schemas.openxmlformats.org/officeDocument/2006/relationships/notesSlide" Target="/ppt/notesSlides/notesSlide45.xml" Id="R0f9f7145ab254d7c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28b0b9b11e4ff1" /><Relationship Type="http://schemas.openxmlformats.org/officeDocument/2006/relationships/hyperlink" Target="https://pages.github.com/" TargetMode="External" Id="R5ace76dc23814340" /><Relationship Type="http://schemas.openxmlformats.org/officeDocument/2006/relationships/image" Target="/ppt/media/image65.png" Id="R504d76c3c8744256" /><Relationship Type="http://schemas.openxmlformats.org/officeDocument/2006/relationships/notesSlide" Target="/ppt/notesSlides/notesSlide46.xml" Id="Rb2b91239d4b94916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ab18e0ef104caf" /><Relationship Type="http://schemas.openxmlformats.org/officeDocument/2006/relationships/hyperlink" Target="https://gg90052.github.io/ezpage/" TargetMode="External" Id="R5452b95d15ca42b4" /><Relationship Type="http://schemas.openxmlformats.org/officeDocument/2006/relationships/image" Target="/ppt/media/image66.png" Id="Re75a6228133645de" /><Relationship Type="http://schemas.openxmlformats.org/officeDocument/2006/relationships/notesSlide" Target="/ppt/notesSlides/notesSlide47.xml" Id="Rb44ef4cd7a454816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43034f32b24aed" /><Relationship Type="http://schemas.openxmlformats.org/officeDocument/2006/relationships/hyperlink" Target="https://notebook.google.com/" TargetMode="External" Id="R1cb7013bf72d4de2" /><Relationship Type="http://schemas.openxmlformats.org/officeDocument/2006/relationships/hyperlink" Target="https://cagoooo.github.io/domain-meeting-go/" TargetMode="External" Id="Ra6049268b5bd485e" /><Relationship Type="http://schemas.openxmlformats.org/officeDocument/2006/relationships/hyperlink" Target="https://sites.google.com/mail2.smes.tyc.edu.tw/114teacher/" TargetMode="External" Id="R53ee73c2bfe14300" /><Relationship Type="http://schemas.openxmlformats.org/officeDocument/2006/relationships/image" Target="/ppt/media/image67.png" Id="Ra786ad8018264f0d" /><Relationship Type="http://schemas.openxmlformats.org/officeDocument/2006/relationships/image" Target="/ppt/media/image68.png" Id="R5450ce07ea8943ae" /><Relationship Type="http://schemas.openxmlformats.org/officeDocument/2006/relationships/image" Target="/ppt/media/image69.png" Id="R2e96cef7647844ec" /><Relationship Type="http://schemas.openxmlformats.org/officeDocument/2006/relationships/notesSlide" Target="/ppt/notesSlides/notesSlide48.xml" Id="R7a3deb7dfe284dae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210abd68374d21" /><Relationship Type="http://schemas.openxmlformats.org/officeDocument/2006/relationships/notesSlide" Target="/ppt/notesSlides/notesSlide49.xml" Id="R960cab3a56fc402b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0a5a20901e478b" /><Relationship Type="http://schemas.openxmlformats.org/officeDocument/2006/relationships/hyperlink" Target="https://cagoooo.github.io/ncu-ai-agent-workshop-20260826/START_HERE_%E7%A0%94%E7%BF%92%E8%B3%87%E6%BA%90%E5%B0%8E%E8%88%AA.html" TargetMode="External" Id="Rc795d2f77ae8401d" /><Relationship Type="http://schemas.openxmlformats.org/officeDocument/2006/relationships/image" Target="/ppt/media/image70.png" Id="R59ad73e808a942d4" /><Relationship Type="http://schemas.openxmlformats.org/officeDocument/2006/relationships/hyperlink" Target="https://notebook.google.com/" TargetMode="External" Id="Ra384e51f968f4f30" /><Relationship Type="http://schemas.openxmlformats.org/officeDocument/2006/relationships/image" Target="/ppt/media/image71.png" Id="R6545775ac7574c5a" /><Relationship Type="http://schemas.openxmlformats.org/officeDocument/2006/relationships/hyperlink" Target="https://gemini.google.com/gems/create" TargetMode="External" Id="Rbed3d14c97534dca" /><Relationship Type="http://schemas.openxmlformats.org/officeDocument/2006/relationships/image" Target="/ppt/media/image72.png" Id="Rb7e2674175c44a1a" /><Relationship Type="http://schemas.openxmlformats.org/officeDocument/2006/relationships/hyperlink" Target="https://gemini.google.com/app" TargetMode="External" Id="Re5a6a29a96984e81" /><Relationship Type="http://schemas.openxmlformats.org/officeDocument/2006/relationships/image" Target="/ppt/media/image73.png" Id="Rc98f5aeef8754bee" /><Relationship Type="http://schemas.openxmlformats.org/officeDocument/2006/relationships/hyperlink" Target="https://github.com/cagoooo/it-cockpit" TargetMode="External" Id="R11862785eb8e4d69" /><Relationship Type="http://schemas.openxmlformats.org/officeDocument/2006/relationships/image" Target="/ppt/media/image74.png" Id="R4efb25077b154251" /><Relationship Type="http://schemas.openxmlformats.org/officeDocument/2006/relationships/hyperlink" Target="https://cagoooo.github.io/it-cockpit/" TargetMode="External" Id="R0ee0e05a7a044e88" /><Relationship Type="http://schemas.openxmlformats.org/officeDocument/2006/relationships/image" Target="/ppt/media/image75.png" Id="R77ef8b5d6f6c48b5" /><Relationship Type="http://schemas.openxmlformats.org/officeDocument/2006/relationships/hyperlink" Target="https://cagoooo.github.io/domain-meeting-go/" TargetMode="External" Id="R9567fea697e74ad0" /><Relationship Type="http://schemas.openxmlformats.org/officeDocument/2006/relationships/image" Target="/ppt/media/image76.png" Id="R719a6e4f18fb4cac" /><Relationship Type="http://schemas.openxmlformats.org/officeDocument/2006/relationships/hyperlink" Target="https://sites.google.com/new" TargetMode="External" Id="R56d3289a16bb4426" /><Relationship Type="http://schemas.openxmlformats.org/officeDocument/2006/relationships/image" Target="/ppt/media/image77.png" Id="R62121d4c0a4e404d" /><Relationship Type="http://schemas.openxmlformats.org/officeDocument/2006/relationships/hyperlink" Target="https://pages.github.com/" TargetMode="External" Id="R1f958ad1cfd945da" /><Relationship Type="http://schemas.openxmlformats.org/officeDocument/2006/relationships/image" Target="/ppt/media/image78.png" Id="R30d7322d0f8643c7" /><Relationship Type="http://schemas.openxmlformats.org/officeDocument/2006/relationships/hyperlink" Target="https://gg90052.github.io/ezpage/" TargetMode="External" Id="Rb52c49a1c9fa473f" /><Relationship Type="http://schemas.openxmlformats.org/officeDocument/2006/relationships/image" Target="/ppt/media/image79.png" Id="Rb4a6c136177f4efd" /><Relationship Type="http://schemas.openxmlformats.org/officeDocument/2006/relationships/notesSlide" Target="/ppt/notesSlides/notesSlide50.xml" Id="R375a07bb5c344f5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adbfdda8f7b4b71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">
            <a:extLst xmlns:a="http://schemas.openxmlformats.org/drawingml/2006/main">
              <a:ext uri="{FF2B5EF4-FFF2-40B4-BE49-F238E27FC236}">
                <a16:creationId xmlns:a16="http://schemas.microsoft.com/office/drawing/2014/main" id="{1A5694F9-D424-45C9-9DDA-1F90C6B39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94137606-B7CD-4724-AA0A-5D6120882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F5AA9ACB-CAFC-4843-92CE-C278643F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上午場｜09:00–12:00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950C944A-18FF-4F8C-B0B4-21F0A1F55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52959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打造專屬 AI 教學與研究工作室：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Notebook、Gem、Canvas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與網站部署實作</a:t>
            </a:r>
          </a:p>
        </p:txBody>
      </p:sp>
      <p:sp>
        <p:nvSpPr>
          <p:cNvPr id="6" name="shape-5">
            <a:extLst xmlns:a="http://schemas.openxmlformats.org/drawingml/2006/main">
              <a:ext uri="{FF2B5EF4-FFF2-40B4-BE49-F238E27FC236}">
                <a16:creationId xmlns:a16="http://schemas.microsoft.com/office/drawing/2014/main" id="{C3A9E797-52AF-4094-A7AF-0821DB271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5AC67A1E-689F-4069-9EDE-1A4F39801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5219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AI 教學與研究助理到 AI Agent｜用 AI 降本增效，讓專業飛得更高更遠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9DCF9471-AE30-4F34-B147-F793850E3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17375475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8">
            <a:extLst xmlns:a="http://schemas.openxmlformats.org/drawingml/2006/main">
              <a:ext uri="{FF2B5EF4-FFF2-40B4-BE49-F238E27FC236}">
                <a16:creationId xmlns:a16="http://schemas.microsoft.com/office/drawing/2014/main" id="{0E2F01A1-9588-451B-BD5C-2F22A42E2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VIBE CODING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F7ED8C5-FCFF-422C-8D21-CC1B8FC60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Vibe Coding：靈感一來，就開始做</a:t>
            </a:r>
          </a:p>
        </p:txBody>
      </p:sp>
      <p:cxnSp>
        <p:nvCxnSpPr>
          <p:cNvPr id="28" name="shape-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">
            <a:extLst xmlns:a="http://schemas.openxmlformats.org/drawingml/2006/main">
              <a:ext uri="{FF2B5EF4-FFF2-40B4-BE49-F238E27FC236}">
                <a16:creationId xmlns:a16="http://schemas.microsoft.com/office/drawing/2014/main" id="{023879FB-AB8B-4B06-8F10-E7701A0F8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C9BB59E-564F-43AB-B17E-9E9F1EB4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11">
            <a:extLst xmlns:a="http://schemas.openxmlformats.org/drawingml/2006/main">
              <a:ext uri="{FF2B5EF4-FFF2-40B4-BE49-F238E27FC236}">
                <a16:creationId xmlns:a16="http://schemas.microsoft.com/office/drawing/2014/main" id="{362278B0-C343-4897-B4F0-3B03EEE0D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12">
            <a:extLst xmlns:a="http://schemas.openxmlformats.org/drawingml/2006/main">
              <a:ext uri="{FF2B5EF4-FFF2-40B4-BE49-F238E27FC236}">
                <a16:creationId xmlns:a16="http://schemas.microsoft.com/office/drawing/2014/main" id="{588C6496-516D-4928-986D-A195B5EA3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3">
            <a:extLst xmlns:a="http://schemas.openxmlformats.org/drawingml/2006/main">
              <a:ext uri="{FF2B5EF4-FFF2-40B4-BE49-F238E27FC236}">
                <a16:creationId xmlns:a16="http://schemas.microsoft.com/office/drawing/2014/main" id="{8E0F4ADB-295B-4594-B40A-E03FB44DB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一個 vibe</a:t>
            </a:r>
          </a:p>
        </p:txBody>
      </p:sp>
      <p:sp>
        <p:nvSpPr>
          <p:cNvPr id="9" name="text-14">
            <a:extLst xmlns:a="http://schemas.openxmlformats.org/drawingml/2006/main">
              <a:ext uri="{FF2B5EF4-FFF2-40B4-BE49-F238E27FC236}">
                <a16:creationId xmlns:a16="http://schemas.microsoft.com/office/drawing/2014/main" id="{50E043B8-ED46-429E-A6D5-CC72BE73C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早上醒來靈光一閃，突然知道想做什麼；先把念頭抓住，不必等自己會寫程式。</a:t>
            </a:r>
          </a:p>
        </p:txBody>
      </p:sp>
      <p:sp>
        <p:nvSpPr>
          <p:cNvPr id="10" name="shape-15">
            <a:extLst xmlns:a="http://schemas.openxmlformats.org/drawingml/2006/main">
              <a:ext uri="{FF2B5EF4-FFF2-40B4-BE49-F238E27FC236}">
                <a16:creationId xmlns:a16="http://schemas.microsoft.com/office/drawing/2014/main" id="{E5482F19-3C19-49C1-AD24-5C82F0CE5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6">
            <a:extLst xmlns:a="http://schemas.openxmlformats.org/drawingml/2006/main">
              <a:ext uri="{FF2B5EF4-FFF2-40B4-BE49-F238E27FC236}">
                <a16:creationId xmlns:a16="http://schemas.microsoft.com/office/drawing/2014/main" id="{68007EC5-0664-4A39-A87F-A22DA18E7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7">
            <a:extLst xmlns:a="http://schemas.openxmlformats.org/drawingml/2006/main">
              <a:ext uri="{FF2B5EF4-FFF2-40B4-BE49-F238E27FC236}">
                <a16:creationId xmlns:a16="http://schemas.microsoft.com/office/drawing/2014/main" id="{E941DFE9-A3C7-48B6-963E-226ECD181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直接說出來</a:t>
            </a:r>
          </a:p>
        </p:txBody>
      </p:sp>
      <p:sp>
        <p:nvSpPr>
          <p:cNvPr id="13" name="text-18">
            <a:extLst xmlns:a="http://schemas.openxmlformats.org/drawingml/2006/main">
              <a:ext uri="{FF2B5EF4-FFF2-40B4-BE49-F238E27FC236}">
                <a16:creationId xmlns:a16="http://schemas.microsoft.com/office/drawing/2014/main" id="{C5892178-EAB6-4478-B741-ABDB52EDE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用自然語言告訴 AI／Agent 目標、對象、限制與期待的成果。</a:t>
            </a:r>
          </a:p>
        </p:txBody>
      </p:sp>
      <p:sp>
        <p:nvSpPr>
          <p:cNvPr id="14" name="shape-19">
            <a:extLst xmlns:a="http://schemas.openxmlformats.org/drawingml/2006/main">
              <a:ext uri="{FF2B5EF4-FFF2-40B4-BE49-F238E27FC236}">
                <a16:creationId xmlns:a16="http://schemas.microsoft.com/office/drawing/2014/main" id="{DDB63F10-8DAC-48F2-8B7F-F133A6864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0">
            <a:extLst xmlns:a="http://schemas.openxmlformats.org/drawingml/2006/main">
              <a:ext uri="{FF2B5EF4-FFF2-40B4-BE49-F238E27FC236}">
                <a16:creationId xmlns:a16="http://schemas.microsoft.com/office/drawing/2014/main" id="{0399EA04-BC34-42DB-A172-C42B0E62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1">
            <a:extLst xmlns:a="http://schemas.openxmlformats.org/drawingml/2006/main">
              <a:ext uri="{FF2B5EF4-FFF2-40B4-BE49-F238E27FC236}">
                <a16:creationId xmlns:a16="http://schemas.microsoft.com/office/drawing/2014/main" id="{268914FA-6E7C-44E0-BDB9-D70F0F1C2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讓工具接手</a:t>
            </a:r>
          </a:p>
        </p:txBody>
      </p:sp>
      <p:sp>
        <p:nvSpPr>
          <p:cNvPr id="17" name="text-22">
            <a:extLst xmlns:a="http://schemas.openxmlformats.org/drawingml/2006/main">
              <a:ext uri="{FF2B5EF4-FFF2-40B4-BE49-F238E27FC236}">
                <a16:creationId xmlns:a16="http://schemas.microsoft.com/office/drawing/2014/main" id="{CAA0203B-1B8F-42F5-B8A2-8E6906810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Agent 可以協助寫程式、做介面、串資料與測試，把想法推成可操作的原型。</a:t>
            </a:r>
          </a:p>
        </p:txBody>
      </p:sp>
      <p:sp>
        <p:nvSpPr>
          <p:cNvPr id="18" name="shape-23">
            <a:extLst xmlns:a="http://schemas.openxmlformats.org/drawingml/2006/main">
              <a:ext uri="{FF2B5EF4-FFF2-40B4-BE49-F238E27FC236}">
                <a16:creationId xmlns:a16="http://schemas.microsoft.com/office/drawing/2014/main" id="{03B727A7-B661-432C-AE15-20CC8039C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24">
            <a:extLst xmlns:a="http://schemas.openxmlformats.org/drawingml/2006/main">
              <a:ext uri="{FF2B5EF4-FFF2-40B4-BE49-F238E27FC236}">
                <a16:creationId xmlns:a16="http://schemas.microsoft.com/office/drawing/2014/main" id="{A168F139-DF9A-4C83-8E3C-78C96D159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5">
            <a:extLst xmlns:a="http://schemas.openxmlformats.org/drawingml/2006/main">
              <a:ext uri="{FF2B5EF4-FFF2-40B4-BE49-F238E27FC236}">
                <a16:creationId xmlns:a16="http://schemas.microsoft.com/office/drawing/2014/main" id="{D28741B8-B73A-4AF6-9EB9-490DA2F56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人來校準</a:t>
            </a:r>
          </a:p>
        </p:txBody>
      </p:sp>
      <p:sp>
        <p:nvSpPr>
          <p:cNvPr id="21" name="text-26">
            <a:extLst xmlns:a="http://schemas.openxmlformats.org/drawingml/2006/main">
              <a:ext uri="{FF2B5EF4-FFF2-40B4-BE49-F238E27FC236}">
                <a16:creationId xmlns:a16="http://schemas.microsoft.com/office/drawing/2014/main" id="{A1D44BE6-40C9-4172-8912-AD7BE6760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試用、提問、修正與驗證，保留目的、品質與責任；靈感不是免除判斷。</a:t>
            </a:r>
          </a:p>
        </p:txBody>
      </p:sp>
      <p:sp>
        <p:nvSpPr>
          <p:cNvPr id="22" name="text-938">
            <a:extLst xmlns:a="http://schemas.openxmlformats.org/drawingml/2006/main">
              <a:ext uri="{FF2B5EF4-FFF2-40B4-BE49-F238E27FC236}">
                <a16:creationId xmlns:a16="http://schemas.microsoft.com/office/drawing/2014/main" id="{90ED3245-A587-499D-967D-45EEBC9D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26f63e6e1ca40bb"/>
              </a:rPr>
              <a:t>Andrej Karpathy：Vibe Coding ↗</a:t>
            </a:r>
          </a:p>
        </p:txBody>
      </p:sp>
      <p:sp>
        <p:nvSpPr>
          <p:cNvPr id="23" name="shape-941">
            <a:extLst xmlns:a="http://schemas.openxmlformats.org/drawingml/2006/main">
              <a:ext uri="{FF2B5EF4-FFF2-40B4-BE49-F238E27FC236}">
                <a16:creationId xmlns:a16="http://schemas.microsoft.com/office/drawing/2014/main" id="{03ADCFA9-DB96-41E0-AD6F-96695E8E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5ffd4b3930428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942">
            <a:extLst xmlns:a="http://schemas.openxmlformats.org/drawingml/2006/main">
              <a:ext uri="{FF2B5EF4-FFF2-40B4-BE49-F238E27FC236}">
                <a16:creationId xmlns:a16="http://schemas.microsoft.com/office/drawing/2014/main" id="{87842C42-6D54-4A4B-B054-48439D3614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Vibe Coding</a:t>
            </a:r>
          </a:p>
        </p:txBody>
      </p:sp>
    </p:spTree>
    <p:extLst>
      <p:ext uri="{BB962C8B-B14F-4D97-AF65-F5344CB8AC3E}">
        <p14:creationId xmlns:p14="http://schemas.microsoft.com/office/powerpoint/2010/main" val="9811648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27">
            <a:extLst xmlns:a="http://schemas.openxmlformats.org/drawingml/2006/main">
              <a:ext uri="{FF2B5EF4-FFF2-40B4-BE49-F238E27FC236}">
                <a16:creationId xmlns:a16="http://schemas.microsoft.com/office/drawing/2014/main" id="{0E90B924-E993-4E73-8B4A-94C929655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VIBE WORKING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DD731BA-DFB3-4A82-834F-A6511B7DA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從 Vibe Coding 進階到 Vibe Working</a:t>
            </a:r>
          </a:p>
        </p:txBody>
      </p:sp>
      <p:cxnSp>
        <p:nvCxnSpPr>
          <p:cNvPr id="44" name="shape-2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9">
            <a:extLst xmlns:a="http://schemas.openxmlformats.org/drawingml/2006/main">
              <a:ext uri="{FF2B5EF4-FFF2-40B4-BE49-F238E27FC236}">
                <a16:creationId xmlns:a16="http://schemas.microsoft.com/office/drawing/2014/main" id="{6C08A350-6AA2-4B81-8B87-C49AEACB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69CF6B1-75C5-4C2B-934B-7919179C7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6" name="shape-30">
            <a:extLst xmlns:a="http://schemas.openxmlformats.org/drawingml/2006/main">
              <a:ext uri="{FF2B5EF4-FFF2-40B4-BE49-F238E27FC236}">
                <a16:creationId xmlns:a16="http://schemas.microsoft.com/office/drawing/2014/main" id="{FDF00B7D-F7D8-472A-B3F6-4E2312790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1">
            <a:extLst xmlns:a="http://schemas.openxmlformats.org/drawingml/2006/main">
              <a:ext uri="{FF2B5EF4-FFF2-40B4-BE49-F238E27FC236}">
                <a16:creationId xmlns:a16="http://schemas.microsoft.com/office/drawing/2014/main" id="{3E5A2E16-7610-4E61-A697-BCAE5EBF3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32">
            <a:extLst xmlns:a="http://schemas.openxmlformats.org/drawingml/2006/main">
              <a:ext uri="{FF2B5EF4-FFF2-40B4-BE49-F238E27FC236}">
                <a16:creationId xmlns:a16="http://schemas.microsoft.com/office/drawing/2014/main" id="{62BB553A-C275-47E2-9EC1-60589D6CA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3">
            <a:extLst xmlns:a="http://schemas.openxmlformats.org/drawingml/2006/main">
              <a:ext uri="{FF2B5EF4-FFF2-40B4-BE49-F238E27FC236}">
                <a16:creationId xmlns:a16="http://schemas.microsoft.com/office/drawing/2014/main" id="{021FEA31-7B1E-46C4-857E-9772F7458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看見摩擦</a:t>
            </a:r>
          </a:p>
        </p:txBody>
      </p:sp>
      <p:sp>
        <p:nvSpPr>
          <p:cNvPr id="10" name="text-34">
            <a:extLst xmlns:a="http://schemas.openxmlformats.org/drawingml/2006/main">
              <a:ext uri="{FF2B5EF4-FFF2-40B4-BE49-F238E27FC236}">
                <a16:creationId xmlns:a16="http://schemas.microsoft.com/office/drawing/2014/main" id="{47715E9B-DFC2-4454-90DA-0E1C3A6BF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發現工作中一再重複、繁瑣又消耗人的流程。</a:t>
            </a:r>
          </a:p>
        </p:txBody>
      </p:sp>
      <p:sp>
        <p:nvSpPr>
          <p:cNvPr id="11" name="text-35">
            <a:extLst xmlns:a="http://schemas.openxmlformats.org/drawingml/2006/main">
              <a:ext uri="{FF2B5EF4-FFF2-40B4-BE49-F238E27FC236}">
                <a16:creationId xmlns:a16="http://schemas.microsoft.com/office/drawing/2014/main" id="{9C59F12F-36D8-47D5-A859-5FF0A68D6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36">
            <a:extLst xmlns:a="http://schemas.openxmlformats.org/drawingml/2006/main">
              <a:ext uri="{FF2B5EF4-FFF2-40B4-BE49-F238E27FC236}">
                <a16:creationId xmlns:a16="http://schemas.microsoft.com/office/drawing/2014/main" id="{FF20A5E6-1943-44EC-A307-5619B965A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37">
            <a:extLst xmlns:a="http://schemas.openxmlformats.org/drawingml/2006/main">
              <a:ext uri="{FF2B5EF4-FFF2-40B4-BE49-F238E27FC236}">
                <a16:creationId xmlns:a16="http://schemas.microsoft.com/office/drawing/2014/main" id="{4994CAE0-97F5-4926-9DE2-12B772391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38">
            <a:extLst xmlns:a="http://schemas.openxmlformats.org/drawingml/2006/main">
              <a:ext uri="{FF2B5EF4-FFF2-40B4-BE49-F238E27FC236}">
                <a16:creationId xmlns:a16="http://schemas.microsoft.com/office/drawing/2014/main" id="{BB052C8C-DA8A-417A-841F-386609EA6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39">
            <a:extLst xmlns:a="http://schemas.openxmlformats.org/drawingml/2006/main">
              <a:ext uri="{FF2B5EF4-FFF2-40B4-BE49-F238E27FC236}">
                <a16:creationId xmlns:a16="http://schemas.microsoft.com/office/drawing/2014/main" id="{C1477289-767F-43A7-868A-739444E4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捕捉靈感</a:t>
            </a:r>
          </a:p>
        </p:txBody>
      </p:sp>
      <p:sp>
        <p:nvSpPr>
          <p:cNvPr id="16" name="text-40">
            <a:extLst xmlns:a="http://schemas.openxmlformats.org/drawingml/2006/main">
              <a:ext uri="{FF2B5EF4-FFF2-40B4-BE49-F238E27FC236}">
                <a16:creationId xmlns:a16="http://schemas.microsoft.com/office/drawing/2014/main" id="{DD42C3C7-7991-4725-A96C-12F8C8044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想一想：這件事能不能交給 AI 協作或自動化？</a:t>
            </a:r>
          </a:p>
        </p:txBody>
      </p:sp>
      <p:sp>
        <p:nvSpPr>
          <p:cNvPr id="17" name="text-41">
            <a:extLst xmlns:a="http://schemas.openxmlformats.org/drawingml/2006/main">
              <a:ext uri="{FF2B5EF4-FFF2-40B4-BE49-F238E27FC236}">
                <a16:creationId xmlns:a16="http://schemas.microsoft.com/office/drawing/2014/main" id="{880DAE86-F263-47D3-A077-DBA0775AF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2">
            <a:extLst xmlns:a="http://schemas.openxmlformats.org/drawingml/2006/main">
              <a:ext uri="{FF2B5EF4-FFF2-40B4-BE49-F238E27FC236}">
                <a16:creationId xmlns:a16="http://schemas.microsoft.com/office/drawing/2014/main" id="{8E450F72-C0F1-4F77-BCBE-55E5E31F2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43">
            <a:extLst xmlns:a="http://schemas.openxmlformats.org/drawingml/2006/main">
              <a:ext uri="{FF2B5EF4-FFF2-40B4-BE49-F238E27FC236}">
                <a16:creationId xmlns:a16="http://schemas.microsoft.com/office/drawing/2014/main" id="{72EE5134-9BA6-4A00-8BBA-EEF48310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4">
            <a:extLst xmlns:a="http://schemas.openxmlformats.org/drawingml/2006/main">
              <a:ext uri="{FF2B5EF4-FFF2-40B4-BE49-F238E27FC236}">
                <a16:creationId xmlns:a16="http://schemas.microsoft.com/office/drawing/2014/main" id="{0ABD7148-29C6-4FF7-8293-9F2081FE9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5">
            <a:extLst xmlns:a="http://schemas.openxmlformats.org/drawingml/2006/main">
              <a:ext uri="{FF2B5EF4-FFF2-40B4-BE49-F238E27FC236}">
                <a16:creationId xmlns:a16="http://schemas.microsoft.com/office/drawing/2014/main" id="{F81F9559-1F97-4D51-B758-F277B644B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說明工作</a:t>
            </a:r>
          </a:p>
        </p:txBody>
      </p:sp>
      <p:sp>
        <p:nvSpPr>
          <p:cNvPr id="22" name="text-46">
            <a:extLst xmlns:a="http://schemas.openxmlformats.org/drawingml/2006/main">
              <a:ext uri="{FF2B5EF4-FFF2-40B4-BE49-F238E27FC236}">
                <a16:creationId xmlns:a16="http://schemas.microsoft.com/office/drawing/2014/main" id="{61E3EB5D-2502-48FF-9980-133DEA41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交代對象、資料、規則、限制與完成標準。</a:t>
            </a:r>
          </a:p>
        </p:txBody>
      </p:sp>
      <p:sp>
        <p:nvSpPr>
          <p:cNvPr id="23" name="text-47">
            <a:extLst xmlns:a="http://schemas.openxmlformats.org/drawingml/2006/main">
              <a:ext uri="{FF2B5EF4-FFF2-40B4-BE49-F238E27FC236}">
                <a16:creationId xmlns:a16="http://schemas.microsoft.com/office/drawing/2014/main" id="{A5BADB41-4818-4099-9023-38FCFCA98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8">
            <a:extLst xmlns:a="http://schemas.openxmlformats.org/drawingml/2006/main">
              <a:ext uri="{FF2B5EF4-FFF2-40B4-BE49-F238E27FC236}">
                <a16:creationId xmlns:a16="http://schemas.microsoft.com/office/drawing/2014/main" id="{C0E93B78-1B1D-488C-8FFD-AC0C4B97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49">
            <a:extLst xmlns:a="http://schemas.openxmlformats.org/drawingml/2006/main">
              <a:ext uri="{FF2B5EF4-FFF2-40B4-BE49-F238E27FC236}">
                <a16:creationId xmlns:a16="http://schemas.microsoft.com/office/drawing/2014/main" id="{CCA494C0-EB58-4571-B799-BF3DAC11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0">
            <a:extLst xmlns:a="http://schemas.openxmlformats.org/drawingml/2006/main">
              <a:ext uri="{FF2B5EF4-FFF2-40B4-BE49-F238E27FC236}">
                <a16:creationId xmlns:a16="http://schemas.microsoft.com/office/drawing/2014/main" id="{5A729DF7-F957-48DC-86D7-5EC01378E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1">
            <a:extLst xmlns:a="http://schemas.openxmlformats.org/drawingml/2006/main">
              <a:ext uri="{FF2B5EF4-FFF2-40B4-BE49-F238E27FC236}">
                <a16:creationId xmlns:a16="http://schemas.microsoft.com/office/drawing/2014/main" id="{5D4BB0F1-8704-4979-A43A-E001A383C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讓 Agent 推進</a:t>
            </a:r>
          </a:p>
        </p:txBody>
      </p:sp>
      <p:sp>
        <p:nvSpPr>
          <p:cNvPr id="28" name="text-52">
            <a:extLst xmlns:a="http://schemas.openxmlformats.org/drawingml/2006/main">
              <a:ext uri="{FF2B5EF4-FFF2-40B4-BE49-F238E27FC236}">
                <a16:creationId xmlns:a16="http://schemas.microsoft.com/office/drawing/2014/main" id="{47FD8514-620A-4056-AAD9-C1E45ABB8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從整理、產出到測試，讓工具持續把流程往前推。</a:t>
            </a:r>
          </a:p>
        </p:txBody>
      </p:sp>
      <p:sp>
        <p:nvSpPr>
          <p:cNvPr id="29" name="text-53">
            <a:extLst xmlns:a="http://schemas.openxmlformats.org/drawingml/2006/main">
              <a:ext uri="{FF2B5EF4-FFF2-40B4-BE49-F238E27FC236}">
                <a16:creationId xmlns:a16="http://schemas.microsoft.com/office/drawing/2014/main" id="{C4299288-E28F-40F0-83AA-8AB0EA43E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54">
            <a:extLst xmlns:a="http://schemas.openxmlformats.org/drawingml/2006/main">
              <a:ext uri="{FF2B5EF4-FFF2-40B4-BE49-F238E27FC236}">
                <a16:creationId xmlns:a16="http://schemas.microsoft.com/office/drawing/2014/main" id="{0506628B-32A4-4398-84E8-43AD3B075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55">
            <a:extLst xmlns:a="http://schemas.openxmlformats.org/drawingml/2006/main">
              <a:ext uri="{FF2B5EF4-FFF2-40B4-BE49-F238E27FC236}">
                <a16:creationId xmlns:a16="http://schemas.microsoft.com/office/drawing/2014/main" id="{219D3AF8-168A-4B26-9641-07B68A80D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56">
            <a:extLst xmlns:a="http://schemas.openxmlformats.org/drawingml/2006/main">
              <a:ext uri="{FF2B5EF4-FFF2-40B4-BE49-F238E27FC236}">
                <a16:creationId xmlns:a16="http://schemas.microsoft.com/office/drawing/2014/main" id="{B278CAAC-87AD-4F2A-9B68-E1B252699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57">
            <a:extLst xmlns:a="http://schemas.openxmlformats.org/drawingml/2006/main">
              <a:ext uri="{FF2B5EF4-FFF2-40B4-BE49-F238E27FC236}">
                <a16:creationId xmlns:a16="http://schemas.microsoft.com/office/drawing/2014/main" id="{2B3C0805-FD21-4897-A8CA-5C7D4DE4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把時間還給人</a:t>
            </a:r>
          </a:p>
        </p:txBody>
      </p:sp>
      <p:sp>
        <p:nvSpPr>
          <p:cNvPr id="34" name="text-58">
            <a:extLst xmlns:a="http://schemas.openxmlformats.org/drawingml/2006/main">
              <a:ext uri="{FF2B5EF4-FFF2-40B4-BE49-F238E27FC236}">
                <a16:creationId xmlns:a16="http://schemas.microsoft.com/office/drawing/2014/main" id="{93AAD5D1-D4D7-49B5-9048-D57F03846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省下的時間回到教學、研究、家人、興趣與真正重要的事。</a:t>
            </a:r>
          </a:p>
        </p:txBody>
      </p:sp>
      <p:sp>
        <p:nvSpPr>
          <p:cNvPr id="35" name="text-59">
            <a:extLst xmlns:a="http://schemas.openxmlformats.org/drawingml/2006/main">
              <a:ext uri="{FF2B5EF4-FFF2-40B4-BE49-F238E27FC236}">
                <a16:creationId xmlns:a16="http://schemas.microsoft.com/office/drawing/2014/main" id="{25CF6F75-F77C-44C8-AB37-C0BA9B6AC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939">
            <a:extLst xmlns:a="http://schemas.openxmlformats.org/drawingml/2006/main">
              <a:ext uri="{FF2B5EF4-FFF2-40B4-BE49-F238E27FC236}">
                <a16:creationId xmlns:a16="http://schemas.microsoft.com/office/drawing/2014/main" id="{4FD1F81B-7814-4F2F-9260-F3868D74D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557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a4067a4677d4473"/>
              </a:rPr>
              <a:t>Gemini Notebook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f6be4771df24aaf"/>
              </a:rPr>
              <a:t>Gemini Canvas ↗</a:t>
            </a:r>
          </a:p>
        </p:txBody>
      </p:sp>
      <p:sp>
        <p:nvSpPr>
          <p:cNvPr id="37" name="shape-943">
            <a:extLst xmlns:a="http://schemas.openxmlformats.org/drawingml/2006/main">
              <a:ext uri="{FF2B5EF4-FFF2-40B4-BE49-F238E27FC236}">
                <a16:creationId xmlns:a16="http://schemas.microsoft.com/office/drawing/2014/main" id="{76ABFAC1-6CC9-4EA5-BD4F-48FA46E0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d1b6c3b4be47fd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944">
            <a:extLst xmlns:a="http://schemas.openxmlformats.org/drawingml/2006/main">
              <a:ext uri="{FF2B5EF4-FFF2-40B4-BE49-F238E27FC236}">
                <a16:creationId xmlns:a16="http://schemas.microsoft.com/office/drawing/2014/main" id="{18006E6B-4C59-4FC3-BA47-886CE8FCD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910036d00842c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945">
            <a:extLst xmlns:a="http://schemas.openxmlformats.org/drawingml/2006/main">
              <a:ext uri="{FF2B5EF4-FFF2-40B4-BE49-F238E27FC236}">
                <a16:creationId xmlns:a16="http://schemas.microsoft.com/office/drawing/2014/main" id="{96DABE08-22A2-41AB-9960-8BDB7D31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212466899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text-60">
            <a:extLst xmlns:a="http://schemas.openxmlformats.org/drawingml/2006/main">
              <a:ext uri="{FF2B5EF4-FFF2-40B4-BE49-F238E27FC236}">
                <a16:creationId xmlns:a16="http://schemas.microsoft.com/office/drawing/2014/main" id="{495C9267-2E54-4D25-8520-7BB42B0D8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AI CAPABILITY LEVELS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9616FEF-41C0-4D0F-97B1-4C491D555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AI 的三個 Level：從對話到代理</a:t>
            </a:r>
          </a:p>
        </p:txBody>
      </p:sp>
      <p:cxnSp>
        <p:nvCxnSpPr>
          <p:cNvPr id="31" name="shape-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2">
            <a:extLst xmlns:a="http://schemas.openxmlformats.org/drawingml/2006/main">
              <a:ext uri="{FF2B5EF4-FFF2-40B4-BE49-F238E27FC236}">
                <a16:creationId xmlns:a16="http://schemas.microsoft.com/office/drawing/2014/main" id="{B9669A2B-DBFF-471E-B48B-3B3CE7B9A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2260E06-FCF3-4026-BD49-C7CC47BAA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63">
            <a:extLst xmlns:a="http://schemas.openxmlformats.org/drawingml/2006/main">
              <a:ext uri="{FF2B5EF4-FFF2-40B4-BE49-F238E27FC236}">
                <a16:creationId xmlns:a16="http://schemas.microsoft.com/office/drawing/2014/main" id="{AB6B55D7-5C6A-4BCE-A8C8-4244EEAC0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64">
            <a:extLst xmlns:a="http://schemas.openxmlformats.org/drawingml/2006/main">
              <a:ext uri="{FF2B5EF4-FFF2-40B4-BE49-F238E27FC236}">
                <a16:creationId xmlns:a16="http://schemas.microsoft.com/office/drawing/2014/main" id="{C2944846-49A6-46BB-AA9D-9FAD33DA5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5">
            <a:extLst xmlns:a="http://schemas.openxmlformats.org/drawingml/2006/main">
              <a:ext uri="{FF2B5EF4-FFF2-40B4-BE49-F238E27FC236}">
                <a16:creationId xmlns:a16="http://schemas.microsoft.com/office/drawing/2014/main" id="{E93ED85B-E645-47C0-B9D2-FECCF2195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L1</a:t>
            </a:r>
          </a:p>
        </p:txBody>
      </p:sp>
      <p:sp>
        <p:nvSpPr>
          <p:cNvPr id="9" name="text-66">
            <a:extLst xmlns:a="http://schemas.openxmlformats.org/drawingml/2006/main">
              <a:ext uri="{FF2B5EF4-FFF2-40B4-BE49-F238E27FC236}">
                <a16:creationId xmlns:a16="http://schemas.microsoft.com/office/drawing/2014/main" id="{E4377A6A-28BA-4220-B3C5-8307348BE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對話式 AI</a:t>
            </a:r>
          </a:p>
        </p:txBody>
      </p:sp>
      <p:sp>
        <p:nvSpPr>
          <p:cNvPr id="10" name="text-67">
            <a:extLst xmlns:a="http://schemas.openxmlformats.org/drawingml/2006/main">
              <a:ext uri="{FF2B5EF4-FFF2-40B4-BE49-F238E27FC236}">
                <a16:creationId xmlns:a16="http://schemas.microsoft.com/office/drawing/2014/main" id="{F9DDEC15-58DD-4718-9206-89E65581D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問問題、要解釋、請它發想；人把答案帶回工作，通常仍由人逐步操作。現場平常使用的聊天機器人，多半在這一層。</a:t>
            </a:r>
          </a:p>
        </p:txBody>
      </p:sp>
      <p:sp>
        <p:nvSpPr>
          <p:cNvPr id="11" name="shape-68">
            <a:extLst xmlns:a="http://schemas.openxmlformats.org/drawingml/2006/main">
              <a:ext uri="{FF2B5EF4-FFF2-40B4-BE49-F238E27FC236}">
                <a16:creationId xmlns:a16="http://schemas.microsoft.com/office/drawing/2014/main" id="{6145039F-FE2C-4AC4-87A4-A80211CE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2" name="shape-69">
            <a:extLst xmlns:a="http://schemas.openxmlformats.org/drawingml/2006/main">
              <a:ext uri="{FF2B5EF4-FFF2-40B4-BE49-F238E27FC236}">
                <a16:creationId xmlns:a16="http://schemas.microsoft.com/office/drawing/2014/main" id="{42C2DEFF-4981-482F-BFEE-680633FE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text-70">
            <a:extLst xmlns:a="http://schemas.openxmlformats.org/drawingml/2006/main">
              <a:ext uri="{FF2B5EF4-FFF2-40B4-BE49-F238E27FC236}">
                <a16:creationId xmlns:a16="http://schemas.microsoft.com/office/drawing/2014/main" id="{DA04DFC2-29EF-442D-AFE7-77E4CDAB0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L2</a:t>
            </a:r>
          </a:p>
        </p:txBody>
      </p:sp>
      <p:sp>
        <p:nvSpPr>
          <p:cNvPr id="14" name="text-71">
            <a:extLst xmlns:a="http://schemas.openxmlformats.org/drawingml/2006/main">
              <a:ext uri="{FF2B5EF4-FFF2-40B4-BE49-F238E27FC236}">
                <a16:creationId xmlns:a16="http://schemas.microsoft.com/office/drawing/2014/main" id="{774ADFE0-A6C8-4A5C-9A40-6990D390A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協作式 AI</a:t>
            </a:r>
          </a:p>
        </p:txBody>
      </p:sp>
      <p:sp>
        <p:nvSpPr>
          <p:cNvPr id="15" name="text-72">
            <a:extLst xmlns:a="http://schemas.openxmlformats.org/drawingml/2006/main">
              <a:ext uri="{FF2B5EF4-FFF2-40B4-BE49-F238E27FC236}">
                <a16:creationId xmlns:a16="http://schemas.microsoft.com/office/drawing/2014/main" id="{E961DBAE-C038-4DD0-B591-55D4D09A6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把來源、角色與工作區交給 AI，一起整理、比較、設計與修改。Gemini Notebook、Gem 與 Canvas 讓人和 AI 共同產出。</a:t>
            </a:r>
          </a:p>
        </p:txBody>
      </p:sp>
      <p:sp>
        <p:nvSpPr>
          <p:cNvPr id="16" name="shape-73">
            <a:extLst xmlns:a="http://schemas.openxmlformats.org/drawingml/2006/main">
              <a:ext uri="{FF2B5EF4-FFF2-40B4-BE49-F238E27FC236}">
                <a16:creationId xmlns:a16="http://schemas.microsoft.com/office/drawing/2014/main" id="{EC0F0213-F76F-498A-BBF0-631C19AA7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676400"/>
            <a:ext cx="3594100" cy="426720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shape-74">
            <a:extLst xmlns:a="http://schemas.openxmlformats.org/drawingml/2006/main">
              <a:ext uri="{FF2B5EF4-FFF2-40B4-BE49-F238E27FC236}">
                <a16:creationId xmlns:a16="http://schemas.microsoft.com/office/drawing/2014/main" id="{B08FCE7A-1A2C-433F-B77B-1405458C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1885950"/>
            <a:ext cx="3175000" cy="762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text-75">
            <a:extLst xmlns:a="http://schemas.openxmlformats.org/drawingml/2006/main">
              <a:ext uri="{FF2B5EF4-FFF2-40B4-BE49-F238E27FC236}">
                <a16:creationId xmlns:a16="http://schemas.microsoft.com/office/drawing/2014/main" id="{75D3C37F-C836-4AAD-B3C3-901AFB2B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L3</a:t>
            </a:r>
          </a:p>
        </p:txBody>
      </p:sp>
      <p:sp>
        <p:nvSpPr>
          <p:cNvPr id="19" name="text-76">
            <a:extLst xmlns:a="http://schemas.openxmlformats.org/drawingml/2006/main">
              <a:ext uri="{FF2B5EF4-FFF2-40B4-BE49-F238E27FC236}">
                <a16:creationId xmlns:a16="http://schemas.microsoft.com/office/drawing/2014/main" id="{D3D3FAB8-03D9-4055-BCDA-8E464B01D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705100"/>
            <a:ext cx="317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Agentic AI／AI 代理人</a:t>
            </a:r>
          </a:p>
        </p:txBody>
      </p:sp>
      <p:sp>
        <p:nvSpPr>
          <p:cNvPr id="20" name="text-77">
            <a:extLst xmlns:a="http://schemas.openxmlformats.org/drawingml/2006/main">
              <a:ext uri="{FF2B5EF4-FFF2-40B4-BE49-F238E27FC236}">
                <a16:creationId xmlns:a16="http://schemas.microsoft.com/office/drawing/2014/main" id="{7077754E-3901-4558-9B0F-FC9B89923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467100"/>
            <a:ext cx="3175000" cy="2114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交代目標與邊界，讓 Agent 長時間規劃、使用工具、執行與驗證，並透過 Skills 越來越懂你的工作流；人仍在關鍵節點做決策。</a:t>
            </a:r>
          </a:p>
        </p:txBody>
      </p:sp>
      <p:sp>
        <p:nvSpPr>
          <p:cNvPr id="21" name="text-940">
            <a:extLst xmlns:a="http://schemas.openxmlformats.org/drawingml/2006/main">
              <a:ext uri="{FF2B5EF4-FFF2-40B4-BE49-F238E27FC236}">
                <a16:creationId xmlns:a16="http://schemas.microsoft.com/office/drawing/2014/main" id="{59D684DE-DB96-446C-ACA5-6CC078CD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c93cda69c854961"/>
              </a:rPr>
              <a:t>Gemini 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1d62948e42f4f29"/>
              </a:rPr>
              <a:t>Gemini Canvas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c2207e567794b35"/>
              </a:rPr>
              <a:t>Antigravity ↗</a:t>
            </a:r>
          </a:p>
        </p:txBody>
      </p:sp>
      <p:sp>
        <p:nvSpPr>
          <p:cNvPr id="22" name="shape-946">
            <a:extLst xmlns:a="http://schemas.openxmlformats.org/drawingml/2006/main">
              <a:ext uri="{FF2B5EF4-FFF2-40B4-BE49-F238E27FC236}">
                <a16:creationId xmlns:a16="http://schemas.microsoft.com/office/drawing/2014/main" id="{0F4A2C13-BB4D-4F71-A77C-FC3CF242C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1fc97cdea44e35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947">
            <a:extLst xmlns:a="http://schemas.openxmlformats.org/drawingml/2006/main">
              <a:ext uri="{FF2B5EF4-FFF2-40B4-BE49-F238E27FC236}">
                <a16:creationId xmlns:a16="http://schemas.microsoft.com/office/drawing/2014/main" id="{432473C7-2287-4A5C-B491-9A8208E2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ab9c96a20054843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948">
            <a:extLst xmlns:a="http://schemas.openxmlformats.org/drawingml/2006/main">
              <a:ext uri="{FF2B5EF4-FFF2-40B4-BE49-F238E27FC236}">
                <a16:creationId xmlns:a16="http://schemas.microsoft.com/office/drawing/2014/main" id="{F963F806-EAA3-4A6E-8125-D65218FC2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930878330d94f28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8" name="text-949">
            <a:extLst xmlns:a="http://schemas.openxmlformats.org/drawingml/2006/main">
              <a:ext uri="{FF2B5EF4-FFF2-40B4-BE49-F238E27FC236}">
                <a16:creationId xmlns:a16="http://schemas.microsoft.com/office/drawing/2014/main" id="{F498F373-4522-467F-9545-0D0FBB4E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Antigravity</a:t>
            </a:r>
          </a:p>
        </p:txBody>
      </p:sp>
    </p:spTree>
    <p:extLst>
      <p:ext uri="{BB962C8B-B14F-4D97-AF65-F5344CB8AC3E}">
        <p14:creationId xmlns:p14="http://schemas.microsoft.com/office/powerpoint/2010/main" val="52321989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78">
            <a:extLst xmlns:a="http://schemas.openxmlformats.org/drawingml/2006/main">
              <a:ext uri="{FF2B5EF4-FFF2-40B4-BE49-F238E27FC236}">
                <a16:creationId xmlns:a16="http://schemas.microsoft.com/office/drawing/2014/main" id="{B85D381B-BBEF-48EC-98DE-EB5D6EA40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BLURRED ROLE BOUNDARIES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E5EC38C-4484-40A9-99AE-182AC1A62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職位邊界正在變薄：每個人都能往前多走一步</a:t>
            </a:r>
          </a:p>
        </p:txBody>
      </p:sp>
      <p:cxnSp>
        <p:nvCxnSpPr>
          <p:cNvPr id="24" name="shape-7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0">
            <a:extLst xmlns:a="http://schemas.openxmlformats.org/drawingml/2006/main">
              <a:ext uri="{FF2B5EF4-FFF2-40B4-BE49-F238E27FC236}">
                <a16:creationId xmlns:a16="http://schemas.microsoft.com/office/drawing/2014/main" id="{F1C41DC4-0F38-4485-9121-975E92DD7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480B012-6AB7-4FBC-92A0-67D90CB0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81">
            <a:extLst xmlns:a="http://schemas.openxmlformats.org/drawingml/2006/main">
              <a:ext uri="{FF2B5EF4-FFF2-40B4-BE49-F238E27FC236}">
                <a16:creationId xmlns:a16="http://schemas.microsoft.com/office/drawing/2014/main" id="{F7C43C16-BCD4-4D4B-A23A-6E0351225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82">
            <a:extLst xmlns:a="http://schemas.openxmlformats.org/drawingml/2006/main">
              <a:ext uri="{FF2B5EF4-FFF2-40B4-BE49-F238E27FC236}">
                <a16:creationId xmlns:a16="http://schemas.microsoft.com/office/drawing/2014/main" id="{445F6DDE-4C2A-4220-AAC0-6C4C8C7A8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83">
            <a:extLst xmlns:a="http://schemas.openxmlformats.org/drawingml/2006/main">
              <a:ext uri="{FF2B5EF4-FFF2-40B4-BE49-F238E27FC236}">
                <a16:creationId xmlns:a16="http://schemas.microsoft.com/office/drawing/2014/main" id="{6A188835-1704-4EE5-941D-1B2D443DC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PM：從需求到原型</a:t>
            </a:r>
          </a:p>
        </p:txBody>
      </p:sp>
      <p:sp>
        <p:nvSpPr>
          <p:cNvPr id="9" name="text-84">
            <a:extLst xmlns:a="http://schemas.openxmlformats.org/drawingml/2006/main">
              <a:ext uri="{FF2B5EF4-FFF2-40B4-BE49-F238E27FC236}">
                <a16:creationId xmlns:a16="http://schemas.microsoft.com/office/drawing/2014/main" id="{70AE0376-ECDA-4EE3-B300-491FC4BE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用自然語言交代目標，先和 AI Agent 做出能用、能玩的網站原型，再帶著驗證結果與工程師共作。</a:t>
            </a:r>
          </a:p>
        </p:txBody>
      </p:sp>
      <p:sp>
        <p:nvSpPr>
          <p:cNvPr id="10" name="shape-85">
            <a:extLst xmlns:a="http://schemas.openxmlformats.org/drawingml/2006/main">
              <a:ext uri="{FF2B5EF4-FFF2-40B4-BE49-F238E27FC236}">
                <a16:creationId xmlns:a16="http://schemas.microsoft.com/office/drawing/2014/main" id="{814B509B-B188-4E9F-890B-884E25A8A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86">
            <a:extLst xmlns:a="http://schemas.openxmlformats.org/drawingml/2006/main">
              <a:ext uri="{FF2B5EF4-FFF2-40B4-BE49-F238E27FC236}">
                <a16:creationId xmlns:a16="http://schemas.microsoft.com/office/drawing/2014/main" id="{E2E3C3E3-DEEE-4DC7-9EDC-AF5337AF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7">
            <a:extLst xmlns:a="http://schemas.openxmlformats.org/drawingml/2006/main">
              <a:ext uri="{FF2B5EF4-FFF2-40B4-BE49-F238E27FC236}">
                <a16:creationId xmlns:a16="http://schemas.microsoft.com/office/drawing/2014/main" id="{98913565-3D25-44E4-ABFC-DE1898DCB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76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專業者：從使用者到建造者</a:t>
            </a:r>
          </a:p>
        </p:txBody>
      </p:sp>
      <p:sp>
        <p:nvSpPr>
          <p:cNvPr id="13" name="text-88">
            <a:extLst xmlns:a="http://schemas.openxmlformats.org/drawingml/2006/main">
              <a:ext uri="{FF2B5EF4-FFF2-40B4-BE49-F238E27FC236}">
                <a16:creationId xmlns:a16="http://schemas.microsoft.com/office/drawing/2014/main" id="{1189B81C-1AFA-415F-BAD5-F245024A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不只提出需求，也能自己試做、測試與修正，讓教學與研究脈絡直接進入成品。</a:t>
            </a:r>
          </a:p>
        </p:txBody>
      </p:sp>
      <p:sp>
        <p:nvSpPr>
          <p:cNvPr id="14" name="shape-89">
            <a:extLst xmlns:a="http://schemas.openxmlformats.org/drawingml/2006/main">
              <a:ext uri="{FF2B5EF4-FFF2-40B4-BE49-F238E27FC236}">
                <a16:creationId xmlns:a16="http://schemas.microsoft.com/office/drawing/2014/main" id="{E44A7347-2D62-4BA5-9D71-A87B63ED4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90">
            <a:extLst xmlns:a="http://schemas.openxmlformats.org/drawingml/2006/main">
              <a:ext uri="{FF2B5EF4-FFF2-40B4-BE49-F238E27FC236}">
                <a16:creationId xmlns:a16="http://schemas.microsoft.com/office/drawing/2014/main" id="{ECC5EB27-1CE0-4683-A0D8-CA52897D6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91">
            <a:extLst xmlns:a="http://schemas.openxmlformats.org/drawingml/2006/main">
              <a:ext uri="{FF2B5EF4-FFF2-40B4-BE49-F238E27FC236}">
                <a16:creationId xmlns:a16="http://schemas.microsoft.com/office/drawing/2014/main" id="{41EB3F5F-4DF2-49DB-AD4C-226DFB0F7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97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工程師：從程式到情境</a:t>
            </a:r>
          </a:p>
        </p:txBody>
      </p:sp>
      <p:sp>
        <p:nvSpPr>
          <p:cNvPr id="17" name="text-92">
            <a:extLst xmlns:a="http://schemas.openxmlformats.org/drawingml/2006/main">
              <a:ext uri="{FF2B5EF4-FFF2-40B4-BE49-F238E27FC236}">
                <a16:creationId xmlns:a16="http://schemas.microsoft.com/office/drawing/2014/main" id="{1C7C0A38-263D-4FEF-BFEE-A8CC412AA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除了寫程式，也要理解客戶、教師、學生與同事的痛點，讓技術更貼近真正需求。</a:t>
            </a:r>
          </a:p>
        </p:txBody>
      </p:sp>
      <p:sp>
        <p:nvSpPr>
          <p:cNvPr id="18" name="shape-93">
            <a:extLst xmlns:a="http://schemas.openxmlformats.org/drawingml/2006/main">
              <a:ext uri="{FF2B5EF4-FFF2-40B4-BE49-F238E27FC236}">
                <a16:creationId xmlns:a16="http://schemas.microsoft.com/office/drawing/2014/main" id="{E85E416F-CE83-4D77-9433-268A92F4C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94">
            <a:extLst xmlns:a="http://schemas.openxmlformats.org/drawingml/2006/main">
              <a:ext uri="{FF2B5EF4-FFF2-40B4-BE49-F238E27FC236}">
                <a16:creationId xmlns:a16="http://schemas.microsoft.com/office/drawing/2014/main" id="{CFEB064C-9BB7-45CF-8DF8-5C10FC7E6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5">
            <a:extLst xmlns:a="http://schemas.openxmlformats.org/drawingml/2006/main">
              <a:ext uri="{FF2B5EF4-FFF2-40B4-BE49-F238E27FC236}">
                <a16:creationId xmlns:a16="http://schemas.microsoft.com/office/drawing/2014/main" id="{2FFA4A0B-8660-4C38-8136-C4BF6A5B1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435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未來協作：跨界完成事情</a:t>
            </a:r>
          </a:p>
        </p:txBody>
      </p:sp>
      <p:sp>
        <p:nvSpPr>
          <p:cNvPr id="21" name="text-96">
            <a:extLst xmlns:a="http://schemas.openxmlformats.org/drawingml/2006/main">
              <a:ext uri="{FF2B5EF4-FFF2-40B4-BE49-F238E27FC236}">
                <a16:creationId xmlns:a16="http://schemas.microsoft.com/office/drawing/2014/main" id="{567C0CBE-9FE2-4687-8FEB-4D0AD8D66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不是誰取代誰，而是每個角色都能跨一步；人與 Agent 一起把問題推到可用成果。</a:t>
            </a:r>
          </a:p>
        </p:txBody>
      </p:sp>
    </p:spTree>
    <p:extLst>
      <p:ext uri="{BB962C8B-B14F-4D97-AF65-F5344CB8AC3E}">
        <p14:creationId xmlns:p14="http://schemas.microsoft.com/office/powerpoint/2010/main" val="148293054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text-97">
            <a:extLst xmlns:a="http://schemas.openxmlformats.org/drawingml/2006/main">
              <a:ext uri="{FF2B5EF4-FFF2-40B4-BE49-F238E27FC236}">
                <a16:creationId xmlns:a16="http://schemas.microsoft.com/office/drawing/2014/main" id="{BE9B5EEB-1A87-4E53-99A5-7FAF54F3C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PM AS PROTOTYPER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5144B1-2198-46D3-B9CD-5FF19F81F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PM × AI Agent：先驗證，再協作正式化</a:t>
            </a:r>
          </a:p>
        </p:txBody>
      </p:sp>
      <p:cxnSp>
        <p:nvCxnSpPr>
          <p:cNvPr id="14" name="shape-9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99">
            <a:extLst xmlns:a="http://schemas.openxmlformats.org/drawingml/2006/main">
              <a:ext uri="{FF2B5EF4-FFF2-40B4-BE49-F238E27FC236}">
                <a16:creationId xmlns:a16="http://schemas.microsoft.com/office/drawing/2014/main" id="{0DB944BF-31FC-406A-98A2-4273F1419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AB10471-1297-4F3F-8F04-AED4CD0AF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100">
            <a:extLst xmlns:a="http://schemas.openxmlformats.org/drawingml/2006/main">
              <a:ext uri="{FF2B5EF4-FFF2-40B4-BE49-F238E27FC236}">
                <a16:creationId xmlns:a16="http://schemas.microsoft.com/office/drawing/2014/main" id="{CCDF4B2A-7C2B-4F54-871B-F2A9995F8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01">
            <a:extLst xmlns:a="http://schemas.openxmlformats.org/drawingml/2006/main">
              <a:ext uri="{FF2B5EF4-FFF2-40B4-BE49-F238E27FC236}">
                <a16:creationId xmlns:a16="http://schemas.microsoft.com/office/drawing/2014/main" id="{0CBB8EA1-977E-4C48-983F-53858AE01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02">
            <a:extLst xmlns:a="http://schemas.openxmlformats.org/drawingml/2006/main">
              <a:ext uri="{FF2B5EF4-FFF2-40B4-BE49-F238E27FC236}">
                <a16:creationId xmlns:a16="http://schemas.microsoft.com/office/drawing/2014/main" id="{AFA70F7F-177D-471A-A9BD-AB0FCFEE0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過去的協作路徑</a:t>
            </a:r>
          </a:p>
        </p:txBody>
      </p:sp>
      <p:sp>
        <p:nvSpPr>
          <p:cNvPr id="9" name="text-103">
            <a:extLst xmlns:a="http://schemas.openxmlformats.org/drawingml/2006/main">
              <a:ext uri="{FF2B5EF4-FFF2-40B4-BE49-F238E27FC236}">
                <a16:creationId xmlns:a16="http://schemas.microsoft.com/office/drawing/2014/main" id="{0193A49B-8461-40CD-94BD-102255B0E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PM 定義需求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→ 與工程師溝通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→ 等待實作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→ 驗收成品</a:t>
            </a:r>
          </a:p>
        </p:txBody>
      </p:sp>
      <p:sp>
        <p:nvSpPr>
          <p:cNvPr id="10" name="text-104">
            <a:extLst xmlns:a="http://schemas.openxmlformats.org/drawingml/2006/main">
              <a:ext uri="{FF2B5EF4-FFF2-40B4-BE49-F238E27FC236}">
                <a16:creationId xmlns:a16="http://schemas.microsoft.com/office/drawing/2014/main" id="{FBD5A428-9AFF-4563-8672-5D8C7928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現在的快速迭代</a:t>
            </a:r>
          </a:p>
        </p:txBody>
      </p:sp>
      <p:sp>
        <p:nvSpPr>
          <p:cNvPr id="11" name="text-105">
            <a:extLst xmlns:a="http://schemas.openxmlformats.org/drawingml/2006/main">
              <a:ext uri="{FF2B5EF4-FFF2-40B4-BE49-F238E27FC236}">
                <a16:creationId xmlns:a16="http://schemas.microsoft.com/office/drawing/2014/main" id="{85E05969-F51E-4A35-9EFA-50D4CE4A5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PM + AI Agent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→ 先做可操作原型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→ 找使用者試玩與修正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→ 再和工程師共作正式產品</a:t>
            </a:r>
          </a:p>
        </p:txBody>
      </p:sp>
    </p:spTree>
    <p:extLst>
      <p:ext uri="{BB962C8B-B14F-4D97-AF65-F5344CB8AC3E}">
        <p14:creationId xmlns:p14="http://schemas.microsoft.com/office/powerpoint/2010/main" val="67960316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06">
            <a:extLst xmlns:a="http://schemas.openxmlformats.org/drawingml/2006/main">
              <a:ext uri="{FF2B5EF4-FFF2-40B4-BE49-F238E27FC236}">
                <a16:creationId xmlns:a16="http://schemas.microsoft.com/office/drawing/2014/main" id="{B60778CE-5C8B-484C-AD69-4187F7977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T-SHAPED COLLABORATION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CC4144A-E73A-4077-83E6-AFC6F8EB6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工程師也要走進現場：深度技術 × 橫向理解</a:t>
            </a:r>
          </a:p>
        </p:txBody>
      </p:sp>
      <p:cxnSp>
        <p:nvCxnSpPr>
          <p:cNvPr id="24" name="shape-1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8">
            <a:extLst xmlns:a="http://schemas.openxmlformats.org/drawingml/2006/main">
              <a:ext uri="{FF2B5EF4-FFF2-40B4-BE49-F238E27FC236}">
                <a16:creationId xmlns:a16="http://schemas.microsoft.com/office/drawing/2014/main" id="{B2BC3013-90F5-42D1-BB54-B2CEFEF5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72EFFF4-0D40-4EAB-8EAF-EB7C1001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sp>
        <p:nvSpPr>
          <p:cNvPr id="6" name="shape-109">
            <a:extLst xmlns:a="http://schemas.openxmlformats.org/drawingml/2006/main">
              <a:ext uri="{FF2B5EF4-FFF2-40B4-BE49-F238E27FC236}">
                <a16:creationId xmlns:a16="http://schemas.microsoft.com/office/drawing/2014/main" id="{183530DA-E3E8-4031-AE1C-647B3B9A0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110">
            <a:extLst xmlns:a="http://schemas.openxmlformats.org/drawingml/2006/main">
              <a:ext uri="{FF2B5EF4-FFF2-40B4-BE49-F238E27FC236}">
                <a16:creationId xmlns:a16="http://schemas.microsoft.com/office/drawing/2014/main" id="{30B2E29F-E496-4B30-AE62-01A6B42C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11">
            <a:extLst xmlns:a="http://schemas.openxmlformats.org/drawingml/2006/main">
              <a:ext uri="{FF2B5EF4-FFF2-40B4-BE49-F238E27FC236}">
                <a16:creationId xmlns:a16="http://schemas.microsoft.com/office/drawing/2014/main" id="{710B5E1B-CE43-4A00-AF42-AD9879DBC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和人對話</a:t>
            </a:r>
          </a:p>
        </p:txBody>
      </p:sp>
      <p:sp>
        <p:nvSpPr>
          <p:cNvPr id="9" name="text-112">
            <a:extLst xmlns:a="http://schemas.openxmlformats.org/drawingml/2006/main">
              <a:ext uri="{FF2B5EF4-FFF2-40B4-BE49-F238E27FC236}">
                <a16:creationId xmlns:a16="http://schemas.microsoft.com/office/drawing/2014/main" id="{5A19D7CC-DC36-46FC-AEFC-CA7953A91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主動接觸客戶、教師、學生與跨職位夥伴，聽見沒有寫在規格裡的需求。</a:t>
            </a:r>
          </a:p>
        </p:txBody>
      </p:sp>
      <p:sp>
        <p:nvSpPr>
          <p:cNvPr id="10" name="shape-113">
            <a:extLst xmlns:a="http://schemas.openxmlformats.org/drawingml/2006/main">
              <a:ext uri="{FF2B5EF4-FFF2-40B4-BE49-F238E27FC236}">
                <a16:creationId xmlns:a16="http://schemas.microsoft.com/office/drawing/2014/main" id="{FB7759B3-CB93-4C8D-AF6A-A812201F4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14">
            <a:extLst xmlns:a="http://schemas.openxmlformats.org/drawingml/2006/main">
              <a:ext uri="{FF2B5EF4-FFF2-40B4-BE49-F238E27FC236}">
                <a16:creationId xmlns:a16="http://schemas.microsoft.com/office/drawing/2014/main" id="{F6DC30A8-9361-4F88-8933-01DD3AE7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15">
            <a:extLst xmlns:a="http://schemas.openxmlformats.org/drawingml/2006/main">
              <a:ext uri="{FF2B5EF4-FFF2-40B4-BE49-F238E27FC236}">
                <a16:creationId xmlns:a16="http://schemas.microsoft.com/office/drawing/2014/main" id="{5713974E-8B20-4D27-9934-F781A9E18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看懂工作脈絡</a:t>
            </a:r>
          </a:p>
        </p:txBody>
      </p:sp>
      <p:sp>
        <p:nvSpPr>
          <p:cNvPr id="13" name="text-116">
            <a:extLst xmlns:a="http://schemas.openxmlformats.org/drawingml/2006/main">
              <a:ext uri="{FF2B5EF4-FFF2-40B4-BE49-F238E27FC236}">
                <a16:creationId xmlns:a16="http://schemas.microsoft.com/office/drawing/2014/main" id="{F71EA4DE-DF5B-4EAF-BCB8-831B0CFB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理解流程、限制、情緒與使用情境，不只接收需求單或處理程式碼。</a:t>
            </a:r>
          </a:p>
        </p:txBody>
      </p:sp>
      <p:sp>
        <p:nvSpPr>
          <p:cNvPr id="14" name="shape-117">
            <a:extLst xmlns:a="http://schemas.openxmlformats.org/drawingml/2006/main">
              <a:ext uri="{FF2B5EF4-FFF2-40B4-BE49-F238E27FC236}">
                <a16:creationId xmlns:a16="http://schemas.microsoft.com/office/drawing/2014/main" id="{4BF5B88E-1620-4219-8D00-70CF7E2FE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18">
            <a:extLst xmlns:a="http://schemas.openxmlformats.org/drawingml/2006/main">
              <a:ext uri="{FF2B5EF4-FFF2-40B4-BE49-F238E27FC236}">
                <a16:creationId xmlns:a16="http://schemas.microsoft.com/office/drawing/2014/main" id="{144923E8-A13D-44A6-9E14-720C9052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19">
            <a:extLst xmlns:a="http://schemas.openxmlformats.org/drawingml/2006/main">
              <a:ext uri="{FF2B5EF4-FFF2-40B4-BE49-F238E27FC236}">
                <a16:creationId xmlns:a16="http://schemas.microsoft.com/office/drawing/2014/main" id="{EC1AA338-F057-4990-9674-68474C2D3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Agent 加速驗證</a:t>
            </a:r>
          </a:p>
        </p:txBody>
      </p:sp>
      <p:sp>
        <p:nvSpPr>
          <p:cNvPr id="17" name="text-120">
            <a:extLst xmlns:a="http://schemas.openxmlformats.org/drawingml/2006/main">
              <a:ext uri="{FF2B5EF4-FFF2-40B4-BE49-F238E27FC236}">
                <a16:creationId xmlns:a16="http://schemas.microsoft.com/office/drawing/2014/main" id="{E2B0EC3B-4304-478A-A48A-F63C4D1FD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把探索、原型、測試與回饋拉近，快速比較方案並修正方向。</a:t>
            </a:r>
          </a:p>
        </p:txBody>
      </p:sp>
      <p:sp>
        <p:nvSpPr>
          <p:cNvPr id="18" name="shape-121">
            <a:extLst xmlns:a="http://schemas.openxmlformats.org/drawingml/2006/main">
              <a:ext uri="{FF2B5EF4-FFF2-40B4-BE49-F238E27FC236}">
                <a16:creationId xmlns:a16="http://schemas.microsoft.com/office/drawing/2014/main" id="{40155948-71A4-4174-BC1B-AF87ADA96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22">
            <a:extLst xmlns:a="http://schemas.openxmlformats.org/drawingml/2006/main">
              <a:ext uri="{FF2B5EF4-FFF2-40B4-BE49-F238E27FC236}">
                <a16:creationId xmlns:a16="http://schemas.microsoft.com/office/drawing/2014/main" id="{58165663-A074-4B19-A493-7AA6D3AB4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23">
            <a:extLst xmlns:a="http://schemas.openxmlformats.org/drawingml/2006/main">
              <a:ext uri="{FF2B5EF4-FFF2-40B4-BE49-F238E27FC236}">
                <a16:creationId xmlns:a16="http://schemas.microsoft.com/office/drawing/2014/main" id="{65A49185-4AB1-4372-B234-4F7DB0513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保留工程品質</a:t>
            </a:r>
          </a:p>
        </p:txBody>
      </p:sp>
      <p:sp>
        <p:nvSpPr>
          <p:cNvPr id="21" name="text-124">
            <a:extLst xmlns:a="http://schemas.openxmlformats.org/drawingml/2006/main">
              <a:ext uri="{FF2B5EF4-FFF2-40B4-BE49-F238E27FC236}">
                <a16:creationId xmlns:a16="http://schemas.microsoft.com/office/drawing/2014/main" id="{64E45C10-6E24-4279-A893-E5D18B370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架構、資安、效能、可維護性與風險，仍需要工程專業把關。</a:t>
            </a:r>
          </a:p>
        </p:txBody>
      </p:sp>
    </p:spTree>
    <p:extLst>
      <p:ext uri="{BB962C8B-B14F-4D97-AF65-F5344CB8AC3E}">
        <p14:creationId xmlns:p14="http://schemas.microsoft.com/office/powerpoint/2010/main" val="95485812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ext-125">
            <a:extLst xmlns:a="http://schemas.openxmlformats.org/drawingml/2006/main">
              <a:ext uri="{FF2B5EF4-FFF2-40B4-BE49-F238E27FC236}">
                <a16:creationId xmlns:a16="http://schemas.microsoft.com/office/drawing/2014/main" id="{3C7E3D59-23B4-451E-83A4-968F40625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26">
            <a:extLst xmlns:a="http://schemas.openxmlformats.org/drawingml/2006/main">
              <a:ext uri="{FF2B5EF4-FFF2-40B4-BE49-F238E27FC236}">
                <a16:creationId xmlns:a16="http://schemas.microsoft.com/office/drawing/2014/main" id="{84C08355-BC51-49FF-8006-180AF7C70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文組的 AI 大航海時代</a:t>
            </a:r>
          </a:p>
        </p:txBody>
      </p:sp>
      <p:sp>
        <p:nvSpPr>
          <p:cNvPr id="3" name="text-127">
            <a:extLst xmlns:a="http://schemas.openxmlformats.org/drawingml/2006/main">
              <a:ext uri="{FF2B5EF4-FFF2-40B4-BE49-F238E27FC236}">
                <a16:creationId xmlns:a16="http://schemas.microsoft.com/office/drawing/2014/main" id="{23F9D2D6-EE56-4F42-8D99-5BD01F5C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AI 與 Agent 讓文組帶著理解、脈絡與判斷，航向創作藍海。</a:t>
            </a:r>
          </a:p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多一雙技術翅膀，讓專業飛得更高、更遠，也讓教學研究降本增效。</a:t>
            </a:r>
          </a:p>
        </p:txBody>
      </p:sp>
      <p:sp>
        <p:nvSpPr>
          <p:cNvPr id="4" name="shape-128">
            <a:extLst xmlns:a="http://schemas.openxmlformats.org/drawingml/2006/main">
              <a:ext uri="{FF2B5EF4-FFF2-40B4-BE49-F238E27FC236}">
                <a16:creationId xmlns:a16="http://schemas.microsoft.com/office/drawing/2014/main" id="{A2DEC7E3-4886-403F-9187-3A8B2515C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129">
            <a:extLst xmlns:a="http://schemas.openxmlformats.org/drawingml/2006/main">
              <a:ext uri="{FF2B5EF4-FFF2-40B4-BE49-F238E27FC236}">
                <a16:creationId xmlns:a16="http://schemas.microsoft.com/office/drawing/2014/main" id="{71574CE4-AC3A-4DCD-B901-BCD6D70EF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4" name="shape-13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131">
            <a:extLst xmlns:a="http://schemas.openxmlformats.org/drawingml/2006/main">
              <a:ext uri="{FF2B5EF4-FFF2-40B4-BE49-F238E27FC236}">
                <a16:creationId xmlns:a16="http://schemas.microsoft.com/office/drawing/2014/main" id="{30100C29-B551-4689-815B-3BBE4F9D1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18F6E4A-14CA-4811-A1CB-701AF014E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11622800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132">
            <a:extLst xmlns:a="http://schemas.openxmlformats.org/drawingml/2006/main">
              <a:ext uri="{FF2B5EF4-FFF2-40B4-BE49-F238E27FC236}">
                <a16:creationId xmlns:a16="http://schemas.microsoft.com/office/drawing/2014/main" id="{3B10825A-EA73-40C9-AADD-30DBD96BA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AI AS WINGS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46F4E5D-C590-45C1-843B-EB682D8DD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多一雙翅膀：不會寫程式，也能做出作品</a:t>
            </a:r>
          </a:p>
        </p:txBody>
      </p:sp>
      <p:cxnSp>
        <p:nvCxnSpPr>
          <p:cNvPr id="20" name="shape-13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34">
            <a:extLst xmlns:a="http://schemas.openxmlformats.org/drawingml/2006/main">
              <a:ext uri="{FF2B5EF4-FFF2-40B4-BE49-F238E27FC236}">
                <a16:creationId xmlns:a16="http://schemas.microsoft.com/office/drawing/2014/main" id="{E1D54C09-E9F2-4FD1-86CB-25E680CB8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630B0EC-47BF-4671-AB29-8A33B423A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shape-135">
            <a:extLst xmlns:a="http://schemas.openxmlformats.org/drawingml/2006/main">
              <a:ext uri="{FF2B5EF4-FFF2-40B4-BE49-F238E27FC236}">
                <a16:creationId xmlns:a16="http://schemas.microsoft.com/office/drawing/2014/main" id="{F5307971-C2E2-466A-8F79-8E4A836F7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36">
            <a:extLst xmlns:a="http://schemas.openxmlformats.org/drawingml/2006/main">
              <a:ext uri="{FF2B5EF4-FFF2-40B4-BE49-F238E27FC236}">
                <a16:creationId xmlns:a16="http://schemas.microsoft.com/office/drawing/2014/main" id="{61F998CD-31AF-44FE-A492-86D8F071B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37">
            <a:extLst xmlns:a="http://schemas.openxmlformats.org/drawingml/2006/main">
              <a:ext uri="{FF2B5EF4-FFF2-40B4-BE49-F238E27FC236}">
                <a16:creationId xmlns:a16="http://schemas.microsoft.com/office/drawing/2014/main" id="{DF3FD32F-4F31-495F-901D-D46DD80F4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你帶來的專業</a:t>
            </a:r>
          </a:p>
        </p:txBody>
      </p:sp>
      <p:sp>
        <p:nvSpPr>
          <p:cNvPr id="9" name="text-138">
            <a:extLst xmlns:a="http://schemas.openxmlformats.org/drawingml/2006/main">
              <a:ext uri="{FF2B5EF4-FFF2-40B4-BE49-F238E27FC236}">
                <a16:creationId xmlns:a16="http://schemas.microsoft.com/office/drawing/2014/main" id="{B3344A19-8567-4080-AD70-8B68BD25E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問題意識與語言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教學／研究脈絡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對人的理解與判斷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目的、責任與界線</a:t>
            </a:r>
          </a:p>
        </p:txBody>
      </p:sp>
      <p:sp>
        <p:nvSpPr>
          <p:cNvPr id="10" name="text-139">
            <a:extLst xmlns:a="http://schemas.openxmlformats.org/drawingml/2006/main">
              <a:ext uri="{FF2B5EF4-FFF2-40B4-BE49-F238E27FC236}">
                <a16:creationId xmlns:a16="http://schemas.microsoft.com/office/drawing/2014/main" id="{CD93DAB5-7068-45DE-8931-3604CD1E5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補上的能力</a:t>
            </a:r>
          </a:p>
        </p:txBody>
      </p:sp>
      <p:sp>
        <p:nvSpPr>
          <p:cNvPr id="11" name="text-140">
            <a:extLst xmlns:a="http://schemas.openxmlformats.org/drawingml/2006/main">
              <a:ext uri="{FF2B5EF4-FFF2-40B4-BE49-F238E27FC236}">
                <a16:creationId xmlns:a16="http://schemas.microsoft.com/office/drawing/2014/main" id="{9F033477-5261-4387-9E4F-A89349E3C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把想法拆成程式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建立介面、資料與流程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測試、修正、部署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長時間不中斷地推進</a:t>
            </a:r>
          </a:p>
        </p:txBody>
      </p:sp>
      <p:sp>
        <p:nvSpPr>
          <p:cNvPr id="12" name="text-950">
            <a:extLst xmlns:a="http://schemas.openxmlformats.org/drawingml/2006/main">
              <a:ext uri="{FF2B5EF4-FFF2-40B4-BE49-F238E27FC236}">
                <a16:creationId xmlns:a16="http://schemas.microsoft.com/office/drawing/2014/main" id="{DAC2168B-5BB4-4EC8-AD6A-FCB46D3FB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6e69c5fbad14759"/>
              </a:rPr>
              <a:t>Typeless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5ce8145ffcb4705"/>
              </a:rPr>
              <a:t>Gemini Notebook ↗</a:t>
            </a:r>
          </a:p>
        </p:txBody>
      </p:sp>
      <p:sp>
        <p:nvSpPr>
          <p:cNvPr id="13" name="shape-951">
            <a:extLst xmlns:a="http://schemas.openxmlformats.org/drawingml/2006/main">
              <a:ext uri="{FF2B5EF4-FFF2-40B4-BE49-F238E27FC236}">
                <a16:creationId xmlns:a16="http://schemas.microsoft.com/office/drawing/2014/main" id="{4FEEBECB-89DB-42A3-8467-6784704BA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08ab1791c3421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952">
            <a:extLst xmlns:a="http://schemas.openxmlformats.org/drawingml/2006/main">
              <a:ext uri="{FF2B5EF4-FFF2-40B4-BE49-F238E27FC236}">
                <a16:creationId xmlns:a16="http://schemas.microsoft.com/office/drawing/2014/main" id="{AD81A170-63EE-4C45-BAF2-132DA7BE5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970c9b587047df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953">
            <a:extLst xmlns:a="http://schemas.openxmlformats.org/drawingml/2006/main">
              <a:ext uri="{FF2B5EF4-FFF2-40B4-BE49-F238E27FC236}">
                <a16:creationId xmlns:a16="http://schemas.microsoft.com/office/drawing/2014/main" id="{F718177B-BB86-4CFF-B44A-C5ABDD58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38859644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141">
            <a:extLst xmlns:a="http://schemas.openxmlformats.org/drawingml/2006/main">
              <a:ext uri="{FF2B5EF4-FFF2-40B4-BE49-F238E27FC236}">
                <a16:creationId xmlns:a16="http://schemas.microsoft.com/office/drawing/2014/main" id="{28DDBDFC-2EAA-4565-B7F8-FF0A85DDA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HUMANITIES AS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C90D69C-477D-4801-99D9-DFC4B1F0C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文組的底子，就是 AI 時代的導航能力</a:t>
            </a:r>
          </a:p>
        </p:txBody>
      </p:sp>
      <p:cxnSp>
        <p:nvCxnSpPr>
          <p:cNvPr id="24" name="shape-1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43">
            <a:extLst xmlns:a="http://schemas.openxmlformats.org/drawingml/2006/main">
              <a:ext uri="{FF2B5EF4-FFF2-40B4-BE49-F238E27FC236}">
                <a16:creationId xmlns:a16="http://schemas.microsoft.com/office/drawing/2014/main" id="{EE5FED50-4A70-4CE1-BE76-C48E41815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348ACE3-0BC5-4310-A70D-23FA74334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shape-144">
            <a:extLst xmlns:a="http://schemas.openxmlformats.org/drawingml/2006/main">
              <a:ext uri="{FF2B5EF4-FFF2-40B4-BE49-F238E27FC236}">
                <a16:creationId xmlns:a16="http://schemas.microsoft.com/office/drawing/2014/main" id="{338E815C-3CC2-41DB-969B-3868D6B73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145">
            <a:extLst xmlns:a="http://schemas.openxmlformats.org/drawingml/2006/main">
              <a:ext uri="{FF2B5EF4-FFF2-40B4-BE49-F238E27FC236}">
                <a16:creationId xmlns:a16="http://schemas.microsoft.com/office/drawing/2014/main" id="{6C12C4BF-9574-4F18-8BE5-100A2B2D4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146">
            <a:extLst xmlns:a="http://schemas.openxmlformats.org/drawingml/2006/main">
              <a:ext uri="{FF2B5EF4-FFF2-40B4-BE49-F238E27FC236}">
                <a16:creationId xmlns:a16="http://schemas.microsoft.com/office/drawing/2014/main" id="{1B4DD484-B463-4F98-9D35-46DE3291B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理解人與情境</a:t>
            </a:r>
          </a:p>
        </p:txBody>
      </p:sp>
      <p:sp>
        <p:nvSpPr>
          <p:cNvPr id="9" name="text-147">
            <a:extLst xmlns:a="http://schemas.openxmlformats.org/drawingml/2006/main">
              <a:ext uri="{FF2B5EF4-FFF2-40B4-BE49-F238E27FC236}">
                <a16:creationId xmlns:a16="http://schemas.microsoft.com/office/drawing/2014/main" id="{4A8FD612-CAC0-4BD6-ACA7-7FE7716B0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讀懂需求、角色、文化與脈絡，知道問題真正發生在哪裡。</a:t>
            </a:r>
          </a:p>
        </p:txBody>
      </p:sp>
      <p:sp>
        <p:nvSpPr>
          <p:cNvPr id="10" name="shape-148">
            <a:extLst xmlns:a="http://schemas.openxmlformats.org/drawingml/2006/main">
              <a:ext uri="{FF2B5EF4-FFF2-40B4-BE49-F238E27FC236}">
                <a16:creationId xmlns:a16="http://schemas.microsoft.com/office/drawing/2014/main" id="{59FC9B90-AAE7-4B97-BD80-97E7FD947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49">
            <a:extLst xmlns:a="http://schemas.openxmlformats.org/drawingml/2006/main">
              <a:ext uri="{FF2B5EF4-FFF2-40B4-BE49-F238E27FC236}">
                <a16:creationId xmlns:a16="http://schemas.microsoft.com/office/drawing/2014/main" id="{04E567E6-F76E-4EF1-BE81-C49CCCB1B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150">
            <a:extLst xmlns:a="http://schemas.openxmlformats.org/drawingml/2006/main">
              <a:ext uri="{FF2B5EF4-FFF2-40B4-BE49-F238E27FC236}">
                <a16:creationId xmlns:a16="http://schemas.microsoft.com/office/drawing/2014/main" id="{6CDDEB08-E3CE-4A8D-AA50-24991C013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辨識與判斷</a:t>
            </a:r>
          </a:p>
        </p:txBody>
      </p:sp>
      <p:sp>
        <p:nvSpPr>
          <p:cNvPr id="13" name="text-151">
            <a:extLst xmlns:a="http://schemas.openxmlformats.org/drawingml/2006/main">
              <a:ext uri="{FF2B5EF4-FFF2-40B4-BE49-F238E27FC236}">
                <a16:creationId xmlns:a16="http://schemas.microsoft.com/office/drawing/2014/main" id="{3E9752B7-2FCA-4B1A-BBB1-42F369305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分辨證據、觀點、偏誤與限制，不把工具產出的文字直接當成真理。</a:t>
            </a:r>
          </a:p>
        </p:txBody>
      </p:sp>
      <p:sp>
        <p:nvSpPr>
          <p:cNvPr id="14" name="shape-152">
            <a:extLst xmlns:a="http://schemas.openxmlformats.org/drawingml/2006/main">
              <a:ext uri="{FF2B5EF4-FFF2-40B4-BE49-F238E27FC236}">
                <a16:creationId xmlns:a16="http://schemas.microsoft.com/office/drawing/2014/main" id="{13183CCF-4D6E-415A-BF2C-8A336A529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53">
            <a:extLst xmlns:a="http://schemas.openxmlformats.org/drawingml/2006/main">
              <a:ext uri="{FF2B5EF4-FFF2-40B4-BE49-F238E27FC236}">
                <a16:creationId xmlns:a16="http://schemas.microsoft.com/office/drawing/2014/main" id="{E3AB6F8C-6447-46E1-8E22-AD22A40D3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154">
            <a:extLst xmlns:a="http://schemas.openxmlformats.org/drawingml/2006/main">
              <a:ext uri="{FF2B5EF4-FFF2-40B4-BE49-F238E27FC236}">
                <a16:creationId xmlns:a16="http://schemas.microsoft.com/office/drawing/2014/main" id="{644AD29D-25CA-4142-9CF9-D79E98CD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語言與敘事</a:t>
            </a:r>
          </a:p>
        </p:txBody>
      </p:sp>
      <p:sp>
        <p:nvSpPr>
          <p:cNvPr id="17" name="text-155">
            <a:extLst xmlns:a="http://schemas.openxmlformats.org/drawingml/2006/main">
              <a:ext uri="{FF2B5EF4-FFF2-40B4-BE49-F238E27FC236}">
                <a16:creationId xmlns:a16="http://schemas.microsoft.com/office/drawing/2014/main" id="{79599BC1-3BA5-4944-A7C0-389E6F96F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把複雜想法說清楚、寫清楚，讓人與 Agent 都能理解下一步。</a:t>
            </a:r>
          </a:p>
        </p:txBody>
      </p:sp>
      <p:sp>
        <p:nvSpPr>
          <p:cNvPr id="18" name="shape-156">
            <a:extLst xmlns:a="http://schemas.openxmlformats.org/drawingml/2006/main">
              <a:ext uri="{FF2B5EF4-FFF2-40B4-BE49-F238E27FC236}">
                <a16:creationId xmlns:a16="http://schemas.microsoft.com/office/drawing/2014/main" id="{8E7800C2-BF22-4B1E-A18E-907B1EA94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57">
            <a:extLst xmlns:a="http://schemas.openxmlformats.org/drawingml/2006/main">
              <a:ext uri="{FF2B5EF4-FFF2-40B4-BE49-F238E27FC236}">
                <a16:creationId xmlns:a16="http://schemas.microsoft.com/office/drawing/2014/main" id="{705043C1-A149-48EF-9431-2AEBAEAA2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158">
            <a:extLst xmlns:a="http://schemas.openxmlformats.org/drawingml/2006/main">
              <a:ext uri="{FF2B5EF4-FFF2-40B4-BE49-F238E27FC236}">
                <a16:creationId xmlns:a16="http://schemas.microsoft.com/office/drawing/2014/main" id="{79CFFE2D-C17E-4344-9FA2-13E6B724A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教育／研究倫理</a:t>
            </a:r>
          </a:p>
        </p:txBody>
      </p:sp>
      <p:sp>
        <p:nvSpPr>
          <p:cNvPr id="21" name="text-159">
            <a:extLst xmlns:a="http://schemas.openxmlformats.org/drawingml/2006/main">
              <a:ext uri="{FF2B5EF4-FFF2-40B4-BE49-F238E27FC236}">
                <a16:creationId xmlns:a16="http://schemas.microsoft.com/office/drawing/2014/main" id="{CABC11CE-E7BE-492D-AD18-6EE91D83F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守住目的、關係、隱私與責任，讓作品真的對人有幫助。</a:t>
            </a:r>
          </a:p>
        </p:txBody>
      </p:sp>
    </p:spTree>
    <p:extLst>
      <p:ext uri="{BB962C8B-B14F-4D97-AF65-F5344CB8AC3E}">
        <p14:creationId xmlns:p14="http://schemas.microsoft.com/office/powerpoint/2010/main" val="187592894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60">
            <a:extLst xmlns:a="http://schemas.openxmlformats.org/drawingml/2006/main">
              <a:ext uri="{FF2B5EF4-FFF2-40B4-BE49-F238E27FC236}">
                <a16:creationId xmlns:a16="http://schemas.microsoft.com/office/drawing/2014/main" id="{0D16E700-2A8A-4897-A313-2C5F9E7D6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SET SAIL WITH YOUR EXPERTISE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D233DF5-969D-4BFB-A0BB-5EF89B23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大藍海的邀請：帶著你的專業出航</a:t>
            </a:r>
          </a:p>
        </p:txBody>
      </p:sp>
      <p:cxnSp>
        <p:nvCxnSpPr>
          <p:cNvPr id="38" name="shape-1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62">
            <a:extLst xmlns:a="http://schemas.openxmlformats.org/drawingml/2006/main">
              <a:ext uri="{FF2B5EF4-FFF2-40B4-BE49-F238E27FC236}">
                <a16:creationId xmlns:a16="http://schemas.microsoft.com/office/drawing/2014/main" id="{FBB81410-C0D8-471D-860B-48ABCB2C3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1CF7D12-6612-45AC-AA0E-0A7B6FD5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6" name="shape-163">
            <a:extLst xmlns:a="http://schemas.openxmlformats.org/drawingml/2006/main">
              <a:ext uri="{FF2B5EF4-FFF2-40B4-BE49-F238E27FC236}">
                <a16:creationId xmlns:a16="http://schemas.microsoft.com/office/drawing/2014/main" id="{D175B38A-2DD5-48BE-8E07-92FC9A7C0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64">
            <a:extLst xmlns:a="http://schemas.openxmlformats.org/drawingml/2006/main">
              <a:ext uri="{FF2B5EF4-FFF2-40B4-BE49-F238E27FC236}">
                <a16:creationId xmlns:a16="http://schemas.microsoft.com/office/drawing/2014/main" id="{AB2C7C02-D706-4EF3-B6DE-56C4A1D61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5">
            <a:extLst xmlns:a="http://schemas.openxmlformats.org/drawingml/2006/main">
              <a:ext uri="{FF2B5EF4-FFF2-40B4-BE49-F238E27FC236}">
                <a16:creationId xmlns:a16="http://schemas.microsoft.com/office/drawing/2014/main" id="{80C74A86-6FCE-4A2D-9314-EA2A044EF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6">
            <a:extLst xmlns:a="http://schemas.openxmlformats.org/drawingml/2006/main">
              <a:ext uri="{FF2B5EF4-FFF2-40B4-BE49-F238E27FC236}">
                <a16:creationId xmlns:a16="http://schemas.microsoft.com/office/drawing/2014/main" id="{B9615272-DC95-4158-A1C5-AAF7B370C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帶上真問題</a:t>
            </a:r>
          </a:p>
        </p:txBody>
      </p:sp>
      <p:sp>
        <p:nvSpPr>
          <p:cNvPr id="10" name="text-167">
            <a:extLst xmlns:a="http://schemas.openxmlformats.org/drawingml/2006/main">
              <a:ext uri="{FF2B5EF4-FFF2-40B4-BE49-F238E27FC236}">
                <a16:creationId xmlns:a16="http://schemas.microsoft.com/office/drawing/2014/main" id="{22220FBA-CDF6-47B6-A9A0-7CE210249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從課堂、研究或生活中的一個痛點出發</a:t>
            </a:r>
          </a:p>
        </p:txBody>
      </p:sp>
      <p:sp>
        <p:nvSpPr>
          <p:cNvPr id="11" name="text-168">
            <a:extLst xmlns:a="http://schemas.openxmlformats.org/drawingml/2006/main">
              <a:ext uri="{FF2B5EF4-FFF2-40B4-BE49-F238E27FC236}">
                <a16:creationId xmlns:a16="http://schemas.microsoft.com/office/drawing/2014/main" id="{FADC2AAF-B0FD-48E5-9835-9191619C9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69">
            <a:extLst xmlns:a="http://schemas.openxmlformats.org/drawingml/2006/main">
              <a:ext uri="{FF2B5EF4-FFF2-40B4-BE49-F238E27FC236}">
                <a16:creationId xmlns:a16="http://schemas.microsoft.com/office/drawing/2014/main" id="{C7577532-CD80-4709-8D98-FA937DD43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170">
            <a:extLst xmlns:a="http://schemas.openxmlformats.org/drawingml/2006/main">
              <a:ext uri="{FF2B5EF4-FFF2-40B4-BE49-F238E27FC236}">
                <a16:creationId xmlns:a16="http://schemas.microsoft.com/office/drawing/2014/main" id="{BC5A4142-37C6-4EEE-B1C0-66AA589B9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71">
            <a:extLst xmlns:a="http://schemas.openxmlformats.org/drawingml/2006/main">
              <a:ext uri="{FF2B5EF4-FFF2-40B4-BE49-F238E27FC236}">
                <a16:creationId xmlns:a16="http://schemas.microsoft.com/office/drawing/2014/main" id="{60B38ED9-B09D-457C-9A71-DB2E98AFD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72">
            <a:extLst xmlns:a="http://schemas.openxmlformats.org/drawingml/2006/main">
              <a:ext uri="{FF2B5EF4-FFF2-40B4-BE49-F238E27FC236}">
                <a16:creationId xmlns:a16="http://schemas.microsoft.com/office/drawing/2014/main" id="{A80D73FC-4041-4633-9BBF-3475809DF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說清楚脈絡</a:t>
            </a:r>
          </a:p>
        </p:txBody>
      </p:sp>
      <p:sp>
        <p:nvSpPr>
          <p:cNvPr id="16" name="text-173">
            <a:extLst xmlns:a="http://schemas.openxmlformats.org/drawingml/2006/main">
              <a:ext uri="{FF2B5EF4-FFF2-40B4-BE49-F238E27FC236}">
                <a16:creationId xmlns:a16="http://schemas.microsoft.com/office/drawing/2014/main" id="{78681944-2DE0-4DC9-BFF8-2932B7894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交代對象、情境、限制與想完成的改變</a:t>
            </a:r>
          </a:p>
        </p:txBody>
      </p:sp>
      <p:sp>
        <p:nvSpPr>
          <p:cNvPr id="17" name="text-174">
            <a:extLst xmlns:a="http://schemas.openxmlformats.org/drawingml/2006/main">
              <a:ext uri="{FF2B5EF4-FFF2-40B4-BE49-F238E27FC236}">
                <a16:creationId xmlns:a16="http://schemas.microsoft.com/office/drawing/2014/main" id="{A3A50FCD-2824-42A9-988A-FB82BE2EB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75">
            <a:extLst xmlns:a="http://schemas.openxmlformats.org/drawingml/2006/main">
              <a:ext uri="{FF2B5EF4-FFF2-40B4-BE49-F238E27FC236}">
                <a16:creationId xmlns:a16="http://schemas.microsoft.com/office/drawing/2014/main" id="{54FC4242-2192-418D-9BC0-54C472382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176">
            <a:extLst xmlns:a="http://schemas.openxmlformats.org/drawingml/2006/main">
              <a:ext uri="{FF2B5EF4-FFF2-40B4-BE49-F238E27FC236}">
                <a16:creationId xmlns:a16="http://schemas.microsoft.com/office/drawing/2014/main" id="{B0BE8238-CD5A-4D3B-A40F-C8948C5AF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77">
            <a:extLst xmlns:a="http://schemas.openxmlformats.org/drawingml/2006/main">
              <a:ext uri="{FF2B5EF4-FFF2-40B4-BE49-F238E27FC236}">
                <a16:creationId xmlns:a16="http://schemas.microsoft.com/office/drawing/2014/main" id="{278D0E86-01DC-41D8-A4B8-8D20EC867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78">
            <a:extLst xmlns:a="http://schemas.openxmlformats.org/drawingml/2006/main">
              <a:ext uri="{FF2B5EF4-FFF2-40B4-BE49-F238E27FC236}">
                <a16:creationId xmlns:a16="http://schemas.microsoft.com/office/drawing/2014/main" id="{B8149BD6-6344-49A3-A2FC-E17F4F397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讓 Agent 執行</a:t>
            </a:r>
          </a:p>
        </p:txBody>
      </p:sp>
      <p:sp>
        <p:nvSpPr>
          <p:cNvPr id="22" name="text-179">
            <a:extLst xmlns:a="http://schemas.openxmlformats.org/drawingml/2006/main">
              <a:ext uri="{FF2B5EF4-FFF2-40B4-BE49-F238E27FC236}">
                <a16:creationId xmlns:a16="http://schemas.microsoft.com/office/drawing/2014/main" id="{2300EFE7-A772-473B-A2D0-5CB880D03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把想法轉成程式、流程、介面與可操作作品</a:t>
            </a:r>
          </a:p>
        </p:txBody>
      </p:sp>
      <p:sp>
        <p:nvSpPr>
          <p:cNvPr id="23" name="text-180">
            <a:extLst xmlns:a="http://schemas.openxmlformats.org/drawingml/2006/main">
              <a:ext uri="{FF2B5EF4-FFF2-40B4-BE49-F238E27FC236}">
                <a16:creationId xmlns:a16="http://schemas.microsoft.com/office/drawing/2014/main" id="{098B9A6D-9810-451A-AC50-F6B1BF59B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81">
            <a:extLst xmlns:a="http://schemas.openxmlformats.org/drawingml/2006/main">
              <a:ext uri="{FF2B5EF4-FFF2-40B4-BE49-F238E27FC236}">
                <a16:creationId xmlns:a16="http://schemas.microsoft.com/office/drawing/2014/main" id="{EDED7AE0-2D5F-4B2E-AEF0-3DD57F1E2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182">
            <a:extLst xmlns:a="http://schemas.openxmlformats.org/drawingml/2006/main">
              <a:ext uri="{FF2B5EF4-FFF2-40B4-BE49-F238E27FC236}">
                <a16:creationId xmlns:a16="http://schemas.microsoft.com/office/drawing/2014/main" id="{4018C64F-69BA-4E10-9D6D-1772FFA3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83">
            <a:extLst xmlns:a="http://schemas.openxmlformats.org/drawingml/2006/main">
              <a:ext uri="{FF2B5EF4-FFF2-40B4-BE49-F238E27FC236}">
                <a16:creationId xmlns:a16="http://schemas.microsoft.com/office/drawing/2014/main" id="{342637E0-6CA8-4D1D-896E-412D0262C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84">
            <a:extLst xmlns:a="http://schemas.openxmlformats.org/drawingml/2006/main">
              <a:ext uri="{FF2B5EF4-FFF2-40B4-BE49-F238E27FC236}">
                <a16:creationId xmlns:a16="http://schemas.microsoft.com/office/drawing/2014/main" id="{51E2433C-17C4-4989-A7D5-B423D537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人來驗證</a:t>
            </a:r>
          </a:p>
        </p:txBody>
      </p:sp>
      <p:sp>
        <p:nvSpPr>
          <p:cNvPr id="28" name="text-185">
            <a:extLst xmlns:a="http://schemas.openxmlformats.org/drawingml/2006/main">
              <a:ext uri="{FF2B5EF4-FFF2-40B4-BE49-F238E27FC236}">
                <a16:creationId xmlns:a16="http://schemas.microsoft.com/office/drawing/2014/main" id="{76A23B56-2C3F-4C3C-8231-35927828D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檢查內容、證據、權限、倫理與實際使用感受</a:t>
            </a:r>
          </a:p>
        </p:txBody>
      </p:sp>
      <p:sp>
        <p:nvSpPr>
          <p:cNvPr id="29" name="text-186">
            <a:extLst xmlns:a="http://schemas.openxmlformats.org/drawingml/2006/main">
              <a:ext uri="{FF2B5EF4-FFF2-40B4-BE49-F238E27FC236}">
                <a16:creationId xmlns:a16="http://schemas.microsoft.com/office/drawing/2014/main" id="{EBE66609-EFFF-49B2-86BD-20424A1E5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87">
            <a:extLst xmlns:a="http://schemas.openxmlformats.org/drawingml/2006/main">
              <a:ext uri="{FF2B5EF4-FFF2-40B4-BE49-F238E27FC236}">
                <a16:creationId xmlns:a16="http://schemas.microsoft.com/office/drawing/2014/main" id="{112C36F4-BD64-4A69-AA37-4500A8AFD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188">
            <a:extLst xmlns:a="http://schemas.openxmlformats.org/drawingml/2006/main">
              <a:ext uri="{FF2B5EF4-FFF2-40B4-BE49-F238E27FC236}">
                <a16:creationId xmlns:a16="http://schemas.microsoft.com/office/drawing/2014/main" id="{D846E2BF-D26E-422D-96FF-A257FA7CE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89">
            <a:extLst xmlns:a="http://schemas.openxmlformats.org/drawingml/2006/main">
              <a:ext uri="{FF2B5EF4-FFF2-40B4-BE49-F238E27FC236}">
                <a16:creationId xmlns:a16="http://schemas.microsoft.com/office/drawing/2014/main" id="{CB64AE87-1A20-40A0-8FF6-1E62878CB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90">
            <a:extLst xmlns:a="http://schemas.openxmlformats.org/drawingml/2006/main">
              <a:ext uri="{FF2B5EF4-FFF2-40B4-BE49-F238E27FC236}">
                <a16:creationId xmlns:a16="http://schemas.microsoft.com/office/drawing/2014/main" id="{88457DF2-86AE-4C92-83EF-A59ED603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把成果帶回生活</a:t>
            </a:r>
          </a:p>
        </p:txBody>
      </p:sp>
      <p:sp>
        <p:nvSpPr>
          <p:cNvPr id="34" name="text-191">
            <a:extLst xmlns:a="http://schemas.openxmlformats.org/drawingml/2006/main">
              <a:ext uri="{FF2B5EF4-FFF2-40B4-BE49-F238E27FC236}">
                <a16:creationId xmlns:a16="http://schemas.microsoft.com/office/drawing/2014/main" id="{56022544-3EC2-4459-91CB-6DC5582A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讓省下的時間回到教學、研究、關係與志向</a:t>
            </a:r>
          </a:p>
        </p:txBody>
      </p:sp>
      <p:sp>
        <p:nvSpPr>
          <p:cNvPr id="35" name="text-192">
            <a:extLst xmlns:a="http://schemas.openxmlformats.org/drawingml/2006/main">
              <a:ext uri="{FF2B5EF4-FFF2-40B4-BE49-F238E27FC236}">
                <a16:creationId xmlns:a16="http://schemas.microsoft.com/office/drawing/2014/main" id="{4A9BA106-5BC9-4C5E-ACE8-4EF2AC835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31982474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193">
            <a:extLst xmlns:a="http://schemas.openxmlformats.org/drawingml/2006/main">
              <a:ext uri="{FF2B5EF4-FFF2-40B4-BE49-F238E27FC236}">
                <a16:creationId xmlns:a16="http://schemas.microsoft.com/office/drawing/2014/main" id="{9428C180-A962-42A5-B837-B512B604B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ASSISTANT TO AGENT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6B8E427-7D06-46C1-B43E-F0DDF5B60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今天的學習弧線</a:t>
            </a:r>
          </a:p>
        </p:txBody>
      </p:sp>
      <p:cxnSp>
        <p:nvCxnSpPr>
          <p:cNvPr id="44" name="shape-19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95">
            <a:extLst xmlns:a="http://schemas.openxmlformats.org/drawingml/2006/main">
              <a:ext uri="{FF2B5EF4-FFF2-40B4-BE49-F238E27FC236}">
                <a16:creationId xmlns:a16="http://schemas.microsoft.com/office/drawing/2014/main" id="{E4FE6800-A707-4945-A275-8D15F651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CD1F914-F89D-4CB4-862A-A85BCED9A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196">
            <a:extLst xmlns:a="http://schemas.openxmlformats.org/drawingml/2006/main">
              <a:ext uri="{FF2B5EF4-FFF2-40B4-BE49-F238E27FC236}">
                <a16:creationId xmlns:a16="http://schemas.microsoft.com/office/drawing/2014/main" id="{FFA260FC-884A-4CAB-A02B-D1046B4E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197">
            <a:extLst xmlns:a="http://schemas.openxmlformats.org/drawingml/2006/main">
              <a:ext uri="{FF2B5EF4-FFF2-40B4-BE49-F238E27FC236}">
                <a16:creationId xmlns:a16="http://schemas.microsoft.com/office/drawing/2014/main" id="{6A3C5D09-58E8-46DC-B6AF-0F71EB86D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98">
            <a:extLst xmlns:a="http://schemas.openxmlformats.org/drawingml/2006/main">
              <a:ext uri="{FF2B5EF4-FFF2-40B4-BE49-F238E27FC236}">
                <a16:creationId xmlns:a16="http://schemas.microsoft.com/office/drawing/2014/main" id="{526EC889-0F60-4254-B846-F45AEDFB4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99">
            <a:extLst xmlns:a="http://schemas.openxmlformats.org/drawingml/2006/main">
              <a:ext uri="{FF2B5EF4-FFF2-40B4-BE49-F238E27FC236}">
                <a16:creationId xmlns:a16="http://schemas.microsoft.com/office/drawing/2014/main" id="{5FDCDBBD-92E3-463C-86B5-F9B28D149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先說清楚</a:t>
            </a:r>
          </a:p>
        </p:txBody>
      </p:sp>
      <p:sp>
        <p:nvSpPr>
          <p:cNvPr id="10" name="text-200">
            <a:extLst xmlns:a="http://schemas.openxmlformats.org/drawingml/2006/main">
              <a:ext uri="{FF2B5EF4-FFF2-40B4-BE49-F238E27FC236}">
                <a16:creationId xmlns:a16="http://schemas.microsoft.com/office/drawing/2014/main" id="{A1EA20C5-D7EF-4C5D-9F66-9C7C8287C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Typeless 把口語想法整理成可用文字</a:t>
            </a:r>
          </a:p>
        </p:txBody>
      </p:sp>
      <p:sp>
        <p:nvSpPr>
          <p:cNvPr id="11" name="text-201">
            <a:extLst xmlns:a="http://schemas.openxmlformats.org/drawingml/2006/main">
              <a:ext uri="{FF2B5EF4-FFF2-40B4-BE49-F238E27FC236}">
                <a16:creationId xmlns:a16="http://schemas.microsoft.com/office/drawing/2014/main" id="{340262E9-52E0-4BA2-A10D-81C5E7C94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202">
            <a:extLst xmlns:a="http://schemas.openxmlformats.org/drawingml/2006/main">
              <a:ext uri="{FF2B5EF4-FFF2-40B4-BE49-F238E27FC236}">
                <a16:creationId xmlns:a16="http://schemas.microsoft.com/office/drawing/2014/main" id="{135B7FEB-ACD0-4420-9488-BC6FE4055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203">
            <a:extLst xmlns:a="http://schemas.openxmlformats.org/drawingml/2006/main">
              <a:ext uri="{FF2B5EF4-FFF2-40B4-BE49-F238E27FC236}">
                <a16:creationId xmlns:a16="http://schemas.microsoft.com/office/drawing/2014/main" id="{F54CD92B-41F7-4EED-86B2-B644663D5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204">
            <a:extLst xmlns:a="http://schemas.openxmlformats.org/drawingml/2006/main">
              <a:ext uri="{FF2B5EF4-FFF2-40B4-BE49-F238E27FC236}">
                <a16:creationId xmlns:a16="http://schemas.microsoft.com/office/drawing/2014/main" id="{57F46E60-4B7D-4FEF-B68A-F7E7BF90B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05">
            <a:extLst xmlns:a="http://schemas.openxmlformats.org/drawingml/2006/main">
              <a:ext uri="{FF2B5EF4-FFF2-40B4-BE49-F238E27FC236}">
                <a16:creationId xmlns:a16="http://schemas.microsoft.com/office/drawing/2014/main" id="{8E39194D-5E91-4E62-81CE-7810F57FE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有根據</a:t>
            </a:r>
          </a:p>
        </p:txBody>
      </p:sp>
      <p:sp>
        <p:nvSpPr>
          <p:cNvPr id="16" name="text-206">
            <a:extLst xmlns:a="http://schemas.openxmlformats.org/drawingml/2006/main">
              <a:ext uri="{FF2B5EF4-FFF2-40B4-BE49-F238E27FC236}">
                <a16:creationId xmlns:a16="http://schemas.microsoft.com/office/drawing/2014/main" id="{B67A5845-9E75-4F81-8A19-CA70DE1E6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Gemini Notebook 整理可信來源</a:t>
            </a:r>
          </a:p>
        </p:txBody>
      </p:sp>
      <p:sp>
        <p:nvSpPr>
          <p:cNvPr id="17" name="text-207">
            <a:extLst xmlns:a="http://schemas.openxmlformats.org/drawingml/2006/main">
              <a:ext uri="{FF2B5EF4-FFF2-40B4-BE49-F238E27FC236}">
                <a16:creationId xmlns:a16="http://schemas.microsoft.com/office/drawing/2014/main" id="{B1CC3E05-BEC7-4774-887A-9EF76F01D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08">
            <a:extLst xmlns:a="http://schemas.openxmlformats.org/drawingml/2006/main">
              <a:ext uri="{FF2B5EF4-FFF2-40B4-BE49-F238E27FC236}">
                <a16:creationId xmlns:a16="http://schemas.microsoft.com/office/drawing/2014/main" id="{E2F8C3FD-C595-492B-96F7-975032B13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209">
            <a:extLst xmlns:a="http://schemas.openxmlformats.org/drawingml/2006/main">
              <a:ext uri="{FF2B5EF4-FFF2-40B4-BE49-F238E27FC236}">
                <a16:creationId xmlns:a16="http://schemas.microsoft.com/office/drawing/2014/main" id="{62637337-5171-4B8F-B88A-485FF78F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10">
            <a:extLst xmlns:a="http://schemas.openxmlformats.org/drawingml/2006/main">
              <a:ext uri="{FF2B5EF4-FFF2-40B4-BE49-F238E27FC236}">
                <a16:creationId xmlns:a16="http://schemas.microsoft.com/office/drawing/2014/main" id="{438E3F02-6BE8-47AB-B61C-0770B425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11">
            <a:extLst xmlns:a="http://schemas.openxmlformats.org/drawingml/2006/main">
              <a:ext uri="{FF2B5EF4-FFF2-40B4-BE49-F238E27FC236}">
                <a16:creationId xmlns:a16="http://schemas.microsoft.com/office/drawing/2014/main" id="{4EF59C7F-5745-4A3C-8498-5FFEB1E40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有角色</a:t>
            </a:r>
          </a:p>
        </p:txBody>
      </p:sp>
      <p:sp>
        <p:nvSpPr>
          <p:cNvPr id="22" name="text-212">
            <a:extLst xmlns:a="http://schemas.openxmlformats.org/drawingml/2006/main">
              <a:ext uri="{FF2B5EF4-FFF2-40B4-BE49-F238E27FC236}">
                <a16:creationId xmlns:a16="http://schemas.microsoft.com/office/drawing/2014/main" id="{C03266B7-84B6-4D3B-9BB0-A7D4EA965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 固定教學方法與回覆格式</a:t>
            </a:r>
          </a:p>
        </p:txBody>
      </p:sp>
      <p:sp>
        <p:nvSpPr>
          <p:cNvPr id="23" name="text-213">
            <a:extLst xmlns:a="http://schemas.openxmlformats.org/drawingml/2006/main">
              <a:ext uri="{FF2B5EF4-FFF2-40B4-BE49-F238E27FC236}">
                <a16:creationId xmlns:a16="http://schemas.microsoft.com/office/drawing/2014/main" id="{5FC00AB6-2E61-48B1-B2DF-4DD389EDA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14">
            <a:extLst xmlns:a="http://schemas.openxmlformats.org/drawingml/2006/main">
              <a:ext uri="{FF2B5EF4-FFF2-40B4-BE49-F238E27FC236}">
                <a16:creationId xmlns:a16="http://schemas.microsoft.com/office/drawing/2014/main" id="{A38E4593-ED2D-4399-9291-501CF0818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215">
            <a:extLst xmlns:a="http://schemas.openxmlformats.org/drawingml/2006/main">
              <a:ext uri="{FF2B5EF4-FFF2-40B4-BE49-F238E27FC236}">
                <a16:creationId xmlns:a16="http://schemas.microsoft.com/office/drawing/2014/main" id="{CE7FF6EC-FF5C-4B01-B0B4-959458D97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216">
            <a:extLst xmlns:a="http://schemas.openxmlformats.org/drawingml/2006/main">
              <a:ext uri="{FF2B5EF4-FFF2-40B4-BE49-F238E27FC236}">
                <a16:creationId xmlns:a16="http://schemas.microsoft.com/office/drawing/2014/main" id="{6F9B5624-A6B8-4DE3-BA6E-E6C1C31E3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217">
            <a:extLst xmlns:a="http://schemas.openxmlformats.org/drawingml/2006/main">
              <a:ext uri="{FF2B5EF4-FFF2-40B4-BE49-F238E27FC236}">
                <a16:creationId xmlns:a16="http://schemas.microsoft.com/office/drawing/2014/main" id="{CC0E16E9-8E95-41F1-8553-7D5DC7A3C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有作品</a:t>
            </a:r>
          </a:p>
        </p:txBody>
      </p:sp>
      <p:sp>
        <p:nvSpPr>
          <p:cNvPr id="28" name="text-218">
            <a:extLst xmlns:a="http://schemas.openxmlformats.org/drawingml/2006/main">
              <a:ext uri="{FF2B5EF4-FFF2-40B4-BE49-F238E27FC236}">
                <a16:creationId xmlns:a16="http://schemas.microsoft.com/office/drawing/2014/main" id="{20FE5DDF-4639-414D-9A3B-F12260C2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Canvas 做出互動教學原型</a:t>
            </a:r>
          </a:p>
        </p:txBody>
      </p:sp>
      <p:sp>
        <p:nvSpPr>
          <p:cNvPr id="29" name="text-219">
            <a:extLst xmlns:a="http://schemas.openxmlformats.org/drawingml/2006/main">
              <a:ext uri="{FF2B5EF4-FFF2-40B4-BE49-F238E27FC236}">
                <a16:creationId xmlns:a16="http://schemas.microsoft.com/office/drawing/2014/main" id="{0A23A1C3-81D3-4669-BB15-2A4B124AA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220">
            <a:extLst xmlns:a="http://schemas.openxmlformats.org/drawingml/2006/main">
              <a:ext uri="{FF2B5EF4-FFF2-40B4-BE49-F238E27FC236}">
                <a16:creationId xmlns:a16="http://schemas.microsoft.com/office/drawing/2014/main" id="{944AE1D6-0076-4AC7-B733-A2B456A3B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221">
            <a:extLst xmlns:a="http://schemas.openxmlformats.org/drawingml/2006/main">
              <a:ext uri="{FF2B5EF4-FFF2-40B4-BE49-F238E27FC236}">
                <a16:creationId xmlns:a16="http://schemas.microsoft.com/office/drawing/2014/main" id="{9D96C795-ADE2-40AC-8748-EF2FD7AF2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222">
            <a:extLst xmlns:a="http://schemas.openxmlformats.org/drawingml/2006/main">
              <a:ext uri="{FF2B5EF4-FFF2-40B4-BE49-F238E27FC236}">
                <a16:creationId xmlns:a16="http://schemas.microsoft.com/office/drawing/2014/main" id="{791E8C1C-7DCE-49EF-84AF-B3DE257E1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223">
            <a:extLst xmlns:a="http://schemas.openxmlformats.org/drawingml/2006/main">
              <a:ext uri="{FF2B5EF4-FFF2-40B4-BE49-F238E27FC236}">
                <a16:creationId xmlns:a16="http://schemas.microsoft.com/office/drawing/2014/main" id="{B15208FB-6C69-4C94-9C57-617AC70D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能分享</a:t>
            </a:r>
          </a:p>
        </p:txBody>
      </p:sp>
      <p:sp>
        <p:nvSpPr>
          <p:cNvPr id="34" name="text-224">
            <a:extLst xmlns:a="http://schemas.openxmlformats.org/drawingml/2006/main">
              <a:ext uri="{FF2B5EF4-FFF2-40B4-BE49-F238E27FC236}">
                <a16:creationId xmlns:a16="http://schemas.microsoft.com/office/drawing/2014/main" id="{4478E6A0-44F3-4F78-82BF-6A4CD532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Sites 或 Pages 發布成果</a:t>
            </a:r>
          </a:p>
        </p:txBody>
      </p:sp>
      <p:sp>
        <p:nvSpPr>
          <p:cNvPr id="35" name="text-225">
            <a:extLst xmlns:a="http://schemas.openxmlformats.org/drawingml/2006/main">
              <a:ext uri="{FF2B5EF4-FFF2-40B4-BE49-F238E27FC236}">
                <a16:creationId xmlns:a16="http://schemas.microsoft.com/office/drawing/2014/main" id="{8D346DA5-D7FD-4BFF-9BA8-B89CA48C3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954">
            <a:extLst xmlns:a="http://schemas.openxmlformats.org/drawingml/2006/main">
              <a:ext uri="{FF2B5EF4-FFF2-40B4-BE49-F238E27FC236}">
                <a16:creationId xmlns:a16="http://schemas.microsoft.com/office/drawing/2014/main" id="{7F7B8E09-67B8-47B1-84D2-600FD027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324094ded8a4bef"/>
              </a:rPr>
              <a:t>Typeless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3a67cec74f94405"/>
              </a:rPr>
              <a:t>Gemini Notebook ↗</a:t>
            </a:r>
          </a:p>
        </p:txBody>
      </p:sp>
      <p:sp>
        <p:nvSpPr>
          <p:cNvPr id="37" name="shape-984">
            <a:extLst xmlns:a="http://schemas.openxmlformats.org/drawingml/2006/main">
              <a:ext uri="{FF2B5EF4-FFF2-40B4-BE49-F238E27FC236}">
                <a16:creationId xmlns:a16="http://schemas.microsoft.com/office/drawing/2014/main" id="{374C6B93-7342-4E10-93BE-DC17FC0B1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4a5236bbe745f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985">
            <a:extLst xmlns:a="http://schemas.openxmlformats.org/drawingml/2006/main">
              <a:ext uri="{FF2B5EF4-FFF2-40B4-BE49-F238E27FC236}">
                <a16:creationId xmlns:a16="http://schemas.microsoft.com/office/drawing/2014/main" id="{E2910CAA-1530-4D81-B29B-B0AB1B3F6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8331d75ff24c37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986">
            <a:extLst xmlns:a="http://schemas.openxmlformats.org/drawingml/2006/main">
              <a:ext uri="{FF2B5EF4-FFF2-40B4-BE49-F238E27FC236}">
                <a16:creationId xmlns:a16="http://schemas.microsoft.com/office/drawing/2014/main" id="{5D063375-D8CF-490F-9C58-F0911B592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1589040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226">
            <a:extLst xmlns:a="http://schemas.openxmlformats.org/drawingml/2006/main">
              <a:ext uri="{FF2B5EF4-FFF2-40B4-BE49-F238E27FC236}">
                <a16:creationId xmlns:a16="http://schemas.microsoft.com/office/drawing/2014/main" id="{AFEA3120-D9AF-46FD-8B1E-058C1D84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A203BD6-1F46-411E-9E68-4AB2E6979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 180 分鐘：每一段都有作品</a:t>
            </a:r>
          </a:p>
        </p:txBody>
      </p:sp>
      <p:cxnSp>
        <p:nvCxnSpPr>
          <p:cNvPr id="37" name="shape-22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28">
            <a:extLst xmlns:a="http://schemas.openxmlformats.org/drawingml/2006/main">
              <a:ext uri="{FF2B5EF4-FFF2-40B4-BE49-F238E27FC236}">
                <a16:creationId xmlns:a16="http://schemas.microsoft.com/office/drawing/2014/main" id="{3BD7FD6A-1DFA-4BE2-892A-06DB5C21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3076520-88C7-4F0C-9246-5066E69A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229">
            <a:extLst xmlns:a="http://schemas.openxmlformats.org/drawingml/2006/main">
              <a:ext uri="{FF2B5EF4-FFF2-40B4-BE49-F238E27FC236}">
                <a16:creationId xmlns:a16="http://schemas.microsoft.com/office/drawing/2014/main" id="{A660023D-AE73-44B0-BFF0-080A3B07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24200"/>
            <a:ext cx="105918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3D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shape-230">
            <a:extLst xmlns:a="http://schemas.openxmlformats.org/drawingml/2006/main">
              <a:ext uri="{FF2B5EF4-FFF2-40B4-BE49-F238E27FC236}">
                <a16:creationId xmlns:a16="http://schemas.microsoft.com/office/drawing/2014/main" id="{E10C74E1-30BB-4897-80CC-7B0F60452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31">
            <a:extLst xmlns:a="http://schemas.openxmlformats.org/drawingml/2006/main">
              <a:ext uri="{FF2B5EF4-FFF2-40B4-BE49-F238E27FC236}">
                <a16:creationId xmlns:a16="http://schemas.microsoft.com/office/drawing/2014/main" id="{C197E239-4A18-46EB-9628-E7C5ECD61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00–10</a:t>
            </a:r>
          </a:p>
        </p:txBody>
      </p:sp>
      <p:sp>
        <p:nvSpPr>
          <p:cNvPr id="9" name="text-232">
            <a:extLst xmlns:a="http://schemas.openxmlformats.org/drawingml/2006/main">
              <a:ext uri="{FF2B5EF4-FFF2-40B4-BE49-F238E27FC236}">
                <a16:creationId xmlns:a16="http://schemas.microsoft.com/office/drawing/2014/main" id="{BCC94479-0852-47DD-A0CD-7AE92626E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定題</a:t>
            </a:r>
          </a:p>
        </p:txBody>
      </p:sp>
      <p:sp>
        <p:nvSpPr>
          <p:cNvPr id="10" name="text-233">
            <a:extLst xmlns:a="http://schemas.openxmlformats.org/drawingml/2006/main">
              <a:ext uri="{FF2B5EF4-FFF2-40B4-BE49-F238E27FC236}">
                <a16:creationId xmlns:a16="http://schemas.microsoft.com/office/drawing/2014/main" id="{A371D1E7-D779-4C81-9D42-6DE0ABBAF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選一門課／一個問題</a:t>
            </a:r>
          </a:p>
        </p:txBody>
      </p:sp>
      <p:sp>
        <p:nvSpPr>
          <p:cNvPr id="11" name="shape-234">
            <a:extLst xmlns:a="http://schemas.openxmlformats.org/drawingml/2006/main">
              <a:ext uri="{FF2B5EF4-FFF2-40B4-BE49-F238E27FC236}">
                <a16:creationId xmlns:a16="http://schemas.microsoft.com/office/drawing/2014/main" id="{7A1D6C21-FEC4-458C-AB97-7BD71DE8B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8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235">
            <a:extLst xmlns:a="http://schemas.openxmlformats.org/drawingml/2006/main">
              <a:ext uri="{FF2B5EF4-FFF2-40B4-BE49-F238E27FC236}">
                <a16:creationId xmlns:a16="http://schemas.microsoft.com/office/drawing/2014/main" id="{60FA13C8-EB4D-4DF7-9F1E-3EAFD0866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5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10–25</a:t>
            </a:r>
          </a:p>
        </p:txBody>
      </p:sp>
      <p:sp>
        <p:nvSpPr>
          <p:cNvPr id="13" name="text-236">
            <a:extLst xmlns:a="http://schemas.openxmlformats.org/drawingml/2006/main">
              <a:ext uri="{FF2B5EF4-FFF2-40B4-BE49-F238E27FC236}">
                <a16:creationId xmlns:a16="http://schemas.microsoft.com/office/drawing/2014/main" id="{F1B05118-84EE-4533-A9D7-741AD1C92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sp>
        <p:nvSpPr>
          <p:cNvPr id="14" name="text-237">
            <a:extLst xmlns:a="http://schemas.openxmlformats.org/drawingml/2006/main">
              <a:ext uri="{FF2B5EF4-FFF2-40B4-BE49-F238E27FC236}">
                <a16:creationId xmlns:a16="http://schemas.microsoft.com/office/drawing/2014/main" id="{BA3E1C26-2064-42D2-AE4B-BE997B8C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7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語音輸入與整理</a:t>
            </a:r>
          </a:p>
        </p:txBody>
      </p:sp>
      <p:sp>
        <p:nvSpPr>
          <p:cNvPr id="15" name="shape-238">
            <a:extLst xmlns:a="http://schemas.openxmlformats.org/drawingml/2006/main">
              <a:ext uri="{FF2B5EF4-FFF2-40B4-BE49-F238E27FC236}">
                <a16:creationId xmlns:a16="http://schemas.microsoft.com/office/drawing/2014/main" id="{151F6D4C-81C1-4374-8378-09E01BA9F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735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239">
            <a:extLst xmlns:a="http://schemas.openxmlformats.org/drawingml/2006/main">
              <a:ext uri="{FF2B5EF4-FFF2-40B4-BE49-F238E27FC236}">
                <a16:creationId xmlns:a16="http://schemas.microsoft.com/office/drawing/2014/main" id="{1A8B072E-6A75-4BE6-9D19-527FAA283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11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25–65</a:t>
            </a:r>
          </a:p>
        </p:txBody>
      </p:sp>
      <p:sp>
        <p:nvSpPr>
          <p:cNvPr id="17" name="text-240">
            <a:extLst xmlns:a="http://schemas.openxmlformats.org/drawingml/2006/main">
              <a:ext uri="{FF2B5EF4-FFF2-40B4-BE49-F238E27FC236}">
                <a16:creationId xmlns:a16="http://schemas.microsoft.com/office/drawing/2014/main" id="{BC0A0097-B473-4DB6-A6D8-A406383F0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8" name="text-241">
            <a:extLst xmlns:a="http://schemas.openxmlformats.org/drawingml/2006/main">
              <a:ext uri="{FF2B5EF4-FFF2-40B4-BE49-F238E27FC236}">
                <a16:creationId xmlns:a16="http://schemas.microsoft.com/office/drawing/2014/main" id="{0C32F658-8341-4312-A1AE-8ABA52DA5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5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來源與引用</a:t>
            </a:r>
          </a:p>
        </p:txBody>
      </p:sp>
      <p:sp>
        <p:nvSpPr>
          <p:cNvPr id="19" name="shape-242">
            <a:extLst xmlns:a="http://schemas.openxmlformats.org/drawingml/2006/main">
              <a:ext uri="{FF2B5EF4-FFF2-40B4-BE49-F238E27FC236}">
                <a16:creationId xmlns:a16="http://schemas.microsoft.com/office/drawing/2014/main" id="{0949741F-9155-41CA-99A6-E202CC4E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43">
            <a:extLst xmlns:a="http://schemas.openxmlformats.org/drawingml/2006/main">
              <a:ext uri="{FF2B5EF4-FFF2-40B4-BE49-F238E27FC236}">
                <a16:creationId xmlns:a16="http://schemas.microsoft.com/office/drawing/2014/main" id="{5262CE96-8FA2-43D9-B202-C1A471BE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65–90</a:t>
            </a:r>
          </a:p>
        </p:txBody>
      </p:sp>
      <p:sp>
        <p:nvSpPr>
          <p:cNvPr id="21" name="text-244">
            <a:extLst xmlns:a="http://schemas.openxmlformats.org/drawingml/2006/main">
              <a:ext uri="{FF2B5EF4-FFF2-40B4-BE49-F238E27FC236}">
                <a16:creationId xmlns:a16="http://schemas.microsoft.com/office/drawing/2014/main" id="{44FBD01B-E620-43B0-BEC5-4D1F8EFAA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245">
            <a:extLst xmlns:a="http://schemas.openxmlformats.org/drawingml/2006/main">
              <a:ext uri="{FF2B5EF4-FFF2-40B4-BE49-F238E27FC236}">
                <a16:creationId xmlns:a16="http://schemas.microsoft.com/office/drawing/2014/main" id="{5B2AF6C6-4D92-4DB0-A49D-BC6693690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專屬助理</a:t>
            </a:r>
          </a:p>
        </p:txBody>
      </p:sp>
      <p:sp>
        <p:nvSpPr>
          <p:cNvPr id="23" name="shape-246">
            <a:extLst xmlns:a="http://schemas.openxmlformats.org/drawingml/2006/main">
              <a:ext uri="{FF2B5EF4-FFF2-40B4-BE49-F238E27FC236}">
                <a16:creationId xmlns:a16="http://schemas.microsoft.com/office/drawing/2014/main" id="{DCA49E70-840F-41E3-92C5-761E58207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41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247">
            <a:extLst xmlns:a="http://schemas.openxmlformats.org/drawingml/2006/main">
              <a:ext uri="{FF2B5EF4-FFF2-40B4-BE49-F238E27FC236}">
                <a16:creationId xmlns:a16="http://schemas.microsoft.com/office/drawing/2014/main" id="{F50EBA8E-BC5C-480B-AE20-E5F2F9CC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17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90–100</a:t>
            </a:r>
          </a:p>
        </p:txBody>
      </p:sp>
      <p:sp>
        <p:nvSpPr>
          <p:cNvPr id="25" name="text-248">
            <a:extLst xmlns:a="http://schemas.openxmlformats.org/drawingml/2006/main">
              <a:ext uri="{FF2B5EF4-FFF2-40B4-BE49-F238E27FC236}">
                <a16:creationId xmlns:a16="http://schemas.microsoft.com/office/drawing/2014/main" id="{10894507-C235-443E-84FC-6A37C28A5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6" name="text-249">
            <a:extLst xmlns:a="http://schemas.openxmlformats.org/drawingml/2006/main">
              <a:ext uri="{FF2B5EF4-FFF2-40B4-BE49-F238E27FC236}">
                <a16:creationId xmlns:a16="http://schemas.microsoft.com/office/drawing/2014/main" id="{625E2CD6-A039-4FED-A911-CA3619881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3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帳號與檔案整理</a:t>
            </a:r>
          </a:p>
        </p:txBody>
      </p:sp>
      <p:sp>
        <p:nvSpPr>
          <p:cNvPr id="27" name="shape-250">
            <a:extLst xmlns:a="http://schemas.openxmlformats.org/drawingml/2006/main">
              <a:ext uri="{FF2B5EF4-FFF2-40B4-BE49-F238E27FC236}">
                <a16:creationId xmlns:a16="http://schemas.microsoft.com/office/drawing/2014/main" id="{2346B714-F0D4-465D-8A06-B5613E45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94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251">
            <a:extLst xmlns:a="http://schemas.openxmlformats.org/drawingml/2006/main">
              <a:ext uri="{FF2B5EF4-FFF2-40B4-BE49-F238E27FC236}">
                <a16:creationId xmlns:a16="http://schemas.microsoft.com/office/drawing/2014/main" id="{FD7BC6CA-6C04-4E34-98B5-C23461CD8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100–140</a:t>
            </a:r>
          </a:p>
        </p:txBody>
      </p:sp>
      <p:sp>
        <p:nvSpPr>
          <p:cNvPr id="29" name="text-252">
            <a:extLst xmlns:a="http://schemas.openxmlformats.org/drawingml/2006/main">
              <a:ext uri="{FF2B5EF4-FFF2-40B4-BE49-F238E27FC236}">
                <a16:creationId xmlns:a16="http://schemas.microsoft.com/office/drawing/2014/main" id="{17F8C3D1-DDC3-4E26-ADF1-984A7294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84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30" name="text-253">
            <a:extLst xmlns:a="http://schemas.openxmlformats.org/drawingml/2006/main">
              <a:ext uri="{FF2B5EF4-FFF2-40B4-BE49-F238E27FC236}">
                <a16:creationId xmlns:a16="http://schemas.microsoft.com/office/drawing/2014/main" id="{D594D256-1EAD-4E73-BF9B-1D578D8D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84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互動原型</a:t>
            </a:r>
          </a:p>
        </p:txBody>
      </p:sp>
      <p:sp>
        <p:nvSpPr>
          <p:cNvPr id="31" name="shape-254">
            <a:extLst xmlns:a="http://schemas.openxmlformats.org/drawingml/2006/main">
              <a:ext uri="{FF2B5EF4-FFF2-40B4-BE49-F238E27FC236}">
                <a16:creationId xmlns:a16="http://schemas.microsoft.com/office/drawing/2014/main" id="{BFEDC659-C517-424F-AE63-1C2D96AE9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255">
            <a:extLst xmlns:a="http://schemas.openxmlformats.org/drawingml/2006/main">
              <a:ext uri="{FF2B5EF4-FFF2-40B4-BE49-F238E27FC236}">
                <a16:creationId xmlns:a16="http://schemas.microsoft.com/office/drawing/2014/main" id="{69603716-6232-450A-93D9-CF2E7166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140–180</a:t>
            </a:r>
          </a:p>
        </p:txBody>
      </p:sp>
      <p:sp>
        <p:nvSpPr>
          <p:cNvPr id="33" name="text-256">
            <a:extLst xmlns:a="http://schemas.openxmlformats.org/drawingml/2006/main">
              <a:ext uri="{FF2B5EF4-FFF2-40B4-BE49-F238E27FC236}">
                <a16:creationId xmlns:a16="http://schemas.microsoft.com/office/drawing/2014/main" id="{240D22BB-0843-4B45-8C3B-47D5A5253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部署分享</a:t>
            </a:r>
          </a:p>
        </p:txBody>
      </p:sp>
      <p:sp>
        <p:nvSpPr>
          <p:cNvPr id="34" name="text-257">
            <a:extLst xmlns:a="http://schemas.openxmlformats.org/drawingml/2006/main">
              <a:ext uri="{FF2B5EF4-FFF2-40B4-BE49-F238E27FC236}">
                <a16:creationId xmlns:a16="http://schemas.microsoft.com/office/drawing/2014/main" id="{0076B897-0E3C-4C73-AF66-7E9AE47BF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537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公開與回饋</a:t>
            </a:r>
          </a:p>
        </p:txBody>
      </p:sp>
    </p:spTree>
    <p:extLst>
      <p:ext uri="{BB962C8B-B14F-4D97-AF65-F5344CB8AC3E}">
        <p14:creationId xmlns:p14="http://schemas.microsoft.com/office/powerpoint/2010/main" val="163149102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58">
            <a:extLst xmlns:a="http://schemas.openxmlformats.org/drawingml/2006/main">
              <a:ext uri="{FF2B5EF4-FFF2-40B4-BE49-F238E27FC236}">
                <a16:creationId xmlns:a16="http://schemas.microsoft.com/office/drawing/2014/main" id="{F225DFE3-4FB6-4787-8B8B-24269A471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FB41D4A-E256-4EF5-9B16-5E380704C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今天離開教室前，你會有四項成果</a:t>
            </a:r>
          </a:p>
        </p:txBody>
      </p:sp>
      <p:cxnSp>
        <p:nvCxnSpPr>
          <p:cNvPr id="24" name="shape-2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60">
            <a:extLst xmlns:a="http://schemas.openxmlformats.org/drawingml/2006/main">
              <a:ext uri="{FF2B5EF4-FFF2-40B4-BE49-F238E27FC236}">
                <a16:creationId xmlns:a16="http://schemas.microsoft.com/office/drawing/2014/main" id="{F60A8CD0-3C2D-4406-8AD7-B6F848B99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3A9B2B3-4BDB-43B9-86B2-7DABE3F3D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261">
            <a:extLst xmlns:a="http://schemas.openxmlformats.org/drawingml/2006/main">
              <a:ext uri="{FF2B5EF4-FFF2-40B4-BE49-F238E27FC236}">
                <a16:creationId xmlns:a16="http://schemas.microsoft.com/office/drawing/2014/main" id="{C95DF61A-9A61-4120-9A00-D76BDBEA8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62">
            <a:extLst xmlns:a="http://schemas.openxmlformats.org/drawingml/2006/main">
              <a:ext uri="{FF2B5EF4-FFF2-40B4-BE49-F238E27FC236}">
                <a16:creationId xmlns:a16="http://schemas.microsoft.com/office/drawing/2014/main" id="{7CBB962A-F9AD-46F0-9B32-F0543DBF1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63">
            <a:extLst xmlns:a="http://schemas.openxmlformats.org/drawingml/2006/main">
              <a:ext uri="{FF2B5EF4-FFF2-40B4-BE49-F238E27FC236}">
                <a16:creationId xmlns:a16="http://schemas.microsoft.com/office/drawing/2014/main" id="{8D445279-9643-4973-AD3B-5A9674966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9" name="text-264">
            <a:extLst xmlns:a="http://schemas.openxmlformats.org/drawingml/2006/main">
              <a:ext uri="{FF2B5EF4-FFF2-40B4-BE49-F238E27FC236}">
                <a16:creationId xmlns:a16="http://schemas.microsoft.com/office/drawing/2014/main" id="{012685ED-7635-4214-92A4-C697AEE0A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 3 份教學或研究來源、3 個有引用的問題、1 個可用輸出。</a:t>
            </a:r>
          </a:p>
        </p:txBody>
      </p:sp>
      <p:sp>
        <p:nvSpPr>
          <p:cNvPr id="10" name="shape-265">
            <a:extLst xmlns:a="http://schemas.openxmlformats.org/drawingml/2006/main">
              <a:ext uri="{FF2B5EF4-FFF2-40B4-BE49-F238E27FC236}">
                <a16:creationId xmlns:a16="http://schemas.microsoft.com/office/drawing/2014/main" id="{8A3CAD16-4FEC-4362-A8AF-8C58E118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66">
            <a:extLst xmlns:a="http://schemas.openxmlformats.org/drawingml/2006/main">
              <a:ext uri="{FF2B5EF4-FFF2-40B4-BE49-F238E27FC236}">
                <a16:creationId xmlns:a16="http://schemas.microsoft.com/office/drawing/2014/main" id="{A8881A46-7B44-4D16-91A8-F4A58AED9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67">
            <a:extLst xmlns:a="http://schemas.openxmlformats.org/drawingml/2006/main">
              <a:ext uri="{FF2B5EF4-FFF2-40B4-BE49-F238E27FC236}">
                <a16:creationId xmlns:a16="http://schemas.microsoft.com/office/drawing/2014/main" id="{EDD846B4-B678-4BF0-B2F4-56702BF14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3" name="text-268">
            <a:extLst xmlns:a="http://schemas.openxmlformats.org/drawingml/2006/main">
              <a:ext uri="{FF2B5EF4-FFF2-40B4-BE49-F238E27FC236}">
                <a16:creationId xmlns:a16="http://schemas.microsoft.com/office/drawing/2014/main" id="{3A3B26D5-2D66-4543-BFCD-E93E6451A3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明確角色、任務、背景與格式，並完成反例測試。</a:t>
            </a:r>
          </a:p>
        </p:txBody>
      </p:sp>
      <p:sp>
        <p:nvSpPr>
          <p:cNvPr id="14" name="shape-269">
            <a:extLst xmlns:a="http://schemas.openxmlformats.org/drawingml/2006/main">
              <a:ext uri="{FF2B5EF4-FFF2-40B4-BE49-F238E27FC236}">
                <a16:creationId xmlns:a16="http://schemas.microsoft.com/office/drawing/2014/main" id="{D0609484-C30A-48E4-9E9F-9C74F6C5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70">
            <a:extLst xmlns:a="http://schemas.openxmlformats.org/drawingml/2006/main">
              <a:ext uri="{FF2B5EF4-FFF2-40B4-BE49-F238E27FC236}">
                <a16:creationId xmlns:a16="http://schemas.microsoft.com/office/drawing/2014/main" id="{7E8462D5-8B67-4A33-B521-4457287F0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271">
            <a:extLst xmlns:a="http://schemas.openxmlformats.org/drawingml/2006/main">
              <a:ext uri="{FF2B5EF4-FFF2-40B4-BE49-F238E27FC236}">
                <a16:creationId xmlns:a16="http://schemas.microsoft.com/office/drawing/2014/main" id="{A0919C28-AABE-47D1-8122-EB1B4C07C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</a:t>
            </a:r>
          </a:p>
        </p:txBody>
      </p:sp>
      <p:sp>
        <p:nvSpPr>
          <p:cNvPr id="17" name="text-272">
            <a:extLst xmlns:a="http://schemas.openxmlformats.org/drawingml/2006/main">
              <a:ext uri="{FF2B5EF4-FFF2-40B4-BE49-F238E27FC236}">
                <a16:creationId xmlns:a16="http://schemas.microsoft.com/office/drawing/2014/main" id="{B7D68567-3DC8-4D24-AE97-AB85825E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一個可操作的課程活動、評量或學習支架。</a:t>
            </a:r>
          </a:p>
        </p:txBody>
      </p:sp>
      <p:sp>
        <p:nvSpPr>
          <p:cNvPr id="18" name="shape-273">
            <a:extLst xmlns:a="http://schemas.openxmlformats.org/drawingml/2006/main">
              <a:ext uri="{FF2B5EF4-FFF2-40B4-BE49-F238E27FC236}">
                <a16:creationId xmlns:a16="http://schemas.microsoft.com/office/drawing/2014/main" id="{45031A53-112A-42F9-9631-CA2AD482F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274">
            <a:extLst xmlns:a="http://schemas.openxmlformats.org/drawingml/2006/main">
              <a:ext uri="{FF2B5EF4-FFF2-40B4-BE49-F238E27FC236}">
                <a16:creationId xmlns:a16="http://schemas.microsoft.com/office/drawing/2014/main" id="{7FA6395A-E0D8-45ED-A2E0-5FD7D4341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275">
            <a:extLst xmlns:a="http://schemas.openxmlformats.org/drawingml/2006/main">
              <a:ext uri="{FF2B5EF4-FFF2-40B4-BE49-F238E27FC236}">
                <a16:creationId xmlns:a16="http://schemas.microsoft.com/office/drawing/2014/main" id="{A481F837-6F87-460E-B7B5-B1710679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分享方式</a:t>
            </a:r>
          </a:p>
        </p:txBody>
      </p:sp>
      <p:sp>
        <p:nvSpPr>
          <p:cNvPr id="21" name="text-276">
            <a:extLst xmlns:a="http://schemas.openxmlformats.org/drawingml/2006/main">
              <a:ext uri="{FF2B5EF4-FFF2-40B4-BE49-F238E27FC236}">
                <a16:creationId xmlns:a16="http://schemas.microsoft.com/office/drawing/2014/main" id="{AB8BCEDF-3A44-4761-8324-6A4A5DA3F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完成分享連結、Google Sites 嵌入，或 GitHub Pages 部署計畫。</a:t>
            </a:r>
          </a:p>
        </p:txBody>
      </p:sp>
    </p:spTree>
    <p:extLst>
      <p:ext uri="{BB962C8B-B14F-4D97-AF65-F5344CB8AC3E}">
        <p14:creationId xmlns:p14="http://schemas.microsoft.com/office/powerpoint/2010/main" val="475311728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277">
            <a:extLst xmlns:a="http://schemas.openxmlformats.org/drawingml/2006/main">
              <a:ext uri="{FF2B5EF4-FFF2-40B4-BE49-F238E27FC236}">
                <a16:creationId xmlns:a16="http://schemas.microsoft.com/office/drawing/2014/main" id="{1853FBA5-095D-4B6C-97A1-D77B8CEEF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ACCESS &amp; PAIRING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CEB45D-5A00-4DBE-94FD-F31495629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共作規則：沒有相同帳號，也能一起完成</a:t>
            </a:r>
          </a:p>
        </p:txBody>
      </p:sp>
      <p:cxnSp>
        <p:nvCxnSpPr>
          <p:cNvPr id="20" name="shape-27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79">
            <a:extLst xmlns:a="http://schemas.openxmlformats.org/drawingml/2006/main">
              <a:ext uri="{FF2B5EF4-FFF2-40B4-BE49-F238E27FC236}">
                <a16:creationId xmlns:a16="http://schemas.microsoft.com/office/drawing/2014/main" id="{60541867-A213-4061-BB63-023DFCFE3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68CF949-37DC-4C21-820C-4D4AEBB7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shape-280">
            <a:extLst xmlns:a="http://schemas.openxmlformats.org/drawingml/2006/main">
              <a:ext uri="{FF2B5EF4-FFF2-40B4-BE49-F238E27FC236}">
                <a16:creationId xmlns:a16="http://schemas.microsoft.com/office/drawing/2014/main" id="{430DC809-0796-47D8-8439-43F7F25D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281">
            <a:extLst xmlns:a="http://schemas.openxmlformats.org/drawingml/2006/main">
              <a:ext uri="{FF2B5EF4-FFF2-40B4-BE49-F238E27FC236}">
                <a16:creationId xmlns:a16="http://schemas.microsoft.com/office/drawing/2014/main" id="{8BE3DEF3-52D9-417E-911E-DC2689774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82">
            <a:extLst xmlns:a="http://schemas.openxmlformats.org/drawingml/2006/main">
              <a:ext uri="{FF2B5EF4-FFF2-40B4-BE49-F238E27FC236}">
                <a16:creationId xmlns:a16="http://schemas.microsoft.com/office/drawing/2014/main" id="{9B1BE45C-23A9-4347-AFB3-1CBCAD3F7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主操作手</a:t>
            </a:r>
          </a:p>
        </p:txBody>
      </p:sp>
      <p:sp>
        <p:nvSpPr>
          <p:cNvPr id="9" name="text-283">
            <a:extLst xmlns:a="http://schemas.openxmlformats.org/drawingml/2006/main">
              <a:ext uri="{FF2B5EF4-FFF2-40B4-BE49-F238E27FC236}">
                <a16:creationId xmlns:a16="http://schemas.microsoft.com/office/drawing/2014/main" id="{384580CE-073D-47CF-8D20-7B33ECFB4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登入有權限的工具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負責建立、儲存與分享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口述每一步決策</a:t>
            </a:r>
          </a:p>
        </p:txBody>
      </p:sp>
      <p:sp>
        <p:nvSpPr>
          <p:cNvPr id="10" name="text-284">
            <a:extLst xmlns:a="http://schemas.openxmlformats.org/drawingml/2006/main">
              <a:ext uri="{FF2B5EF4-FFF2-40B4-BE49-F238E27FC236}">
                <a16:creationId xmlns:a16="http://schemas.microsoft.com/office/drawing/2014/main" id="{0BC96B27-EB15-49FE-A001-6274A2307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測試與教學觀察員</a:t>
            </a:r>
          </a:p>
        </p:txBody>
      </p:sp>
      <p:sp>
        <p:nvSpPr>
          <p:cNvPr id="11" name="text-285">
            <a:extLst xmlns:a="http://schemas.openxmlformats.org/drawingml/2006/main">
              <a:ext uri="{FF2B5EF4-FFF2-40B4-BE49-F238E27FC236}">
                <a16:creationId xmlns:a16="http://schemas.microsoft.com/office/drawing/2014/main" id="{D6761F70-283A-4C0D-955C-7F7D9A1A7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扮演學生或同儕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提出反例與追問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記錄可教、可用、需改善之處</a:t>
            </a:r>
          </a:p>
        </p:txBody>
      </p:sp>
      <p:sp>
        <p:nvSpPr>
          <p:cNvPr id="12" name="text-286">
            <a:extLst xmlns:a="http://schemas.openxmlformats.org/drawingml/2006/main">
              <a:ext uri="{FF2B5EF4-FFF2-40B4-BE49-F238E27FC236}">
                <a16:creationId xmlns:a16="http://schemas.microsoft.com/office/drawing/2014/main" id="{DF8940D5-253E-4309-92A8-105ECFB4B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登入與建立</a:t>
            </a:r>
          </a:p>
        </p:txBody>
      </p:sp>
      <p:sp>
        <p:nvSpPr>
          <p:cNvPr id="13" name="text-287">
            <a:extLst xmlns:a="http://schemas.openxmlformats.org/drawingml/2006/main">
              <a:ext uri="{FF2B5EF4-FFF2-40B4-BE49-F238E27FC236}">
                <a16:creationId xmlns:a16="http://schemas.microsoft.com/office/drawing/2014/main" id="{6E19770C-A82A-4B98-92F1-22D60256C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93395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共同工作區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成果與檢核</a:t>
            </a:r>
          </a:p>
        </p:txBody>
      </p:sp>
      <p:sp>
        <p:nvSpPr>
          <p:cNvPr id="14" name="text-288">
            <a:extLst xmlns:a="http://schemas.openxmlformats.org/drawingml/2006/main">
              <a:ext uri="{FF2B5EF4-FFF2-40B4-BE49-F238E27FC236}">
                <a16:creationId xmlns:a16="http://schemas.microsoft.com/office/drawing/2014/main" id="{091A323B-465F-4FC2-8DC4-71D747185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觀察員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測試與提問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438400" y="5210175"/>
            <a:ext cx="2876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91350" y="5210175"/>
            <a:ext cx="2705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289">
            <a:extLst xmlns:a="http://schemas.openxmlformats.org/drawingml/2006/main">
              <a:ext uri="{FF2B5EF4-FFF2-40B4-BE49-F238E27FC236}">
                <a16:creationId xmlns:a16="http://schemas.microsoft.com/office/drawing/2014/main" id="{76A49E92-2D82-4BB3-9DA1-72AF06839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197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一人操作、一人驗證；成果放在同一個工作區</a:t>
            </a:r>
          </a:p>
        </p:txBody>
      </p:sp>
    </p:spTree>
    <p:extLst>
      <p:ext uri="{BB962C8B-B14F-4D97-AF65-F5344CB8AC3E}">
        <p14:creationId xmlns:p14="http://schemas.microsoft.com/office/powerpoint/2010/main" val="5279129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90">
            <a:extLst xmlns:a="http://schemas.openxmlformats.org/drawingml/2006/main">
              <a:ext uri="{FF2B5EF4-FFF2-40B4-BE49-F238E27FC236}">
                <a16:creationId xmlns:a16="http://schemas.microsoft.com/office/drawing/2014/main" id="{D28810F1-E157-4017-9214-55F44B78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START WITH A PAIN POINT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D77610A-8E52-46A1-B4BA-3858CF188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先從真實教學／研究痛點出發</a:t>
            </a:r>
          </a:p>
        </p:txBody>
      </p:sp>
      <p:cxnSp>
        <p:nvCxnSpPr>
          <p:cNvPr id="24" name="shape-29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92">
            <a:extLst xmlns:a="http://schemas.openxmlformats.org/drawingml/2006/main">
              <a:ext uri="{FF2B5EF4-FFF2-40B4-BE49-F238E27FC236}">
                <a16:creationId xmlns:a16="http://schemas.microsoft.com/office/drawing/2014/main" id="{E8F0707E-98CB-4AA2-AD0E-CC7C70AE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1C795E8-4EFF-4F96-9588-6859D941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shape-293">
            <a:extLst xmlns:a="http://schemas.openxmlformats.org/drawingml/2006/main">
              <a:ext uri="{FF2B5EF4-FFF2-40B4-BE49-F238E27FC236}">
                <a16:creationId xmlns:a16="http://schemas.microsoft.com/office/drawing/2014/main" id="{1A1EFE24-3862-474F-B965-A09CB211C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94">
            <a:extLst xmlns:a="http://schemas.openxmlformats.org/drawingml/2006/main">
              <a:ext uri="{FF2B5EF4-FFF2-40B4-BE49-F238E27FC236}">
                <a16:creationId xmlns:a16="http://schemas.microsoft.com/office/drawing/2014/main" id="{9138E2EA-28A7-417E-8204-918BFB9F6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295">
            <a:extLst xmlns:a="http://schemas.openxmlformats.org/drawingml/2006/main">
              <a:ext uri="{FF2B5EF4-FFF2-40B4-BE49-F238E27FC236}">
                <a16:creationId xmlns:a16="http://schemas.microsoft.com/office/drawing/2014/main" id="{57659B17-82C2-4B6A-B237-E2EB3EB85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內容理解痛點</a:t>
            </a:r>
          </a:p>
        </p:txBody>
      </p:sp>
      <p:sp>
        <p:nvSpPr>
          <p:cNvPr id="9" name="text-296">
            <a:extLst xmlns:a="http://schemas.openxmlformats.org/drawingml/2006/main">
              <a:ext uri="{FF2B5EF4-FFF2-40B4-BE49-F238E27FC236}">
                <a16:creationId xmlns:a16="http://schemas.microsoft.com/office/drawing/2014/main" id="{C68AFEE0-CE8C-4780-B4A8-B1A79EB32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學生抓不到核心概念，研究者也難快速梳理多份來源。</a:t>
            </a:r>
          </a:p>
        </p:txBody>
      </p:sp>
      <p:sp>
        <p:nvSpPr>
          <p:cNvPr id="10" name="shape-297">
            <a:extLst xmlns:a="http://schemas.openxmlformats.org/drawingml/2006/main">
              <a:ext uri="{FF2B5EF4-FFF2-40B4-BE49-F238E27FC236}">
                <a16:creationId xmlns:a16="http://schemas.microsoft.com/office/drawing/2014/main" id="{E9F372BB-3DF3-47FC-9B5A-8DA426B3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98">
            <a:extLst xmlns:a="http://schemas.openxmlformats.org/drawingml/2006/main">
              <a:ext uri="{FF2B5EF4-FFF2-40B4-BE49-F238E27FC236}">
                <a16:creationId xmlns:a16="http://schemas.microsoft.com/office/drawing/2014/main" id="{4A8C3D6E-4432-45E6-8D82-61C6D0184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299">
            <a:extLst xmlns:a="http://schemas.openxmlformats.org/drawingml/2006/main">
              <a:ext uri="{FF2B5EF4-FFF2-40B4-BE49-F238E27FC236}">
                <a16:creationId xmlns:a16="http://schemas.microsoft.com/office/drawing/2014/main" id="{8CB38D3D-6C4F-41CB-8452-034349FF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資料分析痛點</a:t>
            </a:r>
          </a:p>
        </p:txBody>
      </p:sp>
      <p:sp>
        <p:nvSpPr>
          <p:cNvPr id="13" name="text-300">
            <a:extLst xmlns:a="http://schemas.openxmlformats.org/drawingml/2006/main">
              <a:ext uri="{FF2B5EF4-FFF2-40B4-BE49-F238E27FC236}">
                <a16:creationId xmlns:a16="http://schemas.microsoft.com/office/drawing/2014/main" id="{81F7F6A4-89C1-4957-BCBF-5987265150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大量選擇題與簡答題需要整理、編碼、比對與人工複核。</a:t>
            </a:r>
          </a:p>
        </p:txBody>
      </p:sp>
      <p:sp>
        <p:nvSpPr>
          <p:cNvPr id="14" name="shape-301">
            <a:extLst xmlns:a="http://schemas.openxmlformats.org/drawingml/2006/main">
              <a:ext uri="{FF2B5EF4-FFF2-40B4-BE49-F238E27FC236}">
                <a16:creationId xmlns:a16="http://schemas.microsoft.com/office/drawing/2014/main" id="{547CF812-706C-4400-8C9C-6B26BDBFB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02">
            <a:extLst xmlns:a="http://schemas.openxmlformats.org/drawingml/2006/main">
              <a:ext uri="{FF2B5EF4-FFF2-40B4-BE49-F238E27FC236}">
                <a16:creationId xmlns:a16="http://schemas.microsoft.com/office/drawing/2014/main" id="{5B1833C0-4F76-4C82-A3BC-BF9E76F06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303">
            <a:extLst xmlns:a="http://schemas.openxmlformats.org/drawingml/2006/main">
              <a:ext uri="{FF2B5EF4-FFF2-40B4-BE49-F238E27FC236}">
                <a16:creationId xmlns:a16="http://schemas.microsoft.com/office/drawing/2014/main" id="{A4B1BEC8-B029-4200-A28B-347EF70D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互動設計痛點</a:t>
            </a:r>
          </a:p>
        </p:txBody>
      </p:sp>
      <p:sp>
        <p:nvSpPr>
          <p:cNvPr id="17" name="text-304">
            <a:extLst xmlns:a="http://schemas.openxmlformats.org/drawingml/2006/main">
              <a:ext uri="{FF2B5EF4-FFF2-40B4-BE49-F238E27FC236}">
                <a16:creationId xmlns:a16="http://schemas.microsoft.com/office/drawing/2014/main" id="{793EE043-56D7-40E5-AD96-5E2C00683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希望把講述內容轉成可操作、可探索的互動任務。</a:t>
            </a:r>
          </a:p>
        </p:txBody>
      </p:sp>
      <p:sp>
        <p:nvSpPr>
          <p:cNvPr id="18" name="shape-305">
            <a:extLst xmlns:a="http://schemas.openxmlformats.org/drawingml/2006/main">
              <a:ext uri="{FF2B5EF4-FFF2-40B4-BE49-F238E27FC236}">
                <a16:creationId xmlns:a16="http://schemas.microsoft.com/office/drawing/2014/main" id="{484DE7AD-3FC8-48AA-A715-9ADFF68CD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06">
            <a:extLst xmlns:a="http://schemas.openxmlformats.org/drawingml/2006/main">
              <a:ext uri="{FF2B5EF4-FFF2-40B4-BE49-F238E27FC236}">
                <a16:creationId xmlns:a16="http://schemas.microsoft.com/office/drawing/2014/main" id="{6B6DD237-1453-420B-950A-636AEEE0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</a:t>
            </a:r>
          </a:p>
        </p:txBody>
      </p:sp>
      <p:sp>
        <p:nvSpPr>
          <p:cNvPr id="20" name="text-307">
            <a:extLst xmlns:a="http://schemas.openxmlformats.org/drawingml/2006/main">
              <a:ext uri="{FF2B5EF4-FFF2-40B4-BE49-F238E27FC236}">
                <a16:creationId xmlns:a16="http://schemas.microsoft.com/office/drawing/2014/main" id="{6455876E-E85F-4301-A7DD-4F53244AC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研究／行政痛點</a:t>
            </a:r>
          </a:p>
        </p:txBody>
      </p:sp>
      <p:sp>
        <p:nvSpPr>
          <p:cNvPr id="21" name="text-308">
            <a:extLst xmlns:a="http://schemas.openxmlformats.org/drawingml/2006/main">
              <a:ext uri="{FF2B5EF4-FFF2-40B4-BE49-F238E27FC236}">
                <a16:creationId xmlns:a16="http://schemas.microsoft.com/office/drawing/2014/main" id="{4A15EE3E-034B-4650-8D6D-69E3A2146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想把文獻、資料、方法與行政流程整理成可持續更新的工作區。</a:t>
            </a:r>
          </a:p>
        </p:txBody>
      </p:sp>
    </p:spTree>
    <p:extLst>
      <p:ext uri="{BB962C8B-B14F-4D97-AF65-F5344CB8AC3E}">
        <p14:creationId xmlns:p14="http://schemas.microsoft.com/office/powerpoint/2010/main" val="96430660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309">
            <a:extLst xmlns:a="http://schemas.openxmlformats.org/drawingml/2006/main">
              <a:ext uri="{FF2B5EF4-FFF2-40B4-BE49-F238E27FC236}">
                <a16:creationId xmlns:a16="http://schemas.microsoft.com/office/drawing/2014/main" id="{02D97CB3-F3CC-4BBF-8F31-2199F3C8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REAL EXAMPLES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9D71DD7-3C9C-4B55-8B61-D6CA1CFB6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123 個案例，不是作品櫃：是教學與研究需求資料庫</a:t>
            </a:r>
          </a:p>
        </p:txBody>
      </p:sp>
      <p:cxnSp>
        <p:nvCxnSpPr>
          <p:cNvPr id="15" name="shape-31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11">
            <a:extLst xmlns:a="http://schemas.openxmlformats.org/drawingml/2006/main">
              <a:ext uri="{FF2B5EF4-FFF2-40B4-BE49-F238E27FC236}">
                <a16:creationId xmlns:a16="http://schemas.microsoft.com/office/drawing/2014/main" id="{BE40BCF6-BE81-4630-9A7D-0CEB47E41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F6783F6-02FC-4FE5-8693-86861EF86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a82b48ba5104e19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312">
            <a:extLst xmlns:a="http://schemas.openxmlformats.org/drawingml/2006/main">
              <a:ext uri="{FF2B5EF4-FFF2-40B4-BE49-F238E27FC236}">
                <a16:creationId xmlns:a16="http://schemas.microsoft.com/office/drawing/2014/main" id="{828F5F1F-AC2A-484D-B5FC-5CE350ADC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阿凱老師的教育科技創新專區</a:t>
            </a:r>
          </a:p>
        </p:txBody>
      </p:sp>
      <p:sp>
        <p:nvSpPr>
          <p:cNvPr id="8" name="text-313">
            <a:extLst xmlns:a="http://schemas.openxmlformats.org/drawingml/2006/main">
              <a:ext uri="{FF2B5EF4-FFF2-40B4-BE49-F238E27FC236}">
                <a16:creationId xmlns:a16="http://schemas.microsoft.com/office/drawing/2014/main" id="{2A4FF800-F159-4D51-9B66-7AB12222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123 個老師做的免費工具卡片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從課堂互動、評語優化到行政自動化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每張卡片與部落格都可作為提示詞、介面與部署案例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網址：cagoooo.github.io/Akai/</a:t>
            </a:r>
          </a:p>
        </p:txBody>
      </p:sp>
      <p:sp>
        <p:nvSpPr>
          <p:cNvPr id="9" name="text-955">
            <a:extLst xmlns:a="http://schemas.openxmlformats.org/drawingml/2006/main">
              <a:ext uri="{FF2B5EF4-FFF2-40B4-BE49-F238E27FC236}">
                <a16:creationId xmlns:a16="http://schemas.microsoft.com/office/drawing/2014/main" id="{64C72FE0-8CE6-4A0C-A7D4-10DC5694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3001b673c564d4c"/>
              </a:rPr>
              <a:t>開啟教育科技創新專區 ↗</a:t>
            </a:r>
          </a:p>
        </p:txBody>
      </p:sp>
      <p:sp>
        <p:nvSpPr>
          <p:cNvPr id="10" name="shape-987">
            <a:extLst xmlns:a="http://schemas.openxmlformats.org/drawingml/2006/main">
              <a:ext uri="{FF2B5EF4-FFF2-40B4-BE49-F238E27FC236}">
                <a16:creationId xmlns:a16="http://schemas.microsoft.com/office/drawing/2014/main" id="{52D08630-E397-4048-ADA4-57609903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75d3420008445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988">
            <a:extLst xmlns:a="http://schemas.openxmlformats.org/drawingml/2006/main">
              <a:ext uri="{FF2B5EF4-FFF2-40B4-BE49-F238E27FC236}">
                <a16:creationId xmlns:a16="http://schemas.microsoft.com/office/drawing/2014/main" id="{CCEFB0DC-41AF-4091-ACB1-FEBBC9015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</p:spTree>
    <p:extLst>
      <p:ext uri="{BB962C8B-B14F-4D97-AF65-F5344CB8AC3E}">
        <p14:creationId xmlns:p14="http://schemas.microsoft.com/office/powerpoint/2010/main" val="187289212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314">
            <a:extLst xmlns:a="http://schemas.openxmlformats.org/drawingml/2006/main">
              <a:ext uri="{FF2B5EF4-FFF2-40B4-BE49-F238E27FC236}">
                <a16:creationId xmlns:a16="http://schemas.microsoft.com/office/drawing/2014/main" id="{53478D6C-B1C0-4F7B-B0B0-7AFAFE45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3810A1E-0521-43A9-A989-D182B49B3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阿凱老師實戰案例導航｜語文、設計、互動</a:t>
            </a:r>
          </a:p>
        </p:txBody>
      </p:sp>
      <p:cxnSp>
        <p:nvCxnSpPr>
          <p:cNvPr id="33" name="shape-3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16">
            <a:extLst xmlns:a="http://schemas.openxmlformats.org/drawingml/2006/main">
              <a:ext uri="{FF2B5EF4-FFF2-40B4-BE49-F238E27FC236}">
                <a16:creationId xmlns:a16="http://schemas.microsoft.com/office/drawing/2014/main" id="{61BF1F49-898E-4E5F-B5E5-CC70E5A56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0C1CFEE-D0AA-4F4A-A277-A9C36BF5A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text-317">
            <a:extLst xmlns:a="http://schemas.openxmlformats.org/drawingml/2006/main">
              <a:ext uri="{FF2B5EF4-FFF2-40B4-BE49-F238E27FC236}">
                <a16:creationId xmlns:a16="http://schemas.microsoft.com/office/drawing/2014/main" id="{848CE18B-A6C9-47C5-B54B-D97F4392D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先讀工具卡片理解設計脈絡，再直接開啟應用觀察輸入、輸出與操作流程。</a:t>
            </a:r>
          </a:p>
        </p:txBody>
      </p:sp>
      <p:sp>
        <p:nvSpPr>
          <p:cNvPr id="7" name="shape-318">
            <a:extLst xmlns:a="http://schemas.openxmlformats.org/drawingml/2006/main">
              <a:ext uri="{FF2B5EF4-FFF2-40B4-BE49-F238E27FC236}">
                <a16:creationId xmlns:a16="http://schemas.microsoft.com/office/drawing/2014/main" id="{2709270C-C4AA-4528-BA90-7A840CBE5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19">
            <a:extLst xmlns:a="http://schemas.openxmlformats.org/drawingml/2006/main">
              <a:ext uri="{FF2B5EF4-FFF2-40B4-BE49-F238E27FC236}">
                <a16:creationId xmlns:a16="http://schemas.microsoft.com/office/drawing/2014/main" id="{D28B34D6-C5B0-4CB3-BA3A-4E4139B5A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#91 · 語文創作</a:t>
            </a:r>
          </a:p>
        </p:txBody>
      </p:sp>
      <p:sp>
        <p:nvSpPr>
          <p:cNvPr id="9" name="text-320">
            <a:extLst xmlns:a="http://schemas.openxmlformats.org/drawingml/2006/main">
              <a:ext uri="{FF2B5EF4-FFF2-40B4-BE49-F238E27FC236}">
                <a16:creationId xmlns:a16="http://schemas.microsoft.com/office/drawing/2014/main" id="{72E9BE51-06E9-4605-96D0-BA51B27A3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✨ 點亮詩意 Pro ✨早安長輩圖</a:t>
            </a:r>
          </a:p>
        </p:txBody>
      </p:sp>
      <p:sp>
        <p:nvSpPr>
          <p:cNvPr id="10" name="text-321">
            <a:extLst xmlns:a="http://schemas.openxmlformats.org/drawingml/2006/main">
              <a:ext uri="{FF2B5EF4-FFF2-40B4-BE49-F238E27FC236}">
                <a16:creationId xmlns:a16="http://schemas.microsoft.com/office/drawing/2014/main" id="{F762D32C-4542-4818-B813-58D516EAC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上傳照片產出繁體詩詞與圖文作品，適合看圖寫詩、意境討論與數位創作。</a:t>
            </a:r>
          </a:p>
        </p:txBody>
      </p:sp>
      <p:sp>
        <p:nvSpPr>
          <p:cNvPr id="11" name="text-322">
            <a:extLst xmlns:a="http://schemas.openxmlformats.org/drawingml/2006/main">
              <a:ext uri="{FF2B5EF4-FFF2-40B4-BE49-F238E27FC236}">
                <a16:creationId xmlns:a16="http://schemas.microsoft.com/office/drawing/2014/main" id="{0CD41C7A-873B-4D8B-B9F4-839260F0E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bf5221899d34e05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6012ec2b4643fb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323">
            <a:extLst xmlns:a="http://schemas.openxmlformats.org/drawingml/2006/main">
              <a:ext uri="{FF2B5EF4-FFF2-40B4-BE49-F238E27FC236}">
                <a16:creationId xmlns:a16="http://schemas.microsoft.com/office/drawing/2014/main" id="{7A4970D1-DF96-44C7-A965-239E04E5D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076420db6254330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63ce23e6134541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324">
            <a:extLst xmlns:a="http://schemas.openxmlformats.org/drawingml/2006/main">
              <a:ext uri="{FF2B5EF4-FFF2-40B4-BE49-F238E27FC236}">
                <a16:creationId xmlns:a16="http://schemas.microsoft.com/office/drawing/2014/main" id="{791C899A-A4EF-46AE-B571-0BD2C0589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325">
            <a:extLst xmlns:a="http://schemas.openxmlformats.org/drawingml/2006/main">
              <a:ext uri="{FF2B5EF4-FFF2-40B4-BE49-F238E27FC236}">
                <a16:creationId xmlns:a16="http://schemas.microsoft.com/office/drawing/2014/main" id="{28E71E43-D279-4AE9-BB9A-112608F2B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#58 · 教學設計</a:t>
            </a:r>
          </a:p>
        </p:txBody>
      </p:sp>
      <p:sp>
        <p:nvSpPr>
          <p:cNvPr id="17" name="text-326">
            <a:extLst xmlns:a="http://schemas.openxmlformats.org/drawingml/2006/main">
              <a:ext uri="{FF2B5EF4-FFF2-40B4-BE49-F238E27FC236}">
                <a16:creationId xmlns:a16="http://schemas.microsoft.com/office/drawing/2014/main" id="{09F8D70C-DAC1-4EE5-AAA7-A64C85B0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教師數位備課教案小幫手</a:t>
            </a:r>
          </a:p>
        </p:txBody>
      </p:sp>
      <p:sp>
        <p:nvSpPr>
          <p:cNvPr id="18" name="text-327">
            <a:extLst xmlns:a="http://schemas.openxmlformats.org/drawingml/2006/main">
              <a:ext uri="{FF2B5EF4-FFF2-40B4-BE49-F238E27FC236}">
                <a16:creationId xmlns:a16="http://schemas.microsoft.com/office/drawing/2014/main" id="{6A5623A4-EECE-43F7-983B-041F3DDC5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AI 產出教案與活動設計，示範從教學需求走到可使用的成果。</a:t>
            </a:r>
          </a:p>
        </p:txBody>
      </p:sp>
      <p:sp>
        <p:nvSpPr>
          <p:cNvPr id="19" name="text-328">
            <a:extLst xmlns:a="http://schemas.openxmlformats.org/drawingml/2006/main">
              <a:ext uri="{FF2B5EF4-FFF2-40B4-BE49-F238E27FC236}">
                <a16:creationId xmlns:a16="http://schemas.microsoft.com/office/drawing/2014/main" id="{441B10BE-3A54-4C03-AE8D-FD17D08E7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8ae8ec648a84db7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abbae0c4a246c3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329">
            <a:extLst xmlns:a="http://schemas.openxmlformats.org/drawingml/2006/main">
              <a:ext uri="{FF2B5EF4-FFF2-40B4-BE49-F238E27FC236}">
                <a16:creationId xmlns:a16="http://schemas.microsoft.com/office/drawing/2014/main" id="{2E2A497D-979C-4703-B78E-52DEDDF2D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9e358317a6a461c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c5ca1a9c5d4ed7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330">
            <a:extLst xmlns:a="http://schemas.openxmlformats.org/drawingml/2006/main">
              <a:ext uri="{FF2B5EF4-FFF2-40B4-BE49-F238E27FC236}">
                <a16:creationId xmlns:a16="http://schemas.microsoft.com/office/drawing/2014/main" id="{AED284C8-AB85-4701-A267-4C92D5B7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331">
            <a:extLst xmlns:a="http://schemas.openxmlformats.org/drawingml/2006/main">
              <a:ext uri="{FF2B5EF4-FFF2-40B4-BE49-F238E27FC236}">
                <a16:creationId xmlns:a16="http://schemas.microsoft.com/office/drawing/2014/main" id="{4AB32254-C158-4056-B998-143F33AE4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#11 · 互動網站</a:t>
            </a:r>
          </a:p>
        </p:txBody>
      </p:sp>
      <p:sp>
        <p:nvSpPr>
          <p:cNvPr id="25" name="text-332">
            <a:extLst xmlns:a="http://schemas.openxmlformats.org/drawingml/2006/main">
              <a:ext uri="{FF2B5EF4-FFF2-40B4-BE49-F238E27FC236}">
                <a16:creationId xmlns:a16="http://schemas.microsoft.com/office/drawing/2014/main" id="{34409EDC-2E08-48A2-A4BE-93891E61D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剛好學：課堂互動 so easy</a:t>
            </a:r>
          </a:p>
        </p:txBody>
      </p:sp>
      <p:sp>
        <p:nvSpPr>
          <p:cNvPr id="26" name="text-333">
            <a:extLst xmlns:a="http://schemas.openxmlformats.org/drawingml/2006/main">
              <a:ext uri="{FF2B5EF4-FFF2-40B4-BE49-F238E27FC236}">
                <a16:creationId xmlns:a16="http://schemas.microsoft.com/office/drawing/2014/main" id="{5820C18E-6514-4CED-89E7-1F4F5535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 種互動模式涵蓋投票、閱讀測驗、文字雲、繪圖題與作品牆。</a:t>
            </a:r>
          </a:p>
        </p:txBody>
      </p:sp>
      <p:sp>
        <p:nvSpPr>
          <p:cNvPr id="27" name="text-334">
            <a:extLst xmlns:a="http://schemas.openxmlformats.org/drawingml/2006/main">
              <a:ext uri="{FF2B5EF4-FFF2-40B4-BE49-F238E27FC236}">
                <a16:creationId xmlns:a16="http://schemas.microsoft.com/office/drawing/2014/main" id="{6F89032D-4AAE-4C22-87D2-F2686E7EC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63b3e7908ce4c93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85770025d14c2a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335">
            <a:extLst xmlns:a="http://schemas.openxmlformats.org/drawingml/2006/main">
              <a:ext uri="{FF2B5EF4-FFF2-40B4-BE49-F238E27FC236}">
                <a16:creationId xmlns:a16="http://schemas.microsoft.com/office/drawing/2014/main" id="{629308B1-70DC-4B6A-A042-7EE6301C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6889f974fc548a2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2d9a49ee664652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24265412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336">
            <a:extLst xmlns:a="http://schemas.openxmlformats.org/drawingml/2006/main">
              <a:ext uri="{FF2B5EF4-FFF2-40B4-BE49-F238E27FC236}">
                <a16:creationId xmlns:a16="http://schemas.microsoft.com/office/drawing/2014/main" id="{0794281C-5029-49B3-B2BB-BB1630136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E8846B6-7FBD-424B-B15F-5700745A6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阿凱老師實戰案例導航｜評量與部署</a:t>
            </a:r>
          </a:p>
        </p:txBody>
      </p:sp>
      <p:cxnSp>
        <p:nvCxnSpPr>
          <p:cNvPr id="33" name="shape-33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38">
            <a:extLst xmlns:a="http://schemas.openxmlformats.org/drawingml/2006/main">
              <a:ext uri="{FF2B5EF4-FFF2-40B4-BE49-F238E27FC236}">
                <a16:creationId xmlns:a16="http://schemas.microsoft.com/office/drawing/2014/main" id="{150BD1B3-8DA6-4A14-AF4D-955712242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314EB5D-0BCD-495B-A9EE-FDFEEEE621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6" name="text-339">
            <a:extLst xmlns:a="http://schemas.openxmlformats.org/drawingml/2006/main">
              <a:ext uri="{FF2B5EF4-FFF2-40B4-BE49-F238E27FC236}">
                <a16:creationId xmlns:a16="http://schemas.microsoft.com/office/drawing/2014/main" id="{E5D427B5-9997-4DE6-AA53-0B80AEAB1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比較同一個教學構想如何透過即時回饋、Google Sites 與 GitHub Pages 落地。</a:t>
            </a:r>
          </a:p>
        </p:txBody>
      </p:sp>
      <p:sp>
        <p:nvSpPr>
          <p:cNvPr id="7" name="shape-340">
            <a:extLst xmlns:a="http://schemas.openxmlformats.org/drawingml/2006/main">
              <a:ext uri="{FF2B5EF4-FFF2-40B4-BE49-F238E27FC236}">
                <a16:creationId xmlns:a16="http://schemas.microsoft.com/office/drawing/2014/main" id="{D83AEA69-498B-4043-91D0-E68635DE5C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41">
            <a:extLst xmlns:a="http://schemas.openxmlformats.org/drawingml/2006/main">
              <a:ext uri="{FF2B5EF4-FFF2-40B4-BE49-F238E27FC236}">
                <a16:creationId xmlns:a16="http://schemas.microsoft.com/office/drawing/2014/main" id="{BD663BE5-4566-41B3-92EA-D7E7A982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#3 · 形成性評量</a:t>
            </a:r>
          </a:p>
        </p:txBody>
      </p:sp>
      <p:sp>
        <p:nvSpPr>
          <p:cNvPr id="9" name="text-342">
            <a:extLst xmlns:a="http://schemas.openxmlformats.org/drawingml/2006/main">
              <a:ext uri="{FF2B5EF4-FFF2-40B4-BE49-F238E27FC236}">
                <a16:creationId xmlns:a16="http://schemas.microsoft.com/office/drawing/2014/main" id="{A4902B83-723C-4735-9A6C-43FDA5E43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學生即時投票系統</a:t>
            </a:r>
          </a:p>
        </p:txBody>
      </p:sp>
      <p:sp>
        <p:nvSpPr>
          <p:cNvPr id="10" name="text-343">
            <a:extLst xmlns:a="http://schemas.openxmlformats.org/drawingml/2006/main">
              <a:ext uri="{FF2B5EF4-FFF2-40B4-BE49-F238E27FC236}">
                <a16:creationId xmlns:a16="http://schemas.microsoft.com/office/drawing/2014/main" id="{36F66CD8-2C98-4907-ADEB-7D83B45D2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掃 QR Code 即時作答；連投影片上的題目也能快速轉成互動活動。</a:t>
            </a:r>
          </a:p>
        </p:txBody>
      </p:sp>
      <p:sp>
        <p:nvSpPr>
          <p:cNvPr id="11" name="text-344">
            <a:extLst xmlns:a="http://schemas.openxmlformats.org/drawingml/2006/main">
              <a:ext uri="{FF2B5EF4-FFF2-40B4-BE49-F238E27FC236}">
                <a16:creationId xmlns:a16="http://schemas.microsoft.com/office/drawing/2014/main" id="{BB7FA5F0-954B-4053-BC5C-C7FF56B4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443c9d5f5d3467a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9b1bb9e9a443a5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345">
            <a:extLst xmlns:a="http://schemas.openxmlformats.org/drawingml/2006/main">
              <a:ext uri="{FF2B5EF4-FFF2-40B4-BE49-F238E27FC236}">
                <a16:creationId xmlns:a16="http://schemas.microsoft.com/office/drawing/2014/main" id="{F1503087-C1DE-4DA2-A4BC-815441221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37c86b453f04fc7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66485e243e4031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346">
            <a:extLst xmlns:a="http://schemas.openxmlformats.org/drawingml/2006/main">
              <a:ext uri="{FF2B5EF4-FFF2-40B4-BE49-F238E27FC236}">
                <a16:creationId xmlns:a16="http://schemas.microsoft.com/office/drawing/2014/main" id="{D96CC46F-CDC7-4693-8BA8-4BC71BC6D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347">
            <a:extLst xmlns:a="http://schemas.openxmlformats.org/drawingml/2006/main">
              <a:ext uri="{FF2B5EF4-FFF2-40B4-BE49-F238E27FC236}">
                <a16:creationId xmlns:a16="http://schemas.microsoft.com/office/drawing/2014/main" id="{2F479C51-4C0E-4243-B52E-8DB3DB12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#24 · Google Sites</a:t>
            </a:r>
          </a:p>
        </p:txBody>
      </p:sp>
      <p:sp>
        <p:nvSpPr>
          <p:cNvPr id="17" name="text-348">
            <a:extLst xmlns:a="http://schemas.openxmlformats.org/drawingml/2006/main">
              <a:ext uri="{FF2B5EF4-FFF2-40B4-BE49-F238E27FC236}">
                <a16:creationId xmlns:a16="http://schemas.microsoft.com/office/drawing/2014/main" id="{8B6C405E-54AF-4367-91BF-044639E7A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教師午會記錄報告站</a:t>
            </a:r>
          </a:p>
        </p:txBody>
      </p:sp>
      <p:sp>
        <p:nvSpPr>
          <p:cNvPr id="18" name="text-349">
            <a:extLst xmlns:a="http://schemas.openxmlformats.org/drawingml/2006/main">
              <a:ext uri="{FF2B5EF4-FFF2-40B4-BE49-F238E27FC236}">
                <a16:creationId xmlns:a16="http://schemas.microsoft.com/office/drawing/2014/main" id="{F7CF40F7-01BB-4DC1-BDD6-8CEE45E6B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 Google Sites 承載會議紀錄與互動式報告，示範嵌入與分享。</a:t>
            </a:r>
          </a:p>
        </p:txBody>
      </p:sp>
      <p:sp>
        <p:nvSpPr>
          <p:cNvPr id="19" name="text-350">
            <a:extLst xmlns:a="http://schemas.openxmlformats.org/drawingml/2006/main">
              <a:ext uri="{FF2B5EF4-FFF2-40B4-BE49-F238E27FC236}">
                <a16:creationId xmlns:a16="http://schemas.microsoft.com/office/drawing/2014/main" id="{23D37458-C180-4895-A041-22611F038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17325252b5648f8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d53095eb7549d4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351">
            <a:extLst xmlns:a="http://schemas.openxmlformats.org/drawingml/2006/main">
              <a:ext uri="{FF2B5EF4-FFF2-40B4-BE49-F238E27FC236}">
                <a16:creationId xmlns:a16="http://schemas.microsoft.com/office/drawing/2014/main" id="{BE44F4F8-391D-4A3E-929D-6B53BD369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6e1ec16ac244b89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3d497cef73444b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352">
            <a:extLst xmlns:a="http://schemas.openxmlformats.org/drawingml/2006/main">
              <a:ext uri="{FF2B5EF4-FFF2-40B4-BE49-F238E27FC236}">
                <a16:creationId xmlns:a16="http://schemas.microsoft.com/office/drawing/2014/main" id="{84B62EE5-B277-4E28-A0A9-17E535CEC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353">
            <a:extLst xmlns:a="http://schemas.openxmlformats.org/drawingml/2006/main">
              <a:ext uri="{FF2B5EF4-FFF2-40B4-BE49-F238E27FC236}">
                <a16:creationId xmlns:a16="http://schemas.microsoft.com/office/drawing/2014/main" id="{35015813-5888-440F-AFC8-0599D1C79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#81 · GitHub Pages</a:t>
            </a:r>
          </a:p>
        </p:txBody>
      </p:sp>
      <p:sp>
        <p:nvSpPr>
          <p:cNvPr id="25" name="text-354">
            <a:extLst xmlns:a="http://schemas.openxmlformats.org/drawingml/2006/main">
              <a:ext uri="{FF2B5EF4-FFF2-40B4-BE49-F238E27FC236}">
                <a16:creationId xmlns:a16="http://schemas.microsoft.com/office/drawing/2014/main" id="{8EB42DCA-FD36-475B-96CC-2380D88B1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國小資訊科技教學駕駛艙</a:t>
            </a:r>
          </a:p>
        </p:txBody>
      </p:sp>
      <p:sp>
        <p:nvSpPr>
          <p:cNvPr id="26" name="text-355">
            <a:extLst xmlns:a="http://schemas.openxmlformats.org/drawingml/2006/main">
              <a:ext uri="{FF2B5EF4-FFF2-40B4-BE49-F238E27FC236}">
                <a16:creationId xmlns:a16="http://schemas.microsoft.com/office/drawing/2014/main" id="{FFC74D2B-6194-48CF-AADC-48E3073C9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整合全學期課程、影片、Canvas 關卡與評量入口的一站式教學網站。</a:t>
            </a:r>
          </a:p>
        </p:txBody>
      </p:sp>
      <p:sp>
        <p:nvSpPr>
          <p:cNvPr id="27" name="text-356">
            <a:extLst xmlns:a="http://schemas.openxmlformats.org/drawingml/2006/main">
              <a:ext uri="{FF2B5EF4-FFF2-40B4-BE49-F238E27FC236}">
                <a16:creationId xmlns:a16="http://schemas.microsoft.com/office/drawing/2014/main" id="{9BA9BBB5-B028-4746-8C6E-E92789A3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29045c222504c84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6c89bda0b9475a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357">
            <a:extLst xmlns:a="http://schemas.openxmlformats.org/drawingml/2006/main">
              <a:ext uri="{FF2B5EF4-FFF2-40B4-BE49-F238E27FC236}">
                <a16:creationId xmlns:a16="http://schemas.microsoft.com/office/drawing/2014/main" id="{E7437361-3982-41F1-9BC2-6A03FBA5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0b2b8ad7d354e98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adc5ebe8364907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1151875146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358">
            <a:extLst xmlns:a="http://schemas.openxmlformats.org/drawingml/2006/main">
              <a:ext uri="{FF2B5EF4-FFF2-40B4-BE49-F238E27FC236}">
                <a16:creationId xmlns:a16="http://schemas.microsoft.com/office/drawing/2014/main" id="{3A04F856-72DE-40E9-9E3E-0AB109EDD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VOICE INPUT OPTIONS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695D6E0-6B12-4A1C-B88E-0143752F2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語音輸入有兩條路：Typeless × Codex Voice</a:t>
            </a:r>
          </a:p>
        </p:txBody>
      </p:sp>
      <p:cxnSp>
        <p:nvCxnSpPr>
          <p:cNvPr id="30" name="shape-3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60">
            <a:extLst xmlns:a="http://schemas.openxmlformats.org/drawingml/2006/main">
              <a:ext uri="{FF2B5EF4-FFF2-40B4-BE49-F238E27FC236}">
                <a16:creationId xmlns:a16="http://schemas.microsoft.com/office/drawing/2014/main" id="{EB5B97E1-88D1-4F09-8A81-5B45E0F62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CE73C3A-15A3-4EAD-8FB4-25D51AD4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361">
            <a:extLst xmlns:a="http://schemas.openxmlformats.org/drawingml/2006/main">
              <a:ext uri="{FF2B5EF4-FFF2-40B4-BE49-F238E27FC236}">
                <a16:creationId xmlns:a16="http://schemas.microsoft.com/office/drawing/2014/main" id="{BA8EB847-1226-4EF0-AA65-66433780B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62">
            <a:extLst xmlns:a="http://schemas.openxmlformats.org/drawingml/2006/main">
              <a:ext uri="{FF2B5EF4-FFF2-40B4-BE49-F238E27FC236}">
                <a16:creationId xmlns:a16="http://schemas.microsoft.com/office/drawing/2014/main" id="{18D8C7B6-590A-4C3D-AB6C-D73BFAC40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363">
            <a:extLst xmlns:a="http://schemas.openxmlformats.org/drawingml/2006/main">
              <a:ext uri="{FF2B5EF4-FFF2-40B4-BE49-F238E27FC236}">
                <a16:creationId xmlns:a16="http://schemas.microsoft.com/office/drawing/2014/main" id="{5079BF50-6456-492E-A10D-F2B02837E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Typeless｜跨應用</a:t>
            </a:r>
          </a:p>
        </p:txBody>
      </p:sp>
      <p:sp>
        <p:nvSpPr>
          <p:cNvPr id="9" name="text-364">
            <a:extLst xmlns:a="http://schemas.openxmlformats.org/drawingml/2006/main">
              <a:ext uri="{FF2B5EF4-FFF2-40B4-BE49-F238E27FC236}">
                <a16:creationId xmlns:a16="http://schemas.microsoft.com/office/drawing/2014/main" id="{5C8A7BC5-6A11-438D-8EB3-EAD9192F4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在原本的輸入框直接說，先把課程構想、研究問題或行政需求整理成可複製文字。</a:t>
            </a:r>
          </a:p>
        </p:txBody>
      </p:sp>
      <p:sp>
        <p:nvSpPr>
          <p:cNvPr id="10" name="shape-365">
            <a:extLst xmlns:a="http://schemas.openxmlformats.org/drawingml/2006/main">
              <a:ext uri="{FF2B5EF4-FFF2-40B4-BE49-F238E27FC236}">
                <a16:creationId xmlns:a16="http://schemas.microsoft.com/office/drawing/2014/main" id="{EAD426D3-57E0-41AF-8CCA-FDB8FF432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66">
            <a:extLst xmlns:a="http://schemas.openxmlformats.org/drawingml/2006/main">
              <a:ext uri="{FF2B5EF4-FFF2-40B4-BE49-F238E27FC236}">
                <a16:creationId xmlns:a16="http://schemas.microsoft.com/office/drawing/2014/main" id="{767E6F84-209F-434C-84DA-4C56FB685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367">
            <a:extLst xmlns:a="http://schemas.openxmlformats.org/drawingml/2006/main">
              <a:ext uri="{FF2B5EF4-FFF2-40B4-BE49-F238E27FC236}">
                <a16:creationId xmlns:a16="http://schemas.microsoft.com/office/drawing/2014/main" id="{157D5488-7B32-495A-B0D0-D387406EC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Codex Voice｜原生</a:t>
            </a:r>
          </a:p>
        </p:txBody>
      </p:sp>
      <p:sp>
        <p:nvSpPr>
          <p:cNvPr id="13" name="text-368">
            <a:extLst xmlns:a="http://schemas.openxmlformats.org/drawingml/2006/main">
              <a:ext uri="{FF2B5EF4-FFF2-40B4-BE49-F238E27FC236}">
                <a16:creationId xmlns:a16="http://schemas.microsoft.com/office/drawing/2014/main" id="{8B50191F-14D7-4DC6-8BED-AD5C60E0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在 ChatGPT 桌面版 Work／Codex 內直接口述任務、追問進度，讓 Agent 依工作區與權限協作。</a:t>
            </a:r>
          </a:p>
        </p:txBody>
      </p:sp>
      <p:sp>
        <p:nvSpPr>
          <p:cNvPr id="14" name="shape-369">
            <a:extLst xmlns:a="http://schemas.openxmlformats.org/drawingml/2006/main">
              <a:ext uri="{FF2B5EF4-FFF2-40B4-BE49-F238E27FC236}">
                <a16:creationId xmlns:a16="http://schemas.microsoft.com/office/drawing/2014/main" id="{7C1D1B3D-3092-45A0-A026-66F672314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70">
            <a:extLst xmlns:a="http://schemas.openxmlformats.org/drawingml/2006/main">
              <a:ext uri="{FF2B5EF4-FFF2-40B4-BE49-F238E27FC236}">
                <a16:creationId xmlns:a16="http://schemas.microsoft.com/office/drawing/2014/main" id="{DFBFACB7-2DFC-42CD-9AC6-DB36FE36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371">
            <a:extLst xmlns:a="http://schemas.openxmlformats.org/drawingml/2006/main">
              <a:ext uri="{FF2B5EF4-FFF2-40B4-BE49-F238E27FC236}">
                <a16:creationId xmlns:a16="http://schemas.microsoft.com/office/drawing/2014/main" id="{701AEF18-454A-4D31-B617-5365FD38E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共同流程</a:t>
            </a:r>
          </a:p>
        </p:txBody>
      </p:sp>
      <p:sp>
        <p:nvSpPr>
          <p:cNvPr id="17" name="text-372">
            <a:extLst xmlns:a="http://schemas.openxmlformats.org/drawingml/2006/main">
              <a:ext uri="{FF2B5EF4-FFF2-40B4-BE49-F238E27FC236}">
                <a16:creationId xmlns:a16="http://schemas.microsoft.com/office/drawing/2014/main" id="{B00D439C-73E5-431C-A1DD-D746DC5FF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說清楚對象、痛點、限制與完成標準；再人工檢查，才交給 Notebook 或 Agent。</a:t>
            </a:r>
          </a:p>
        </p:txBody>
      </p:sp>
      <p:sp>
        <p:nvSpPr>
          <p:cNvPr id="18" name="shape-373">
            <a:extLst xmlns:a="http://schemas.openxmlformats.org/drawingml/2006/main">
              <a:ext uri="{FF2B5EF4-FFF2-40B4-BE49-F238E27FC236}">
                <a16:creationId xmlns:a16="http://schemas.microsoft.com/office/drawing/2014/main" id="{9006B354-1E4D-4961-8F29-93EA0C6F7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74">
            <a:extLst xmlns:a="http://schemas.openxmlformats.org/drawingml/2006/main">
              <a:ext uri="{FF2B5EF4-FFF2-40B4-BE49-F238E27FC236}">
                <a16:creationId xmlns:a16="http://schemas.microsoft.com/office/drawing/2014/main" id="{D736EF7C-7BD5-403A-84EB-3DF820B51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375">
            <a:extLst xmlns:a="http://schemas.openxmlformats.org/drawingml/2006/main">
              <a:ext uri="{FF2B5EF4-FFF2-40B4-BE49-F238E27FC236}">
                <a16:creationId xmlns:a16="http://schemas.microsoft.com/office/drawing/2014/main" id="{47F27C14-40DD-4E58-833E-45E4FA55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隱私選擇</a:t>
            </a:r>
          </a:p>
        </p:txBody>
      </p:sp>
      <p:sp>
        <p:nvSpPr>
          <p:cNvPr id="21" name="text-376">
            <a:extLst xmlns:a="http://schemas.openxmlformats.org/drawingml/2006/main">
              <a:ext uri="{FF2B5EF4-FFF2-40B4-BE49-F238E27FC236}">
                <a16:creationId xmlns:a16="http://schemas.microsoft.com/office/drawing/2014/main" id="{2179DB1C-F687-4F49-8F58-77C30DAE8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敏感資料先匿名化。可改用 Codex Voice，但仍要確認麥克風、工作區權限與資料控制設定；不等於離線或零留存。</a:t>
            </a:r>
          </a:p>
        </p:txBody>
      </p:sp>
      <p:sp>
        <p:nvSpPr>
          <p:cNvPr id="22" name="text-956">
            <a:extLst xmlns:a="http://schemas.openxmlformats.org/drawingml/2006/main">
              <a:ext uri="{FF2B5EF4-FFF2-40B4-BE49-F238E27FC236}">
                <a16:creationId xmlns:a16="http://schemas.microsoft.com/office/drawing/2014/main" id="{4FAC56DA-96B1-4FA8-9FB1-262F5666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b7e6e4bd0de4d91"/>
              </a:rPr>
              <a:t>Typeless 官方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8b8b46da1d94b91"/>
              </a:rPr>
              <a:t>Codex Voice ↗</a:t>
            </a:r>
          </a:p>
        </p:txBody>
      </p:sp>
      <p:sp>
        <p:nvSpPr>
          <p:cNvPr id="23" name="shape-989">
            <a:extLst xmlns:a="http://schemas.openxmlformats.org/drawingml/2006/main">
              <a:ext uri="{FF2B5EF4-FFF2-40B4-BE49-F238E27FC236}">
                <a16:creationId xmlns:a16="http://schemas.microsoft.com/office/drawing/2014/main" id="{A70F6F29-7724-4D38-96A8-695276F1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1954c1ef154d9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990">
            <a:extLst xmlns:a="http://schemas.openxmlformats.org/drawingml/2006/main">
              <a:ext uri="{FF2B5EF4-FFF2-40B4-BE49-F238E27FC236}">
                <a16:creationId xmlns:a16="http://schemas.microsoft.com/office/drawing/2014/main" id="{05A7E161-71F3-4EF6-8410-C006C885B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c235d592f54b2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991">
            <a:extLst xmlns:a="http://schemas.openxmlformats.org/drawingml/2006/main">
              <a:ext uri="{FF2B5EF4-FFF2-40B4-BE49-F238E27FC236}">
                <a16:creationId xmlns:a16="http://schemas.microsoft.com/office/drawing/2014/main" id="{E18CAE46-5BC9-44ED-8762-ABFA60EE7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19778086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377">
            <a:extLst xmlns:a="http://schemas.openxmlformats.org/drawingml/2006/main">
              <a:ext uri="{FF2B5EF4-FFF2-40B4-BE49-F238E27FC236}">
                <a16:creationId xmlns:a16="http://schemas.microsoft.com/office/drawing/2014/main" id="{8B656EEE-C837-4F0A-ADB2-7E6E347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TYPELESS ↔ CODEX VOICE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CB8792-18E1-404A-AC36-CA138AA4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同一個痛點，兩種語音路徑</a:t>
            </a:r>
          </a:p>
        </p:txBody>
      </p:sp>
      <p:cxnSp>
        <p:nvCxnSpPr>
          <p:cNvPr id="20" name="shape-37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79">
            <a:extLst xmlns:a="http://schemas.openxmlformats.org/drawingml/2006/main">
              <a:ext uri="{FF2B5EF4-FFF2-40B4-BE49-F238E27FC236}">
                <a16:creationId xmlns:a16="http://schemas.microsoft.com/office/drawing/2014/main" id="{8B3ACFF3-1299-41C4-BA79-815A980A4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CC4366E-9EA9-4987-B1C2-A08A95F2E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380">
            <a:extLst xmlns:a="http://schemas.openxmlformats.org/drawingml/2006/main">
              <a:ext uri="{FF2B5EF4-FFF2-40B4-BE49-F238E27FC236}">
                <a16:creationId xmlns:a16="http://schemas.microsoft.com/office/drawing/2014/main" id="{5CB40A9D-7441-4350-9B3F-C9F7EC978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81">
            <a:extLst xmlns:a="http://schemas.openxmlformats.org/drawingml/2006/main">
              <a:ext uri="{FF2B5EF4-FFF2-40B4-BE49-F238E27FC236}">
                <a16:creationId xmlns:a16="http://schemas.microsoft.com/office/drawing/2014/main" id="{5EB27AED-D4B0-419E-8A04-209369393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82">
            <a:extLst xmlns:a="http://schemas.openxmlformats.org/drawingml/2006/main">
              <a:ext uri="{FF2B5EF4-FFF2-40B4-BE49-F238E27FC236}">
                <a16:creationId xmlns:a16="http://schemas.microsoft.com/office/drawing/2014/main" id="{C6E67D35-17E6-4001-ACB3-FB30141E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Typeless：口述 → 文字</a:t>
            </a:r>
          </a:p>
        </p:txBody>
      </p:sp>
      <p:sp>
        <p:nvSpPr>
          <p:cNvPr id="9" name="text-383">
            <a:extLst xmlns:a="http://schemas.openxmlformats.org/drawingml/2006/main">
              <a:ext uri="{FF2B5EF4-FFF2-40B4-BE49-F238E27FC236}">
                <a16:creationId xmlns:a16="http://schemas.microsoft.com/office/drawing/2014/main" id="{8B7AFDE3-2FC5-422F-ABB7-66AEC304A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我想做一個大學教師 AI 研習……呃……先讓大家說出自己的痛點，然後整理資料，最後做一個可以分享的作品。</a:t>
            </a:r>
          </a:p>
        </p:txBody>
      </p:sp>
      <p:sp>
        <p:nvSpPr>
          <p:cNvPr id="10" name="text-384">
            <a:extLst xmlns:a="http://schemas.openxmlformats.org/drawingml/2006/main">
              <a:ext uri="{FF2B5EF4-FFF2-40B4-BE49-F238E27FC236}">
                <a16:creationId xmlns:a16="http://schemas.microsoft.com/office/drawing/2014/main" id="{E1648C2D-498E-4AEE-B210-BBCFBE860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Codex Voice：口述 → 任務</a:t>
            </a:r>
          </a:p>
        </p:txBody>
      </p:sp>
      <p:sp>
        <p:nvSpPr>
          <p:cNvPr id="11" name="text-385">
            <a:extLst xmlns:a="http://schemas.openxmlformats.org/drawingml/2006/main">
              <a:ext uri="{FF2B5EF4-FFF2-40B4-BE49-F238E27FC236}">
                <a16:creationId xmlns:a16="http://schemas.microsoft.com/office/drawing/2014/main" id="{8EC6E4DC-5777-40BF-A0BD-131EE0959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請先閱讀目前工作區的研習素材，整理三個教學／研究痛點，提出可驗證計畫，等我確認後再執行；最後回報變更與證據。</a:t>
            </a:r>
          </a:p>
        </p:txBody>
      </p:sp>
      <p:sp>
        <p:nvSpPr>
          <p:cNvPr id="12" name="text-957">
            <a:extLst xmlns:a="http://schemas.openxmlformats.org/drawingml/2006/main">
              <a:ext uri="{FF2B5EF4-FFF2-40B4-BE49-F238E27FC236}">
                <a16:creationId xmlns:a16="http://schemas.microsoft.com/office/drawing/2014/main" id="{77384E1C-2177-429A-8694-A80C1768E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b5c48deae1c499a"/>
              </a:rPr>
              <a:t>Typeless 官方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48283b5c9d9471c"/>
              </a:rPr>
              <a:t>Codex Voice ↗</a:t>
            </a:r>
          </a:p>
        </p:txBody>
      </p:sp>
      <p:sp>
        <p:nvSpPr>
          <p:cNvPr id="13" name="shape-992">
            <a:extLst xmlns:a="http://schemas.openxmlformats.org/drawingml/2006/main">
              <a:ext uri="{FF2B5EF4-FFF2-40B4-BE49-F238E27FC236}">
                <a16:creationId xmlns:a16="http://schemas.microsoft.com/office/drawing/2014/main" id="{6BF5F4A1-7646-45C6-AB12-CE3C448C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2ddd7116ba4f4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5" name="text-993">
            <a:extLst xmlns:a="http://schemas.openxmlformats.org/drawingml/2006/main">
              <a:ext uri="{FF2B5EF4-FFF2-40B4-BE49-F238E27FC236}">
                <a16:creationId xmlns:a16="http://schemas.microsoft.com/office/drawing/2014/main" id="{7AA11F2A-F1A1-40F7-A337-213EBAFBF0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56ba026157406e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17" name="text-994">
            <a:extLst xmlns:a="http://schemas.openxmlformats.org/drawingml/2006/main">
              <a:ext uri="{FF2B5EF4-FFF2-40B4-BE49-F238E27FC236}">
                <a16:creationId xmlns:a16="http://schemas.microsoft.com/office/drawing/2014/main" id="{675D615C-282F-470F-B59E-B54E47735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187340936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386">
            <a:extLst xmlns:a="http://schemas.openxmlformats.org/drawingml/2006/main">
              <a:ext uri="{FF2B5EF4-FFF2-40B4-BE49-F238E27FC236}">
                <a16:creationId xmlns:a16="http://schemas.microsoft.com/office/drawing/2014/main" id="{B72947BE-3CB8-45AB-8ABE-8E80BBA25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057DBF0-9F28-4E0A-A0FE-2F7E3CB62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實作｜選一條語音路徑說出真實痛點</a:t>
            </a:r>
          </a:p>
        </p:txBody>
      </p:sp>
      <p:cxnSp>
        <p:nvCxnSpPr>
          <p:cNvPr id="27" name="shape-3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88">
            <a:extLst xmlns:a="http://schemas.openxmlformats.org/drawingml/2006/main">
              <a:ext uri="{FF2B5EF4-FFF2-40B4-BE49-F238E27FC236}">
                <a16:creationId xmlns:a16="http://schemas.microsoft.com/office/drawing/2014/main" id="{923454D7-EB06-487B-8123-AC1B7B67C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1CF2E16-E2F4-4004-B19E-06B6072A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text-389">
            <a:extLst xmlns:a="http://schemas.openxmlformats.org/drawingml/2006/main">
              <a:ext uri="{FF2B5EF4-FFF2-40B4-BE49-F238E27FC236}">
                <a16:creationId xmlns:a16="http://schemas.microsoft.com/office/drawing/2014/main" id="{F3389E70-BC3E-48EE-B6A5-A16CFA99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12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390">
            <a:extLst xmlns:a="http://schemas.openxmlformats.org/drawingml/2006/main">
              <a:ext uri="{FF2B5EF4-FFF2-40B4-BE49-F238E27FC236}">
                <a16:creationId xmlns:a16="http://schemas.microsoft.com/office/drawing/2014/main" id="{7B467786-0278-440C-BCB9-1B24442C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391">
            <a:extLst xmlns:a="http://schemas.openxmlformats.org/drawingml/2006/main">
              <a:ext uri="{FF2B5EF4-FFF2-40B4-BE49-F238E27FC236}">
                <a16:creationId xmlns:a16="http://schemas.microsoft.com/office/drawing/2014/main" id="{8DE874B8-6329-424B-9FB9-189AD535E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92">
            <a:extLst xmlns:a="http://schemas.openxmlformats.org/drawingml/2006/main">
              <a:ext uri="{FF2B5EF4-FFF2-40B4-BE49-F238E27FC236}">
                <a16:creationId xmlns:a16="http://schemas.microsoft.com/office/drawing/2014/main" id="{EEE9AE18-CA7E-4A11-B040-297EA027C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 Typeless 或 ChatGPT 桌面版 Work／Codex Voice</a:t>
            </a:r>
          </a:p>
        </p:txBody>
      </p:sp>
      <p:sp>
        <p:nvSpPr>
          <p:cNvPr id="10" name="text-393">
            <a:extLst xmlns:a="http://schemas.openxmlformats.org/drawingml/2006/main">
              <a:ext uri="{FF2B5EF4-FFF2-40B4-BE49-F238E27FC236}">
                <a16:creationId xmlns:a16="http://schemas.microsoft.com/office/drawing/2014/main" id="{3B8A3A1D-9B19-42A3-AE08-653B88C0D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394">
            <a:extLst xmlns:a="http://schemas.openxmlformats.org/drawingml/2006/main">
              <a:ext uri="{FF2B5EF4-FFF2-40B4-BE49-F238E27FC236}">
                <a16:creationId xmlns:a16="http://schemas.microsoft.com/office/drawing/2014/main" id="{9C4C5E5D-464C-4B5E-AD07-E152CB08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連續口述 30–60 秒：對象、困難、想完成的改變</a:t>
            </a:r>
          </a:p>
        </p:txBody>
      </p:sp>
      <p:sp>
        <p:nvSpPr>
          <p:cNvPr id="12" name="text-395">
            <a:extLst xmlns:a="http://schemas.openxmlformats.org/drawingml/2006/main">
              <a:ext uri="{FF2B5EF4-FFF2-40B4-BE49-F238E27FC236}">
                <a16:creationId xmlns:a16="http://schemas.microsoft.com/office/drawing/2014/main" id="{FFB5E101-4397-46FE-8852-ABC5BE934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396">
            <a:extLst xmlns:a="http://schemas.openxmlformats.org/drawingml/2006/main">
              <a:ext uri="{FF2B5EF4-FFF2-40B4-BE49-F238E27FC236}">
                <a16:creationId xmlns:a16="http://schemas.microsoft.com/office/drawing/2014/main" id="{AEFABC52-ABA1-4F67-9D9A-9D135B163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Typeless 複製整理稿；Codex 先要求計畫，暫不直接執行</a:t>
            </a:r>
          </a:p>
        </p:txBody>
      </p:sp>
      <p:sp>
        <p:nvSpPr>
          <p:cNvPr id="14" name="text-397">
            <a:extLst xmlns:a="http://schemas.openxmlformats.org/drawingml/2006/main">
              <a:ext uri="{FF2B5EF4-FFF2-40B4-BE49-F238E27FC236}">
                <a16:creationId xmlns:a16="http://schemas.microsoft.com/office/drawing/2014/main" id="{C99A3C74-6B85-4050-B129-75BC633DE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398">
            <a:extLst xmlns:a="http://schemas.openxmlformats.org/drawingml/2006/main">
              <a:ext uri="{FF2B5EF4-FFF2-40B4-BE49-F238E27FC236}">
                <a16:creationId xmlns:a16="http://schemas.microsoft.com/office/drawing/2014/main" id="{96185B0F-D7F8-48C5-AEF7-012DEEEBE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人工檢查個資、權限與邊界，再交給 Notebook 或 Codex</a:t>
            </a:r>
          </a:p>
        </p:txBody>
      </p:sp>
      <p:sp>
        <p:nvSpPr>
          <p:cNvPr id="16" name="shape-399">
            <a:extLst xmlns:a="http://schemas.openxmlformats.org/drawingml/2006/main">
              <a:ext uri="{FF2B5EF4-FFF2-40B4-BE49-F238E27FC236}">
                <a16:creationId xmlns:a16="http://schemas.microsoft.com/office/drawing/2014/main" id="{0A846557-F3A1-4FF8-855D-E294E3041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400">
            <a:extLst xmlns:a="http://schemas.openxmlformats.org/drawingml/2006/main">
              <a:ext uri="{FF2B5EF4-FFF2-40B4-BE49-F238E27FC236}">
                <a16:creationId xmlns:a16="http://schemas.microsoft.com/office/drawing/2014/main" id="{3BD274D2-A185-49DD-8061-BAE914AF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401">
            <a:extLst xmlns:a="http://schemas.openxmlformats.org/drawingml/2006/main">
              <a:ext uri="{FF2B5EF4-FFF2-40B4-BE49-F238E27FC236}">
                <a16:creationId xmlns:a16="http://schemas.microsoft.com/office/drawing/2014/main" id="{95AD9D99-03B5-4B32-AFF5-D083F30C1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53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內容已匿名化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路徑與工具選擇有記錄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至少寫出一個可驗證目標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下一個工具與人工確認點清楚</a:t>
            </a:r>
          </a:p>
        </p:txBody>
      </p:sp>
      <p:sp>
        <p:nvSpPr>
          <p:cNvPr id="19" name="text-958">
            <a:extLst xmlns:a="http://schemas.openxmlformats.org/drawingml/2006/main">
              <a:ext uri="{FF2B5EF4-FFF2-40B4-BE49-F238E27FC236}">
                <a16:creationId xmlns:a16="http://schemas.microsoft.com/office/drawing/2014/main" id="{BF837D10-4E6D-4AF8-B3FF-B092BA2A6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0cf4a587c5744e4"/>
              </a:rPr>
              <a:t>下載 Typeless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7973eb85a6348c2"/>
              </a:rPr>
              <a:t>Codex Voice ↗</a:t>
            </a:r>
          </a:p>
        </p:txBody>
      </p:sp>
      <p:sp>
        <p:nvSpPr>
          <p:cNvPr id="20" name="shape-995">
            <a:extLst xmlns:a="http://schemas.openxmlformats.org/drawingml/2006/main">
              <a:ext uri="{FF2B5EF4-FFF2-40B4-BE49-F238E27FC236}">
                <a16:creationId xmlns:a16="http://schemas.microsoft.com/office/drawing/2014/main" id="{B8BED4AD-948E-441D-8F6F-55779AB22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3c09fa57854564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996">
            <a:extLst xmlns:a="http://schemas.openxmlformats.org/drawingml/2006/main">
              <a:ext uri="{FF2B5EF4-FFF2-40B4-BE49-F238E27FC236}">
                <a16:creationId xmlns:a16="http://schemas.microsoft.com/office/drawing/2014/main" id="{6BE9D467-5F1F-4603-9DB6-F68E5BDDA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下載 Typeless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d2759c780e42f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997">
            <a:extLst xmlns:a="http://schemas.openxmlformats.org/drawingml/2006/main">
              <a:ext uri="{FF2B5EF4-FFF2-40B4-BE49-F238E27FC236}">
                <a16:creationId xmlns:a16="http://schemas.microsoft.com/office/drawing/2014/main" id="{AA6D5F22-6DCD-4EEE-AE5B-A2235883E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Codex Voice</a:t>
            </a:r>
          </a:p>
        </p:txBody>
      </p:sp>
    </p:spTree>
    <p:extLst>
      <p:ext uri="{BB962C8B-B14F-4D97-AF65-F5344CB8AC3E}">
        <p14:creationId xmlns:p14="http://schemas.microsoft.com/office/powerpoint/2010/main" val="201076375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text-402">
            <a:extLst xmlns:a="http://schemas.openxmlformats.org/drawingml/2006/main">
              <a:ext uri="{FF2B5EF4-FFF2-40B4-BE49-F238E27FC236}">
                <a16:creationId xmlns:a16="http://schemas.microsoft.com/office/drawing/2014/main" id="{98AD5016-AEAA-4ABC-8854-C2B32F281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VOICE → EVIDENCE → OUTPUT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1DD6DBF-E17D-45E1-ABF1-E47FF6A69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語音 → 證據 → 作品：兩條路徑可會合</a:t>
            </a:r>
          </a:p>
        </p:txBody>
      </p:sp>
      <p:cxnSp>
        <p:nvCxnSpPr>
          <p:cNvPr id="44" name="shape-40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04">
            <a:extLst xmlns:a="http://schemas.openxmlformats.org/drawingml/2006/main">
              <a:ext uri="{FF2B5EF4-FFF2-40B4-BE49-F238E27FC236}">
                <a16:creationId xmlns:a16="http://schemas.microsoft.com/office/drawing/2014/main" id="{4C6A865E-795D-4805-BB52-E695B589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6D611F6-DE83-4435-AD96-BC659CF52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6" name="shape-405">
            <a:extLst xmlns:a="http://schemas.openxmlformats.org/drawingml/2006/main">
              <a:ext uri="{FF2B5EF4-FFF2-40B4-BE49-F238E27FC236}">
                <a16:creationId xmlns:a16="http://schemas.microsoft.com/office/drawing/2014/main" id="{1064E0A2-A92D-44A4-B4C7-49C39EDC7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06">
            <a:extLst xmlns:a="http://schemas.openxmlformats.org/drawingml/2006/main">
              <a:ext uri="{FF2B5EF4-FFF2-40B4-BE49-F238E27FC236}">
                <a16:creationId xmlns:a16="http://schemas.microsoft.com/office/drawing/2014/main" id="{52D3768F-A22B-4EC8-ADEB-4E53672C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07">
            <a:extLst xmlns:a="http://schemas.openxmlformats.org/drawingml/2006/main">
              <a:ext uri="{FF2B5EF4-FFF2-40B4-BE49-F238E27FC236}">
                <a16:creationId xmlns:a16="http://schemas.microsoft.com/office/drawing/2014/main" id="{CDE77D94-E28D-4990-A5F1-97533F17C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08">
            <a:extLst xmlns:a="http://schemas.openxmlformats.org/drawingml/2006/main">
              <a:ext uri="{FF2B5EF4-FFF2-40B4-BE49-F238E27FC236}">
                <a16:creationId xmlns:a16="http://schemas.microsoft.com/office/drawing/2014/main" id="{C70F5A66-A9F5-4726-97B9-81759FB4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選入口</a:t>
            </a:r>
          </a:p>
        </p:txBody>
      </p:sp>
      <p:sp>
        <p:nvSpPr>
          <p:cNvPr id="10" name="text-409">
            <a:extLst xmlns:a="http://schemas.openxmlformats.org/drawingml/2006/main">
              <a:ext uri="{FF2B5EF4-FFF2-40B4-BE49-F238E27FC236}">
                <a16:creationId xmlns:a16="http://schemas.microsoft.com/office/drawing/2014/main" id="{F78AC84D-0B07-4332-898E-24DC3113F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 跨應用；Codex Voice 工作區內直接說</a:t>
            </a:r>
          </a:p>
        </p:txBody>
      </p:sp>
      <p:sp>
        <p:nvSpPr>
          <p:cNvPr id="11" name="text-410">
            <a:extLst xmlns:a="http://schemas.openxmlformats.org/drawingml/2006/main">
              <a:ext uri="{FF2B5EF4-FFF2-40B4-BE49-F238E27FC236}">
                <a16:creationId xmlns:a16="http://schemas.microsoft.com/office/drawing/2014/main" id="{0A10F5CD-0BC1-4EFD-A9F3-FAE74F33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411">
            <a:extLst xmlns:a="http://schemas.openxmlformats.org/drawingml/2006/main">
              <a:ext uri="{FF2B5EF4-FFF2-40B4-BE49-F238E27FC236}">
                <a16:creationId xmlns:a16="http://schemas.microsoft.com/office/drawing/2014/main" id="{8B290BC3-CC86-4037-827D-F7AB48234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412">
            <a:extLst xmlns:a="http://schemas.openxmlformats.org/drawingml/2006/main">
              <a:ext uri="{FF2B5EF4-FFF2-40B4-BE49-F238E27FC236}">
                <a16:creationId xmlns:a16="http://schemas.microsoft.com/office/drawing/2014/main" id="{7CF977C3-E4E9-46BB-8967-BCE000FA0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413">
            <a:extLst xmlns:a="http://schemas.openxmlformats.org/drawingml/2006/main">
              <a:ext uri="{FF2B5EF4-FFF2-40B4-BE49-F238E27FC236}">
                <a16:creationId xmlns:a16="http://schemas.microsoft.com/office/drawing/2014/main" id="{6D92E61A-5262-4CF9-9D27-0791CF8B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414">
            <a:extLst xmlns:a="http://schemas.openxmlformats.org/drawingml/2006/main">
              <a:ext uri="{FF2B5EF4-FFF2-40B4-BE49-F238E27FC236}">
                <a16:creationId xmlns:a16="http://schemas.microsoft.com/office/drawing/2014/main" id="{6449CFB8-B94A-4315-9773-F7B08563B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說清楚痛點</a:t>
            </a:r>
          </a:p>
        </p:txBody>
      </p:sp>
      <p:sp>
        <p:nvSpPr>
          <p:cNvPr id="16" name="text-415">
            <a:extLst xmlns:a="http://schemas.openxmlformats.org/drawingml/2006/main">
              <a:ext uri="{FF2B5EF4-FFF2-40B4-BE49-F238E27FC236}">
                <a16:creationId xmlns:a16="http://schemas.microsoft.com/office/drawing/2014/main" id="{EECD2999-8413-4F25-B609-178D4D8FA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對象、情境、限制與想完成的改變</a:t>
            </a:r>
          </a:p>
        </p:txBody>
      </p:sp>
      <p:sp>
        <p:nvSpPr>
          <p:cNvPr id="17" name="text-416">
            <a:extLst xmlns:a="http://schemas.openxmlformats.org/drawingml/2006/main">
              <a:ext uri="{FF2B5EF4-FFF2-40B4-BE49-F238E27FC236}">
                <a16:creationId xmlns:a16="http://schemas.microsoft.com/office/drawing/2014/main" id="{0F25CCBF-A3BD-4D17-8F6F-D55E1B793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17">
            <a:extLst xmlns:a="http://schemas.openxmlformats.org/drawingml/2006/main">
              <a:ext uri="{FF2B5EF4-FFF2-40B4-BE49-F238E27FC236}">
                <a16:creationId xmlns:a16="http://schemas.microsoft.com/office/drawing/2014/main" id="{878043CB-F74D-4298-9624-B3E8560B2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418">
            <a:extLst xmlns:a="http://schemas.openxmlformats.org/drawingml/2006/main">
              <a:ext uri="{FF2B5EF4-FFF2-40B4-BE49-F238E27FC236}">
                <a16:creationId xmlns:a16="http://schemas.microsoft.com/office/drawing/2014/main" id="{D002AD99-6690-4B0A-BE97-392300298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19">
            <a:extLst xmlns:a="http://schemas.openxmlformats.org/drawingml/2006/main">
              <a:ext uri="{FF2B5EF4-FFF2-40B4-BE49-F238E27FC236}">
                <a16:creationId xmlns:a16="http://schemas.microsoft.com/office/drawing/2014/main" id="{F8BEDBCF-E881-4EB6-8097-6FCB4595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20">
            <a:extLst xmlns:a="http://schemas.openxmlformats.org/drawingml/2006/main">
              <a:ext uri="{FF2B5EF4-FFF2-40B4-BE49-F238E27FC236}">
                <a16:creationId xmlns:a16="http://schemas.microsoft.com/office/drawing/2014/main" id="{698EB7A4-7ECE-4EA8-9A60-C7AC81426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留下可檢查文字</a:t>
            </a:r>
          </a:p>
        </p:txBody>
      </p:sp>
      <p:sp>
        <p:nvSpPr>
          <p:cNvPr id="22" name="text-421">
            <a:extLst xmlns:a="http://schemas.openxmlformats.org/drawingml/2006/main">
              <a:ext uri="{FF2B5EF4-FFF2-40B4-BE49-F238E27FC236}">
                <a16:creationId xmlns:a16="http://schemas.microsoft.com/office/drawing/2014/main" id="{88068A21-2008-4033-BCC1-A8A4E593C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整理稿或 Agent 計畫，先人工確認</a:t>
            </a:r>
          </a:p>
        </p:txBody>
      </p:sp>
      <p:sp>
        <p:nvSpPr>
          <p:cNvPr id="23" name="text-422">
            <a:extLst xmlns:a="http://schemas.openxmlformats.org/drawingml/2006/main">
              <a:ext uri="{FF2B5EF4-FFF2-40B4-BE49-F238E27FC236}">
                <a16:creationId xmlns:a16="http://schemas.microsoft.com/office/drawing/2014/main" id="{057924A0-8FE8-4378-8B5B-188A300B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23">
            <a:extLst xmlns:a="http://schemas.openxmlformats.org/drawingml/2006/main">
              <a:ext uri="{FF2B5EF4-FFF2-40B4-BE49-F238E27FC236}">
                <a16:creationId xmlns:a16="http://schemas.microsoft.com/office/drawing/2014/main" id="{5843DE47-79A1-47A9-82F0-A2B02547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424">
            <a:extLst xmlns:a="http://schemas.openxmlformats.org/drawingml/2006/main">
              <a:ext uri="{FF2B5EF4-FFF2-40B4-BE49-F238E27FC236}">
                <a16:creationId xmlns:a16="http://schemas.microsoft.com/office/drawing/2014/main" id="{C8548740-41D6-4866-BFFB-B2737559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425">
            <a:extLst xmlns:a="http://schemas.openxmlformats.org/drawingml/2006/main">
              <a:ext uri="{FF2B5EF4-FFF2-40B4-BE49-F238E27FC236}">
                <a16:creationId xmlns:a16="http://schemas.microsoft.com/office/drawing/2014/main" id="{BD47AC27-844D-4BCA-9326-72C5BBF4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426">
            <a:extLst xmlns:a="http://schemas.openxmlformats.org/drawingml/2006/main">
              <a:ext uri="{FF2B5EF4-FFF2-40B4-BE49-F238E27FC236}">
                <a16:creationId xmlns:a16="http://schemas.microsoft.com/office/drawing/2014/main" id="{89E81481-8BB9-4D49-BCA6-B0AEF049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接到工作流</a:t>
            </a:r>
          </a:p>
        </p:txBody>
      </p:sp>
      <p:sp>
        <p:nvSpPr>
          <p:cNvPr id="28" name="text-427">
            <a:extLst xmlns:a="http://schemas.openxmlformats.org/drawingml/2006/main">
              <a:ext uri="{FF2B5EF4-FFF2-40B4-BE49-F238E27FC236}">
                <a16:creationId xmlns:a16="http://schemas.microsoft.com/office/drawing/2014/main" id="{6E9C6709-291E-4540-A87B-EB8EF596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 管來源；Codex 管檔案、測試與任務</a:t>
            </a:r>
          </a:p>
        </p:txBody>
      </p:sp>
      <p:sp>
        <p:nvSpPr>
          <p:cNvPr id="29" name="text-428">
            <a:extLst xmlns:a="http://schemas.openxmlformats.org/drawingml/2006/main">
              <a:ext uri="{FF2B5EF4-FFF2-40B4-BE49-F238E27FC236}">
                <a16:creationId xmlns:a16="http://schemas.microsoft.com/office/drawing/2014/main" id="{B714EDE4-B5D2-4CEC-9F5F-B45F04363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429">
            <a:extLst xmlns:a="http://schemas.openxmlformats.org/drawingml/2006/main">
              <a:ext uri="{FF2B5EF4-FFF2-40B4-BE49-F238E27FC236}">
                <a16:creationId xmlns:a16="http://schemas.microsoft.com/office/drawing/2014/main" id="{4A4A94EC-0355-4C79-8AA0-FB2EBE4FE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430">
            <a:extLst xmlns:a="http://schemas.openxmlformats.org/drawingml/2006/main">
              <a:ext uri="{FF2B5EF4-FFF2-40B4-BE49-F238E27FC236}">
                <a16:creationId xmlns:a16="http://schemas.microsoft.com/office/drawing/2014/main" id="{CA4B1A58-AAE4-4BB4-A11F-EBBAA2FF0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431">
            <a:extLst xmlns:a="http://schemas.openxmlformats.org/drawingml/2006/main">
              <a:ext uri="{FF2B5EF4-FFF2-40B4-BE49-F238E27FC236}">
                <a16:creationId xmlns:a16="http://schemas.microsoft.com/office/drawing/2014/main" id="{0F336151-55A3-40B1-8BBD-D4BCB887A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432">
            <a:extLst xmlns:a="http://schemas.openxmlformats.org/drawingml/2006/main">
              <a:ext uri="{FF2B5EF4-FFF2-40B4-BE49-F238E27FC236}">
                <a16:creationId xmlns:a16="http://schemas.microsoft.com/office/drawing/2014/main" id="{8AD31120-A9C2-404F-A274-AFEA9D00D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做成成果</a:t>
            </a:r>
          </a:p>
        </p:txBody>
      </p:sp>
      <p:sp>
        <p:nvSpPr>
          <p:cNvPr id="34" name="text-433">
            <a:extLst xmlns:a="http://schemas.openxmlformats.org/drawingml/2006/main">
              <a:ext uri="{FF2B5EF4-FFF2-40B4-BE49-F238E27FC236}">
                <a16:creationId xmlns:a16="http://schemas.microsoft.com/office/drawing/2014/main" id="{08AA4F0D-FB96-498E-9182-D2723DFBE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Gem、Canvas、網站或可追查交付</a:t>
            </a:r>
          </a:p>
        </p:txBody>
      </p:sp>
      <p:sp>
        <p:nvSpPr>
          <p:cNvPr id="35" name="text-434">
            <a:extLst xmlns:a="http://schemas.openxmlformats.org/drawingml/2006/main">
              <a:ext uri="{FF2B5EF4-FFF2-40B4-BE49-F238E27FC236}">
                <a16:creationId xmlns:a16="http://schemas.microsoft.com/office/drawing/2014/main" id="{E3EF59C1-32A7-4488-9A66-9A99A96747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6" name="text-959">
            <a:extLst xmlns:a="http://schemas.openxmlformats.org/drawingml/2006/main">
              <a:ext uri="{FF2B5EF4-FFF2-40B4-BE49-F238E27FC236}">
                <a16:creationId xmlns:a16="http://schemas.microsoft.com/office/drawing/2014/main" id="{CE9E40F8-0C50-46C4-8829-B16F0376D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2a9aabfb4804b6c"/>
              </a:rPr>
              <a:t>Typeless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c4753e3d41e431c"/>
              </a:rPr>
              <a:t>Codex Voice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c04d85f34ec45c3"/>
              </a:rPr>
              <a:t>Gemini Notebook ↗</a:t>
            </a:r>
          </a:p>
        </p:txBody>
      </p:sp>
      <p:sp>
        <p:nvSpPr>
          <p:cNvPr id="37" name="shape-998">
            <a:extLst xmlns:a="http://schemas.openxmlformats.org/drawingml/2006/main">
              <a:ext uri="{FF2B5EF4-FFF2-40B4-BE49-F238E27FC236}">
                <a16:creationId xmlns:a16="http://schemas.microsoft.com/office/drawing/2014/main" id="{D1CC6C23-BF8D-4393-AE26-949B03536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33ba8eb1b84167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9" name="text-999">
            <a:extLst xmlns:a="http://schemas.openxmlformats.org/drawingml/2006/main">
              <a:ext uri="{FF2B5EF4-FFF2-40B4-BE49-F238E27FC236}">
                <a16:creationId xmlns:a16="http://schemas.microsoft.com/office/drawing/2014/main" id="{E53C1CBB-C318-48E7-ADBF-A6CA1FDF3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Typeless</a:t>
            </a:r>
          </a:p>
        </p:txBody>
      </p:sp>
      <p:pic>
        <p:nvPicPr>
          <p:cNvPr id="8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63649d5bb8493d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41" name="text-1000">
            <a:extLst xmlns:a="http://schemas.openxmlformats.org/drawingml/2006/main">
              <a:ext uri="{FF2B5EF4-FFF2-40B4-BE49-F238E27FC236}">
                <a16:creationId xmlns:a16="http://schemas.microsoft.com/office/drawing/2014/main" id="{A2CA5307-E29E-4123-BC3F-97EC7C3A6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74818545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435">
            <a:extLst xmlns:a="http://schemas.openxmlformats.org/drawingml/2006/main">
              <a:ext uri="{FF2B5EF4-FFF2-40B4-BE49-F238E27FC236}">
                <a16:creationId xmlns:a16="http://schemas.microsoft.com/office/drawing/2014/main" id="{A1612B0E-66DB-4EC3-B3B3-68260FC04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THE TEACHING STUDIO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97A1F10-5639-4F17-8D58-24A4BA853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一條完整產線，四個工具各司其職</a:t>
            </a:r>
          </a:p>
        </p:txBody>
      </p:sp>
      <p:cxnSp>
        <p:nvCxnSpPr>
          <p:cNvPr id="38" name="shape-4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37">
            <a:extLst xmlns:a="http://schemas.openxmlformats.org/drawingml/2006/main">
              <a:ext uri="{FF2B5EF4-FFF2-40B4-BE49-F238E27FC236}">
                <a16:creationId xmlns:a16="http://schemas.microsoft.com/office/drawing/2014/main" id="{1419435B-33A1-4E7A-8AD3-89DDA76A8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7591E12-6B1F-4058-B73D-51D435EE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438">
            <a:extLst xmlns:a="http://schemas.openxmlformats.org/drawingml/2006/main">
              <a:ext uri="{FF2B5EF4-FFF2-40B4-BE49-F238E27FC236}">
                <a16:creationId xmlns:a16="http://schemas.microsoft.com/office/drawing/2014/main" id="{0E370E55-7D47-4F16-AA9E-C571C72AC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39">
            <a:extLst xmlns:a="http://schemas.openxmlformats.org/drawingml/2006/main">
              <a:ext uri="{FF2B5EF4-FFF2-40B4-BE49-F238E27FC236}">
                <a16:creationId xmlns:a16="http://schemas.microsoft.com/office/drawing/2014/main" id="{F95E60F9-9B8E-4663-AFF2-F87C4DA81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40">
            <a:extLst xmlns:a="http://schemas.openxmlformats.org/drawingml/2006/main">
              <a:ext uri="{FF2B5EF4-FFF2-40B4-BE49-F238E27FC236}">
                <a16:creationId xmlns:a16="http://schemas.microsoft.com/office/drawing/2014/main" id="{8A7FB9FE-8DAE-404C-8A87-0D08CC3E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41">
            <a:extLst xmlns:a="http://schemas.openxmlformats.org/drawingml/2006/main">
              <a:ext uri="{FF2B5EF4-FFF2-40B4-BE49-F238E27FC236}">
                <a16:creationId xmlns:a16="http://schemas.microsoft.com/office/drawing/2014/main" id="{ECBF7412-092B-411D-BD53-B7AA37812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10" name="text-442">
            <a:extLst xmlns:a="http://schemas.openxmlformats.org/drawingml/2006/main">
              <a:ext uri="{FF2B5EF4-FFF2-40B4-BE49-F238E27FC236}">
                <a16:creationId xmlns:a16="http://schemas.microsoft.com/office/drawing/2014/main" id="{30A8C904-2474-48BF-98D3-910575F54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課綱、論文、講義、網站</a:t>
            </a:r>
          </a:p>
        </p:txBody>
      </p:sp>
      <p:sp>
        <p:nvSpPr>
          <p:cNvPr id="11" name="text-443">
            <a:extLst xmlns:a="http://schemas.openxmlformats.org/drawingml/2006/main">
              <a:ext uri="{FF2B5EF4-FFF2-40B4-BE49-F238E27FC236}">
                <a16:creationId xmlns:a16="http://schemas.microsoft.com/office/drawing/2014/main" id="{A2508A11-6178-4B6E-B513-DE6E86E1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444">
            <a:extLst xmlns:a="http://schemas.openxmlformats.org/drawingml/2006/main">
              <a:ext uri="{FF2B5EF4-FFF2-40B4-BE49-F238E27FC236}">
                <a16:creationId xmlns:a16="http://schemas.microsoft.com/office/drawing/2014/main" id="{CC239B14-244B-49CE-9B85-5BAA57B23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445">
            <a:extLst xmlns:a="http://schemas.openxmlformats.org/drawingml/2006/main">
              <a:ext uri="{FF2B5EF4-FFF2-40B4-BE49-F238E27FC236}">
                <a16:creationId xmlns:a16="http://schemas.microsoft.com/office/drawing/2014/main" id="{1E83B74B-E9E7-4FEF-9533-A316BDD39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446">
            <a:extLst xmlns:a="http://schemas.openxmlformats.org/drawingml/2006/main">
              <a:ext uri="{FF2B5EF4-FFF2-40B4-BE49-F238E27FC236}">
                <a16:creationId xmlns:a16="http://schemas.microsoft.com/office/drawing/2014/main" id="{3CA86B67-10E4-4730-90AA-8996A78D0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447">
            <a:extLst xmlns:a="http://schemas.openxmlformats.org/drawingml/2006/main">
              <a:ext uri="{FF2B5EF4-FFF2-40B4-BE49-F238E27FC236}">
                <a16:creationId xmlns:a16="http://schemas.microsoft.com/office/drawing/2014/main" id="{A09596DB-B049-4529-832E-115CD17C5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6" name="text-448">
            <a:extLst xmlns:a="http://schemas.openxmlformats.org/drawingml/2006/main">
              <a:ext uri="{FF2B5EF4-FFF2-40B4-BE49-F238E27FC236}">
                <a16:creationId xmlns:a16="http://schemas.microsoft.com/office/drawing/2014/main" id="{B13E9575-555F-4828-9FF7-E6BEDED20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查證、整理、轉化</a:t>
            </a:r>
          </a:p>
        </p:txBody>
      </p:sp>
      <p:sp>
        <p:nvSpPr>
          <p:cNvPr id="17" name="text-449">
            <a:extLst xmlns:a="http://schemas.openxmlformats.org/drawingml/2006/main">
              <a:ext uri="{FF2B5EF4-FFF2-40B4-BE49-F238E27FC236}">
                <a16:creationId xmlns:a16="http://schemas.microsoft.com/office/drawing/2014/main" id="{28CDDDB4-CE60-44BE-8603-D0A4FCA15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50">
            <a:extLst xmlns:a="http://schemas.openxmlformats.org/drawingml/2006/main">
              <a:ext uri="{FF2B5EF4-FFF2-40B4-BE49-F238E27FC236}">
                <a16:creationId xmlns:a16="http://schemas.microsoft.com/office/drawing/2014/main" id="{D2709708-6969-4B0E-8832-DBF634D16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451">
            <a:extLst xmlns:a="http://schemas.openxmlformats.org/drawingml/2006/main">
              <a:ext uri="{FF2B5EF4-FFF2-40B4-BE49-F238E27FC236}">
                <a16:creationId xmlns:a16="http://schemas.microsoft.com/office/drawing/2014/main" id="{A85454AC-92BE-481B-A4A5-3546BEAF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52">
            <a:extLst xmlns:a="http://schemas.openxmlformats.org/drawingml/2006/main">
              <a:ext uri="{FF2B5EF4-FFF2-40B4-BE49-F238E27FC236}">
                <a16:creationId xmlns:a16="http://schemas.microsoft.com/office/drawing/2014/main" id="{137516EA-FF9A-465F-8AB5-134EAE02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53">
            <a:extLst xmlns:a="http://schemas.openxmlformats.org/drawingml/2006/main">
              <a:ext uri="{FF2B5EF4-FFF2-40B4-BE49-F238E27FC236}">
                <a16:creationId xmlns:a16="http://schemas.microsoft.com/office/drawing/2014/main" id="{DC779ED1-4F88-4AD7-96B6-096E84DA1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454">
            <a:extLst xmlns:a="http://schemas.openxmlformats.org/drawingml/2006/main">
              <a:ext uri="{FF2B5EF4-FFF2-40B4-BE49-F238E27FC236}">
                <a16:creationId xmlns:a16="http://schemas.microsoft.com/office/drawing/2014/main" id="{DA947A0C-6294-4223-B4FF-7DC3C9E6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固定角色與方法</a:t>
            </a:r>
          </a:p>
        </p:txBody>
      </p:sp>
      <p:sp>
        <p:nvSpPr>
          <p:cNvPr id="23" name="text-455">
            <a:extLst xmlns:a="http://schemas.openxmlformats.org/drawingml/2006/main">
              <a:ext uri="{FF2B5EF4-FFF2-40B4-BE49-F238E27FC236}">
                <a16:creationId xmlns:a16="http://schemas.microsoft.com/office/drawing/2014/main" id="{A0A1C16C-B4B0-478A-A5C2-E1B3D8D2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56">
            <a:extLst xmlns:a="http://schemas.openxmlformats.org/drawingml/2006/main">
              <a:ext uri="{FF2B5EF4-FFF2-40B4-BE49-F238E27FC236}">
                <a16:creationId xmlns:a16="http://schemas.microsoft.com/office/drawing/2014/main" id="{CF77C96E-E810-4C59-B557-7933E121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457">
            <a:extLst xmlns:a="http://schemas.openxmlformats.org/drawingml/2006/main">
              <a:ext uri="{FF2B5EF4-FFF2-40B4-BE49-F238E27FC236}">
                <a16:creationId xmlns:a16="http://schemas.microsoft.com/office/drawing/2014/main" id="{21976074-A671-4031-B95C-729ADD9EF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458">
            <a:extLst xmlns:a="http://schemas.openxmlformats.org/drawingml/2006/main">
              <a:ext uri="{FF2B5EF4-FFF2-40B4-BE49-F238E27FC236}">
                <a16:creationId xmlns:a16="http://schemas.microsoft.com/office/drawing/2014/main" id="{2563FDA8-F19A-4352-A4E8-8D7485D2E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459">
            <a:extLst xmlns:a="http://schemas.openxmlformats.org/drawingml/2006/main">
              <a:ext uri="{FF2B5EF4-FFF2-40B4-BE49-F238E27FC236}">
                <a16:creationId xmlns:a16="http://schemas.microsoft.com/office/drawing/2014/main" id="{8A5A1137-8910-435B-B8C4-931CAE597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8" name="text-460">
            <a:extLst xmlns:a="http://schemas.openxmlformats.org/drawingml/2006/main">
              <a:ext uri="{FF2B5EF4-FFF2-40B4-BE49-F238E27FC236}">
                <a16:creationId xmlns:a16="http://schemas.microsoft.com/office/drawing/2014/main" id="{385D7A84-D51D-475F-8C10-7D0D20E51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做出互動作品</a:t>
            </a:r>
          </a:p>
        </p:txBody>
      </p:sp>
      <p:sp>
        <p:nvSpPr>
          <p:cNvPr id="29" name="text-461">
            <a:extLst xmlns:a="http://schemas.openxmlformats.org/drawingml/2006/main">
              <a:ext uri="{FF2B5EF4-FFF2-40B4-BE49-F238E27FC236}">
                <a16:creationId xmlns:a16="http://schemas.microsoft.com/office/drawing/2014/main" id="{9B225FB8-BAD1-481C-83EC-895E22C08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462">
            <a:extLst xmlns:a="http://schemas.openxmlformats.org/drawingml/2006/main">
              <a:ext uri="{FF2B5EF4-FFF2-40B4-BE49-F238E27FC236}">
                <a16:creationId xmlns:a16="http://schemas.microsoft.com/office/drawing/2014/main" id="{00C9501A-8D8D-4500-ACD5-9982D644B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shape-463">
            <a:extLst xmlns:a="http://schemas.openxmlformats.org/drawingml/2006/main">
              <a:ext uri="{FF2B5EF4-FFF2-40B4-BE49-F238E27FC236}">
                <a16:creationId xmlns:a16="http://schemas.microsoft.com/office/drawing/2014/main" id="{B030241C-EDBB-4EF5-96F5-8959A1688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464">
            <a:extLst xmlns:a="http://schemas.openxmlformats.org/drawingml/2006/main">
              <a:ext uri="{FF2B5EF4-FFF2-40B4-BE49-F238E27FC236}">
                <a16:creationId xmlns:a16="http://schemas.microsoft.com/office/drawing/2014/main" id="{2935D353-1954-41DE-AC16-1A78194A4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465">
            <a:extLst xmlns:a="http://schemas.openxmlformats.org/drawingml/2006/main">
              <a:ext uri="{FF2B5EF4-FFF2-40B4-BE49-F238E27FC236}">
                <a16:creationId xmlns:a16="http://schemas.microsoft.com/office/drawing/2014/main" id="{D84D899D-A9C0-44B2-B78E-CAF0EBA8F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</a:t>
            </a:r>
          </a:p>
        </p:txBody>
      </p:sp>
      <p:sp>
        <p:nvSpPr>
          <p:cNvPr id="34" name="text-466">
            <a:extLst xmlns:a="http://schemas.openxmlformats.org/drawingml/2006/main">
              <a:ext uri="{FF2B5EF4-FFF2-40B4-BE49-F238E27FC236}">
                <a16:creationId xmlns:a16="http://schemas.microsoft.com/office/drawing/2014/main" id="{D88E5020-8E23-4662-B10C-822DC4750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分享、收集回饋</a:t>
            </a:r>
          </a:p>
        </p:txBody>
      </p:sp>
      <p:sp>
        <p:nvSpPr>
          <p:cNvPr id="35" name="text-467">
            <a:extLst xmlns:a="http://schemas.openxmlformats.org/drawingml/2006/main">
              <a:ext uri="{FF2B5EF4-FFF2-40B4-BE49-F238E27FC236}">
                <a16:creationId xmlns:a16="http://schemas.microsoft.com/office/drawing/2014/main" id="{77EA4619-04E1-4C52-9AD0-6FFFB05EB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31237472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468">
            <a:extLst xmlns:a="http://schemas.openxmlformats.org/drawingml/2006/main">
              <a:ext uri="{FF2B5EF4-FFF2-40B4-BE49-F238E27FC236}">
                <a16:creationId xmlns:a16="http://schemas.microsoft.com/office/drawing/2014/main" id="{81FB1F5F-8CCC-4717-952B-40074CD12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469">
            <a:extLst xmlns:a="http://schemas.openxmlformats.org/drawingml/2006/main">
              <a:ext uri="{FF2B5EF4-FFF2-40B4-BE49-F238E27FC236}">
                <a16:creationId xmlns:a16="http://schemas.microsoft.com/office/drawing/2014/main" id="{41CAA84A-0B52-49FA-AB5C-ABAC4BD50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3" name="text-470">
            <a:extLst xmlns:a="http://schemas.openxmlformats.org/drawingml/2006/main">
              <a:ext uri="{FF2B5EF4-FFF2-40B4-BE49-F238E27FC236}">
                <a16:creationId xmlns:a16="http://schemas.microsoft.com/office/drawing/2014/main" id="{CA2D7F98-9438-43A0-8075-260F27BCE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AI 的回答綁在你選定的來源上，讓文獻整理、觀點比較與教學轉化都有跡可循。</a:t>
            </a:r>
          </a:p>
        </p:txBody>
      </p:sp>
      <p:sp>
        <p:nvSpPr>
          <p:cNvPr id="4" name="shape-471">
            <a:extLst xmlns:a="http://schemas.openxmlformats.org/drawingml/2006/main">
              <a:ext uri="{FF2B5EF4-FFF2-40B4-BE49-F238E27FC236}">
                <a16:creationId xmlns:a16="http://schemas.microsoft.com/office/drawing/2014/main" id="{2C1944BE-CD31-4879-AB5A-4DB22547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472">
            <a:extLst xmlns:a="http://schemas.openxmlformats.org/drawingml/2006/main">
              <a:ext uri="{FF2B5EF4-FFF2-40B4-BE49-F238E27FC236}">
                <a16:creationId xmlns:a16="http://schemas.microsoft.com/office/drawing/2014/main" id="{FE769CC8-D1C0-483D-B76D-EAA8819A2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47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474">
            <a:extLst xmlns:a="http://schemas.openxmlformats.org/drawingml/2006/main">
              <a:ext uri="{FF2B5EF4-FFF2-40B4-BE49-F238E27FC236}">
                <a16:creationId xmlns:a16="http://schemas.microsoft.com/office/drawing/2014/main" id="{A86DB712-2871-4715-91F8-101702665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DC199FF-8C14-4279-851A-7466886EC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9" name="text-960">
            <a:extLst xmlns:a="http://schemas.openxmlformats.org/drawingml/2006/main">
              <a:ext uri="{FF2B5EF4-FFF2-40B4-BE49-F238E27FC236}">
                <a16:creationId xmlns:a16="http://schemas.microsoft.com/office/drawing/2014/main" id="{B7BF6C52-518B-433E-89F2-C236B3F18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f7a9673842d4e0c"/>
              </a:rPr>
              <a:t>開啟 Gemini Notebook ↗</a:t>
            </a:r>
          </a:p>
        </p:txBody>
      </p:sp>
      <p:sp>
        <p:nvSpPr>
          <p:cNvPr id="10" name="shape-1001">
            <a:extLst xmlns:a="http://schemas.openxmlformats.org/drawingml/2006/main">
              <a:ext uri="{FF2B5EF4-FFF2-40B4-BE49-F238E27FC236}">
                <a16:creationId xmlns:a16="http://schemas.microsoft.com/office/drawing/2014/main" id="{D68C133A-0F06-4E47-93D3-0B93CE7E4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98cbb551b74ce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002">
            <a:extLst xmlns:a="http://schemas.openxmlformats.org/drawingml/2006/main">
              <a:ext uri="{FF2B5EF4-FFF2-40B4-BE49-F238E27FC236}">
                <a16:creationId xmlns:a16="http://schemas.microsoft.com/office/drawing/2014/main" id="{D63667E1-109F-40BA-8714-CC2C0E9FC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39271617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475">
            <a:extLst xmlns:a="http://schemas.openxmlformats.org/drawingml/2006/main">
              <a:ext uri="{FF2B5EF4-FFF2-40B4-BE49-F238E27FC236}">
                <a16:creationId xmlns:a16="http://schemas.microsoft.com/office/drawing/2014/main" id="{8EBD63A7-DBF3-444E-BFB8-CEBF58AE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SOURCE-GROUNDED WORKSPACE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221D9A0-8771-41B4-B97B-C9B1BFDF8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Notebook：先管理證據，再生成內容</a:t>
            </a:r>
          </a:p>
        </p:txBody>
      </p:sp>
      <p:cxnSp>
        <p:nvCxnSpPr>
          <p:cNvPr id="24" name="shape-47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77">
            <a:extLst xmlns:a="http://schemas.openxmlformats.org/drawingml/2006/main">
              <a:ext uri="{FF2B5EF4-FFF2-40B4-BE49-F238E27FC236}">
                <a16:creationId xmlns:a16="http://schemas.microsoft.com/office/drawing/2014/main" id="{1489791F-F23F-4361-90FD-69A58E111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43D7932-1B4A-4222-8647-B60ABDF60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478">
            <a:extLst xmlns:a="http://schemas.openxmlformats.org/drawingml/2006/main">
              <a:ext uri="{FF2B5EF4-FFF2-40B4-BE49-F238E27FC236}">
                <a16:creationId xmlns:a16="http://schemas.microsoft.com/office/drawing/2014/main" id="{E3ECD46E-BE0F-4DB4-8C96-D4B964F84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79">
            <a:extLst xmlns:a="http://schemas.openxmlformats.org/drawingml/2006/main">
              <a:ext uri="{FF2B5EF4-FFF2-40B4-BE49-F238E27FC236}">
                <a16:creationId xmlns:a16="http://schemas.microsoft.com/office/drawing/2014/main" id="{2DB09A7B-A1F0-4555-9C34-8154E24DD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480">
            <a:extLst xmlns:a="http://schemas.openxmlformats.org/drawingml/2006/main">
              <a:ext uri="{FF2B5EF4-FFF2-40B4-BE49-F238E27FC236}">
                <a16:creationId xmlns:a16="http://schemas.microsoft.com/office/drawing/2014/main" id="{D5D514F1-7A50-4CEC-9B3C-3EEB9AE4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一般聊天</a:t>
            </a:r>
          </a:p>
        </p:txBody>
      </p:sp>
      <p:sp>
        <p:nvSpPr>
          <p:cNvPr id="9" name="text-481">
            <a:extLst xmlns:a="http://schemas.openxmlformats.org/drawingml/2006/main">
              <a:ext uri="{FF2B5EF4-FFF2-40B4-BE49-F238E27FC236}">
                <a16:creationId xmlns:a16="http://schemas.microsoft.com/office/drawing/2014/main" id="{89D15CEC-1011-46DA-AF52-678D2928D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問題先出現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來源可能來自模型既有知識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需要自行追查依據</a:t>
            </a:r>
          </a:p>
        </p:txBody>
      </p:sp>
      <p:sp>
        <p:nvSpPr>
          <p:cNvPr id="10" name="text-482">
            <a:extLst xmlns:a="http://schemas.openxmlformats.org/drawingml/2006/main">
              <a:ext uri="{FF2B5EF4-FFF2-40B4-BE49-F238E27FC236}">
                <a16:creationId xmlns:a16="http://schemas.microsoft.com/office/drawing/2014/main" id="{ABD2B786-8E7B-48FA-8D77-AE97951E5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11" name="text-483">
            <a:extLst xmlns:a="http://schemas.openxmlformats.org/drawingml/2006/main">
              <a:ext uri="{FF2B5EF4-FFF2-40B4-BE49-F238E27FC236}">
                <a16:creationId xmlns:a16="http://schemas.microsoft.com/office/drawing/2014/main" id="{4523DACD-50B9-4324-8ED7-CB935D513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來源先進入筆記本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依使用者提供的來源回答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可回到引用位置檢查</a:t>
            </a:r>
          </a:p>
        </p:txBody>
      </p:sp>
      <p:sp>
        <p:nvSpPr>
          <p:cNvPr id="12" name="text-484">
            <a:extLst xmlns:a="http://schemas.openxmlformats.org/drawingml/2006/main">
              <a:ext uri="{FF2B5EF4-FFF2-40B4-BE49-F238E27FC236}">
                <a16:creationId xmlns:a16="http://schemas.microsoft.com/office/drawing/2014/main" id="{BD77C94C-6164-4E98-A268-A08E31505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3" name="text-485">
            <a:extLst xmlns:a="http://schemas.openxmlformats.org/drawingml/2006/main">
              <a:ext uri="{FF2B5EF4-FFF2-40B4-BE49-F238E27FC236}">
                <a16:creationId xmlns:a16="http://schemas.microsoft.com/office/drawing/2014/main" id="{E7541579-F376-44FA-A045-7008BA585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4" name="text-486">
            <a:extLst xmlns:a="http://schemas.openxmlformats.org/drawingml/2006/main">
              <a:ext uri="{FF2B5EF4-FFF2-40B4-BE49-F238E27FC236}">
                <a16:creationId xmlns:a16="http://schemas.microsoft.com/office/drawing/2014/main" id="{FEDD54F7-B89E-4D59-AEA2-A7CB554C8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原文</a:t>
            </a:r>
          </a:p>
        </p:txBody>
      </p:sp>
      <p:cxnSp>
        <p:nvCxnSpPr>
          <p:cNvPr id="36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5247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7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1249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sp>
        <p:nvSpPr>
          <p:cNvPr id="17" name="text-487">
            <a:extLst xmlns:a="http://schemas.openxmlformats.org/drawingml/2006/main">
              <a:ext uri="{FF2B5EF4-FFF2-40B4-BE49-F238E27FC236}">
                <a16:creationId xmlns:a16="http://schemas.microsoft.com/office/drawing/2014/main" id="{1188F7B4-DAE3-4DEC-8DD2-C5D4F28DC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435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可追查鏈：回答 → 引用位置 → 原始段落</a:t>
            </a:r>
          </a:p>
        </p:txBody>
      </p:sp>
      <p:sp>
        <p:nvSpPr>
          <p:cNvPr id="18" name="text-961">
            <a:extLst xmlns:a="http://schemas.openxmlformats.org/drawingml/2006/main">
              <a:ext uri="{FF2B5EF4-FFF2-40B4-BE49-F238E27FC236}">
                <a16:creationId xmlns:a16="http://schemas.microsoft.com/office/drawing/2014/main" id="{2A94EAA7-3044-4CB9-9775-629DCB38C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725e944bb134a09"/>
              </a:rPr>
              <a:t>開啟 Gemini Notebook ↗</a:t>
            </a:r>
          </a:p>
        </p:txBody>
      </p:sp>
      <p:sp>
        <p:nvSpPr>
          <p:cNvPr id="19" name="shape-1003">
            <a:extLst xmlns:a="http://schemas.openxmlformats.org/drawingml/2006/main">
              <a:ext uri="{FF2B5EF4-FFF2-40B4-BE49-F238E27FC236}">
                <a16:creationId xmlns:a16="http://schemas.microsoft.com/office/drawing/2014/main" id="{8F37F40C-BEFE-438A-B490-8E47D677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e407b3fc654e9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1004">
            <a:extLst xmlns:a="http://schemas.openxmlformats.org/drawingml/2006/main">
              <a:ext uri="{FF2B5EF4-FFF2-40B4-BE49-F238E27FC236}">
                <a16:creationId xmlns:a16="http://schemas.microsoft.com/office/drawing/2014/main" id="{E0F5B958-799D-416B-BFBE-1DB75A28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3931099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488">
            <a:extLst xmlns:a="http://schemas.openxmlformats.org/drawingml/2006/main">
              <a:ext uri="{FF2B5EF4-FFF2-40B4-BE49-F238E27FC236}">
                <a16:creationId xmlns:a16="http://schemas.microsoft.com/office/drawing/2014/main" id="{4AFC5A66-E871-494B-9135-9DF6A9FDC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 KIT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A8C2AA0-37A1-4D65-9CAA-68833625A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來源包 3–2–1：小而精，先求可用</a:t>
            </a:r>
          </a:p>
        </p:txBody>
      </p:sp>
      <p:cxnSp>
        <p:nvCxnSpPr>
          <p:cNvPr id="24" name="shape-48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90">
            <a:extLst xmlns:a="http://schemas.openxmlformats.org/drawingml/2006/main">
              <a:ext uri="{FF2B5EF4-FFF2-40B4-BE49-F238E27FC236}">
                <a16:creationId xmlns:a16="http://schemas.microsoft.com/office/drawing/2014/main" id="{4A5F4DE6-B4A4-41F0-8AAF-F938AC9A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6B02E7E-343E-49C2-8C1C-8E5026795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491">
            <a:extLst xmlns:a="http://schemas.openxmlformats.org/drawingml/2006/main">
              <a:ext uri="{FF2B5EF4-FFF2-40B4-BE49-F238E27FC236}">
                <a16:creationId xmlns:a16="http://schemas.microsoft.com/office/drawing/2014/main" id="{904E220A-2D84-47F9-8958-976AAF056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92">
            <a:extLst xmlns:a="http://schemas.openxmlformats.org/drawingml/2006/main">
              <a:ext uri="{FF2B5EF4-FFF2-40B4-BE49-F238E27FC236}">
                <a16:creationId xmlns:a16="http://schemas.microsoft.com/office/drawing/2014/main" id="{6CB2B73A-01F2-4E10-A90D-A55E8C094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8" name="text-493">
            <a:extLst xmlns:a="http://schemas.openxmlformats.org/drawingml/2006/main">
              <a:ext uri="{FF2B5EF4-FFF2-40B4-BE49-F238E27FC236}">
                <a16:creationId xmlns:a16="http://schemas.microsoft.com/office/drawing/2014/main" id="{03FFACB0-3876-4950-B3C5-21D20B65E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3 份核心來源</a:t>
            </a:r>
          </a:p>
        </p:txBody>
      </p:sp>
      <p:sp>
        <p:nvSpPr>
          <p:cNvPr id="9" name="text-494">
            <a:extLst xmlns:a="http://schemas.openxmlformats.org/drawingml/2006/main">
              <a:ext uri="{FF2B5EF4-FFF2-40B4-BE49-F238E27FC236}">
                <a16:creationId xmlns:a16="http://schemas.microsoft.com/office/drawing/2014/main" id="{F06F9F33-6F14-4B20-9702-B7713AE0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課程大綱／授課講義／一篇可信研究或政策文件。</a:t>
            </a:r>
          </a:p>
        </p:txBody>
      </p:sp>
      <p:sp>
        <p:nvSpPr>
          <p:cNvPr id="10" name="shape-495">
            <a:extLst xmlns:a="http://schemas.openxmlformats.org/drawingml/2006/main">
              <a:ext uri="{FF2B5EF4-FFF2-40B4-BE49-F238E27FC236}">
                <a16:creationId xmlns:a16="http://schemas.microsoft.com/office/drawing/2014/main" id="{7CFE0FD1-10AF-4708-87DD-624504C8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96">
            <a:extLst xmlns:a="http://schemas.openxmlformats.org/drawingml/2006/main">
              <a:ext uri="{FF2B5EF4-FFF2-40B4-BE49-F238E27FC236}">
                <a16:creationId xmlns:a16="http://schemas.microsoft.com/office/drawing/2014/main" id="{5DB8F6D2-2874-4B70-B5A3-2CED42FC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497">
            <a:extLst xmlns:a="http://schemas.openxmlformats.org/drawingml/2006/main">
              <a:ext uri="{FF2B5EF4-FFF2-40B4-BE49-F238E27FC236}">
                <a16:creationId xmlns:a16="http://schemas.microsoft.com/office/drawing/2014/main" id="{E2D76E5D-B0CB-48EE-91F8-9ABD85FB7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2 種觀點</a:t>
            </a:r>
          </a:p>
        </p:txBody>
      </p:sp>
      <p:sp>
        <p:nvSpPr>
          <p:cNvPr id="13" name="text-498">
            <a:extLst xmlns:a="http://schemas.openxmlformats.org/drawingml/2006/main">
              <a:ext uri="{FF2B5EF4-FFF2-40B4-BE49-F238E27FC236}">
                <a16:creationId xmlns:a16="http://schemas.microsoft.com/office/drawing/2014/main" id="{FB5AE42E-D75C-4273-9222-6C565F985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至少納入互補或相反觀點，避免只有單一聲音。</a:t>
            </a:r>
          </a:p>
        </p:txBody>
      </p:sp>
      <p:sp>
        <p:nvSpPr>
          <p:cNvPr id="14" name="shape-499">
            <a:extLst xmlns:a="http://schemas.openxmlformats.org/drawingml/2006/main">
              <a:ext uri="{FF2B5EF4-FFF2-40B4-BE49-F238E27FC236}">
                <a16:creationId xmlns:a16="http://schemas.microsoft.com/office/drawing/2014/main" id="{51567EDB-8E75-4A63-9627-B4CCD5046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00">
            <a:extLst xmlns:a="http://schemas.openxmlformats.org/drawingml/2006/main">
              <a:ext uri="{FF2B5EF4-FFF2-40B4-BE49-F238E27FC236}">
                <a16:creationId xmlns:a16="http://schemas.microsoft.com/office/drawing/2014/main" id="{26A304FB-6949-418C-B01D-4D0226B9F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text-501">
            <a:extLst xmlns:a="http://schemas.openxmlformats.org/drawingml/2006/main">
              <a:ext uri="{FF2B5EF4-FFF2-40B4-BE49-F238E27FC236}">
                <a16:creationId xmlns:a16="http://schemas.microsoft.com/office/drawing/2014/main" id="{D14D86AC-F211-496B-8309-7D59B8D80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 個教學目的</a:t>
            </a:r>
          </a:p>
        </p:txBody>
      </p:sp>
      <p:sp>
        <p:nvSpPr>
          <p:cNvPr id="17" name="text-502">
            <a:extLst xmlns:a="http://schemas.openxmlformats.org/drawingml/2006/main">
              <a:ext uri="{FF2B5EF4-FFF2-40B4-BE49-F238E27FC236}">
                <a16:creationId xmlns:a16="http://schemas.microsoft.com/office/drawing/2014/main" id="{5932E3F7-697C-4B9D-BE2A-379CDEBD3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明確指定要產出導讀、活動、評量或回饋。</a:t>
            </a:r>
          </a:p>
        </p:txBody>
      </p:sp>
      <p:sp>
        <p:nvSpPr>
          <p:cNvPr id="18" name="text-962">
            <a:extLst xmlns:a="http://schemas.openxmlformats.org/drawingml/2006/main">
              <a:ext uri="{FF2B5EF4-FFF2-40B4-BE49-F238E27FC236}">
                <a16:creationId xmlns:a16="http://schemas.microsoft.com/office/drawing/2014/main" id="{CFE3EF50-632F-4BF8-83D7-02703B37F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6376df9f7654cf4"/>
              </a:rPr>
              <a:t>開啟 Gemini Notebook ↗</a:t>
            </a:r>
          </a:p>
        </p:txBody>
      </p:sp>
      <p:sp>
        <p:nvSpPr>
          <p:cNvPr id="19" name="shape-1005">
            <a:extLst xmlns:a="http://schemas.openxmlformats.org/drawingml/2006/main">
              <a:ext uri="{FF2B5EF4-FFF2-40B4-BE49-F238E27FC236}">
                <a16:creationId xmlns:a16="http://schemas.microsoft.com/office/drawing/2014/main" id="{5734E47E-8C69-4F8F-8FC1-ED7661E88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d5231281cd0417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1006">
            <a:extLst xmlns:a="http://schemas.openxmlformats.org/drawingml/2006/main">
              <a:ext uri="{FF2B5EF4-FFF2-40B4-BE49-F238E27FC236}">
                <a16:creationId xmlns:a16="http://schemas.microsoft.com/office/drawing/2014/main" id="{6F8A9AF0-9409-4E93-9EED-C41FA884E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065194951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503">
            <a:extLst xmlns:a="http://schemas.openxmlformats.org/drawingml/2006/main">
              <a:ext uri="{FF2B5EF4-FFF2-40B4-BE49-F238E27FC236}">
                <a16:creationId xmlns:a16="http://schemas.microsoft.com/office/drawing/2014/main" id="{794DD1B4-2265-4FC5-A542-6CA43DCB3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GITHUB × GEMINI NOTEBOOK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B6D328F-6F3A-4315-BBEC-3C0A0B460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示範：教學駕駛艙 × Gemini Notebook</a:t>
            </a:r>
          </a:p>
        </p:txBody>
      </p:sp>
      <p:cxnSp>
        <p:nvCxnSpPr>
          <p:cNvPr id="40" name="shape-5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05">
            <a:extLst xmlns:a="http://schemas.openxmlformats.org/drawingml/2006/main">
              <a:ext uri="{FF2B5EF4-FFF2-40B4-BE49-F238E27FC236}">
                <a16:creationId xmlns:a16="http://schemas.microsoft.com/office/drawing/2014/main" id="{FEAF90A7-9B67-42D7-8D5D-DF3F23FF0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6525874-587B-4F60-9BEB-9DB92AA4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shape-506">
            <a:extLst xmlns:a="http://schemas.openxmlformats.org/drawingml/2006/main">
              <a:ext uri="{FF2B5EF4-FFF2-40B4-BE49-F238E27FC236}">
                <a16:creationId xmlns:a16="http://schemas.microsoft.com/office/drawing/2014/main" id="{453B5B40-171D-4171-8CB9-A15206026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507">
            <a:extLst xmlns:a="http://schemas.openxmlformats.org/drawingml/2006/main">
              <a:ext uri="{FF2B5EF4-FFF2-40B4-BE49-F238E27FC236}">
                <a16:creationId xmlns:a16="http://schemas.microsoft.com/office/drawing/2014/main" id="{FEAC1A99-60EF-4C87-B028-8459CEC6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08">
            <a:extLst xmlns:a="http://schemas.openxmlformats.org/drawingml/2006/main">
              <a:ext uri="{FF2B5EF4-FFF2-40B4-BE49-F238E27FC236}">
                <a16:creationId xmlns:a16="http://schemas.microsoft.com/office/drawing/2014/main" id="{84089C83-AEA2-41D9-8BCA-C4F370AD9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09">
            <a:extLst xmlns:a="http://schemas.openxmlformats.org/drawingml/2006/main">
              <a:ext uri="{FF2B5EF4-FFF2-40B4-BE49-F238E27FC236}">
                <a16:creationId xmlns:a16="http://schemas.microsoft.com/office/drawing/2014/main" id="{3C9D4EB6-EB86-4419-B088-984688C59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開啟資源</a:t>
            </a:r>
          </a:p>
        </p:txBody>
      </p:sp>
      <p:sp>
        <p:nvSpPr>
          <p:cNvPr id="10" name="text-510">
            <a:extLst xmlns:a="http://schemas.openxmlformats.org/drawingml/2006/main">
              <a:ext uri="{FF2B5EF4-FFF2-40B4-BE49-F238E27FC236}">
                <a16:creationId xmlns:a16="http://schemas.microsoft.com/office/drawing/2014/main" id="{6F1C8CB1-71D7-4B46-960C-82ACA24B7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 it-cockpit 的 README、目錄與單元頁</a:t>
            </a:r>
          </a:p>
        </p:txBody>
      </p:sp>
      <p:sp>
        <p:nvSpPr>
          <p:cNvPr id="11" name="text-511">
            <a:extLst xmlns:a="http://schemas.openxmlformats.org/drawingml/2006/main">
              <a:ext uri="{FF2B5EF4-FFF2-40B4-BE49-F238E27FC236}">
                <a16:creationId xmlns:a16="http://schemas.microsoft.com/office/drawing/2014/main" id="{6DF12F35-B023-4543-A8B4-2B146345A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12">
            <a:extLst xmlns:a="http://schemas.openxmlformats.org/drawingml/2006/main">
              <a:ext uri="{FF2B5EF4-FFF2-40B4-BE49-F238E27FC236}">
                <a16:creationId xmlns:a16="http://schemas.microsoft.com/office/drawing/2014/main" id="{7ACDA686-697F-4EE1-BFDD-7DD71362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513">
            <a:extLst xmlns:a="http://schemas.openxmlformats.org/drawingml/2006/main">
              <a:ext uri="{FF2B5EF4-FFF2-40B4-BE49-F238E27FC236}">
                <a16:creationId xmlns:a16="http://schemas.microsoft.com/office/drawing/2014/main" id="{3718C24F-71F9-4CB6-94B2-F781584F2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14">
            <a:extLst xmlns:a="http://schemas.openxmlformats.org/drawingml/2006/main">
              <a:ext uri="{FF2B5EF4-FFF2-40B4-BE49-F238E27FC236}">
                <a16:creationId xmlns:a16="http://schemas.microsoft.com/office/drawing/2014/main" id="{313DC968-757E-4D08-A961-6CF467549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15">
            <a:extLst xmlns:a="http://schemas.openxmlformats.org/drawingml/2006/main">
              <a:ext uri="{FF2B5EF4-FFF2-40B4-BE49-F238E27FC236}">
                <a16:creationId xmlns:a16="http://schemas.microsoft.com/office/drawing/2014/main" id="{B55D4F94-8FC1-4CA6-AB1C-39BCE66D2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挑選來源</a:t>
            </a:r>
          </a:p>
        </p:txBody>
      </p:sp>
      <p:sp>
        <p:nvSpPr>
          <p:cNvPr id="16" name="text-516">
            <a:extLst xmlns:a="http://schemas.openxmlformats.org/drawingml/2006/main">
              <a:ext uri="{FF2B5EF4-FFF2-40B4-BE49-F238E27FC236}">
                <a16:creationId xmlns:a16="http://schemas.microsoft.com/office/drawing/2014/main" id="{54C50013-D8C9-4834-90BE-976FA296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選教材、課程說明、影片或互動頁，組成小型來源包</a:t>
            </a:r>
          </a:p>
        </p:txBody>
      </p:sp>
      <p:sp>
        <p:nvSpPr>
          <p:cNvPr id="17" name="text-517">
            <a:extLst xmlns:a="http://schemas.openxmlformats.org/drawingml/2006/main">
              <a:ext uri="{FF2B5EF4-FFF2-40B4-BE49-F238E27FC236}">
                <a16:creationId xmlns:a16="http://schemas.microsoft.com/office/drawing/2014/main" id="{0EB01C10-8430-46AD-821E-AF5B0B62F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18">
            <a:extLst xmlns:a="http://schemas.openxmlformats.org/drawingml/2006/main">
              <a:ext uri="{FF2B5EF4-FFF2-40B4-BE49-F238E27FC236}">
                <a16:creationId xmlns:a16="http://schemas.microsoft.com/office/drawing/2014/main" id="{40DA7565-64BA-4E53-ACAD-974DAB03A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519">
            <a:extLst xmlns:a="http://schemas.openxmlformats.org/drawingml/2006/main">
              <a:ext uri="{FF2B5EF4-FFF2-40B4-BE49-F238E27FC236}">
                <a16:creationId xmlns:a16="http://schemas.microsoft.com/office/drawing/2014/main" id="{AADB6002-F76F-499F-A0E6-BC0C302E2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20">
            <a:extLst xmlns:a="http://schemas.openxmlformats.org/drawingml/2006/main">
              <a:ext uri="{FF2B5EF4-FFF2-40B4-BE49-F238E27FC236}">
                <a16:creationId xmlns:a16="http://schemas.microsoft.com/office/drawing/2014/main" id="{0ABE0683-3062-4C8E-8E19-AFD2BE7F8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21">
            <a:extLst xmlns:a="http://schemas.openxmlformats.org/drawingml/2006/main">
              <a:ext uri="{FF2B5EF4-FFF2-40B4-BE49-F238E27FC236}">
                <a16:creationId xmlns:a16="http://schemas.microsoft.com/office/drawing/2014/main" id="{8BC06B74-0A31-45E6-9D1C-A38BCA5A0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提問查證</a:t>
            </a:r>
          </a:p>
        </p:txBody>
      </p:sp>
      <p:sp>
        <p:nvSpPr>
          <p:cNvPr id="22" name="text-522">
            <a:extLst xmlns:a="http://schemas.openxmlformats.org/drawingml/2006/main">
              <a:ext uri="{FF2B5EF4-FFF2-40B4-BE49-F238E27FC236}">
                <a16:creationId xmlns:a16="http://schemas.microsoft.com/office/drawing/2014/main" id="{BFFC2965-2132-4898-BEEC-B3D8BA37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請列引用、找差異，也測一題來源中沒有答案的問題</a:t>
            </a:r>
          </a:p>
        </p:txBody>
      </p:sp>
      <p:sp>
        <p:nvSpPr>
          <p:cNvPr id="23" name="text-523">
            <a:extLst xmlns:a="http://schemas.openxmlformats.org/drawingml/2006/main">
              <a:ext uri="{FF2B5EF4-FFF2-40B4-BE49-F238E27FC236}">
                <a16:creationId xmlns:a16="http://schemas.microsoft.com/office/drawing/2014/main" id="{489AD9B5-7608-4706-856D-A670399A7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24">
            <a:extLst xmlns:a="http://schemas.openxmlformats.org/drawingml/2006/main">
              <a:ext uri="{FF2B5EF4-FFF2-40B4-BE49-F238E27FC236}">
                <a16:creationId xmlns:a16="http://schemas.microsoft.com/office/drawing/2014/main" id="{5F8B2231-AA81-4AD9-A045-72C73A3DE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525">
            <a:extLst xmlns:a="http://schemas.openxmlformats.org/drawingml/2006/main">
              <a:ext uri="{FF2B5EF4-FFF2-40B4-BE49-F238E27FC236}">
                <a16:creationId xmlns:a16="http://schemas.microsoft.com/office/drawing/2014/main" id="{9201A89A-EFE0-459F-8994-899672B4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26">
            <a:extLst xmlns:a="http://schemas.openxmlformats.org/drawingml/2006/main">
              <a:ext uri="{FF2B5EF4-FFF2-40B4-BE49-F238E27FC236}">
                <a16:creationId xmlns:a16="http://schemas.microsoft.com/office/drawing/2014/main" id="{C951309B-84C3-448A-9CDA-282463A83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27">
            <a:extLst xmlns:a="http://schemas.openxmlformats.org/drawingml/2006/main">
              <a:ext uri="{FF2B5EF4-FFF2-40B4-BE49-F238E27FC236}">
                <a16:creationId xmlns:a16="http://schemas.microsoft.com/office/drawing/2014/main" id="{2E59753A-AC0C-43CF-8923-8F460153C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轉成教學</a:t>
            </a:r>
          </a:p>
        </p:txBody>
      </p:sp>
      <p:sp>
        <p:nvSpPr>
          <p:cNvPr id="28" name="text-528">
            <a:extLst xmlns:a="http://schemas.openxmlformats.org/drawingml/2006/main">
              <a:ext uri="{FF2B5EF4-FFF2-40B4-BE49-F238E27FC236}">
                <a16:creationId xmlns:a16="http://schemas.microsoft.com/office/drawing/2014/main" id="{272F7EDE-8ABE-4D8D-81D8-7E5867B67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把整理結果轉成導讀、學習單、活動或共備摘要</a:t>
            </a:r>
          </a:p>
        </p:txBody>
      </p:sp>
      <p:sp>
        <p:nvSpPr>
          <p:cNvPr id="29" name="text-529">
            <a:extLst xmlns:a="http://schemas.openxmlformats.org/drawingml/2006/main">
              <a:ext uri="{FF2B5EF4-FFF2-40B4-BE49-F238E27FC236}">
                <a16:creationId xmlns:a16="http://schemas.microsoft.com/office/drawing/2014/main" id="{07C222F1-028A-4167-AC70-BDB6F83FE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966">
            <a:extLst xmlns:a="http://schemas.openxmlformats.org/drawingml/2006/main">
              <a:ext uri="{FF2B5EF4-FFF2-40B4-BE49-F238E27FC236}">
                <a16:creationId xmlns:a16="http://schemas.microsoft.com/office/drawing/2014/main" id="{AFA432BE-BB8D-4BE4-A3FD-664CAB24A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ce7e505176b47db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d3baad80e7945ba"/>
              </a:rPr>
              <a:t>Cockpit GitHub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2885b756c5148bf"/>
              </a:rPr>
              <a:t>Cockpit ↗</a:t>
            </a:r>
          </a:p>
        </p:txBody>
      </p:sp>
      <p:sp>
        <p:nvSpPr>
          <p:cNvPr id="31" name="shape-1013">
            <a:extLst xmlns:a="http://schemas.openxmlformats.org/drawingml/2006/main">
              <a:ext uri="{FF2B5EF4-FFF2-40B4-BE49-F238E27FC236}">
                <a16:creationId xmlns:a16="http://schemas.microsoft.com/office/drawing/2014/main" id="{9661D098-9ED2-4A8D-A8D9-D193A1C17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ba7c8e9b524a7f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3" name="text-1014">
            <a:extLst xmlns:a="http://schemas.openxmlformats.org/drawingml/2006/main">
              <a:ext uri="{FF2B5EF4-FFF2-40B4-BE49-F238E27FC236}">
                <a16:creationId xmlns:a16="http://schemas.microsoft.com/office/drawing/2014/main" id="{82E71208-7107-4EC4-8037-D959ED140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476fab77194936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5" name="text-1015">
            <a:extLst xmlns:a="http://schemas.openxmlformats.org/drawingml/2006/main">
              <a:ext uri="{FF2B5EF4-FFF2-40B4-BE49-F238E27FC236}">
                <a16:creationId xmlns:a16="http://schemas.microsoft.com/office/drawing/2014/main" id="{756C435C-629D-4358-AD5E-1F2A93283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Cockpit GitH</a:t>
            </a:r>
          </a:p>
        </p:txBody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04c4e767ab4cd5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37" name="text-1016">
            <a:extLst xmlns:a="http://schemas.openxmlformats.org/drawingml/2006/main">
              <a:ext uri="{FF2B5EF4-FFF2-40B4-BE49-F238E27FC236}">
                <a16:creationId xmlns:a16="http://schemas.microsoft.com/office/drawing/2014/main" id="{E74B7334-3999-4722-86B6-F51D8ABF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933516544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text-530">
            <a:extLst xmlns:a="http://schemas.openxmlformats.org/drawingml/2006/main">
              <a:ext uri="{FF2B5EF4-FFF2-40B4-BE49-F238E27FC236}">
                <a16:creationId xmlns:a16="http://schemas.microsoft.com/office/drawing/2014/main" id="{D2716453-0344-4980-A7DD-AA4546F6D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695F8AE-BEA8-4C1C-BAD0-414E3AAD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實作一｜教學駕駛艙 × Gemini Notebook</a:t>
            </a:r>
          </a:p>
        </p:txBody>
      </p:sp>
      <p:cxnSp>
        <p:nvCxnSpPr>
          <p:cNvPr id="27" name="shape-53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32">
            <a:extLst xmlns:a="http://schemas.openxmlformats.org/drawingml/2006/main">
              <a:ext uri="{FF2B5EF4-FFF2-40B4-BE49-F238E27FC236}">
                <a16:creationId xmlns:a16="http://schemas.microsoft.com/office/drawing/2014/main" id="{7A932792-5739-4DE8-AF98-0014B5D56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B7A5FEC-1B50-4471-AFBD-6A6966264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text-533">
            <a:extLst xmlns:a="http://schemas.openxmlformats.org/drawingml/2006/main">
              <a:ext uri="{FF2B5EF4-FFF2-40B4-BE49-F238E27FC236}">
                <a16:creationId xmlns:a16="http://schemas.microsoft.com/office/drawing/2014/main" id="{EC9F6399-FCB8-451D-B4D0-875BB407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534">
            <a:extLst xmlns:a="http://schemas.openxmlformats.org/drawingml/2006/main">
              <a:ext uri="{FF2B5EF4-FFF2-40B4-BE49-F238E27FC236}">
                <a16:creationId xmlns:a16="http://schemas.microsoft.com/office/drawing/2014/main" id="{319AABF0-87BF-4D1A-9C90-39EEB497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535">
            <a:extLst xmlns:a="http://schemas.openxmlformats.org/drawingml/2006/main">
              <a:ext uri="{FF2B5EF4-FFF2-40B4-BE49-F238E27FC236}">
                <a16:creationId xmlns:a16="http://schemas.microsoft.com/office/drawing/2014/main" id="{997A87E8-E4D0-4DEB-B07D-28F810EC0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36">
            <a:extLst xmlns:a="http://schemas.openxmlformats.org/drawingml/2006/main">
              <a:ext uri="{FF2B5EF4-FFF2-40B4-BE49-F238E27FC236}">
                <a16:creationId xmlns:a16="http://schemas.microsoft.com/office/drawing/2014/main" id="{53341C77-00AE-4DB3-8430-90408D0E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it-cockpit repo 或公開駕駛艙，選定一個單元</a:t>
            </a:r>
          </a:p>
        </p:txBody>
      </p:sp>
      <p:sp>
        <p:nvSpPr>
          <p:cNvPr id="10" name="text-537">
            <a:extLst xmlns:a="http://schemas.openxmlformats.org/drawingml/2006/main">
              <a:ext uri="{FF2B5EF4-FFF2-40B4-BE49-F238E27FC236}">
                <a16:creationId xmlns:a16="http://schemas.microsoft.com/office/drawing/2014/main" id="{E4599B70-3A4F-4B16-91B3-0587F655E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538">
            <a:extLst xmlns:a="http://schemas.openxmlformats.org/drawingml/2006/main">
              <a:ext uri="{FF2B5EF4-FFF2-40B4-BE49-F238E27FC236}">
                <a16:creationId xmlns:a16="http://schemas.microsoft.com/office/drawing/2014/main" id="{5C907304-1B70-4BF8-9CF7-85551258C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 2–3 份可公開、互相補充的來源</a:t>
            </a:r>
          </a:p>
        </p:txBody>
      </p:sp>
      <p:sp>
        <p:nvSpPr>
          <p:cNvPr id="12" name="text-539">
            <a:extLst xmlns:a="http://schemas.openxmlformats.org/drawingml/2006/main">
              <a:ext uri="{FF2B5EF4-FFF2-40B4-BE49-F238E27FC236}">
                <a16:creationId xmlns:a16="http://schemas.microsoft.com/office/drawing/2014/main" id="{25ED7710-E3BF-4B24-982D-BCBD34AD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540">
            <a:extLst xmlns:a="http://schemas.openxmlformats.org/drawingml/2006/main">
              <a:ext uri="{FF2B5EF4-FFF2-40B4-BE49-F238E27FC236}">
                <a16:creationId xmlns:a16="http://schemas.microsoft.com/office/drawing/2014/main" id="{8849AA8D-B062-4020-8F72-969B12F8D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 1 個理解題與 1 個轉化題</a:t>
            </a:r>
          </a:p>
        </p:txBody>
      </p:sp>
      <p:sp>
        <p:nvSpPr>
          <p:cNvPr id="14" name="text-541">
            <a:extLst xmlns:a="http://schemas.openxmlformats.org/drawingml/2006/main">
              <a:ext uri="{FF2B5EF4-FFF2-40B4-BE49-F238E27FC236}">
                <a16:creationId xmlns:a16="http://schemas.microsoft.com/office/drawing/2014/main" id="{FBAE3A5C-B19E-4C12-9329-17BC636AF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542">
            <a:extLst xmlns:a="http://schemas.openxmlformats.org/drawingml/2006/main">
              <a:ext uri="{FF2B5EF4-FFF2-40B4-BE49-F238E27FC236}">
                <a16:creationId xmlns:a16="http://schemas.microsoft.com/office/drawing/2014/main" id="{974B74E3-2B43-4492-AF5A-33EEE0F19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點開引用，保存一個可用輸出與一個待修正處</a:t>
            </a:r>
          </a:p>
        </p:txBody>
      </p:sp>
      <p:sp>
        <p:nvSpPr>
          <p:cNvPr id="16" name="shape-543">
            <a:extLst xmlns:a="http://schemas.openxmlformats.org/drawingml/2006/main">
              <a:ext uri="{FF2B5EF4-FFF2-40B4-BE49-F238E27FC236}">
                <a16:creationId xmlns:a16="http://schemas.microsoft.com/office/drawing/2014/main" id="{17E41DFB-75B5-4734-832D-AF4F860BF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544">
            <a:extLst xmlns:a="http://schemas.openxmlformats.org/drawingml/2006/main">
              <a:ext uri="{FF2B5EF4-FFF2-40B4-BE49-F238E27FC236}">
                <a16:creationId xmlns:a16="http://schemas.microsoft.com/office/drawing/2014/main" id="{24BB182E-97F3-4277-A77D-28FEB3FD7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545">
            <a:extLst xmlns:a="http://schemas.openxmlformats.org/drawingml/2006/main">
              <a:ext uri="{FF2B5EF4-FFF2-40B4-BE49-F238E27FC236}">
                <a16:creationId xmlns:a16="http://schemas.microsoft.com/office/drawing/2014/main" id="{4E2C9023-A19C-4D83-A61E-992F453C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177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來源來自 GitHub／公開教材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 1 個引用可追查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完成一個能進入課堂的輸出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記錄一個需人工修正的地方</a:t>
            </a:r>
          </a:p>
        </p:txBody>
      </p:sp>
      <p:sp>
        <p:nvSpPr>
          <p:cNvPr id="19" name="text-967">
            <a:extLst xmlns:a="http://schemas.openxmlformats.org/drawingml/2006/main">
              <a:ext uri="{FF2B5EF4-FFF2-40B4-BE49-F238E27FC236}">
                <a16:creationId xmlns:a16="http://schemas.microsoft.com/office/drawing/2014/main" id="{E22B25EB-B6B3-44C8-B022-1D1603FA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1b79d8548a94b2e"/>
              </a:rPr>
              <a:t>Notebook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7e794755389f4480"/>
              </a:rPr>
              <a:t>Cockpit ↗</a:t>
            </a:r>
          </a:p>
        </p:txBody>
      </p:sp>
      <p:sp>
        <p:nvSpPr>
          <p:cNvPr id="20" name="shape-1017">
            <a:extLst xmlns:a="http://schemas.openxmlformats.org/drawingml/2006/main">
              <a:ext uri="{FF2B5EF4-FFF2-40B4-BE49-F238E27FC236}">
                <a16:creationId xmlns:a16="http://schemas.microsoft.com/office/drawing/2014/main" id="{11B31243-1F02-44E4-BBDD-620D7C38D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74115baaea4f41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2" name="text-1018">
            <a:extLst xmlns:a="http://schemas.openxmlformats.org/drawingml/2006/main">
              <a:ext uri="{FF2B5EF4-FFF2-40B4-BE49-F238E27FC236}">
                <a16:creationId xmlns:a16="http://schemas.microsoft.com/office/drawing/2014/main" id="{50916F4D-E0CB-4A4A-82CF-B28259427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12e67d76b9491b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4" name="text-1019">
            <a:extLst xmlns:a="http://schemas.openxmlformats.org/drawingml/2006/main">
              <a:ext uri="{FF2B5EF4-FFF2-40B4-BE49-F238E27FC236}">
                <a16:creationId xmlns:a16="http://schemas.microsoft.com/office/drawing/2014/main" id="{A2201D2C-C4CD-4145-AC49-152E085C2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教學駕駛艙</a:t>
            </a:r>
          </a:p>
        </p:txBody>
      </p:sp>
    </p:spTree>
    <p:extLst>
      <p:ext uri="{BB962C8B-B14F-4D97-AF65-F5344CB8AC3E}">
        <p14:creationId xmlns:p14="http://schemas.microsoft.com/office/powerpoint/2010/main" val="1483419296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546">
            <a:extLst xmlns:a="http://schemas.openxmlformats.org/drawingml/2006/main">
              <a:ext uri="{FF2B5EF4-FFF2-40B4-BE49-F238E27FC236}">
                <a16:creationId xmlns:a16="http://schemas.microsoft.com/office/drawing/2014/main" id="{D590FD3A-402E-432C-B673-FE499BEE6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PROMPT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83841B-5072-415E-9273-33727E77C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三層提問法：從讀懂到能教</a:t>
            </a:r>
          </a:p>
        </p:txBody>
      </p:sp>
      <p:cxnSp>
        <p:nvCxnSpPr>
          <p:cNvPr id="24" name="shape-54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48">
            <a:extLst xmlns:a="http://schemas.openxmlformats.org/drawingml/2006/main">
              <a:ext uri="{FF2B5EF4-FFF2-40B4-BE49-F238E27FC236}">
                <a16:creationId xmlns:a16="http://schemas.microsoft.com/office/drawing/2014/main" id="{8A2A8D6F-51DE-463C-A4FC-EFA7BEE8E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88514B-057E-4986-9DEE-5EA9A4CE4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549">
            <a:extLst xmlns:a="http://schemas.openxmlformats.org/drawingml/2006/main">
              <a:ext uri="{FF2B5EF4-FFF2-40B4-BE49-F238E27FC236}">
                <a16:creationId xmlns:a16="http://schemas.microsoft.com/office/drawing/2014/main" id="{C6BA4029-A75F-4FF1-BB45-2FA0B588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50">
            <a:extLst xmlns:a="http://schemas.openxmlformats.org/drawingml/2006/main">
              <a:ext uri="{FF2B5EF4-FFF2-40B4-BE49-F238E27FC236}">
                <a16:creationId xmlns:a16="http://schemas.microsoft.com/office/drawing/2014/main" id="{195BF7F8-D618-4EF5-95D3-D9C120B6C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551">
            <a:extLst xmlns:a="http://schemas.openxmlformats.org/drawingml/2006/main">
              <a:ext uri="{FF2B5EF4-FFF2-40B4-BE49-F238E27FC236}">
                <a16:creationId xmlns:a16="http://schemas.microsoft.com/office/drawing/2014/main" id="{FC4A8640-7BE0-4929-A730-EB0CCB15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9" name="text-552">
            <a:extLst xmlns:a="http://schemas.openxmlformats.org/drawingml/2006/main">
              <a:ext uri="{FF2B5EF4-FFF2-40B4-BE49-F238E27FC236}">
                <a16:creationId xmlns:a16="http://schemas.microsoft.com/office/drawing/2014/main" id="{C675D855-D282-45C6-8166-F82037FBF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只依來源，用 150 字解釋核心概念；列出 3 個關鍵詞與引用。</a:t>
            </a:r>
          </a:p>
        </p:txBody>
      </p:sp>
      <p:sp>
        <p:nvSpPr>
          <p:cNvPr id="10" name="shape-553">
            <a:extLst xmlns:a="http://schemas.openxmlformats.org/drawingml/2006/main">
              <a:ext uri="{FF2B5EF4-FFF2-40B4-BE49-F238E27FC236}">
                <a16:creationId xmlns:a16="http://schemas.microsoft.com/office/drawing/2014/main" id="{E8E14FB0-ADA3-4D89-90D1-7D1CF1F3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54">
            <a:extLst xmlns:a="http://schemas.openxmlformats.org/drawingml/2006/main">
              <a:ext uri="{FF2B5EF4-FFF2-40B4-BE49-F238E27FC236}">
                <a16:creationId xmlns:a16="http://schemas.microsoft.com/office/drawing/2014/main" id="{60AA8107-306A-4F23-BED7-65A9B02DF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555">
            <a:extLst xmlns:a="http://schemas.openxmlformats.org/drawingml/2006/main">
              <a:ext uri="{FF2B5EF4-FFF2-40B4-BE49-F238E27FC236}">
                <a16:creationId xmlns:a16="http://schemas.microsoft.com/office/drawing/2014/main" id="{7A07312E-661D-4051-95FC-349FBBFAB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</a:t>
            </a:r>
          </a:p>
        </p:txBody>
      </p:sp>
      <p:sp>
        <p:nvSpPr>
          <p:cNvPr id="13" name="text-556">
            <a:extLst xmlns:a="http://schemas.openxmlformats.org/drawingml/2006/main">
              <a:ext uri="{FF2B5EF4-FFF2-40B4-BE49-F238E27FC236}">
                <a16:creationId xmlns:a16="http://schemas.microsoft.com/office/drawing/2014/main" id="{8E7565D1-0631-4ECB-9DD2-E12BADFED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比較來源 A、B 的主張、證據與限制；用表格呈現。</a:t>
            </a:r>
          </a:p>
        </p:txBody>
      </p:sp>
      <p:sp>
        <p:nvSpPr>
          <p:cNvPr id="14" name="shape-557">
            <a:extLst xmlns:a="http://schemas.openxmlformats.org/drawingml/2006/main">
              <a:ext uri="{FF2B5EF4-FFF2-40B4-BE49-F238E27FC236}">
                <a16:creationId xmlns:a16="http://schemas.microsoft.com/office/drawing/2014/main" id="{DD69A043-2C24-46D1-B840-95243A60F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58">
            <a:extLst xmlns:a="http://schemas.openxmlformats.org/drawingml/2006/main">
              <a:ext uri="{FF2B5EF4-FFF2-40B4-BE49-F238E27FC236}">
                <a16:creationId xmlns:a16="http://schemas.microsoft.com/office/drawing/2014/main" id="{89637A71-93F4-4B70-A303-F61DFFCBF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559">
            <a:extLst xmlns:a="http://schemas.openxmlformats.org/drawingml/2006/main">
              <a:ext uri="{FF2B5EF4-FFF2-40B4-BE49-F238E27FC236}">
                <a16:creationId xmlns:a16="http://schemas.microsoft.com/office/drawing/2014/main" id="{AB7E44E0-9993-4C12-95C6-409915CA9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轉化</a:t>
            </a:r>
          </a:p>
        </p:txBody>
      </p:sp>
      <p:sp>
        <p:nvSpPr>
          <p:cNvPr id="17" name="text-560">
            <a:extLst xmlns:a="http://schemas.openxmlformats.org/drawingml/2006/main">
              <a:ext uri="{FF2B5EF4-FFF2-40B4-BE49-F238E27FC236}">
                <a16:creationId xmlns:a16="http://schemas.microsoft.com/office/drawing/2014/main" id="{D4B32195-BD85-4A1C-9F95-48DBF46C2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依來源設計 20 分鐘活動；包含目標、步驟、提問與檢核。</a:t>
            </a:r>
          </a:p>
        </p:txBody>
      </p:sp>
      <p:sp>
        <p:nvSpPr>
          <p:cNvPr id="18" name="text-963">
            <a:extLst xmlns:a="http://schemas.openxmlformats.org/drawingml/2006/main">
              <a:ext uri="{FF2B5EF4-FFF2-40B4-BE49-F238E27FC236}">
                <a16:creationId xmlns:a16="http://schemas.microsoft.com/office/drawing/2014/main" id="{E3DA66C5-900F-4397-96FB-5655A9C52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fe85b1bedc643b3"/>
              </a:rPr>
              <a:t>開啟 Gemini Notebook ↗</a:t>
            </a:r>
          </a:p>
        </p:txBody>
      </p:sp>
      <p:sp>
        <p:nvSpPr>
          <p:cNvPr id="19" name="shape-1007">
            <a:extLst xmlns:a="http://schemas.openxmlformats.org/drawingml/2006/main">
              <a:ext uri="{FF2B5EF4-FFF2-40B4-BE49-F238E27FC236}">
                <a16:creationId xmlns:a16="http://schemas.microsoft.com/office/drawing/2014/main" id="{FDD79B5B-D6B1-4192-A383-1F41E68C51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d02567cb704bd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1008">
            <a:extLst xmlns:a="http://schemas.openxmlformats.org/drawingml/2006/main">
              <a:ext uri="{FF2B5EF4-FFF2-40B4-BE49-F238E27FC236}">
                <a16:creationId xmlns:a16="http://schemas.microsoft.com/office/drawing/2014/main" id="{964FC1D6-2D18-449D-80AC-193A0496A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89756089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561">
            <a:extLst xmlns:a="http://schemas.openxmlformats.org/drawingml/2006/main">
              <a:ext uri="{FF2B5EF4-FFF2-40B4-BE49-F238E27FC236}">
                <a16:creationId xmlns:a16="http://schemas.microsoft.com/office/drawing/2014/main" id="{9CAE7498-773D-4957-A693-6F5D9EEDF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COCKPIT OUTPUTS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30219EB-6CFB-44CC-82E5-A634844C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教學駕駛艙如何接住 Gemini Notebook 的產出</a:t>
            </a:r>
          </a:p>
        </p:txBody>
      </p:sp>
      <p:cxnSp>
        <p:nvCxnSpPr>
          <p:cNvPr id="28" name="shape-56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63">
            <a:extLst xmlns:a="http://schemas.openxmlformats.org/drawingml/2006/main">
              <a:ext uri="{FF2B5EF4-FFF2-40B4-BE49-F238E27FC236}">
                <a16:creationId xmlns:a16="http://schemas.microsoft.com/office/drawing/2014/main" id="{ACBDC2FF-C5BB-493E-A57D-720D21161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5008CFD-8A95-454A-BC87-794D8007B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shape-564">
            <a:extLst xmlns:a="http://schemas.openxmlformats.org/drawingml/2006/main">
              <a:ext uri="{FF2B5EF4-FFF2-40B4-BE49-F238E27FC236}">
                <a16:creationId xmlns:a16="http://schemas.microsoft.com/office/drawing/2014/main" id="{281FF4A8-9089-44A5-8B7D-B891CF3F3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65">
            <a:extLst xmlns:a="http://schemas.openxmlformats.org/drawingml/2006/main">
              <a:ext uri="{FF2B5EF4-FFF2-40B4-BE49-F238E27FC236}">
                <a16:creationId xmlns:a16="http://schemas.microsoft.com/office/drawing/2014/main" id="{0346C653-E4D8-4922-8C68-0C9A7E6E5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566">
            <a:extLst xmlns:a="http://schemas.openxmlformats.org/drawingml/2006/main">
              <a:ext uri="{FF2B5EF4-FFF2-40B4-BE49-F238E27FC236}">
                <a16:creationId xmlns:a16="http://schemas.microsoft.com/office/drawing/2014/main" id="{803BB7C3-F6B2-480A-A3AF-B50650D52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課程導讀</a:t>
            </a:r>
          </a:p>
        </p:txBody>
      </p:sp>
      <p:sp>
        <p:nvSpPr>
          <p:cNvPr id="9" name="text-567">
            <a:extLst xmlns:a="http://schemas.openxmlformats.org/drawingml/2006/main">
              <a:ext uri="{FF2B5EF4-FFF2-40B4-BE49-F238E27FC236}">
                <a16:creationId xmlns:a16="http://schemas.microsoft.com/office/drawing/2014/main" id="{1E1F21DF-652A-4290-9033-CEFCE7BF3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README 與單元頁整理學習目標、先備知識與學習路徑。</a:t>
            </a:r>
          </a:p>
        </p:txBody>
      </p:sp>
      <p:sp>
        <p:nvSpPr>
          <p:cNvPr id="10" name="shape-568">
            <a:extLst xmlns:a="http://schemas.openxmlformats.org/drawingml/2006/main">
              <a:ext uri="{FF2B5EF4-FFF2-40B4-BE49-F238E27FC236}">
                <a16:creationId xmlns:a16="http://schemas.microsoft.com/office/drawing/2014/main" id="{AB81ABB2-D870-424D-8E99-228FE05B5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69">
            <a:extLst xmlns:a="http://schemas.openxmlformats.org/drawingml/2006/main">
              <a:ext uri="{FF2B5EF4-FFF2-40B4-BE49-F238E27FC236}">
                <a16:creationId xmlns:a16="http://schemas.microsoft.com/office/drawing/2014/main" id="{1B14C291-68D3-423F-9AAD-45C1197E2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570">
            <a:extLst xmlns:a="http://schemas.openxmlformats.org/drawingml/2006/main">
              <a:ext uri="{FF2B5EF4-FFF2-40B4-BE49-F238E27FC236}">
                <a16:creationId xmlns:a16="http://schemas.microsoft.com/office/drawing/2014/main" id="{449F3F63-4E58-4154-AFA8-46995B726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影片／圖表</a:t>
            </a:r>
          </a:p>
        </p:txBody>
      </p:sp>
      <p:sp>
        <p:nvSpPr>
          <p:cNvPr id="13" name="text-571">
            <a:extLst xmlns:a="http://schemas.openxmlformats.org/drawingml/2006/main">
              <a:ext uri="{FF2B5EF4-FFF2-40B4-BE49-F238E27FC236}">
                <a16:creationId xmlns:a16="http://schemas.microsoft.com/office/drawing/2014/main" id="{482E3CA4-E1FC-4A68-9479-515C1F223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Notebook 生成的內容轉成課前導讀、課中提問或視覺化摘要。</a:t>
            </a:r>
          </a:p>
        </p:txBody>
      </p:sp>
      <p:sp>
        <p:nvSpPr>
          <p:cNvPr id="14" name="shape-572">
            <a:extLst xmlns:a="http://schemas.openxmlformats.org/drawingml/2006/main">
              <a:ext uri="{FF2B5EF4-FFF2-40B4-BE49-F238E27FC236}">
                <a16:creationId xmlns:a16="http://schemas.microsoft.com/office/drawing/2014/main" id="{D83C5E6A-39AC-4B79-97C9-080A04937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73">
            <a:extLst xmlns:a="http://schemas.openxmlformats.org/drawingml/2006/main">
              <a:ext uri="{FF2B5EF4-FFF2-40B4-BE49-F238E27FC236}">
                <a16:creationId xmlns:a16="http://schemas.microsoft.com/office/drawing/2014/main" id="{BEDD4C02-7564-4D09-809A-EAAC34D67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574">
            <a:extLst xmlns:a="http://schemas.openxmlformats.org/drawingml/2006/main">
              <a:ext uri="{FF2B5EF4-FFF2-40B4-BE49-F238E27FC236}">
                <a16:creationId xmlns:a16="http://schemas.microsoft.com/office/drawing/2014/main" id="{AB03117A-ACB6-49FD-AABC-2455661B4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關卡</a:t>
            </a:r>
          </a:p>
        </p:txBody>
      </p:sp>
      <p:sp>
        <p:nvSpPr>
          <p:cNvPr id="17" name="text-575">
            <a:extLst xmlns:a="http://schemas.openxmlformats.org/drawingml/2006/main">
              <a:ext uri="{FF2B5EF4-FFF2-40B4-BE49-F238E27FC236}">
                <a16:creationId xmlns:a16="http://schemas.microsoft.com/office/drawing/2014/main" id="{B278F1AC-96C7-416B-8D21-3FC65A323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將來源中的概念轉成互動任務腳本，再交給 Canvas 做原型。</a:t>
            </a:r>
          </a:p>
        </p:txBody>
      </p:sp>
      <p:sp>
        <p:nvSpPr>
          <p:cNvPr id="18" name="shape-576">
            <a:extLst xmlns:a="http://schemas.openxmlformats.org/drawingml/2006/main">
              <a:ext uri="{FF2B5EF4-FFF2-40B4-BE49-F238E27FC236}">
                <a16:creationId xmlns:a16="http://schemas.microsoft.com/office/drawing/2014/main" id="{D238DA47-C8A7-42E2-96EF-3AC5A71B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77">
            <a:extLst xmlns:a="http://schemas.openxmlformats.org/drawingml/2006/main">
              <a:ext uri="{FF2B5EF4-FFF2-40B4-BE49-F238E27FC236}">
                <a16:creationId xmlns:a16="http://schemas.microsoft.com/office/drawing/2014/main" id="{6E311C51-BCB6-4FA6-83C9-D09729FBD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578">
            <a:extLst xmlns:a="http://schemas.openxmlformats.org/drawingml/2006/main">
              <a:ext uri="{FF2B5EF4-FFF2-40B4-BE49-F238E27FC236}">
                <a16:creationId xmlns:a16="http://schemas.microsoft.com/office/drawing/2014/main" id="{20704645-6240-4E3F-BD44-45D534D91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教師共備</a:t>
            </a:r>
          </a:p>
        </p:txBody>
      </p:sp>
      <p:sp>
        <p:nvSpPr>
          <p:cNvPr id="21" name="text-579">
            <a:extLst xmlns:a="http://schemas.openxmlformats.org/drawingml/2006/main">
              <a:ext uri="{FF2B5EF4-FFF2-40B4-BE49-F238E27FC236}">
                <a16:creationId xmlns:a16="http://schemas.microsoft.com/office/drawing/2014/main" id="{87AF0CA7-D3C5-495B-A2A5-28157561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輸出可共編的備課摘要、活動流程與證據，回到駕駛艙持續更新。</a:t>
            </a:r>
          </a:p>
        </p:txBody>
      </p:sp>
      <p:sp>
        <p:nvSpPr>
          <p:cNvPr id="22" name="text-964">
            <a:extLst xmlns:a="http://schemas.openxmlformats.org/drawingml/2006/main">
              <a:ext uri="{FF2B5EF4-FFF2-40B4-BE49-F238E27FC236}">
                <a16:creationId xmlns:a16="http://schemas.microsoft.com/office/drawing/2014/main" id="{2013B8DE-AE3D-4DF1-857D-A082068BA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0477aeab1364c3b"/>
              </a:rPr>
              <a:t>開啟 Gemini Notebook ↗</a:t>
            </a:r>
          </a:p>
        </p:txBody>
      </p:sp>
      <p:sp>
        <p:nvSpPr>
          <p:cNvPr id="23" name="shape-1009">
            <a:extLst xmlns:a="http://schemas.openxmlformats.org/drawingml/2006/main">
              <a:ext uri="{FF2B5EF4-FFF2-40B4-BE49-F238E27FC236}">
                <a16:creationId xmlns:a16="http://schemas.microsoft.com/office/drawing/2014/main" id="{56B534A7-E905-491E-9959-0C59B6E06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098150c7c24c5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010">
            <a:extLst xmlns:a="http://schemas.openxmlformats.org/drawingml/2006/main">
              <a:ext uri="{FF2B5EF4-FFF2-40B4-BE49-F238E27FC236}">
                <a16:creationId xmlns:a16="http://schemas.microsoft.com/office/drawing/2014/main" id="{15872469-4170-42CC-88E5-23A8AFB46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825621808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580">
            <a:extLst xmlns:a="http://schemas.openxmlformats.org/drawingml/2006/main">
              <a:ext uri="{FF2B5EF4-FFF2-40B4-BE49-F238E27FC236}">
                <a16:creationId xmlns:a16="http://schemas.microsoft.com/office/drawing/2014/main" id="{BC588CA4-2186-4858-BF57-C646928E7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71B8C2-B13B-4627-8272-C78F6DA2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Checkpoint｜Notebook 合格了嗎？</a:t>
            </a:r>
          </a:p>
        </p:txBody>
      </p:sp>
      <p:cxnSp>
        <p:nvCxnSpPr>
          <p:cNvPr id="28" name="shape-58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82">
            <a:extLst xmlns:a="http://schemas.openxmlformats.org/drawingml/2006/main">
              <a:ext uri="{FF2B5EF4-FFF2-40B4-BE49-F238E27FC236}">
                <a16:creationId xmlns:a16="http://schemas.microsoft.com/office/drawing/2014/main" id="{CFB8176A-15B4-47F2-A0A5-F26668302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EDCF4E0-B544-43F2-931F-1005552B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583">
            <a:extLst xmlns:a="http://schemas.openxmlformats.org/drawingml/2006/main">
              <a:ext uri="{FF2B5EF4-FFF2-40B4-BE49-F238E27FC236}">
                <a16:creationId xmlns:a16="http://schemas.microsoft.com/office/drawing/2014/main" id="{38675FFA-7D65-4CF3-829C-2CE4A3D0B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584">
            <a:extLst xmlns:a="http://schemas.openxmlformats.org/drawingml/2006/main">
              <a:ext uri="{FF2B5EF4-FFF2-40B4-BE49-F238E27FC236}">
                <a16:creationId xmlns:a16="http://schemas.microsoft.com/office/drawing/2014/main" id="{81AA8A5B-3E50-4F1B-8443-146A1D8CB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585">
            <a:extLst xmlns:a="http://schemas.openxmlformats.org/drawingml/2006/main">
              <a:ext uri="{FF2B5EF4-FFF2-40B4-BE49-F238E27FC236}">
                <a16:creationId xmlns:a16="http://schemas.microsoft.com/office/drawing/2014/main" id="{663A12C5-F4FC-4D9B-A118-28C473EAC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9" name="text-586">
            <a:extLst xmlns:a="http://schemas.openxmlformats.org/drawingml/2006/main">
              <a:ext uri="{FF2B5EF4-FFF2-40B4-BE49-F238E27FC236}">
                <a16:creationId xmlns:a16="http://schemas.microsoft.com/office/drawing/2014/main" id="{5363A50F-649F-4233-904D-412E94AE3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資料可信、可授權使用，且與教學目的直接相關。</a:t>
            </a:r>
          </a:p>
        </p:txBody>
      </p:sp>
      <p:sp>
        <p:nvSpPr>
          <p:cNvPr id="10" name="shape-587">
            <a:extLst xmlns:a="http://schemas.openxmlformats.org/drawingml/2006/main">
              <a:ext uri="{FF2B5EF4-FFF2-40B4-BE49-F238E27FC236}">
                <a16:creationId xmlns:a16="http://schemas.microsoft.com/office/drawing/2014/main" id="{2D87E73D-596C-44B4-B85A-B1956163B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588">
            <a:extLst xmlns:a="http://schemas.openxmlformats.org/drawingml/2006/main">
              <a:ext uri="{FF2B5EF4-FFF2-40B4-BE49-F238E27FC236}">
                <a16:creationId xmlns:a16="http://schemas.microsoft.com/office/drawing/2014/main" id="{28F9FB73-F897-43E8-9CE4-C42872C80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589">
            <a:extLst xmlns:a="http://schemas.openxmlformats.org/drawingml/2006/main">
              <a:ext uri="{FF2B5EF4-FFF2-40B4-BE49-F238E27FC236}">
                <a16:creationId xmlns:a16="http://schemas.microsoft.com/office/drawing/2014/main" id="{D7B91926-D308-4113-9185-AA0369628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3" name="text-590">
            <a:extLst xmlns:a="http://schemas.openxmlformats.org/drawingml/2006/main">
              <a:ext uri="{FF2B5EF4-FFF2-40B4-BE49-F238E27FC236}">
                <a16:creationId xmlns:a16="http://schemas.microsoft.com/office/drawing/2014/main" id="{9C974D4A-5F83-48FD-8D31-9536F96A8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至少抽查一個引用，原文確實支持回答。</a:t>
            </a:r>
          </a:p>
        </p:txBody>
      </p:sp>
      <p:sp>
        <p:nvSpPr>
          <p:cNvPr id="14" name="shape-591">
            <a:extLst xmlns:a="http://schemas.openxmlformats.org/drawingml/2006/main">
              <a:ext uri="{FF2B5EF4-FFF2-40B4-BE49-F238E27FC236}">
                <a16:creationId xmlns:a16="http://schemas.microsoft.com/office/drawing/2014/main" id="{0CEB0C05-3C20-4214-9FB3-A8C56ADAF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592">
            <a:extLst xmlns:a="http://schemas.openxmlformats.org/drawingml/2006/main">
              <a:ext uri="{FF2B5EF4-FFF2-40B4-BE49-F238E27FC236}">
                <a16:creationId xmlns:a16="http://schemas.microsoft.com/office/drawing/2014/main" id="{EB561C08-DC18-4097-A322-A0E9890F8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593">
            <a:extLst xmlns:a="http://schemas.openxmlformats.org/drawingml/2006/main">
              <a:ext uri="{FF2B5EF4-FFF2-40B4-BE49-F238E27FC236}">
                <a16:creationId xmlns:a16="http://schemas.microsoft.com/office/drawing/2014/main" id="{16DC89F6-F30D-4A2F-A660-C3ADE3099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17" name="text-594">
            <a:extLst xmlns:a="http://schemas.openxmlformats.org/drawingml/2006/main">
              <a:ext uri="{FF2B5EF4-FFF2-40B4-BE49-F238E27FC236}">
                <a16:creationId xmlns:a16="http://schemas.microsoft.com/office/drawing/2014/main" id="{3139F890-B4D6-4C8A-A1EA-AE05883EC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知道哪些問題來源回答不了，不把推測當事實。</a:t>
            </a:r>
          </a:p>
        </p:txBody>
      </p:sp>
      <p:sp>
        <p:nvSpPr>
          <p:cNvPr id="18" name="shape-595">
            <a:extLst xmlns:a="http://schemas.openxmlformats.org/drawingml/2006/main">
              <a:ext uri="{FF2B5EF4-FFF2-40B4-BE49-F238E27FC236}">
                <a16:creationId xmlns:a16="http://schemas.microsoft.com/office/drawing/2014/main" id="{E0CD7162-E079-4A8B-B4E2-5EAC551B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596">
            <a:extLst xmlns:a="http://schemas.openxmlformats.org/drawingml/2006/main">
              <a:ext uri="{FF2B5EF4-FFF2-40B4-BE49-F238E27FC236}">
                <a16:creationId xmlns:a16="http://schemas.microsoft.com/office/drawing/2014/main" id="{77461719-5B03-4B43-AAAE-EBCC5A4C9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597">
            <a:extLst xmlns:a="http://schemas.openxmlformats.org/drawingml/2006/main">
              <a:ext uri="{FF2B5EF4-FFF2-40B4-BE49-F238E27FC236}">
                <a16:creationId xmlns:a16="http://schemas.microsoft.com/office/drawing/2014/main" id="{3DF4B440-E8B9-4128-BB52-7AFEA9BE1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產出</a:t>
            </a:r>
          </a:p>
        </p:txBody>
      </p:sp>
      <p:sp>
        <p:nvSpPr>
          <p:cNvPr id="21" name="text-598">
            <a:extLst xmlns:a="http://schemas.openxmlformats.org/drawingml/2006/main">
              <a:ext uri="{FF2B5EF4-FFF2-40B4-BE49-F238E27FC236}">
                <a16:creationId xmlns:a16="http://schemas.microsoft.com/office/drawing/2014/main" id="{40955A13-297C-4474-9749-F570ECA2A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結果已能進入下一步 Gem 或 Canvas。</a:t>
            </a:r>
          </a:p>
        </p:txBody>
      </p:sp>
      <p:sp>
        <p:nvSpPr>
          <p:cNvPr id="22" name="text-965">
            <a:extLst xmlns:a="http://schemas.openxmlformats.org/drawingml/2006/main">
              <a:ext uri="{FF2B5EF4-FFF2-40B4-BE49-F238E27FC236}">
                <a16:creationId xmlns:a16="http://schemas.microsoft.com/office/drawing/2014/main" id="{2429F21B-CA9D-4130-AC38-15776E2E0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5852789c9e74450"/>
              </a:rPr>
              <a:t>開啟 Gemini Notebook ↗</a:t>
            </a:r>
          </a:p>
        </p:txBody>
      </p:sp>
      <p:sp>
        <p:nvSpPr>
          <p:cNvPr id="23" name="shape-1011">
            <a:extLst xmlns:a="http://schemas.openxmlformats.org/drawingml/2006/main">
              <a:ext uri="{FF2B5EF4-FFF2-40B4-BE49-F238E27FC236}">
                <a16:creationId xmlns:a16="http://schemas.microsoft.com/office/drawing/2014/main" id="{5A4F6A13-DC69-4F25-81A7-85154A412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368c8313cc455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012">
            <a:extLst xmlns:a="http://schemas.openxmlformats.org/drawingml/2006/main">
              <a:ext uri="{FF2B5EF4-FFF2-40B4-BE49-F238E27FC236}">
                <a16:creationId xmlns:a16="http://schemas.microsoft.com/office/drawing/2014/main" id="{FAC5BCD9-152C-4BE0-94D2-E4B2F47ED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2108192634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599">
            <a:extLst xmlns:a="http://schemas.openxmlformats.org/drawingml/2006/main">
              <a:ext uri="{FF2B5EF4-FFF2-40B4-BE49-F238E27FC236}">
                <a16:creationId xmlns:a16="http://schemas.microsoft.com/office/drawing/2014/main" id="{EB93DD3F-4CAC-478B-A7DE-61EC0AE4E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600">
            <a:extLst xmlns:a="http://schemas.openxmlformats.org/drawingml/2006/main">
              <a:ext uri="{FF2B5EF4-FFF2-40B4-BE49-F238E27FC236}">
                <a16:creationId xmlns:a16="http://schemas.microsoft.com/office/drawing/2014/main" id="{E9E9040C-D542-43B1-9772-1436A499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3" name="text-601">
            <a:extLst xmlns:a="http://schemas.openxmlformats.org/drawingml/2006/main">
              <a:ext uri="{FF2B5EF4-FFF2-40B4-BE49-F238E27FC236}">
                <a16:creationId xmlns:a16="http://schemas.microsoft.com/office/drawing/2014/main" id="{6B060B87-17AB-4B6F-88EA-C60AA2DA3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把一套教學角色、方法、語氣與輸出格式固定下來，成為可重複使用的專屬助理。</a:t>
            </a:r>
          </a:p>
        </p:txBody>
      </p:sp>
      <p:sp>
        <p:nvSpPr>
          <p:cNvPr id="4" name="shape-602">
            <a:extLst xmlns:a="http://schemas.openxmlformats.org/drawingml/2006/main">
              <a:ext uri="{FF2B5EF4-FFF2-40B4-BE49-F238E27FC236}">
                <a16:creationId xmlns:a16="http://schemas.microsoft.com/office/drawing/2014/main" id="{BE132E52-AF1A-4F84-8974-E1D5D0496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603">
            <a:extLst xmlns:a="http://schemas.openxmlformats.org/drawingml/2006/main">
              <a:ext uri="{FF2B5EF4-FFF2-40B4-BE49-F238E27FC236}">
                <a16:creationId xmlns:a16="http://schemas.microsoft.com/office/drawing/2014/main" id="{292FC8DD-73D1-49A9-B04F-F1EB59FB2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6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605">
            <a:extLst xmlns:a="http://schemas.openxmlformats.org/drawingml/2006/main">
              <a:ext uri="{FF2B5EF4-FFF2-40B4-BE49-F238E27FC236}">
                <a16:creationId xmlns:a16="http://schemas.microsoft.com/office/drawing/2014/main" id="{DF77BE20-EA2A-49D1-873C-0A7CBB0A7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F7D922D-88A5-45FF-BD59-46943637E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9" name="text-968">
            <a:extLst xmlns:a="http://schemas.openxmlformats.org/drawingml/2006/main">
              <a:ext uri="{FF2B5EF4-FFF2-40B4-BE49-F238E27FC236}">
                <a16:creationId xmlns:a16="http://schemas.microsoft.com/office/drawing/2014/main" id="{5D6BC861-5025-4A4A-AC99-33D7C7911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d8fa175b05c49e0"/>
              </a:rPr>
              <a:t>建立／查看 Gem ↗</a:t>
            </a:r>
          </a:p>
        </p:txBody>
      </p:sp>
      <p:sp>
        <p:nvSpPr>
          <p:cNvPr id="10" name="shape-1020">
            <a:extLst xmlns:a="http://schemas.openxmlformats.org/drawingml/2006/main">
              <a:ext uri="{FF2B5EF4-FFF2-40B4-BE49-F238E27FC236}">
                <a16:creationId xmlns:a16="http://schemas.microsoft.com/office/drawing/2014/main" id="{03DEFEB9-34C4-439E-8DF1-199E4084B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5c1e3441534b2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021">
            <a:extLst xmlns:a="http://schemas.openxmlformats.org/drawingml/2006/main">
              <a:ext uri="{FF2B5EF4-FFF2-40B4-BE49-F238E27FC236}">
                <a16:creationId xmlns:a16="http://schemas.microsoft.com/office/drawing/2014/main" id="{9C009A0A-1A79-46F3-B107-18E89143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13878044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606">
            <a:extLst xmlns:a="http://schemas.openxmlformats.org/drawingml/2006/main">
              <a:ext uri="{FF2B5EF4-FFF2-40B4-BE49-F238E27FC236}">
                <a16:creationId xmlns:a16="http://schemas.microsoft.com/office/drawing/2014/main" id="{A273C8E3-5ECB-4390-AFD6-F6C304A37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PERSISTENT ASSISTANT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CEABE9D-B552-4B63-9883-76C73D47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不是更長的提示詞，而是可持續使用的工作設定</a:t>
            </a:r>
          </a:p>
        </p:txBody>
      </p:sp>
      <p:cxnSp>
        <p:nvCxnSpPr>
          <p:cNvPr id="18" name="shape-60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08">
            <a:extLst xmlns:a="http://schemas.openxmlformats.org/drawingml/2006/main">
              <a:ext uri="{FF2B5EF4-FFF2-40B4-BE49-F238E27FC236}">
                <a16:creationId xmlns:a16="http://schemas.microsoft.com/office/drawing/2014/main" id="{D47C38BA-4E58-4B3F-973C-9A14A6771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2756F22-04F7-42D3-B87E-005DB6F0B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shape-609">
            <a:extLst xmlns:a="http://schemas.openxmlformats.org/drawingml/2006/main">
              <a:ext uri="{FF2B5EF4-FFF2-40B4-BE49-F238E27FC236}">
                <a16:creationId xmlns:a16="http://schemas.microsoft.com/office/drawing/2014/main" id="{F375B5C5-DA62-46C2-89BA-393DE15FE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610">
            <a:extLst xmlns:a="http://schemas.openxmlformats.org/drawingml/2006/main">
              <a:ext uri="{FF2B5EF4-FFF2-40B4-BE49-F238E27FC236}">
                <a16:creationId xmlns:a16="http://schemas.microsoft.com/office/drawing/2014/main" id="{07267AF7-4F06-4EEE-9F20-C5EEE099F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611">
            <a:extLst xmlns:a="http://schemas.openxmlformats.org/drawingml/2006/main">
              <a:ext uri="{FF2B5EF4-FFF2-40B4-BE49-F238E27FC236}">
                <a16:creationId xmlns:a16="http://schemas.microsoft.com/office/drawing/2014/main" id="{ED75F7E6-361A-4C1F-B984-A90A4C5E0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單次對話</a:t>
            </a:r>
          </a:p>
        </p:txBody>
      </p:sp>
      <p:sp>
        <p:nvSpPr>
          <p:cNvPr id="9" name="text-612">
            <a:extLst xmlns:a="http://schemas.openxmlformats.org/drawingml/2006/main">
              <a:ext uri="{FF2B5EF4-FFF2-40B4-BE49-F238E27FC236}">
                <a16:creationId xmlns:a16="http://schemas.microsoft.com/office/drawing/2014/main" id="{33EC6072-2EC0-4B39-8C9E-E75CBB34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每次重新交代角色與格式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容易隨對話漂移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適合一次性探索</a:t>
            </a:r>
          </a:p>
        </p:txBody>
      </p:sp>
      <p:sp>
        <p:nvSpPr>
          <p:cNvPr id="10" name="text-613">
            <a:extLst xmlns:a="http://schemas.openxmlformats.org/drawingml/2006/main">
              <a:ext uri="{FF2B5EF4-FFF2-40B4-BE49-F238E27FC236}">
                <a16:creationId xmlns:a16="http://schemas.microsoft.com/office/drawing/2014/main" id="{40239256-9F4D-4735-A5B4-3C89F032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1" name="text-614">
            <a:extLst xmlns:a="http://schemas.openxmlformats.org/drawingml/2006/main">
              <a:ext uri="{FF2B5EF4-FFF2-40B4-BE49-F238E27FC236}">
                <a16:creationId xmlns:a16="http://schemas.microsoft.com/office/drawing/2014/main" id="{52557F88-A81F-4B17-9540-97C8084B7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保存名稱與指令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可加入背景檔案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適合重複的教學任務</a:t>
            </a:r>
          </a:p>
        </p:txBody>
      </p:sp>
      <p:sp>
        <p:nvSpPr>
          <p:cNvPr id="12" name="text-969">
            <a:extLst xmlns:a="http://schemas.openxmlformats.org/drawingml/2006/main">
              <a:ext uri="{FF2B5EF4-FFF2-40B4-BE49-F238E27FC236}">
                <a16:creationId xmlns:a16="http://schemas.microsoft.com/office/drawing/2014/main" id="{2BDFC072-9760-4B60-AFEB-0814EFA4C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1a1733e5dce4d49"/>
              </a:rPr>
              <a:t>建立／查看 Gem ↗</a:t>
            </a:r>
          </a:p>
        </p:txBody>
      </p:sp>
      <p:sp>
        <p:nvSpPr>
          <p:cNvPr id="13" name="shape-1022">
            <a:extLst xmlns:a="http://schemas.openxmlformats.org/drawingml/2006/main">
              <a:ext uri="{FF2B5EF4-FFF2-40B4-BE49-F238E27FC236}">
                <a16:creationId xmlns:a16="http://schemas.microsoft.com/office/drawing/2014/main" id="{4B277475-16B0-4597-8E3C-B221983F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26437c5fcf24a9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1023">
            <a:extLst xmlns:a="http://schemas.openxmlformats.org/drawingml/2006/main">
              <a:ext uri="{FF2B5EF4-FFF2-40B4-BE49-F238E27FC236}">
                <a16:creationId xmlns:a16="http://schemas.microsoft.com/office/drawing/2014/main" id="{85F7F650-F559-465E-A027-11695D2E7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302738520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615">
            <a:extLst xmlns:a="http://schemas.openxmlformats.org/drawingml/2006/main">
              <a:ext uri="{FF2B5EF4-FFF2-40B4-BE49-F238E27FC236}">
                <a16:creationId xmlns:a16="http://schemas.microsoft.com/office/drawing/2014/main" id="{480E09AD-F79E-4520-AB58-EE6132E63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EXISTING GEM → REUSABLE DESIGN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7A793E-A68D-44CE-9479-90B1F4B84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示範：從帳號既有 Gem 反向拆解</a:t>
            </a:r>
          </a:p>
        </p:txBody>
      </p:sp>
      <p:cxnSp>
        <p:nvCxnSpPr>
          <p:cNvPr id="28" name="shape-61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17">
            <a:extLst xmlns:a="http://schemas.openxmlformats.org/drawingml/2006/main">
              <a:ext uri="{FF2B5EF4-FFF2-40B4-BE49-F238E27FC236}">
                <a16:creationId xmlns:a16="http://schemas.microsoft.com/office/drawing/2014/main" id="{B260D913-B424-4A5E-B07A-D45645B65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EC6D072D-882A-4808-B2C4-6CA93767E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618">
            <a:extLst xmlns:a="http://schemas.openxmlformats.org/drawingml/2006/main">
              <a:ext uri="{FF2B5EF4-FFF2-40B4-BE49-F238E27FC236}">
                <a16:creationId xmlns:a16="http://schemas.microsoft.com/office/drawing/2014/main" id="{DA152451-92A9-4DEA-90BE-3D5D62551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19">
            <a:extLst xmlns:a="http://schemas.openxmlformats.org/drawingml/2006/main">
              <a:ext uri="{FF2B5EF4-FFF2-40B4-BE49-F238E27FC236}">
                <a16:creationId xmlns:a16="http://schemas.microsoft.com/office/drawing/2014/main" id="{A39482A0-DDE9-475C-A8C6-127AE4121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620">
            <a:extLst xmlns:a="http://schemas.openxmlformats.org/drawingml/2006/main">
              <a:ext uri="{FF2B5EF4-FFF2-40B4-BE49-F238E27FC236}">
                <a16:creationId xmlns:a16="http://schemas.microsoft.com/office/drawing/2014/main" id="{5A4134F3-7F7A-4EAD-BCC8-4A9415902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找到一個既有 Gem</a:t>
            </a:r>
          </a:p>
        </p:txBody>
      </p:sp>
      <p:sp>
        <p:nvSpPr>
          <p:cNvPr id="9" name="text-621">
            <a:extLst xmlns:a="http://schemas.openxmlformats.org/drawingml/2006/main">
              <a:ext uri="{FF2B5EF4-FFF2-40B4-BE49-F238E27FC236}">
                <a16:creationId xmlns:a16="http://schemas.microsoft.com/office/drawing/2014/main" id="{60A23D00-1034-46B9-8FA7-521B43B6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先看名稱、用途與最常用的一次輸出；不把私人內容直接放進公開簡報。</a:t>
            </a:r>
          </a:p>
        </p:txBody>
      </p:sp>
      <p:sp>
        <p:nvSpPr>
          <p:cNvPr id="10" name="shape-622">
            <a:extLst xmlns:a="http://schemas.openxmlformats.org/drawingml/2006/main">
              <a:ext uri="{FF2B5EF4-FFF2-40B4-BE49-F238E27FC236}">
                <a16:creationId xmlns:a16="http://schemas.microsoft.com/office/drawing/2014/main" id="{73C5965B-F9CF-4F21-8751-2EA20AC77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23">
            <a:extLst xmlns:a="http://schemas.openxmlformats.org/drawingml/2006/main">
              <a:ext uri="{FF2B5EF4-FFF2-40B4-BE49-F238E27FC236}">
                <a16:creationId xmlns:a16="http://schemas.microsoft.com/office/drawing/2014/main" id="{46DEF2ED-FA11-4FCF-8C21-7357A2FB2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624">
            <a:extLst xmlns:a="http://schemas.openxmlformats.org/drawingml/2006/main">
              <a:ext uri="{FF2B5EF4-FFF2-40B4-BE49-F238E27FC236}">
                <a16:creationId xmlns:a16="http://schemas.microsoft.com/office/drawing/2014/main" id="{C9FAF982-78CA-4941-B52B-06461DF14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拆出四格</a:t>
            </a:r>
          </a:p>
        </p:txBody>
      </p:sp>
      <p:sp>
        <p:nvSpPr>
          <p:cNvPr id="13" name="text-625">
            <a:extLst xmlns:a="http://schemas.openxmlformats.org/drawingml/2006/main">
              <a:ext uri="{FF2B5EF4-FFF2-40B4-BE49-F238E27FC236}">
                <a16:creationId xmlns:a16="http://schemas.microsoft.com/office/drawing/2014/main" id="{4C2E6071-3678-440D-94F4-3260D26E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從既有指令辨認角色、任務、背景與格式，找出穩定與失敗的地方。</a:t>
            </a:r>
          </a:p>
        </p:txBody>
      </p:sp>
      <p:sp>
        <p:nvSpPr>
          <p:cNvPr id="14" name="shape-626">
            <a:extLst xmlns:a="http://schemas.openxmlformats.org/drawingml/2006/main">
              <a:ext uri="{FF2B5EF4-FFF2-40B4-BE49-F238E27FC236}">
                <a16:creationId xmlns:a16="http://schemas.microsoft.com/office/drawing/2014/main" id="{281F0564-EE33-448F-9E43-EDFD4178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27">
            <a:extLst xmlns:a="http://schemas.openxmlformats.org/drawingml/2006/main">
              <a:ext uri="{FF2B5EF4-FFF2-40B4-BE49-F238E27FC236}">
                <a16:creationId xmlns:a16="http://schemas.microsoft.com/office/drawing/2014/main" id="{C5F9667B-FD05-4D37-A290-2D478FE6C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628">
            <a:extLst xmlns:a="http://schemas.openxmlformats.org/drawingml/2006/main">
              <a:ext uri="{FF2B5EF4-FFF2-40B4-BE49-F238E27FC236}">
                <a16:creationId xmlns:a16="http://schemas.microsoft.com/office/drawing/2014/main" id="{F7BB7222-FA3F-4712-9C40-F7DA653D0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改成研習版本</a:t>
            </a:r>
          </a:p>
        </p:txBody>
      </p:sp>
      <p:sp>
        <p:nvSpPr>
          <p:cNvPr id="17" name="text-629">
            <a:extLst xmlns:a="http://schemas.openxmlformats.org/drawingml/2006/main">
              <a:ext uri="{FF2B5EF4-FFF2-40B4-BE49-F238E27FC236}">
                <a16:creationId xmlns:a16="http://schemas.microsoft.com/office/drawing/2014/main" id="{B5B5C62A-0B58-4683-A245-B03B53667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保留有效步驟，再加入大學教師／研究社群的情境與安全邊界。</a:t>
            </a:r>
          </a:p>
        </p:txBody>
      </p:sp>
      <p:sp>
        <p:nvSpPr>
          <p:cNvPr id="18" name="shape-630">
            <a:extLst xmlns:a="http://schemas.openxmlformats.org/drawingml/2006/main">
              <a:ext uri="{FF2B5EF4-FFF2-40B4-BE49-F238E27FC236}">
                <a16:creationId xmlns:a16="http://schemas.microsoft.com/office/drawing/2014/main" id="{B68E0AA6-8368-4E50-A419-B495F9782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631">
            <a:extLst xmlns:a="http://schemas.openxmlformats.org/drawingml/2006/main">
              <a:ext uri="{FF2B5EF4-FFF2-40B4-BE49-F238E27FC236}">
                <a16:creationId xmlns:a16="http://schemas.microsoft.com/office/drawing/2014/main" id="{898F520D-D49B-41E0-BC85-3E9201952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632">
            <a:extLst xmlns:a="http://schemas.openxmlformats.org/drawingml/2006/main">
              <a:ext uri="{FF2B5EF4-FFF2-40B4-BE49-F238E27FC236}">
                <a16:creationId xmlns:a16="http://schemas.microsoft.com/office/drawing/2014/main" id="{ED9AF003-ED55-4641-AA54-DD46785C7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壓力測試</a:t>
            </a:r>
          </a:p>
        </p:txBody>
      </p:sp>
      <p:sp>
        <p:nvSpPr>
          <p:cNvPr id="21" name="text-633">
            <a:extLst xmlns:a="http://schemas.openxmlformats.org/drawingml/2006/main">
              <a:ext uri="{FF2B5EF4-FFF2-40B4-BE49-F238E27FC236}">
                <a16:creationId xmlns:a16="http://schemas.microsoft.com/office/drawing/2014/main" id="{B99D65CD-FC3C-4226-A640-B757156A0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用正常案例、資料不足與越界要求各測一次，留下可比較的證據。</a:t>
            </a:r>
          </a:p>
        </p:txBody>
      </p:sp>
      <p:sp>
        <p:nvSpPr>
          <p:cNvPr id="22" name="text-970">
            <a:extLst xmlns:a="http://schemas.openxmlformats.org/drawingml/2006/main">
              <a:ext uri="{FF2B5EF4-FFF2-40B4-BE49-F238E27FC236}">
                <a16:creationId xmlns:a16="http://schemas.microsoft.com/office/drawing/2014/main" id="{D268B638-840B-4981-BDB8-2C13291A5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3b7f641649e406f"/>
              </a:rPr>
              <a:t>建立／查看 Gem ↗</a:t>
            </a:r>
          </a:p>
        </p:txBody>
      </p:sp>
      <p:sp>
        <p:nvSpPr>
          <p:cNvPr id="23" name="shape-1024">
            <a:extLst xmlns:a="http://schemas.openxmlformats.org/drawingml/2006/main">
              <a:ext uri="{FF2B5EF4-FFF2-40B4-BE49-F238E27FC236}">
                <a16:creationId xmlns:a16="http://schemas.microsoft.com/office/drawing/2014/main" id="{71CC5BB1-209D-4630-9DC6-C24A5465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f801ae8f2984d4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025">
            <a:extLst xmlns:a="http://schemas.openxmlformats.org/drawingml/2006/main">
              <a:ext uri="{FF2B5EF4-FFF2-40B4-BE49-F238E27FC236}">
                <a16:creationId xmlns:a16="http://schemas.microsoft.com/office/drawing/2014/main" id="{9317A347-2164-4B69-A704-376020C6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609773035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634">
            <a:extLst xmlns:a="http://schemas.openxmlformats.org/drawingml/2006/main">
              <a:ext uri="{FF2B5EF4-FFF2-40B4-BE49-F238E27FC236}">
                <a16:creationId xmlns:a16="http://schemas.microsoft.com/office/drawing/2014/main" id="{5B18174A-41A4-446F-9040-343E5B3C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30A7DB7-3598-4417-9BF5-A8B96BB13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範例｜把既有 Gem 改造成「教學與研究設計教練」</a:t>
            </a:r>
          </a:p>
        </p:txBody>
      </p:sp>
      <p:cxnSp>
        <p:nvCxnSpPr>
          <p:cNvPr id="19" name="shape-63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36">
            <a:extLst xmlns:a="http://schemas.openxmlformats.org/drawingml/2006/main">
              <a:ext uri="{FF2B5EF4-FFF2-40B4-BE49-F238E27FC236}">
                <a16:creationId xmlns:a16="http://schemas.microsoft.com/office/drawing/2014/main" id="{5588D448-22B6-4AFB-9A0F-B100A2F94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020ED88-BEFE-4193-92A6-691ECB02F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36</a:t>
            </a:r>
          </a:p>
        </p:txBody>
      </p:sp>
      <p:sp>
        <p:nvSpPr>
          <p:cNvPr id="6" name="text-637">
            <a:extLst xmlns:a="http://schemas.openxmlformats.org/drawingml/2006/main">
              <a:ext uri="{FF2B5EF4-FFF2-40B4-BE49-F238E27FC236}">
                <a16:creationId xmlns:a16="http://schemas.microsoft.com/office/drawing/2014/main" id="{80640293-CBEB-40D4-A6E8-10DE7D9A8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你是一位大學教學與研究設計教練。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請先讀取既有 Gem 的有效輸出習慣，再依以下規格工作。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角色與任務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先問課程／研究目標、對象、資料與困難。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保留有效步驟，提出 3 個可實作方案。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不替教師或研究者做最終決定。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背景與格式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以上傳資料與 Gemini Notebook 引用為優先；資料不足要明確指出。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輸出：摘要 → 可複製工作表 → 風險／人工確認。</a:t>
            </a:r>
          </a:p>
        </p:txBody>
      </p:sp>
      <p:sp>
        <p:nvSpPr>
          <p:cNvPr id="7" name="text-638">
            <a:extLst xmlns:a="http://schemas.openxmlformats.org/drawingml/2006/main">
              <a:ext uri="{FF2B5EF4-FFF2-40B4-BE49-F238E27FC236}">
                <a16:creationId xmlns:a16="http://schemas.microsoft.com/office/drawing/2014/main" id="{A7B7FD3B-9E21-4D32-A16B-9A631B1F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先辨識既有資產</a:t>
            </a:r>
          </a:p>
        </p:txBody>
      </p:sp>
      <p:sp>
        <p:nvSpPr>
          <p:cNvPr id="8" name="text-639">
            <a:extLst xmlns:a="http://schemas.openxmlformats.org/drawingml/2006/main">
              <a:ext uri="{FF2B5EF4-FFF2-40B4-BE49-F238E27FC236}">
                <a16:creationId xmlns:a16="http://schemas.microsoft.com/office/drawing/2014/main" id="{0A9416CC-BE62-4AFA-B4E7-C982BF77C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先找出原本已經穩定的步驟，只改一個變因。</a:t>
            </a:r>
          </a:p>
        </p:txBody>
      </p:sp>
      <p:sp>
        <p:nvSpPr>
          <p:cNvPr id="9" name="text-640">
            <a:extLst xmlns:a="http://schemas.openxmlformats.org/drawingml/2006/main">
              <a:ext uri="{FF2B5EF4-FFF2-40B4-BE49-F238E27FC236}">
                <a16:creationId xmlns:a16="http://schemas.microsoft.com/office/drawing/2014/main" id="{BF3F72DB-D173-4A50-8A0E-70C0B85B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rPr>
              <a:t>保留教師判斷</a:t>
            </a:r>
          </a:p>
        </p:txBody>
      </p:sp>
      <p:sp>
        <p:nvSpPr>
          <p:cNvPr id="10" name="text-641">
            <a:extLst xmlns:a="http://schemas.openxmlformats.org/drawingml/2006/main">
              <a:ext uri="{FF2B5EF4-FFF2-40B4-BE49-F238E27FC236}">
                <a16:creationId xmlns:a16="http://schemas.microsoft.com/office/drawing/2014/main" id="{3BADB4AA-4324-417F-AF09-69F59274B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提供選項與證據，不替教師作高風險決定。</a:t>
            </a:r>
          </a:p>
        </p:txBody>
      </p:sp>
      <p:sp>
        <p:nvSpPr>
          <p:cNvPr id="11" name="text-642">
            <a:extLst xmlns:a="http://schemas.openxmlformats.org/drawingml/2006/main">
              <a:ext uri="{FF2B5EF4-FFF2-40B4-BE49-F238E27FC236}">
                <a16:creationId xmlns:a16="http://schemas.microsoft.com/office/drawing/2014/main" id="{9296E50D-CDBF-473E-8C26-3BE9FA9ED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用反例驗收</a:t>
            </a:r>
          </a:p>
        </p:txBody>
      </p:sp>
      <p:sp>
        <p:nvSpPr>
          <p:cNvPr id="12" name="text-643">
            <a:extLst xmlns:a="http://schemas.openxmlformats.org/drawingml/2006/main">
              <a:ext uri="{FF2B5EF4-FFF2-40B4-BE49-F238E27FC236}">
                <a16:creationId xmlns:a16="http://schemas.microsoft.com/office/drawing/2014/main" id="{8B17F4AE-D6FF-40A5-A187-C49CCC73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資料不足或要求越界時，也要能追問、拒絕或標記未確認。</a:t>
            </a:r>
          </a:p>
        </p:txBody>
      </p:sp>
      <p:sp>
        <p:nvSpPr>
          <p:cNvPr id="13" name="text-971">
            <a:extLst xmlns:a="http://schemas.openxmlformats.org/drawingml/2006/main">
              <a:ext uri="{FF2B5EF4-FFF2-40B4-BE49-F238E27FC236}">
                <a16:creationId xmlns:a16="http://schemas.microsoft.com/office/drawing/2014/main" id="{2CB61980-3191-4625-AEA8-6E92DE7FA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62efbfc9cd24d68"/>
              </a:rPr>
              <a:t>建立／查看 Gem ↗</a:t>
            </a:r>
          </a:p>
        </p:txBody>
      </p:sp>
      <p:sp>
        <p:nvSpPr>
          <p:cNvPr id="14" name="shape-1026">
            <a:extLst xmlns:a="http://schemas.openxmlformats.org/drawingml/2006/main">
              <a:ext uri="{FF2B5EF4-FFF2-40B4-BE49-F238E27FC236}">
                <a16:creationId xmlns:a16="http://schemas.microsoft.com/office/drawing/2014/main" id="{758DB32A-C43D-4629-850E-85C057EA6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3064b0ddb4a8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1027">
            <a:extLst xmlns:a="http://schemas.openxmlformats.org/drawingml/2006/main">
              <a:ext uri="{FF2B5EF4-FFF2-40B4-BE49-F238E27FC236}">
                <a16:creationId xmlns:a16="http://schemas.microsoft.com/office/drawing/2014/main" id="{8D24DFE6-C730-4B61-9C4B-CE8336F38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685815203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644">
            <a:extLst xmlns:a="http://schemas.openxmlformats.org/drawingml/2006/main">
              <a:ext uri="{FF2B5EF4-FFF2-40B4-BE49-F238E27FC236}">
                <a16:creationId xmlns:a16="http://schemas.microsoft.com/office/drawing/2014/main" id="{5CED283F-E1B3-44F1-92A2-44F41C3FB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D5D6A28-E638-4A43-8032-15BA16E7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實作二｜從既有 Gem 做一次改造與壓力測試</a:t>
            </a:r>
          </a:p>
        </p:txBody>
      </p:sp>
      <p:cxnSp>
        <p:nvCxnSpPr>
          <p:cNvPr id="25" name="shape-64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46">
            <a:extLst xmlns:a="http://schemas.openxmlformats.org/drawingml/2006/main">
              <a:ext uri="{FF2B5EF4-FFF2-40B4-BE49-F238E27FC236}">
                <a16:creationId xmlns:a16="http://schemas.microsoft.com/office/drawing/2014/main" id="{33A23613-D98B-4422-A18C-9A3AF9669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898DC8F-8064-49BE-9CBE-D5C6E2D62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37</a:t>
            </a:r>
          </a:p>
        </p:txBody>
      </p:sp>
      <p:sp>
        <p:nvSpPr>
          <p:cNvPr id="6" name="text-647">
            <a:extLst xmlns:a="http://schemas.openxmlformats.org/drawingml/2006/main">
              <a:ext uri="{FF2B5EF4-FFF2-40B4-BE49-F238E27FC236}">
                <a16:creationId xmlns:a16="http://schemas.microsoft.com/office/drawing/2014/main" id="{3296E51D-4B5B-40D4-82E5-03ED527A8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648">
            <a:extLst xmlns:a="http://schemas.openxmlformats.org/drawingml/2006/main">
              <a:ext uri="{FF2B5EF4-FFF2-40B4-BE49-F238E27FC236}">
                <a16:creationId xmlns:a16="http://schemas.microsoft.com/office/drawing/2014/main" id="{F9F5EAA2-6229-46CF-9497-A78E9502F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649">
            <a:extLst xmlns:a="http://schemas.openxmlformats.org/drawingml/2006/main">
              <a:ext uri="{FF2B5EF4-FFF2-40B4-BE49-F238E27FC236}">
                <a16:creationId xmlns:a16="http://schemas.microsoft.com/office/drawing/2014/main" id="{FD50A595-D34D-4A5B-B044-15D37BCDD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50">
            <a:extLst xmlns:a="http://schemas.openxmlformats.org/drawingml/2006/main">
              <a:ext uri="{FF2B5EF4-FFF2-40B4-BE49-F238E27FC236}">
                <a16:creationId xmlns:a16="http://schemas.microsoft.com/office/drawing/2014/main" id="{CBAF49C9-BA24-4854-92F1-CD0E4BCF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在自己的帳號中選一個既有 Gem，記下它原本的用途</a:t>
            </a:r>
          </a:p>
        </p:txBody>
      </p:sp>
      <p:sp>
        <p:nvSpPr>
          <p:cNvPr id="10" name="text-651">
            <a:extLst xmlns:a="http://schemas.openxmlformats.org/drawingml/2006/main">
              <a:ext uri="{FF2B5EF4-FFF2-40B4-BE49-F238E27FC236}">
                <a16:creationId xmlns:a16="http://schemas.microsoft.com/office/drawing/2014/main" id="{6D62FB51-694A-4CCC-ABD1-5CC840A98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652">
            <a:extLst xmlns:a="http://schemas.openxmlformats.org/drawingml/2006/main">
              <a:ext uri="{FF2B5EF4-FFF2-40B4-BE49-F238E27FC236}">
                <a16:creationId xmlns:a16="http://schemas.microsoft.com/office/drawing/2014/main" id="{675F30FD-2A74-45A4-B849-435A85476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拆出角色、任務、背景與格式，只改一個變因</a:t>
            </a:r>
          </a:p>
        </p:txBody>
      </p:sp>
      <p:sp>
        <p:nvSpPr>
          <p:cNvPr id="12" name="text-653">
            <a:extLst xmlns:a="http://schemas.openxmlformats.org/drawingml/2006/main">
              <a:ext uri="{FF2B5EF4-FFF2-40B4-BE49-F238E27FC236}">
                <a16:creationId xmlns:a16="http://schemas.microsoft.com/office/drawing/2014/main" id="{19A22B81-0F70-4C73-9B66-797AB4346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654">
            <a:extLst xmlns:a="http://schemas.openxmlformats.org/drawingml/2006/main">
              <a:ext uri="{FF2B5EF4-FFF2-40B4-BE49-F238E27FC236}">
                <a16:creationId xmlns:a16="http://schemas.microsoft.com/office/drawing/2014/main" id="{0B2AE604-226B-4338-BC2C-419F8089D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用正常案例測一次，再用資料不足／越界案例測一次</a:t>
            </a:r>
          </a:p>
        </p:txBody>
      </p:sp>
      <p:sp>
        <p:nvSpPr>
          <p:cNvPr id="14" name="text-655">
            <a:extLst xmlns:a="http://schemas.openxmlformats.org/drawingml/2006/main">
              <a:ext uri="{FF2B5EF4-FFF2-40B4-BE49-F238E27FC236}">
                <a16:creationId xmlns:a16="http://schemas.microsoft.com/office/drawing/2014/main" id="{30FA3206-9280-4B68-A37C-7DC4FFD37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656">
            <a:extLst xmlns:a="http://schemas.openxmlformats.org/drawingml/2006/main">
              <a:ext uri="{FF2B5EF4-FFF2-40B4-BE49-F238E27FC236}">
                <a16:creationId xmlns:a16="http://schemas.microsoft.com/office/drawing/2014/main" id="{653A4C1D-2279-4571-9519-EF357398B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比較前後輸出，留下可重複使用的版本與限制</a:t>
            </a:r>
          </a:p>
        </p:txBody>
      </p:sp>
      <p:sp>
        <p:nvSpPr>
          <p:cNvPr id="16" name="shape-657">
            <a:extLst xmlns:a="http://schemas.openxmlformats.org/drawingml/2006/main">
              <a:ext uri="{FF2B5EF4-FFF2-40B4-BE49-F238E27FC236}">
                <a16:creationId xmlns:a16="http://schemas.microsoft.com/office/drawing/2014/main" id="{331960D6-AAAF-4AA5-8A3C-EFF6173C5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658">
            <a:extLst xmlns:a="http://schemas.openxmlformats.org/drawingml/2006/main">
              <a:ext uri="{FF2B5EF4-FFF2-40B4-BE49-F238E27FC236}">
                <a16:creationId xmlns:a16="http://schemas.microsoft.com/office/drawing/2014/main" id="{263FECF2-30FC-4D1B-98D8-BAA78FA75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659">
            <a:extLst xmlns:a="http://schemas.openxmlformats.org/drawingml/2006/main">
              <a:ext uri="{FF2B5EF4-FFF2-40B4-BE49-F238E27FC236}">
                <a16:creationId xmlns:a16="http://schemas.microsoft.com/office/drawing/2014/main" id="{F0977AF8-77C9-4C45-BF35-286E1310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用途與改動有記錄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輸出格式更穩定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遇資料不足會追問或標記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沒有捏造引用或課程事實</a:t>
            </a:r>
          </a:p>
        </p:txBody>
      </p:sp>
      <p:sp>
        <p:nvSpPr>
          <p:cNvPr id="19" name="text-972">
            <a:extLst xmlns:a="http://schemas.openxmlformats.org/drawingml/2006/main">
              <a:ext uri="{FF2B5EF4-FFF2-40B4-BE49-F238E27FC236}">
                <a16:creationId xmlns:a16="http://schemas.microsoft.com/office/drawing/2014/main" id="{19F12795-4BFA-402D-AD51-20D84898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c731029d35f479e"/>
              </a:rPr>
              <a:t>建立／查看 Gem ↗</a:t>
            </a:r>
          </a:p>
        </p:txBody>
      </p:sp>
      <p:sp>
        <p:nvSpPr>
          <p:cNvPr id="20" name="shape-1028">
            <a:extLst xmlns:a="http://schemas.openxmlformats.org/drawingml/2006/main">
              <a:ext uri="{FF2B5EF4-FFF2-40B4-BE49-F238E27FC236}">
                <a16:creationId xmlns:a16="http://schemas.microsoft.com/office/drawing/2014/main" id="{6C2B3BCD-187F-4289-9C34-2F58305A1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3783486488c487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1029">
            <a:extLst xmlns:a="http://schemas.openxmlformats.org/drawingml/2006/main">
              <a:ext uri="{FF2B5EF4-FFF2-40B4-BE49-F238E27FC236}">
                <a16:creationId xmlns:a16="http://schemas.microsoft.com/office/drawing/2014/main" id="{C2AE27FF-FEBE-48DA-94DB-E5A11F5F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520050484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660">
            <a:extLst xmlns:a="http://schemas.openxmlformats.org/drawingml/2006/main">
              <a:ext uri="{FF2B5EF4-FFF2-40B4-BE49-F238E27FC236}">
                <a16:creationId xmlns:a16="http://schemas.microsoft.com/office/drawing/2014/main" id="{CDFC4C6B-2546-4313-B318-3E487F026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496C13A-5684-41AF-851C-17690757F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Checkpoint｜你的 Gem 值得留下來嗎？</a:t>
            </a:r>
          </a:p>
        </p:txBody>
      </p:sp>
      <p:cxnSp>
        <p:nvCxnSpPr>
          <p:cNvPr id="28" name="shape-6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62">
            <a:extLst xmlns:a="http://schemas.openxmlformats.org/drawingml/2006/main">
              <a:ext uri="{FF2B5EF4-FFF2-40B4-BE49-F238E27FC236}">
                <a16:creationId xmlns:a16="http://schemas.microsoft.com/office/drawing/2014/main" id="{8C8C5117-D32F-4E05-99B7-E2E1CDEFB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6D151A0-32AA-43EB-90DD-3C2A47227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38</a:t>
            </a:r>
          </a:p>
        </p:txBody>
      </p:sp>
      <p:sp>
        <p:nvSpPr>
          <p:cNvPr id="6" name="shape-663">
            <a:extLst xmlns:a="http://schemas.openxmlformats.org/drawingml/2006/main">
              <a:ext uri="{FF2B5EF4-FFF2-40B4-BE49-F238E27FC236}">
                <a16:creationId xmlns:a16="http://schemas.microsoft.com/office/drawing/2014/main" id="{C17D87A3-091F-4E62-9C1D-7AE5F5860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64">
            <a:extLst xmlns:a="http://schemas.openxmlformats.org/drawingml/2006/main">
              <a:ext uri="{FF2B5EF4-FFF2-40B4-BE49-F238E27FC236}">
                <a16:creationId xmlns:a16="http://schemas.microsoft.com/office/drawing/2014/main" id="{9D1CF3B7-6216-4F99-A4F5-2A2C2F737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665">
            <a:extLst xmlns:a="http://schemas.openxmlformats.org/drawingml/2006/main">
              <a:ext uri="{FF2B5EF4-FFF2-40B4-BE49-F238E27FC236}">
                <a16:creationId xmlns:a16="http://schemas.microsoft.com/office/drawing/2014/main" id="{EB390384-9417-416C-94E8-9EEE725ED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重複</a:t>
            </a:r>
          </a:p>
        </p:txBody>
      </p:sp>
      <p:sp>
        <p:nvSpPr>
          <p:cNvPr id="9" name="text-666">
            <a:extLst xmlns:a="http://schemas.openxmlformats.org/drawingml/2006/main">
              <a:ext uri="{FF2B5EF4-FFF2-40B4-BE49-F238E27FC236}">
                <a16:creationId xmlns:a16="http://schemas.microsoft.com/office/drawing/2014/main" id="{EBAD83E4-190F-4572-BBF2-FD11A7834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這個任務一學期會出現多次，而不是只做一次。</a:t>
            </a:r>
          </a:p>
        </p:txBody>
      </p:sp>
      <p:sp>
        <p:nvSpPr>
          <p:cNvPr id="10" name="shape-667">
            <a:extLst xmlns:a="http://schemas.openxmlformats.org/drawingml/2006/main">
              <a:ext uri="{FF2B5EF4-FFF2-40B4-BE49-F238E27FC236}">
                <a16:creationId xmlns:a16="http://schemas.microsoft.com/office/drawing/2014/main" id="{9120D983-56BF-406B-A51F-2D34CC338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68">
            <a:extLst xmlns:a="http://schemas.openxmlformats.org/drawingml/2006/main">
              <a:ext uri="{FF2B5EF4-FFF2-40B4-BE49-F238E27FC236}">
                <a16:creationId xmlns:a16="http://schemas.microsoft.com/office/drawing/2014/main" id="{4720D0F9-7CC0-4BCD-9609-78BD0FE67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669">
            <a:extLst xmlns:a="http://schemas.openxmlformats.org/drawingml/2006/main">
              <a:ext uri="{FF2B5EF4-FFF2-40B4-BE49-F238E27FC236}">
                <a16:creationId xmlns:a16="http://schemas.microsoft.com/office/drawing/2014/main" id="{F08D45E2-A1A5-45F3-A927-CBC6ACBDA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一致</a:t>
            </a:r>
          </a:p>
        </p:txBody>
      </p:sp>
      <p:sp>
        <p:nvSpPr>
          <p:cNvPr id="13" name="text-670">
            <a:extLst xmlns:a="http://schemas.openxmlformats.org/drawingml/2006/main">
              <a:ext uri="{FF2B5EF4-FFF2-40B4-BE49-F238E27FC236}">
                <a16:creationId xmlns:a16="http://schemas.microsoft.com/office/drawing/2014/main" id="{C8D6F2E3-E116-4956-9A99-8095754DD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不同輸入仍遵守相同流程、語氣與輸出欄位。</a:t>
            </a:r>
          </a:p>
        </p:txBody>
      </p:sp>
      <p:sp>
        <p:nvSpPr>
          <p:cNvPr id="14" name="shape-671">
            <a:extLst xmlns:a="http://schemas.openxmlformats.org/drawingml/2006/main">
              <a:ext uri="{FF2B5EF4-FFF2-40B4-BE49-F238E27FC236}">
                <a16:creationId xmlns:a16="http://schemas.microsoft.com/office/drawing/2014/main" id="{7A91837E-06E4-47C1-9A8B-B261343B8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72">
            <a:extLst xmlns:a="http://schemas.openxmlformats.org/drawingml/2006/main">
              <a:ext uri="{FF2B5EF4-FFF2-40B4-BE49-F238E27FC236}">
                <a16:creationId xmlns:a16="http://schemas.microsoft.com/office/drawing/2014/main" id="{C3E86996-0EBD-4C97-B0D9-3E6B13E80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673">
            <a:extLst xmlns:a="http://schemas.openxmlformats.org/drawingml/2006/main">
              <a:ext uri="{FF2B5EF4-FFF2-40B4-BE49-F238E27FC236}">
                <a16:creationId xmlns:a16="http://schemas.microsoft.com/office/drawing/2014/main" id="{83651A1E-A1B9-4F10-9BE7-F7B2EAE22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可教</a:t>
            </a:r>
          </a:p>
        </p:txBody>
      </p:sp>
      <p:sp>
        <p:nvSpPr>
          <p:cNvPr id="17" name="text-674">
            <a:extLst xmlns:a="http://schemas.openxmlformats.org/drawingml/2006/main">
              <a:ext uri="{FF2B5EF4-FFF2-40B4-BE49-F238E27FC236}">
                <a16:creationId xmlns:a16="http://schemas.microsoft.com/office/drawing/2014/main" id="{B1F792B9-7FD9-42E3-91D0-531CDB2A2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同事看得懂它的用途，也知道何時不該使用。</a:t>
            </a:r>
          </a:p>
        </p:txBody>
      </p:sp>
      <p:sp>
        <p:nvSpPr>
          <p:cNvPr id="18" name="shape-675">
            <a:extLst xmlns:a="http://schemas.openxmlformats.org/drawingml/2006/main">
              <a:ext uri="{FF2B5EF4-FFF2-40B4-BE49-F238E27FC236}">
                <a16:creationId xmlns:a16="http://schemas.microsoft.com/office/drawing/2014/main" id="{189AD465-88C1-4E5C-8C89-1BEE65613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676">
            <a:extLst xmlns:a="http://schemas.openxmlformats.org/drawingml/2006/main">
              <a:ext uri="{FF2B5EF4-FFF2-40B4-BE49-F238E27FC236}">
                <a16:creationId xmlns:a16="http://schemas.microsoft.com/office/drawing/2014/main" id="{FE89E8A0-6B9C-4F6A-88FC-EE4CD07B5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677">
            <a:extLst xmlns:a="http://schemas.openxmlformats.org/drawingml/2006/main">
              <a:ext uri="{FF2B5EF4-FFF2-40B4-BE49-F238E27FC236}">
                <a16:creationId xmlns:a16="http://schemas.microsoft.com/office/drawing/2014/main" id="{7F2ADF80-F072-48E8-B89D-D10D9DF27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可改</a:t>
            </a:r>
          </a:p>
        </p:txBody>
      </p:sp>
      <p:sp>
        <p:nvSpPr>
          <p:cNvPr id="21" name="text-678">
            <a:extLst xmlns:a="http://schemas.openxmlformats.org/drawingml/2006/main">
              <a:ext uri="{FF2B5EF4-FFF2-40B4-BE49-F238E27FC236}">
                <a16:creationId xmlns:a16="http://schemas.microsoft.com/office/drawing/2014/main" id="{43341767-D56A-4211-840E-5FCF6082E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指令與背景檔案能隨課程迭代，不被鎖死。</a:t>
            </a:r>
          </a:p>
        </p:txBody>
      </p:sp>
      <p:sp>
        <p:nvSpPr>
          <p:cNvPr id="22" name="text-973">
            <a:extLst xmlns:a="http://schemas.openxmlformats.org/drawingml/2006/main">
              <a:ext uri="{FF2B5EF4-FFF2-40B4-BE49-F238E27FC236}">
                <a16:creationId xmlns:a16="http://schemas.microsoft.com/office/drawing/2014/main" id="{A1C96CF6-BBC3-4830-99AB-076FF836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486359eeb464d76"/>
              </a:rPr>
              <a:t>建立／查看 Gem ↗</a:t>
            </a:r>
          </a:p>
        </p:txBody>
      </p:sp>
      <p:sp>
        <p:nvSpPr>
          <p:cNvPr id="23" name="shape-1030">
            <a:extLst xmlns:a="http://schemas.openxmlformats.org/drawingml/2006/main">
              <a:ext uri="{FF2B5EF4-FFF2-40B4-BE49-F238E27FC236}">
                <a16:creationId xmlns:a16="http://schemas.microsoft.com/office/drawing/2014/main" id="{602F856F-D3A6-486B-AC2D-33099C876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0999b575914e42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031">
            <a:extLst xmlns:a="http://schemas.openxmlformats.org/drawingml/2006/main">
              <a:ext uri="{FF2B5EF4-FFF2-40B4-BE49-F238E27FC236}">
                <a16:creationId xmlns:a16="http://schemas.microsoft.com/office/drawing/2014/main" id="{003D49EE-00F0-4EC2-927D-387D9121B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272887389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679">
            <a:extLst xmlns:a="http://schemas.openxmlformats.org/drawingml/2006/main">
              <a:ext uri="{FF2B5EF4-FFF2-40B4-BE49-F238E27FC236}">
                <a16:creationId xmlns:a16="http://schemas.microsoft.com/office/drawing/2014/main" id="{9AE91DC2-9085-43DE-8E28-F3F439DCA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680">
            <a:extLst xmlns:a="http://schemas.openxmlformats.org/drawingml/2006/main">
              <a:ext uri="{FF2B5EF4-FFF2-40B4-BE49-F238E27FC236}">
                <a16:creationId xmlns:a16="http://schemas.microsoft.com/office/drawing/2014/main" id="{73EE7974-E32E-4584-B332-69EE37907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Canvas</a:t>
            </a:r>
          </a:p>
        </p:txBody>
      </p:sp>
      <p:sp>
        <p:nvSpPr>
          <p:cNvPr id="3" name="text-681">
            <a:extLst xmlns:a="http://schemas.openxmlformats.org/drawingml/2006/main">
              <a:ext uri="{FF2B5EF4-FFF2-40B4-BE49-F238E27FC236}">
                <a16:creationId xmlns:a16="http://schemas.microsoft.com/office/drawing/2014/main" id="{97B00BB2-29B8-4909-B547-ECC653337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把文字想法變成可預覽、可修改、可分享的文件、程式與互動教學作品。</a:t>
            </a:r>
          </a:p>
        </p:txBody>
      </p:sp>
      <p:sp>
        <p:nvSpPr>
          <p:cNvPr id="4" name="shape-682">
            <a:extLst xmlns:a="http://schemas.openxmlformats.org/drawingml/2006/main">
              <a:ext uri="{FF2B5EF4-FFF2-40B4-BE49-F238E27FC236}">
                <a16:creationId xmlns:a16="http://schemas.microsoft.com/office/drawing/2014/main" id="{53616A47-3737-442B-A346-E238EF09F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683">
            <a:extLst xmlns:a="http://schemas.openxmlformats.org/drawingml/2006/main">
              <a:ext uri="{FF2B5EF4-FFF2-40B4-BE49-F238E27FC236}">
                <a16:creationId xmlns:a16="http://schemas.microsoft.com/office/drawing/2014/main" id="{5616EBDE-7365-49CC-A7B1-3A84DF8EB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68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685">
            <a:extLst xmlns:a="http://schemas.openxmlformats.org/drawingml/2006/main">
              <a:ext uri="{FF2B5EF4-FFF2-40B4-BE49-F238E27FC236}">
                <a16:creationId xmlns:a16="http://schemas.microsoft.com/office/drawing/2014/main" id="{CDB304AE-5DBD-486D-BDBB-E16AA2ABA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8D5E1DA-BD28-40B4-AFA6-0BD2FFD2A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39</a:t>
            </a:r>
          </a:p>
        </p:txBody>
      </p:sp>
      <p:sp>
        <p:nvSpPr>
          <p:cNvPr id="9" name="text-974">
            <a:extLst xmlns:a="http://schemas.openxmlformats.org/drawingml/2006/main">
              <a:ext uri="{FF2B5EF4-FFF2-40B4-BE49-F238E27FC236}">
                <a16:creationId xmlns:a16="http://schemas.microsoft.com/office/drawing/2014/main" id="{3FCA8F0C-87C6-41C2-962B-11E0D78F7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4e1d9f036484d0b"/>
              </a:rPr>
              <a:t>開啟 Gemini Canvas ↗</a:t>
            </a:r>
          </a:p>
        </p:txBody>
      </p:sp>
      <p:sp>
        <p:nvSpPr>
          <p:cNvPr id="10" name="shape-1032">
            <a:extLst xmlns:a="http://schemas.openxmlformats.org/drawingml/2006/main">
              <a:ext uri="{FF2B5EF4-FFF2-40B4-BE49-F238E27FC236}">
                <a16:creationId xmlns:a16="http://schemas.microsoft.com/office/drawing/2014/main" id="{A32AA743-8411-44F1-86C8-0255C13F9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c84b74f4b5499f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1033">
            <a:extLst xmlns:a="http://schemas.openxmlformats.org/drawingml/2006/main">
              <a:ext uri="{FF2B5EF4-FFF2-40B4-BE49-F238E27FC236}">
                <a16:creationId xmlns:a16="http://schemas.microsoft.com/office/drawing/2014/main" id="{DF003BFE-9225-4A30-92BC-A5CEECE1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49982493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686">
            <a:extLst xmlns:a="http://schemas.openxmlformats.org/drawingml/2006/main">
              <a:ext uri="{FF2B5EF4-FFF2-40B4-BE49-F238E27FC236}">
                <a16:creationId xmlns:a16="http://schemas.microsoft.com/office/drawing/2014/main" id="{21B99A4D-BA8B-4625-BF7C-1E032C9D6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CANVAS PROMPT · MEETING SYSTEM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CD159B5-8C4F-44EB-9C7E-CF7E3103F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教師會議紀錄系統的 Canvas 提示詞公式</a:t>
            </a:r>
          </a:p>
        </p:txBody>
      </p:sp>
      <p:cxnSp>
        <p:nvCxnSpPr>
          <p:cNvPr id="28" name="shape-68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88">
            <a:extLst xmlns:a="http://schemas.openxmlformats.org/drawingml/2006/main">
              <a:ext uri="{FF2B5EF4-FFF2-40B4-BE49-F238E27FC236}">
                <a16:creationId xmlns:a16="http://schemas.microsoft.com/office/drawing/2014/main" id="{A29788E8-586C-4D80-A014-43E84E0A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5A58DC9-A7D7-4428-87C5-6E0772D41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40</a:t>
            </a:r>
          </a:p>
        </p:txBody>
      </p:sp>
      <p:sp>
        <p:nvSpPr>
          <p:cNvPr id="6" name="shape-689">
            <a:extLst xmlns:a="http://schemas.openxmlformats.org/drawingml/2006/main">
              <a:ext uri="{FF2B5EF4-FFF2-40B4-BE49-F238E27FC236}">
                <a16:creationId xmlns:a16="http://schemas.microsoft.com/office/drawing/2014/main" id="{CFEB87E4-9FE3-40DF-853B-B33F57172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90">
            <a:extLst xmlns:a="http://schemas.openxmlformats.org/drawingml/2006/main">
              <a:ext uri="{FF2B5EF4-FFF2-40B4-BE49-F238E27FC236}">
                <a16:creationId xmlns:a16="http://schemas.microsoft.com/office/drawing/2014/main" id="{AC635EBA-CFAA-42EB-A449-0B8E1C564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691">
            <a:extLst xmlns:a="http://schemas.openxmlformats.org/drawingml/2006/main">
              <a:ext uri="{FF2B5EF4-FFF2-40B4-BE49-F238E27FC236}">
                <a16:creationId xmlns:a16="http://schemas.microsoft.com/office/drawing/2014/main" id="{2D0B1283-B308-4960-B308-1FED65543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資料輸入</a:t>
            </a:r>
          </a:p>
        </p:txBody>
      </p:sp>
      <p:sp>
        <p:nvSpPr>
          <p:cNvPr id="9" name="text-692">
            <a:extLst xmlns:a="http://schemas.openxmlformats.org/drawingml/2006/main">
              <a:ext uri="{FF2B5EF4-FFF2-40B4-BE49-F238E27FC236}">
                <a16:creationId xmlns:a16="http://schemas.microsoft.com/office/drawing/2014/main" id="{A11CC782-4590-4552-BD7E-379049B8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會議日期、議程、逐字稿或摘要；先用一筆合成資料示範。</a:t>
            </a:r>
          </a:p>
        </p:txBody>
      </p:sp>
      <p:sp>
        <p:nvSpPr>
          <p:cNvPr id="10" name="shape-693">
            <a:extLst xmlns:a="http://schemas.openxmlformats.org/drawingml/2006/main">
              <a:ext uri="{FF2B5EF4-FFF2-40B4-BE49-F238E27FC236}">
                <a16:creationId xmlns:a16="http://schemas.microsoft.com/office/drawing/2014/main" id="{BA31B641-C18D-4756-A192-16A8D8FD2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94">
            <a:extLst xmlns:a="http://schemas.openxmlformats.org/drawingml/2006/main">
              <a:ext uri="{FF2B5EF4-FFF2-40B4-BE49-F238E27FC236}">
                <a16:creationId xmlns:a16="http://schemas.microsoft.com/office/drawing/2014/main" id="{1E2E53DA-800F-4CCC-9B8F-2DAE73A7E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695">
            <a:extLst xmlns:a="http://schemas.openxmlformats.org/drawingml/2006/main">
              <a:ext uri="{FF2B5EF4-FFF2-40B4-BE49-F238E27FC236}">
                <a16:creationId xmlns:a16="http://schemas.microsoft.com/office/drawing/2014/main" id="{6E338BDB-0C69-43E6-9F8F-1F2053882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工作流程</a:t>
            </a:r>
          </a:p>
        </p:txBody>
      </p:sp>
      <p:sp>
        <p:nvSpPr>
          <p:cNvPr id="13" name="text-696">
            <a:extLst xmlns:a="http://schemas.openxmlformats.org/drawingml/2006/main">
              <a:ext uri="{FF2B5EF4-FFF2-40B4-BE49-F238E27FC236}">
                <a16:creationId xmlns:a16="http://schemas.microsoft.com/office/drawing/2014/main" id="{CDD832AF-74F5-400D-AF28-B541038A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把重點、決議、待辦、承辦人與期限變成可查詢欄位。</a:t>
            </a:r>
          </a:p>
        </p:txBody>
      </p:sp>
      <p:sp>
        <p:nvSpPr>
          <p:cNvPr id="14" name="shape-697">
            <a:extLst xmlns:a="http://schemas.openxmlformats.org/drawingml/2006/main">
              <a:ext uri="{FF2B5EF4-FFF2-40B4-BE49-F238E27FC236}">
                <a16:creationId xmlns:a16="http://schemas.microsoft.com/office/drawing/2014/main" id="{EB5FCCF8-D1DF-4B48-A271-3934B7265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98">
            <a:extLst xmlns:a="http://schemas.openxmlformats.org/drawingml/2006/main">
              <a:ext uri="{FF2B5EF4-FFF2-40B4-BE49-F238E27FC236}">
                <a16:creationId xmlns:a16="http://schemas.microsoft.com/office/drawing/2014/main" id="{CBAC0FF9-6E75-4D29-B82F-8A4D12184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699">
            <a:extLst xmlns:a="http://schemas.openxmlformats.org/drawingml/2006/main">
              <a:ext uri="{FF2B5EF4-FFF2-40B4-BE49-F238E27FC236}">
                <a16:creationId xmlns:a16="http://schemas.microsoft.com/office/drawing/2014/main" id="{0E10B8F1-2BD8-4690-BD2E-FBDF8261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互動介面</a:t>
            </a:r>
          </a:p>
        </p:txBody>
      </p:sp>
      <p:sp>
        <p:nvSpPr>
          <p:cNvPr id="17" name="text-700">
            <a:extLst xmlns:a="http://schemas.openxmlformats.org/drawingml/2006/main">
              <a:ext uri="{FF2B5EF4-FFF2-40B4-BE49-F238E27FC236}">
                <a16:creationId xmlns:a16="http://schemas.microsoft.com/office/drawing/2014/main" id="{2D837138-E93F-4D2B-9850-503FF4A96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加入搜尋、篩選、展開、匯出與手機操作，讓紀錄真的能被使用。</a:t>
            </a:r>
          </a:p>
        </p:txBody>
      </p:sp>
      <p:sp>
        <p:nvSpPr>
          <p:cNvPr id="18" name="shape-701">
            <a:extLst xmlns:a="http://schemas.openxmlformats.org/drawingml/2006/main">
              <a:ext uri="{FF2B5EF4-FFF2-40B4-BE49-F238E27FC236}">
                <a16:creationId xmlns:a16="http://schemas.microsoft.com/office/drawing/2014/main" id="{EFF9D28D-0581-4B52-98E3-AAD29B4C6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02">
            <a:extLst xmlns:a="http://schemas.openxmlformats.org/drawingml/2006/main">
              <a:ext uri="{FF2B5EF4-FFF2-40B4-BE49-F238E27FC236}">
                <a16:creationId xmlns:a16="http://schemas.microsoft.com/office/drawing/2014/main" id="{212F9275-154C-4A67-898F-7513C0644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703">
            <a:extLst xmlns:a="http://schemas.openxmlformats.org/drawingml/2006/main">
              <a:ext uri="{FF2B5EF4-FFF2-40B4-BE49-F238E27FC236}">
                <a16:creationId xmlns:a16="http://schemas.microsoft.com/office/drawing/2014/main" id="{4E1BCA9D-2A0C-4900-8BF9-56252AE97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部署驗收</a:t>
            </a:r>
          </a:p>
        </p:txBody>
      </p:sp>
      <p:sp>
        <p:nvSpPr>
          <p:cNvPr id="21" name="text-704">
            <a:extLst xmlns:a="http://schemas.openxmlformats.org/drawingml/2006/main">
              <a:ext uri="{FF2B5EF4-FFF2-40B4-BE49-F238E27FC236}">
                <a16:creationId xmlns:a16="http://schemas.microsoft.com/office/drawing/2014/main" id="{3D744651-BFB4-4886-936D-AC078EBEE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單檔 RWD、無個資、可嵌入 Google Sites，並列出權限與備援方案。</a:t>
            </a:r>
          </a:p>
        </p:txBody>
      </p:sp>
      <p:sp>
        <p:nvSpPr>
          <p:cNvPr id="22" name="text-975">
            <a:extLst xmlns:a="http://schemas.openxmlformats.org/drawingml/2006/main">
              <a:ext uri="{FF2B5EF4-FFF2-40B4-BE49-F238E27FC236}">
                <a16:creationId xmlns:a16="http://schemas.microsoft.com/office/drawing/2014/main" id="{694647BF-21E2-492F-BD93-291EB1AFC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2436015d9474fc8"/>
              </a:rPr>
              <a:t>開啟 Gemini Canvas ↗</a:t>
            </a:r>
          </a:p>
        </p:txBody>
      </p:sp>
      <p:sp>
        <p:nvSpPr>
          <p:cNvPr id="23" name="shape-1034">
            <a:extLst xmlns:a="http://schemas.openxmlformats.org/drawingml/2006/main">
              <a:ext uri="{FF2B5EF4-FFF2-40B4-BE49-F238E27FC236}">
                <a16:creationId xmlns:a16="http://schemas.microsoft.com/office/drawing/2014/main" id="{A699979F-2870-416C-B615-4B0041399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a6c19cae9441b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1035">
            <a:extLst xmlns:a="http://schemas.openxmlformats.org/drawingml/2006/main">
              <a:ext uri="{FF2B5EF4-FFF2-40B4-BE49-F238E27FC236}">
                <a16:creationId xmlns:a16="http://schemas.microsoft.com/office/drawing/2014/main" id="{40A85788-B626-4695-91CC-860F64FBF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706101446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705">
            <a:extLst xmlns:a="http://schemas.openxmlformats.org/drawingml/2006/main">
              <a:ext uri="{FF2B5EF4-FFF2-40B4-BE49-F238E27FC236}">
                <a16:creationId xmlns:a16="http://schemas.microsoft.com/office/drawing/2014/main" id="{AA7097CC-BE00-490F-922B-28597529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 · CANVAS → GOOGLE SITES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D5A22CE-65E7-4DA9-9D3B-A2D0037FD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示範：教師會議紀錄線上系統</a:t>
            </a:r>
          </a:p>
        </p:txBody>
      </p:sp>
      <p:cxnSp>
        <p:nvCxnSpPr>
          <p:cNvPr id="38" name="shape-70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07">
            <a:extLst xmlns:a="http://schemas.openxmlformats.org/drawingml/2006/main">
              <a:ext uri="{FF2B5EF4-FFF2-40B4-BE49-F238E27FC236}">
                <a16:creationId xmlns:a16="http://schemas.microsoft.com/office/drawing/2014/main" id="{769E0E61-0941-4D9D-97BE-C20781931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49E5557-4F8B-4C34-B348-77E15D504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41</a:t>
            </a:r>
          </a:p>
        </p:txBody>
      </p:sp>
      <p:sp>
        <p:nvSpPr>
          <p:cNvPr id="6" name="shape-708">
            <a:extLst xmlns:a="http://schemas.openxmlformats.org/drawingml/2006/main">
              <a:ext uri="{FF2B5EF4-FFF2-40B4-BE49-F238E27FC236}">
                <a16:creationId xmlns:a16="http://schemas.microsoft.com/office/drawing/2014/main" id="{63B14FBB-5E58-457C-A59E-9C83361E1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09">
            <a:extLst xmlns:a="http://schemas.openxmlformats.org/drawingml/2006/main">
              <a:ext uri="{FF2B5EF4-FFF2-40B4-BE49-F238E27FC236}">
                <a16:creationId xmlns:a16="http://schemas.microsoft.com/office/drawing/2014/main" id="{AD3C89D9-B2C9-4A6B-B63F-55A72542F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10">
            <a:extLst xmlns:a="http://schemas.openxmlformats.org/drawingml/2006/main">
              <a:ext uri="{FF2B5EF4-FFF2-40B4-BE49-F238E27FC236}">
                <a16:creationId xmlns:a16="http://schemas.microsoft.com/office/drawing/2014/main" id="{16129C57-E8BB-49F2-B136-5D809AE5D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11">
            <a:extLst xmlns:a="http://schemas.openxmlformats.org/drawingml/2006/main">
              <a:ext uri="{FF2B5EF4-FFF2-40B4-BE49-F238E27FC236}">
                <a16:creationId xmlns:a16="http://schemas.microsoft.com/office/drawing/2014/main" id="{43D9668B-E831-46C3-AA54-123A83A82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規格</a:t>
            </a:r>
          </a:p>
        </p:txBody>
      </p:sp>
      <p:sp>
        <p:nvSpPr>
          <p:cNvPr id="10" name="text-712">
            <a:extLst xmlns:a="http://schemas.openxmlformats.org/drawingml/2006/main">
              <a:ext uri="{FF2B5EF4-FFF2-40B4-BE49-F238E27FC236}">
                <a16:creationId xmlns:a16="http://schemas.microsoft.com/office/drawing/2014/main" id="{0BFD3DEF-92A2-45A3-A224-580455F93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先寫使用者、欄位與一筆合成會議資料</a:t>
            </a:r>
          </a:p>
        </p:txBody>
      </p:sp>
      <p:sp>
        <p:nvSpPr>
          <p:cNvPr id="11" name="text-713">
            <a:extLst xmlns:a="http://schemas.openxmlformats.org/drawingml/2006/main">
              <a:ext uri="{FF2B5EF4-FFF2-40B4-BE49-F238E27FC236}">
                <a16:creationId xmlns:a16="http://schemas.microsoft.com/office/drawing/2014/main" id="{FB74BC2E-B5B9-43A6-A178-DEC8315C8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714">
            <a:extLst xmlns:a="http://schemas.openxmlformats.org/drawingml/2006/main">
              <a:ext uri="{FF2B5EF4-FFF2-40B4-BE49-F238E27FC236}">
                <a16:creationId xmlns:a16="http://schemas.microsoft.com/office/drawing/2014/main" id="{0149BB9A-7EF0-4E35-83E9-3A733FEC2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715">
            <a:extLst xmlns:a="http://schemas.openxmlformats.org/drawingml/2006/main">
              <a:ext uri="{FF2B5EF4-FFF2-40B4-BE49-F238E27FC236}">
                <a16:creationId xmlns:a16="http://schemas.microsoft.com/office/drawing/2014/main" id="{41600C9C-77CE-4E76-AB41-C56A55012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716">
            <a:extLst xmlns:a="http://schemas.openxmlformats.org/drawingml/2006/main">
              <a:ext uri="{FF2B5EF4-FFF2-40B4-BE49-F238E27FC236}">
                <a16:creationId xmlns:a16="http://schemas.microsoft.com/office/drawing/2014/main" id="{CFE36D9D-5738-4D9D-AD51-0FE0AC0E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717">
            <a:extLst xmlns:a="http://schemas.openxmlformats.org/drawingml/2006/main">
              <a:ext uri="{FF2B5EF4-FFF2-40B4-BE49-F238E27FC236}">
                <a16:creationId xmlns:a16="http://schemas.microsoft.com/office/drawing/2014/main" id="{B53E41DD-5595-4659-86E7-DCE4928E6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生成</a:t>
            </a:r>
          </a:p>
        </p:txBody>
      </p:sp>
      <p:sp>
        <p:nvSpPr>
          <p:cNvPr id="16" name="text-718">
            <a:extLst xmlns:a="http://schemas.openxmlformats.org/drawingml/2006/main">
              <a:ext uri="{FF2B5EF4-FFF2-40B4-BE49-F238E27FC236}">
                <a16:creationId xmlns:a16="http://schemas.microsoft.com/office/drawing/2014/main" id="{5F58ECDC-AC0F-41A7-8509-9CFF300FE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做出重點、決議、待辦與搜尋的最小原型</a:t>
            </a:r>
          </a:p>
        </p:txBody>
      </p:sp>
      <p:sp>
        <p:nvSpPr>
          <p:cNvPr id="17" name="text-719">
            <a:extLst xmlns:a="http://schemas.openxmlformats.org/drawingml/2006/main">
              <a:ext uri="{FF2B5EF4-FFF2-40B4-BE49-F238E27FC236}">
                <a16:creationId xmlns:a16="http://schemas.microsoft.com/office/drawing/2014/main" id="{5ECB0CC9-E070-4C6B-92DD-366D30AF2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720">
            <a:extLst xmlns:a="http://schemas.openxmlformats.org/drawingml/2006/main">
              <a:ext uri="{FF2B5EF4-FFF2-40B4-BE49-F238E27FC236}">
                <a16:creationId xmlns:a16="http://schemas.microsoft.com/office/drawing/2014/main" id="{097A5FA6-4C0B-4203-A9B9-826F8FF26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721">
            <a:extLst xmlns:a="http://schemas.openxmlformats.org/drawingml/2006/main">
              <a:ext uri="{FF2B5EF4-FFF2-40B4-BE49-F238E27FC236}">
                <a16:creationId xmlns:a16="http://schemas.microsoft.com/office/drawing/2014/main" id="{38CE0EF8-BFEC-4630-9FA9-457FC815C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22">
            <a:extLst xmlns:a="http://schemas.openxmlformats.org/drawingml/2006/main">
              <a:ext uri="{FF2B5EF4-FFF2-40B4-BE49-F238E27FC236}">
                <a16:creationId xmlns:a16="http://schemas.microsoft.com/office/drawing/2014/main" id="{1448E844-B90A-42B1-9543-38C8A1C19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723">
            <a:extLst xmlns:a="http://schemas.openxmlformats.org/drawingml/2006/main">
              <a:ext uri="{FF2B5EF4-FFF2-40B4-BE49-F238E27FC236}">
                <a16:creationId xmlns:a16="http://schemas.microsoft.com/office/drawing/2014/main" id="{19BA2080-EB34-4C99-8F13-D6C2D18AD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22" name="text-724">
            <a:extLst xmlns:a="http://schemas.openxmlformats.org/drawingml/2006/main">
              <a:ext uri="{FF2B5EF4-FFF2-40B4-BE49-F238E27FC236}">
                <a16:creationId xmlns:a16="http://schemas.microsoft.com/office/drawing/2014/main" id="{7DBBE802-69FB-40C2-BDCB-8C035B19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操作篩選、展開、匯出，檢查 RWD 與鍵盤路徑</a:t>
            </a:r>
          </a:p>
        </p:txBody>
      </p:sp>
      <p:sp>
        <p:nvSpPr>
          <p:cNvPr id="23" name="text-725">
            <a:extLst xmlns:a="http://schemas.openxmlformats.org/drawingml/2006/main">
              <a:ext uri="{FF2B5EF4-FFF2-40B4-BE49-F238E27FC236}">
                <a16:creationId xmlns:a16="http://schemas.microsoft.com/office/drawing/2014/main" id="{22FEFC4E-FE22-4C83-9E00-DEB211739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726">
            <a:extLst xmlns:a="http://schemas.openxmlformats.org/drawingml/2006/main">
              <a:ext uri="{FF2B5EF4-FFF2-40B4-BE49-F238E27FC236}">
                <a16:creationId xmlns:a16="http://schemas.microsoft.com/office/drawing/2014/main" id="{AB5188A4-46A4-4B75-9CA3-39E52940C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727">
            <a:extLst xmlns:a="http://schemas.openxmlformats.org/drawingml/2006/main">
              <a:ext uri="{FF2B5EF4-FFF2-40B4-BE49-F238E27FC236}">
                <a16:creationId xmlns:a16="http://schemas.microsoft.com/office/drawing/2014/main" id="{C7E5745B-01A5-4442-A7D4-15C958D63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728">
            <a:extLst xmlns:a="http://schemas.openxmlformats.org/drawingml/2006/main">
              <a:ext uri="{FF2B5EF4-FFF2-40B4-BE49-F238E27FC236}">
                <a16:creationId xmlns:a16="http://schemas.microsoft.com/office/drawing/2014/main" id="{BF9F2BEF-6C63-4D97-BEC2-542596C01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729">
            <a:extLst xmlns:a="http://schemas.openxmlformats.org/drawingml/2006/main">
              <a:ext uri="{FF2B5EF4-FFF2-40B4-BE49-F238E27FC236}">
                <a16:creationId xmlns:a16="http://schemas.microsoft.com/office/drawing/2014/main" id="{77F3BE15-8D2E-43EB-88D4-525F70C32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迭代</a:t>
            </a:r>
          </a:p>
        </p:txBody>
      </p:sp>
      <p:sp>
        <p:nvSpPr>
          <p:cNvPr id="28" name="text-730">
            <a:extLst xmlns:a="http://schemas.openxmlformats.org/drawingml/2006/main">
              <a:ext uri="{FF2B5EF4-FFF2-40B4-BE49-F238E27FC236}">
                <a16:creationId xmlns:a16="http://schemas.microsoft.com/office/drawing/2014/main" id="{1492C196-F0C5-40F1-8CDC-B1D5D7635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修正權限、無障礙與嵌入限制，再交給 Google Sites</a:t>
            </a:r>
          </a:p>
        </p:txBody>
      </p:sp>
      <p:sp>
        <p:nvSpPr>
          <p:cNvPr id="29" name="text-731">
            <a:extLst xmlns:a="http://schemas.openxmlformats.org/drawingml/2006/main">
              <a:ext uri="{FF2B5EF4-FFF2-40B4-BE49-F238E27FC236}">
                <a16:creationId xmlns:a16="http://schemas.microsoft.com/office/drawing/2014/main" id="{C2D32ED3-3A58-4F43-880A-9FE342FB3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976">
            <a:extLst xmlns:a="http://schemas.openxmlformats.org/drawingml/2006/main">
              <a:ext uri="{FF2B5EF4-FFF2-40B4-BE49-F238E27FC236}">
                <a16:creationId xmlns:a16="http://schemas.microsoft.com/office/drawing/2014/main" id="{EB079EB3-AFF4-4A36-B605-EC82436C2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e8fb1925e0044cd"/>
              </a:rPr>
              <a:t>Canvas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b3d9b9d064742a3"/>
              </a:rPr>
              <a:t>會議紀錄系統 ↗</a:t>
            </a:r>
          </a:p>
        </p:txBody>
      </p:sp>
      <p:sp>
        <p:nvSpPr>
          <p:cNvPr id="31" name="shape-1036">
            <a:extLst xmlns:a="http://schemas.openxmlformats.org/drawingml/2006/main">
              <a:ext uri="{FF2B5EF4-FFF2-40B4-BE49-F238E27FC236}">
                <a16:creationId xmlns:a16="http://schemas.microsoft.com/office/drawing/2014/main" id="{F9CAE6C5-1BA6-4DCD-8F34-B1294561B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66966dd9804f16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037">
            <a:extLst xmlns:a="http://schemas.openxmlformats.org/drawingml/2006/main">
              <a:ext uri="{FF2B5EF4-FFF2-40B4-BE49-F238E27FC236}">
                <a16:creationId xmlns:a16="http://schemas.microsoft.com/office/drawing/2014/main" id="{5B49D574-B46F-4F29-9080-97419F595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a206e1b30d4a66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038">
            <a:extLst xmlns:a="http://schemas.openxmlformats.org/drawingml/2006/main">
              <a:ext uri="{FF2B5EF4-FFF2-40B4-BE49-F238E27FC236}">
                <a16:creationId xmlns:a16="http://schemas.microsoft.com/office/drawing/2014/main" id="{145D2FFE-BF3C-4AF8-8B3C-C05A9D9EA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359646924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732">
            <a:extLst xmlns:a="http://schemas.openxmlformats.org/drawingml/2006/main">
              <a:ext uri="{FF2B5EF4-FFF2-40B4-BE49-F238E27FC236}">
                <a16:creationId xmlns:a16="http://schemas.microsoft.com/office/drawing/2014/main" id="{9D50040D-D657-45DB-94EF-45834910A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DE9282B-475C-403D-B8B9-B72AD64D8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實作三｜Canvas 會議紀錄 × Google Sites</a:t>
            </a:r>
          </a:p>
        </p:txBody>
      </p:sp>
      <p:cxnSp>
        <p:nvCxnSpPr>
          <p:cNvPr id="29" name="shape-73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34">
            <a:extLst xmlns:a="http://schemas.openxmlformats.org/drawingml/2006/main">
              <a:ext uri="{FF2B5EF4-FFF2-40B4-BE49-F238E27FC236}">
                <a16:creationId xmlns:a16="http://schemas.microsoft.com/office/drawing/2014/main" id="{6C29A62B-9964-41BD-9D0C-C18857A5A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0BB1363-35A0-4E35-81F3-E9643AAE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42</a:t>
            </a:r>
          </a:p>
        </p:txBody>
      </p:sp>
      <p:sp>
        <p:nvSpPr>
          <p:cNvPr id="6" name="text-735">
            <a:extLst xmlns:a="http://schemas.openxmlformats.org/drawingml/2006/main">
              <a:ext uri="{FF2B5EF4-FFF2-40B4-BE49-F238E27FC236}">
                <a16:creationId xmlns:a16="http://schemas.microsoft.com/office/drawing/2014/main" id="{AE1A2222-1256-4904-BDF0-37000620E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736">
            <a:extLst xmlns:a="http://schemas.openxmlformats.org/drawingml/2006/main">
              <a:ext uri="{FF2B5EF4-FFF2-40B4-BE49-F238E27FC236}">
                <a16:creationId xmlns:a16="http://schemas.microsoft.com/office/drawing/2014/main" id="{2E9D95E7-D2F1-43DF-9644-0FB3547CEB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737">
            <a:extLst xmlns:a="http://schemas.openxmlformats.org/drawingml/2006/main">
              <a:ext uri="{FF2B5EF4-FFF2-40B4-BE49-F238E27FC236}">
                <a16:creationId xmlns:a16="http://schemas.microsoft.com/office/drawing/2014/main" id="{17C4AB62-44E5-4F8C-BFC8-DBA5C0E87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38">
            <a:extLst xmlns:a="http://schemas.openxmlformats.org/drawingml/2006/main">
              <a:ext uri="{FF2B5EF4-FFF2-40B4-BE49-F238E27FC236}">
                <a16:creationId xmlns:a16="http://schemas.microsoft.com/office/drawing/2014/main" id="{50EA6224-0AE9-4E07-81B7-9C0F2AAC9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在 Canvas 生成含重點、決議、待辦與搜尋的最小原型</a:t>
            </a:r>
          </a:p>
        </p:txBody>
      </p:sp>
      <p:sp>
        <p:nvSpPr>
          <p:cNvPr id="10" name="text-739">
            <a:extLst xmlns:a="http://schemas.openxmlformats.org/drawingml/2006/main">
              <a:ext uri="{FF2B5EF4-FFF2-40B4-BE49-F238E27FC236}">
                <a16:creationId xmlns:a16="http://schemas.microsoft.com/office/drawing/2014/main" id="{33E1A232-309E-4F5D-99DD-1C28DA0C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740">
            <a:extLst xmlns:a="http://schemas.openxmlformats.org/drawingml/2006/main">
              <a:ext uri="{FF2B5EF4-FFF2-40B4-BE49-F238E27FC236}">
                <a16:creationId xmlns:a16="http://schemas.microsoft.com/office/drawing/2014/main" id="{91CD285A-58CE-4EEC-B411-141D73A89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用合成會議資料測試篩選、展開、匯出與手機版</a:t>
            </a:r>
          </a:p>
        </p:txBody>
      </p:sp>
      <p:sp>
        <p:nvSpPr>
          <p:cNvPr id="12" name="text-741">
            <a:extLst xmlns:a="http://schemas.openxmlformats.org/drawingml/2006/main">
              <a:ext uri="{FF2B5EF4-FFF2-40B4-BE49-F238E27FC236}">
                <a16:creationId xmlns:a16="http://schemas.microsoft.com/office/drawing/2014/main" id="{625BE949-C782-4736-9765-62F4BDECF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742">
            <a:extLst xmlns:a="http://schemas.openxmlformats.org/drawingml/2006/main">
              <a:ext uri="{FF2B5EF4-FFF2-40B4-BE49-F238E27FC236}">
                <a16:creationId xmlns:a16="http://schemas.microsoft.com/office/drawing/2014/main" id="{AA216C2B-8A1C-4BE0-9C36-6B3247AEC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複製分享網址或嵌入碼，於 Google Sites 插入 → 嵌入 → 預覽</a:t>
            </a:r>
          </a:p>
        </p:txBody>
      </p:sp>
      <p:sp>
        <p:nvSpPr>
          <p:cNvPr id="14" name="text-743">
            <a:extLst xmlns:a="http://schemas.openxmlformats.org/drawingml/2006/main">
              <a:ext uri="{FF2B5EF4-FFF2-40B4-BE49-F238E27FC236}">
                <a16:creationId xmlns:a16="http://schemas.microsoft.com/office/drawing/2014/main" id="{C57EFA84-96CE-4B8F-B82B-AA0776DBC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744">
            <a:extLst xmlns:a="http://schemas.openxmlformats.org/drawingml/2006/main">
              <a:ext uri="{FF2B5EF4-FFF2-40B4-BE49-F238E27FC236}">
                <a16:creationId xmlns:a16="http://schemas.microsoft.com/office/drawing/2014/main" id="{4DC28054-6147-47BC-AECF-2BCB4AB1E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發布前檢查權限；若 X-Frame 被阻擋，保留外開連結作備援</a:t>
            </a:r>
          </a:p>
        </p:txBody>
      </p:sp>
      <p:sp>
        <p:nvSpPr>
          <p:cNvPr id="16" name="shape-745">
            <a:extLst xmlns:a="http://schemas.openxmlformats.org/drawingml/2006/main">
              <a:ext uri="{FF2B5EF4-FFF2-40B4-BE49-F238E27FC236}">
                <a16:creationId xmlns:a16="http://schemas.microsoft.com/office/drawing/2014/main" id="{49F80878-9D85-45D1-A4F5-CB28E790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746">
            <a:extLst xmlns:a="http://schemas.openxmlformats.org/drawingml/2006/main">
              <a:ext uri="{FF2B5EF4-FFF2-40B4-BE49-F238E27FC236}">
                <a16:creationId xmlns:a16="http://schemas.microsoft.com/office/drawing/2014/main" id="{18E71D54-6248-4C86-AD01-315E9E9C6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747">
            <a:extLst xmlns:a="http://schemas.openxmlformats.org/drawingml/2006/main">
              <a:ext uri="{FF2B5EF4-FFF2-40B4-BE49-F238E27FC236}">
                <a16:creationId xmlns:a16="http://schemas.microsoft.com/office/drawing/2014/main" id="{A443B9B4-EAEE-436F-9F18-15894E91D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586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桌機／手機都能完成主要操作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至少一筆會議紀錄可查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Google Sites 預覽成功或有外開備援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不含個資且保留人工確認</a:t>
            </a:r>
          </a:p>
        </p:txBody>
      </p:sp>
      <p:sp>
        <p:nvSpPr>
          <p:cNvPr id="19" name="text-977">
            <a:extLst xmlns:a="http://schemas.openxmlformats.org/drawingml/2006/main">
              <a:ext uri="{FF2B5EF4-FFF2-40B4-BE49-F238E27FC236}">
                <a16:creationId xmlns:a16="http://schemas.microsoft.com/office/drawing/2014/main" id="{B56554B6-5563-44EA-B6E5-9ECD8892B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9e11e900a7e4b71"/>
              </a:rPr>
              <a:t>Canvas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62f17febb194209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c9818bb3ad94840"/>
              </a:rPr>
              <a:t>Google Sites ↗</a:t>
            </a:r>
          </a:p>
        </p:txBody>
      </p:sp>
      <p:sp>
        <p:nvSpPr>
          <p:cNvPr id="20" name="shape-1039">
            <a:extLst xmlns:a="http://schemas.openxmlformats.org/drawingml/2006/main">
              <a:ext uri="{FF2B5EF4-FFF2-40B4-BE49-F238E27FC236}">
                <a16:creationId xmlns:a16="http://schemas.microsoft.com/office/drawing/2014/main" id="{8F376FD4-1680-465E-A9BB-5AA676762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91e55ad3a04a53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1040">
            <a:extLst xmlns:a="http://schemas.openxmlformats.org/drawingml/2006/main">
              <a:ext uri="{FF2B5EF4-FFF2-40B4-BE49-F238E27FC236}">
                <a16:creationId xmlns:a16="http://schemas.microsoft.com/office/drawing/2014/main" id="{8D3422FF-2465-4CA3-8F84-F0CF54F1E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ed0267193164d81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1041">
            <a:extLst xmlns:a="http://schemas.openxmlformats.org/drawingml/2006/main">
              <a:ext uri="{FF2B5EF4-FFF2-40B4-BE49-F238E27FC236}">
                <a16:creationId xmlns:a16="http://schemas.microsoft.com/office/drawing/2014/main" id="{2DE0980C-2446-419B-8175-B82B38E09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84261c326544bc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1042">
            <a:extLst xmlns:a="http://schemas.openxmlformats.org/drawingml/2006/main">
              <a:ext uri="{FF2B5EF4-FFF2-40B4-BE49-F238E27FC236}">
                <a16:creationId xmlns:a16="http://schemas.microsoft.com/office/drawing/2014/main" id="{9DB7D04B-A842-4028-AFDC-B1AA5A1E3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53751609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text-748">
            <a:extLst xmlns:a="http://schemas.openxmlformats.org/drawingml/2006/main">
              <a:ext uri="{FF2B5EF4-FFF2-40B4-BE49-F238E27FC236}">
                <a16:creationId xmlns:a16="http://schemas.microsoft.com/office/drawing/2014/main" id="{CA81CCB3-7F5B-4A80-8A52-A13D07E5C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PRE-PUBLISH CHECK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FFC988F-6949-4B95-9F2B-6503B35EA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上線前 4 道門：能用，不等於能公開</a:t>
            </a:r>
          </a:p>
        </p:txBody>
      </p:sp>
      <p:cxnSp>
        <p:nvCxnSpPr>
          <p:cNvPr id="30" name="shape-74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50">
            <a:extLst xmlns:a="http://schemas.openxmlformats.org/drawingml/2006/main">
              <a:ext uri="{FF2B5EF4-FFF2-40B4-BE49-F238E27FC236}">
                <a16:creationId xmlns:a16="http://schemas.microsoft.com/office/drawing/2014/main" id="{923FEFA5-36A4-4F96-815E-9C2C7C37D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0DE7252-50C6-46D1-BB44-E72EBF5D1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43</a:t>
            </a:r>
          </a:p>
        </p:txBody>
      </p:sp>
      <p:sp>
        <p:nvSpPr>
          <p:cNvPr id="6" name="shape-751">
            <a:extLst xmlns:a="http://schemas.openxmlformats.org/drawingml/2006/main">
              <a:ext uri="{FF2B5EF4-FFF2-40B4-BE49-F238E27FC236}">
                <a16:creationId xmlns:a16="http://schemas.microsoft.com/office/drawing/2014/main" id="{A962010A-15E3-4EA6-80C2-CEA729EE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752">
            <a:extLst xmlns:a="http://schemas.openxmlformats.org/drawingml/2006/main">
              <a:ext uri="{FF2B5EF4-FFF2-40B4-BE49-F238E27FC236}">
                <a16:creationId xmlns:a16="http://schemas.microsoft.com/office/drawing/2014/main" id="{1E4AA414-B873-4B5C-9946-5DD31F5AE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753">
            <a:extLst xmlns:a="http://schemas.openxmlformats.org/drawingml/2006/main">
              <a:ext uri="{FF2B5EF4-FFF2-40B4-BE49-F238E27FC236}">
                <a16:creationId xmlns:a16="http://schemas.microsoft.com/office/drawing/2014/main" id="{79134C11-6A34-4D31-B883-0C70291CF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</a:t>
            </a:r>
          </a:p>
        </p:txBody>
      </p:sp>
      <p:sp>
        <p:nvSpPr>
          <p:cNvPr id="9" name="text-754">
            <a:extLst xmlns:a="http://schemas.openxmlformats.org/drawingml/2006/main">
              <a:ext uri="{FF2B5EF4-FFF2-40B4-BE49-F238E27FC236}">
                <a16:creationId xmlns:a16="http://schemas.microsoft.com/office/drawing/2014/main" id="{359CB783-8B1F-4489-8DB9-913940555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移除學生姓名、信箱、成績、研究參與者與敏感檔案。</a:t>
            </a:r>
          </a:p>
        </p:txBody>
      </p:sp>
      <p:sp>
        <p:nvSpPr>
          <p:cNvPr id="10" name="shape-755">
            <a:extLst xmlns:a="http://schemas.openxmlformats.org/drawingml/2006/main">
              <a:ext uri="{FF2B5EF4-FFF2-40B4-BE49-F238E27FC236}">
                <a16:creationId xmlns:a16="http://schemas.microsoft.com/office/drawing/2014/main" id="{CE3BEBD7-E2BA-40F2-853B-6D391648E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756">
            <a:extLst xmlns:a="http://schemas.openxmlformats.org/drawingml/2006/main">
              <a:ext uri="{FF2B5EF4-FFF2-40B4-BE49-F238E27FC236}">
                <a16:creationId xmlns:a16="http://schemas.microsoft.com/office/drawing/2014/main" id="{8447BA0A-652A-42FC-A832-88D60A2B1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757">
            <a:extLst xmlns:a="http://schemas.openxmlformats.org/drawingml/2006/main">
              <a:ext uri="{FF2B5EF4-FFF2-40B4-BE49-F238E27FC236}">
                <a16:creationId xmlns:a16="http://schemas.microsoft.com/office/drawing/2014/main" id="{B4FC1A4C-FA1A-462D-8A92-D8CF49287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版權</a:t>
            </a:r>
          </a:p>
        </p:txBody>
      </p:sp>
      <p:sp>
        <p:nvSpPr>
          <p:cNvPr id="13" name="text-758">
            <a:extLst xmlns:a="http://schemas.openxmlformats.org/drawingml/2006/main">
              <a:ext uri="{FF2B5EF4-FFF2-40B4-BE49-F238E27FC236}">
                <a16:creationId xmlns:a16="http://schemas.microsoft.com/office/drawing/2014/main" id="{95A6CCCA-7C6F-407A-A509-472B53727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確認圖片、教材、論文與範例程式的授權與引用。</a:t>
            </a:r>
          </a:p>
        </p:txBody>
      </p:sp>
      <p:sp>
        <p:nvSpPr>
          <p:cNvPr id="14" name="shape-759">
            <a:extLst xmlns:a="http://schemas.openxmlformats.org/drawingml/2006/main">
              <a:ext uri="{FF2B5EF4-FFF2-40B4-BE49-F238E27FC236}">
                <a16:creationId xmlns:a16="http://schemas.microsoft.com/office/drawing/2014/main" id="{41D361DD-8A55-4DDD-A0F8-B48E5E1D1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760">
            <a:extLst xmlns:a="http://schemas.openxmlformats.org/drawingml/2006/main">
              <a:ext uri="{FF2B5EF4-FFF2-40B4-BE49-F238E27FC236}">
                <a16:creationId xmlns:a16="http://schemas.microsoft.com/office/drawing/2014/main" id="{A3CD76C6-F1A4-4675-95A9-4A02BEBFC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61">
            <a:extLst xmlns:a="http://schemas.openxmlformats.org/drawingml/2006/main">
              <a:ext uri="{FF2B5EF4-FFF2-40B4-BE49-F238E27FC236}">
                <a16:creationId xmlns:a16="http://schemas.microsoft.com/office/drawing/2014/main" id="{E09A0894-482A-4217-9162-0923A393A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無障礙</a:t>
            </a:r>
          </a:p>
        </p:txBody>
      </p:sp>
      <p:sp>
        <p:nvSpPr>
          <p:cNvPr id="17" name="text-762">
            <a:extLst xmlns:a="http://schemas.openxmlformats.org/drawingml/2006/main">
              <a:ext uri="{FF2B5EF4-FFF2-40B4-BE49-F238E27FC236}">
                <a16:creationId xmlns:a16="http://schemas.microsoft.com/office/drawing/2014/main" id="{D6B125AC-BD16-4B07-B5BE-CF215129E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文字可讀、對比足夠、鍵盤可操作、圖片有替代說明。</a:t>
            </a:r>
          </a:p>
        </p:txBody>
      </p:sp>
      <p:sp>
        <p:nvSpPr>
          <p:cNvPr id="18" name="shape-763">
            <a:extLst xmlns:a="http://schemas.openxmlformats.org/drawingml/2006/main">
              <a:ext uri="{FF2B5EF4-FFF2-40B4-BE49-F238E27FC236}">
                <a16:creationId xmlns:a16="http://schemas.microsoft.com/office/drawing/2014/main" id="{720EA063-9043-486D-AE6C-2571A95F3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64">
            <a:extLst xmlns:a="http://schemas.openxmlformats.org/drawingml/2006/main">
              <a:ext uri="{FF2B5EF4-FFF2-40B4-BE49-F238E27FC236}">
                <a16:creationId xmlns:a16="http://schemas.microsoft.com/office/drawing/2014/main" id="{F6F22B5B-6E3A-4161-95C9-A752C72E0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765">
            <a:extLst xmlns:a="http://schemas.openxmlformats.org/drawingml/2006/main">
              <a:ext uri="{FF2B5EF4-FFF2-40B4-BE49-F238E27FC236}">
                <a16:creationId xmlns:a16="http://schemas.microsoft.com/office/drawing/2014/main" id="{6C9A5212-7EDD-4FF1-A58E-C6C10A63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跨裝置</a:t>
            </a:r>
          </a:p>
        </p:txBody>
      </p:sp>
      <p:sp>
        <p:nvSpPr>
          <p:cNvPr id="21" name="text-766">
            <a:extLst xmlns:a="http://schemas.openxmlformats.org/drawingml/2006/main">
              <a:ext uri="{FF2B5EF4-FFF2-40B4-BE49-F238E27FC236}">
                <a16:creationId xmlns:a16="http://schemas.microsoft.com/office/drawing/2014/main" id="{AE7C00FF-5C72-4572-8FED-9D2DB330F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手機、平板、桌機都完成主要任務，不只看首頁。</a:t>
            </a:r>
          </a:p>
        </p:txBody>
      </p:sp>
      <p:sp>
        <p:nvSpPr>
          <p:cNvPr id="22" name="text-978">
            <a:extLst xmlns:a="http://schemas.openxmlformats.org/drawingml/2006/main">
              <a:ext uri="{FF2B5EF4-FFF2-40B4-BE49-F238E27FC236}">
                <a16:creationId xmlns:a16="http://schemas.microsoft.com/office/drawing/2014/main" id="{A46958C8-00EF-402F-9288-64D5448D3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72f4780c6f54cd9"/>
              </a:rPr>
              <a:t>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bf7e27149d44174"/>
              </a:rPr>
              <a:t>會議紀錄 ↗</a:t>
            </a:r>
          </a:p>
        </p:txBody>
      </p:sp>
      <p:sp>
        <p:nvSpPr>
          <p:cNvPr id="23" name="shape-1043">
            <a:extLst xmlns:a="http://schemas.openxmlformats.org/drawingml/2006/main">
              <a:ext uri="{FF2B5EF4-FFF2-40B4-BE49-F238E27FC236}">
                <a16:creationId xmlns:a16="http://schemas.microsoft.com/office/drawing/2014/main" id="{81DA381B-CB9E-4DE1-8A63-A7F83DBBD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65322086e0246e9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5" name="text-1044">
            <a:extLst xmlns:a="http://schemas.openxmlformats.org/drawingml/2006/main">
              <a:ext uri="{FF2B5EF4-FFF2-40B4-BE49-F238E27FC236}">
                <a16:creationId xmlns:a16="http://schemas.microsoft.com/office/drawing/2014/main" id="{AC5F774A-026E-4573-BBC7-CC13BFD6A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5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d1293409f14144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27" name="text-1045">
            <a:extLst xmlns:a="http://schemas.openxmlformats.org/drawingml/2006/main">
              <a:ext uri="{FF2B5EF4-FFF2-40B4-BE49-F238E27FC236}">
                <a16:creationId xmlns:a16="http://schemas.microsoft.com/office/drawing/2014/main" id="{82A1A791-116D-4F9B-B537-4822F1644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</p:spTree>
    <p:extLst>
      <p:ext uri="{BB962C8B-B14F-4D97-AF65-F5344CB8AC3E}">
        <p14:creationId xmlns:p14="http://schemas.microsoft.com/office/powerpoint/2010/main" val="550154283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767">
            <a:extLst xmlns:a="http://schemas.openxmlformats.org/drawingml/2006/main">
              <a:ext uri="{FF2B5EF4-FFF2-40B4-BE49-F238E27FC236}">
                <a16:creationId xmlns:a16="http://schemas.microsoft.com/office/drawing/2014/main" id="{4A317511-0F64-42F3-8A3F-9298F567C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GOOGLE SITES · GITHUB PAGES · EZPAGE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70FC4B2-42D3-4592-95AC-32A202332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部署選擇：先看目的，再看技術</a:t>
            </a:r>
          </a:p>
        </p:txBody>
      </p:sp>
      <p:cxnSp>
        <p:nvCxnSpPr>
          <p:cNvPr id="28" name="shape-76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69">
            <a:extLst xmlns:a="http://schemas.openxmlformats.org/drawingml/2006/main">
              <a:ext uri="{FF2B5EF4-FFF2-40B4-BE49-F238E27FC236}">
                <a16:creationId xmlns:a16="http://schemas.microsoft.com/office/drawing/2014/main" id="{3D728B2C-0A44-4B8B-B514-D8CE9E43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13D5FE2-81E9-4946-9CA7-606EA3DB1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44</a:t>
            </a:r>
          </a:p>
        </p:txBody>
      </p:sp>
      <p:sp>
        <p:nvSpPr>
          <p:cNvPr id="6" name="shape-770">
            <a:extLst xmlns:a="http://schemas.openxmlformats.org/drawingml/2006/main">
              <a:ext uri="{FF2B5EF4-FFF2-40B4-BE49-F238E27FC236}">
                <a16:creationId xmlns:a16="http://schemas.microsoft.com/office/drawing/2014/main" id="{2DD094EF-CA7A-4DEB-8EE9-345B9C6B0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71">
            <a:extLst xmlns:a="http://schemas.openxmlformats.org/drawingml/2006/main">
              <a:ext uri="{FF2B5EF4-FFF2-40B4-BE49-F238E27FC236}">
                <a16:creationId xmlns:a16="http://schemas.microsoft.com/office/drawing/2014/main" id="{FEB1B97C-1149-4CD4-BC33-ECE12F29C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772">
            <a:extLst xmlns:a="http://schemas.openxmlformats.org/drawingml/2006/main">
              <a:ext uri="{FF2B5EF4-FFF2-40B4-BE49-F238E27FC236}">
                <a16:creationId xmlns:a16="http://schemas.microsoft.com/office/drawing/2014/main" id="{5E9EBF2B-F7C5-41D6-9365-940CD0057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sp>
        <p:nvSpPr>
          <p:cNvPr id="9" name="text-773">
            <a:extLst xmlns:a="http://schemas.openxmlformats.org/drawingml/2006/main">
              <a:ext uri="{FF2B5EF4-FFF2-40B4-BE49-F238E27FC236}">
                <a16:creationId xmlns:a16="http://schemas.microsoft.com/office/drawing/2014/main" id="{48AA5DA8-E55B-4D26-B989-669A299D6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適合快速整理課程入口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可直接嵌入 Canvas 作品與會議紀錄系統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拖放編輯、多人協作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維護門檻較低</a:t>
            </a:r>
          </a:p>
        </p:txBody>
      </p:sp>
      <p:sp>
        <p:nvSpPr>
          <p:cNvPr id="10" name="text-774">
            <a:extLst xmlns:a="http://schemas.openxmlformats.org/drawingml/2006/main">
              <a:ext uri="{FF2B5EF4-FFF2-40B4-BE49-F238E27FC236}">
                <a16:creationId xmlns:a16="http://schemas.microsoft.com/office/drawing/2014/main" id="{99BA3A35-DAFE-46B0-9F9B-9485F8EC4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GitHub Pages／EZPage</a:t>
            </a:r>
          </a:p>
        </p:txBody>
      </p:sp>
      <p:sp>
        <p:nvSpPr>
          <p:cNvPr id="11" name="text-775">
            <a:extLst xmlns:a="http://schemas.openxmlformats.org/drawingml/2006/main">
              <a:ext uri="{FF2B5EF4-FFF2-40B4-BE49-F238E27FC236}">
                <a16:creationId xmlns:a16="http://schemas.microsoft.com/office/drawing/2014/main" id="{A9E76117-19C3-4D1D-BC86-AF188F647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原生流程保留版本與程式結構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原型可改成可版本化網站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可直接上傳 ZIP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仍要理解公開、授權與驗證</a:t>
            </a:r>
          </a:p>
        </p:txBody>
      </p:sp>
      <p:sp>
        <p:nvSpPr>
          <p:cNvPr id="12" name="text-776">
            <a:extLst xmlns:a="http://schemas.openxmlformats.org/drawingml/2006/main">
              <a:ext uri="{FF2B5EF4-FFF2-40B4-BE49-F238E27FC236}">
                <a16:creationId xmlns:a16="http://schemas.microsoft.com/office/drawing/2014/main" id="{8CDEFE49-E13E-40F2-9496-0DD4C508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協作、嵌入、低門檻</a:t>
            </a:r>
          </a:p>
        </p:txBody>
      </p:sp>
      <p:sp>
        <p:nvSpPr>
          <p:cNvPr id="13" name="text-777">
            <a:extLst xmlns:a="http://schemas.openxmlformats.org/drawingml/2006/main">
              <a:ext uri="{FF2B5EF4-FFF2-40B4-BE49-F238E27FC236}">
                <a16:creationId xmlns:a16="http://schemas.microsoft.com/office/drawing/2014/main" id="{990BBC4B-80C6-472A-82F2-43811E9E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876800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誰要維護？</a:t>
            </a:r>
          </a:p>
        </p:txBody>
      </p:sp>
      <p:sp>
        <p:nvSpPr>
          <p:cNvPr id="14" name="text-778">
            <a:extLst xmlns:a="http://schemas.openxmlformats.org/drawingml/2006/main">
              <a:ext uri="{FF2B5EF4-FFF2-40B4-BE49-F238E27FC236}">
                <a16:creationId xmlns:a16="http://schemas.microsoft.com/office/drawing/2014/main" id="{7B48344D-588F-4078-9995-0C77EF959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程式、版本、公開</a:t>
            </a:r>
          </a:p>
        </p:txBody>
      </p:sp>
      <p:cxnSp>
        <p:nvCxnSpPr>
          <p:cNvPr id="40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3067050" y="5181600"/>
            <a:ext cx="2028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41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05625" y="5181600"/>
            <a:ext cx="2219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779">
            <a:extLst xmlns:a="http://schemas.openxmlformats.org/drawingml/2006/main">
              <a:ext uri="{FF2B5EF4-FFF2-40B4-BE49-F238E27FC236}">
                <a16:creationId xmlns:a16="http://schemas.microsoft.com/office/drawing/2014/main" id="{E687A1CB-AF74-44CB-B25E-D996D4FDA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197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選部署條件，不先選品牌</a:t>
            </a:r>
          </a:p>
        </p:txBody>
      </p:sp>
      <p:sp>
        <p:nvSpPr>
          <p:cNvPr id="18" name="text-979">
            <a:extLst xmlns:a="http://schemas.openxmlformats.org/drawingml/2006/main">
              <a:ext uri="{FF2B5EF4-FFF2-40B4-BE49-F238E27FC236}">
                <a16:creationId xmlns:a16="http://schemas.microsoft.com/office/drawing/2014/main" id="{895CC5BB-9923-4260-93D1-A91391FF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9c0d7cc43864903"/>
              </a:rPr>
              <a:t>Google Sites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527952cd6204a57"/>
              </a:rPr>
              <a:t>GitHub Pages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60ad04bc64240d7"/>
              </a:rPr>
              <a:t>EZPage ↗</a:t>
            </a:r>
          </a:p>
        </p:txBody>
      </p:sp>
      <p:sp>
        <p:nvSpPr>
          <p:cNvPr id="19" name="shape-1046">
            <a:extLst xmlns:a="http://schemas.openxmlformats.org/drawingml/2006/main">
              <a:ext uri="{FF2B5EF4-FFF2-40B4-BE49-F238E27FC236}">
                <a16:creationId xmlns:a16="http://schemas.microsoft.com/office/drawing/2014/main" id="{34F7B3A0-6E8D-4915-85EE-4CBB935F0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2622fb2f014e03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047">
            <a:extLst xmlns:a="http://schemas.openxmlformats.org/drawingml/2006/main">
              <a:ext uri="{FF2B5EF4-FFF2-40B4-BE49-F238E27FC236}">
                <a16:creationId xmlns:a16="http://schemas.microsoft.com/office/drawing/2014/main" id="{8BC454D8-E1CF-4B31-8650-03D807051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893840b8ba4a90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text-1048">
            <a:extLst xmlns:a="http://schemas.openxmlformats.org/drawingml/2006/main">
              <a:ext uri="{FF2B5EF4-FFF2-40B4-BE49-F238E27FC236}">
                <a16:creationId xmlns:a16="http://schemas.microsoft.com/office/drawing/2014/main" id="{2D1308C5-E5E8-477F-9D01-6A16D20F1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4cd6cb428439b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1049">
            <a:extLst xmlns:a="http://schemas.openxmlformats.org/drawingml/2006/main">
              <a:ext uri="{FF2B5EF4-FFF2-40B4-BE49-F238E27FC236}">
                <a16:creationId xmlns:a16="http://schemas.microsoft.com/office/drawing/2014/main" id="{7EA20285-65ED-480E-BFBB-41030CC72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1280406680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780">
            <a:extLst xmlns:a="http://schemas.openxmlformats.org/drawingml/2006/main">
              <a:ext uri="{FF2B5EF4-FFF2-40B4-BE49-F238E27FC236}">
                <a16:creationId xmlns:a16="http://schemas.microsoft.com/office/drawing/2014/main" id="{6072DB99-884B-4DC1-8136-F79394107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A · EMBED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2C2C76-4DDB-4F94-95E3-1377BDE73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7058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Sites：嵌入 Canvas 會議紀錄系統</a:t>
            </a:r>
          </a:p>
        </p:txBody>
      </p:sp>
      <p:cxnSp>
        <p:nvCxnSpPr>
          <p:cNvPr id="38" name="shape-78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782">
            <a:extLst xmlns:a="http://schemas.openxmlformats.org/drawingml/2006/main">
              <a:ext uri="{FF2B5EF4-FFF2-40B4-BE49-F238E27FC236}">
                <a16:creationId xmlns:a16="http://schemas.microsoft.com/office/drawing/2014/main" id="{9A4CBD62-9BC3-48BA-985F-43377445A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5AC9FB7-0AAE-4BD0-B052-CDFD2C768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45</a:t>
            </a:r>
          </a:p>
        </p:txBody>
      </p:sp>
      <p:sp>
        <p:nvSpPr>
          <p:cNvPr id="6" name="shape-783">
            <a:extLst xmlns:a="http://schemas.openxmlformats.org/drawingml/2006/main">
              <a:ext uri="{FF2B5EF4-FFF2-40B4-BE49-F238E27FC236}">
                <a16:creationId xmlns:a16="http://schemas.microsoft.com/office/drawing/2014/main" id="{01CA38B1-3E92-4601-BE11-B3DB3B722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784">
            <a:extLst xmlns:a="http://schemas.openxmlformats.org/drawingml/2006/main">
              <a:ext uri="{FF2B5EF4-FFF2-40B4-BE49-F238E27FC236}">
                <a16:creationId xmlns:a16="http://schemas.microsoft.com/office/drawing/2014/main" id="{34158879-2143-4DDD-B8B5-047C69574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785">
            <a:extLst xmlns:a="http://schemas.openxmlformats.org/drawingml/2006/main">
              <a:ext uri="{FF2B5EF4-FFF2-40B4-BE49-F238E27FC236}">
                <a16:creationId xmlns:a16="http://schemas.microsoft.com/office/drawing/2014/main" id="{62F909ED-9CBA-4613-B362-C69E8436A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786">
            <a:extLst xmlns:a="http://schemas.openxmlformats.org/drawingml/2006/main">
              <a:ext uri="{FF2B5EF4-FFF2-40B4-BE49-F238E27FC236}">
                <a16:creationId xmlns:a16="http://schemas.microsoft.com/office/drawing/2014/main" id="{DCD4EE33-46B5-42D1-AB07-FE2FAB12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準備網址</a:t>
            </a:r>
          </a:p>
        </p:txBody>
      </p:sp>
      <p:sp>
        <p:nvSpPr>
          <p:cNvPr id="10" name="text-787">
            <a:extLst xmlns:a="http://schemas.openxmlformats.org/drawingml/2006/main">
              <a:ext uri="{FF2B5EF4-FFF2-40B4-BE49-F238E27FC236}">
                <a16:creationId xmlns:a16="http://schemas.microsoft.com/office/drawing/2014/main" id="{485FF05B-EA3E-4B7A-B63B-418743307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 Canvas 分享權限與公開範圍</a:t>
            </a:r>
          </a:p>
        </p:txBody>
      </p:sp>
      <p:sp>
        <p:nvSpPr>
          <p:cNvPr id="11" name="text-788">
            <a:extLst xmlns:a="http://schemas.openxmlformats.org/drawingml/2006/main">
              <a:ext uri="{FF2B5EF4-FFF2-40B4-BE49-F238E27FC236}">
                <a16:creationId xmlns:a16="http://schemas.microsoft.com/office/drawing/2014/main" id="{0D2EBBEE-486C-4F78-8E83-B7FAED239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789">
            <a:extLst xmlns:a="http://schemas.openxmlformats.org/drawingml/2006/main">
              <a:ext uri="{FF2B5EF4-FFF2-40B4-BE49-F238E27FC236}">
                <a16:creationId xmlns:a16="http://schemas.microsoft.com/office/drawing/2014/main" id="{821871F7-DEF7-4C2D-AE4A-ACFAC1EEE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790">
            <a:extLst xmlns:a="http://schemas.openxmlformats.org/drawingml/2006/main">
              <a:ext uri="{FF2B5EF4-FFF2-40B4-BE49-F238E27FC236}">
                <a16:creationId xmlns:a16="http://schemas.microsoft.com/office/drawing/2014/main" id="{373E5858-185A-4DB7-85E1-F09EC24BF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791">
            <a:extLst xmlns:a="http://schemas.openxmlformats.org/drawingml/2006/main">
              <a:ext uri="{FF2B5EF4-FFF2-40B4-BE49-F238E27FC236}">
                <a16:creationId xmlns:a16="http://schemas.microsoft.com/office/drawing/2014/main" id="{FC42748E-B93C-4348-B31F-8BEAEC625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792">
            <a:extLst xmlns:a="http://schemas.openxmlformats.org/drawingml/2006/main">
              <a:ext uri="{FF2B5EF4-FFF2-40B4-BE49-F238E27FC236}">
                <a16:creationId xmlns:a16="http://schemas.microsoft.com/office/drawing/2014/main" id="{E46C9690-FFCE-4F16-BC02-4F8A0C566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插入嵌入</a:t>
            </a:r>
          </a:p>
        </p:txBody>
      </p:sp>
      <p:sp>
        <p:nvSpPr>
          <p:cNvPr id="16" name="text-793">
            <a:extLst xmlns:a="http://schemas.openxmlformats.org/drawingml/2006/main">
              <a:ext uri="{FF2B5EF4-FFF2-40B4-BE49-F238E27FC236}">
                <a16:creationId xmlns:a16="http://schemas.microsoft.com/office/drawing/2014/main" id="{F455739E-C377-4668-984A-EF97C931C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頁面 → 插入 → 嵌入 → 網址／嵌入碼</a:t>
            </a:r>
          </a:p>
        </p:txBody>
      </p:sp>
      <p:sp>
        <p:nvSpPr>
          <p:cNvPr id="17" name="text-794">
            <a:extLst xmlns:a="http://schemas.openxmlformats.org/drawingml/2006/main">
              <a:ext uri="{FF2B5EF4-FFF2-40B4-BE49-F238E27FC236}">
                <a16:creationId xmlns:a16="http://schemas.microsoft.com/office/drawing/2014/main" id="{236BCE7B-E300-4498-8623-FACF68B1D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795">
            <a:extLst xmlns:a="http://schemas.openxmlformats.org/drawingml/2006/main">
              <a:ext uri="{FF2B5EF4-FFF2-40B4-BE49-F238E27FC236}">
                <a16:creationId xmlns:a16="http://schemas.microsoft.com/office/drawing/2014/main" id="{E9E79CBD-0150-42BF-A31E-9A9E9F164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796">
            <a:extLst xmlns:a="http://schemas.openxmlformats.org/drawingml/2006/main">
              <a:ext uri="{FF2B5EF4-FFF2-40B4-BE49-F238E27FC236}">
                <a16:creationId xmlns:a16="http://schemas.microsoft.com/office/drawing/2014/main" id="{F956422A-AF1A-4335-8BB2-927333E5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797">
            <a:extLst xmlns:a="http://schemas.openxmlformats.org/drawingml/2006/main">
              <a:ext uri="{FF2B5EF4-FFF2-40B4-BE49-F238E27FC236}">
                <a16:creationId xmlns:a16="http://schemas.microsoft.com/office/drawing/2014/main" id="{ACD03D28-3689-4030-9E77-DFF6D7252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798">
            <a:extLst xmlns:a="http://schemas.openxmlformats.org/drawingml/2006/main">
              <a:ext uri="{FF2B5EF4-FFF2-40B4-BE49-F238E27FC236}">
                <a16:creationId xmlns:a16="http://schemas.microsoft.com/office/drawing/2014/main" id="{3C0C3952-B178-4E18-85DA-6D74A64A6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調整版面</a:t>
            </a:r>
          </a:p>
        </p:txBody>
      </p:sp>
      <p:sp>
        <p:nvSpPr>
          <p:cNvPr id="22" name="text-799">
            <a:extLst xmlns:a="http://schemas.openxmlformats.org/drawingml/2006/main">
              <a:ext uri="{FF2B5EF4-FFF2-40B4-BE49-F238E27FC236}">
                <a16:creationId xmlns:a16="http://schemas.microsoft.com/office/drawing/2014/main" id="{74CB9A80-08EC-4DDD-B132-37F3B2720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設定寬度、說明文字，預覽手機版</a:t>
            </a:r>
          </a:p>
        </p:txBody>
      </p:sp>
      <p:sp>
        <p:nvSpPr>
          <p:cNvPr id="23" name="text-800">
            <a:extLst xmlns:a="http://schemas.openxmlformats.org/drawingml/2006/main">
              <a:ext uri="{FF2B5EF4-FFF2-40B4-BE49-F238E27FC236}">
                <a16:creationId xmlns:a16="http://schemas.microsoft.com/office/drawing/2014/main" id="{027FDD07-4BAA-4A81-946E-BEE96C741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01">
            <a:extLst xmlns:a="http://schemas.openxmlformats.org/drawingml/2006/main">
              <a:ext uri="{FF2B5EF4-FFF2-40B4-BE49-F238E27FC236}">
                <a16:creationId xmlns:a16="http://schemas.microsoft.com/office/drawing/2014/main" id="{4204F948-6780-4A26-B708-A1517B4CD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802">
            <a:extLst xmlns:a="http://schemas.openxmlformats.org/drawingml/2006/main">
              <a:ext uri="{FF2B5EF4-FFF2-40B4-BE49-F238E27FC236}">
                <a16:creationId xmlns:a16="http://schemas.microsoft.com/office/drawing/2014/main" id="{CD8014FC-F9C4-4D23-BC81-21CA263B0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03">
            <a:extLst xmlns:a="http://schemas.openxmlformats.org/drawingml/2006/main">
              <a:ext uri="{FF2B5EF4-FFF2-40B4-BE49-F238E27FC236}">
                <a16:creationId xmlns:a16="http://schemas.microsoft.com/office/drawing/2014/main" id="{ED09C3D5-47A1-4874-BCA1-476488575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04">
            <a:extLst xmlns:a="http://schemas.openxmlformats.org/drawingml/2006/main">
              <a:ext uri="{FF2B5EF4-FFF2-40B4-BE49-F238E27FC236}">
                <a16:creationId xmlns:a16="http://schemas.microsoft.com/office/drawing/2014/main" id="{3890E2BD-FEBC-444E-9700-9D004FFBC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發布驗證</a:t>
            </a:r>
          </a:p>
        </p:txBody>
      </p:sp>
      <p:sp>
        <p:nvSpPr>
          <p:cNvPr id="28" name="text-805">
            <a:extLst xmlns:a="http://schemas.openxmlformats.org/drawingml/2006/main">
              <a:ext uri="{FF2B5EF4-FFF2-40B4-BE49-F238E27FC236}">
                <a16:creationId xmlns:a16="http://schemas.microsoft.com/office/drawing/2014/main" id="{DD80CBD6-4869-4F33-85E0-B12701A70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檢查權限、連結、資料邊界與外開備援</a:t>
            </a:r>
          </a:p>
        </p:txBody>
      </p:sp>
      <p:sp>
        <p:nvSpPr>
          <p:cNvPr id="29" name="text-806">
            <a:extLst xmlns:a="http://schemas.openxmlformats.org/drawingml/2006/main">
              <a:ext uri="{FF2B5EF4-FFF2-40B4-BE49-F238E27FC236}">
                <a16:creationId xmlns:a16="http://schemas.microsoft.com/office/drawing/2014/main" id="{4D61CA5E-BD54-49DC-990C-C8EB96308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981">
            <a:extLst xmlns:a="http://schemas.openxmlformats.org/drawingml/2006/main">
              <a:ext uri="{FF2B5EF4-FFF2-40B4-BE49-F238E27FC236}">
                <a16:creationId xmlns:a16="http://schemas.microsoft.com/office/drawing/2014/main" id="{DAE35DA1-C56F-49A1-8446-05A7A181A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457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17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87ec84dd7784339"/>
              </a:rPr>
              <a:t>建立 Google Sites ↗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e45d25bef0b4309"/>
              </a:rPr>
              <a:t>會議報告站 ↗</a:t>
            </a:r>
          </a:p>
        </p:txBody>
      </p:sp>
      <p:sp>
        <p:nvSpPr>
          <p:cNvPr id="31" name="shape-1054">
            <a:extLst xmlns:a="http://schemas.openxmlformats.org/drawingml/2006/main">
              <a:ext uri="{FF2B5EF4-FFF2-40B4-BE49-F238E27FC236}">
                <a16:creationId xmlns:a16="http://schemas.microsoft.com/office/drawing/2014/main" id="{680232EB-4CAD-4397-AC3B-75A4DFBD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247650"/>
            <a:ext cx="18288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855be9454c544ab"/>
          <a:stretch xmlns:a="http://schemas.openxmlformats.org/drawingml/2006/main"/>
        </p:blipFill>
        <p:spPr>
          <a:xfrm xmlns:a="http://schemas.openxmlformats.org/drawingml/2006/main">
            <a:off x="99250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3" name="text-1055">
            <a:extLst xmlns:a="http://schemas.openxmlformats.org/drawingml/2006/main">
              <a:ext uri="{FF2B5EF4-FFF2-40B4-BE49-F238E27FC236}">
                <a16:creationId xmlns:a16="http://schemas.microsoft.com/office/drawing/2014/main" id="{580E756F-E21D-4835-B9E3-4015D8A0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6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6fd8cbee484bc5"/>
          <a:stretch xmlns:a="http://schemas.openxmlformats.org/drawingml/2006/main"/>
        </p:blipFill>
        <p:spPr>
          <a:xfrm xmlns:a="http://schemas.openxmlformats.org/drawingml/2006/main">
            <a:off x="10801350" y="314325"/>
            <a:ext cx="800100" cy="800100"/>
          </a:xfrm>
          <a:prstGeom xmlns:a="http://schemas.openxmlformats.org/drawingml/2006/main" prst="roundRect">
            <a:avLst>
              <a:gd name="adj" fmla="val 9524"/>
            </a:avLst>
          </a:prstGeom>
        </p:spPr>
      </p:pic>
      <p:sp>
        <p:nvSpPr>
          <p:cNvPr id="35" name="text-1056">
            <a:extLst xmlns:a="http://schemas.openxmlformats.org/drawingml/2006/main">
              <a:ext uri="{FF2B5EF4-FFF2-40B4-BE49-F238E27FC236}">
                <a16:creationId xmlns:a16="http://schemas.microsoft.com/office/drawing/2014/main" id="{AE5892DC-8A91-42AF-8A67-FBB0C6B8C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1133475"/>
            <a:ext cx="800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會議報告站</a:t>
            </a:r>
          </a:p>
        </p:txBody>
      </p:sp>
    </p:spTree>
    <p:extLst>
      <p:ext uri="{BB962C8B-B14F-4D97-AF65-F5344CB8AC3E}">
        <p14:creationId xmlns:p14="http://schemas.microsoft.com/office/powerpoint/2010/main" val="42176476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807">
            <a:extLst xmlns:a="http://schemas.openxmlformats.org/drawingml/2006/main">
              <a:ext uri="{FF2B5EF4-FFF2-40B4-BE49-F238E27FC236}">
                <a16:creationId xmlns:a16="http://schemas.microsoft.com/office/drawing/2014/main" id="{5E45A198-B1D6-4C1D-8D49-E25173305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B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5196F44-B097-47CF-8272-2BC52C98E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Pages：讓程式作品有公開網址</a:t>
            </a:r>
          </a:p>
        </p:txBody>
      </p:sp>
      <p:cxnSp>
        <p:nvCxnSpPr>
          <p:cNvPr id="40" name="shape-80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09">
            <a:extLst xmlns:a="http://schemas.openxmlformats.org/drawingml/2006/main">
              <a:ext uri="{FF2B5EF4-FFF2-40B4-BE49-F238E27FC236}">
                <a16:creationId xmlns:a16="http://schemas.microsoft.com/office/drawing/2014/main" id="{A3936B1A-9547-43C6-A30E-D95A48B1F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414B221-0825-4DF6-AE09-884F331B0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46</a:t>
            </a:r>
          </a:p>
        </p:txBody>
      </p:sp>
      <p:sp>
        <p:nvSpPr>
          <p:cNvPr id="6" name="shape-810">
            <a:extLst xmlns:a="http://schemas.openxmlformats.org/drawingml/2006/main">
              <a:ext uri="{FF2B5EF4-FFF2-40B4-BE49-F238E27FC236}">
                <a16:creationId xmlns:a16="http://schemas.microsoft.com/office/drawing/2014/main" id="{912F2C09-AF62-48C5-80D1-10992C5B1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811">
            <a:extLst xmlns:a="http://schemas.openxmlformats.org/drawingml/2006/main">
              <a:ext uri="{FF2B5EF4-FFF2-40B4-BE49-F238E27FC236}">
                <a16:creationId xmlns:a16="http://schemas.microsoft.com/office/drawing/2014/main" id="{EACC6769-A97A-440C-B24F-9FF5C2097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12">
            <a:extLst xmlns:a="http://schemas.openxmlformats.org/drawingml/2006/main">
              <a:ext uri="{FF2B5EF4-FFF2-40B4-BE49-F238E27FC236}">
                <a16:creationId xmlns:a16="http://schemas.microsoft.com/office/drawing/2014/main" id="{ACC50452-6EF1-4641-A434-21CD5B949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13">
            <a:extLst xmlns:a="http://schemas.openxmlformats.org/drawingml/2006/main">
              <a:ext uri="{FF2B5EF4-FFF2-40B4-BE49-F238E27FC236}">
                <a16:creationId xmlns:a16="http://schemas.microsoft.com/office/drawing/2014/main" id="{BD5B5A2E-2382-49DC-9172-519E2C5B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repo</a:t>
            </a:r>
          </a:p>
        </p:txBody>
      </p:sp>
      <p:sp>
        <p:nvSpPr>
          <p:cNvPr id="10" name="text-814">
            <a:extLst xmlns:a="http://schemas.openxmlformats.org/drawingml/2006/main">
              <a:ext uri="{FF2B5EF4-FFF2-40B4-BE49-F238E27FC236}">
                <a16:creationId xmlns:a16="http://schemas.microsoft.com/office/drawing/2014/main" id="{60D6ADB5-21B9-410C-AF4F-BCEEC881E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公開專案與 README</a:t>
            </a:r>
          </a:p>
        </p:txBody>
      </p:sp>
      <p:sp>
        <p:nvSpPr>
          <p:cNvPr id="11" name="text-815">
            <a:extLst xmlns:a="http://schemas.openxmlformats.org/drawingml/2006/main">
              <a:ext uri="{FF2B5EF4-FFF2-40B4-BE49-F238E27FC236}">
                <a16:creationId xmlns:a16="http://schemas.microsoft.com/office/drawing/2014/main" id="{49536DBC-8D08-4412-AFE6-DF166EB37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816">
            <a:extLst xmlns:a="http://schemas.openxmlformats.org/drawingml/2006/main">
              <a:ext uri="{FF2B5EF4-FFF2-40B4-BE49-F238E27FC236}">
                <a16:creationId xmlns:a16="http://schemas.microsoft.com/office/drawing/2014/main" id="{27B00473-CBC2-4B92-AE45-6C7E91AB1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817">
            <a:extLst xmlns:a="http://schemas.openxmlformats.org/drawingml/2006/main">
              <a:ext uri="{FF2B5EF4-FFF2-40B4-BE49-F238E27FC236}">
                <a16:creationId xmlns:a16="http://schemas.microsoft.com/office/drawing/2014/main" id="{C0FE7A0D-1D57-4946-92AD-E933CEEA2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818">
            <a:extLst xmlns:a="http://schemas.openxmlformats.org/drawingml/2006/main">
              <a:ext uri="{FF2B5EF4-FFF2-40B4-BE49-F238E27FC236}">
                <a16:creationId xmlns:a16="http://schemas.microsoft.com/office/drawing/2014/main" id="{7C9615E0-5F0C-446F-B709-D6716BBBD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819">
            <a:extLst xmlns:a="http://schemas.openxmlformats.org/drawingml/2006/main">
              <a:ext uri="{FF2B5EF4-FFF2-40B4-BE49-F238E27FC236}">
                <a16:creationId xmlns:a16="http://schemas.microsoft.com/office/drawing/2014/main" id="{92CEA6B0-BFB2-49BA-B4BD-744BC9CD2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上傳檔案</a:t>
            </a:r>
          </a:p>
        </p:txBody>
      </p:sp>
      <p:sp>
        <p:nvSpPr>
          <p:cNvPr id="16" name="text-820">
            <a:extLst xmlns:a="http://schemas.openxmlformats.org/drawingml/2006/main">
              <a:ext uri="{FF2B5EF4-FFF2-40B4-BE49-F238E27FC236}">
                <a16:creationId xmlns:a16="http://schemas.microsoft.com/office/drawing/2014/main" id="{01690E73-EB00-48AA-957A-4BB78F50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index.html 與必要資產</a:t>
            </a:r>
          </a:p>
        </p:txBody>
      </p:sp>
      <p:sp>
        <p:nvSpPr>
          <p:cNvPr id="17" name="text-821">
            <a:extLst xmlns:a="http://schemas.openxmlformats.org/drawingml/2006/main">
              <a:ext uri="{FF2B5EF4-FFF2-40B4-BE49-F238E27FC236}">
                <a16:creationId xmlns:a16="http://schemas.microsoft.com/office/drawing/2014/main" id="{5D4B09A5-5416-4BCE-A831-75FB4BF94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822">
            <a:extLst xmlns:a="http://schemas.openxmlformats.org/drawingml/2006/main">
              <a:ext uri="{FF2B5EF4-FFF2-40B4-BE49-F238E27FC236}">
                <a16:creationId xmlns:a16="http://schemas.microsoft.com/office/drawing/2014/main" id="{EDAFD454-10EC-445B-B091-E152A0697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823">
            <a:extLst xmlns:a="http://schemas.openxmlformats.org/drawingml/2006/main">
              <a:ext uri="{FF2B5EF4-FFF2-40B4-BE49-F238E27FC236}">
                <a16:creationId xmlns:a16="http://schemas.microsoft.com/office/drawing/2014/main" id="{0E1E002D-4CB8-4E98-9FA3-FE9CFF14B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24">
            <a:extLst xmlns:a="http://schemas.openxmlformats.org/drawingml/2006/main">
              <a:ext uri="{FF2B5EF4-FFF2-40B4-BE49-F238E27FC236}">
                <a16:creationId xmlns:a16="http://schemas.microsoft.com/office/drawing/2014/main" id="{D2966C6A-3652-4B53-870A-B42AA3D88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825">
            <a:extLst xmlns:a="http://schemas.openxmlformats.org/drawingml/2006/main">
              <a:ext uri="{FF2B5EF4-FFF2-40B4-BE49-F238E27FC236}">
                <a16:creationId xmlns:a16="http://schemas.microsoft.com/office/drawing/2014/main" id="{16ECD95F-9E02-48B8-AFFD-A3F43D9F9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設定 Pages</a:t>
            </a:r>
          </a:p>
        </p:txBody>
      </p:sp>
      <p:sp>
        <p:nvSpPr>
          <p:cNvPr id="22" name="text-826">
            <a:extLst xmlns:a="http://schemas.openxmlformats.org/drawingml/2006/main">
              <a:ext uri="{FF2B5EF4-FFF2-40B4-BE49-F238E27FC236}">
                <a16:creationId xmlns:a16="http://schemas.microsoft.com/office/drawing/2014/main" id="{D003D41E-6357-4273-81EF-C1EAAFD76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選分支與資料夾</a:t>
            </a:r>
          </a:p>
        </p:txBody>
      </p:sp>
      <p:sp>
        <p:nvSpPr>
          <p:cNvPr id="23" name="text-827">
            <a:extLst xmlns:a="http://schemas.openxmlformats.org/drawingml/2006/main">
              <a:ext uri="{FF2B5EF4-FFF2-40B4-BE49-F238E27FC236}">
                <a16:creationId xmlns:a16="http://schemas.microsoft.com/office/drawing/2014/main" id="{25BEBFA3-7C2B-4425-8429-4CE71EA2E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28">
            <a:extLst xmlns:a="http://schemas.openxmlformats.org/drawingml/2006/main">
              <a:ext uri="{FF2B5EF4-FFF2-40B4-BE49-F238E27FC236}">
                <a16:creationId xmlns:a16="http://schemas.microsoft.com/office/drawing/2014/main" id="{59A0D512-DA04-4E98-9D28-5A9050CF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829">
            <a:extLst xmlns:a="http://schemas.openxmlformats.org/drawingml/2006/main">
              <a:ext uri="{FF2B5EF4-FFF2-40B4-BE49-F238E27FC236}">
                <a16:creationId xmlns:a16="http://schemas.microsoft.com/office/drawing/2014/main" id="{93BD7DB1-CEF7-4586-8E04-DEF08A337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30">
            <a:extLst xmlns:a="http://schemas.openxmlformats.org/drawingml/2006/main">
              <a:ext uri="{FF2B5EF4-FFF2-40B4-BE49-F238E27FC236}">
                <a16:creationId xmlns:a16="http://schemas.microsoft.com/office/drawing/2014/main" id="{DBE203FE-2F6B-4DF7-B784-5B7CD715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31">
            <a:extLst xmlns:a="http://schemas.openxmlformats.org/drawingml/2006/main">
              <a:ext uri="{FF2B5EF4-FFF2-40B4-BE49-F238E27FC236}">
                <a16:creationId xmlns:a16="http://schemas.microsoft.com/office/drawing/2014/main" id="{49F7D2E9-B656-4207-B268-47F0C898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驗證網址</a:t>
            </a:r>
          </a:p>
        </p:txBody>
      </p:sp>
      <p:sp>
        <p:nvSpPr>
          <p:cNvPr id="28" name="text-832">
            <a:extLst xmlns:a="http://schemas.openxmlformats.org/drawingml/2006/main">
              <a:ext uri="{FF2B5EF4-FFF2-40B4-BE49-F238E27FC236}">
                <a16:creationId xmlns:a16="http://schemas.microsoft.com/office/drawing/2014/main" id="{7633A263-6789-4869-8C51-A8C842E3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等待部署並實際操作</a:t>
            </a:r>
          </a:p>
        </p:txBody>
      </p:sp>
      <p:sp>
        <p:nvSpPr>
          <p:cNvPr id="29" name="text-833">
            <a:extLst xmlns:a="http://schemas.openxmlformats.org/drawingml/2006/main">
              <a:ext uri="{FF2B5EF4-FFF2-40B4-BE49-F238E27FC236}">
                <a16:creationId xmlns:a16="http://schemas.microsoft.com/office/drawing/2014/main" id="{9BDAF106-87C5-402E-BFE3-30529E994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shape-834">
            <a:extLst xmlns:a="http://schemas.openxmlformats.org/drawingml/2006/main">
              <a:ext uri="{FF2B5EF4-FFF2-40B4-BE49-F238E27FC236}">
                <a16:creationId xmlns:a16="http://schemas.microsoft.com/office/drawing/2014/main" id="{804BFABB-A5C9-458B-A5C8-7219C6D9E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14950"/>
            <a:ext cx="24288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835">
            <a:extLst xmlns:a="http://schemas.openxmlformats.org/drawingml/2006/main">
              <a:ext uri="{FF2B5EF4-FFF2-40B4-BE49-F238E27FC236}">
                <a16:creationId xmlns:a16="http://schemas.microsoft.com/office/drawing/2014/main" id="{EA6F970D-C77B-4389-8AED-3D19895C7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381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4292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GH</a:t>
            </a:r>
          </a:p>
        </p:txBody>
      </p:sp>
      <p:sp>
        <p:nvSpPr>
          <p:cNvPr id="32" name="text-836">
            <a:extLst xmlns:a="http://schemas.openxmlformats.org/drawingml/2006/main">
              <a:ext uri="{FF2B5EF4-FFF2-40B4-BE49-F238E27FC236}">
                <a16:creationId xmlns:a16="http://schemas.microsoft.com/office/drawing/2014/main" id="{5A181387-4526-4ED6-B091-4C8EA801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391150"/>
            <a:ext cx="17811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sp>
        <p:nvSpPr>
          <p:cNvPr id="33" name="text-837">
            <a:extLst xmlns:a="http://schemas.openxmlformats.org/drawingml/2006/main">
              <a:ext uri="{FF2B5EF4-FFF2-40B4-BE49-F238E27FC236}">
                <a16:creationId xmlns:a16="http://schemas.microsoft.com/office/drawing/2014/main" id="{ABA95364-DF22-41C7-A4CC-AA822316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591175"/>
            <a:ext cx="178117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版本・部署・公開網址</a:t>
            </a:r>
          </a:p>
        </p:txBody>
      </p:sp>
      <p:sp>
        <p:nvSpPr>
          <p:cNvPr id="34" name="text-982">
            <a:extLst xmlns:a="http://schemas.openxmlformats.org/drawingml/2006/main">
              <a:ext uri="{FF2B5EF4-FFF2-40B4-BE49-F238E27FC236}">
                <a16:creationId xmlns:a16="http://schemas.microsoft.com/office/drawing/2014/main" id="{1E536661-3DEB-4ECB-A136-6ED5CCEFE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ace76dc23814340"/>
              </a:rPr>
              <a:t>開啟 GitHub Pages ↗</a:t>
            </a:r>
          </a:p>
        </p:txBody>
      </p:sp>
      <p:sp>
        <p:nvSpPr>
          <p:cNvPr id="35" name="shape-1057">
            <a:extLst xmlns:a="http://schemas.openxmlformats.org/drawingml/2006/main">
              <a:ext uri="{FF2B5EF4-FFF2-40B4-BE49-F238E27FC236}">
                <a16:creationId xmlns:a16="http://schemas.microsoft.com/office/drawing/2014/main" id="{A8AC9889-5706-42B9-8589-7C7814202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4d76c3c8744256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7" name="text-1058">
            <a:extLst xmlns:a="http://schemas.openxmlformats.org/drawingml/2006/main">
              <a:ext uri="{FF2B5EF4-FFF2-40B4-BE49-F238E27FC236}">
                <a16:creationId xmlns:a16="http://schemas.microsoft.com/office/drawing/2014/main" id="{585DAB64-8BDD-436B-B14E-5B98943D9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</p:spTree>
    <p:extLst>
      <p:ext uri="{BB962C8B-B14F-4D97-AF65-F5344CB8AC3E}">
        <p14:creationId xmlns:p14="http://schemas.microsoft.com/office/powerpoint/2010/main" val="1424484147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838">
            <a:extLst xmlns:a="http://schemas.openxmlformats.org/drawingml/2006/main">
              <a:ext uri="{FF2B5EF4-FFF2-40B4-BE49-F238E27FC236}">
                <a16:creationId xmlns:a16="http://schemas.microsoft.com/office/drawing/2014/main" id="{1DAF024E-BAD7-4C52-8A26-2DDC5C0D8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C · LOW-CODE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A64C417-7377-43B7-AB7B-24EBB7695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EZPage：把 GitHub 部署變成一鍵上傳</a:t>
            </a:r>
          </a:p>
        </p:txBody>
      </p:sp>
      <p:cxnSp>
        <p:nvCxnSpPr>
          <p:cNvPr id="43" name="shape-83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40">
            <a:extLst xmlns:a="http://schemas.openxmlformats.org/drawingml/2006/main">
              <a:ext uri="{FF2B5EF4-FFF2-40B4-BE49-F238E27FC236}">
                <a16:creationId xmlns:a16="http://schemas.microsoft.com/office/drawing/2014/main" id="{6CD9DD3F-212D-4CA6-8B45-59C68A0F7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166BC8A-2520-4309-9579-451476C58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47</a:t>
            </a:r>
          </a:p>
        </p:txBody>
      </p:sp>
      <p:sp>
        <p:nvSpPr>
          <p:cNvPr id="6" name="shape-841">
            <a:extLst xmlns:a="http://schemas.openxmlformats.org/drawingml/2006/main">
              <a:ext uri="{FF2B5EF4-FFF2-40B4-BE49-F238E27FC236}">
                <a16:creationId xmlns:a16="http://schemas.microsoft.com/office/drawing/2014/main" id="{A471A93A-85FB-42D3-9462-BACC61511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842">
            <a:extLst xmlns:a="http://schemas.openxmlformats.org/drawingml/2006/main">
              <a:ext uri="{FF2B5EF4-FFF2-40B4-BE49-F238E27FC236}">
                <a16:creationId xmlns:a16="http://schemas.microsoft.com/office/drawing/2014/main" id="{A0F53C87-4EBF-4631-8936-0EF7B55F2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843">
            <a:extLst xmlns:a="http://schemas.openxmlformats.org/drawingml/2006/main">
              <a:ext uri="{FF2B5EF4-FFF2-40B4-BE49-F238E27FC236}">
                <a16:creationId xmlns:a16="http://schemas.microsoft.com/office/drawing/2014/main" id="{ED62F4E5-D793-4FCA-BB73-E0C8A0284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44">
            <a:extLst xmlns:a="http://schemas.openxmlformats.org/drawingml/2006/main">
              <a:ext uri="{FF2B5EF4-FFF2-40B4-BE49-F238E27FC236}">
                <a16:creationId xmlns:a16="http://schemas.microsoft.com/office/drawing/2014/main" id="{9FFA80E8-0990-4275-83F9-E4C94BB7C6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 ZIP</a:t>
            </a:r>
          </a:p>
        </p:txBody>
      </p:sp>
      <p:sp>
        <p:nvSpPr>
          <p:cNvPr id="10" name="text-845">
            <a:extLst xmlns:a="http://schemas.openxmlformats.org/drawingml/2006/main">
              <a:ext uri="{FF2B5EF4-FFF2-40B4-BE49-F238E27FC236}">
                <a16:creationId xmlns:a16="http://schemas.microsoft.com/office/drawing/2014/main" id="{86C59490-1EA1-435B-8268-60512F159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index.html、CSS、JS、圖片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打包成一個網站 ZIP</a:t>
            </a:r>
          </a:p>
        </p:txBody>
      </p:sp>
      <p:sp>
        <p:nvSpPr>
          <p:cNvPr id="11" name="text-846">
            <a:extLst xmlns:a="http://schemas.openxmlformats.org/drawingml/2006/main">
              <a:ext uri="{FF2B5EF4-FFF2-40B4-BE49-F238E27FC236}">
                <a16:creationId xmlns:a16="http://schemas.microsoft.com/office/drawing/2014/main" id="{66615F98-6A0C-4C97-87C2-77A23DB2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847">
            <a:extLst xmlns:a="http://schemas.openxmlformats.org/drawingml/2006/main">
              <a:ext uri="{FF2B5EF4-FFF2-40B4-BE49-F238E27FC236}">
                <a16:creationId xmlns:a16="http://schemas.microsoft.com/office/drawing/2014/main" id="{B2B36082-F039-488F-9387-E6FBA59DA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3" name="shape-848">
            <a:extLst xmlns:a="http://schemas.openxmlformats.org/drawingml/2006/main">
              <a:ext uri="{FF2B5EF4-FFF2-40B4-BE49-F238E27FC236}">
                <a16:creationId xmlns:a16="http://schemas.microsoft.com/office/drawing/2014/main" id="{23489C8A-7145-4706-B559-623B41113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849">
            <a:extLst xmlns:a="http://schemas.openxmlformats.org/drawingml/2006/main">
              <a:ext uri="{FF2B5EF4-FFF2-40B4-BE49-F238E27FC236}">
                <a16:creationId xmlns:a16="http://schemas.microsoft.com/office/drawing/2014/main" id="{E4FAC96E-7C96-490F-8992-9B582A4E3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850">
            <a:extLst xmlns:a="http://schemas.openxmlformats.org/drawingml/2006/main">
              <a:ext uri="{FF2B5EF4-FFF2-40B4-BE49-F238E27FC236}">
                <a16:creationId xmlns:a16="http://schemas.microsoft.com/office/drawing/2014/main" id="{437CEDC1-7716-4A70-9510-E9EB146DB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連結 GitHub</a:t>
            </a:r>
          </a:p>
        </p:txBody>
      </p:sp>
      <p:sp>
        <p:nvSpPr>
          <p:cNvPr id="16" name="text-851">
            <a:extLst xmlns:a="http://schemas.openxmlformats.org/drawingml/2006/main">
              <a:ext uri="{FF2B5EF4-FFF2-40B4-BE49-F238E27FC236}">
                <a16:creationId xmlns:a16="http://schemas.microsoft.com/office/drawing/2014/main" id="{D99DF40D-36A9-4E89-B9B7-956A60DCD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 EZPage，授權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選擇自己的 GitHub 帳號</a:t>
            </a:r>
          </a:p>
        </p:txBody>
      </p:sp>
      <p:sp>
        <p:nvSpPr>
          <p:cNvPr id="17" name="text-852">
            <a:extLst xmlns:a="http://schemas.openxmlformats.org/drawingml/2006/main">
              <a:ext uri="{FF2B5EF4-FFF2-40B4-BE49-F238E27FC236}">
                <a16:creationId xmlns:a16="http://schemas.microsoft.com/office/drawing/2014/main" id="{405F5285-4BCD-440C-901B-8EA7115CB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853">
            <a:extLst xmlns:a="http://schemas.openxmlformats.org/drawingml/2006/main">
              <a:ext uri="{FF2B5EF4-FFF2-40B4-BE49-F238E27FC236}">
                <a16:creationId xmlns:a16="http://schemas.microsoft.com/office/drawing/2014/main" id="{C9E5379D-B4A1-46AE-8082-88ACA76FE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shape-854">
            <a:extLst xmlns:a="http://schemas.openxmlformats.org/drawingml/2006/main">
              <a:ext uri="{FF2B5EF4-FFF2-40B4-BE49-F238E27FC236}">
                <a16:creationId xmlns:a16="http://schemas.microsoft.com/office/drawing/2014/main" id="{A50BD705-706F-447C-AF95-1F3283CD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855">
            <a:extLst xmlns:a="http://schemas.openxmlformats.org/drawingml/2006/main">
              <a:ext uri="{FF2B5EF4-FFF2-40B4-BE49-F238E27FC236}">
                <a16:creationId xmlns:a16="http://schemas.microsoft.com/office/drawing/2014/main" id="{E5DA9B99-CE7E-42D6-9D0B-23B6ADB90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856">
            <a:extLst xmlns:a="http://schemas.openxmlformats.org/drawingml/2006/main">
              <a:ext uri="{FF2B5EF4-FFF2-40B4-BE49-F238E27FC236}">
                <a16:creationId xmlns:a16="http://schemas.microsoft.com/office/drawing/2014/main" id="{84241004-BDF5-45A6-8E72-9AE8DD7F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上傳部署</a:t>
            </a:r>
          </a:p>
        </p:txBody>
      </p:sp>
      <p:sp>
        <p:nvSpPr>
          <p:cNvPr id="22" name="text-857">
            <a:extLst xmlns:a="http://schemas.openxmlformats.org/drawingml/2006/main">
              <a:ext uri="{FF2B5EF4-FFF2-40B4-BE49-F238E27FC236}">
                <a16:creationId xmlns:a16="http://schemas.microsoft.com/office/drawing/2014/main" id="{B37A437C-CB9C-4C2F-8476-282E1B919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拖曳 ZIP、填網站名稱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按「部署 ZIP 檔案」</a:t>
            </a:r>
          </a:p>
        </p:txBody>
      </p:sp>
      <p:sp>
        <p:nvSpPr>
          <p:cNvPr id="23" name="text-858">
            <a:extLst xmlns:a="http://schemas.openxmlformats.org/drawingml/2006/main">
              <a:ext uri="{FF2B5EF4-FFF2-40B4-BE49-F238E27FC236}">
                <a16:creationId xmlns:a16="http://schemas.microsoft.com/office/drawing/2014/main" id="{A566E8BE-7F69-49D6-9D0B-B5CB9B4E6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859">
            <a:extLst xmlns:a="http://schemas.openxmlformats.org/drawingml/2006/main">
              <a:ext uri="{FF2B5EF4-FFF2-40B4-BE49-F238E27FC236}">
                <a16:creationId xmlns:a16="http://schemas.microsoft.com/office/drawing/2014/main" id="{DFB80FDF-0413-4798-BC63-F3C7E7EA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5" name="shape-860">
            <a:extLst xmlns:a="http://schemas.openxmlformats.org/drawingml/2006/main">
              <a:ext uri="{FF2B5EF4-FFF2-40B4-BE49-F238E27FC236}">
                <a16:creationId xmlns:a16="http://schemas.microsoft.com/office/drawing/2014/main" id="{9424F230-131B-475C-A8AD-7DB0193D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861">
            <a:extLst xmlns:a="http://schemas.openxmlformats.org/drawingml/2006/main">
              <a:ext uri="{FF2B5EF4-FFF2-40B4-BE49-F238E27FC236}">
                <a16:creationId xmlns:a16="http://schemas.microsoft.com/office/drawing/2014/main" id="{A646C422-5520-4C19-B395-350FC69EB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862">
            <a:extLst xmlns:a="http://schemas.openxmlformats.org/drawingml/2006/main">
              <a:ext uri="{FF2B5EF4-FFF2-40B4-BE49-F238E27FC236}">
                <a16:creationId xmlns:a16="http://schemas.microsoft.com/office/drawing/2014/main" id="{C5D81601-31A7-43F6-A325-CB8637D1D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驗證分享</a:t>
            </a:r>
          </a:p>
        </p:txBody>
      </p:sp>
      <p:sp>
        <p:nvSpPr>
          <p:cNvPr id="28" name="text-863">
            <a:extLst xmlns:a="http://schemas.openxmlformats.org/drawingml/2006/main">
              <a:ext uri="{FF2B5EF4-FFF2-40B4-BE49-F238E27FC236}">
                <a16:creationId xmlns:a16="http://schemas.microsoft.com/office/drawing/2014/main" id="{461D8147-FD08-4285-A11C-8C5BA0F54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取得 GitHub Pages 網址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用手機與桌機走一次流程</a:t>
            </a:r>
          </a:p>
        </p:txBody>
      </p:sp>
      <p:sp>
        <p:nvSpPr>
          <p:cNvPr id="29" name="text-864">
            <a:extLst xmlns:a="http://schemas.openxmlformats.org/drawingml/2006/main">
              <a:ext uri="{FF2B5EF4-FFF2-40B4-BE49-F238E27FC236}">
                <a16:creationId xmlns:a16="http://schemas.microsoft.com/office/drawing/2014/main" id="{554191F4-ACB5-477D-AD00-4EB25994C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ZIP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index.html + assets</a:t>
            </a:r>
          </a:p>
        </p:txBody>
      </p:sp>
      <p:sp>
        <p:nvSpPr>
          <p:cNvPr id="30" name="text-865">
            <a:extLst xmlns:a="http://schemas.openxmlformats.org/drawingml/2006/main">
              <a:ext uri="{FF2B5EF4-FFF2-40B4-BE49-F238E27FC236}">
                <a16:creationId xmlns:a16="http://schemas.microsoft.com/office/drawing/2014/main" id="{FC2EE0D2-FA29-462A-97DD-F896ED3F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圖形化上傳</a:t>
            </a:r>
          </a:p>
        </p:txBody>
      </p:sp>
      <p:sp>
        <p:nvSpPr>
          <p:cNvPr id="31" name="text-866">
            <a:extLst xmlns:a="http://schemas.openxmlformats.org/drawingml/2006/main">
              <a:ext uri="{FF2B5EF4-FFF2-40B4-BE49-F238E27FC236}">
                <a16:creationId xmlns:a16="http://schemas.microsoft.com/office/drawing/2014/main" id="{C032088B-690E-4166-AC14-749F8E255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repo + Pages</a:t>
            </a:r>
          </a:p>
        </p:txBody>
      </p:sp>
      <p:sp>
        <p:nvSpPr>
          <p:cNvPr id="32" name="text-867">
            <a:extLst xmlns:a="http://schemas.openxmlformats.org/drawingml/2006/main">
              <a:ext uri="{FF2B5EF4-FFF2-40B4-BE49-F238E27FC236}">
                <a16:creationId xmlns:a16="http://schemas.microsoft.com/office/drawing/2014/main" id="{777D7EEA-E9A2-42D6-866C-98422E8C1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公開網址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手機驗證</a:t>
            </a:r>
          </a:p>
        </p:txBody>
      </p:sp>
      <p:cxnSp>
        <p:nvCxnSpPr>
          <p:cNvPr id="73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27813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74" name=""/>
          <p:cNvCxnSpPr>
            <a:stCxn xmlns:a="http://schemas.openxmlformats.org/drawingml/2006/main" id="30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542925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cxnSp>
        <p:nvCxnSpPr>
          <p:cNvPr id="75" name=""/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0772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36" name="text-868">
            <a:extLst xmlns:a="http://schemas.openxmlformats.org/drawingml/2006/main">
              <a:ext uri="{FF2B5EF4-FFF2-40B4-BE49-F238E27FC236}">
                <a16:creationId xmlns:a16="http://schemas.microsoft.com/office/drawing/2014/main" id="{89D3EA91-BF48-4CE7-97E7-1B3A61531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低門檻入口，不代表省略隱私、版權與 RWD 驗證</a:t>
            </a:r>
          </a:p>
        </p:txBody>
      </p:sp>
      <p:sp>
        <p:nvSpPr>
          <p:cNvPr id="37" name="text-983">
            <a:extLst xmlns:a="http://schemas.openxmlformats.org/drawingml/2006/main">
              <a:ext uri="{FF2B5EF4-FFF2-40B4-BE49-F238E27FC236}">
                <a16:creationId xmlns:a16="http://schemas.microsoft.com/office/drawing/2014/main" id="{6D7F1A93-1839-44DF-9973-4007D95B5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452b95d15ca42b4"/>
              </a:rPr>
              <a:t>開啟 EZPage ↗</a:t>
            </a:r>
          </a:p>
        </p:txBody>
      </p:sp>
      <p:sp>
        <p:nvSpPr>
          <p:cNvPr id="38" name="shape-1059">
            <a:extLst xmlns:a="http://schemas.openxmlformats.org/drawingml/2006/main">
              <a:ext uri="{FF2B5EF4-FFF2-40B4-BE49-F238E27FC236}">
                <a16:creationId xmlns:a16="http://schemas.microsoft.com/office/drawing/2014/main" id="{1B300327-E885-4987-A3F6-ACD7F004F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5a6228133645d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40" name="text-1060">
            <a:extLst xmlns:a="http://schemas.openxmlformats.org/drawingml/2006/main">
              <a:ext uri="{FF2B5EF4-FFF2-40B4-BE49-F238E27FC236}">
                <a16:creationId xmlns:a16="http://schemas.microsoft.com/office/drawing/2014/main" id="{71C10A62-3699-4BCF-A709-BEFBA6680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105444424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869">
            <a:extLst xmlns:a="http://schemas.openxmlformats.org/drawingml/2006/main">
              <a:ext uri="{FF2B5EF4-FFF2-40B4-BE49-F238E27FC236}">
                <a16:creationId xmlns:a16="http://schemas.microsoft.com/office/drawing/2014/main" id="{8079BAC6-6967-46FF-A28D-139E814CF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F70DA0-A046-4D06-922F-B482B581D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上午整合挑戰｜會議紀錄從來源到分享</a:t>
            </a:r>
          </a:p>
        </p:txBody>
      </p:sp>
      <p:cxnSp>
        <p:nvCxnSpPr>
          <p:cNvPr id="29" name="shape-87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71">
            <a:extLst xmlns:a="http://schemas.openxmlformats.org/drawingml/2006/main">
              <a:ext uri="{FF2B5EF4-FFF2-40B4-BE49-F238E27FC236}">
                <a16:creationId xmlns:a16="http://schemas.microsoft.com/office/drawing/2014/main" id="{6E54CBB9-2EA9-49C0-8AF4-97B34D7B5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7BCCBAA-7D48-45F9-AC2E-4C84B2D9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48</a:t>
            </a:r>
          </a:p>
        </p:txBody>
      </p:sp>
      <p:sp>
        <p:nvSpPr>
          <p:cNvPr id="6" name="text-872">
            <a:extLst xmlns:a="http://schemas.openxmlformats.org/drawingml/2006/main">
              <a:ext uri="{FF2B5EF4-FFF2-40B4-BE49-F238E27FC236}">
                <a16:creationId xmlns:a16="http://schemas.microsoft.com/office/drawing/2014/main" id="{639F7D2C-CE69-41D8-880B-A313406D41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873">
            <a:extLst xmlns:a="http://schemas.openxmlformats.org/drawingml/2006/main">
              <a:ext uri="{FF2B5EF4-FFF2-40B4-BE49-F238E27FC236}">
                <a16:creationId xmlns:a16="http://schemas.microsoft.com/office/drawing/2014/main" id="{C908F992-FBBA-47B3-929A-AB6847405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874">
            <a:extLst xmlns:a="http://schemas.openxmlformats.org/drawingml/2006/main">
              <a:ext uri="{FF2B5EF4-FFF2-40B4-BE49-F238E27FC236}">
                <a16:creationId xmlns:a16="http://schemas.microsoft.com/office/drawing/2014/main" id="{CD8EB464-288C-4B80-9581-CEEBB2DE4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875">
            <a:extLst xmlns:a="http://schemas.openxmlformats.org/drawingml/2006/main">
              <a:ext uri="{FF2B5EF4-FFF2-40B4-BE49-F238E27FC236}">
                <a16:creationId xmlns:a16="http://schemas.microsoft.com/office/drawing/2014/main" id="{0B95525B-B327-4560-9665-4985FA08B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93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Gemini Notebook 整理會議來源與背景，留下可追查引用</a:t>
            </a:r>
          </a:p>
        </p:txBody>
      </p:sp>
      <p:sp>
        <p:nvSpPr>
          <p:cNvPr id="10" name="text-876">
            <a:extLst xmlns:a="http://schemas.openxmlformats.org/drawingml/2006/main">
              <a:ext uri="{FF2B5EF4-FFF2-40B4-BE49-F238E27FC236}">
                <a16:creationId xmlns:a16="http://schemas.microsoft.com/office/drawing/2014/main" id="{BE9695AF-D8AB-4CA8-9224-5892ED773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877">
            <a:extLst xmlns:a="http://schemas.openxmlformats.org/drawingml/2006/main">
              <a:ext uri="{FF2B5EF4-FFF2-40B4-BE49-F238E27FC236}">
                <a16:creationId xmlns:a16="http://schemas.microsoft.com/office/drawing/2014/main" id="{C2E5CC03-F934-44A5-85E7-983026E94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用帳號既有 Gem 產出固定格式的重點、決議與待辦</a:t>
            </a:r>
          </a:p>
        </p:txBody>
      </p:sp>
      <p:sp>
        <p:nvSpPr>
          <p:cNvPr id="12" name="text-878">
            <a:extLst xmlns:a="http://schemas.openxmlformats.org/drawingml/2006/main">
              <a:ext uri="{FF2B5EF4-FFF2-40B4-BE49-F238E27FC236}">
                <a16:creationId xmlns:a16="http://schemas.microsoft.com/office/drawing/2014/main" id="{CA3334DE-C4FA-4831-9B8A-5A0AA117F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879">
            <a:extLst xmlns:a="http://schemas.openxmlformats.org/drawingml/2006/main">
              <a:ext uri="{FF2B5EF4-FFF2-40B4-BE49-F238E27FC236}">
                <a16:creationId xmlns:a16="http://schemas.microsoft.com/office/drawing/2014/main" id="{C9C91540-B3B8-4CAF-A61B-758A40141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Canvas 做可搜尋、可篩選的會議紀錄原型</a:t>
            </a:r>
          </a:p>
        </p:txBody>
      </p:sp>
      <p:sp>
        <p:nvSpPr>
          <p:cNvPr id="14" name="text-880">
            <a:extLst xmlns:a="http://schemas.openxmlformats.org/drawingml/2006/main">
              <a:ext uri="{FF2B5EF4-FFF2-40B4-BE49-F238E27FC236}">
                <a16:creationId xmlns:a16="http://schemas.microsoft.com/office/drawing/2014/main" id="{2443E022-24A0-499B-B5E8-81591E04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881">
            <a:extLst xmlns:a="http://schemas.openxmlformats.org/drawingml/2006/main">
              <a:ext uri="{FF2B5EF4-FFF2-40B4-BE49-F238E27FC236}">
                <a16:creationId xmlns:a16="http://schemas.microsoft.com/office/drawing/2014/main" id="{57828228-79D8-43DD-9937-F29152768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 Canvas 網址嵌入 Google Sites，預覽手機版並說明備援</a:t>
            </a:r>
          </a:p>
        </p:txBody>
      </p:sp>
      <p:sp>
        <p:nvSpPr>
          <p:cNvPr id="16" name="shape-882">
            <a:extLst xmlns:a="http://schemas.openxmlformats.org/drawingml/2006/main">
              <a:ext uri="{FF2B5EF4-FFF2-40B4-BE49-F238E27FC236}">
                <a16:creationId xmlns:a16="http://schemas.microsoft.com/office/drawing/2014/main" id="{1905D3CF-0A53-4614-AE9A-DF5E86F5F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883">
            <a:extLst xmlns:a="http://schemas.openxmlformats.org/drawingml/2006/main">
              <a:ext uri="{FF2B5EF4-FFF2-40B4-BE49-F238E27FC236}">
                <a16:creationId xmlns:a16="http://schemas.microsoft.com/office/drawing/2014/main" id="{C9A2C652-817D-4DA4-8EC7-807E2F72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884">
            <a:extLst xmlns:a="http://schemas.openxmlformats.org/drawingml/2006/main">
              <a:ext uri="{FF2B5EF4-FFF2-40B4-BE49-F238E27FC236}">
                <a16:creationId xmlns:a16="http://schemas.microsoft.com/office/drawing/2014/main" id="{DB603DF6-934F-4012-9999-28E48E5AF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來源與用途清楚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摘要格式可重複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作品真的能操作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知道權限與嵌入限制</a:t>
            </a:r>
          </a:p>
        </p:txBody>
      </p:sp>
      <p:sp>
        <p:nvSpPr>
          <p:cNvPr id="19" name="text-980">
            <a:extLst xmlns:a="http://schemas.openxmlformats.org/drawingml/2006/main">
              <a:ext uri="{FF2B5EF4-FFF2-40B4-BE49-F238E27FC236}">
                <a16:creationId xmlns:a16="http://schemas.microsoft.com/office/drawing/2014/main" id="{26B04726-DD1E-4BF1-856D-0163E91C1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cb7013bf72d4de2"/>
              </a:rPr>
              <a:t>Notebook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6049268b5bd485e"/>
              </a:rPr>
              <a:t>會議紀錄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3ee73c2bfe14300"/>
              </a:rPr>
              <a:t>Google Sites ↗</a:t>
            </a:r>
          </a:p>
        </p:txBody>
      </p:sp>
      <p:sp>
        <p:nvSpPr>
          <p:cNvPr id="20" name="shape-1050">
            <a:extLst xmlns:a="http://schemas.openxmlformats.org/drawingml/2006/main">
              <a:ext uri="{FF2B5EF4-FFF2-40B4-BE49-F238E27FC236}">
                <a16:creationId xmlns:a16="http://schemas.microsoft.com/office/drawing/2014/main" id="{6EFDF49F-020C-4CD6-A26A-8A895B6C7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786ad8018264f0d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1051">
            <a:extLst xmlns:a="http://schemas.openxmlformats.org/drawingml/2006/main">
              <a:ext uri="{FF2B5EF4-FFF2-40B4-BE49-F238E27FC236}">
                <a16:creationId xmlns:a16="http://schemas.microsoft.com/office/drawing/2014/main" id="{52DF9B10-632D-4D8C-B31C-1560581DE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50ce07ea8943ae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1052">
            <a:extLst xmlns:a="http://schemas.openxmlformats.org/drawingml/2006/main">
              <a:ext uri="{FF2B5EF4-FFF2-40B4-BE49-F238E27FC236}">
                <a16:creationId xmlns:a16="http://schemas.microsoft.com/office/drawing/2014/main" id="{2DA9D0C6-E2CC-44E6-B4E5-887FF932A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會議紀錄系統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e96cef7647844ec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1053">
            <a:extLst xmlns:a="http://schemas.openxmlformats.org/drawingml/2006/main">
              <a:ext uri="{FF2B5EF4-FFF2-40B4-BE49-F238E27FC236}">
                <a16:creationId xmlns:a16="http://schemas.microsoft.com/office/drawing/2014/main" id="{9D8E3EE7-375D-4733-9C28-380F57332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26575841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885">
            <a:extLst xmlns:a="http://schemas.openxmlformats.org/drawingml/2006/main">
              <a:ext uri="{FF2B5EF4-FFF2-40B4-BE49-F238E27FC236}">
                <a16:creationId xmlns:a16="http://schemas.microsoft.com/office/drawing/2014/main" id="{97EA6A14-F08F-4CBE-8C89-22D1AFD7A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TOOL TO LIFE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20940CD-CA38-4F19-987C-3CD0A8611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效率提高之後，省下的時間要還給人生</a:t>
            </a:r>
          </a:p>
        </p:txBody>
      </p:sp>
      <p:cxnSp>
        <p:nvCxnSpPr>
          <p:cNvPr id="24" name="shape-88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87">
            <a:extLst xmlns:a="http://schemas.openxmlformats.org/drawingml/2006/main">
              <a:ext uri="{FF2B5EF4-FFF2-40B4-BE49-F238E27FC236}">
                <a16:creationId xmlns:a16="http://schemas.microsoft.com/office/drawing/2014/main" id="{505071DD-647A-4A4B-B95B-1C0D76E4B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5D2E63D-F21A-477F-94FB-D255BFB90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49</a:t>
            </a:r>
          </a:p>
        </p:txBody>
      </p:sp>
      <p:sp>
        <p:nvSpPr>
          <p:cNvPr id="6" name="shape-888">
            <a:extLst xmlns:a="http://schemas.openxmlformats.org/drawingml/2006/main">
              <a:ext uri="{FF2B5EF4-FFF2-40B4-BE49-F238E27FC236}">
                <a16:creationId xmlns:a16="http://schemas.microsoft.com/office/drawing/2014/main" id="{A3919655-7888-4BA5-850F-F80070437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889">
            <a:extLst xmlns:a="http://schemas.openxmlformats.org/drawingml/2006/main">
              <a:ext uri="{FF2B5EF4-FFF2-40B4-BE49-F238E27FC236}">
                <a16:creationId xmlns:a16="http://schemas.microsoft.com/office/drawing/2014/main" id="{AF8FDE6A-4039-472D-BF05-80B56AAD5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890">
            <a:extLst xmlns:a="http://schemas.openxmlformats.org/drawingml/2006/main">
              <a:ext uri="{FF2B5EF4-FFF2-40B4-BE49-F238E27FC236}">
                <a16:creationId xmlns:a16="http://schemas.microsoft.com/office/drawing/2014/main" id="{E42694F1-FA66-4A12-8173-A758FD3A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不是更多任務</a:t>
            </a:r>
          </a:p>
        </p:txBody>
      </p:sp>
      <p:sp>
        <p:nvSpPr>
          <p:cNvPr id="9" name="text-891">
            <a:extLst xmlns:a="http://schemas.openxmlformats.org/drawingml/2006/main">
              <a:ext uri="{FF2B5EF4-FFF2-40B4-BE49-F238E27FC236}">
                <a16:creationId xmlns:a16="http://schemas.microsoft.com/office/drawing/2014/main" id="{CD417054-B299-4172-95E6-BA6F64AB8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Agent 讓一件事更快完成；空出的時間，不必自動再塞滿。</a:t>
            </a:r>
          </a:p>
        </p:txBody>
      </p:sp>
      <p:sp>
        <p:nvSpPr>
          <p:cNvPr id="10" name="shape-892">
            <a:extLst xmlns:a="http://schemas.openxmlformats.org/drawingml/2006/main">
              <a:ext uri="{FF2B5EF4-FFF2-40B4-BE49-F238E27FC236}">
                <a16:creationId xmlns:a16="http://schemas.microsoft.com/office/drawing/2014/main" id="{FC087764-BB05-4B76-B890-AF88638F8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893">
            <a:extLst xmlns:a="http://schemas.openxmlformats.org/drawingml/2006/main">
              <a:ext uri="{FF2B5EF4-FFF2-40B4-BE49-F238E27FC236}">
                <a16:creationId xmlns:a16="http://schemas.microsoft.com/office/drawing/2014/main" id="{9F262205-9169-40DC-A333-7194E9E59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894">
            <a:extLst xmlns:a="http://schemas.openxmlformats.org/drawingml/2006/main">
              <a:ext uri="{FF2B5EF4-FFF2-40B4-BE49-F238E27FC236}">
                <a16:creationId xmlns:a16="http://schemas.microsoft.com/office/drawing/2014/main" id="{201FA60F-076D-4243-A69A-18F7D0CA7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真正重要的事</a:t>
            </a:r>
          </a:p>
        </p:txBody>
      </p:sp>
      <p:sp>
        <p:nvSpPr>
          <p:cNvPr id="13" name="text-895">
            <a:extLst xmlns:a="http://schemas.openxmlformats.org/drawingml/2006/main">
              <a:ext uri="{FF2B5EF4-FFF2-40B4-BE49-F238E27FC236}">
                <a16:creationId xmlns:a16="http://schemas.microsoft.com/office/drawing/2014/main" id="{046A6737-757C-49BB-9FC3-1FB86C225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培養興趣、探索志向，陪伴孩子與家人，和同儕深入交流。</a:t>
            </a:r>
          </a:p>
        </p:txBody>
      </p:sp>
      <p:sp>
        <p:nvSpPr>
          <p:cNvPr id="14" name="shape-896">
            <a:extLst xmlns:a="http://schemas.openxmlformats.org/drawingml/2006/main">
              <a:ext uri="{FF2B5EF4-FFF2-40B4-BE49-F238E27FC236}">
                <a16:creationId xmlns:a16="http://schemas.microsoft.com/office/drawing/2014/main" id="{01E8A666-74C3-4E14-9717-6E23C07C3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897">
            <a:extLst xmlns:a="http://schemas.openxmlformats.org/drawingml/2006/main">
              <a:ext uri="{FF2B5EF4-FFF2-40B4-BE49-F238E27FC236}">
                <a16:creationId xmlns:a16="http://schemas.microsoft.com/office/drawing/2014/main" id="{FFE4F143-B7A5-438E-A153-B446FE213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898">
            <a:extLst xmlns:a="http://schemas.openxmlformats.org/drawingml/2006/main">
              <a:ext uri="{FF2B5EF4-FFF2-40B4-BE49-F238E27FC236}">
                <a16:creationId xmlns:a16="http://schemas.microsoft.com/office/drawing/2014/main" id="{DEBA137C-A3B4-4B36-8F20-19590FEB6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保留人的主導權</a:t>
            </a:r>
          </a:p>
        </p:txBody>
      </p:sp>
      <p:sp>
        <p:nvSpPr>
          <p:cNvPr id="17" name="text-899">
            <a:extLst xmlns:a="http://schemas.openxmlformats.org/drawingml/2006/main">
              <a:ext uri="{FF2B5EF4-FFF2-40B4-BE49-F238E27FC236}">
                <a16:creationId xmlns:a16="http://schemas.microsoft.com/office/drawing/2014/main" id="{B2F41B5A-5FBB-49F7-A435-8F089E65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我們駕馭 Agent，不讓它把效率轉成無止境的工作清單。</a:t>
            </a:r>
          </a:p>
        </p:txBody>
      </p:sp>
      <p:sp>
        <p:nvSpPr>
          <p:cNvPr id="18" name="shape-900">
            <a:extLst xmlns:a="http://schemas.openxmlformats.org/drawingml/2006/main">
              <a:ext uri="{FF2B5EF4-FFF2-40B4-BE49-F238E27FC236}">
                <a16:creationId xmlns:a16="http://schemas.microsoft.com/office/drawing/2014/main" id="{5F126822-2D92-483B-A533-755160D6C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901">
            <a:extLst xmlns:a="http://schemas.openxmlformats.org/drawingml/2006/main">
              <a:ext uri="{FF2B5EF4-FFF2-40B4-BE49-F238E27FC236}">
                <a16:creationId xmlns:a16="http://schemas.microsoft.com/office/drawing/2014/main" id="{F1FA6BE7-FDD3-47D9-BA03-47532053D8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902">
            <a:extLst xmlns:a="http://schemas.openxmlformats.org/drawingml/2006/main">
              <a:ext uri="{FF2B5EF4-FFF2-40B4-BE49-F238E27FC236}">
                <a16:creationId xmlns:a16="http://schemas.microsoft.com/office/drawing/2014/main" id="{598AC584-A299-401A-B372-5BCBC9868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素養教育的所在</a:t>
            </a:r>
          </a:p>
        </p:txBody>
      </p:sp>
      <p:sp>
        <p:nvSpPr>
          <p:cNvPr id="21" name="text-903">
            <a:extLst xmlns:a="http://schemas.openxmlformats.org/drawingml/2006/main">
              <a:ext uri="{FF2B5EF4-FFF2-40B4-BE49-F238E27FC236}">
                <a16:creationId xmlns:a16="http://schemas.microsoft.com/office/drawing/2014/main" id="{86C75BBA-D4F8-447B-9EF0-EBC4E8D9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把工具能力內化成生活選擇，讓科技服務關係、成長與意義。</a:t>
            </a:r>
          </a:p>
        </p:txBody>
      </p:sp>
    </p:spTree>
    <p:extLst>
      <p:ext uri="{BB962C8B-B14F-4D97-AF65-F5344CB8AC3E}">
        <p14:creationId xmlns:p14="http://schemas.microsoft.com/office/powerpoint/2010/main" val="1113448678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text-904">
            <a:extLst xmlns:a="http://schemas.openxmlformats.org/drawingml/2006/main">
              <a:ext uri="{FF2B5EF4-FFF2-40B4-BE49-F238E27FC236}">
                <a16:creationId xmlns:a16="http://schemas.microsoft.com/office/drawing/2014/main" id="{DDC4B970-D9C2-464A-B76D-D45BBD4E6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E122396-2516-4763-9C1D-D9DFDC876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上午資源書籤</a:t>
            </a:r>
          </a:p>
        </p:txBody>
      </p:sp>
      <p:cxnSp>
        <p:nvCxnSpPr>
          <p:cNvPr id="49" name="shape-90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906">
            <a:extLst xmlns:a="http://schemas.openxmlformats.org/drawingml/2006/main">
              <a:ext uri="{FF2B5EF4-FFF2-40B4-BE49-F238E27FC236}">
                <a16:creationId xmlns:a16="http://schemas.microsoft.com/office/drawing/2014/main" id="{FB39DB7C-4587-4B16-ADCE-E18E27548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FE0D1D7-BFEB-4CCB-A7BA-914D61FAE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50</a:t>
            </a:r>
          </a:p>
        </p:txBody>
      </p:sp>
      <p:sp>
        <p:nvSpPr>
          <p:cNvPr id="6" name="shape-907">
            <a:extLst xmlns:a="http://schemas.openxmlformats.org/drawingml/2006/main">
              <a:ext uri="{FF2B5EF4-FFF2-40B4-BE49-F238E27FC236}">
                <a16:creationId xmlns:a16="http://schemas.microsoft.com/office/drawing/2014/main" id="{3BE579C8-2CFF-443B-B109-73E36CB62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908">
            <a:extLst xmlns:a="http://schemas.openxmlformats.org/drawingml/2006/main">
              <a:ext uri="{FF2B5EF4-FFF2-40B4-BE49-F238E27FC236}">
                <a16:creationId xmlns:a16="http://schemas.microsoft.com/office/drawing/2014/main" id="{F75E9022-F129-447A-B40E-386301F98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研習資源導航</a:t>
            </a:r>
          </a:p>
        </p:txBody>
      </p:sp>
      <p:sp>
        <p:nvSpPr>
          <p:cNvPr id="8" name="text-909">
            <a:extLst xmlns:a="http://schemas.openxmlformats.org/drawingml/2006/main">
              <a:ext uri="{FF2B5EF4-FFF2-40B4-BE49-F238E27FC236}">
                <a16:creationId xmlns:a16="http://schemas.microsoft.com/office/drawing/2014/main" id="{3EBBF3F7-EBEE-4CE6-98DD-A503ABCB5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795d2f77ae8401d"/>
              </a:rPr>
              <a:t>公開網站資源 ↗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ad73e808a942d4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910">
            <a:extLst xmlns:a="http://schemas.openxmlformats.org/drawingml/2006/main">
              <a:ext uri="{FF2B5EF4-FFF2-40B4-BE49-F238E27FC236}">
                <a16:creationId xmlns:a16="http://schemas.microsoft.com/office/drawing/2014/main" id="{A0E205ED-949D-45DB-8D5E-5887332D9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911">
            <a:extLst xmlns:a="http://schemas.openxmlformats.org/drawingml/2006/main">
              <a:ext uri="{FF2B5EF4-FFF2-40B4-BE49-F238E27FC236}">
                <a16:creationId xmlns:a16="http://schemas.microsoft.com/office/drawing/2014/main" id="{52A985EC-A5F2-4856-9023-73C3FDBC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Notebook</a:t>
            </a:r>
          </a:p>
        </p:txBody>
      </p:sp>
      <p:sp>
        <p:nvSpPr>
          <p:cNvPr id="12" name="text-912">
            <a:extLst xmlns:a="http://schemas.openxmlformats.org/drawingml/2006/main">
              <a:ext uri="{FF2B5EF4-FFF2-40B4-BE49-F238E27FC236}">
                <a16:creationId xmlns:a16="http://schemas.microsoft.com/office/drawing/2014/main" id="{9C96D817-2D75-43D6-B217-05FFCB53D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384e51f968f4f30"/>
              </a:rPr>
              <a:t>公開網站資源 ↗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45775ac7574c5a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913">
            <a:extLst xmlns:a="http://schemas.openxmlformats.org/drawingml/2006/main">
              <a:ext uri="{FF2B5EF4-FFF2-40B4-BE49-F238E27FC236}">
                <a16:creationId xmlns:a16="http://schemas.microsoft.com/office/drawing/2014/main" id="{C422F45A-3C01-47BF-B563-996CBB4ED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914">
            <a:extLst xmlns:a="http://schemas.openxmlformats.org/drawingml/2006/main">
              <a:ext uri="{FF2B5EF4-FFF2-40B4-BE49-F238E27FC236}">
                <a16:creationId xmlns:a16="http://schemas.microsoft.com/office/drawing/2014/main" id="{F46C8541-2992-4AF0-A9F8-FEA860BF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建立自訂 Gem</a:t>
            </a:r>
          </a:p>
        </p:txBody>
      </p:sp>
      <p:sp>
        <p:nvSpPr>
          <p:cNvPr id="16" name="text-915">
            <a:extLst xmlns:a="http://schemas.openxmlformats.org/drawingml/2006/main">
              <a:ext uri="{FF2B5EF4-FFF2-40B4-BE49-F238E27FC236}">
                <a16:creationId xmlns:a16="http://schemas.microsoft.com/office/drawing/2014/main" id="{8990EA6E-F328-4AC6-A767-8DF81354B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ed3d14c97534dca"/>
              </a:rPr>
              <a:t>公開網站資源 ↗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e2674175c44a1a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916">
            <a:extLst xmlns:a="http://schemas.openxmlformats.org/drawingml/2006/main">
              <a:ext uri="{FF2B5EF4-FFF2-40B4-BE49-F238E27FC236}">
                <a16:creationId xmlns:a16="http://schemas.microsoft.com/office/drawing/2014/main" id="{7C792221-0480-4D20-9E9F-42511CF4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917">
            <a:extLst xmlns:a="http://schemas.openxmlformats.org/drawingml/2006/main">
              <a:ext uri="{FF2B5EF4-FFF2-40B4-BE49-F238E27FC236}">
                <a16:creationId xmlns:a16="http://schemas.microsoft.com/office/drawing/2014/main" id="{2DAC7B66-6B05-4975-A505-EF3D5800F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Canvas</a:t>
            </a:r>
          </a:p>
        </p:txBody>
      </p:sp>
      <p:sp>
        <p:nvSpPr>
          <p:cNvPr id="20" name="text-918">
            <a:extLst xmlns:a="http://schemas.openxmlformats.org/drawingml/2006/main">
              <a:ext uri="{FF2B5EF4-FFF2-40B4-BE49-F238E27FC236}">
                <a16:creationId xmlns:a16="http://schemas.microsoft.com/office/drawing/2014/main" id="{DA4B0526-9042-43CD-B453-5396AFD78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5a6a29a96984e81"/>
              </a:rPr>
              <a:t>公開網站資源 ↗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8f5aeef8754bee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919">
            <a:extLst xmlns:a="http://schemas.openxmlformats.org/drawingml/2006/main">
              <a:ext uri="{FF2B5EF4-FFF2-40B4-BE49-F238E27FC236}">
                <a16:creationId xmlns:a16="http://schemas.microsoft.com/office/drawing/2014/main" id="{462B04A9-2996-4772-8FDE-975447883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3" name="text-920">
            <a:extLst xmlns:a="http://schemas.openxmlformats.org/drawingml/2006/main">
              <a:ext uri="{FF2B5EF4-FFF2-40B4-BE49-F238E27FC236}">
                <a16:creationId xmlns:a16="http://schemas.microsoft.com/office/drawing/2014/main" id="{6B7D71A1-73DF-4EDE-8935-F647A209E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 GitHub repo</a:t>
            </a:r>
          </a:p>
        </p:txBody>
      </p:sp>
      <p:sp>
        <p:nvSpPr>
          <p:cNvPr id="24" name="text-921">
            <a:extLst xmlns:a="http://schemas.openxmlformats.org/drawingml/2006/main">
              <a:ext uri="{FF2B5EF4-FFF2-40B4-BE49-F238E27FC236}">
                <a16:creationId xmlns:a16="http://schemas.microsoft.com/office/drawing/2014/main" id="{EBB480E3-4A93-4BAF-A3CA-300EF7C8C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1862785eb8e4d69"/>
              </a:rPr>
              <a:t>公開網站資源 ↗</a:t>
            </a:r>
          </a:p>
        </p:txBody>
      </p:sp>
      <p:pic>
        <p:nvPicPr>
          <p:cNvPr id="7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fb25077b154251"/>
          <a:stretch xmlns:a="http://schemas.openxmlformats.org/drawingml/2006/main"/>
        </p:blipFill>
        <p:spPr>
          <a:xfrm xmlns:a="http://schemas.openxmlformats.org/drawingml/2006/main">
            <a:off x="49530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922">
            <a:extLst xmlns:a="http://schemas.openxmlformats.org/drawingml/2006/main">
              <a:ext uri="{FF2B5EF4-FFF2-40B4-BE49-F238E27FC236}">
                <a16:creationId xmlns:a16="http://schemas.microsoft.com/office/drawing/2014/main" id="{156BA979-C048-4D95-A4D7-513F65FEB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7" name="text-923">
            <a:extLst xmlns:a="http://schemas.openxmlformats.org/drawingml/2006/main">
              <a:ext uri="{FF2B5EF4-FFF2-40B4-BE49-F238E27FC236}">
                <a16:creationId xmlns:a16="http://schemas.microsoft.com/office/drawing/2014/main" id="{14341A31-CEA9-455F-A05D-860CB8561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教學駕駛艙公開網站</a:t>
            </a:r>
          </a:p>
        </p:txBody>
      </p:sp>
      <p:sp>
        <p:nvSpPr>
          <p:cNvPr id="28" name="text-924">
            <a:extLst xmlns:a="http://schemas.openxmlformats.org/drawingml/2006/main">
              <a:ext uri="{FF2B5EF4-FFF2-40B4-BE49-F238E27FC236}">
                <a16:creationId xmlns:a16="http://schemas.microsoft.com/office/drawing/2014/main" id="{B43061CE-8D49-40F9-8335-A7B7E74C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ee0e05a7a044e88"/>
              </a:rPr>
              <a:t>公開網站資源 ↗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ef8b5d6f6c48b5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925">
            <a:extLst xmlns:a="http://schemas.openxmlformats.org/drawingml/2006/main">
              <a:ext uri="{FF2B5EF4-FFF2-40B4-BE49-F238E27FC236}">
                <a16:creationId xmlns:a16="http://schemas.microsoft.com/office/drawing/2014/main" id="{DA6AEC70-55BC-4036-99C1-7B9DB8962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926">
            <a:extLst xmlns:a="http://schemas.openxmlformats.org/drawingml/2006/main">
              <a:ext uri="{FF2B5EF4-FFF2-40B4-BE49-F238E27FC236}">
                <a16:creationId xmlns:a16="http://schemas.microsoft.com/office/drawing/2014/main" id="{7DAA2406-528B-401D-ADDA-3DC4CC35D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教師會議紀錄系統（#84）</a:t>
            </a:r>
          </a:p>
        </p:txBody>
      </p:sp>
      <p:sp>
        <p:nvSpPr>
          <p:cNvPr id="32" name="text-927">
            <a:extLst xmlns:a="http://schemas.openxmlformats.org/drawingml/2006/main">
              <a:ext uri="{FF2B5EF4-FFF2-40B4-BE49-F238E27FC236}">
                <a16:creationId xmlns:a16="http://schemas.microsoft.com/office/drawing/2014/main" id="{CE171911-BCA2-48A6-9FBE-925BD3FA2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567fea697e74ad0"/>
              </a:rPr>
              <a:t>公開網站資源 ↗</a:t>
            </a:r>
          </a:p>
        </p:txBody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19a6e4f18fb4cac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shape-928">
            <a:extLst xmlns:a="http://schemas.openxmlformats.org/drawingml/2006/main">
              <a:ext uri="{FF2B5EF4-FFF2-40B4-BE49-F238E27FC236}">
                <a16:creationId xmlns:a16="http://schemas.microsoft.com/office/drawing/2014/main" id="{3D901A07-2471-40CB-8127-469EA2DD4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5" name="text-929">
            <a:extLst xmlns:a="http://schemas.openxmlformats.org/drawingml/2006/main">
              <a:ext uri="{FF2B5EF4-FFF2-40B4-BE49-F238E27FC236}">
                <a16:creationId xmlns:a16="http://schemas.microsoft.com/office/drawing/2014/main" id="{5173DFDD-FB75-467E-953B-1B96A8E2B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Google Sites</a:t>
            </a:r>
          </a:p>
        </p:txBody>
      </p:sp>
      <p:sp>
        <p:nvSpPr>
          <p:cNvPr id="36" name="text-930">
            <a:extLst xmlns:a="http://schemas.openxmlformats.org/drawingml/2006/main">
              <a:ext uri="{FF2B5EF4-FFF2-40B4-BE49-F238E27FC236}">
                <a16:creationId xmlns:a16="http://schemas.microsoft.com/office/drawing/2014/main" id="{7ECD520E-0016-4097-8028-ED181DD0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6d3289a16bb4426"/>
              </a:rPr>
              <a:t>公開網站資源 ↗</a:t>
            </a:r>
          </a:p>
        </p:txBody>
      </p:sp>
      <p:pic>
        <p:nvPicPr>
          <p:cNvPr id="8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121d4c0a4e404d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8" name="shape-931">
            <a:extLst xmlns:a="http://schemas.openxmlformats.org/drawingml/2006/main">
              <a:ext uri="{FF2B5EF4-FFF2-40B4-BE49-F238E27FC236}">
                <a16:creationId xmlns:a16="http://schemas.microsoft.com/office/drawing/2014/main" id="{FE1374EC-8AD9-41B5-87A0-CAE295ED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9" name="text-932">
            <a:extLst xmlns:a="http://schemas.openxmlformats.org/drawingml/2006/main">
              <a:ext uri="{FF2B5EF4-FFF2-40B4-BE49-F238E27FC236}">
                <a16:creationId xmlns:a16="http://schemas.microsoft.com/office/drawing/2014/main" id="{7D99BB21-FDF8-4104-AD94-2ADCC917B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GitHub Pages</a:t>
            </a:r>
          </a:p>
        </p:txBody>
      </p:sp>
      <p:sp>
        <p:nvSpPr>
          <p:cNvPr id="40" name="text-933">
            <a:extLst xmlns:a="http://schemas.openxmlformats.org/drawingml/2006/main">
              <a:ext uri="{FF2B5EF4-FFF2-40B4-BE49-F238E27FC236}">
                <a16:creationId xmlns:a16="http://schemas.microsoft.com/office/drawing/2014/main" id="{311273BD-05B0-46F7-83D1-7E9E86E2D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f958ad1cfd945da"/>
              </a:rPr>
              <a:t>公開網站資源 ↗</a:t>
            </a:r>
          </a:p>
        </p:txBody>
      </p:sp>
      <p:pic>
        <p:nvPicPr>
          <p:cNvPr id="8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7322d0f8643c7"/>
          <a:stretch xmlns:a="http://schemas.openxmlformats.org/drawingml/2006/main"/>
        </p:blipFill>
        <p:spPr>
          <a:xfrm xmlns:a="http://schemas.openxmlformats.org/drawingml/2006/main">
            <a:off x="105537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2" name="shape-934">
            <a:extLst xmlns:a="http://schemas.openxmlformats.org/drawingml/2006/main">
              <a:ext uri="{FF2B5EF4-FFF2-40B4-BE49-F238E27FC236}">
                <a16:creationId xmlns:a16="http://schemas.microsoft.com/office/drawing/2014/main" id="{4C8D4416-CECB-429C-A5E5-6A0B9F7BA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0863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43" name="text-935">
            <a:extLst xmlns:a="http://schemas.openxmlformats.org/drawingml/2006/main">
              <a:ext uri="{FF2B5EF4-FFF2-40B4-BE49-F238E27FC236}">
                <a16:creationId xmlns:a16="http://schemas.microsoft.com/office/drawing/2014/main" id="{08E4E24B-DC7B-4CED-B8C2-9C8E597CF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1816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一鍵部署</a:t>
            </a:r>
          </a:p>
        </p:txBody>
      </p:sp>
      <p:sp>
        <p:nvSpPr>
          <p:cNvPr id="44" name="text-936">
            <a:extLst xmlns:a="http://schemas.openxmlformats.org/drawingml/2006/main">
              <a:ext uri="{FF2B5EF4-FFF2-40B4-BE49-F238E27FC236}">
                <a16:creationId xmlns:a16="http://schemas.microsoft.com/office/drawing/2014/main" id="{F618B933-636A-4CBB-BB47-584429F3E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54864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52c49a1c9fa473f"/>
              </a:rPr>
              <a:t>公開網站資源 ↗</a:t>
            </a:r>
          </a:p>
        </p:txBody>
      </p:sp>
      <p:pic>
        <p:nvPicPr>
          <p:cNvPr id="9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6c136177f4efd"/>
          <a:stretch xmlns:a="http://schemas.openxmlformats.org/drawingml/2006/main"/>
        </p:blipFill>
        <p:spPr>
          <a:xfrm xmlns:a="http://schemas.openxmlformats.org/drawingml/2006/main">
            <a:off x="10553700" y="51149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46" name="text-937">
            <a:extLst xmlns:a="http://schemas.openxmlformats.org/drawingml/2006/main">
              <a:ext uri="{FF2B5EF4-FFF2-40B4-BE49-F238E27FC236}">
                <a16:creationId xmlns:a16="http://schemas.microsoft.com/office/drawing/2014/main" id="{37D68A19-03B9-4061-B256-D2CCD93E6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038850"/>
            <a:ext cx="111633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6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上午的終點不是『學會每個工具』，而是完成一條能重複使用的教學與研究產線。</a:t>
            </a:r>
          </a:p>
        </p:txBody>
      </p:sp>
    </p:spTree>
    <p:extLst>
      <p:ext uri="{BB962C8B-B14F-4D97-AF65-F5344CB8AC3E}">
        <p14:creationId xmlns:p14="http://schemas.microsoft.com/office/powerpoint/2010/main" val="247433350"/>
      </p:ext>
    </p:extLst>
  </p:cSld>
</p:sld>
</file>

<file path=ppt/theme/theme1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2026-08-26T11:47:34.3740000Z</dcterms:created>
  <dcterms:modified xsi:type="dcterms:W3CDTF">2026-08-26T11:47:34.3740000Z</dcterms:modified>
</coreProperties>
</file>