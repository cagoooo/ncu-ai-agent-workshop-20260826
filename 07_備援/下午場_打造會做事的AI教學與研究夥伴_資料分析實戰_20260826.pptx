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ad7a4c93b64aca" /><Relationship Type="http://schemas.openxmlformats.org/officeDocument/2006/relationships/extended-properties" Target="/docProps/app.xml" Id="Rb4298cfdcb42450b" /><Relationship Type="http://schemas.openxmlformats.org/officeDocument/2006/relationships/officeDocument" Target="/ppt/presentation.xml" Id="R147af6d2f40641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f9542405254f48"/>
  </p:sldMasterIdLst>
  <p:notesMasterIdLst>
    <p:notesMasterId xmlns:r="http://schemas.openxmlformats.org/officeDocument/2006/relationships" r:id="R55be77e7a01a432a"/>
  </p:notesMasterIdLst>
  <p:sldIdLst>
    <p:sldId xmlns:r="http://schemas.openxmlformats.org/officeDocument/2006/relationships" id="256" r:id="Rf205e4f68a404c59"/>
    <p:sldId xmlns:r="http://schemas.openxmlformats.org/officeDocument/2006/relationships" id="257" r:id="Rcb62e9d89acc4476"/>
    <p:sldId xmlns:r="http://schemas.openxmlformats.org/officeDocument/2006/relationships" id="258" r:id="R1e0090144eaa4a63"/>
    <p:sldId xmlns:r="http://schemas.openxmlformats.org/officeDocument/2006/relationships" id="259" r:id="R0f5ee9bdc3e0415d"/>
    <p:sldId xmlns:r="http://schemas.openxmlformats.org/officeDocument/2006/relationships" id="260" r:id="Rb119140e74c54e04"/>
    <p:sldId xmlns:r="http://schemas.openxmlformats.org/officeDocument/2006/relationships" id="261" r:id="Rc7bc95ae5a714f52"/>
    <p:sldId xmlns:r="http://schemas.openxmlformats.org/officeDocument/2006/relationships" id="262" r:id="R1dfadf98edf74910"/>
    <p:sldId xmlns:r="http://schemas.openxmlformats.org/officeDocument/2006/relationships" id="263" r:id="R359880e16e35429f"/>
    <p:sldId xmlns:r="http://schemas.openxmlformats.org/officeDocument/2006/relationships" id="264" r:id="R09b9bc89d1c74ec5"/>
    <p:sldId xmlns:r="http://schemas.openxmlformats.org/officeDocument/2006/relationships" id="265" r:id="R95be9159083c4999"/>
    <p:sldId xmlns:r="http://schemas.openxmlformats.org/officeDocument/2006/relationships" id="266" r:id="R09c8d5fbc6704557"/>
    <p:sldId xmlns:r="http://schemas.openxmlformats.org/officeDocument/2006/relationships" id="267" r:id="R64339f231e904158"/>
    <p:sldId xmlns:r="http://schemas.openxmlformats.org/officeDocument/2006/relationships" id="268" r:id="Rf1aa299da8dc47d9"/>
    <p:sldId xmlns:r="http://schemas.openxmlformats.org/officeDocument/2006/relationships" id="269" r:id="Rc66e768cd4db4131"/>
    <p:sldId xmlns:r="http://schemas.openxmlformats.org/officeDocument/2006/relationships" id="270" r:id="R2e7d0366c2cc4c0e"/>
    <p:sldId xmlns:r="http://schemas.openxmlformats.org/officeDocument/2006/relationships" id="271" r:id="R17ffe4bbe70744f8"/>
    <p:sldId xmlns:r="http://schemas.openxmlformats.org/officeDocument/2006/relationships" id="272" r:id="Rcc32415f9da948d8"/>
    <p:sldId xmlns:r="http://schemas.openxmlformats.org/officeDocument/2006/relationships" id="273" r:id="R4638ca4b81314ba7"/>
    <p:sldId xmlns:r="http://schemas.openxmlformats.org/officeDocument/2006/relationships" id="274" r:id="Ref01570353f24911"/>
    <p:sldId xmlns:r="http://schemas.openxmlformats.org/officeDocument/2006/relationships" id="275" r:id="Ree02edd380604e50"/>
    <p:sldId xmlns:r="http://schemas.openxmlformats.org/officeDocument/2006/relationships" id="276" r:id="Rc11eb59290684c9b"/>
    <p:sldId xmlns:r="http://schemas.openxmlformats.org/officeDocument/2006/relationships" id="277" r:id="Rf6811b94532a4ede"/>
    <p:sldId xmlns:r="http://schemas.openxmlformats.org/officeDocument/2006/relationships" id="278" r:id="Re472c1b45eab46b6"/>
    <p:sldId xmlns:r="http://schemas.openxmlformats.org/officeDocument/2006/relationships" id="279" r:id="R2119135756704e15"/>
    <p:sldId xmlns:r="http://schemas.openxmlformats.org/officeDocument/2006/relationships" id="280" r:id="R578fe88bcf624fa9"/>
    <p:sldId xmlns:r="http://schemas.openxmlformats.org/officeDocument/2006/relationships" id="281" r:id="R9dbadb043927492f"/>
    <p:sldId xmlns:r="http://schemas.openxmlformats.org/officeDocument/2006/relationships" id="282" r:id="Rbc9f97de5d0b42a2"/>
    <p:sldId xmlns:r="http://schemas.openxmlformats.org/officeDocument/2006/relationships" id="283" r:id="Rd61faddf937d402d"/>
    <p:sldId xmlns:r="http://schemas.openxmlformats.org/officeDocument/2006/relationships" id="284" r:id="R5999f870f3e34e71"/>
    <p:sldId xmlns:r="http://schemas.openxmlformats.org/officeDocument/2006/relationships" id="285" r:id="R43020beb36fe4f38"/>
    <p:sldId xmlns:r="http://schemas.openxmlformats.org/officeDocument/2006/relationships" id="286" r:id="R2b0c2fe60ceb461e"/>
    <p:sldId xmlns:r="http://schemas.openxmlformats.org/officeDocument/2006/relationships" id="287" r:id="R88f83c2c638844dc"/>
    <p:sldId xmlns:r="http://schemas.openxmlformats.org/officeDocument/2006/relationships" id="288" r:id="R6997df57de2a43f2"/>
    <p:sldId xmlns:r="http://schemas.openxmlformats.org/officeDocument/2006/relationships" id="289" r:id="R7c2572bee9ed4d51"/>
    <p:sldId xmlns:r="http://schemas.openxmlformats.org/officeDocument/2006/relationships" id="290" r:id="R1a9f510a3ad147c4"/>
    <p:sldId xmlns:r="http://schemas.openxmlformats.org/officeDocument/2006/relationships" id="291" r:id="R0615a232851a4f59"/>
    <p:sldId xmlns:r="http://schemas.openxmlformats.org/officeDocument/2006/relationships" id="292" r:id="R4feb4832466341e0"/>
    <p:sldId xmlns:r="http://schemas.openxmlformats.org/officeDocument/2006/relationships" id="293" r:id="R8793ae07ac1f4bad"/>
    <p:sldId xmlns:r="http://schemas.openxmlformats.org/officeDocument/2006/relationships" id="294" r:id="R2df642364dc4466d"/>
    <p:sldId xmlns:r="http://schemas.openxmlformats.org/officeDocument/2006/relationships" id="295" r:id="R33eab22541ae4494"/>
    <p:sldId xmlns:r="http://schemas.openxmlformats.org/officeDocument/2006/relationships" id="296" r:id="Rb3707450360c4a8f"/>
    <p:sldId xmlns:r="http://schemas.openxmlformats.org/officeDocument/2006/relationships" id="297" r:id="R7ecda59ca24d484f"/>
    <p:sldId xmlns:r="http://schemas.openxmlformats.org/officeDocument/2006/relationships" id="298" r:id="Rb41d36eaad0448fc"/>
    <p:sldId xmlns:r="http://schemas.openxmlformats.org/officeDocument/2006/relationships" id="299" r:id="R4d3602c4af594f40"/>
    <p:sldId xmlns:r="http://schemas.openxmlformats.org/officeDocument/2006/relationships" id="300" r:id="Rae180b416a8c4101"/>
    <p:sldId xmlns:r="http://schemas.openxmlformats.org/officeDocument/2006/relationships" id="301" r:id="R09f73a77322e420e"/>
    <p:sldId xmlns:r="http://schemas.openxmlformats.org/officeDocument/2006/relationships" id="302" r:id="R63de9b127a4a483b"/>
    <p:sldId xmlns:r="http://schemas.openxmlformats.org/officeDocument/2006/relationships" id="303" r:id="R96e5896f596a4d13"/>
    <p:sldId xmlns:r="http://schemas.openxmlformats.org/officeDocument/2006/relationships" id="304" r:id="R6eecfa2e5a2e4009"/>
    <p:sldId xmlns:r="http://schemas.openxmlformats.org/officeDocument/2006/relationships" id="305" r:id="Rfbc1843875d14013"/>
    <p:sldId xmlns:r="http://schemas.openxmlformats.org/officeDocument/2006/relationships" id="306" r:id="R389096af8bbc4d90"/>
    <p:sldId xmlns:r="http://schemas.openxmlformats.org/officeDocument/2006/relationships" id="307" r:id="R66c674b4445948fa"/>
    <p:sldId xmlns:r="http://schemas.openxmlformats.org/officeDocument/2006/relationships" id="308" r:id="Rcc5ba26327884ef1"/>
    <p:sldId xmlns:r="http://schemas.openxmlformats.org/officeDocument/2006/relationships" id="309" r:id="R6a1efdaca23e4ca6"/>
    <p:sldId xmlns:r="http://schemas.openxmlformats.org/officeDocument/2006/relationships" id="310" r:id="Red35d353a0054c55"/>
    <p:sldId xmlns:r="http://schemas.openxmlformats.org/officeDocument/2006/relationships" id="311" r:id="R93de4738b3764204"/>
    <p:sldId xmlns:r="http://schemas.openxmlformats.org/officeDocument/2006/relationships" id="312" r:id="R86d16085943849b9"/>
    <p:sldId xmlns:r="http://schemas.openxmlformats.org/officeDocument/2006/relationships" id="313" r:id="Rca11faff50564f6f"/>
    <p:sldId xmlns:r="http://schemas.openxmlformats.org/officeDocument/2006/relationships" id="314" r:id="R7e735e9e04814d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abde963dd84269" /><Relationship Type="http://schemas.openxmlformats.org/officeDocument/2006/relationships/slideMaster" Target="/ppt/slideMasters/slideMaster1.xml" Id="Rc2f9542405254f48" /><Relationship Type="http://schemas.openxmlformats.org/officeDocument/2006/relationships/notesMaster" Target="/ppt/notesMasters/notesMaster1.xml" Id="R55be77e7a01a432a" /><Relationship Type="http://schemas.openxmlformats.org/officeDocument/2006/relationships/presProps" Target="/ppt/presProps.xml" Id="Rdde799c8bbde48d0" /><Relationship Type="http://schemas.openxmlformats.org/officeDocument/2006/relationships/tableStyles" Target="/ppt/tableStyles.xml" Id="R8c6c9ccadc644a5e" /><Relationship Type="http://schemas.openxmlformats.org/officeDocument/2006/relationships/slide" Target="/ppt/slides/slide1.xml" Id="Rf205e4f68a404c59" /><Relationship Type="http://schemas.openxmlformats.org/officeDocument/2006/relationships/slide" Target="/ppt/slides/slide2.xml" Id="Rcb62e9d89acc4476" /><Relationship Type="http://schemas.openxmlformats.org/officeDocument/2006/relationships/slide" Target="/ppt/slides/slide3.xml" Id="R1e0090144eaa4a63" /><Relationship Type="http://schemas.openxmlformats.org/officeDocument/2006/relationships/slide" Target="/ppt/slides/slide4.xml" Id="R0f5ee9bdc3e0415d" /><Relationship Type="http://schemas.openxmlformats.org/officeDocument/2006/relationships/slide" Target="/ppt/slides/slide5.xml" Id="Rb119140e74c54e04" /><Relationship Type="http://schemas.openxmlformats.org/officeDocument/2006/relationships/slide" Target="/ppt/slides/slide6.xml" Id="Rc7bc95ae5a714f52" /><Relationship Type="http://schemas.openxmlformats.org/officeDocument/2006/relationships/slide" Target="/ppt/slides/slide7.xml" Id="R1dfadf98edf74910" /><Relationship Type="http://schemas.openxmlformats.org/officeDocument/2006/relationships/slide" Target="/ppt/slides/slide8.xml" Id="R359880e16e35429f" /><Relationship Type="http://schemas.openxmlformats.org/officeDocument/2006/relationships/slide" Target="/ppt/slides/slide9.xml" Id="R09b9bc89d1c74ec5" /><Relationship Type="http://schemas.openxmlformats.org/officeDocument/2006/relationships/slide" Target="/ppt/slides/slide10.xml" Id="R95be9159083c4999" /><Relationship Type="http://schemas.openxmlformats.org/officeDocument/2006/relationships/slide" Target="/ppt/slides/slide11.xml" Id="R09c8d5fbc6704557" /><Relationship Type="http://schemas.openxmlformats.org/officeDocument/2006/relationships/slide" Target="/ppt/slides/slide12.xml" Id="R64339f231e904158" /><Relationship Type="http://schemas.openxmlformats.org/officeDocument/2006/relationships/slide" Target="/ppt/slides/slide13.xml" Id="Rf1aa299da8dc47d9" /><Relationship Type="http://schemas.openxmlformats.org/officeDocument/2006/relationships/slide" Target="/ppt/slides/slide14.xml" Id="Rc66e768cd4db4131" /><Relationship Type="http://schemas.openxmlformats.org/officeDocument/2006/relationships/slide" Target="/ppt/slides/slide15.xml" Id="R2e7d0366c2cc4c0e" /><Relationship Type="http://schemas.openxmlformats.org/officeDocument/2006/relationships/slide" Target="/ppt/slides/slide16.xml" Id="R17ffe4bbe70744f8" /><Relationship Type="http://schemas.openxmlformats.org/officeDocument/2006/relationships/slide" Target="/ppt/slides/slide17.xml" Id="Rcc32415f9da948d8" /><Relationship Type="http://schemas.openxmlformats.org/officeDocument/2006/relationships/slide" Target="/ppt/slides/slide18.xml" Id="R4638ca4b81314ba7" /><Relationship Type="http://schemas.openxmlformats.org/officeDocument/2006/relationships/slide" Target="/ppt/slides/slide19.xml" Id="Ref01570353f24911" /><Relationship Type="http://schemas.openxmlformats.org/officeDocument/2006/relationships/slide" Target="/ppt/slides/slide20.xml" Id="Ree02edd380604e50" /><Relationship Type="http://schemas.openxmlformats.org/officeDocument/2006/relationships/slide" Target="/ppt/slides/slide21.xml" Id="Rc11eb59290684c9b" /><Relationship Type="http://schemas.openxmlformats.org/officeDocument/2006/relationships/slide" Target="/ppt/slides/slide22.xml" Id="Rf6811b94532a4ede" /><Relationship Type="http://schemas.openxmlformats.org/officeDocument/2006/relationships/slide" Target="/ppt/slides/slide23.xml" Id="Re472c1b45eab46b6" /><Relationship Type="http://schemas.openxmlformats.org/officeDocument/2006/relationships/slide" Target="/ppt/slides/slide24.xml" Id="R2119135756704e15" /><Relationship Type="http://schemas.openxmlformats.org/officeDocument/2006/relationships/slide" Target="/ppt/slides/slide25.xml" Id="R578fe88bcf624fa9" /><Relationship Type="http://schemas.openxmlformats.org/officeDocument/2006/relationships/slide" Target="/ppt/slides/slide26.xml" Id="R9dbadb043927492f" /><Relationship Type="http://schemas.openxmlformats.org/officeDocument/2006/relationships/slide" Target="/ppt/slides/slide27.xml" Id="Rbc9f97de5d0b42a2" /><Relationship Type="http://schemas.openxmlformats.org/officeDocument/2006/relationships/slide" Target="/ppt/slides/slide28.xml" Id="Rd61faddf937d402d" /><Relationship Type="http://schemas.openxmlformats.org/officeDocument/2006/relationships/slide" Target="/ppt/slides/slide29.xml" Id="R5999f870f3e34e71" /><Relationship Type="http://schemas.openxmlformats.org/officeDocument/2006/relationships/slide" Target="/ppt/slides/slide30.xml" Id="R43020beb36fe4f38" /><Relationship Type="http://schemas.openxmlformats.org/officeDocument/2006/relationships/slide" Target="/ppt/slides/slide31.xml" Id="R2b0c2fe60ceb461e" /><Relationship Type="http://schemas.openxmlformats.org/officeDocument/2006/relationships/slide" Target="/ppt/slides/slide32.xml" Id="R88f83c2c638844dc" /><Relationship Type="http://schemas.openxmlformats.org/officeDocument/2006/relationships/slide" Target="/ppt/slides/slide33.xml" Id="R6997df57de2a43f2" /><Relationship Type="http://schemas.openxmlformats.org/officeDocument/2006/relationships/slide" Target="/ppt/slides/slide34.xml" Id="R7c2572bee9ed4d51" /><Relationship Type="http://schemas.openxmlformats.org/officeDocument/2006/relationships/slide" Target="/ppt/slides/slide35.xml" Id="R1a9f510a3ad147c4" /><Relationship Type="http://schemas.openxmlformats.org/officeDocument/2006/relationships/slide" Target="/ppt/slides/slide36.xml" Id="R0615a232851a4f59" /><Relationship Type="http://schemas.openxmlformats.org/officeDocument/2006/relationships/slide" Target="/ppt/slides/slide37.xml" Id="R4feb4832466341e0" /><Relationship Type="http://schemas.openxmlformats.org/officeDocument/2006/relationships/slide" Target="/ppt/slides/slide38.xml" Id="R8793ae07ac1f4bad" /><Relationship Type="http://schemas.openxmlformats.org/officeDocument/2006/relationships/slide" Target="/ppt/slides/slide39.xml" Id="R2df642364dc4466d" /><Relationship Type="http://schemas.openxmlformats.org/officeDocument/2006/relationships/slide" Target="/ppt/slides/slide40.xml" Id="R33eab22541ae4494" /><Relationship Type="http://schemas.openxmlformats.org/officeDocument/2006/relationships/slide" Target="/ppt/slides/slide41.xml" Id="Rb3707450360c4a8f" /><Relationship Type="http://schemas.openxmlformats.org/officeDocument/2006/relationships/slide" Target="/ppt/slides/slide42.xml" Id="R7ecda59ca24d484f" /><Relationship Type="http://schemas.openxmlformats.org/officeDocument/2006/relationships/slide" Target="/ppt/slides/slide43.xml" Id="Rb41d36eaad0448fc" /><Relationship Type="http://schemas.openxmlformats.org/officeDocument/2006/relationships/slide" Target="/ppt/slides/slide44.xml" Id="R4d3602c4af594f40" /><Relationship Type="http://schemas.openxmlformats.org/officeDocument/2006/relationships/slide" Target="/ppt/slides/slide45.xml" Id="Rae180b416a8c4101" /><Relationship Type="http://schemas.openxmlformats.org/officeDocument/2006/relationships/slide" Target="/ppt/slides/slide46.xml" Id="R09f73a77322e420e" /><Relationship Type="http://schemas.openxmlformats.org/officeDocument/2006/relationships/slide" Target="/ppt/slides/slide47.xml" Id="R63de9b127a4a483b" /><Relationship Type="http://schemas.openxmlformats.org/officeDocument/2006/relationships/slide" Target="/ppt/slides/slide48.xml" Id="R96e5896f596a4d13" /><Relationship Type="http://schemas.openxmlformats.org/officeDocument/2006/relationships/slide" Target="/ppt/slides/slide49.xml" Id="R6eecfa2e5a2e4009" /><Relationship Type="http://schemas.openxmlformats.org/officeDocument/2006/relationships/slide" Target="/ppt/slides/slide50.xml" Id="Rfbc1843875d14013" /><Relationship Type="http://schemas.openxmlformats.org/officeDocument/2006/relationships/slide" Target="/ppt/slides/slide51.xml" Id="R389096af8bbc4d90" /><Relationship Type="http://schemas.openxmlformats.org/officeDocument/2006/relationships/slide" Target="/ppt/slides/slide52.xml" Id="R66c674b4445948fa" /><Relationship Type="http://schemas.openxmlformats.org/officeDocument/2006/relationships/slide" Target="/ppt/slides/slide53.xml" Id="Rcc5ba26327884ef1" /><Relationship Type="http://schemas.openxmlformats.org/officeDocument/2006/relationships/slide" Target="/ppt/slides/slide54.xml" Id="R6a1efdaca23e4ca6" /><Relationship Type="http://schemas.openxmlformats.org/officeDocument/2006/relationships/slide" Target="/ppt/slides/slide55.xml" Id="Red35d353a0054c55" /><Relationship Type="http://schemas.openxmlformats.org/officeDocument/2006/relationships/slide" Target="/ppt/slides/slide56.xml" Id="R93de4738b3764204" /><Relationship Type="http://schemas.openxmlformats.org/officeDocument/2006/relationships/slide" Target="/ppt/slides/slide57.xml" Id="R86d16085943849b9" /><Relationship Type="http://schemas.openxmlformats.org/officeDocument/2006/relationships/slide" Target="/ppt/slides/slide58.xml" Id="Rca11faff50564f6f" /><Relationship Type="http://schemas.openxmlformats.org/officeDocument/2006/relationships/slide" Target="/ppt/slides/slide59.xml" Id="R7e735e9e0481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d688b20a249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CU Afternoon">
      <a:dk1>
        <a:srgbClr val="0F1E2E"/>
      </a:dk1>
      <a:lt1>
        <a:srgbClr val="FFFFFF"/>
      </a:lt1>
      <a:dk2>
        <a:srgbClr val="F0F4F8"/>
      </a:dk2>
      <a:lt2>
        <a:srgbClr val="E2EDF8"/>
      </a:lt2>
      <a:accent1>
        <a:srgbClr val="1B64DA"/>
      </a:accent1>
      <a:accent2>
        <a:srgbClr val="FF6B4A"/>
      </a:accent2>
      <a:accent3>
        <a:srgbClr val="0E9F94"/>
      </a:accent3>
      <a:accent4>
        <a:srgbClr val="6366F1"/>
      </a:accent4>
      <a:accent5>
        <a:srgbClr val="F59E0B"/>
      </a:accent5>
      <a:accent6>
        <a:srgbClr val="10B981"/>
      </a:accent6>
      <a:hlink>
        <a:srgbClr val="1B64DA"/>
      </a:hlink>
      <a:folHlink>
        <a:srgbClr val="6366F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Afterno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9c95335a6e4f94" /><Relationship Type="http://schemas.openxmlformats.org/officeDocument/2006/relationships/notesMaster" Target="/ppt/notesMasters/notesMaster1.xml" Id="Rb616b896021144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bece6d3994485f" /><Relationship Type="http://schemas.openxmlformats.org/officeDocument/2006/relationships/notesMaster" Target="/ppt/notesMasters/notesMaster1.xml" Id="Rd83976ea92d64d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7e862ce8d140c2" /><Relationship Type="http://schemas.openxmlformats.org/officeDocument/2006/relationships/notesMaster" Target="/ppt/notesMasters/notesMaster1.xml" Id="R1ebd7300d0694c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ae22189ff548ba" /><Relationship Type="http://schemas.openxmlformats.org/officeDocument/2006/relationships/notesMaster" Target="/ppt/notesMasters/notesMaster1.xml" Id="Re348345674374f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237a9213fc4766" /><Relationship Type="http://schemas.openxmlformats.org/officeDocument/2006/relationships/notesMaster" Target="/ppt/notesMasters/notesMaster1.xml" Id="Rfdca8190d5dd46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67365eb2e341bc" /><Relationship Type="http://schemas.openxmlformats.org/officeDocument/2006/relationships/notesMaster" Target="/ppt/notesMasters/notesMaster1.xml" Id="Raef95cf7ff514d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1c1e861fec4dcc" /><Relationship Type="http://schemas.openxmlformats.org/officeDocument/2006/relationships/notesMaster" Target="/ppt/notesMasters/notesMaster1.xml" Id="Rce4392ecd25d4d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f3b80c417d4f84" /><Relationship Type="http://schemas.openxmlformats.org/officeDocument/2006/relationships/notesMaster" Target="/ppt/notesMasters/notesMaster1.xml" Id="Rdc17ae3c533a48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838e2e5710494f" /><Relationship Type="http://schemas.openxmlformats.org/officeDocument/2006/relationships/notesMaster" Target="/ppt/notesMasters/notesMaster1.xml" Id="Rfc74f9600d5440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2a8c0d66fb4b61" /><Relationship Type="http://schemas.openxmlformats.org/officeDocument/2006/relationships/notesMaster" Target="/ppt/notesMasters/notesMaster1.xml" Id="R711d37e4c25e49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2c1bf8c5a34806" /><Relationship Type="http://schemas.openxmlformats.org/officeDocument/2006/relationships/notesMaster" Target="/ppt/notesMasters/notesMaster1.xml" Id="R8941814ba2e045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f8d37070f94363" /><Relationship Type="http://schemas.openxmlformats.org/officeDocument/2006/relationships/notesMaster" Target="/ppt/notesMasters/notesMaster1.xml" Id="R30c961ae37a849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b62c7ff49f4a46" /><Relationship Type="http://schemas.openxmlformats.org/officeDocument/2006/relationships/notesMaster" Target="/ppt/notesMasters/notesMaster1.xml" Id="Rc28daf81fc2349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46afe2cad843aa" /><Relationship Type="http://schemas.openxmlformats.org/officeDocument/2006/relationships/notesMaster" Target="/ppt/notesMasters/notesMaster1.xml" Id="Rf35d7cec38464f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7b9f3490cc454e" /><Relationship Type="http://schemas.openxmlformats.org/officeDocument/2006/relationships/notesMaster" Target="/ppt/notesMasters/notesMaster1.xml" Id="Re020ae4f114041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ae11a9ef8c4ae8" /><Relationship Type="http://schemas.openxmlformats.org/officeDocument/2006/relationships/notesMaster" Target="/ppt/notesMasters/notesMaster1.xml" Id="Rb85954f12d9044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6493baeca1479a" /><Relationship Type="http://schemas.openxmlformats.org/officeDocument/2006/relationships/notesMaster" Target="/ppt/notesMasters/notesMaster1.xml" Id="Rd2e71919cb474b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f669b798864207" /><Relationship Type="http://schemas.openxmlformats.org/officeDocument/2006/relationships/notesMaster" Target="/ppt/notesMasters/notesMaster1.xml" Id="R8c74bac4d0f941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6270e2394d4040" /><Relationship Type="http://schemas.openxmlformats.org/officeDocument/2006/relationships/notesMaster" Target="/ppt/notesMasters/notesMaster1.xml" Id="R69d819ded7b843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4b6b0122e74410" /><Relationship Type="http://schemas.openxmlformats.org/officeDocument/2006/relationships/notesMaster" Target="/ppt/notesMasters/notesMaster1.xml" Id="R816902b5112c41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166fd2afbb4ce5" /><Relationship Type="http://schemas.openxmlformats.org/officeDocument/2006/relationships/notesMaster" Target="/ppt/notesMasters/notesMaster1.xml" Id="R93801be93a9247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85ed366bb247d0" /><Relationship Type="http://schemas.openxmlformats.org/officeDocument/2006/relationships/notesMaster" Target="/ppt/notesMasters/notesMaster1.xml" Id="R8c555c33bea54fb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2b11830e74641c7" /><Relationship Type="http://schemas.openxmlformats.org/officeDocument/2006/relationships/notesMaster" Target="/ppt/notesMasters/notesMaster1.xml" Id="R819c4aedfb1a4a9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a2493256d44d20" /><Relationship Type="http://schemas.openxmlformats.org/officeDocument/2006/relationships/notesMaster" Target="/ppt/notesMasters/notesMaster1.xml" Id="Rc1c823a5f665493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7eabcc74ab24ab2" /><Relationship Type="http://schemas.openxmlformats.org/officeDocument/2006/relationships/notesMaster" Target="/ppt/notesMasters/notesMaster1.xml" Id="Rc07b194459b64c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400bfadd3e44d15" /><Relationship Type="http://schemas.openxmlformats.org/officeDocument/2006/relationships/notesMaster" Target="/ppt/notesMasters/notesMaster1.xml" Id="R6de9654dd39e484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7ce95a969ee4da5" /><Relationship Type="http://schemas.openxmlformats.org/officeDocument/2006/relationships/notesMaster" Target="/ppt/notesMasters/notesMaster1.xml" Id="Rbb48d5700f21467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c5b849ac90494c" /><Relationship Type="http://schemas.openxmlformats.org/officeDocument/2006/relationships/notesMaster" Target="/ppt/notesMasters/notesMaster1.xml" Id="R3a5bf869eb2440c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f3033fd8a3d4626" /><Relationship Type="http://schemas.openxmlformats.org/officeDocument/2006/relationships/notesMaster" Target="/ppt/notesMasters/notesMaster1.xml" Id="R10b03f186f12456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7ac894db95a4a96" /><Relationship Type="http://schemas.openxmlformats.org/officeDocument/2006/relationships/notesMaster" Target="/ppt/notesMasters/notesMaster1.xml" Id="Rb4e6b7e3b2414ff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b1e90618e24e6f" /><Relationship Type="http://schemas.openxmlformats.org/officeDocument/2006/relationships/notesMaster" Target="/ppt/notesMasters/notesMaster1.xml" Id="R9f697418e326425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81f2a6b4f254a28" /><Relationship Type="http://schemas.openxmlformats.org/officeDocument/2006/relationships/notesMaster" Target="/ppt/notesMasters/notesMaster1.xml" Id="R4be3ce6d915e42f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86a6f18cbd4226" /><Relationship Type="http://schemas.openxmlformats.org/officeDocument/2006/relationships/notesMaster" Target="/ppt/notesMasters/notesMaster1.xml" Id="R1a7f7a109be2471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d8cfa64e0e244f0" /><Relationship Type="http://schemas.openxmlformats.org/officeDocument/2006/relationships/notesMaster" Target="/ppt/notesMasters/notesMaster1.xml" Id="R2f15e2854b6a445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90d450951474365" /><Relationship Type="http://schemas.openxmlformats.org/officeDocument/2006/relationships/notesMaster" Target="/ppt/notesMasters/notesMaster1.xml" Id="Rf0671370f08b4d4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ca72a97b12144a5" /><Relationship Type="http://schemas.openxmlformats.org/officeDocument/2006/relationships/notesMaster" Target="/ppt/notesMasters/notesMaster1.xml" Id="Rc9309d25c2af4c8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76b52af5d7e44b7" /><Relationship Type="http://schemas.openxmlformats.org/officeDocument/2006/relationships/notesMaster" Target="/ppt/notesMasters/notesMaster1.xml" Id="R570233abf7d842a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1dc3abaaa344ba1" /><Relationship Type="http://schemas.openxmlformats.org/officeDocument/2006/relationships/notesMaster" Target="/ppt/notesMasters/notesMaster1.xml" Id="R1e372b2f204b4d7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2aa145c3bab4024" /><Relationship Type="http://schemas.openxmlformats.org/officeDocument/2006/relationships/notesMaster" Target="/ppt/notesMasters/notesMaster1.xml" Id="Rbdc7940da237451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580bc259fd842cd" /><Relationship Type="http://schemas.openxmlformats.org/officeDocument/2006/relationships/notesMaster" Target="/ppt/notesMasters/notesMaster1.xml" Id="Rdf933f1a896a47c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83a64b15dfd4932" /><Relationship Type="http://schemas.openxmlformats.org/officeDocument/2006/relationships/notesMaster" Target="/ppt/notesMasters/notesMaster1.xml" Id="Rf693dac246ad4f9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01cb4c664424c91" /><Relationship Type="http://schemas.openxmlformats.org/officeDocument/2006/relationships/notesMaster" Target="/ppt/notesMasters/notesMaster1.xml" Id="Ra5b38ff1c199485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34bfe050fa74da2" /><Relationship Type="http://schemas.openxmlformats.org/officeDocument/2006/relationships/notesMaster" Target="/ppt/notesMasters/notesMaster1.xml" Id="R31957b9dd16b414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6abad4a32f94072" /><Relationship Type="http://schemas.openxmlformats.org/officeDocument/2006/relationships/notesMaster" Target="/ppt/notesMasters/notesMaster1.xml" Id="R6aea38ef95b0493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f89b05595924dc0" /><Relationship Type="http://schemas.openxmlformats.org/officeDocument/2006/relationships/notesMaster" Target="/ppt/notesMasters/notesMaster1.xml" Id="Rf445f985f286400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54ab66937804928" /><Relationship Type="http://schemas.openxmlformats.org/officeDocument/2006/relationships/notesMaster" Target="/ppt/notesMasters/notesMaster1.xml" Id="R3c51a7eff46c4da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e6aa94f3b1e4c01" /><Relationship Type="http://schemas.openxmlformats.org/officeDocument/2006/relationships/notesMaster" Target="/ppt/notesMasters/notesMaster1.xml" Id="R04e8743fed8d49d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a896928227b4682" /><Relationship Type="http://schemas.openxmlformats.org/officeDocument/2006/relationships/notesMaster" Target="/ppt/notesMasters/notesMaster1.xml" Id="Rf4d756a9a99e493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cbbdd667f1c4348" /><Relationship Type="http://schemas.openxmlformats.org/officeDocument/2006/relationships/notesMaster" Target="/ppt/notesMasters/notesMaster1.xml" Id="Rba0c1fc71d7d47c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eec4f903a6e4d6e" /><Relationship Type="http://schemas.openxmlformats.org/officeDocument/2006/relationships/notesMaster" Target="/ppt/notesMasters/notesMaster1.xml" Id="Rfc7beb771667473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53a79573d224131" /><Relationship Type="http://schemas.openxmlformats.org/officeDocument/2006/relationships/notesMaster" Target="/ppt/notesMasters/notesMaster1.xml" Id="Rd8ce6fd351bc4a1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822b3af2d494222" /><Relationship Type="http://schemas.openxmlformats.org/officeDocument/2006/relationships/notesMaster" Target="/ppt/notesMasters/notesMaster1.xml" Id="R5868fa59a1ea457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72f93fe28b0454a" /><Relationship Type="http://schemas.openxmlformats.org/officeDocument/2006/relationships/notesMaster" Target="/ppt/notesMasters/notesMaster1.xml" Id="R3cbf7ee363954a7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d35ea9f22ee44c6" /><Relationship Type="http://schemas.openxmlformats.org/officeDocument/2006/relationships/notesMaster" Target="/ppt/notesMasters/notesMaster1.xml" Id="R3a1f9e26b63d4db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75dd3ffecad4f73" /><Relationship Type="http://schemas.openxmlformats.org/officeDocument/2006/relationships/notesMaster" Target="/ppt/notesMasters/notesMaster1.xml" Id="Rba65284e554f4e4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83fe219bfa34cd4" /><Relationship Type="http://schemas.openxmlformats.org/officeDocument/2006/relationships/notesMaster" Target="/ppt/notesMasters/notesMaster1.xml" Id="Rb5738a95c9264b0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c523f20a6174ba9" /><Relationship Type="http://schemas.openxmlformats.org/officeDocument/2006/relationships/notesMaster" Target="/ppt/notesMasters/notesMaster1.xml" Id="R8f8a78ab5704458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37994e6f84be4ce7" /><Relationship Type="http://schemas.openxmlformats.org/officeDocument/2006/relationships/notesMaster" Target="/ppt/notesMasters/notesMaster1.xml" Id="Rcb4ca0dd29c645c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e2fe0ae12b04b6c" /><Relationship Type="http://schemas.openxmlformats.org/officeDocument/2006/relationships/notesMaster" Target="/ppt/notesMasters/notesMaster1.xml" Id="Reb085e85c8a44b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開場先說明：今天的重點不是把所有按鈕看過一遍，而是每位參與者都完成可帶回課堂的成果。邀請大家先選定一門課程，以及一個真實的教學／研究痛點與問題。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提醒：本簡報已全面採用現行名稱「Gemini Notebook」。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說明下午不是程式設計課，而是任務設計、權限判斷與成果驗證課。沒有 Google 訂閱的參與者可在 Codex 完成主要任務，Antigravity 採同組共作。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提醒每一段都沿用上午作品與同一個教學／研究痛點與問題。參與者不需要重新發想題目。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用一個例子說明：『告訴我如何改網站』是對話；『依我的規則產出設計建議』是助理；『讀取專案、修改、測試、交付』才是 Agent 任務。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要求參與者之後每次都問：Agent 的完成證據在哪裡？若只有一段漂亮說明，工作還沒有完成。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為什麼 Agent 會在 2026 年初開始紅起來？OpenClaw（小龍蝦）是一個很適合拿來說明轉折的案例：大家原本把 AI 想成聊天機器人，但 OpenClaw 讓人更直觀地看到，模型可以透過 Gateway 連接模型、工具、訊息渠道與裝置，從回答問題進一步變成執行任務。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OpenClaw 官方文件與原始碼說明，它可以使用主機上的工具，也能透過 companion apps／nodes 執行裝置端行動；官方 CLI 有 agent exec，MCP 也能把外部工具納入執行面。這就是「長了手腳」的比喻：模型不只輸出文字，還能讀取環境、呼叫軟體、執行命令、操作瀏覽器或串接其他工具。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這頁的「爆紅」是社群現象與教學脈絡，不宣稱 OpenClaw 單獨造成三大公司的路線轉向；比較精準的說法是，OpenClaw 讓一條產業共同注意的道路變得可見：模型強度已經足以開始調用工具、串接 MCP／CLI，並把人類交代的事情推進成閉環任務。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最後提醒：本地端工具權限越大，風險也越高。使用 Agent 前要限定工作區、權限、可用工具與停止條件，這正好銜接後面的 Harness 與 Human-in-the-loop。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https://openclaw.ai/</a:t>
            </a:r>
          </a:p>
          <a:p xmlns:a="http://schemas.openxmlformats.org/drawingml/2006/main">
            <a:r>
              <a:t>- https://github.com/openclaw/openclaw</a:t>
            </a:r>
          </a:p>
          <a:p xmlns:a="http://schemas.openxmlformats.org/drawingml/2006/main">
            <a:r>
              <a:t>- https://docs.openclaw.ai/cli/agent</a:t>
            </a:r>
          </a:p>
          <a:p xmlns:a="http://schemas.openxmlformats.org/drawingml/2006/main">
            <a:r>
              <a:t>- https://github.com/openclaw/openclaw/blob/main/docs/cli/mcp.md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 Agent 想成一個可以自己跑的工作閉環：給定指令後，它能理解目標、規劃步驟、使用工具、驗證結果，最後交付成品，甚至長時間不中斷地工作。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Human-in-the-loop 的意思不是人類把每一步都代做，而是人仍然在 loop 裡設定目標、授權範圍、監控方向，並在關鍵節點做決策。人要看 Agent 有沒有做錯、做歪，是否偏離真正目的。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全自動通常更快，但難以保證每一個中間決策都正確；加入人類介入可能慢一點，卻能換取更高的可信度、可追查性與責任清楚。請大家把「何時必須停下來問人？」寫進自己的任務簡報。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阿凱老師的『人生交往學』選型心法（下午場核心概論）：</a:t>
            </a:r>
          </a:p>
          <a:p xmlns:a="http://schemas.openxmlformats.org/drawingml/2006/main">
            <a:r>
              <a:t>1. Gemini 3.7 Flash 是 Google 目前面向複雜 coding 與 Agent 工作流的工作馬，適合放進 Antigravity 長鏈執行。講者個人使用體感是：相較其他家 Agent，執行速度快 20 倍以上，很像熱血年輕人；這是個人工作流觀察，不是官方 benchmark，也不代表所有任務固定如此。</a:t>
            </a:r>
          </a:p>
          <a:p xmlns:a="http://schemas.openxmlformats.org/drawingml/2006/main">
            <a:r>
              <a:t>2. Claude 就像成熟穩重的伴侶進入婚姻生活，極度沉穩可靠；仍要依現場模型、額度與方案確認實際可用性。</a:t>
            </a:r>
          </a:p>
          <a:p xmlns:a="http://schemas.openxmlformats.org/drawingml/2006/main">
            <a:r>
              <a:t>3. Codex 介於不同工作風格之間，適合語音協作、檔案操作與頻繁試錯。</a:t>
            </a:r>
          </a:p>
          <a:p xmlns:a="http://schemas.openxmlformats.org/drawingml/2006/main">
            <a:r>
              <a:t>選 Agent 不是看名氣，而是依當下的任務緊急度、複雜度、權限與驗收證據挑選合適的夥伴。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https://www.anthropic.com/news/claude-sonnet-5</a:t>
            </a:r>
          </a:p>
          <a:p xmlns:a="http://schemas.openxmlformats.org/drawingml/2006/main">
            <a:r>
              <a:t>- https://www.anthropic.com/news/claude-opus-4-8</a:t>
            </a:r>
          </a:p>
          <a:p xmlns:a="http://schemas.openxmlformats.org/drawingml/2006/main">
            <a:r>
              <a:t>- https://www.anthropic.com/news/claude-fable-5-mythos-5</a:t>
            </a:r>
          </a:p>
          <a:p xmlns:a="http://schemas.openxmlformats.org/drawingml/2006/main">
            <a:r>
              <a:t>- https://openai.com/index/gpt-5-6/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- https://ai.google.dev/gemini-api/docs/models/gemini-3.7-flash</a:t>
            </a:r>
          </a:p>
          <a:p xmlns:a="http://schemas.openxmlformats.org/drawingml/2006/main">
            <a:r>
              <a:t>- https://blog.google/innovation-and-ai/models-and-research/gemini-models/introducing-gemini-3-7-flash/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請每組建立一個專案資料夾，放入上午成果、需求說明與素材。Agent 需要可讀的工作區，不要只靠聊天記憶。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這三個案例分別支援學生資料、PIRLS 評量與 Agent Skills 的實作討論。先判斷輸入資料、規則與驗收，再決定交給哪個 Agent。本次資料依據案例公開版本與測試結果稽核。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https://cagoooo.github.io/Akai/tool/73/</a:t>
            </a:r>
          </a:p>
          <a:p xmlns:a="http://schemas.openxmlformats.org/drawingml/2006/main">
            <a:r>
              <a:t>- https://cagoooo.github.io/filter/</a:t>
            </a:r>
          </a:p>
          <a:p xmlns:a="http://schemas.openxmlformats.org/drawingml/2006/main">
            <a:r>
              <a:t>- https://cagoooo.github.io/Akai/tool/87/</a:t>
            </a:r>
          </a:p>
          <a:p xmlns:a="http://schemas.openxmlformats.org/drawingml/2006/main">
            <a:r>
              <a:t>- https://cagoooo.github.io/pirls-questioncraft/</a:t>
            </a:r>
          </a:p>
          <a:p xmlns:a="http://schemas.openxmlformats.org/drawingml/2006/main">
            <a:r>
              <a:t>- https://cagoooo.github.io/Akai/tool/103/</a:t>
            </a:r>
          </a:p>
          <a:p xmlns:a="http://schemas.openxmlformats.org/drawingml/2006/main">
            <a:r>
              <a:t>- https://cagoooo.github.io/PlayRight/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三個案例分別對應研究資料、無障礙檢核與規準式 AI 審查。請參與者比較：哪些步驟能交給 Agent，哪些判斷必須保留人工責任。本次資料依據案例公開版本與測試結果稽核。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https://cagoooo.github.io/Akai/tool/105/</a:t>
            </a:r>
          </a:p>
          <a:p xmlns:a="http://schemas.openxmlformats.org/drawingml/2006/main">
            <a:r>
              <a:t>- https://cagoooo.github.io/taic-edu/</a:t>
            </a:r>
          </a:p>
          <a:p xmlns:a="http://schemas.openxmlformats.org/drawingml/2006/main">
            <a:r>
              <a:t>- https://cagoooo.github.io/Akai/tool/123/</a:t>
            </a:r>
          </a:p>
          <a:p xmlns:a="http://schemas.openxmlformats.org/drawingml/2006/main">
            <a:r>
              <a:t>- https://cagoooo.github.io/smes-web-migration/</a:t>
            </a:r>
          </a:p>
          <a:p xmlns:a="http://schemas.openxmlformats.org/drawingml/2006/main">
            <a:r>
              <a:t>- https://cagoooo.github.io/Akai/tool/88/</a:t>
            </a:r>
          </a:p>
          <a:p xmlns:a="http://schemas.openxmlformats.org/drawingml/2006/main">
            <a:r>
              <a:t>- https://cagoooo.github.io/JHScurriculum/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章節轉場。Antigravity 實作以同組共作為主，實際可用功能依現場帳號方案與管理政策為準。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Codelab 將 Antigravity 描述為可啟動、監看與協調 AI agents 活動的中央指揮中心。教學上最重要的是任務與驗收，而不是介面按鈕。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Gemini 3.7 Flash 是本次 Antigravity 區段要特別認識的新模型。Google 官方將它定位為面向 coding 與 Agent 工作的 workhorse；官方文件也列出它適合複雜 coding、agentic workflows 與可靠的多步驟執行。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這裡的「可以工作、可以 harness」不是把所有責任交給模型，而是把模型放進一個清楚的 Agent Harness：目標要明確、素材與工具要限定、權限要分級、完成條件要可驗收，還要寫出什麼情況必須停止並請人決定。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因此可以鼓勵大家把 Gemini 3.7 Flash 當成一匹值得期待的工作馬，但不要把「更能長時間完成任務」誤解成「每次都不需要人檢查」。可信任的交付仍然來自模型能力、Harness 設計與 Human-in-the-loop 三者一起工作。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https://ai.google.dev/gemini-api/docs/models/gemini-3.7-flash</a:t>
            </a:r>
          </a:p>
          <a:p xmlns:a="http://schemas.openxmlformats.org/drawingml/2006/main">
            <a:r>
              <a:t>- https://ai.google.dev/gemini-api/docs/latest-model</a:t>
            </a:r>
          </a:p>
          <a:p xmlns:a="http://schemas.openxmlformats.org/drawingml/2006/main">
            <a:r>
              <a:t>- https://blog.google/innovation-and-ai/models-and-research/gemini-models/introducing-gemini-3-7-flash/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示範先請 Agent 閱讀並摘要專案，不立即修改。讓參與者建立『先觀察，再授權』的操作節奏。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請每組照四句話改成自己的任務。若任務無法在 20 分鐘內驗收，先縮小範圍。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示範任務可選：修正 RWD、加入一個形成性回饋、改善無障礙標籤。刻意要求 Agent 不要發布，讓權限邊界可見。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請參與者對示範結果追問：『你實際跑了什麼？』『哪一項沒有驗證？』培養證據導向，而不是相信完成宣告。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每組只做一項改善。若工具不可用，觀察員可用任務簡報與驗收規準進行紙上模擬，之後在 Codex 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Gemini Spark 想成會按時上工的 Agent：任務不只在當下對話中完成，也可以依排程或監控條件在背景啟動。影片示範了用 Gemini Notebook 作為知識來源，再搭配 Skill 讓工作遵循固定規則。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官方說明將這類功能拆成任務、排程與 Skill；可用自然語言建立，也可在任務中用「/」選取既有 Skill。排程的實際可用性依帳號、方案、地區與 Google 政策而變，不能把功能狀態或完成時間當成所有人都相同。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https://gemini.google.com/app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- https://youtu.be/kbAgdV__8Mc?si=b9NH1NDr67lf5CZ_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影片的教學路徑很適合轉成現場方法：先用 Gemini Notebook 整理政府公文寫作指南、採購法與單位補充規則，再建立公文寫作 Skill，最後在 Spark 任務中選取 Skill 產生草稿，打開 Google 文件人工修訂。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影片也清楚提醒：AI 產出是第一版，不是直接發布的正式文件。把「Review」保留在流程中，才能讓來源、格式、語氣與單位情境真正對齊。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https://youtu.be/kbAgdV__8Mc?si=b9NH1NDr67lf5CZ_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- https://notebook.google.com/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用四個問題拆解一個 Spark 工作：要做什麼？什麼時候做？遵循什麼方法？可以使用哪些資料與應用程式？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官方文件將 Task、Schedule、Skill 分別對應 what、when、how；連結應用程式則是實際執行時的資料與工具邊界。拆開後，任務比較容易重複、檢查與交接。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請把自己的高頻痛點縮成一個每週任務：例如整理課程新知、彙整研究摘要或產出下週備課提醒。先用公開或合成資料練習，不放入學生個資。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排程建立後，第一次執行要檢查來源、格式、時間與結果。把「哪裡需要人工確認」寫進 Skill 或任務簡報，讓下一次執行不必重新猜測。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https://youtu.be/kbAgdV__8Mc?si=b9NH1NDr67lf5CZ_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這是從影片延伸出的學習歷程：先用一次任務找到痛點，再把成功做法與錯誤案例整理成 Skill，接著交給排程反覆執行，每次都由人回顧並改良。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下載大神或社群公開的 Skill 只是起點；真正有價值的是把它調整成自己的資料、規則、語氣、工作場域與生活節奏。Skill 不是一次安裝就結束，而是會隨著使用與回饋進化的工作資產。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https://youtu.be/kbAgdV__8Mc?si=b9NH1NDr67lf5CZ_</a:t>
            </a:r>
          </a:p>
          <a:p xmlns:a="http://schemas.openxmlformats.org/drawingml/2006/main">
            <a:r>
              <a:t>- https://support.google.com/gemini/answer/17094710?hl=zh-HK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 Antigravity 今日最值得補進工作方式的更新：官方 Remote Control 可讓使用者從任何網頁瀏覽器連線並操作 Antigravity 2.0 的桌面工作階段，查看對話、開始新 Agent 任務、檢視計畫與 artifacts。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官方文件目前標示功能正在逐步開放，Google AI Ultra 方案優先取得；因此現場要先確認自己的帳號是否看得到 Enable Remote Control。主機也要保持開機、未睡眠並連線。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https://antigravity.google/docs/remote-control/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現場示範口訣：啟用、連線、選機、修正。若設定中沒有 Enable Remote Control，不要自行猜測或改設定檔，先確認功能是否已 rollout 到帳號／方案；可改用 Codex 或 Claude 的既有遠端流程完成同一個教學目標。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https://antigravity.google/docs/remote-control/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轉場：下午用同一個任務進入 Codex，比較工作方式與成果證據，而不是比較誰的回答比較像人。桌面版 ChatGPT Voice 可在 Work／Codex 中直接口述、插話與追問進度；模型與方案會變動，本次仍以 GPT-5.6 Luna＋Max 作為講師的成本效益示範取向。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https://help.openai.com/en/articles/20001275-chatgpt-work-and-codex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- https://openai.com/index/gpt-5-6/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示範如何把一個模糊要求改成可驗證任務。強調 Codex 可以處理檔案與專案工作，桌面版也能用 Voice 口述任務；使用者仍需界定範圍、麥克風與工作區權限。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https://help.openai.com/en/articles/20001275-chatgpt-work-and-codex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這段可直接複製給 Codex，再把目標換成各組需求。若 Agent 建議超出範圍，先縮小任務，不要一路追加。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六欄不是要寫長文，而是讓 Agent 有足夠上下文完成閉環。請每組把剛才四句任務補成六欄。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若不希望修改原檔，先複製到練習資料夾或明確要求只讀分析。可用 GPT-5.6 Luna 並開啟 Max 強度作為成本效益示範；操作完用一句話回答：哪個工具的工作回報最容易查證？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https://openai.com/index/gpt-5-6/</a:t>
            </a:r>
          </a:p>
          <a:p xmlns:a="http://schemas.openxmlformats.org/drawingml/2006/main">
            <a:r>
              <a:t>- https://developers.openai.com/api/docs/models/gpt-5.6-luna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轉場：提示詞解決這一次；Skill 保存一套可重複、可維護、可驗證的做法。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用電影與遊戲把抽象概念變具體：Skill 很像《駭客任務》裡可以載入的能力模組，也像寶可夢取得技能卡或道具後學會新招式。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但「安裝」不是結束，也不是保證完全符合需求。可以先從大神、官方團隊或社群公開的 Skill 開始，再和 Agent 持續對話，補上自己的資料、規則、輸出格式、授權邊界與驗收方式。每一輪修正都會讓 Skill 更貼合自己的課程、研究、工作場域與生活習慣。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Skill 會進化，而且每個人的版本都可以不同：下載的是起點，能否變成自己的工作方法，才是最有趣的地方。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https://agentskills.io/home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https://github.com/mathruffian-dot/opencode-lazy-packs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這是使用者提供的真實提示詞庫：目前畫面顯示 51 筆、9 大分類。現場每組先挑一筆最常用的，不從空白開始。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https://cagoooo.github.io/ncu-ai-agent-workshop-20260826/04_%E5%AF%A6%E4%BD%9C%E5%B7%A5%E5%85%B7/%E6%8F%90%E7%A4%BA%E8%A9%9E%E5%BF%AB%E6%8D%B7%E9%9D%A2%E6%9D%BF_%E7%A0%94%E7%BF%92%E7%94%A8.html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四問有三個『是』就值得做 Skill；只有一個『是』，先留在提示詞面板。避免把每句常用語都包成 Skill。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每組從六例或完整提示詞庫選一個。升級時一定要補上：輸入材料、步驟、禁止事項、驗收條件與需要人工確認的動作。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不是每個 Skill 都要四個資料夾。先從 SKILL.md 開始，只有當內容能降低重複、提高穩定性時才增加 references、scripts 或 assets。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本工作坊採跨平台相容規格：YAML frontmatter 只放 name 與 description。正文用命令式步驟，並把人工授權邊界寫明。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比喻成課程平台：首頁只放導航，進入單元才讀教學內容，需要時才下載附件。Skill 不應把整個知識庫一次塞進主文。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https://codelabs.developers.google.com/getting-started-with-antigravity-skills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建議兩人分工：一人當 Skill 作者，一人當陌生使用者。測試者不看原提示詞，只用自然語句提出需求，觀察 Agent 是否正確啟用流程。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把測試結果記成兩欄，不要求輸出一模一樣；要求核心規則、授權邊界與驗收一致。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這一段使用工作坊自製的 PIRLS 風格合成資料，不是真實學生資料，也不是正式 PIRLS 題目。重點是 AI 輔助研究流程、編碼可靠性與資料治理。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https://www.iea.nl/sites/default/files/2025-10/GA66_PIRLS%202026.pdf</a:t>
            </a:r>
          </a:p>
          <a:p xmlns:a="http://schemas.openxmlformats.org/drawingml/2006/main">
            <a:r>
              <a:t>- https://www.iea.nl/sites/default/files/2024-04/Operational-Automatic-Scoring-of-Text-Responses-ePIRLS.pdf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選擇題與簡答題需要不同分析方法。不要讓 AI 先自由閱讀所有回覆再自行發明分類；先建立資料字典、答案鍵與逐題 scoring guide。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https://www.iea.nl/publications/teachers-resources/putting-pirls-use-classrooms-across-globe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要求每一步保留輸入、輸出與狀態。簡答初編的輸出至少包含 student_id、ai_code、evidence_excerpt、rationale、confidence、needs_human_review。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這張不是主張直接把正式評分交給 AI，而是說明國際評量也採『人工主流程＋AI 平行研究』的審慎路徑。工作坊內只做研究性初編與群體分析。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https://www.iea.nl/sites/default/files/2025-10/GA66_PIRLS%202026.pdf</a:t>
            </a:r>
          </a:p>
          <a:p xmlns:a="http://schemas.openxmlformats.org/drawingml/2006/main">
            <a:r>
              <a:t>- https://www.iea.nl/sites/default/files/2024-04/Operational-Automatic-Scoring-of-Text-Responses-ePIRLS.pdf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正式研究可再加入雙評分者、抽樣比例與一致性統計。PIRLS／TIMSS 技術流程重視明確 scoring guides、評分訓練與獨立雙評以記錄 reliability。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https://timssandpirls.bc.edu/timss2019/methods/pdf/TIMSS-2019-MP-Technical-Report.pdf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練習檔位於成果資料夾：PIRLS風格_學生資料_AI分析練習.csv、PIRLS風格_簡答題編碼規準.txt；最後才提供講師用人工參考編碼。禁止一開始把參考答案交給 AI。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請每位教授圈一個 30 天內最想驗證的領域。選擇標準是高頻、耗時、可檢查，不是最炫。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請各組在自己的 Skill 加上一條最重要的安全規則。學生資料 Skill 必須明確要求去識別化、資料最小化、人工複核與用途限制。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可選任務：課程網站上線前總檢、閱讀資料互動導讀、字幕品質檢查、GitHub Pages 部署計畫、PIRLS 風格學生資料分析。今天不要求公開發布。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 90 秒展示，回饋者用四項各給一個勾或問號。若是學生資料案例，再加問：資料是否去識別？AI 編碼是否有人工複核？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請每位教授寫下：哪一門課、哪一個任務、成功的量化或質化證據、哪一天回顧。學生資料任務要先用合成或去識別資料驗證。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這一段把 Agent 放回人的感受來談。講者覺得 Agent 讓自己完成很多以前想不到能做到的事，能力變得非常強大，就像擁有超能力一樣；在 Agent 時代，常會產生「沒有你做不到的事，只有你想不到的事」的感覺。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這不是要把 Agent 神化，而是說明能力被放大後，個人可以同時處理研究、教學、設計、程式、部署與驗證等過去需要多人分工的工作。也因此，社會上越來越常談一人公司、一人獨角獸公司；本頁將它當成工作型態的觀察與想像，不把它當作人人都必須追求的目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以前沒有 AI 的時候，我們會覺得做到這裡就好；但有了 AI Agent 之後，我們像發現了新大陸，因為原來這些事自己都能做到，會分泌大量的多巴胺與腦內啡，產生強烈的成就感與興奮感。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也是為什麼講者會感覺一人公司、一人獨角獸公司越來越多：不是每個人真的都要獨自承擔一切，而是工具讓一個人可以召集多種能力、把想法推進成作品。反思點是：新能力帶來的興奮感很珍貴，但不能讓每一個新大陸都變成自己必須開發的疆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很多人會發現，Agent 到來後反而更累、更忙。以前自己完成一件事就結束了；現在有 AI 和 Agent 幫忙，只要 1/10 甚至 1/20 的時間就能做完，效率提升至少 20 倍，省下來的時間卻讓人開始想：還能做哪些優化與改良？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為效率越來越高，人就想做更多，給自己排了更多任務，反而越不得休息。這一頁不是否定效率，而是請教授們辨識「能做」與「值得做」的差異：如果每次省下時間都換成更多工作，生產力就不會自動帶來更好的生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我們好像有點反過來被 Agent 駕馭了——明明說是 harness（駕馭）Agent，結果卻變成它讓我們攬了更多事情在身上。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請把這張當成下午的控制權檢查：Agent 可以長時間不中斷地執行，也可以比我們更快、更完整地處理某些工作；但它不應該替我們決定人生要塞多少任務。每一次委派前都可以多問一句：這件事真的值得被完成嗎？完成之後，我想把時間用在哪裡？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在這個時代，你不用是主管；即使只是基層員工或基層教師，有了 Agent 就好像成為很厲害的主管，可以吩咐它做事、分派任務給它。它做不好時，你甚至可以要求它重做或修正。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最特別的是，AI 常帶來很強的正面情緒價值。使用者會感覺它像一個不會離職、不會抱怨、隨時提供陪伴感與鼓勵的屬下，讓自己覺得能做成好多事。講者原話是「AI 永遠會給你正面的情緒價值」；本頁保留這個體感，同時提醒這不是對所有模型、所有情境的保證，也不能取代真實的人際關係與專業責任。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這份陪伴感可以成為行動的支撐，但最後的價值判斷、倫理責任與關係經營仍要由人承擔。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所以我們需要反思初衷：省下來的這些時間，我們到底該拿來做什麼？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現在我們解放了雙手，只要透過說話或打字指派任務，AI Agent 就能長時間不中斷地把事情做好，甚至做得比我們還好。多出來的時間，我們是不是應該好好拿來做人生中真正重要的事？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可以是：</a:t>
            </a:r>
          </a:p>
          <a:p xmlns:a="http://schemas.openxmlformats.org/drawingml/2006/main">
            <a:r>
              <a:t>• 培養自己的興趣與未來志向，探索以前在工作或教學中沒時間嘗試的路。</a:t>
            </a:r>
          </a:p>
          <a:p xmlns:a="http://schemas.openxmlformats.org/drawingml/2006/main">
            <a:r>
              <a:t>• 陪伴孩子與家人，建立更好的家庭關係，參與孩子的成長過程。</a:t>
            </a:r>
          </a:p>
          <a:p xmlns:a="http://schemas.openxmlformats.org/drawingml/2006/main">
            <a:r>
              <a:t>• 促進與同儕、同事之間的人際互動，好好聊聊天、深入溝通，找回人生更重要的意義。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未來 AI Agent 一定會越來越強，強到我們只要動動嘴巴，它就能一路執行到最好。但剩下的這些時間，更應該好好規劃在人際關係、家人陪伴，以及個人的職涯發展與興趣上。這就是素養教育的所在：不只會用工具，而是能把工具帶來的自由內化成更好的生活選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請參與者先把資源頁加入書籤，再用手機拍下最後一句。若現場時間不足，部署與 Skill 擴寫可依此清單回家續作。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本頁資源皆為公開網站入口，請依卡片名稱點擊或掃描 QR Code 開啟。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公開資源：研習資源導航</a:t>
            </a:r>
          </a:p>
          <a:p xmlns:a="http://schemas.openxmlformats.org/drawingml/2006/main">
            <a:r>
              <a:t>- 公開資源：開啟 Google Antigravity</a:t>
            </a:r>
          </a:p>
          <a:p xmlns:a="http://schemas.openxmlformats.org/drawingml/2006/main">
            <a:r>
              <a:t>- 公開資源：開啟 Codex</a:t>
            </a:r>
          </a:p>
          <a:p xmlns:a="http://schemas.openxmlformats.org/drawingml/2006/main">
            <a:r>
              <a:t>- 公開資源：開啟 Claude</a:t>
            </a:r>
          </a:p>
          <a:p xmlns:a="http://schemas.openxmlformats.org/drawingml/2006/main">
            <a:r>
              <a:t>- 公開資源：Agent Skills 官方教學</a:t>
            </a:r>
          </a:p>
          <a:p xmlns:a="http://schemas.openxmlformats.org/drawingml/2006/main">
            <a:r>
              <a:t>- 公開資源：Agent Skills 資源庫：三師爸與國際公開 Skills</a:t>
            </a:r>
          </a:p>
          <a:p xmlns:a="http://schemas.openxmlformats.org/drawingml/2006/main">
            <a:r>
              <a:t>- 公開資源：提示詞快捷面板</a:t>
            </a:r>
          </a:p>
          <a:p xmlns:a="http://schemas.openxmlformats.org/drawingml/2006/main">
            <a:r>
              <a:t>- 公開資源：教育科技創新專區</a:t>
            </a:r>
          </a:p>
          <a:p xmlns:a="http://schemas.openxmlformats.org/drawingml/2006/main">
            <a:r>
              <a:t>- 公開資源：PIRLS 2026 評分規劃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5341c51354f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4a0572c6c4496a" /><Relationship Type="http://schemas.openxmlformats.org/officeDocument/2006/relationships/slideLayout" Target="/ppt/slideLayouts/slideLayout1.xml" Id="R177ae8155d0547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ae8155d0547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CU Afternoon">
      <a:dk1>
        <a:srgbClr val="0F1E2E"/>
      </a:dk1>
      <a:lt1>
        <a:srgbClr val="FFFFFF"/>
      </a:lt1>
      <a:dk2>
        <a:srgbClr val="F0F4F8"/>
      </a:dk2>
      <a:lt2>
        <a:srgbClr val="E2EDF8"/>
      </a:lt2>
      <a:accent1>
        <a:srgbClr val="1B64DA"/>
      </a:accent1>
      <a:accent2>
        <a:srgbClr val="FF6B4A"/>
      </a:accent2>
      <a:accent3>
        <a:srgbClr val="0E9F94"/>
      </a:accent3>
      <a:accent4>
        <a:srgbClr val="6366F1"/>
      </a:accent4>
      <a:accent5>
        <a:srgbClr val="F59E0B"/>
      </a:accent5>
      <a:accent6>
        <a:srgbClr val="10B981"/>
      </a:accent6>
      <a:hlink>
        <a:srgbClr val="1B64DA"/>
      </a:hlink>
      <a:folHlink>
        <a:srgbClr val="6366F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Afterno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5ad195d674fcc" /><Relationship Type="http://schemas.openxmlformats.org/officeDocument/2006/relationships/image" Target="/ppt/media/image.png" Id="R0880ceb67bcc479e" /><Relationship Type="http://schemas.openxmlformats.org/officeDocument/2006/relationships/notesSlide" Target="/ppt/notesSlides/notesSlide1.xml" Id="R830805e661424c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94f6b1b8d4faf" /><Relationship Type="http://schemas.openxmlformats.org/officeDocument/2006/relationships/notesSlide" Target="/ppt/notesSlides/notesSlide2.xml" Id="R6871650f8c5247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e05b7931a485d" /><Relationship Type="http://schemas.openxmlformats.org/officeDocument/2006/relationships/notesSlide" Target="/ppt/notesSlides/notesSlide3.xml" Id="R0e36e7e589384a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a0d07e2ef4706" /><Relationship Type="http://schemas.openxmlformats.org/officeDocument/2006/relationships/notesSlide" Target="/ppt/notesSlides/notesSlide4.xml" Id="R3a069ed99af84b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df47b32df45bf" /><Relationship Type="http://schemas.openxmlformats.org/officeDocument/2006/relationships/notesSlide" Target="/ppt/notesSlides/notesSlide5.xml" Id="Rccd4161c3ebb4c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eced08e5a4afd" /><Relationship Type="http://schemas.openxmlformats.org/officeDocument/2006/relationships/hyperlink" Target="https://openclaw.ai/" TargetMode="External" Id="R279b72c5985f4069" /><Relationship Type="http://schemas.openxmlformats.org/officeDocument/2006/relationships/hyperlink" Target="https://github.com/openclaw/openclaw" TargetMode="External" Id="Rc17231ba6efa455e" /><Relationship Type="http://schemas.openxmlformats.org/officeDocument/2006/relationships/image" Target="/ppt/media/image2.png" Id="R87d09a067f414c49" /><Relationship Type="http://schemas.openxmlformats.org/officeDocument/2006/relationships/image" Target="/ppt/media/image3.png" Id="Re2614591bc55481b" /><Relationship Type="http://schemas.openxmlformats.org/officeDocument/2006/relationships/notesSlide" Target="/ppt/notesSlides/notesSlide6.xml" Id="Rd59cc322020141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a5993a10048e4" /><Relationship Type="http://schemas.openxmlformats.org/officeDocument/2006/relationships/notesSlide" Target="/ppt/notesSlides/notesSlide7.xml" Id="R1b3a90bb2bd24a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facd5dd7d4348" /><Relationship Type="http://schemas.openxmlformats.org/officeDocument/2006/relationships/hyperlink" Target="https://antigravity.google/" TargetMode="External" Id="R3b3ad7bac0ac40a8" /><Relationship Type="http://schemas.openxmlformats.org/officeDocument/2006/relationships/hyperlink" Target="https://chatgpt.com/codex/" TargetMode="External" Id="R43df995cd80c4f2c" /><Relationship Type="http://schemas.openxmlformats.org/officeDocument/2006/relationships/hyperlink" Target="https://claude.ai/" TargetMode="External" Id="R1070a01c126c4f83" /><Relationship Type="http://schemas.openxmlformats.org/officeDocument/2006/relationships/image" Target="/ppt/media/image4.png" Id="R7fcd8beb550f4a92" /><Relationship Type="http://schemas.openxmlformats.org/officeDocument/2006/relationships/image" Target="/ppt/media/image5.png" Id="Rf557e971d9354ad5" /><Relationship Type="http://schemas.openxmlformats.org/officeDocument/2006/relationships/image" Target="/ppt/media/image6.png" Id="R8283130b850c4fa4" /><Relationship Type="http://schemas.openxmlformats.org/officeDocument/2006/relationships/notesSlide" Target="/ppt/notesSlides/notesSlide8.xml" Id="R0d0c324ba5e343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3e815294b4af9" /><Relationship Type="http://schemas.openxmlformats.org/officeDocument/2006/relationships/notesSlide" Target="/ppt/notesSlides/notesSlide9.xml" Id="Rdd31100fd9cb40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a1b012bd94fe9" /><Relationship Type="http://schemas.openxmlformats.org/officeDocument/2006/relationships/hyperlink" Target="https://cagoooo.github.io/Akai/tool/73/" TargetMode="External" Id="R3605f606e22f4b0c" /><Relationship Type="http://schemas.openxmlformats.org/officeDocument/2006/relationships/image" Target="/ppt/media/image7.png" Id="R0d411fe171c945c0" /><Relationship Type="http://schemas.openxmlformats.org/officeDocument/2006/relationships/hyperlink" Target="https://cagoooo.github.io/filter/" TargetMode="External" Id="Re3503d863bb94d9f" /><Relationship Type="http://schemas.openxmlformats.org/officeDocument/2006/relationships/image" Target="/ppt/media/image8.png" Id="R51edfdec00aa40e4" /><Relationship Type="http://schemas.openxmlformats.org/officeDocument/2006/relationships/hyperlink" Target="https://cagoooo.github.io/Akai/tool/87/" TargetMode="External" Id="Rba664da77d804479" /><Relationship Type="http://schemas.openxmlformats.org/officeDocument/2006/relationships/image" Target="/ppt/media/image9.png" Id="R1e3d5ffa515446dc" /><Relationship Type="http://schemas.openxmlformats.org/officeDocument/2006/relationships/hyperlink" Target="https://cagoooo.github.io/pirls-questioncraft/" TargetMode="External" Id="R84b37cbc06d64bcd" /><Relationship Type="http://schemas.openxmlformats.org/officeDocument/2006/relationships/image" Target="/ppt/media/image10.png" Id="Rec493e6f50414733" /><Relationship Type="http://schemas.openxmlformats.org/officeDocument/2006/relationships/hyperlink" Target="https://cagoooo.github.io/Akai/tool/103/" TargetMode="External" Id="R96843f49202d464d" /><Relationship Type="http://schemas.openxmlformats.org/officeDocument/2006/relationships/image" Target="/ppt/media/image11.png" Id="R3275f9a3e1824a33" /><Relationship Type="http://schemas.openxmlformats.org/officeDocument/2006/relationships/hyperlink" Target="https://cagoooo.github.io/PlayRight/" TargetMode="External" Id="R2b78b5d3a4d8409d" /><Relationship Type="http://schemas.openxmlformats.org/officeDocument/2006/relationships/image" Target="/ppt/media/image12.png" Id="R8d5d95bb8b1e4885" /><Relationship Type="http://schemas.openxmlformats.org/officeDocument/2006/relationships/notesSlide" Target="/ppt/notesSlides/notesSlide10.xml" Id="Rd4ee0076337f46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38a69f5684d92" /><Relationship Type="http://schemas.openxmlformats.org/officeDocument/2006/relationships/hyperlink" Target="https://cagoooo.github.io/Akai/tool/105/" TargetMode="External" Id="R57ad331af90c40ff" /><Relationship Type="http://schemas.openxmlformats.org/officeDocument/2006/relationships/image" Target="/ppt/media/image13.png" Id="R1ebaafb00fc24639" /><Relationship Type="http://schemas.openxmlformats.org/officeDocument/2006/relationships/hyperlink" Target="https://cagoooo.github.io/taic-edu/" TargetMode="External" Id="Rba89a0b8387c47d5" /><Relationship Type="http://schemas.openxmlformats.org/officeDocument/2006/relationships/image" Target="/ppt/media/image14.png" Id="R7f87570c28bc4b06" /><Relationship Type="http://schemas.openxmlformats.org/officeDocument/2006/relationships/hyperlink" Target="https://cagoooo.github.io/Akai/tool/123/" TargetMode="External" Id="Red4359a4f51547c1" /><Relationship Type="http://schemas.openxmlformats.org/officeDocument/2006/relationships/image" Target="/ppt/media/image15.png" Id="R3cd0953c2c1e4a75" /><Relationship Type="http://schemas.openxmlformats.org/officeDocument/2006/relationships/hyperlink" Target="https://cagoooo.github.io/smes-web-migration/" TargetMode="External" Id="R615b93af717746c8" /><Relationship Type="http://schemas.openxmlformats.org/officeDocument/2006/relationships/image" Target="/ppt/media/image16.png" Id="R4113c0d1a81d472e" /><Relationship Type="http://schemas.openxmlformats.org/officeDocument/2006/relationships/hyperlink" Target="https://cagoooo.github.io/Akai/tool/88/" TargetMode="External" Id="Ra0b123a913fe4b8c" /><Relationship Type="http://schemas.openxmlformats.org/officeDocument/2006/relationships/image" Target="/ppt/media/image17.png" Id="Rf0484b9fe5c64a85" /><Relationship Type="http://schemas.openxmlformats.org/officeDocument/2006/relationships/hyperlink" Target="https://cagoooo.github.io/JHScurriculum/" TargetMode="External" Id="R7c41a608e7534794" /><Relationship Type="http://schemas.openxmlformats.org/officeDocument/2006/relationships/image" Target="/ppt/media/image18.png" Id="R6e435166916e42b1" /><Relationship Type="http://schemas.openxmlformats.org/officeDocument/2006/relationships/notesSlide" Target="/ppt/notesSlides/notesSlide11.xml" Id="R8d45eff5dcc849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ef6c6e85b4936" /><Relationship Type="http://schemas.openxmlformats.org/officeDocument/2006/relationships/hyperlink" Target="https://antigravity.google/" TargetMode="External" Id="R44313ffa42f94210" /><Relationship Type="http://schemas.openxmlformats.org/officeDocument/2006/relationships/image" Target="/ppt/media/image19.png" Id="Rd81b6ebf8e5f4dc2" /><Relationship Type="http://schemas.openxmlformats.org/officeDocument/2006/relationships/notesSlide" Target="/ppt/notesSlides/notesSlide12.xml" Id="R0349b02371da43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f52c7e26b424e" /><Relationship Type="http://schemas.openxmlformats.org/officeDocument/2006/relationships/hyperlink" Target="https://antigravity.google/" TargetMode="External" Id="R85a6e94fad894a5c" /><Relationship Type="http://schemas.openxmlformats.org/officeDocument/2006/relationships/image" Target="/ppt/media/image20.png" Id="R537d3b3f6c9d4ca1" /><Relationship Type="http://schemas.openxmlformats.org/officeDocument/2006/relationships/notesSlide" Target="/ppt/notesSlides/notesSlide13.xml" Id="R0356bc5afacc4f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db09f005e4a3a" /><Relationship Type="http://schemas.openxmlformats.org/officeDocument/2006/relationships/hyperlink" Target="https://ai.google.dev/gemini-api/docs/models/gemini-3.7-flash" TargetMode="External" Id="Ra09a2d94bb1d42e8" /><Relationship Type="http://schemas.openxmlformats.org/officeDocument/2006/relationships/hyperlink" Target="https://blog.google/innovation-and-ai/models-and-research/gemini-models/introducing-gemini-3-7-flash/" TargetMode="External" Id="R92ea2b45e37c4ec6" /><Relationship Type="http://schemas.openxmlformats.org/officeDocument/2006/relationships/image" Target="/ppt/media/image21.png" Id="Rc2fb84edd07e445a" /><Relationship Type="http://schemas.openxmlformats.org/officeDocument/2006/relationships/image" Target="/ppt/media/image22.png" Id="R1284800d778f491c" /><Relationship Type="http://schemas.openxmlformats.org/officeDocument/2006/relationships/notesSlide" Target="/ppt/notesSlides/notesSlide14.xml" Id="R68b0e74583d84d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2288e72434557" /><Relationship Type="http://schemas.openxmlformats.org/officeDocument/2006/relationships/hyperlink" Target="https://antigravity.google/" TargetMode="External" Id="R525731f3d9ba4a5a" /><Relationship Type="http://schemas.openxmlformats.org/officeDocument/2006/relationships/image" Target="/ppt/media/image23.png" Id="Rdd72e2bc4ca74461" /><Relationship Type="http://schemas.openxmlformats.org/officeDocument/2006/relationships/notesSlide" Target="/ppt/notesSlides/notesSlide15.xml" Id="R30d8e84726a347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88a726ad24282" /><Relationship Type="http://schemas.openxmlformats.org/officeDocument/2006/relationships/hyperlink" Target="https://antigravity.google/" TargetMode="External" Id="R0a14940c2fbe4c99" /><Relationship Type="http://schemas.openxmlformats.org/officeDocument/2006/relationships/image" Target="/ppt/media/image24.png" Id="Rb330acb5f11c4179" /><Relationship Type="http://schemas.openxmlformats.org/officeDocument/2006/relationships/notesSlide" Target="/ppt/notesSlides/notesSlide16.xml" Id="Rc1110eb6975447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e4fd762b64b55" /><Relationship Type="http://schemas.openxmlformats.org/officeDocument/2006/relationships/hyperlink" Target="https://antigravity.google/" TargetMode="External" Id="R79e8d376e71f46ea" /><Relationship Type="http://schemas.openxmlformats.org/officeDocument/2006/relationships/image" Target="/ppt/media/image25.png" Id="Ra6bca98bfc964c35" /><Relationship Type="http://schemas.openxmlformats.org/officeDocument/2006/relationships/notesSlide" Target="/ppt/notesSlides/notesSlide17.xml" Id="Rd304e9833cd840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256203e274497" /><Relationship Type="http://schemas.openxmlformats.org/officeDocument/2006/relationships/hyperlink" Target="https://antigravity.google/" TargetMode="External" Id="R4636932f995e4481" /><Relationship Type="http://schemas.openxmlformats.org/officeDocument/2006/relationships/image" Target="/ppt/media/image26.png" Id="Rba0637ce10f54dca" /><Relationship Type="http://schemas.openxmlformats.org/officeDocument/2006/relationships/notesSlide" Target="/ppt/notesSlides/notesSlide18.xml" Id="Rce3a6d407a134d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1758e7a4a4765" /><Relationship Type="http://schemas.openxmlformats.org/officeDocument/2006/relationships/hyperlink" Target="https://antigravity.google/" TargetMode="External" Id="Rcb7f3f63db2d4319" /><Relationship Type="http://schemas.openxmlformats.org/officeDocument/2006/relationships/image" Target="/ppt/media/image27.png" Id="R944cd55d46654626" /><Relationship Type="http://schemas.openxmlformats.org/officeDocument/2006/relationships/notesSlide" Target="/ppt/notesSlides/notesSlide19.xml" Id="R51068e7e77474a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d067ea3584da3" /><Relationship Type="http://schemas.openxmlformats.org/officeDocument/2006/relationships/hyperlink" Target="https://gemini.google.com/app" TargetMode="External" Id="Rfa30551ac2364865" /><Relationship Type="http://schemas.openxmlformats.org/officeDocument/2006/relationships/hyperlink" Target="https://support.google.com/gemini/answer/17094710?hl=zh-HK" TargetMode="External" Id="R3bb186eb571e47ba" /><Relationship Type="http://schemas.openxmlformats.org/officeDocument/2006/relationships/hyperlink" Target="https://youtu.be/kbAgdV__8Mc?si=b9NH1NDr67lf5CZ_" TargetMode="External" Id="R3b93f6c8bb124b10" /><Relationship Type="http://schemas.openxmlformats.org/officeDocument/2006/relationships/image" Target="/ppt/media/image28.png" Id="R7c9e77834e864242" /><Relationship Type="http://schemas.openxmlformats.org/officeDocument/2006/relationships/image" Target="/ppt/media/image29.png" Id="R79e8a0a0f4cc4fc5" /><Relationship Type="http://schemas.openxmlformats.org/officeDocument/2006/relationships/image" Target="/ppt/media/image30.png" Id="R92aaf769a2a54085" /><Relationship Type="http://schemas.openxmlformats.org/officeDocument/2006/relationships/notesSlide" Target="/ppt/notesSlides/notesSlide20.xml" Id="Ra132bb25189548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3981aa9d14338" /><Relationship Type="http://schemas.openxmlformats.org/officeDocument/2006/relationships/hyperlink" Target="https://support.google.com/gemini/answer/17094710?hl=zh-HK" TargetMode="External" Id="R9082c244da3344cc" /><Relationship Type="http://schemas.openxmlformats.org/officeDocument/2006/relationships/hyperlink" Target="https://youtu.be/kbAgdV__8Mc?si=b9NH1NDr67lf5CZ_" TargetMode="External" Id="R12df30cee7094641" /><Relationship Type="http://schemas.openxmlformats.org/officeDocument/2006/relationships/image" Target="/ppt/media/image31.png" Id="Ra81ca464ed3045b4" /><Relationship Type="http://schemas.openxmlformats.org/officeDocument/2006/relationships/image" Target="/ppt/media/image32.png" Id="R17a88a5518aa478a" /><Relationship Type="http://schemas.openxmlformats.org/officeDocument/2006/relationships/notesSlide" Target="/ppt/notesSlides/notesSlide21.xml" Id="Rade480d8d4ba47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e31177f424fc8" /><Relationship Type="http://schemas.openxmlformats.org/officeDocument/2006/relationships/hyperlink" Target="https://support.google.com/gemini/answer/17094710?hl=zh-HK" TargetMode="External" Id="R60cf03cde8194323" /><Relationship Type="http://schemas.openxmlformats.org/officeDocument/2006/relationships/image" Target="/ppt/media/image33.png" Id="R8ea2948cea4c457c" /><Relationship Type="http://schemas.openxmlformats.org/officeDocument/2006/relationships/notesSlide" Target="/ppt/notesSlides/notesSlide22.xml" Id="R22472dddaac942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37ee5994f4085" /><Relationship Type="http://schemas.openxmlformats.org/officeDocument/2006/relationships/hyperlink" Target="https://support.google.com/gemini/answer/17094710?hl=zh-HK" TargetMode="External" Id="Rbfbd4a6fe86942de" /><Relationship Type="http://schemas.openxmlformats.org/officeDocument/2006/relationships/hyperlink" Target="https://youtu.be/kbAgdV__8Mc?si=b9NH1NDr67lf5CZ_" TargetMode="External" Id="R5e138e6604f14018" /><Relationship Type="http://schemas.openxmlformats.org/officeDocument/2006/relationships/image" Target="/ppt/media/image34.png" Id="Rb928028e7ba3427d" /><Relationship Type="http://schemas.openxmlformats.org/officeDocument/2006/relationships/notesSlide" Target="/ppt/notesSlides/notesSlide23.xml" Id="R8031346c000f4f1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9ace9b4a44a51" /><Relationship Type="http://schemas.openxmlformats.org/officeDocument/2006/relationships/hyperlink" Target="https://support.google.com/gemini/answer/17094710?hl=zh-HK" TargetMode="External" Id="R41456adfe1314986" /><Relationship Type="http://schemas.openxmlformats.org/officeDocument/2006/relationships/hyperlink" Target="https://youtu.be/kbAgdV__8Mc?si=b9NH1NDr67lf5CZ_" TargetMode="External" Id="R1568d8b014844905" /><Relationship Type="http://schemas.openxmlformats.org/officeDocument/2006/relationships/image" Target="/ppt/media/image35.png" Id="Rcfec554e6bd24184" /><Relationship Type="http://schemas.openxmlformats.org/officeDocument/2006/relationships/image" Target="/ppt/media/image36.png" Id="R101f45e5a29345ad" /><Relationship Type="http://schemas.openxmlformats.org/officeDocument/2006/relationships/notesSlide" Target="/ppt/notesSlides/notesSlide24.xml" Id="R0d26c0bccc1e4f0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191658c984166" /><Relationship Type="http://schemas.openxmlformats.org/officeDocument/2006/relationships/hyperlink" Target="https://antigravity.google/docs/remote-control/" TargetMode="External" Id="Rb1e0d30cf0734c5f" /><Relationship Type="http://schemas.openxmlformats.org/officeDocument/2006/relationships/image" Target="/ppt/media/image37.png" Id="Rd9039ce2f3454c68" /><Relationship Type="http://schemas.openxmlformats.org/officeDocument/2006/relationships/notesSlide" Target="/ppt/notesSlides/notesSlide25.xml" Id="Rd1add527150d479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f0655398542b9" /><Relationship Type="http://schemas.openxmlformats.org/officeDocument/2006/relationships/hyperlink" Target="https://antigravity.google/docs/remote-control/" TargetMode="External" Id="R1f03d8ac25fd4cec" /><Relationship Type="http://schemas.openxmlformats.org/officeDocument/2006/relationships/image" Target="/ppt/media/image38.png" Id="Rbe386e73f90b4ef8" /><Relationship Type="http://schemas.openxmlformats.org/officeDocument/2006/relationships/notesSlide" Target="/ppt/notesSlides/notesSlide26.xml" Id="R1b1f07c8d6d94fe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7661e2f8f4a49" /><Relationship Type="http://schemas.openxmlformats.org/officeDocument/2006/relationships/hyperlink" Target="https://chatgpt.com/codex/" TargetMode="External" Id="Rb842943aa62944af" /><Relationship Type="http://schemas.openxmlformats.org/officeDocument/2006/relationships/image" Target="/ppt/media/image39.png" Id="R2584aff649b54864" /><Relationship Type="http://schemas.openxmlformats.org/officeDocument/2006/relationships/notesSlide" Target="/ppt/notesSlides/notesSlide27.xml" Id="R40a7bac5639a4f8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f34e203224427" /><Relationship Type="http://schemas.openxmlformats.org/officeDocument/2006/relationships/hyperlink" Target="https://chatgpt.com/codex/" TargetMode="External" Id="Rba8e8766bd404f3f" /><Relationship Type="http://schemas.openxmlformats.org/officeDocument/2006/relationships/image" Target="/ppt/media/image40.png" Id="Rddac13a7935d4768" /><Relationship Type="http://schemas.openxmlformats.org/officeDocument/2006/relationships/notesSlide" Target="/ppt/notesSlides/notesSlide28.xml" Id="R73d1b6c7a8f54d4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7c72a667f465e" /><Relationship Type="http://schemas.openxmlformats.org/officeDocument/2006/relationships/hyperlink" Target="https://chatgpt.com/codex/" TargetMode="External" Id="Rf29fe0f08e3e41bc" /><Relationship Type="http://schemas.openxmlformats.org/officeDocument/2006/relationships/image" Target="/ppt/media/image41.png" Id="Ra338dd29cfff42c4" /><Relationship Type="http://schemas.openxmlformats.org/officeDocument/2006/relationships/notesSlide" Target="/ppt/notesSlides/notesSlide29.xml" Id="Rf8003c3408fe4e6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b4614dd644396" /><Relationship Type="http://schemas.openxmlformats.org/officeDocument/2006/relationships/hyperlink" Target="https://chatgpt.com/codex/" TargetMode="External" Id="Ra38ee170905b4866" /><Relationship Type="http://schemas.openxmlformats.org/officeDocument/2006/relationships/image" Target="/ppt/media/image42.png" Id="R2a79579beeed4407" /><Relationship Type="http://schemas.openxmlformats.org/officeDocument/2006/relationships/notesSlide" Target="/ppt/notesSlides/notesSlide30.xml" Id="R5e952452896a490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1f7f69a97421c" /><Relationship Type="http://schemas.openxmlformats.org/officeDocument/2006/relationships/hyperlink" Target="https://chatgpt.com/codex/" TargetMode="External" Id="R4aaad03677e844ef" /><Relationship Type="http://schemas.openxmlformats.org/officeDocument/2006/relationships/image" Target="/ppt/media/image43.png" Id="R36333454e4394f4a" /><Relationship Type="http://schemas.openxmlformats.org/officeDocument/2006/relationships/notesSlide" Target="/ppt/notesSlides/notesSlide31.xml" Id="Rcc311a3e360d40c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33f18f8d3466f" /><Relationship Type="http://schemas.openxmlformats.org/officeDocument/2006/relationships/hyperlink" Target="https://codelabs.developers.google.com/getting-started-with-antigravity-skills" TargetMode="External" Id="Rf3cc1f1e8c8045be" /><Relationship Type="http://schemas.openxmlformats.org/officeDocument/2006/relationships/hyperlink" Target="https://learn.chatgpt.com/docs/build-skills" TargetMode="External" Id="R287343d69fec4748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cabdde892a6543dc" /><Relationship Type="http://schemas.openxmlformats.org/officeDocument/2006/relationships/image" Target="/ppt/media/image44.png" Id="R65b90b16d3194ae5" /><Relationship Type="http://schemas.openxmlformats.org/officeDocument/2006/relationships/image" Target="/ppt/media/image45.png" Id="Rba7fc64b02c84449" /><Relationship Type="http://schemas.openxmlformats.org/officeDocument/2006/relationships/image" Target="/ppt/media/image46.png" Id="R23ea838a7a1d455b" /><Relationship Type="http://schemas.openxmlformats.org/officeDocument/2006/relationships/notesSlide" Target="/ppt/notesSlides/notesSlide32.xml" Id="Rc036bb81cc1b421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f892ec9044f4e" /><Relationship Type="http://schemas.openxmlformats.org/officeDocument/2006/relationships/hyperlink" Target="https://codelabs.developers.google.com/getting-started-with-antigravity-skills" TargetMode="External" Id="Rb4db0cbe47af44c4" /><Relationship Type="http://schemas.openxmlformats.org/officeDocument/2006/relationships/hyperlink" Target="https://learn.chatgpt.com/docs/build-skills" TargetMode="External" Id="R773b233e3de049b5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def702124edf45ce" /><Relationship Type="http://schemas.openxmlformats.org/officeDocument/2006/relationships/image" Target="/ppt/media/image47.png" Id="R2b45fe25ed444f37" /><Relationship Type="http://schemas.openxmlformats.org/officeDocument/2006/relationships/image" Target="/ppt/media/image48.png" Id="R2d33b576f2094499" /><Relationship Type="http://schemas.openxmlformats.org/officeDocument/2006/relationships/image" Target="/ppt/media/image49.png" Id="Rabc1911b73224d23" /><Relationship Type="http://schemas.openxmlformats.org/officeDocument/2006/relationships/notesSlide" Target="/ppt/notesSlides/notesSlide33.xml" Id="R40bb47879c3f4dd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228da1e0b4c2d" /><Relationship Type="http://schemas.openxmlformats.org/officeDocument/2006/relationships/image" Target="/ppt/media/image50.png" Id="Rbe91fa654f584191" /><Relationship Type="http://schemas.openxmlformats.org/officeDocument/2006/relationships/hyperlink" Target="https://cagoooo.github.io/ncu-ai-agent-workshop-20260826/04_%E5%AF%A6%E4%BD%9C%E5%B7%A5%E5%85%B7/%E6%8F%90%E7%A4%BA%E8%A9%9E%E5%BF%AB%E6%8D%B7%E9%9D%A2%E6%9D%BF_%E7%A0%94%E7%BF%92%E7%94%A8.html" TargetMode="External" Id="R953a53524c3849fa" /><Relationship Type="http://schemas.openxmlformats.org/officeDocument/2006/relationships/image" Target="/ppt/media/image51.png" Id="Ra098d12b16f544b7" /><Relationship Type="http://schemas.openxmlformats.org/officeDocument/2006/relationships/notesSlide" Target="/ppt/notesSlides/notesSlide34.xml" Id="R7a3c2c9b5ce643b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454c2e74c42cb" /><Relationship Type="http://schemas.openxmlformats.org/officeDocument/2006/relationships/hyperlink" Target="https://codelabs.developers.google.com/getting-started-with-antigravity-skills" TargetMode="External" Id="Rdb84df1e23fb46f7" /><Relationship Type="http://schemas.openxmlformats.org/officeDocument/2006/relationships/hyperlink" Target="https://learn.chatgpt.com/docs/build-skills" TargetMode="External" Id="Rb53ee2b1a9fc4d83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c829746d69be46c4" /><Relationship Type="http://schemas.openxmlformats.org/officeDocument/2006/relationships/image" Target="/ppt/media/image52.png" Id="Re584eb30b7484f5b" /><Relationship Type="http://schemas.openxmlformats.org/officeDocument/2006/relationships/image" Target="/ppt/media/image53.png" Id="R0fd1c22fb117451d" /><Relationship Type="http://schemas.openxmlformats.org/officeDocument/2006/relationships/image" Target="/ppt/media/image54.png" Id="R34928b2aa7c14b98" /><Relationship Type="http://schemas.openxmlformats.org/officeDocument/2006/relationships/notesSlide" Target="/ppt/notesSlides/notesSlide35.xml" Id="R89252be986a8422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0deecac7a46f8" /><Relationship Type="http://schemas.openxmlformats.org/officeDocument/2006/relationships/hyperlink" Target="https://codelabs.developers.google.com/getting-started-with-antigravity-skills" TargetMode="External" Id="R9fbc58df24064133" /><Relationship Type="http://schemas.openxmlformats.org/officeDocument/2006/relationships/hyperlink" Target="https://learn.chatgpt.com/docs/build-skills" TargetMode="External" Id="R00b6eb0a75654a85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c98fd5ce90354562" /><Relationship Type="http://schemas.openxmlformats.org/officeDocument/2006/relationships/image" Target="/ppt/media/image55.png" Id="R8cc61db79a8a462e" /><Relationship Type="http://schemas.openxmlformats.org/officeDocument/2006/relationships/image" Target="/ppt/media/image56.png" Id="R995089c3d4134939" /><Relationship Type="http://schemas.openxmlformats.org/officeDocument/2006/relationships/image" Target="/ppt/media/image57.png" Id="R75ae53e8f4a14f6a" /><Relationship Type="http://schemas.openxmlformats.org/officeDocument/2006/relationships/notesSlide" Target="/ppt/notesSlides/notesSlide36.xml" Id="R3e1e2564edf9420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97aab50534bbf" /><Relationship Type="http://schemas.openxmlformats.org/officeDocument/2006/relationships/hyperlink" Target="https://codelabs.developers.google.com/getting-started-with-antigravity-skills" TargetMode="External" Id="Rf61ce767e5c64e9c" /><Relationship Type="http://schemas.openxmlformats.org/officeDocument/2006/relationships/hyperlink" Target="https://learn.chatgpt.com/docs/build-skills" TargetMode="External" Id="R254de3b0080f41b1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5e0cfc9ecf014fb5" /><Relationship Type="http://schemas.openxmlformats.org/officeDocument/2006/relationships/image" Target="/ppt/media/image58.png" Id="R22df55b653614f13" /><Relationship Type="http://schemas.openxmlformats.org/officeDocument/2006/relationships/image" Target="/ppt/media/image59.png" Id="R3a5fe326d086400d" /><Relationship Type="http://schemas.openxmlformats.org/officeDocument/2006/relationships/image" Target="/ppt/media/image60.png" Id="Rb5aec1aa6cf94a36" /><Relationship Type="http://schemas.openxmlformats.org/officeDocument/2006/relationships/notesSlide" Target="/ppt/notesSlides/notesSlide37.xml" Id="Rc3403cb54482414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ab00b1000496a" /><Relationship Type="http://schemas.openxmlformats.org/officeDocument/2006/relationships/hyperlink" Target="https://codelabs.developers.google.com/getting-started-with-antigravity-skills" TargetMode="External" Id="R96921cac29e34c74" /><Relationship Type="http://schemas.openxmlformats.org/officeDocument/2006/relationships/hyperlink" Target="https://learn.chatgpt.com/docs/build-skills" TargetMode="External" Id="R255fd379b2554c32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cbb4de4bc4124ab8" /><Relationship Type="http://schemas.openxmlformats.org/officeDocument/2006/relationships/image" Target="/ppt/media/image61.png" Id="Rdadffbbf3cc445b4" /><Relationship Type="http://schemas.openxmlformats.org/officeDocument/2006/relationships/image" Target="/ppt/media/image62.png" Id="R90e131bba14149af" /><Relationship Type="http://schemas.openxmlformats.org/officeDocument/2006/relationships/image" Target="/ppt/media/image63.png" Id="R494f3fe4c1ca491a" /><Relationship Type="http://schemas.openxmlformats.org/officeDocument/2006/relationships/notesSlide" Target="/ppt/notesSlides/notesSlide38.xml" Id="Rb4a2bf0597964fb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4e05a54a64e99" /><Relationship Type="http://schemas.openxmlformats.org/officeDocument/2006/relationships/hyperlink" Target="https://codelabs.developers.google.com/getting-started-with-antigravity-skills" TargetMode="External" Id="R72811ae46b3c411e" /><Relationship Type="http://schemas.openxmlformats.org/officeDocument/2006/relationships/hyperlink" Target="https://learn.chatgpt.com/docs/build-skills" TargetMode="External" Id="R9b1cc5dcd0104760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1f9c65a71a4b4a94" /><Relationship Type="http://schemas.openxmlformats.org/officeDocument/2006/relationships/image" Target="/ppt/media/image64.png" Id="R5741a7c1e5a44b58" /><Relationship Type="http://schemas.openxmlformats.org/officeDocument/2006/relationships/image" Target="/ppt/media/image65.png" Id="Re21565b244a446d8" /><Relationship Type="http://schemas.openxmlformats.org/officeDocument/2006/relationships/image" Target="/ppt/media/image66.png" Id="Rf0d200adb5644791" /><Relationship Type="http://schemas.openxmlformats.org/officeDocument/2006/relationships/notesSlide" Target="/ppt/notesSlides/notesSlide39.xml" Id="R0971789005794b2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3c23d84b1418d" /><Relationship Type="http://schemas.openxmlformats.org/officeDocument/2006/relationships/hyperlink" Target="https://codelabs.developers.google.com/getting-started-with-antigravity-skills" TargetMode="External" Id="R46f659e9707e4d15" /><Relationship Type="http://schemas.openxmlformats.org/officeDocument/2006/relationships/hyperlink" Target="https://learn.chatgpt.com/docs/build-skills" TargetMode="External" Id="Rc248c8168d034499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533ba804c878468c" /><Relationship Type="http://schemas.openxmlformats.org/officeDocument/2006/relationships/image" Target="/ppt/media/image67.png" Id="Rf8e07fe0ca304681" /><Relationship Type="http://schemas.openxmlformats.org/officeDocument/2006/relationships/image" Target="/ppt/media/image68.png" Id="Rfe5e57e428d0456a" /><Relationship Type="http://schemas.openxmlformats.org/officeDocument/2006/relationships/image" Target="/ppt/media/image69.png" Id="R40bfc02b6fad4a80" /><Relationship Type="http://schemas.openxmlformats.org/officeDocument/2006/relationships/notesSlide" Target="/ppt/notesSlides/notesSlide40.xml" Id="R2e878186a00b4b9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3c81a1356444c" /><Relationship Type="http://schemas.openxmlformats.org/officeDocument/2006/relationships/hyperlink" Target="https://codelabs.developers.google.com/getting-started-with-antigravity-skills" TargetMode="External" Id="Rd122f5a3c5e24b87" /><Relationship Type="http://schemas.openxmlformats.org/officeDocument/2006/relationships/hyperlink" Target="https://learn.chatgpt.com/docs/build-skills" TargetMode="External" Id="R2c544addbf294b19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8a5327bc3b3f4887" /><Relationship Type="http://schemas.openxmlformats.org/officeDocument/2006/relationships/image" Target="/ppt/media/image70.png" Id="Rfd3e890337d14b60" /><Relationship Type="http://schemas.openxmlformats.org/officeDocument/2006/relationships/image" Target="/ppt/media/image71.png" Id="R935523471c284931" /><Relationship Type="http://schemas.openxmlformats.org/officeDocument/2006/relationships/image" Target="/ppt/media/image72.png" Id="R787480ebc5074556" /><Relationship Type="http://schemas.openxmlformats.org/officeDocument/2006/relationships/notesSlide" Target="/ppt/notesSlides/notesSlide41.xml" Id="R5eb256543d8d48c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be3c75fd14abd" /><Relationship Type="http://schemas.openxmlformats.org/officeDocument/2006/relationships/hyperlink" Target="https://antigravity.google/" TargetMode="External" Id="Rd0e4a5e5ef95490e" /><Relationship Type="http://schemas.openxmlformats.org/officeDocument/2006/relationships/hyperlink" Target="https://chatgpt.com/codex/" TargetMode="External" Id="R5e63fe896e3c481c" /><Relationship Type="http://schemas.openxmlformats.org/officeDocument/2006/relationships/image" Target="/ppt/media/image73.png" Id="R040062c5d4e04949" /><Relationship Type="http://schemas.openxmlformats.org/officeDocument/2006/relationships/image" Target="/ppt/media/image74.png" Id="R60f00f63b29448f4" /><Relationship Type="http://schemas.openxmlformats.org/officeDocument/2006/relationships/notesSlide" Target="/ppt/notesSlides/notesSlide42.xml" Id="R75c3b14c6fb8478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528efad2a42f4" /><Relationship Type="http://schemas.openxmlformats.org/officeDocument/2006/relationships/hyperlink" Target="https://antigravity.google/" TargetMode="External" Id="R61996ce9d98949ee" /><Relationship Type="http://schemas.openxmlformats.org/officeDocument/2006/relationships/hyperlink" Target="https://chatgpt.com/codex/" TargetMode="External" Id="R7ae84caccca748ae" /><Relationship Type="http://schemas.openxmlformats.org/officeDocument/2006/relationships/image" Target="/ppt/media/image75.png" Id="Ref1018cd2a3045bd" /><Relationship Type="http://schemas.openxmlformats.org/officeDocument/2006/relationships/image" Target="/ppt/media/image76.png" Id="R57442e0caf1e4c03" /><Relationship Type="http://schemas.openxmlformats.org/officeDocument/2006/relationships/notesSlide" Target="/ppt/notesSlides/notesSlide43.xml" Id="Rb372c8dab4bd41e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19f7cc0ba4961" /><Relationship Type="http://schemas.openxmlformats.org/officeDocument/2006/relationships/hyperlink" Target="https://antigravity.google/" TargetMode="External" Id="Rb2eaf910e10848d2" /><Relationship Type="http://schemas.openxmlformats.org/officeDocument/2006/relationships/hyperlink" Target="https://chatgpt.com/codex/" TargetMode="External" Id="Raa5b034dce9c4af5" /><Relationship Type="http://schemas.openxmlformats.org/officeDocument/2006/relationships/image" Target="/ppt/media/image77.png" Id="Racb9dffae9d8425b" /><Relationship Type="http://schemas.openxmlformats.org/officeDocument/2006/relationships/image" Target="/ppt/media/image78.png" Id="R092418e0b34244af" /><Relationship Type="http://schemas.openxmlformats.org/officeDocument/2006/relationships/notesSlide" Target="/ppt/notesSlides/notesSlide44.xml" Id="R18de448bed3f448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26f489cf348cc" /><Relationship Type="http://schemas.openxmlformats.org/officeDocument/2006/relationships/hyperlink" Target="https://antigravity.google/" TargetMode="External" Id="R31004e768ff042f6" /><Relationship Type="http://schemas.openxmlformats.org/officeDocument/2006/relationships/hyperlink" Target="https://chatgpt.com/codex/" TargetMode="External" Id="Raba376c3ca04417f" /><Relationship Type="http://schemas.openxmlformats.org/officeDocument/2006/relationships/image" Target="/ppt/media/image79.png" Id="R4f53752a55cd43c8" /><Relationship Type="http://schemas.openxmlformats.org/officeDocument/2006/relationships/image" Target="/ppt/media/image80.png" Id="Rc71389043a6f479b" /><Relationship Type="http://schemas.openxmlformats.org/officeDocument/2006/relationships/notesSlide" Target="/ppt/notesSlides/notesSlide45.xml" Id="R4fbf718d0efe4c7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c2a0e8c7049c6" /><Relationship Type="http://schemas.openxmlformats.org/officeDocument/2006/relationships/hyperlink" Target="https://antigravity.google/" TargetMode="External" Id="Re4cc4f5f60b845bb" /><Relationship Type="http://schemas.openxmlformats.org/officeDocument/2006/relationships/hyperlink" Target="https://chatgpt.com/codex/" TargetMode="External" Id="R1b80a982ff6f401e" /><Relationship Type="http://schemas.openxmlformats.org/officeDocument/2006/relationships/image" Target="/ppt/media/image81.png" Id="R2efbe1e309d642d9" /><Relationship Type="http://schemas.openxmlformats.org/officeDocument/2006/relationships/image" Target="/ppt/media/image82.png" Id="R0ff9bef7a3c74cab" /><Relationship Type="http://schemas.openxmlformats.org/officeDocument/2006/relationships/notesSlide" Target="/ppt/notesSlides/notesSlide46.xml" Id="R787d7e435ff3446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2d3377cf5425f" /><Relationship Type="http://schemas.openxmlformats.org/officeDocument/2006/relationships/hyperlink" Target="https://antigravity.google/" TargetMode="External" Id="Rcb520af521c3459d" /><Relationship Type="http://schemas.openxmlformats.org/officeDocument/2006/relationships/hyperlink" Target="https://chatgpt.com/codex/" TargetMode="External" Id="Rd5fea473f3cf4045" /><Relationship Type="http://schemas.openxmlformats.org/officeDocument/2006/relationships/image" Target="/ppt/media/image83.png" Id="Ra4b456e5b3684475" /><Relationship Type="http://schemas.openxmlformats.org/officeDocument/2006/relationships/image" Target="/ppt/media/image84.png" Id="Rd0896549eddc47eb" /><Relationship Type="http://schemas.openxmlformats.org/officeDocument/2006/relationships/notesSlide" Target="/ppt/notesSlides/notesSlide47.xml" Id="Rfd6a0aa7c833457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14e67df7d44fb" /><Relationship Type="http://schemas.openxmlformats.org/officeDocument/2006/relationships/hyperlink" Target="https://antigravity.google/" TargetMode="External" Id="Rf3da959b61354b6f" /><Relationship Type="http://schemas.openxmlformats.org/officeDocument/2006/relationships/hyperlink" Target="https://chatgpt.com/codex/" TargetMode="External" Id="Rd8664b97aad546ed" /><Relationship Type="http://schemas.openxmlformats.org/officeDocument/2006/relationships/image" Target="/ppt/media/image85.png" Id="R239be605eb644586" /><Relationship Type="http://schemas.openxmlformats.org/officeDocument/2006/relationships/image" Target="/ppt/media/image86.png" Id="R81db42c4ce724e64" /><Relationship Type="http://schemas.openxmlformats.org/officeDocument/2006/relationships/notesSlide" Target="/ppt/notesSlides/notesSlide48.xml" Id="R5e831500c84941d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1706efbbb4e9e" /><Relationship Type="http://schemas.openxmlformats.org/officeDocument/2006/relationships/hyperlink" Target="https://antigravity.google/" TargetMode="External" Id="Rabc3ac6dd0b24c58" /><Relationship Type="http://schemas.openxmlformats.org/officeDocument/2006/relationships/hyperlink" Target="https://chatgpt.com/codex/" TargetMode="External" Id="Re3eafdf6b3434752" /><Relationship Type="http://schemas.openxmlformats.org/officeDocument/2006/relationships/image" Target="/ppt/media/image87.png" Id="R4297175e46e44529" /><Relationship Type="http://schemas.openxmlformats.org/officeDocument/2006/relationships/image" Target="/ppt/media/image88.png" Id="R85034975a7934653" /><Relationship Type="http://schemas.openxmlformats.org/officeDocument/2006/relationships/notesSlide" Target="/ppt/notesSlides/notesSlide49.xml" Id="R65fa31aeb308431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3d547f56e4caf" /><Relationship Type="http://schemas.openxmlformats.org/officeDocument/2006/relationships/hyperlink" Target="https://antigravity.google/" TargetMode="External" Id="Rc6a02597c8eb472d" /><Relationship Type="http://schemas.openxmlformats.org/officeDocument/2006/relationships/hyperlink" Target="https://chatgpt.com/codex/" TargetMode="External" Id="R2b7f9533c5b94f18" /><Relationship Type="http://schemas.openxmlformats.org/officeDocument/2006/relationships/image" Target="/ppt/media/image89.png" Id="R910385e756cc46ad" /><Relationship Type="http://schemas.openxmlformats.org/officeDocument/2006/relationships/image" Target="/ppt/media/image90.png" Id="R850cc741366e4d30" /><Relationship Type="http://schemas.openxmlformats.org/officeDocument/2006/relationships/notesSlide" Target="/ppt/notesSlides/notesSlide50.xml" Id="Rd148c948814a406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84c28a304467d" /><Relationship Type="http://schemas.openxmlformats.org/officeDocument/2006/relationships/hyperlink" Target="https://antigravity.google/" TargetMode="External" Id="R98d65176dff44528" /><Relationship Type="http://schemas.openxmlformats.org/officeDocument/2006/relationships/hyperlink" Target="https://chatgpt.com/codex/" TargetMode="External" Id="R685200a59de24720" /><Relationship Type="http://schemas.openxmlformats.org/officeDocument/2006/relationships/image" Target="/ppt/media/image91.png" Id="Rb887c468dc554438" /><Relationship Type="http://schemas.openxmlformats.org/officeDocument/2006/relationships/image" Target="/ppt/media/image92.png" Id="R66543543d55541f9" /><Relationship Type="http://schemas.openxmlformats.org/officeDocument/2006/relationships/notesSlide" Target="/ppt/notesSlides/notesSlide51.xml" Id="R70bfa8ab572a4e9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a22fda4bb42be" /><Relationship Type="http://schemas.openxmlformats.org/officeDocument/2006/relationships/hyperlink" Target="https://antigravity.google/" TargetMode="External" Id="Rd7fb630e403648d7" /><Relationship Type="http://schemas.openxmlformats.org/officeDocument/2006/relationships/hyperlink" Target="https://chatgpt.com/codex/" TargetMode="External" Id="R7ce324cc070747f9" /><Relationship Type="http://schemas.openxmlformats.org/officeDocument/2006/relationships/image" Target="/ppt/media/image93.png" Id="Rdc5ef926ed7542de" /><Relationship Type="http://schemas.openxmlformats.org/officeDocument/2006/relationships/image" Target="/ppt/media/image94.png" Id="R73ad290f3a3f4996" /><Relationship Type="http://schemas.openxmlformats.org/officeDocument/2006/relationships/notesSlide" Target="/ppt/notesSlides/notesSlide52.xml" Id="R3073b0a8159646b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b5f5e16034b18" /><Relationship Type="http://schemas.openxmlformats.org/officeDocument/2006/relationships/notesSlide" Target="/ppt/notesSlides/notesSlide53.xml" Id="Re4845dc934aa4b1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1121c5ee44977" /><Relationship Type="http://schemas.openxmlformats.org/officeDocument/2006/relationships/notesSlide" Target="/ppt/notesSlides/notesSlide54.xml" Id="Raeeb81c999fe432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963b152bd487b" /><Relationship Type="http://schemas.openxmlformats.org/officeDocument/2006/relationships/notesSlide" Target="/ppt/notesSlides/notesSlide55.xml" Id="R2741d5c9d6884b4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e2a14ee484a85" /><Relationship Type="http://schemas.openxmlformats.org/officeDocument/2006/relationships/notesSlide" Target="/ppt/notesSlides/notesSlide56.xml" Id="Rab9faca2165d43e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83e42238d44d3" /><Relationship Type="http://schemas.openxmlformats.org/officeDocument/2006/relationships/notesSlide" Target="/ppt/notesSlides/notesSlide57.xml" Id="Rf46d02ee3d47437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04f6fef254241" /><Relationship Type="http://schemas.openxmlformats.org/officeDocument/2006/relationships/notesSlide" Target="/ppt/notesSlides/notesSlide58.xml" Id="Re2d57a02e18442d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eb09708774df3" /><Relationship Type="http://schemas.openxmlformats.org/officeDocument/2006/relationships/hyperlink" Target="https://cagoooo.github.io/ncu-ai-agent-workshop-20260826/START_HERE_%E7%A0%94%E7%BF%92%E8%B3%87%E6%BA%90%E5%B0%8E%E8%88%AA.html" TargetMode="External" Id="R3c3d643241be41c6" /><Relationship Type="http://schemas.openxmlformats.org/officeDocument/2006/relationships/image" Target="/ppt/media/image95.png" Id="R273cfb6475da4000" /><Relationship Type="http://schemas.openxmlformats.org/officeDocument/2006/relationships/hyperlink" Target="https://antigravity.google/" TargetMode="External" Id="Rda51a705762f4daf" /><Relationship Type="http://schemas.openxmlformats.org/officeDocument/2006/relationships/image" Target="/ppt/media/image96.png" Id="R2de1aabc71314f6c" /><Relationship Type="http://schemas.openxmlformats.org/officeDocument/2006/relationships/hyperlink" Target="https://chatgpt.com/codex/" TargetMode="External" Id="Rccc34ad99f3a48ed" /><Relationship Type="http://schemas.openxmlformats.org/officeDocument/2006/relationships/image" Target="/ppt/media/image97.png" Id="R92f498df58bf4df6" /><Relationship Type="http://schemas.openxmlformats.org/officeDocument/2006/relationships/hyperlink" Target="https://claude.ai/" TargetMode="External" Id="R3200165e8a3c4919" /><Relationship Type="http://schemas.openxmlformats.org/officeDocument/2006/relationships/image" Target="/ppt/media/image98.png" Id="R0cf072fdab8b4e8b" /><Relationship Type="http://schemas.openxmlformats.org/officeDocument/2006/relationships/hyperlink" Target="https://codelabs.developers.google.com/getting-started-with-antigravity-skills" TargetMode="External" Id="Rfd0f4bb6b0b345a4" /><Relationship Type="http://schemas.openxmlformats.org/officeDocument/2006/relationships/image" Target="/ppt/media/image99.png" Id="Rfcab8202331844b8" /><Relationship Type="http://schemas.openxmlformats.org/officeDocument/2006/relationships/hyperlink" Target="https://cagoooo.github.io/ncu-ai-agent-workshop-20260826/04_%E5%AF%A6%E4%BD%9C%E5%B7%A5%E5%85%B7/07_Agent_Skills%E8%B3%87%E6%BA%90%E5%BA%AB.html" TargetMode="External" Id="Rf24084745b5c4178" /><Relationship Type="http://schemas.openxmlformats.org/officeDocument/2006/relationships/image" Target="/ppt/media/image100.png" Id="R8c6d3ddd44da4108" /><Relationship Type="http://schemas.openxmlformats.org/officeDocument/2006/relationships/hyperlink" Target="https://cagoooo.github.io/ncu-ai-agent-workshop-20260826/04_%E5%AF%A6%E4%BD%9C%E5%B7%A5%E5%85%B7/%E6%8F%90%E7%A4%BA%E8%A9%9E%E5%BF%AB%E6%8D%B7%E9%9D%A2%E6%9D%BF_%E7%A0%94%E7%BF%92%E7%94%A8.html" TargetMode="External" Id="Ra97ccdbbb8aa43cd" /><Relationship Type="http://schemas.openxmlformats.org/officeDocument/2006/relationships/image" Target="/ppt/media/image101.png" Id="Re70dd0073e5d4e25" /><Relationship Type="http://schemas.openxmlformats.org/officeDocument/2006/relationships/hyperlink" Target="https://cagoooo.github.io/Akai/" TargetMode="External" Id="R020c921004044683" /><Relationship Type="http://schemas.openxmlformats.org/officeDocument/2006/relationships/image" Target="/ppt/media/image102.png" Id="R6062f752a0a04354" /><Relationship Type="http://schemas.openxmlformats.org/officeDocument/2006/relationships/hyperlink" Target="https://www.iea.nl/sites/default/files/2025-10/GA66_PIRLS%202026.pdf" TargetMode="External" Id="R0c5bf12d790a4ca9" /><Relationship Type="http://schemas.openxmlformats.org/officeDocument/2006/relationships/image" Target="/ppt/media/image103.png" Id="R0c6f8e2434f94221" /><Relationship Type="http://schemas.openxmlformats.org/officeDocument/2006/relationships/notesSlide" Target="/ppt/notesSlides/notesSlide59.xml" Id="R5819141ee6fc49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0ceb67bcc479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1010">
            <a:extLst xmlns:a="http://schemas.openxmlformats.org/drawingml/2006/main">
              <a:ext uri="{FF2B5EF4-FFF2-40B4-BE49-F238E27FC236}">
                <a16:creationId xmlns:a16="http://schemas.microsoft.com/office/drawing/2014/main" id="{9C26DF52-EBF3-4F4C-A056-79509A81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011">
            <a:extLst xmlns:a="http://schemas.openxmlformats.org/drawingml/2006/main">
              <a:ext uri="{FF2B5EF4-FFF2-40B4-BE49-F238E27FC236}">
                <a16:creationId xmlns:a16="http://schemas.microsoft.com/office/drawing/2014/main" id="{7E338CC1-E3BC-4ECA-8C7F-887754EE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4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國立中央大學｜2026.08.26</a:t>
            </a:r>
          </a:p>
        </p:txBody>
      </p:sp>
      <p:sp>
        <p:nvSpPr>
          <p:cNvPr id="4" name="text-1012">
            <a:extLst xmlns:a="http://schemas.openxmlformats.org/drawingml/2006/main">
              <a:ext uri="{FF2B5EF4-FFF2-40B4-BE49-F238E27FC236}">
                <a16:creationId xmlns:a16="http://schemas.microsoft.com/office/drawing/2014/main" id="{D48BA931-63F0-4EF6-95B7-325D1039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00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下午場｜13:00–16:00</a:t>
            </a:r>
          </a:p>
        </p:txBody>
      </p:sp>
      <p:sp>
        <p:nvSpPr>
          <p:cNvPr id="5" name="text-1013">
            <a:extLst xmlns:a="http://schemas.openxmlformats.org/drawingml/2006/main">
              <a:ext uri="{FF2B5EF4-FFF2-40B4-BE49-F238E27FC236}">
                <a16:creationId xmlns:a16="http://schemas.microsoft.com/office/drawing/2014/main" id="{F30081A2-41B8-452A-A35E-DFCFAEC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04950"/>
            <a:ext cx="46291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打造會做事的 AI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教學與研究夥伴：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Antigravity／Codex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Claude／Agent Skills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資料分析實戰</a:t>
            </a:r>
          </a:p>
        </p:txBody>
      </p:sp>
      <p:sp>
        <p:nvSpPr>
          <p:cNvPr id="6" name="shape-1014">
            <a:extLst xmlns:a="http://schemas.openxmlformats.org/drawingml/2006/main">
              <a:ext uri="{FF2B5EF4-FFF2-40B4-BE49-F238E27FC236}">
                <a16:creationId xmlns:a16="http://schemas.microsoft.com/office/drawing/2014/main" id="{C7AC2825-2A44-4478-8D4F-122B315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15">
            <a:extLst xmlns:a="http://schemas.openxmlformats.org/drawingml/2006/main">
              <a:ext uri="{FF2B5EF4-FFF2-40B4-BE49-F238E27FC236}">
                <a16:creationId xmlns:a16="http://schemas.microsoft.com/office/drawing/2014/main" id="{7FC471D8-952C-454B-9467-D5497AE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4629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從 AI 教學與研究助理到 AI Agent：大學教師的生成式 AI 實作工作坊</a:t>
            </a:r>
          </a:p>
        </p:txBody>
      </p:sp>
      <p:sp>
        <p:nvSpPr>
          <p:cNvPr id="8" name="text-1016">
            <a:extLst xmlns:a="http://schemas.openxmlformats.org/drawingml/2006/main">
              <a:ext uri="{FF2B5EF4-FFF2-40B4-BE49-F238E27FC236}">
                <a16:creationId xmlns:a16="http://schemas.microsoft.com/office/drawing/2014/main" id="{A9951E89-FD88-4E6D-B7EC-04EF749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8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黃凱揚（阿凱老師）｜桃園市龍潭區石門國小資訊組長｜教學年資第 11 年</a:t>
            </a:r>
          </a:p>
        </p:txBody>
      </p:sp>
    </p:spTree>
    <p:extLst>
      <p:ext uri="{BB962C8B-B14F-4D97-AF65-F5344CB8AC3E}">
        <p14:creationId xmlns:p14="http://schemas.microsoft.com/office/powerpoint/2010/main" val="999098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017">
            <a:extLst xmlns:a="http://schemas.openxmlformats.org/drawingml/2006/main">
              <a:ext uri="{FF2B5EF4-FFF2-40B4-BE49-F238E27FC236}">
                <a16:creationId xmlns:a16="http://schemas.microsoft.com/office/drawing/2014/main" id="{655702FC-F2D4-4ED2-A8C3-0FB6A6B2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LEARNING OUTCOMES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29C458-AC8A-4788-8371-E8FB61E1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下午離開前，你會有四項成果</a:t>
            </a:r>
          </a:p>
        </p:txBody>
      </p:sp>
      <p:cxnSp>
        <p:nvCxnSpPr>
          <p:cNvPr id="24" name="shape-101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019">
            <a:extLst xmlns:a="http://schemas.openxmlformats.org/drawingml/2006/main">
              <a:ext uri="{FF2B5EF4-FFF2-40B4-BE49-F238E27FC236}">
                <a16:creationId xmlns:a16="http://schemas.microsoft.com/office/drawing/2014/main" id="{3705BE71-13CA-4202-A00B-4766FD02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D088D4-1152-44BE-989B-095351F3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6" name="shape-1020">
            <a:extLst xmlns:a="http://schemas.openxmlformats.org/drawingml/2006/main">
              <a:ext uri="{FF2B5EF4-FFF2-40B4-BE49-F238E27FC236}">
                <a16:creationId xmlns:a16="http://schemas.microsoft.com/office/drawing/2014/main" id="{94056133-B8F5-43AE-BFE9-EF3306D5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021">
            <a:extLst xmlns:a="http://schemas.openxmlformats.org/drawingml/2006/main">
              <a:ext uri="{FF2B5EF4-FFF2-40B4-BE49-F238E27FC236}">
                <a16:creationId xmlns:a16="http://schemas.microsoft.com/office/drawing/2014/main" id="{1911098E-ACEE-4F52-A8E2-EDE9F299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022">
            <a:extLst xmlns:a="http://schemas.openxmlformats.org/drawingml/2006/main">
              <a:ext uri="{FF2B5EF4-FFF2-40B4-BE49-F238E27FC236}">
                <a16:creationId xmlns:a16="http://schemas.microsoft.com/office/drawing/2014/main" id="{DA2F83A1-F578-458B-A005-0A4E7DA4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看懂 Agent</a:t>
            </a:r>
          </a:p>
        </p:txBody>
      </p:sp>
      <p:sp>
        <p:nvSpPr>
          <p:cNvPr id="9" name="text-1023">
            <a:extLst xmlns:a="http://schemas.openxmlformats.org/drawingml/2006/main">
              <a:ext uri="{FF2B5EF4-FFF2-40B4-BE49-F238E27FC236}">
                <a16:creationId xmlns:a16="http://schemas.microsoft.com/office/drawing/2014/main" id="{F2532FB1-81AC-4C13-BE18-17E16151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能分辨對話、助理與 Agent，知道何時必須人在迴路。</a:t>
            </a:r>
          </a:p>
        </p:txBody>
      </p:sp>
      <p:sp>
        <p:nvSpPr>
          <p:cNvPr id="10" name="shape-1024">
            <a:extLst xmlns:a="http://schemas.openxmlformats.org/drawingml/2006/main">
              <a:ext uri="{FF2B5EF4-FFF2-40B4-BE49-F238E27FC236}">
                <a16:creationId xmlns:a16="http://schemas.microsoft.com/office/drawing/2014/main" id="{67948239-4D84-4773-8783-CFA672AC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025">
            <a:extLst xmlns:a="http://schemas.openxmlformats.org/drawingml/2006/main">
              <a:ext uri="{FF2B5EF4-FFF2-40B4-BE49-F238E27FC236}">
                <a16:creationId xmlns:a16="http://schemas.microsoft.com/office/drawing/2014/main" id="{BC54913F-EF30-4A37-96E8-F9A3049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026">
            <a:extLst xmlns:a="http://schemas.openxmlformats.org/drawingml/2006/main">
              <a:ext uri="{FF2B5EF4-FFF2-40B4-BE49-F238E27FC236}">
                <a16:creationId xmlns:a16="http://schemas.microsoft.com/office/drawing/2014/main" id="{C5535384-5E4B-4B19-AA2B-55789ADB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建立工具策略</a:t>
            </a:r>
          </a:p>
        </p:txBody>
      </p:sp>
      <p:sp>
        <p:nvSpPr>
          <p:cNvPr id="13" name="text-1027">
            <a:extLst xmlns:a="http://schemas.openxmlformats.org/drawingml/2006/main">
              <a:ext uri="{FF2B5EF4-FFF2-40B4-BE49-F238E27FC236}">
                <a16:creationId xmlns:a16="http://schemas.microsoft.com/office/drawing/2014/main" id="{642A1B10-162A-4562-8E8A-09C11266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比較 Antigravity／Gemini 3.7 Flash、Codex 與 Claude，依任務、權限與驗收證據選擇工具。</a:t>
            </a:r>
          </a:p>
        </p:txBody>
      </p:sp>
      <p:sp>
        <p:nvSpPr>
          <p:cNvPr id="14" name="shape-1028">
            <a:extLst xmlns:a="http://schemas.openxmlformats.org/drawingml/2006/main">
              <a:ext uri="{FF2B5EF4-FFF2-40B4-BE49-F238E27FC236}">
                <a16:creationId xmlns:a16="http://schemas.microsoft.com/office/drawing/2014/main" id="{02C225FF-3A10-4AF8-B276-5DB2B30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029">
            <a:extLst xmlns:a="http://schemas.openxmlformats.org/drawingml/2006/main">
              <a:ext uri="{FF2B5EF4-FFF2-40B4-BE49-F238E27FC236}">
                <a16:creationId xmlns:a16="http://schemas.microsoft.com/office/drawing/2014/main" id="{B185DF68-98E0-4932-BF57-A6B4F78B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030">
            <a:extLst xmlns:a="http://schemas.openxmlformats.org/drawingml/2006/main">
              <a:ext uri="{FF2B5EF4-FFF2-40B4-BE49-F238E27FC236}">
                <a16:creationId xmlns:a16="http://schemas.microsoft.com/office/drawing/2014/main" id="{988CA0D3-3B4D-4BF7-B691-78B506E2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完成一個 Skill</a:t>
            </a:r>
          </a:p>
        </p:txBody>
      </p:sp>
      <p:sp>
        <p:nvSpPr>
          <p:cNvPr id="17" name="text-1031">
            <a:extLst xmlns:a="http://schemas.openxmlformats.org/drawingml/2006/main">
              <a:ext uri="{FF2B5EF4-FFF2-40B4-BE49-F238E27FC236}">
                <a16:creationId xmlns:a16="http://schemas.microsoft.com/office/drawing/2014/main" id="{12639587-71B0-40AE-B91E-653D82F0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把教學或研究提示詞升級成可重複、可測試的工作流程。</a:t>
            </a:r>
          </a:p>
        </p:txBody>
      </p:sp>
      <p:sp>
        <p:nvSpPr>
          <p:cNvPr id="18" name="shape-1032">
            <a:extLst xmlns:a="http://schemas.openxmlformats.org/drawingml/2006/main">
              <a:ext uri="{FF2B5EF4-FFF2-40B4-BE49-F238E27FC236}">
                <a16:creationId xmlns:a16="http://schemas.microsoft.com/office/drawing/2014/main" id="{4732FBF2-D18F-405F-8028-982CD4BE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033">
            <a:extLst xmlns:a="http://schemas.openxmlformats.org/drawingml/2006/main">
              <a:ext uri="{FF2B5EF4-FFF2-40B4-BE49-F238E27FC236}">
                <a16:creationId xmlns:a16="http://schemas.microsoft.com/office/drawing/2014/main" id="{C2B77B83-45E6-4A5B-9862-C2947332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034">
            <a:extLst xmlns:a="http://schemas.openxmlformats.org/drawingml/2006/main">
              <a:ext uri="{FF2B5EF4-FFF2-40B4-BE49-F238E27FC236}">
                <a16:creationId xmlns:a16="http://schemas.microsoft.com/office/drawing/2014/main" id="{60405C53-5953-4C69-940B-AA3D9D4C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完成資料分析</a:t>
            </a:r>
          </a:p>
        </p:txBody>
      </p:sp>
      <p:sp>
        <p:nvSpPr>
          <p:cNvPr id="21" name="text-1035">
            <a:extLst xmlns:a="http://schemas.openxmlformats.org/drawingml/2006/main">
              <a:ext uri="{FF2B5EF4-FFF2-40B4-BE49-F238E27FC236}">
                <a16:creationId xmlns:a16="http://schemas.microsoft.com/office/drawing/2014/main" id="{8B726DF0-A2DB-4315-B64C-1F5A48F5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以合成資料練習選擇題統計、簡答初編與人工複核。</a:t>
            </a:r>
          </a:p>
        </p:txBody>
      </p:sp>
    </p:spTree>
    <p:extLst>
      <p:ext uri="{BB962C8B-B14F-4D97-AF65-F5344CB8AC3E}">
        <p14:creationId xmlns:p14="http://schemas.microsoft.com/office/powerpoint/2010/main" val="1194271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ext-1036">
            <a:extLst xmlns:a="http://schemas.openxmlformats.org/drawingml/2006/main">
              <a:ext uri="{FF2B5EF4-FFF2-40B4-BE49-F238E27FC236}">
                <a16:creationId xmlns:a16="http://schemas.microsoft.com/office/drawing/2014/main" id="{1F0540E0-609A-4F89-87B9-C270208E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RUN OF SHOW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4FA6B9-34BE-4942-B3CB-EF53DE55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 180 分鐘：從操作到可重複流程</a:t>
            </a:r>
          </a:p>
        </p:txBody>
      </p:sp>
      <p:cxnSp>
        <p:nvCxnSpPr>
          <p:cNvPr id="41" name="shape-103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038">
            <a:extLst xmlns:a="http://schemas.openxmlformats.org/drawingml/2006/main">
              <a:ext uri="{FF2B5EF4-FFF2-40B4-BE49-F238E27FC236}">
                <a16:creationId xmlns:a16="http://schemas.microsoft.com/office/drawing/2014/main" id="{5FB0B05E-C085-4715-9532-8CBAB352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BD2C98-F353-4716-8249-5B9822F4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6" name="shape-1039">
            <a:extLst xmlns:a="http://schemas.openxmlformats.org/drawingml/2006/main">
              <a:ext uri="{FF2B5EF4-FFF2-40B4-BE49-F238E27FC236}">
                <a16:creationId xmlns:a16="http://schemas.microsoft.com/office/drawing/2014/main" id="{E77857CA-50F8-4915-BA58-C008C2A0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059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1040">
            <a:extLst xmlns:a="http://schemas.openxmlformats.org/drawingml/2006/main">
              <a:ext uri="{FF2B5EF4-FFF2-40B4-BE49-F238E27FC236}">
                <a16:creationId xmlns:a16="http://schemas.microsoft.com/office/drawing/2014/main" id="{9BD2D485-2A60-4EA7-8978-7C83A301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041">
            <a:extLst xmlns:a="http://schemas.openxmlformats.org/drawingml/2006/main">
              <a:ext uri="{FF2B5EF4-FFF2-40B4-BE49-F238E27FC236}">
                <a16:creationId xmlns:a16="http://schemas.microsoft.com/office/drawing/2014/main" id="{9E6C6FA6-18F6-41A0-BF9A-781D790C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00–20</a:t>
            </a:r>
          </a:p>
        </p:txBody>
      </p:sp>
      <p:sp>
        <p:nvSpPr>
          <p:cNvPr id="9" name="text-1042">
            <a:extLst xmlns:a="http://schemas.openxmlformats.org/drawingml/2006/main">
              <a:ext uri="{FF2B5EF4-FFF2-40B4-BE49-F238E27FC236}">
                <a16:creationId xmlns:a16="http://schemas.microsoft.com/office/drawing/2014/main" id="{B9FDC560-1968-4EDC-A035-4A1D7509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觀念</a:t>
            </a:r>
          </a:p>
        </p:txBody>
      </p:sp>
      <p:sp>
        <p:nvSpPr>
          <p:cNvPr id="10" name="text-1043">
            <a:extLst xmlns:a="http://schemas.openxmlformats.org/drawingml/2006/main">
              <a:ext uri="{FF2B5EF4-FFF2-40B4-BE49-F238E27FC236}">
                <a16:creationId xmlns:a16="http://schemas.microsoft.com/office/drawing/2014/main" id="{619700B5-7722-4182-9AAD-F64F5C8C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能力與風險</a:t>
            </a:r>
          </a:p>
        </p:txBody>
      </p:sp>
      <p:sp>
        <p:nvSpPr>
          <p:cNvPr id="11" name="shape-1044">
            <a:extLst xmlns:a="http://schemas.openxmlformats.org/drawingml/2006/main">
              <a:ext uri="{FF2B5EF4-FFF2-40B4-BE49-F238E27FC236}">
                <a16:creationId xmlns:a16="http://schemas.microsoft.com/office/drawing/2014/main" id="{4C2DEBD2-264F-4D33-9B6D-70ED8E6F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064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045">
            <a:extLst xmlns:a="http://schemas.openxmlformats.org/drawingml/2006/main">
              <a:ext uri="{FF2B5EF4-FFF2-40B4-BE49-F238E27FC236}">
                <a16:creationId xmlns:a16="http://schemas.microsoft.com/office/drawing/2014/main" id="{19F0DCB8-E65F-4CFC-846D-F11DDE50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614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20–45</a:t>
            </a:r>
          </a:p>
        </p:txBody>
      </p:sp>
      <p:sp>
        <p:nvSpPr>
          <p:cNvPr id="13" name="text-1046">
            <a:extLst xmlns:a="http://schemas.openxmlformats.org/drawingml/2006/main">
              <a:ext uri="{FF2B5EF4-FFF2-40B4-BE49-F238E27FC236}">
                <a16:creationId xmlns:a16="http://schemas.microsoft.com/office/drawing/2014/main" id="{8B5E4362-C8BA-4F55-ADC0-9213A50B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014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Antigravity＋Spark</a:t>
            </a:r>
          </a:p>
        </p:txBody>
      </p:sp>
      <p:sp>
        <p:nvSpPr>
          <p:cNvPr id="14" name="text-1047">
            <a:extLst xmlns:a="http://schemas.openxmlformats.org/drawingml/2006/main">
              <a:ext uri="{FF2B5EF4-FFF2-40B4-BE49-F238E27FC236}">
                <a16:creationId xmlns:a16="http://schemas.microsoft.com/office/drawing/2014/main" id="{DBFB6208-98BD-40B8-8AAA-8FA98CC9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014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任務、排程與證據</a:t>
            </a:r>
          </a:p>
        </p:txBody>
      </p:sp>
      <p:sp>
        <p:nvSpPr>
          <p:cNvPr id="15" name="shape-1048">
            <a:extLst xmlns:a="http://schemas.openxmlformats.org/drawingml/2006/main">
              <a:ext uri="{FF2B5EF4-FFF2-40B4-BE49-F238E27FC236}">
                <a16:creationId xmlns:a16="http://schemas.microsoft.com/office/drawing/2014/main" id="{D5DAFA92-D415-4DF4-B100-C46E508E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049">
            <a:extLst xmlns:a="http://schemas.openxmlformats.org/drawingml/2006/main">
              <a:ext uri="{FF2B5EF4-FFF2-40B4-BE49-F238E27FC236}">
                <a16:creationId xmlns:a16="http://schemas.microsoft.com/office/drawing/2014/main" id="{737584D0-CC9B-41BA-B298-D21B26E1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729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45–70</a:t>
            </a:r>
          </a:p>
        </p:txBody>
      </p:sp>
      <p:sp>
        <p:nvSpPr>
          <p:cNvPr id="17" name="text-1050">
            <a:extLst xmlns:a="http://schemas.openxmlformats.org/drawingml/2006/main">
              <a:ext uri="{FF2B5EF4-FFF2-40B4-BE49-F238E27FC236}">
                <a16:creationId xmlns:a16="http://schemas.microsoft.com/office/drawing/2014/main" id="{13BFD19F-D9EA-4284-AD1B-1D6534AB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29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Claude</a:t>
            </a:r>
          </a:p>
        </p:txBody>
      </p:sp>
      <p:sp>
        <p:nvSpPr>
          <p:cNvPr id="18" name="text-1051">
            <a:extLst xmlns:a="http://schemas.openxmlformats.org/drawingml/2006/main">
              <a:ext uri="{FF2B5EF4-FFF2-40B4-BE49-F238E27FC236}">
                <a16:creationId xmlns:a16="http://schemas.microsoft.com/office/drawing/2014/main" id="{A21387C4-C188-4F6C-A9DE-B88F0609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129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模型與成本</a:t>
            </a:r>
          </a:p>
        </p:txBody>
      </p:sp>
      <p:sp>
        <p:nvSpPr>
          <p:cNvPr id="19" name="shape-1052">
            <a:extLst xmlns:a="http://schemas.openxmlformats.org/drawingml/2006/main">
              <a:ext uri="{FF2B5EF4-FFF2-40B4-BE49-F238E27FC236}">
                <a16:creationId xmlns:a16="http://schemas.microsoft.com/office/drawing/2014/main" id="{96228E57-0C22-4D49-AE08-586C911F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293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053">
            <a:extLst xmlns:a="http://schemas.openxmlformats.org/drawingml/2006/main">
              <a:ext uri="{FF2B5EF4-FFF2-40B4-BE49-F238E27FC236}">
                <a16:creationId xmlns:a16="http://schemas.microsoft.com/office/drawing/2014/main" id="{E0C1162B-B788-42DE-86F1-8C1F5FD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70–95</a:t>
            </a:r>
          </a:p>
        </p:txBody>
      </p:sp>
      <p:sp>
        <p:nvSpPr>
          <p:cNvPr id="21" name="text-1054">
            <a:extLst xmlns:a="http://schemas.openxmlformats.org/drawingml/2006/main">
              <a:ext uri="{FF2B5EF4-FFF2-40B4-BE49-F238E27FC236}">
                <a16:creationId xmlns:a16="http://schemas.microsoft.com/office/drawing/2014/main" id="{5296E8E0-B228-4BAF-94AA-93EFAADB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243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sp>
        <p:nvSpPr>
          <p:cNvPr id="22" name="text-1055">
            <a:extLst xmlns:a="http://schemas.openxmlformats.org/drawingml/2006/main">
              <a:ext uri="{FF2B5EF4-FFF2-40B4-BE49-F238E27FC236}">
                <a16:creationId xmlns:a16="http://schemas.microsoft.com/office/drawing/2014/main" id="{96096F9F-47C9-4383-AD6E-88F13FE5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243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實作工作流</a:t>
            </a:r>
          </a:p>
        </p:txBody>
      </p:sp>
      <p:sp>
        <p:nvSpPr>
          <p:cNvPr id="23" name="shape-1056">
            <a:extLst xmlns:a="http://schemas.openxmlformats.org/drawingml/2006/main">
              <a:ext uri="{FF2B5EF4-FFF2-40B4-BE49-F238E27FC236}">
                <a16:creationId xmlns:a16="http://schemas.microsoft.com/office/drawing/2014/main" id="{5EA0320D-0CF4-43A7-A6F2-D238C922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407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057">
            <a:extLst xmlns:a="http://schemas.openxmlformats.org/drawingml/2006/main">
              <a:ext uri="{FF2B5EF4-FFF2-40B4-BE49-F238E27FC236}">
                <a16:creationId xmlns:a16="http://schemas.microsoft.com/office/drawing/2014/main" id="{D30D6209-A987-4DF1-8FB2-A0DE1E0E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957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95–105</a:t>
            </a:r>
          </a:p>
        </p:txBody>
      </p:sp>
      <p:sp>
        <p:nvSpPr>
          <p:cNvPr id="25" name="text-1058">
            <a:extLst xmlns:a="http://schemas.openxmlformats.org/drawingml/2006/main">
              <a:ext uri="{FF2B5EF4-FFF2-40B4-BE49-F238E27FC236}">
                <a16:creationId xmlns:a16="http://schemas.microsoft.com/office/drawing/2014/main" id="{0378F49E-201C-4F89-90E3-D1457AC6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357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休息</a:t>
            </a:r>
          </a:p>
        </p:txBody>
      </p:sp>
      <p:sp>
        <p:nvSpPr>
          <p:cNvPr id="26" name="text-1059">
            <a:extLst xmlns:a="http://schemas.openxmlformats.org/drawingml/2006/main">
              <a:ext uri="{FF2B5EF4-FFF2-40B4-BE49-F238E27FC236}">
                <a16:creationId xmlns:a16="http://schemas.microsoft.com/office/drawing/2014/main" id="{7FCE0D60-F67B-4E7F-8225-703C5934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357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整理成果</a:t>
            </a:r>
          </a:p>
        </p:txBody>
      </p:sp>
      <p:sp>
        <p:nvSpPr>
          <p:cNvPr id="27" name="shape-1060">
            <a:extLst xmlns:a="http://schemas.openxmlformats.org/drawingml/2006/main">
              <a:ext uri="{FF2B5EF4-FFF2-40B4-BE49-F238E27FC236}">
                <a16:creationId xmlns:a16="http://schemas.microsoft.com/office/drawing/2014/main" id="{A4A0377E-2178-4C76-AA4E-60BE4FDC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521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1061">
            <a:extLst xmlns:a="http://schemas.openxmlformats.org/drawingml/2006/main">
              <a:ext uri="{FF2B5EF4-FFF2-40B4-BE49-F238E27FC236}">
                <a16:creationId xmlns:a16="http://schemas.microsoft.com/office/drawing/2014/main" id="{EE77CC06-EEB0-4098-9A25-9EFB88A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071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105–140</a:t>
            </a:r>
          </a:p>
        </p:txBody>
      </p:sp>
      <p:sp>
        <p:nvSpPr>
          <p:cNvPr id="29" name="text-1062">
            <a:extLst xmlns:a="http://schemas.openxmlformats.org/drawingml/2006/main">
              <a:ext uri="{FF2B5EF4-FFF2-40B4-BE49-F238E27FC236}">
                <a16:creationId xmlns:a16="http://schemas.microsoft.com/office/drawing/2014/main" id="{F5E2C347-9331-4401-819D-B402E172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71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Skills</a:t>
            </a:r>
          </a:p>
        </p:txBody>
      </p:sp>
      <p:sp>
        <p:nvSpPr>
          <p:cNvPr id="30" name="text-1063">
            <a:extLst xmlns:a="http://schemas.openxmlformats.org/drawingml/2006/main">
              <a:ext uri="{FF2B5EF4-FFF2-40B4-BE49-F238E27FC236}">
                <a16:creationId xmlns:a16="http://schemas.microsoft.com/office/drawing/2014/main" id="{5E985231-42A3-4620-9504-0DC4B94B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71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提示詞升級</a:t>
            </a:r>
          </a:p>
        </p:txBody>
      </p:sp>
      <p:sp>
        <p:nvSpPr>
          <p:cNvPr id="31" name="shape-1064">
            <a:extLst xmlns:a="http://schemas.openxmlformats.org/drawingml/2006/main">
              <a:ext uri="{FF2B5EF4-FFF2-40B4-BE49-F238E27FC236}">
                <a16:creationId xmlns:a16="http://schemas.microsoft.com/office/drawing/2014/main" id="{1D2B35D7-9147-4E38-86F3-79DEFC0B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636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065">
            <a:extLst xmlns:a="http://schemas.openxmlformats.org/drawingml/2006/main">
              <a:ext uri="{FF2B5EF4-FFF2-40B4-BE49-F238E27FC236}">
                <a16:creationId xmlns:a16="http://schemas.microsoft.com/office/drawing/2014/main" id="{9DB08DD4-EDCB-43BD-AD09-8C8AA67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186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140–160</a:t>
            </a:r>
          </a:p>
        </p:txBody>
      </p:sp>
      <p:sp>
        <p:nvSpPr>
          <p:cNvPr id="33" name="text-1066">
            <a:extLst xmlns:a="http://schemas.openxmlformats.org/drawingml/2006/main">
              <a:ext uri="{FF2B5EF4-FFF2-40B4-BE49-F238E27FC236}">
                <a16:creationId xmlns:a16="http://schemas.microsoft.com/office/drawing/2014/main" id="{1C9635FA-CADD-424C-B776-E456AC8A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586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學生資料</a:t>
            </a:r>
          </a:p>
        </p:txBody>
      </p:sp>
      <p:sp>
        <p:nvSpPr>
          <p:cNvPr id="34" name="text-1067">
            <a:extLst xmlns:a="http://schemas.openxmlformats.org/drawingml/2006/main">
              <a:ext uri="{FF2B5EF4-FFF2-40B4-BE49-F238E27FC236}">
                <a16:creationId xmlns:a16="http://schemas.microsoft.com/office/drawing/2014/main" id="{F7B1A3D4-12B9-406E-928F-4653789D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586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PIRLS 風格分析</a:t>
            </a:r>
          </a:p>
        </p:txBody>
      </p:sp>
      <p:sp>
        <p:nvSpPr>
          <p:cNvPr id="35" name="shape-1068">
            <a:extLst xmlns:a="http://schemas.openxmlformats.org/drawingml/2006/main">
              <a:ext uri="{FF2B5EF4-FFF2-40B4-BE49-F238E27FC236}">
                <a16:creationId xmlns:a16="http://schemas.microsoft.com/office/drawing/2014/main" id="{EAF3BF71-04C4-4A82-8897-56AF8F9A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1069">
            <a:extLst xmlns:a="http://schemas.openxmlformats.org/drawingml/2006/main">
              <a:ext uri="{FF2B5EF4-FFF2-40B4-BE49-F238E27FC236}">
                <a16:creationId xmlns:a16="http://schemas.microsoft.com/office/drawing/2014/main" id="{D49BB1BE-F4AF-43FB-B9AF-D0A16FB7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160–180</a:t>
            </a:r>
          </a:p>
        </p:txBody>
      </p:sp>
      <p:sp>
        <p:nvSpPr>
          <p:cNvPr id="37" name="text-1070">
            <a:extLst xmlns:a="http://schemas.openxmlformats.org/drawingml/2006/main">
              <a:ext uri="{FF2B5EF4-FFF2-40B4-BE49-F238E27FC236}">
                <a16:creationId xmlns:a16="http://schemas.microsoft.com/office/drawing/2014/main" id="{27DF9BCD-CE60-45E1-B8E5-0D2C85D2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整合分享</a:t>
            </a:r>
          </a:p>
        </p:txBody>
      </p:sp>
      <p:sp>
        <p:nvSpPr>
          <p:cNvPr id="38" name="text-1071">
            <a:extLst xmlns:a="http://schemas.openxmlformats.org/drawingml/2006/main">
              <a:ext uri="{FF2B5EF4-FFF2-40B4-BE49-F238E27FC236}">
                <a16:creationId xmlns:a16="http://schemas.microsoft.com/office/drawing/2014/main" id="{2BE6761E-93A1-4701-BD5A-ABA3F62C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可驗證交付</a:t>
            </a:r>
          </a:p>
        </p:txBody>
      </p:sp>
    </p:spTree>
    <p:extLst>
      <p:ext uri="{BB962C8B-B14F-4D97-AF65-F5344CB8AC3E}">
        <p14:creationId xmlns:p14="http://schemas.microsoft.com/office/powerpoint/2010/main" val="823056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072">
            <a:extLst xmlns:a="http://schemas.openxmlformats.org/drawingml/2006/main">
              <a:ext uri="{FF2B5EF4-FFF2-40B4-BE49-F238E27FC236}">
                <a16:creationId xmlns:a16="http://schemas.microsoft.com/office/drawing/2014/main" id="{8236F1EE-EA73-43D4-ABAF-9CB2027C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CAPABILITY LADDER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79D15-845E-4CDE-B122-D28C3FC0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對話、助理、Agent：差別在能否推進工作</a:t>
            </a:r>
          </a:p>
        </p:txBody>
      </p:sp>
      <p:cxnSp>
        <p:nvCxnSpPr>
          <p:cNvPr id="32" name="shape-107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074">
            <a:extLst xmlns:a="http://schemas.openxmlformats.org/drawingml/2006/main">
              <a:ext uri="{FF2B5EF4-FFF2-40B4-BE49-F238E27FC236}">
                <a16:creationId xmlns:a16="http://schemas.microsoft.com/office/drawing/2014/main" id="{47C143A2-E57A-43E6-8046-81E2A23B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3A209E-F932-4428-B4DC-F39BD861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6" name="shape-1075">
            <a:extLst xmlns:a="http://schemas.openxmlformats.org/drawingml/2006/main">
              <a:ext uri="{FF2B5EF4-FFF2-40B4-BE49-F238E27FC236}">
                <a16:creationId xmlns:a16="http://schemas.microsoft.com/office/drawing/2014/main" id="{A3F38916-C023-4738-8D2F-3B1A9084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076">
            <a:extLst xmlns:a="http://schemas.openxmlformats.org/drawingml/2006/main">
              <a:ext uri="{FF2B5EF4-FFF2-40B4-BE49-F238E27FC236}">
                <a16:creationId xmlns:a16="http://schemas.microsoft.com/office/drawing/2014/main" id="{A05B039A-1CF1-4943-9D29-B72FE83E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077">
            <a:extLst xmlns:a="http://schemas.openxmlformats.org/drawingml/2006/main">
              <a:ext uri="{FF2B5EF4-FFF2-40B4-BE49-F238E27FC236}">
                <a16:creationId xmlns:a16="http://schemas.microsoft.com/office/drawing/2014/main" id="{37E73C16-89A0-473D-87A2-A60D6C71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078">
            <a:extLst xmlns:a="http://schemas.openxmlformats.org/drawingml/2006/main">
              <a:ext uri="{FF2B5EF4-FFF2-40B4-BE49-F238E27FC236}">
                <a16:creationId xmlns:a16="http://schemas.microsoft.com/office/drawing/2014/main" id="{7DFBAD07-F2FD-4D66-85EC-3D975A23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對話</a:t>
            </a:r>
          </a:p>
        </p:txBody>
      </p:sp>
      <p:sp>
        <p:nvSpPr>
          <p:cNvPr id="10" name="text-1079">
            <a:extLst xmlns:a="http://schemas.openxmlformats.org/drawingml/2006/main">
              <a:ext uri="{FF2B5EF4-FFF2-40B4-BE49-F238E27FC236}">
                <a16:creationId xmlns:a16="http://schemas.microsoft.com/office/drawing/2014/main" id="{C3C8ED13-07F6-408D-9FBB-DA11364B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回答、解釋、發想</a:t>
            </a:r>
          </a:p>
        </p:txBody>
      </p:sp>
      <p:sp>
        <p:nvSpPr>
          <p:cNvPr id="11" name="text-1080">
            <a:extLst xmlns:a="http://schemas.openxmlformats.org/drawingml/2006/main">
              <a:ext uri="{FF2B5EF4-FFF2-40B4-BE49-F238E27FC236}">
                <a16:creationId xmlns:a16="http://schemas.microsoft.com/office/drawing/2014/main" id="{D791CB4E-0A14-4839-B21F-95A3D88B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081">
            <a:extLst xmlns:a="http://schemas.openxmlformats.org/drawingml/2006/main">
              <a:ext uri="{FF2B5EF4-FFF2-40B4-BE49-F238E27FC236}">
                <a16:creationId xmlns:a16="http://schemas.microsoft.com/office/drawing/2014/main" id="{BF62F1BB-2F50-4C4A-88BC-F16453C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082">
            <a:extLst xmlns:a="http://schemas.openxmlformats.org/drawingml/2006/main">
              <a:ext uri="{FF2B5EF4-FFF2-40B4-BE49-F238E27FC236}">
                <a16:creationId xmlns:a16="http://schemas.microsoft.com/office/drawing/2014/main" id="{37DC0EDE-1812-4F14-8C50-43E97F7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083">
            <a:extLst xmlns:a="http://schemas.openxmlformats.org/drawingml/2006/main">
              <a:ext uri="{FF2B5EF4-FFF2-40B4-BE49-F238E27FC236}">
                <a16:creationId xmlns:a16="http://schemas.microsoft.com/office/drawing/2014/main" id="{0B8086EF-FFCC-4E80-9C43-F551EB74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084">
            <a:extLst xmlns:a="http://schemas.openxmlformats.org/drawingml/2006/main">
              <a:ext uri="{FF2B5EF4-FFF2-40B4-BE49-F238E27FC236}">
                <a16:creationId xmlns:a16="http://schemas.microsoft.com/office/drawing/2014/main" id="{845FEB16-77E5-4AC2-AC0D-68D6962E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助理</a:t>
            </a:r>
          </a:p>
        </p:txBody>
      </p:sp>
      <p:sp>
        <p:nvSpPr>
          <p:cNvPr id="16" name="text-1085">
            <a:extLst xmlns:a="http://schemas.openxmlformats.org/drawingml/2006/main">
              <a:ext uri="{FF2B5EF4-FFF2-40B4-BE49-F238E27FC236}">
                <a16:creationId xmlns:a16="http://schemas.microsoft.com/office/drawing/2014/main" id="{73A11411-F889-4AA3-9C6E-42C6F1B4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固定角色與格式</a:t>
            </a:r>
          </a:p>
        </p:txBody>
      </p:sp>
      <p:sp>
        <p:nvSpPr>
          <p:cNvPr id="17" name="text-1086">
            <a:extLst xmlns:a="http://schemas.openxmlformats.org/drawingml/2006/main">
              <a:ext uri="{FF2B5EF4-FFF2-40B4-BE49-F238E27FC236}">
                <a16:creationId xmlns:a16="http://schemas.microsoft.com/office/drawing/2014/main" id="{5A50E6F6-EA7F-4A91-8E52-8F5E4C8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087">
            <a:extLst xmlns:a="http://schemas.openxmlformats.org/drawingml/2006/main">
              <a:ext uri="{FF2B5EF4-FFF2-40B4-BE49-F238E27FC236}">
                <a16:creationId xmlns:a16="http://schemas.microsoft.com/office/drawing/2014/main" id="{CC210C92-4C7D-48DA-8081-2576D77A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088">
            <a:extLst xmlns:a="http://schemas.openxmlformats.org/drawingml/2006/main">
              <a:ext uri="{FF2B5EF4-FFF2-40B4-BE49-F238E27FC236}">
                <a16:creationId xmlns:a16="http://schemas.microsoft.com/office/drawing/2014/main" id="{B587C420-AF2B-49AD-8F15-4A35C8B8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089">
            <a:extLst xmlns:a="http://schemas.openxmlformats.org/drawingml/2006/main">
              <a:ext uri="{FF2B5EF4-FFF2-40B4-BE49-F238E27FC236}">
                <a16:creationId xmlns:a16="http://schemas.microsoft.com/office/drawing/2014/main" id="{ED4F310B-84FF-4230-A460-EBA15CC8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090">
            <a:extLst xmlns:a="http://schemas.openxmlformats.org/drawingml/2006/main">
              <a:ext uri="{FF2B5EF4-FFF2-40B4-BE49-F238E27FC236}">
                <a16:creationId xmlns:a16="http://schemas.microsoft.com/office/drawing/2014/main" id="{3F98F2BC-D7D6-40AD-94C3-A02F96B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</a:t>
            </a:r>
          </a:p>
        </p:txBody>
      </p:sp>
      <p:sp>
        <p:nvSpPr>
          <p:cNvPr id="22" name="text-1091">
            <a:extLst xmlns:a="http://schemas.openxmlformats.org/drawingml/2006/main">
              <a:ext uri="{FF2B5EF4-FFF2-40B4-BE49-F238E27FC236}">
                <a16:creationId xmlns:a16="http://schemas.microsoft.com/office/drawing/2014/main" id="{351109AB-6AFF-42E8-BFA3-EDD0F5D8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讀取環境、規劃、使用工具</a:t>
            </a:r>
          </a:p>
        </p:txBody>
      </p:sp>
      <p:sp>
        <p:nvSpPr>
          <p:cNvPr id="23" name="text-1092">
            <a:extLst xmlns:a="http://schemas.openxmlformats.org/drawingml/2006/main">
              <a:ext uri="{FF2B5EF4-FFF2-40B4-BE49-F238E27FC236}">
                <a16:creationId xmlns:a16="http://schemas.microsoft.com/office/drawing/2014/main" id="{A01EBFD3-E67C-4149-9909-05233C16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093">
            <a:extLst xmlns:a="http://schemas.openxmlformats.org/drawingml/2006/main">
              <a:ext uri="{FF2B5EF4-FFF2-40B4-BE49-F238E27FC236}">
                <a16:creationId xmlns:a16="http://schemas.microsoft.com/office/drawing/2014/main" id="{548B5645-5C95-4CA6-8731-F156364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094">
            <a:extLst xmlns:a="http://schemas.openxmlformats.org/drawingml/2006/main">
              <a:ext uri="{FF2B5EF4-FFF2-40B4-BE49-F238E27FC236}">
                <a16:creationId xmlns:a16="http://schemas.microsoft.com/office/drawing/2014/main" id="{06A989FC-A730-49E8-9157-F3B9EAA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095">
            <a:extLst xmlns:a="http://schemas.openxmlformats.org/drawingml/2006/main">
              <a:ext uri="{FF2B5EF4-FFF2-40B4-BE49-F238E27FC236}">
                <a16:creationId xmlns:a16="http://schemas.microsoft.com/office/drawing/2014/main" id="{1FB7E5F8-36BF-4273-AD18-2CC92F33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096">
            <a:extLst xmlns:a="http://schemas.openxmlformats.org/drawingml/2006/main">
              <a:ext uri="{FF2B5EF4-FFF2-40B4-BE49-F238E27FC236}">
                <a16:creationId xmlns:a16="http://schemas.microsoft.com/office/drawing/2014/main" id="{85F5047E-4D32-4A57-BFD2-F3408083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可信 Agent</a:t>
            </a:r>
          </a:p>
        </p:txBody>
      </p:sp>
      <p:sp>
        <p:nvSpPr>
          <p:cNvPr id="28" name="text-1097">
            <a:extLst xmlns:a="http://schemas.openxmlformats.org/drawingml/2006/main">
              <a:ext uri="{FF2B5EF4-FFF2-40B4-BE49-F238E27FC236}">
                <a16:creationId xmlns:a16="http://schemas.microsoft.com/office/drawing/2014/main" id="{98C21B6C-0C78-4449-9417-4A092000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驗證結果、回報限制、等待授權</a:t>
            </a:r>
          </a:p>
        </p:txBody>
      </p:sp>
      <p:sp>
        <p:nvSpPr>
          <p:cNvPr id="29" name="text-1098">
            <a:extLst xmlns:a="http://schemas.openxmlformats.org/drawingml/2006/main">
              <a:ext uri="{FF2B5EF4-FFF2-40B4-BE49-F238E27FC236}">
                <a16:creationId xmlns:a16="http://schemas.microsoft.com/office/drawing/2014/main" id="{46D402DD-762A-4665-B557-EEB6B7BE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1357681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1099">
            <a:extLst xmlns:a="http://schemas.openxmlformats.org/drawingml/2006/main">
              <a:ext uri="{FF2B5EF4-FFF2-40B4-BE49-F238E27FC236}">
                <a16:creationId xmlns:a16="http://schemas.microsoft.com/office/drawing/2014/main" id="{979BFC35-6D5F-47CB-A4E7-82073717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LOOP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FDD075-C163-4546-9622-8FD04A1E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五步循環：完成，不是只產生</a:t>
            </a:r>
          </a:p>
        </p:txBody>
      </p:sp>
      <p:cxnSp>
        <p:nvCxnSpPr>
          <p:cNvPr id="38" name="shape-110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01">
            <a:extLst xmlns:a="http://schemas.openxmlformats.org/drawingml/2006/main">
              <a:ext uri="{FF2B5EF4-FFF2-40B4-BE49-F238E27FC236}">
                <a16:creationId xmlns:a16="http://schemas.microsoft.com/office/drawing/2014/main" id="{A7E2F4A3-582C-4023-B774-BA6DE710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75609B4-DA8D-487E-A842-FE98C545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6" name="shape-1102">
            <a:extLst xmlns:a="http://schemas.openxmlformats.org/drawingml/2006/main">
              <a:ext uri="{FF2B5EF4-FFF2-40B4-BE49-F238E27FC236}">
                <a16:creationId xmlns:a16="http://schemas.microsoft.com/office/drawing/2014/main" id="{84AC8C48-F7A2-4CAD-8F59-4CBA55E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103">
            <a:extLst xmlns:a="http://schemas.openxmlformats.org/drawingml/2006/main">
              <a:ext uri="{FF2B5EF4-FFF2-40B4-BE49-F238E27FC236}">
                <a16:creationId xmlns:a16="http://schemas.microsoft.com/office/drawing/2014/main" id="{22475C74-A059-48AC-B26B-6A03F865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104">
            <a:extLst xmlns:a="http://schemas.openxmlformats.org/drawingml/2006/main">
              <a:ext uri="{FF2B5EF4-FFF2-40B4-BE49-F238E27FC236}">
                <a16:creationId xmlns:a16="http://schemas.microsoft.com/office/drawing/2014/main" id="{1F9333F3-F27C-49F1-B24A-31FB7928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105">
            <a:extLst xmlns:a="http://schemas.openxmlformats.org/drawingml/2006/main">
              <a:ext uri="{FF2B5EF4-FFF2-40B4-BE49-F238E27FC236}">
                <a16:creationId xmlns:a16="http://schemas.microsoft.com/office/drawing/2014/main" id="{A47E8F27-70D8-467F-A7FF-E820B1B9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理解</a:t>
            </a:r>
          </a:p>
        </p:txBody>
      </p:sp>
      <p:sp>
        <p:nvSpPr>
          <p:cNvPr id="10" name="text-1106">
            <a:extLst xmlns:a="http://schemas.openxmlformats.org/drawingml/2006/main">
              <a:ext uri="{FF2B5EF4-FFF2-40B4-BE49-F238E27FC236}">
                <a16:creationId xmlns:a16="http://schemas.microsoft.com/office/drawing/2014/main" id="{815D53FB-BA47-4D28-A6CC-D3498E0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確認目標與環境</a:t>
            </a:r>
          </a:p>
        </p:txBody>
      </p:sp>
      <p:sp>
        <p:nvSpPr>
          <p:cNvPr id="11" name="text-1107">
            <a:extLst xmlns:a="http://schemas.openxmlformats.org/drawingml/2006/main">
              <a:ext uri="{FF2B5EF4-FFF2-40B4-BE49-F238E27FC236}">
                <a16:creationId xmlns:a16="http://schemas.microsoft.com/office/drawing/2014/main" id="{6D6D7DD0-10B0-4761-B38D-60C171C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108">
            <a:extLst xmlns:a="http://schemas.openxmlformats.org/drawingml/2006/main">
              <a:ext uri="{FF2B5EF4-FFF2-40B4-BE49-F238E27FC236}">
                <a16:creationId xmlns:a16="http://schemas.microsoft.com/office/drawing/2014/main" id="{468EA1A9-EE13-4C02-8FF9-722F265F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109">
            <a:extLst xmlns:a="http://schemas.openxmlformats.org/drawingml/2006/main">
              <a:ext uri="{FF2B5EF4-FFF2-40B4-BE49-F238E27FC236}">
                <a16:creationId xmlns:a16="http://schemas.microsoft.com/office/drawing/2014/main" id="{C98C8A9F-5573-400F-B7C3-59C409E0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110">
            <a:extLst xmlns:a="http://schemas.openxmlformats.org/drawingml/2006/main">
              <a:ext uri="{FF2B5EF4-FFF2-40B4-BE49-F238E27FC236}">
                <a16:creationId xmlns:a16="http://schemas.microsoft.com/office/drawing/2014/main" id="{9BC77B84-E007-4E4D-A6E5-97094C0E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111">
            <a:extLst xmlns:a="http://schemas.openxmlformats.org/drawingml/2006/main">
              <a:ext uri="{FF2B5EF4-FFF2-40B4-BE49-F238E27FC236}">
                <a16:creationId xmlns:a16="http://schemas.microsoft.com/office/drawing/2014/main" id="{A92866FE-8CEC-49C7-9047-E26C55E1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規劃</a:t>
            </a:r>
          </a:p>
        </p:txBody>
      </p:sp>
      <p:sp>
        <p:nvSpPr>
          <p:cNvPr id="16" name="text-1112">
            <a:extLst xmlns:a="http://schemas.openxmlformats.org/drawingml/2006/main">
              <a:ext uri="{FF2B5EF4-FFF2-40B4-BE49-F238E27FC236}">
                <a16:creationId xmlns:a16="http://schemas.microsoft.com/office/drawing/2014/main" id="{63BCEB46-C80A-409E-BFB1-D71F0FF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拆解步驟與風險</a:t>
            </a:r>
          </a:p>
        </p:txBody>
      </p:sp>
      <p:sp>
        <p:nvSpPr>
          <p:cNvPr id="17" name="text-1113">
            <a:extLst xmlns:a="http://schemas.openxmlformats.org/drawingml/2006/main">
              <a:ext uri="{FF2B5EF4-FFF2-40B4-BE49-F238E27FC236}">
                <a16:creationId xmlns:a16="http://schemas.microsoft.com/office/drawing/2014/main" id="{AED7DD87-5B71-4118-80F7-B1AC4A82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114">
            <a:extLst xmlns:a="http://schemas.openxmlformats.org/drawingml/2006/main">
              <a:ext uri="{FF2B5EF4-FFF2-40B4-BE49-F238E27FC236}">
                <a16:creationId xmlns:a16="http://schemas.microsoft.com/office/drawing/2014/main" id="{70EE5B67-E9B1-4264-AE12-5088D249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115">
            <a:extLst xmlns:a="http://schemas.openxmlformats.org/drawingml/2006/main">
              <a:ext uri="{FF2B5EF4-FFF2-40B4-BE49-F238E27FC236}">
                <a16:creationId xmlns:a16="http://schemas.microsoft.com/office/drawing/2014/main" id="{3198F784-382F-4276-A50E-45684640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116">
            <a:extLst xmlns:a="http://schemas.openxmlformats.org/drawingml/2006/main">
              <a:ext uri="{FF2B5EF4-FFF2-40B4-BE49-F238E27FC236}">
                <a16:creationId xmlns:a16="http://schemas.microsoft.com/office/drawing/2014/main" id="{C33556FA-2AA5-4BD2-9E4D-2B5BC2A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117">
            <a:extLst xmlns:a="http://schemas.openxmlformats.org/drawingml/2006/main">
              <a:ext uri="{FF2B5EF4-FFF2-40B4-BE49-F238E27FC236}">
                <a16:creationId xmlns:a16="http://schemas.microsoft.com/office/drawing/2014/main" id="{E0608319-0D5C-444E-84F9-58578463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執行</a:t>
            </a:r>
          </a:p>
        </p:txBody>
      </p:sp>
      <p:sp>
        <p:nvSpPr>
          <p:cNvPr id="22" name="text-1118">
            <a:extLst xmlns:a="http://schemas.openxmlformats.org/drawingml/2006/main">
              <a:ext uri="{FF2B5EF4-FFF2-40B4-BE49-F238E27FC236}">
                <a16:creationId xmlns:a16="http://schemas.microsoft.com/office/drawing/2014/main" id="{B774F00B-0812-4BD2-A13B-B5A8CA3E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讀檔、寫檔、使用工具</a:t>
            </a:r>
          </a:p>
        </p:txBody>
      </p:sp>
      <p:sp>
        <p:nvSpPr>
          <p:cNvPr id="23" name="text-1119">
            <a:extLst xmlns:a="http://schemas.openxmlformats.org/drawingml/2006/main">
              <a:ext uri="{FF2B5EF4-FFF2-40B4-BE49-F238E27FC236}">
                <a16:creationId xmlns:a16="http://schemas.microsoft.com/office/drawing/2014/main" id="{3B160160-952F-4421-AA08-0DA747BB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120">
            <a:extLst xmlns:a="http://schemas.openxmlformats.org/drawingml/2006/main">
              <a:ext uri="{FF2B5EF4-FFF2-40B4-BE49-F238E27FC236}">
                <a16:creationId xmlns:a16="http://schemas.microsoft.com/office/drawing/2014/main" id="{A03B45B7-09CA-4459-84F4-86BE5DCD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121">
            <a:extLst xmlns:a="http://schemas.openxmlformats.org/drawingml/2006/main">
              <a:ext uri="{FF2B5EF4-FFF2-40B4-BE49-F238E27FC236}">
                <a16:creationId xmlns:a16="http://schemas.microsoft.com/office/drawing/2014/main" id="{3A180697-6157-4659-B185-E8B0731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122">
            <a:extLst xmlns:a="http://schemas.openxmlformats.org/drawingml/2006/main">
              <a:ext uri="{FF2B5EF4-FFF2-40B4-BE49-F238E27FC236}">
                <a16:creationId xmlns:a16="http://schemas.microsoft.com/office/drawing/2014/main" id="{D2F3CF32-E848-4640-BE50-CB85DE32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123">
            <a:extLst xmlns:a="http://schemas.openxmlformats.org/drawingml/2006/main">
              <a:ext uri="{FF2B5EF4-FFF2-40B4-BE49-F238E27FC236}">
                <a16:creationId xmlns:a16="http://schemas.microsoft.com/office/drawing/2014/main" id="{25E35BD3-C148-47E0-A1A7-A8129043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驗證</a:t>
            </a:r>
          </a:p>
        </p:txBody>
      </p:sp>
      <p:sp>
        <p:nvSpPr>
          <p:cNvPr id="28" name="text-1124">
            <a:extLst xmlns:a="http://schemas.openxmlformats.org/drawingml/2006/main">
              <a:ext uri="{FF2B5EF4-FFF2-40B4-BE49-F238E27FC236}">
                <a16:creationId xmlns:a16="http://schemas.microsoft.com/office/drawing/2014/main" id="{F11399C5-4FD2-4A1E-B896-9627D3D3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測試、畫面、差異</a:t>
            </a:r>
          </a:p>
        </p:txBody>
      </p:sp>
      <p:sp>
        <p:nvSpPr>
          <p:cNvPr id="29" name="text-1125">
            <a:extLst xmlns:a="http://schemas.openxmlformats.org/drawingml/2006/main">
              <a:ext uri="{FF2B5EF4-FFF2-40B4-BE49-F238E27FC236}">
                <a16:creationId xmlns:a16="http://schemas.microsoft.com/office/drawing/2014/main" id="{69F4C525-02DC-463E-AE81-70C61612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1126">
            <a:extLst xmlns:a="http://schemas.openxmlformats.org/drawingml/2006/main">
              <a:ext uri="{FF2B5EF4-FFF2-40B4-BE49-F238E27FC236}">
                <a16:creationId xmlns:a16="http://schemas.microsoft.com/office/drawing/2014/main" id="{0F386BE3-47FA-4CD5-AA66-D52EA44F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1127">
            <a:extLst xmlns:a="http://schemas.openxmlformats.org/drawingml/2006/main">
              <a:ext uri="{FF2B5EF4-FFF2-40B4-BE49-F238E27FC236}">
                <a16:creationId xmlns:a16="http://schemas.microsoft.com/office/drawing/2014/main" id="{A99ECAA1-C1D6-4106-8F69-92C6B82E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128">
            <a:extLst xmlns:a="http://schemas.openxmlformats.org/drawingml/2006/main">
              <a:ext uri="{FF2B5EF4-FFF2-40B4-BE49-F238E27FC236}">
                <a16:creationId xmlns:a16="http://schemas.microsoft.com/office/drawing/2014/main" id="{673F7B1C-084F-4A4C-A073-52D088ED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1129">
            <a:extLst xmlns:a="http://schemas.openxmlformats.org/drawingml/2006/main">
              <a:ext uri="{FF2B5EF4-FFF2-40B4-BE49-F238E27FC236}">
                <a16:creationId xmlns:a16="http://schemas.microsoft.com/office/drawing/2014/main" id="{A0900BFF-7880-48B0-A5C1-E5A32630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交付</a:t>
            </a:r>
          </a:p>
        </p:txBody>
      </p:sp>
      <p:sp>
        <p:nvSpPr>
          <p:cNvPr id="34" name="text-1130">
            <a:extLst xmlns:a="http://schemas.openxmlformats.org/drawingml/2006/main">
              <a:ext uri="{FF2B5EF4-FFF2-40B4-BE49-F238E27FC236}">
                <a16:creationId xmlns:a16="http://schemas.microsoft.com/office/drawing/2014/main" id="{EE572821-FD6F-47C5-96A3-150C9439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成果、限制、下一步</a:t>
            </a:r>
          </a:p>
        </p:txBody>
      </p:sp>
      <p:sp>
        <p:nvSpPr>
          <p:cNvPr id="35" name="text-1131">
            <a:extLst xmlns:a="http://schemas.openxmlformats.org/drawingml/2006/main">
              <a:ext uri="{FF2B5EF4-FFF2-40B4-BE49-F238E27FC236}">
                <a16:creationId xmlns:a16="http://schemas.microsoft.com/office/drawing/2014/main" id="{6F5BA607-BAAE-479D-AC12-6445D917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985348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132">
            <a:extLst xmlns:a="http://schemas.openxmlformats.org/drawingml/2006/main">
              <a:ext uri="{FF2B5EF4-FFF2-40B4-BE49-F238E27FC236}">
                <a16:creationId xmlns:a16="http://schemas.microsoft.com/office/drawing/2014/main" id="{5E4B8744-1874-4B4B-BBB0-4309ED33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WHY AGENTS NOW · OPENCLAW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9FC54D-01D0-45D9-82D4-4B6C878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為什麼 Agent 會紅起來？從 OpenClaw 看見「長了手腳」</a:t>
            </a:r>
          </a:p>
        </p:txBody>
      </p:sp>
      <p:cxnSp>
        <p:nvCxnSpPr>
          <p:cNvPr id="30" name="shape-113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34">
            <a:extLst xmlns:a="http://schemas.openxmlformats.org/drawingml/2006/main">
              <a:ext uri="{FF2B5EF4-FFF2-40B4-BE49-F238E27FC236}">
                <a16:creationId xmlns:a16="http://schemas.microsoft.com/office/drawing/2014/main" id="{80939489-58AB-4FF2-9AA4-3F7DB02B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E1565F-0A04-40BB-8AF0-D0E06C0F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6" name="shape-1135">
            <a:extLst xmlns:a="http://schemas.openxmlformats.org/drawingml/2006/main">
              <a:ext uri="{FF2B5EF4-FFF2-40B4-BE49-F238E27FC236}">
                <a16:creationId xmlns:a16="http://schemas.microsoft.com/office/drawing/2014/main" id="{21DBE00A-A738-42C6-8268-7B96962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136">
            <a:extLst xmlns:a="http://schemas.openxmlformats.org/drawingml/2006/main">
              <a:ext uri="{FF2B5EF4-FFF2-40B4-BE49-F238E27FC236}">
                <a16:creationId xmlns:a16="http://schemas.microsoft.com/office/drawing/2014/main" id="{6D323A3A-E714-44D4-9A74-E0722046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137">
            <a:extLst xmlns:a="http://schemas.openxmlformats.org/drawingml/2006/main">
              <a:ext uri="{FF2B5EF4-FFF2-40B4-BE49-F238E27FC236}">
                <a16:creationId xmlns:a16="http://schemas.microsoft.com/office/drawing/2014/main" id="{2CFAB372-BC83-4AC0-A3B5-280597C4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聊天機器人的邊界</a:t>
            </a:r>
          </a:p>
        </p:txBody>
      </p:sp>
      <p:sp>
        <p:nvSpPr>
          <p:cNvPr id="9" name="text-1138">
            <a:extLst xmlns:a="http://schemas.openxmlformats.org/drawingml/2006/main">
              <a:ext uri="{FF2B5EF4-FFF2-40B4-BE49-F238E27FC236}">
                <a16:creationId xmlns:a16="http://schemas.microsoft.com/office/drawing/2014/main" id="{D33FDE64-511E-4A2F-BC02-24DCFA9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原本以為 AI 只會回答、摘要與生成文字；Agent 開始接手的是「做事」。</a:t>
            </a:r>
          </a:p>
        </p:txBody>
      </p:sp>
      <p:sp>
        <p:nvSpPr>
          <p:cNvPr id="10" name="shape-1139">
            <a:extLst xmlns:a="http://schemas.openxmlformats.org/drawingml/2006/main">
              <a:ext uri="{FF2B5EF4-FFF2-40B4-BE49-F238E27FC236}">
                <a16:creationId xmlns:a16="http://schemas.microsoft.com/office/drawing/2014/main" id="{78328D74-1449-4E99-8356-E39D2D58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140">
            <a:extLst xmlns:a="http://schemas.openxmlformats.org/drawingml/2006/main">
              <a:ext uri="{FF2B5EF4-FFF2-40B4-BE49-F238E27FC236}">
                <a16:creationId xmlns:a16="http://schemas.microsoft.com/office/drawing/2014/main" id="{011F5AC9-6423-40D8-B07B-FC5B800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141">
            <a:extLst xmlns:a="http://schemas.openxmlformats.org/drawingml/2006/main">
              <a:ext uri="{FF2B5EF4-FFF2-40B4-BE49-F238E27FC236}">
                <a16:creationId xmlns:a16="http://schemas.microsoft.com/office/drawing/2014/main" id="{28998ED1-05AD-4B3C-950A-BFC2F5ED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OpenClaw 的觸發</a:t>
            </a:r>
          </a:p>
        </p:txBody>
      </p:sp>
      <p:sp>
        <p:nvSpPr>
          <p:cNvPr id="13" name="text-1142">
            <a:extLst xmlns:a="http://schemas.openxmlformats.org/drawingml/2006/main">
              <a:ext uri="{FF2B5EF4-FFF2-40B4-BE49-F238E27FC236}">
                <a16:creationId xmlns:a16="http://schemas.microsoft.com/office/drawing/2014/main" id="{76FCA1C1-799F-432F-8D66-95477577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2026 年初 OpenClaw（小龍蝦）受到高度關注，讓更多人直觀看到模型可以連到裝置、工具與訊息渠道。</a:t>
            </a:r>
          </a:p>
        </p:txBody>
      </p:sp>
      <p:sp>
        <p:nvSpPr>
          <p:cNvPr id="14" name="shape-1143">
            <a:extLst xmlns:a="http://schemas.openxmlformats.org/drawingml/2006/main">
              <a:ext uri="{FF2B5EF4-FFF2-40B4-BE49-F238E27FC236}">
                <a16:creationId xmlns:a16="http://schemas.microsoft.com/office/drawing/2014/main" id="{5CFA2B01-04AD-4C0D-8C71-84FB573C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144">
            <a:extLst xmlns:a="http://schemas.openxmlformats.org/drawingml/2006/main">
              <a:ext uri="{FF2B5EF4-FFF2-40B4-BE49-F238E27FC236}">
                <a16:creationId xmlns:a16="http://schemas.microsoft.com/office/drawing/2014/main" id="{2B3FF1F6-9BC5-4E25-BBF8-800BB824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145">
            <a:extLst xmlns:a="http://schemas.openxmlformats.org/drawingml/2006/main">
              <a:ext uri="{FF2B5EF4-FFF2-40B4-BE49-F238E27FC236}">
                <a16:creationId xmlns:a16="http://schemas.microsoft.com/office/drawing/2014/main" id="{18CB01A8-F85F-4D04-AA8A-7F111654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手腳是工具鏈</a:t>
            </a:r>
          </a:p>
        </p:txBody>
      </p:sp>
      <p:sp>
        <p:nvSpPr>
          <p:cNvPr id="17" name="text-1146">
            <a:extLst xmlns:a="http://schemas.openxmlformats.org/drawingml/2006/main">
              <a:ext uri="{FF2B5EF4-FFF2-40B4-BE49-F238E27FC236}">
                <a16:creationId xmlns:a16="http://schemas.microsoft.com/office/drawing/2014/main" id="{D7CE94CC-671A-4481-8E47-9A5D7A8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透過 MCP、CLI、瀏覽器、檔案與主機工具，Agent 能讀取環境、呼叫軟體、執行命令並回報結果。</a:t>
            </a:r>
          </a:p>
        </p:txBody>
      </p:sp>
      <p:sp>
        <p:nvSpPr>
          <p:cNvPr id="18" name="shape-1147">
            <a:extLst xmlns:a="http://schemas.openxmlformats.org/drawingml/2006/main">
              <a:ext uri="{FF2B5EF4-FFF2-40B4-BE49-F238E27FC236}">
                <a16:creationId xmlns:a16="http://schemas.microsoft.com/office/drawing/2014/main" id="{72397C92-9414-412A-9A20-66B98D01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148">
            <a:extLst xmlns:a="http://schemas.openxmlformats.org/drawingml/2006/main">
              <a:ext uri="{FF2B5EF4-FFF2-40B4-BE49-F238E27FC236}">
                <a16:creationId xmlns:a16="http://schemas.microsoft.com/office/drawing/2014/main" id="{C6D13E67-ACA0-4B16-8325-9D09704D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149">
            <a:extLst xmlns:a="http://schemas.openxmlformats.org/drawingml/2006/main">
              <a:ext uri="{FF2B5EF4-FFF2-40B4-BE49-F238E27FC236}">
                <a16:creationId xmlns:a16="http://schemas.microsoft.com/office/drawing/2014/main" id="{37F9C8BF-3ACA-423C-BBD0-F8FA43E4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產業共同轉向</a:t>
            </a:r>
          </a:p>
        </p:txBody>
      </p:sp>
      <p:sp>
        <p:nvSpPr>
          <p:cNvPr id="21" name="text-1150">
            <a:extLst xmlns:a="http://schemas.openxmlformats.org/drawingml/2006/main">
              <a:ext uri="{FF2B5EF4-FFF2-40B4-BE49-F238E27FC236}">
                <a16:creationId xmlns:a16="http://schemas.microsoft.com/office/drawing/2014/main" id="{AB7E10C8-486E-41AF-8F58-B521B248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OpenAI、Anthropic、Google 都把工具呼叫、電腦使用與 Agent 工作流推到前線；OpenClaw 讓這條路變得具體可感。</a:t>
            </a:r>
          </a:p>
        </p:txBody>
      </p:sp>
      <p:sp>
        <p:nvSpPr>
          <p:cNvPr id="22" name="text-2181">
            <a:extLst xmlns:a="http://schemas.openxmlformats.org/drawingml/2006/main">
              <a:ext uri="{FF2B5EF4-FFF2-40B4-BE49-F238E27FC236}">
                <a16:creationId xmlns:a16="http://schemas.microsoft.com/office/drawing/2014/main" id="{653868B8-5485-4BB0-9668-B8428DE9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79b72c5985f4069"/>
              </a:rPr>
              <a:t>OpenClaw 官方網站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17231ba6efa455e"/>
              </a:rPr>
              <a:t>OpenClaw GitHub ↗</a:t>
            </a:r>
          </a:p>
        </p:txBody>
      </p:sp>
      <p:sp>
        <p:nvSpPr>
          <p:cNvPr id="23" name="shape-2227">
            <a:extLst xmlns:a="http://schemas.openxmlformats.org/drawingml/2006/main">
              <a:ext uri="{FF2B5EF4-FFF2-40B4-BE49-F238E27FC236}">
                <a16:creationId xmlns:a16="http://schemas.microsoft.com/office/drawing/2014/main" id="{A997BD2D-4836-4DF8-AFC9-7503BE2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09a067f414c49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228">
            <a:extLst xmlns:a="http://schemas.openxmlformats.org/drawingml/2006/main">
              <a:ext uri="{FF2B5EF4-FFF2-40B4-BE49-F238E27FC236}">
                <a16:creationId xmlns:a16="http://schemas.microsoft.com/office/drawing/2014/main" id="{3EC59A69-0B95-4E00-A612-FFE73C08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OpenClaw 官方網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14591bc55481b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229">
            <a:extLst xmlns:a="http://schemas.openxmlformats.org/drawingml/2006/main">
              <a:ext uri="{FF2B5EF4-FFF2-40B4-BE49-F238E27FC236}">
                <a16:creationId xmlns:a16="http://schemas.microsoft.com/office/drawing/2014/main" id="{6A9888E8-36FE-4460-B512-E8E8EC90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OpenClaw Git</a:t>
            </a:r>
          </a:p>
        </p:txBody>
      </p:sp>
    </p:spTree>
    <p:extLst>
      <p:ext uri="{BB962C8B-B14F-4D97-AF65-F5344CB8AC3E}">
        <p14:creationId xmlns:p14="http://schemas.microsoft.com/office/powerpoint/2010/main" val="985800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151">
            <a:extLst xmlns:a="http://schemas.openxmlformats.org/drawingml/2006/main">
              <a:ext uri="{FF2B5EF4-FFF2-40B4-BE49-F238E27FC236}">
                <a16:creationId xmlns:a16="http://schemas.microsoft.com/office/drawing/2014/main" id="{B6008204-36AF-4E1E-A948-B33ACB7B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HUMAN-IN-THE-LOOP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79E6D5-BE73-4984-A750-E0A2D398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Human-in-the-loop：人在 Agent 閉環裡做決策</a:t>
            </a:r>
          </a:p>
        </p:txBody>
      </p:sp>
      <p:cxnSp>
        <p:nvCxnSpPr>
          <p:cNvPr id="24" name="shape-115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53">
            <a:extLst xmlns:a="http://schemas.openxmlformats.org/drawingml/2006/main">
              <a:ext uri="{FF2B5EF4-FFF2-40B4-BE49-F238E27FC236}">
                <a16:creationId xmlns:a16="http://schemas.microsoft.com/office/drawing/2014/main" id="{9447F033-1E4C-4D9C-963F-3FC86941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8BB757-D0CE-4590-9C24-3A94D52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6" name="shape-1154">
            <a:extLst xmlns:a="http://schemas.openxmlformats.org/drawingml/2006/main">
              <a:ext uri="{FF2B5EF4-FFF2-40B4-BE49-F238E27FC236}">
                <a16:creationId xmlns:a16="http://schemas.microsoft.com/office/drawing/2014/main" id="{A310CF1C-C1B9-4A67-B272-75E4C3CC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155">
            <a:extLst xmlns:a="http://schemas.openxmlformats.org/drawingml/2006/main">
              <a:ext uri="{FF2B5EF4-FFF2-40B4-BE49-F238E27FC236}">
                <a16:creationId xmlns:a16="http://schemas.microsoft.com/office/drawing/2014/main" id="{BCC92422-C347-41D6-B55E-AA271870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RUN</a:t>
            </a:r>
          </a:p>
        </p:txBody>
      </p:sp>
      <p:sp>
        <p:nvSpPr>
          <p:cNvPr id="8" name="text-1156">
            <a:extLst xmlns:a="http://schemas.openxmlformats.org/drawingml/2006/main">
              <a:ext uri="{FF2B5EF4-FFF2-40B4-BE49-F238E27FC236}">
                <a16:creationId xmlns:a16="http://schemas.microsoft.com/office/drawing/2014/main" id="{8F55A5BB-A1C2-401D-A661-4342F14C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的閉環</a:t>
            </a:r>
          </a:p>
        </p:txBody>
      </p:sp>
      <p:sp>
        <p:nvSpPr>
          <p:cNvPr id="9" name="text-1157">
            <a:extLst xmlns:a="http://schemas.openxmlformats.org/drawingml/2006/main">
              <a:ext uri="{FF2B5EF4-FFF2-40B4-BE49-F238E27FC236}">
                <a16:creationId xmlns:a16="http://schemas.microsoft.com/office/drawing/2014/main" id="{0015FC26-A18D-4439-A297-7A5967F7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給定目標後，Agent 可以理解、規劃、執行、驗證與交付，長時間不中斷地推進。</a:t>
            </a:r>
          </a:p>
        </p:txBody>
      </p:sp>
      <p:sp>
        <p:nvSpPr>
          <p:cNvPr id="10" name="shape-1158">
            <a:extLst xmlns:a="http://schemas.openxmlformats.org/drawingml/2006/main">
              <a:ext uri="{FF2B5EF4-FFF2-40B4-BE49-F238E27FC236}">
                <a16:creationId xmlns:a16="http://schemas.microsoft.com/office/drawing/2014/main" id="{9D938190-F0CD-4B52-B1B0-4F1E538C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159">
            <a:extLst xmlns:a="http://schemas.openxmlformats.org/drawingml/2006/main">
              <a:ext uri="{FF2B5EF4-FFF2-40B4-BE49-F238E27FC236}">
                <a16:creationId xmlns:a16="http://schemas.microsoft.com/office/drawing/2014/main" id="{50787430-57FB-4473-AA58-6131A990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LOOK</a:t>
            </a:r>
          </a:p>
        </p:txBody>
      </p:sp>
      <p:sp>
        <p:nvSpPr>
          <p:cNvPr id="12" name="text-1160">
            <a:extLst xmlns:a="http://schemas.openxmlformats.org/drawingml/2006/main">
              <a:ext uri="{FF2B5EF4-FFF2-40B4-BE49-F238E27FC236}">
                <a16:creationId xmlns:a16="http://schemas.microsoft.com/office/drawing/2014/main" id="{AED6E3C2-C479-4432-93FF-69B428C8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人監控方向</a:t>
            </a:r>
          </a:p>
        </p:txBody>
      </p:sp>
      <p:sp>
        <p:nvSpPr>
          <p:cNvPr id="13" name="text-1161">
            <a:extLst xmlns:a="http://schemas.openxmlformats.org/drawingml/2006/main">
              <a:ext uri="{FF2B5EF4-FFF2-40B4-BE49-F238E27FC236}">
                <a16:creationId xmlns:a16="http://schemas.microsoft.com/office/drawing/2014/main" id="{E0931045-3A03-418C-BD84-03D849A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人仍在 loop 裡看計畫、看證據，確認 Agent 沒有做錯、做歪或偏離真正目的。</a:t>
            </a:r>
          </a:p>
        </p:txBody>
      </p:sp>
      <p:sp>
        <p:nvSpPr>
          <p:cNvPr id="14" name="shape-1162">
            <a:extLst xmlns:a="http://schemas.openxmlformats.org/drawingml/2006/main">
              <a:ext uri="{FF2B5EF4-FFF2-40B4-BE49-F238E27FC236}">
                <a16:creationId xmlns:a16="http://schemas.microsoft.com/office/drawing/2014/main" id="{1AD407C6-8FF4-4BB9-A328-BA3DB542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163">
            <a:extLst xmlns:a="http://schemas.openxmlformats.org/drawingml/2006/main">
              <a:ext uri="{FF2B5EF4-FFF2-40B4-BE49-F238E27FC236}">
                <a16:creationId xmlns:a16="http://schemas.microsoft.com/office/drawing/2014/main" id="{7B053510-72C9-4A18-8A7B-31CFF9A8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STOP</a:t>
            </a:r>
          </a:p>
        </p:txBody>
      </p:sp>
      <p:sp>
        <p:nvSpPr>
          <p:cNvPr id="16" name="text-1164">
            <a:extLst xmlns:a="http://schemas.openxmlformats.org/drawingml/2006/main">
              <a:ext uri="{FF2B5EF4-FFF2-40B4-BE49-F238E27FC236}">
                <a16:creationId xmlns:a16="http://schemas.microsoft.com/office/drawing/2014/main" id="{5394B6D4-4823-47CA-B65E-5563412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關鍵節點停下</a:t>
            </a:r>
          </a:p>
        </p:txBody>
      </p:sp>
      <p:sp>
        <p:nvSpPr>
          <p:cNvPr id="17" name="text-1165">
            <a:extLst xmlns:a="http://schemas.openxmlformats.org/drawingml/2006/main">
              <a:ext uri="{FF2B5EF4-FFF2-40B4-BE49-F238E27FC236}">
                <a16:creationId xmlns:a16="http://schemas.microsoft.com/office/drawing/2014/main" id="{602D28BD-076D-4D06-A940-C867E701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遇到刪除、公開、上傳、敏感資料或高影響決策，必須停下來請人確認。</a:t>
            </a:r>
          </a:p>
        </p:txBody>
      </p:sp>
      <p:sp>
        <p:nvSpPr>
          <p:cNvPr id="18" name="shape-1166">
            <a:extLst xmlns:a="http://schemas.openxmlformats.org/drawingml/2006/main">
              <a:ext uri="{FF2B5EF4-FFF2-40B4-BE49-F238E27FC236}">
                <a16:creationId xmlns:a16="http://schemas.microsoft.com/office/drawing/2014/main" id="{D8B9F0E0-152D-4834-8C44-AB7BB879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167">
            <a:extLst xmlns:a="http://schemas.openxmlformats.org/drawingml/2006/main">
              <a:ext uri="{FF2B5EF4-FFF2-40B4-BE49-F238E27FC236}">
                <a16:creationId xmlns:a16="http://schemas.microsoft.com/office/drawing/2014/main" id="{22D038B4-C94A-4C74-8AF7-7207C60F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6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TRUST</a:t>
            </a:r>
          </a:p>
        </p:txBody>
      </p:sp>
      <p:sp>
        <p:nvSpPr>
          <p:cNvPr id="20" name="text-1168">
            <a:extLst xmlns:a="http://schemas.openxmlformats.org/drawingml/2006/main">
              <a:ext uri="{FF2B5EF4-FFF2-40B4-BE49-F238E27FC236}">
                <a16:creationId xmlns:a16="http://schemas.microsoft.com/office/drawing/2014/main" id="{99C7B2B2-3F31-4C14-863E-86B998A9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慢一點更可信</a:t>
            </a:r>
          </a:p>
        </p:txBody>
      </p:sp>
      <p:sp>
        <p:nvSpPr>
          <p:cNvPr id="21" name="text-1169">
            <a:extLst xmlns:a="http://schemas.openxmlformats.org/drawingml/2006/main">
              <a:ext uri="{FF2B5EF4-FFF2-40B4-BE49-F238E27FC236}">
                <a16:creationId xmlns:a16="http://schemas.microsoft.com/office/drawing/2014/main" id="{FED90A82-3031-46D2-B4E9-B45F9510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人類介入可能降低純自動化速度，卻能換取正確性、可追查性與責任清楚。</a:t>
            </a:r>
          </a:p>
        </p:txBody>
      </p:sp>
    </p:spTree>
    <p:extLst>
      <p:ext uri="{BB962C8B-B14F-4D97-AF65-F5344CB8AC3E}">
        <p14:creationId xmlns:p14="http://schemas.microsoft.com/office/powerpoint/2010/main" val="853412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170">
            <a:extLst xmlns:a="http://schemas.openxmlformats.org/drawingml/2006/main">
              <a:ext uri="{FF2B5EF4-FFF2-40B4-BE49-F238E27FC236}">
                <a16:creationId xmlns:a16="http://schemas.microsoft.com/office/drawing/2014/main" id="{6B01F81D-7283-440A-8E9D-E4C87864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PERSONALITY &amp; STRATEGY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654AEB-E2A5-4C37-B0A9-B96CCE3B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三大 Agent 的人生交往學：看個性、選伴侶、配任務</a:t>
            </a:r>
          </a:p>
        </p:txBody>
      </p:sp>
      <p:cxnSp>
        <p:nvCxnSpPr>
          <p:cNvPr id="31" name="shape-117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72">
            <a:extLst xmlns:a="http://schemas.openxmlformats.org/drawingml/2006/main">
              <a:ext uri="{FF2B5EF4-FFF2-40B4-BE49-F238E27FC236}">
                <a16:creationId xmlns:a16="http://schemas.microsoft.com/office/drawing/2014/main" id="{1072FA93-2BE9-476E-869E-743EEFFC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73F7EC-4C80-41D9-9683-F3EF809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6" name="shape-1173">
            <a:extLst xmlns:a="http://schemas.openxmlformats.org/drawingml/2006/main">
              <a:ext uri="{FF2B5EF4-FFF2-40B4-BE49-F238E27FC236}">
                <a16:creationId xmlns:a16="http://schemas.microsoft.com/office/drawing/2014/main" id="{DC27E814-DEC7-4D4D-9D92-778E5076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174">
            <a:extLst xmlns:a="http://schemas.openxmlformats.org/drawingml/2006/main">
              <a:ext uri="{FF2B5EF4-FFF2-40B4-BE49-F238E27FC236}">
                <a16:creationId xmlns:a16="http://schemas.microsoft.com/office/drawing/2014/main" id="{D1EB7630-065A-41C1-B6DE-CC019360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175">
            <a:extLst xmlns:a="http://schemas.openxmlformats.org/drawingml/2006/main">
              <a:ext uri="{FF2B5EF4-FFF2-40B4-BE49-F238E27FC236}">
                <a16:creationId xmlns:a16="http://schemas.microsoft.com/office/drawing/2014/main" id="{BC867C13-868F-4D7C-AE29-0E779A6B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G</a:t>
            </a:r>
          </a:p>
        </p:txBody>
      </p:sp>
      <p:sp>
        <p:nvSpPr>
          <p:cNvPr id="9" name="text-1176">
            <a:extLst xmlns:a="http://schemas.openxmlformats.org/drawingml/2006/main">
              <a:ext uri="{FF2B5EF4-FFF2-40B4-BE49-F238E27FC236}">
                <a16:creationId xmlns:a16="http://schemas.microsoft.com/office/drawing/2014/main" id="{E8023733-AEE9-491F-8514-B0E408B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Antigravity／Gemini 3.7 Flash</a:t>
            </a:r>
          </a:p>
        </p:txBody>
      </p:sp>
      <p:sp>
        <p:nvSpPr>
          <p:cNvPr id="10" name="text-1177">
            <a:extLst xmlns:a="http://schemas.openxmlformats.org/drawingml/2006/main">
              <a:ext uri="{FF2B5EF4-FFF2-40B4-BE49-F238E27FC236}">
                <a16:creationId xmlns:a16="http://schemas.microsoft.com/office/drawing/2014/main" id="{24DFA24B-1029-44DA-A788-FAC5F6E2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定位：Google 最新 GA 的 Agent 工作馬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個人體感：相較其他家 Agent，速度快 20 倍以上，像熱血年輕人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優勢：複雜 coding、工具規劃、長鏈任務與可靠多步驟執行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邊界：仍要設定 Harness、權限與驗收</a:t>
            </a:r>
          </a:p>
        </p:txBody>
      </p:sp>
      <p:sp>
        <p:nvSpPr>
          <p:cNvPr id="11" name="shape-1178">
            <a:extLst xmlns:a="http://schemas.openxmlformats.org/drawingml/2006/main">
              <a:ext uri="{FF2B5EF4-FFF2-40B4-BE49-F238E27FC236}">
                <a16:creationId xmlns:a16="http://schemas.microsoft.com/office/drawing/2014/main" id="{060D7F71-2C14-4AF7-AA8C-0D86B56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2" name="shape-1179">
            <a:extLst xmlns:a="http://schemas.openxmlformats.org/drawingml/2006/main">
              <a:ext uri="{FF2B5EF4-FFF2-40B4-BE49-F238E27FC236}">
                <a16:creationId xmlns:a16="http://schemas.microsoft.com/office/drawing/2014/main" id="{391458BF-DFDA-4C16-86EC-45A718B2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180">
            <a:extLst xmlns:a="http://schemas.openxmlformats.org/drawingml/2006/main">
              <a:ext uri="{FF2B5EF4-FFF2-40B4-BE49-F238E27FC236}">
                <a16:creationId xmlns:a16="http://schemas.microsoft.com/office/drawing/2014/main" id="{1F6493C0-BBA8-4EBE-963F-AB9315AA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77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14" name="text-1181">
            <a:extLst xmlns:a="http://schemas.openxmlformats.org/drawingml/2006/main">
              <a:ext uri="{FF2B5EF4-FFF2-40B4-BE49-F238E27FC236}">
                <a16:creationId xmlns:a16="http://schemas.microsoft.com/office/drawing/2014/main" id="{7C6F4EC6-5DDB-428F-A67E-1644FABC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Claude</a:t>
            </a:r>
          </a:p>
        </p:txBody>
      </p:sp>
      <p:sp>
        <p:nvSpPr>
          <p:cNvPr id="15" name="text-1182">
            <a:extLst xmlns:a="http://schemas.openxmlformats.org/drawingml/2006/main">
              <a:ext uri="{FF2B5EF4-FFF2-40B4-BE49-F238E27FC236}">
                <a16:creationId xmlns:a16="http://schemas.microsoft.com/office/drawing/2014/main" id="{9A000A33-ECE1-4E97-B691-97E3A404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人設：成熟穩重的終身伴侶，進入細水長流的婚姻穩定期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優勢：極致沉穩可靠，代碼與長鏈任務完全不用擔心翻車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特性：少突發驚喜，Token 燒完必須耐心等每週週期重置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最適合：大型系統重構、複雜多檔分析、關鍵高難度任務</a:t>
            </a:r>
          </a:p>
        </p:txBody>
      </p:sp>
      <p:sp>
        <p:nvSpPr>
          <p:cNvPr id="16" name="shape-1183">
            <a:extLst xmlns:a="http://schemas.openxmlformats.org/drawingml/2006/main">
              <a:ext uri="{FF2B5EF4-FFF2-40B4-BE49-F238E27FC236}">
                <a16:creationId xmlns:a16="http://schemas.microsoft.com/office/drawing/2014/main" id="{B0817084-E695-4B13-A519-9F3A5B6B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676400"/>
            <a:ext cx="3594100" cy="426720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shape-1184">
            <a:extLst xmlns:a="http://schemas.openxmlformats.org/drawingml/2006/main">
              <a:ext uri="{FF2B5EF4-FFF2-40B4-BE49-F238E27FC236}">
                <a16:creationId xmlns:a16="http://schemas.microsoft.com/office/drawing/2014/main" id="{F798B6B5-1255-4186-882A-C07FA10E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1885950"/>
            <a:ext cx="317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185">
            <a:extLst xmlns:a="http://schemas.openxmlformats.org/drawingml/2006/main">
              <a:ext uri="{FF2B5EF4-FFF2-40B4-BE49-F238E27FC236}">
                <a16:creationId xmlns:a16="http://schemas.microsoft.com/office/drawing/2014/main" id="{3A8C11C6-9C67-40A8-BB97-69E4DCF2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X</a:t>
            </a:r>
          </a:p>
        </p:txBody>
      </p:sp>
      <p:sp>
        <p:nvSpPr>
          <p:cNvPr id="19" name="text-1186">
            <a:extLst xmlns:a="http://schemas.openxmlformats.org/drawingml/2006/main">
              <a:ext uri="{FF2B5EF4-FFF2-40B4-BE49-F238E27FC236}">
                <a16:creationId xmlns:a16="http://schemas.microsoft.com/office/drawing/2014/main" id="{A19FC701-3663-4360-A87C-D90303D7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17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Codex／ChatGPT</a:t>
            </a:r>
          </a:p>
        </p:txBody>
      </p:sp>
      <p:sp>
        <p:nvSpPr>
          <p:cNvPr id="20" name="text-1187">
            <a:extLst xmlns:a="http://schemas.openxmlformats.org/drawingml/2006/main">
              <a:ext uri="{FF2B5EF4-FFF2-40B4-BE49-F238E27FC236}">
                <a16:creationId xmlns:a16="http://schemas.microsoft.com/office/drawing/2014/main" id="{C91B6A06-D443-4C0B-9ED1-9E7C4A30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467100"/>
            <a:ext cx="3175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人設：變化性最大、彈性極高的情人，可切換 1.5 倍速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優勢：支援原生語音流暢口述，要快要穩隨心所欲靈活切換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亮點：常有重置驚喜與 100% 回檔彈性，讓你隨時接關做下去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最適合：日常研究輔助、互動工具、語音實作、頻繁試錯</a:t>
            </a:r>
          </a:p>
        </p:txBody>
      </p:sp>
      <p:sp>
        <p:nvSpPr>
          <p:cNvPr id="21" name="text-2180">
            <a:extLst xmlns:a="http://schemas.openxmlformats.org/drawingml/2006/main">
              <a:ext uri="{FF2B5EF4-FFF2-40B4-BE49-F238E27FC236}">
                <a16:creationId xmlns:a16="http://schemas.microsoft.com/office/drawing/2014/main" id="{37CABD0E-787F-4C9A-B3B3-37C084A4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b3ad7bac0ac40a8"/>
              </a:rPr>
              <a:t>Antigravity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3df995cd80c4f2c"/>
              </a:rPr>
              <a:t>Codex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070a01c126c4f83"/>
              </a:rPr>
              <a:t>Claude ↗</a:t>
            </a:r>
          </a:p>
        </p:txBody>
      </p:sp>
      <p:sp>
        <p:nvSpPr>
          <p:cNvPr id="22" name="shape-2223">
            <a:extLst xmlns:a="http://schemas.openxmlformats.org/drawingml/2006/main">
              <a:ext uri="{FF2B5EF4-FFF2-40B4-BE49-F238E27FC236}">
                <a16:creationId xmlns:a16="http://schemas.microsoft.com/office/drawing/2014/main" id="{506F5BE8-C05A-4431-9E96-51508DE1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d8beb550f4a92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2224">
            <a:extLst xmlns:a="http://schemas.openxmlformats.org/drawingml/2006/main">
              <a:ext uri="{FF2B5EF4-FFF2-40B4-BE49-F238E27FC236}">
                <a16:creationId xmlns:a16="http://schemas.microsoft.com/office/drawing/2014/main" id="{2CB56D75-A9A9-412C-98D5-4BD1039A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7e971d9354ad5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2225">
            <a:extLst xmlns:a="http://schemas.openxmlformats.org/drawingml/2006/main">
              <a:ext uri="{FF2B5EF4-FFF2-40B4-BE49-F238E27FC236}">
                <a16:creationId xmlns:a16="http://schemas.microsoft.com/office/drawing/2014/main" id="{A6B8BB03-D233-46C9-8EA0-2979A65E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3130b850c4fa4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8" name="text-2226">
            <a:extLst xmlns:a="http://schemas.openxmlformats.org/drawingml/2006/main">
              <a:ext uri="{FF2B5EF4-FFF2-40B4-BE49-F238E27FC236}">
                <a16:creationId xmlns:a16="http://schemas.microsoft.com/office/drawing/2014/main" id="{5BEBDE5F-47A5-4846-8045-3136C801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Claude</a:t>
            </a:r>
          </a:p>
        </p:txBody>
      </p:sp>
    </p:spTree>
    <p:extLst>
      <p:ext uri="{BB962C8B-B14F-4D97-AF65-F5344CB8AC3E}">
        <p14:creationId xmlns:p14="http://schemas.microsoft.com/office/powerpoint/2010/main" val="1775881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188">
            <a:extLst xmlns:a="http://schemas.openxmlformats.org/drawingml/2006/main">
              <a:ext uri="{FF2B5EF4-FFF2-40B4-BE49-F238E27FC236}">
                <a16:creationId xmlns:a16="http://schemas.microsoft.com/office/drawing/2014/main" id="{93EA1D63-5B57-4766-8D87-BDC7C53C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CONTINUITY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803478-72D7-4F28-85A5-C3CFD825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下午不重做：直接升級上午成果</a:t>
            </a:r>
          </a:p>
        </p:txBody>
      </p:sp>
      <p:cxnSp>
        <p:nvCxnSpPr>
          <p:cNvPr id="20" name="shape-118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190">
            <a:extLst xmlns:a="http://schemas.openxmlformats.org/drawingml/2006/main">
              <a:ext uri="{FF2B5EF4-FFF2-40B4-BE49-F238E27FC236}">
                <a16:creationId xmlns:a16="http://schemas.microsoft.com/office/drawing/2014/main" id="{F9C1BB3A-BC7A-49C1-9B55-C49C0152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9D6BD4-EE71-4B10-B471-7BCBD921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6" name="shape-1191">
            <a:extLst xmlns:a="http://schemas.openxmlformats.org/drawingml/2006/main">
              <a:ext uri="{FF2B5EF4-FFF2-40B4-BE49-F238E27FC236}">
                <a16:creationId xmlns:a16="http://schemas.microsoft.com/office/drawing/2014/main" id="{505C2EAC-0F1D-4639-90A2-CA8A308B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192">
            <a:extLst xmlns:a="http://schemas.openxmlformats.org/drawingml/2006/main">
              <a:ext uri="{FF2B5EF4-FFF2-40B4-BE49-F238E27FC236}">
                <a16:creationId xmlns:a16="http://schemas.microsoft.com/office/drawing/2014/main" id="{E350002E-BC6F-48DA-87B2-014C9911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193">
            <a:extLst xmlns:a="http://schemas.openxmlformats.org/drawingml/2006/main">
              <a:ext uri="{FF2B5EF4-FFF2-40B4-BE49-F238E27FC236}">
                <a16:creationId xmlns:a16="http://schemas.microsoft.com/office/drawing/2014/main" id="{74AE32D8-6796-490B-9287-9A4D4B40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上午已有</a:t>
            </a:r>
          </a:p>
        </p:txBody>
      </p:sp>
      <p:sp>
        <p:nvSpPr>
          <p:cNvPr id="9" name="text-1194">
            <a:extLst xmlns:a="http://schemas.openxmlformats.org/drawingml/2006/main">
              <a:ext uri="{FF2B5EF4-FFF2-40B4-BE49-F238E27FC236}">
                <a16:creationId xmlns:a16="http://schemas.microsoft.com/office/drawing/2014/main" id="{864E514E-F476-46E3-810A-8EEB1325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Gemini Notebook 來源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Gem 教學方法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Canvas 互動原型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部署或分享連結</a:t>
            </a:r>
          </a:p>
        </p:txBody>
      </p:sp>
      <p:sp>
        <p:nvSpPr>
          <p:cNvPr id="10" name="text-1195">
            <a:extLst xmlns:a="http://schemas.openxmlformats.org/drawingml/2006/main">
              <a:ext uri="{FF2B5EF4-FFF2-40B4-BE49-F238E27FC236}">
                <a16:creationId xmlns:a16="http://schemas.microsoft.com/office/drawing/2014/main" id="{311A20F8-A0A2-4531-9390-890A7340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下午新增</a:t>
            </a:r>
          </a:p>
        </p:txBody>
      </p:sp>
      <p:sp>
        <p:nvSpPr>
          <p:cNvPr id="11" name="text-1196">
            <a:extLst xmlns:a="http://schemas.openxmlformats.org/drawingml/2006/main">
              <a:ext uri="{FF2B5EF4-FFF2-40B4-BE49-F238E27FC236}">
                <a16:creationId xmlns:a16="http://schemas.microsoft.com/office/drawing/2014/main" id="{73C554AB-9FD1-4730-B503-08B12678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專案資料夾與任務簡報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修改與測試證據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可重複使用的 Skill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跨工具驗證紀錄</a:t>
            </a:r>
          </a:p>
        </p:txBody>
      </p:sp>
      <p:sp>
        <p:nvSpPr>
          <p:cNvPr id="12" name="text-1197">
            <a:extLst xmlns:a="http://schemas.openxmlformats.org/drawingml/2006/main">
              <a:ext uri="{FF2B5EF4-FFF2-40B4-BE49-F238E27FC236}">
                <a16:creationId xmlns:a16="http://schemas.microsoft.com/office/drawing/2014/main" id="{DE71CA65-FE27-4B76-B00A-21EF769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上午成果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來源、Gem、Canvas、連結</a:t>
            </a:r>
          </a:p>
        </p:txBody>
      </p:sp>
      <p:sp>
        <p:nvSpPr>
          <p:cNvPr id="13" name="text-1198">
            <a:extLst xmlns:a="http://schemas.openxmlformats.org/drawingml/2006/main">
              <a:ext uri="{FF2B5EF4-FFF2-40B4-BE49-F238E27FC236}">
                <a16:creationId xmlns:a16="http://schemas.microsoft.com/office/drawing/2014/main" id="{EC488B0A-154A-44F7-82B2-3520A9E9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同一個問題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繼續往下做</a:t>
            </a:r>
          </a:p>
        </p:txBody>
      </p:sp>
      <p:sp>
        <p:nvSpPr>
          <p:cNvPr id="14" name="text-1199">
            <a:extLst xmlns:a="http://schemas.openxmlformats.org/drawingml/2006/main">
              <a:ext uri="{FF2B5EF4-FFF2-40B4-BE49-F238E27FC236}">
                <a16:creationId xmlns:a16="http://schemas.microsoft.com/office/drawing/2014/main" id="{0F8D6421-3E6C-41C9-BBED-D4BDD876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EECE7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下午升級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任務、Skill、證據、驗證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81350" y="5181600"/>
            <a:ext cx="1724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286625" y="5181600"/>
            <a:ext cx="1724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4A"/>
            </a:solidFill>
            <a:prstDash val="solid"/>
            <a:tailEnd type="arrow" w="sm" len="sm"/>
          </a:ln>
        </p:spPr>
      </p:cxnSp>
      <p:sp>
        <p:nvSpPr>
          <p:cNvPr id="17" name="text-1200">
            <a:extLst xmlns:a="http://schemas.openxmlformats.org/drawingml/2006/main">
              <a:ext uri="{FF2B5EF4-FFF2-40B4-BE49-F238E27FC236}">
                <a16:creationId xmlns:a16="http://schemas.microsoft.com/office/drawing/2014/main" id="{D1E19AE0-F15D-49DC-A94A-447B4856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19750"/>
            <a:ext cx="598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不是重做，而是把作品變成可重複流程</a:t>
            </a:r>
          </a:p>
        </p:txBody>
      </p:sp>
    </p:spTree>
    <p:extLst>
      <p:ext uri="{BB962C8B-B14F-4D97-AF65-F5344CB8AC3E}">
        <p14:creationId xmlns:p14="http://schemas.microsoft.com/office/powerpoint/2010/main" val="1392470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201">
            <a:extLst xmlns:a="http://schemas.openxmlformats.org/drawingml/2006/main">
              <a:ext uri="{FF2B5EF4-FFF2-40B4-BE49-F238E27FC236}">
                <a16:creationId xmlns:a16="http://schemas.microsoft.com/office/drawing/2014/main" id="{0F036B92-A561-4E96-9C06-CAAFDF7F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72BC7A-655B-40A9-BE04-C43EC000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阿凱老師實戰案例導航｜資料與 Agent Skills</a:t>
            </a:r>
          </a:p>
        </p:txBody>
      </p:sp>
      <p:cxnSp>
        <p:nvCxnSpPr>
          <p:cNvPr id="33" name="shape-120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03">
            <a:extLst xmlns:a="http://schemas.openxmlformats.org/drawingml/2006/main">
              <a:ext uri="{FF2B5EF4-FFF2-40B4-BE49-F238E27FC236}">
                <a16:creationId xmlns:a16="http://schemas.microsoft.com/office/drawing/2014/main" id="{A1A75A3F-5CA3-4CED-9536-3070B7EE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68FAA7-CE1A-4B32-9DE5-B8CD3252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6" name="text-1204">
            <a:extLst xmlns:a="http://schemas.openxmlformats.org/drawingml/2006/main">
              <a:ext uri="{FF2B5EF4-FFF2-40B4-BE49-F238E27FC236}">
                <a16:creationId xmlns:a16="http://schemas.microsoft.com/office/drawing/2014/main" id="{9151D3B8-3922-4168-BB82-D447CEB2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從學生表現分析、PIRLS 評量設計到 Web Agent 技能，觀察可驗證的工作流程。</a:t>
            </a:r>
          </a:p>
        </p:txBody>
      </p:sp>
      <p:sp>
        <p:nvSpPr>
          <p:cNvPr id="7" name="shape-1205">
            <a:extLst xmlns:a="http://schemas.openxmlformats.org/drawingml/2006/main">
              <a:ext uri="{FF2B5EF4-FFF2-40B4-BE49-F238E27FC236}">
                <a16:creationId xmlns:a16="http://schemas.microsoft.com/office/drawing/2014/main" id="{9F844BCF-C1C3-4FB4-90E2-29CAAAF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206">
            <a:extLst xmlns:a="http://schemas.openxmlformats.org/drawingml/2006/main">
              <a:ext uri="{FF2B5EF4-FFF2-40B4-BE49-F238E27FC236}">
                <a16:creationId xmlns:a16="http://schemas.microsoft.com/office/drawing/2014/main" id="{54CB6830-F659-45E2-9FC4-3ED1541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#73 · 學生資料分析</a:t>
            </a:r>
          </a:p>
        </p:txBody>
      </p:sp>
      <p:sp>
        <p:nvSpPr>
          <p:cNvPr id="9" name="text-1207">
            <a:extLst xmlns:a="http://schemas.openxmlformats.org/drawingml/2006/main">
              <a:ext uri="{FF2B5EF4-FFF2-40B4-BE49-F238E27FC236}">
                <a16:creationId xmlns:a16="http://schemas.microsoft.com/office/drawing/2014/main" id="{966A3A74-E9D2-4C2E-8315-A90DA517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國小期中考成績篩選工具</a:t>
            </a:r>
          </a:p>
        </p:txBody>
      </p:sp>
      <p:sp>
        <p:nvSpPr>
          <p:cNvPr id="10" name="text-1208">
            <a:extLst xmlns:a="http://schemas.openxmlformats.org/drawingml/2006/main">
              <a:ext uri="{FF2B5EF4-FFF2-40B4-BE49-F238E27FC236}">
                <a16:creationId xmlns:a16="http://schemas.microsoft.com/office/drawing/2014/main" id="{2500C46A-057C-4F87-BF02-73F933D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快速查看成績分布與篩選結果，作為結構化學生資料分析的入門案例。</a:t>
            </a:r>
          </a:p>
        </p:txBody>
      </p:sp>
      <p:sp>
        <p:nvSpPr>
          <p:cNvPr id="11" name="text-1209">
            <a:extLst xmlns:a="http://schemas.openxmlformats.org/drawingml/2006/main">
              <a:ext uri="{FF2B5EF4-FFF2-40B4-BE49-F238E27FC236}">
                <a16:creationId xmlns:a16="http://schemas.microsoft.com/office/drawing/2014/main" id="{1493962F-BCAD-4A8B-AA49-F68797AE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605f606e22f4b0c"/>
              </a:rPr>
              <a:t>工具卡片介紹 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11fe171c945c0"/>
          <a:stretch xmlns:a="http://schemas.openxmlformats.org/drawingml/2006/main"/>
        </p:blipFill>
        <p:spPr>
          <a:xfrm xmlns:a="http://schemas.openxmlformats.org/drawingml/2006/main">
            <a:off x="32702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3" name="text-1210">
            <a:extLst xmlns:a="http://schemas.openxmlformats.org/drawingml/2006/main">
              <a:ext uri="{FF2B5EF4-FFF2-40B4-BE49-F238E27FC236}">
                <a16:creationId xmlns:a16="http://schemas.microsoft.com/office/drawing/2014/main" id="{A265AE3A-71DD-4CE2-876A-40B07F23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3503d863bb94d9f"/>
              </a:rPr>
              <a:t>直接開啟應用 ↗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dfdec00aa40e4"/>
          <a:stretch xmlns:a="http://schemas.openxmlformats.org/drawingml/2006/main"/>
        </p:blipFill>
        <p:spPr>
          <a:xfrm xmlns:a="http://schemas.openxmlformats.org/drawingml/2006/main">
            <a:off x="32702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shape-1211">
            <a:extLst xmlns:a="http://schemas.openxmlformats.org/drawingml/2006/main">
              <a:ext uri="{FF2B5EF4-FFF2-40B4-BE49-F238E27FC236}">
                <a16:creationId xmlns:a16="http://schemas.microsoft.com/office/drawing/2014/main" id="{740A5794-920F-4AA7-BFDC-0D97CAC3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6" name="text-1212">
            <a:extLst xmlns:a="http://schemas.openxmlformats.org/drawingml/2006/main">
              <a:ext uri="{FF2B5EF4-FFF2-40B4-BE49-F238E27FC236}">
                <a16:creationId xmlns:a16="http://schemas.microsoft.com/office/drawing/2014/main" id="{4A328B8C-A28B-45BE-B0CA-CD60F427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#87 · PIRLS 評量</a:t>
            </a:r>
          </a:p>
        </p:txBody>
      </p:sp>
      <p:sp>
        <p:nvSpPr>
          <p:cNvPr id="17" name="text-1213">
            <a:extLst xmlns:a="http://schemas.openxmlformats.org/drawingml/2006/main">
              <a:ext uri="{FF2B5EF4-FFF2-40B4-BE49-F238E27FC236}">
                <a16:creationId xmlns:a16="http://schemas.microsoft.com/office/drawing/2014/main" id="{D9BACAB5-414A-4376-BA61-A132B3ED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PIRLS 閱讀理解生成站 PRO</a:t>
            </a:r>
          </a:p>
        </p:txBody>
      </p:sp>
      <p:sp>
        <p:nvSpPr>
          <p:cNvPr id="18" name="text-1214">
            <a:extLst xmlns:a="http://schemas.openxmlformats.org/drawingml/2006/main">
              <a:ext uri="{FF2B5EF4-FFF2-40B4-BE49-F238E27FC236}">
                <a16:creationId xmlns:a16="http://schemas.microsoft.com/office/drawing/2014/main" id="{5C29B7D9-773A-418D-BF72-9288D88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依四層次生成提問與答案說明，銜接評量設計、規準與人工檢核。</a:t>
            </a:r>
          </a:p>
        </p:txBody>
      </p:sp>
      <p:sp>
        <p:nvSpPr>
          <p:cNvPr id="19" name="text-1215">
            <a:extLst xmlns:a="http://schemas.openxmlformats.org/drawingml/2006/main">
              <a:ext uri="{FF2B5EF4-FFF2-40B4-BE49-F238E27FC236}">
                <a16:creationId xmlns:a16="http://schemas.microsoft.com/office/drawing/2014/main" id="{F40CA187-3D98-4C6D-8A48-A6851DF3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a664da77d804479"/>
              </a:rPr>
              <a:t>工具卡片介紹 ↗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d5ffa515446dc"/>
          <a:stretch xmlns:a="http://schemas.openxmlformats.org/drawingml/2006/main"/>
        </p:blipFill>
        <p:spPr>
          <a:xfrm xmlns:a="http://schemas.openxmlformats.org/drawingml/2006/main">
            <a:off x="70548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1216">
            <a:extLst xmlns:a="http://schemas.openxmlformats.org/drawingml/2006/main">
              <a:ext uri="{FF2B5EF4-FFF2-40B4-BE49-F238E27FC236}">
                <a16:creationId xmlns:a16="http://schemas.microsoft.com/office/drawing/2014/main" id="{0DB6ACA8-14F2-4E66-8200-FF9F9B85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4b37cbc06d64bcd"/>
              </a:rPr>
              <a:t>直接開啟應用 ↗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93e6f50414733"/>
          <a:stretch xmlns:a="http://schemas.openxmlformats.org/drawingml/2006/main"/>
        </p:blipFill>
        <p:spPr>
          <a:xfrm xmlns:a="http://schemas.openxmlformats.org/drawingml/2006/main">
            <a:off x="70548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shape-1217">
            <a:extLst xmlns:a="http://schemas.openxmlformats.org/drawingml/2006/main">
              <a:ext uri="{FF2B5EF4-FFF2-40B4-BE49-F238E27FC236}">
                <a16:creationId xmlns:a16="http://schemas.microsoft.com/office/drawing/2014/main" id="{633623C6-CF9A-468E-BBC9-F5003CFB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4" name="text-1218">
            <a:extLst xmlns:a="http://schemas.openxmlformats.org/drawingml/2006/main">
              <a:ext uri="{FF2B5EF4-FFF2-40B4-BE49-F238E27FC236}">
                <a16:creationId xmlns:a16="http://schemas.microsoft.com/office/drawing/2014/main" id="{F8C2F86C-F5B6-467B-A3E7-7C51FD4B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#103 · 提示詞與 Skill</a:t>
            </a:r>
          </a:p>
        </p:txBody>
      </p:sp>
      <p:sp>
        <p:nvSpPr>
          <p:cNvPr id="25" name="text-1219">
            <a:extLst xmlns:a="http://schemas.openxmlformats.org/drawingml/2006/main">
              <a:ext uri="{FF2B5EF4-FFF2-40B4-BE49-F238E27FC236}">
                <a16:creationId xmlns:a16="http://schemas.microsoft.com/office/drawing/2014/main" id="{168671FE-0C04-442D-9295-26176325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Agent 的 Web 技能雙引擎</a:t>
            </a:r>
          </a:p>
        </p:txBody>
      </p:sp>
      <p:sp>
        <p:nvSpPr>
          <p:cNvPr id="26" name="text-1220">
            <a:extLst xmlns:a="http://schemas.openxmlformats.org/drawingml/2006/main">
              <a:ext uri="{FF2B5EF4-FFF2-40B4-BE49-F238E27FC236}">
                <a16:creationId xmlns:a16="http://schemas.microsoft.com/office/drawing/2014/main" id="{20FB9EE9-5AA2-4FFF-86BE-B69349F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用 Playwright × Webwright 解釋 Agent 如何規劃、操作並回報證據。</a:t>
            </a:r>
          </a:p>
        </p:txBody>
      </p:sp>
      <p:sp>
        <p:nvSpPr>
          <p:cNvPr id="27" name="text-1221">
            <a:extLst xmlns:a="http://schemas.openxmlformats.org/drawingml/2006/main">
              <a:ext uri="{FF2B5EF4-FFF2-40B4-BE49-F238E27FC236}">
                <a16:creationId xmlns:a16="http://schemas.microsoft.com/office/drawing/2014/main" id="{1F99A9A8-B84A-49EB-A7B2-2E1E3869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6843f49202d464d"/>
              </a:rPr>
              <a:t>工具卡片介紹 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5f9a3e1824a33"/>
          <a:stretch xmlns:a="http://schemas.openxmlformats.org/drawingml/2006/main"/>
        </p:blipFill>
        <p:spPr>
          <a:xfrm xmlns:a="http://schemas.openxmlformats.org/drawingml/2006/main">
            <a:off x="108394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1222">
            <a:extLst xmlns:a="http://schemas.openxmlformats.org/drawingml/2006/main">
              <a:ext uri="{FF2B5EF4-FFF2-40B4-BE49-F238E27FC236}">
                <a16:creationId xmlns:a16="http://schemas.microsoft.com/office/drawing/2014/main" id="{AB95EEA6-A2E6-45BA-ADD4-D709E437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b78b5d3a4d8409d"/>
              </a:rPr>
              <a:t>直接開啟應用 ↗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d95bb8b1e4885"/>
          <a:stretch xmlns:a="http://schemas.openxmlformats.org/drawingml/2006/main"/>
        </p:blipFill>
        <p:spPr>
          <a:xfrm xmlns:a="http://schemas.openxmlformats.org/drawingml/2006/main">
            <a:off x="108394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</p:spTree>
    <p:extLst>
      <p:ext uri="{BB962C8B-B14F-4D97-AF65-F5344CB8AC3E}">
        <p14:creationId xmlns:p14="http://schemas.microsoft.com/office/powerpoint/2010/main" val="1713356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223">
            <a:extLst xmlns:a="http://schemas.openxmlformats.org/drawingml/2006/main">
              <a:ext uri="{FF2B5EF4-FFF2-40B4-BE49-F238E27FC236}">
                <a16:creationId xmlns:a16="http://schemas.microsoft.com/office/drawing/2014/main" id="{B38344DE-5D6E-44A6-8D46-E0035C08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31759D-7CE8-40BB-8F56-DA648440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阿凱老師實戰案例導航｜研究與驗證</a:t>
            </a:r>
          </a:p>
        </p:txBody>
      </p:sp>
      <p:cxnSp>
        <p:nvCxnSpPr>
          <p:cNvPr id="33" name="shape-122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25">
            <a:extLst xmlns:a="http://schemas.openxmlformats.org/drawingml/2006/main">
              <a:ext uri="{FF2B5EF4-FFF2-40B4-BE49-F238E27FC236}">
                <a16:creationId xmlns:a16="http://schemas.microsoft.com/office/drawing/2014/main" id="{450E584C-C3BE-404A-80CF-9AAC3DAC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7F5CB9-67EB-4A36-8D71-0941B272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6" name="text-1226">
            <a:extLst xmlns:a="http://schemas.openxmlformats.org/drawingml/2006/main">
              <a:ext uri="{FF2B5EF4-FFF2-40B4-BE49-F238E27FC236}">
                <a16:creationId xmlns:a16="http://schemas.microsoft.com/office/drawing/2014/main" id="{6A618654-2F6C-42B1-B77E-59B684E5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把資料來源、審查規準、無障礙檢測與人工覆核組成可追查的 Agent 流程。</a:t>
            </a:r>
          </a:p>
        </p:txBody>
      </p:sp>
      <p:sp>
        <p:nvSpPr>
          <p:cNvPr id="7" name="shape-1227">
            <a:extLst xmlns:a="http://schemas.openxmlformats.org/drawingml/2006/main">
              <a:ext uri="{FF2B5EF4-FFF2-40B4-BE49-F238E27FC236}">
                <a16:creationId xmlns:a16="http://schemas.microsoft.com/office/drawing/2014/main" id="{5AAAAF70-97F7-4BB4-BFFF-AD414FA7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228">
            <a:extLst xmlns:a="http://schemas.openxmlformats.org/drawingml/2006/main">
              <a:ext uri="{FF2B5EF4-FFF2-40B4-BE49-F238E27FC236}">
                <a16:creationId xmlns:a16="http://schemas.microsoft.com/office/drawing/2014/main" id="{3E6BCC03-B92D-461F-91A7-64B021E4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#105 · 研究工作流程</a:t>
            </a:r>
          </a:p>
        </p:txBody>
      </p:sp>
      <p:sp>
        <p:nvSpPr>
          <p:cNvPr id="9" name="text-1229">
            <a:extLst xmlns:a="http://schemas.openxmlformats.org/drawingml/2006/main">
              <a:ext uri="{FF2B5EF4-FFF2-40B4-BE49-F238E27FC236}">
                <a16:creationId xmlns:a16="http://schemas.microsoft.com/office/drawing/2014/main" id="{CDB8B205-78CF-4B7C-A39E-71D83462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臺灣主權 AI 訓練語料庫</a:t>
            </a:r>
          </a:p>
        </p:txBody>
      </p:sp>
      <p:sp>
        <p:nvSpPr>
          <p:cNvPr id="10" name="text-1230">
            <a:extLst xmlns:a="http://schemas.openxmlformats.org/drawingml/2006/main">
              <a:ext uri="{FF2B5EF4-FFF2-40B4-BE49-F238E27FC236}">
                <a16:creationId xmlns:a16="http://schemas.microsoft.com/office/drawing/2014/main" id="{BC25609E-3AC2-48E4-AB76-6432E81E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4,554 筆開放語料依主題、課綱與授權整理，再轉化成教學研究素材。</a:t>
            </a:r>
          </a:p>
        </p:txBody>
      </p:sp>
      <p:sp>
        <p:nvSpPr>
          <p:cNvPr id="11" name="text-1231">
            <a:extLst xmlns:a="http://schemas.openxmlformats.org/drawingml/2006/main">
              <a:ext uri="{FF2B5EF4-FFF2-40B4-BE49-F238E27FC236}">
                <a16:creationId xmlns:a16="http://schemas.microsoft.com/office/drawing/2014/main" id="{AE217E2D-340B-45EB-843E-AD31EBCA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7ad331af90c40ff"/>
              </a:rPr>
              <a:t>工具卡片介紹 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aafb00fc24639"/>
          <a:stretch xmlns:a="http://schemas.openxmlformats.org/drawingml/2006/main"/>
        </p:blipFill>
        <p:spPr>
          <a:xfrm xmlns:a="http://schemas.openxmlformats.org/drawingml/2006/main">
            <a:off x="32702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3" name="text-1232">
            <a:extLst xmlns:a="http://schemas.openxmlformats.org/drawingml/2006/main">
              <a:ext uri="{FF2B5EF4-FFF2-40B4-BE49-F238E27FC236}">
                <a16:creationId xmlns:a16="http://schemas.microsoft.com/office/drawing/2014/main" id="{3570C4E8-594B-403C-BE3E-64D91279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a89a0b8387c47d5"/>
              </a:rPr>
              <a:t>直接開啟應用 ↗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7570c28bc4b06"/>
          <a:stretch xmlns:a="http://schemas.openxmlformats.org/drawingml/2006/main"/>
        </p:blipFill>
        <p:spPr>
          <a:xfrm xmlns:a="http://schemas.openxmlformats.org/drawingml/2006/main">
            <a:off x="32702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shape-1233">
            <a:extLst xmlns:a="http://schemas.openxmlformats.org/drawingml/2006/main">
              <a:ext uri="{FF2B5EF4-FFF2-40B4-BE49-F238E27FC236}">
                <a16:creationId xmlns:a16="http://schemas.microsoft.com/office/drawing/2014/main" id="{5CA101B9-EC95-4B80-B1CF-CDDEC9B0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6" name="text-1234">
            <a:extLst xmlns:a="http://schemas.openxmlformats.org/drawingml/2006/main">
              <a:ext uri="{FF2B5EF4-FFF2-40B4-BE49-F238E27FC236}">
                <a16:creationId xmlns:a16="http://schemas.microsoft.com/office/drawing/2014/main" id="{85849541-1AD4-46C3-AA04-0C3612E7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#123 · RWD／無障礙</a:t>
            </a:r>
          </a:p>
        </p:txBody>
      </p:sp>
      <p:sp>
        <p:nvSpPr>
          <p:cNvPr id="17" name="text-1235">
            <a:extLst xmlns:a="http://schemas.openxmlformats.org/drawingml/2006/main">
              <a:ext uri="{FF2B5EF4-FFF2-40B4-BE49-F238E27FC236}">
                <a16:creationId xmlns:a16="http://schemas.microsoft.com/office/drawing/2014/main" id="{0821C3F4-FC5F-44E2-A891-487062BA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校網無障礙 AA 遷移操作平台</a:t>
            </a:r>
          </a:p>
        </p:txBody>
      </p:sp>
      <p:sp>
        <p:nvSpPr>
          <p:cNvPr id="18" name="text-1236">
            <a:extLst xmlns:a="http://schemas.openxmlformats.org/drawingml/2006/main">
              <a:ext uri="{FF2B5EF4-FFF2-40B4-BE49-F238E27FC236}">
                <a16:creationId xmlns:a16="http://schemas.microsoft.com/office/drawing/2014/main" id="{691F4919-8B1B-4FF5-B3F2-0F875996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12 步遷移清單、對比度檢查與送審雷區，示範可驗證工作流程。</a:t>
            </a:r>
          </a:p>
        </p:txBody>
      </p:sp>
      <p:sp>
        <p:nvSpPr>
          <p:cNvPr id="19" name="text-1237">
            <a:extLst xmlns:a="http://schemas.openxmlformats.org/drawingml/2006/main">
              <a:ext uri="{FF2B5EF4-FFF2-40B4-BE49-F238E27FC236}">
                <a16:creationId xmlns:a16="http://schemas.microsoft.com/office/drawing/2014/main" id="{EAE420D7-1ECD-4E61-B059-C0E6025E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d4359a4f51547c1"/>
              </a:rPr>
              <a:t>工具卡片介紹 ↗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0953c2c1e4a75"/>
          <a:stretch xmlns:a="http://schemas.openxmlformats.org/drawingml/2006/main"/>
        </p:blipFill>
        <p:spPr>
          <a:xfrm xmlns:a="http://schemas.openxmlformats.org/drawingml/2006/main">
            <a:off x="70548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1238">
            <a:extLst xmlns:a="http://schemas.openxmlformats.org/drawingml/2006/main">
              <a:ext uri="{FF2B5EF4-FFF2-40B4-BE49-F238E27FC236}">
                <a16:creationId xmlns:a16="http://schemas.microsoft.com/office/drawing/2014/main" id="{D6BB65E7-3F85-41FF-ACF0-D8F076F9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15b93af717746c8"/>
              </a:rPr>
              <a:t>直接開啟應用 ↗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3c0d1a81d472e"/>
          <a:stretch xmlns:a="http://schemas.openxmlformats.org/drawingml/2006/main"/>
        </p:blipFill>
        <p:spPr>
          <a:xfrm xmlns:a="http://schemas.openxmlformats.org/drawingml/2006/main">
            <a:off x="70548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shape-1239">
            <a:extLst xmlns:a="http://schemas.openxmlformats.org/drawingml/2006/main">
              <a:ext uri="{FF2B5EF4-FFF2-40B4-BE49-F238E27FC236}">
                <a16:creationId xmlns:a16="http://schemas.microsoft.com/office/drawing/2014/main" id="{4225B95A-2A9E-43BA-A728-AF510306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4" name="text-1240">
            <a:extLst xmlns:a="http://schemas.openxmlformats.org/drawingml/2006/main">
              <a:ext uri="{FF2B5EF4-FFF2-40B4-BE49-F238E27FC236}">
                <a16:creationId xmlns:a16="http://schemas.microsoft.com/office/drawing/2014/main" id="{584484D7-C37B-4E76-83C8-B9918D27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#88 · Agent 驗證</a:t>
            </a:r>
          </a:p>
        </p:txBody>
      </p:sp>
      <p:sp>
        <p:nvSpPr>
          <p:cNvPr id="25" name="text-1241">
            <a:extLst xmlns:a="http://schemas.openxmlformats.org/drawingml/2006/main">
              <a:ext uri="{FF2B5EF4-FFF2-40B4-BE49-F238E27FC236}">
                <a16:creationId xmlns:a16="http://schemas.microsoft.com/office/drawing/2014/main" id="{848D0278-E935-4E1D-9EAF-86825EB7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國中課程計畫 AI 審查工具</a:t>
            </a:r>
          </a:p>
        </p:txBody>
      </p:sp>
      <p:sp>
        <p:nvSpPr>
          <p:cNvPr id="26" name="text-1242">
            <a:extLst xmlns:a="http://schemas.openxmlformats.org/drawingml/2006/main">
              <a:ext uri="{FF2B5EF4-FFF2-40B4-BE49-F238E27FC236}">
                <a16:creationId xmlns:a16="http://schemas.microsoft.com/office/drawing/2014/main" id="{834D9B96-B98D-4C63-821C-D90E9C69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依 40+ 審查標準逐項比對 PDF，示範規則、證據與人工覆核。</a:t>
            </a:r>
          </a:p>
        </p:txBody>
      </p:sp>
      <p:sp>
        <p:nvSpPr>
          <p:cNvPr id="27" name="text-1243">
            <a:extLst xmlns:a="http://schemas.openxmlformats.org/drawingml/2006/main">
              <a:ext uri="{FF2B5EF4-FFF2-40B4-BE49-F238E27FC236}">
                <a16:creationId xmlns:a16="http://schemas.microsoft.com/office/drawing/2014/main" id="{67C814B9-5952-4404-B9DC-E97489FD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0b123a913fe4b8c"/>
              </a:rPr>
              <a:t>工具卡片介紹 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84b9fe5c64a85"/>
          <a:stretch xmlns:a="http://schemas.openxmlformats.org/drawingml/2006/main"/>
        </p:blipFill>
        <p:spPr>
          <a:xfrm xmlns:a="http://schemas.openxmlformats.org/drawingml/2006/main">
            <a:off x="108394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1244">
            <a:extLst xmlns:a="http://schemas.openxmlformats.org/drawingml/2006/main">
              <a:ext uri="{FF2B5EF4-FFF2-40B4-BE49-F238E27FC236}">
                <a16:creationId xmlns:a16="http://schemas.microsoft.com/office/drawing/2014/main" id="{4FA282E6-F552-4602-8D08-C1346299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6B4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c41a608e7534794"/>
              </a:rPr>
              <a:t>直接開啟應用 ↗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35166916e42b1"/>
          <a:stretch xmlns:a="http://schemas.openxmlformats.org/drawingml/2006/main"/>
        </p:blipFill>
        <p:spPr>
          <a:xfrm xmlns:a="http://schemas.openxmlformats.org/drawingml/2006/main">
            <a:off x="108394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</p:spTree>
    <p:extLst>
      <p:ext uri="{BB962C8B-B14F-4D97-AF65-F5344CB8AC3E}">
        <p14:creationId xmlns:p14="http://schemas.microsoft.com/office/powerpoint/2010/main" val="11329886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245">
            <a:extLst xmlns:a="http://schemas.openxmlformats.org/drawingml/2006/main">
              <a:ext uri="{FF2B5EF4-FFF2-40B4-BE49-F238E27FC236}">
                <a16:creationId xmlns:a16="http://schemas.microsoft.com/office/drawing/2014/main" id="{40D2A18D-EB08-4244-9929-8F49FCFE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2" name="text-1246">
            <a:extLst xmlns:a="http://schemas.openxmlformats.org/drawingml/2006/main">
              <a:ext uri="{FF2B5EF4-FFF2-40B4-BE49-F238E27FC236}">
                <a16:creationId xmlns:a16="http://schemas.microsoft.com/office/drawing/2014/main" id="{2B31FD91-6973-474E-950D-94970552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sp>
        <p:nvSpPr>
          <p:cNvPr id="3" name="text-1247">
            <a:extLst xmlns:a="http://schemas.openxmlformats.org/drawingml/2006/main">
              <a:ext uri="{FF2B5EF4-FFF2-40B4-BE49-F238E27FC236}">
                <a16:creationId xmlns:a16="http://schemas.microsoft.com/office/drawing/2014/main" id="{417A87BE-030C-4CFC-8E19-957C8A30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把工作區變成 Agent 的中央指揮中心：交付任務、監看計畫、檢查產物與驗證證據。</a:t>
            </a:r>
          </a:p>
        </p:txBody>
      </p:sp>
      <p:sp>
        <p:nvSpPr>
          <p:cNvPr id="4" name="shape-1248">
            <a:extLst xmlns:a="http://schemas.openxmlformats.org/drawingml/2006/main">
              <a:ext uri="{FF2B5EF4-FFF2-40B4-BE49-F238E27FC236}">
                <a16:creationId xmlns:a16="http://schemas.microsoft.com/office/drawing/2014/main" id="{318258B2-18FC-4913-AA1C-85B7E534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249">
            <a:extLst xmlns:a="http://schemas.openxmlformats.org/drawingml/2006/main">
              <a:ext uri="{FF2B5EF4-FFF2-40B4-BE49-F238E27FC236}">
                <a16:creationId xmlns:a16="http://schemas.microsoft.com/office/drawing/2014/main" id="{4ADB7EDC-B12D-4951-86A7-BD8311C2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sp>
        <p:nvSpPr>
          <p:cNvPr id="6" name="shape-1250">
            <a:extLst xmlns:a="http://schemas.openxmlformats.org/drawingml/2006/main">
              <a:ext uri="{FF2B5EF4-FFF2-40B4-BE49-F238E27FC236}">
                <a16:creationId xmlns:a16="http://schemas.microsoft.com/office/drawing/2014/main" id="{7E226351-D14C-4A52-BA30-F0A029F2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251">
            <a:extLst xmlns:a="http://schemas.openxmlformats.org/drawingml/2006/main">
              <a:ext uri="{FF2B5EF4-FFF2-40B4-BE49-F238E27FC236}">
                <a16:creationId xmlns:a16="http://schemas.microsoft.com/office/drawing/2014/main" id="{7F9F9A5D-C952-4D32-89A6-9BD7FAD5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5911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✦</a:t>
            </a:r>
          </a:p>
        </p:txBody>
      </p:sp>
      <p:sp>
        <p:nvSpPr>
          <p:cNvPr id="8" name="text-1252">
            <a:extLst xmlns:a="http://schemas.openxmlformats.org/drawingml/2006/main">
              <a:ext uri="{FF2B5EF4-FFF2-40B4-BE49-F238E27FC236}">
                <a16:creationId xmlns:a16="http://schemas.microsoft.com/office/drawing/2014/main" id="{891D5709-1B32-4524-8188-47B437FE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007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sp>
        <p:nvSpPr>
          <p:cNvPr id="9" name="text-1253">
            <a:extLst xmlns:a="http://schemas.openxmlformats.org/drawingml/2006/main">
              <a:ext uri="{FF2B5EF4-FFF2-40B4-BE49-F238E27FC236}">
                <a16:creationId xmlns:a16="http://schemas.microsoft.com/office/drawing/2014/main" id="{FDE81B90-85DA-4245-9B82-D6D61534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800725"/>
            <a:ext cx="1733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Agent 工作區</a:t>
            </a:r>
          </a:p>
        </p:txBody>
      </p:sp>
      <p:cxnSp>
        <p:nvCxnSpPr>
          <p:cNvPr id="26" name="shape-125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11" name="text-1255">
            <a:extLst xmlns:a="http://schemas.openxmlformats.org/drawingml/2006/main">
              <a:ext uri="{FF2B5EF4-FFF2-40B4-BE49-F238E27FC236}">
                <a16:creationId xmlns:a16="http://schemas.microsoft.com/office/drawing/2014/main" id="{8406577D-1698-4BA1-A158-31629FEB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62C250-6139-4F95-83CB-D75E5A6D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13" name="text-2182">
            <a:extLst xmlns:a="http://schemas.openxmlformats.org/drawingml/2006/main">
              <a:ext uri="{FF2B5EF4-FFF2-40B4-BE49-F238E27FC236}">
                <a16:creationId xmlns:a16="http://schemas.microsoft.com/office/drawing/2014/main" id="{CFB0E4C6-C9DB-491C-B4E3-73AF1491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4313ffa42f94210"/>
              </a:rPr>
              <a:t>開啟 Antigravity ↗</a:t>
            </a:r>
          </a:p>
        </p:txBody>
      </p:sp>
      <p:sp>
        <p:nvSpPr>
          <p:cNvPr id="14" name="shape-2230">
            <a:extLst xmlns:a="http://schemas.openxmlformats.org/drawingml/2006/main">
              <a:ext uri="{FF2B5EF4-FFF2-40B4-BE49-F238E27FC236}">
                <a16:creationId xmlns:a16="http://schemas.microsoft.com/office/drawing/2014/main" id="{A08CD9B5-CA69-4584-9267-87B25F89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b6ebf8e5f4dc2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6" name="text-2231">
            <a:extLst xmlns:a="http://schemas.openxmlformats.org/drawingml/2006/main">
              <a:ext uri="{FF2B5EF4-FFF2-40B4-BE49-F238E27FC236}">
                <a16:creationId xmlns:a16="http://schemas.microsoft.com/office/drawing/2014/main" id="{C387CCE1-11FB-414F-9194-E91466C1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21385312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256">
            <a:extLst xmlns:a="http://schemas.openxmlformats.org/drawingml/2006/main">
              <a:ext uri="{FF2B5EF4-FFF2-40B4-BE49-F238E27FC236}">
                <a16:creationId xmlns:a16="http://schemas.microsoft.com/office/drawing/2014/main" id="{CC883D10-3AE2-4B6F-B331-C683A642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AGENTIC DEVELOPMENT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968C82-5987-4476-8264-E0B3A5A0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Antigravity：不是更大的聊天框</a:t>
            </a:r>
          </a:p>
        </p:txBody>
      </p:sp>
      <p:cxnSp>
        <p:nvCxnSpPr>
          <p:cNvPr id="18" name="shape-125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58">
            <a:extLst xmlns:a="http://schemas.openxmlformats.org/drawingml/2006/main">
              <a:ext uri="{FF2B5EF4-FFF2-40B4-BE49-F238E27FC236}">
                <a16:creationId xmlns:a16="http://schemas.microsoft.com/office/drawing/2014/main" id="{24C26C6E-C92C-4908-A11A-A8E17A6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698428-1DB8-4EB1-993A-2F25271C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6" name="shape-1259">
            <a:extLst xmlns:a="http://schemas.openxmlformats.org/drawingml/2006/main">
              <a:ext uri="{FF2B5EF4-FFF2-40B4-BE49-F238E27FC236}">
                <a16:creationId xmlns:a16="http://schemas.microsoft.com/office/drawing/2014/main" id="{4C224911-9847-4A3B-AB3A-3FAE1A24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260">
            <a:extLst xmlns:a="http://schemas.openxmlformats.org/drawingml/2006/main">
              <a:ext uri="{FF2B5EF4-FFF2-40B4-BE49-F238E27FC236}">
                <a16:creationId xmlns:a16="http://schemas.microsoft.com/office/drawing/2014/main" id="{357E5C23-1117-41E4-9746-ED2657D0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261">
            <a:extLst xmlns:a="http://schemas.openxmlformats.org/drawingml/2006/main">
              <a:ext uri="{FF2B5EF4-FFF2-40B4-BE49-F238E27FC236}">
                <a16:creationId xmlns:a16="http://schemas.microsoft.com/office/drawing/2014/main" id="{B96647A9-CB92-4DCB-B50E-D48D6A72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你提供</a:t>
            </a:r>
          </a:p>
        </p:txBody>
      </p:sp>
      <p:sp>
        <p:nvSpPr>
          <p:cNvPr id="9" name="text-1262">
            <a:extLst xmlns:a="http://schemas.openxmlformats.org/drawingml/2006/main">
              <a:ext uri="{FF2B5EF4-FFF2-40B4-BE49-F238E27FC236}">
                <a16:creationId xmlns:a16="http://schemas.microsoft.com/office/drawing/2014/main" id="{F6F9FE70-E45E-4C1A-BCEA-85A3B17A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工作區與檔案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清楚的任務與限制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可驗收的完成條件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必要的授權</a:t>
            </a:r>
          </a:p>
        </p:txBody>
      </p:sp>
      <p:sp>
        <p:nvSpPr>
          <p:cNvPr id="10" name="text-1263">
            <a:extLst xmlns:a="http://schemas.openxmlformats.org/drawingml/2006/main">
              <a:ext uri="{FF2B5EF4-FFF2-40B4-BE49-F238E27FC236}">
                <a16:creationId xmlns:a16="http://schemas.microsoft.com/office/drawing/2014/main" id="{5B70A755-5C78-497C-9072-BEA46EBD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推進</a:t>
            </a:r>
          </a:p>
        </p:txBody>
      </p:sp>
      <p:sp>
        <p:nvSpPr>
          <p:cNvPr id="11" name="text-1264">
            <a:extLst xmlns:a="http://schemas.openxmlformats.org/drawingml/2006/main">
              <a:ext uri="{FF2B5EF4-FFF2-40B4-BE49-F238E27FC236}">
                <a16:creationId xmlns:a16="http://schemas.microsoft.com/office/drawing/2014/main" id="{C8BD0B9C-B3D2-44A8-9798-5F752E9E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建立計畫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使用檔案與工具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修改、執行與檢查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回報成果與阻礙</a:t>
            </a:r>
          </a:p>
        </p:txBody>
      </p:sp>
      <p:sp>
        <p:nvSpPr>
          <p:cNvPr id="12" name="text-2183">
            <a:extLst xmlns:a="http://schemas.openxmlformats.org/drawingml/2006/main">
              <a:ext uri="{FF2B5EF4-FFF2-40B4-BE49-F238E27FC236}">
                <a16:creationId xmlns:a16="http://schemas.microsoft.com/office/drawing/2014/main" id="{17165B42-0385-4457-A406-15109090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5a6e94fad894a5c"/>
              </a:rPr>
              <a:t>開啟 Antigravity ↗</a:t>
            </a:r>
          </a:p>
        </p:txBody>
      </p:sp>
      <p:sp>
        <p:nvSpPr>
          <p:cNvPr id="13" name="shape-2232">
            <a:extLst xmlns:a="http://schemas.openxmlformats.org/drawingml/2006/main">
              <a:ext uri="{FF2B5EF4-FFF2-40B4-BE49-F238E27FC236}">
                <a16:creationId xmlns:a16="http://schemas.microsoft.com/office/drawing/2014/main" id="{06A5CCDB-D816-4173-8925-B5212779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d3b3f6c9d4ca1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5" name="text-2233">
            <a:extLst xmlns:a="http://schemas.openxmlformats.org/drawingml/2006/main">
              <a:ext uri="{FF2B5EF4-FFF2-40B4-BE49-F238E27FC236}">
                <a16:creationId xmlns:a16="http://schemas.microsoft.com/office/drawing/2014/main" id="{39E27038-44FE-4283-9982-299B32E4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5180101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265">
            <a:extLst xmlns:a="http://schemas.openxmlformats.org/drawingml/2006/main">
              <a:ext uri="{FF2B5EF4-FFF2-40B4-BE49-F238E27FC236}">
                <a16:creationId xmlns:a16="http://schemas.microsoft.com/office/drawing/2014/main" id="{1154511C-D946-4B3A-AC80-46DB9031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WORKHORSE MODEL · NEW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C2CF78-D041-45D6-A0A2-2C06735E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Gemini 3.7 Flash：Antigravity 的工作馬</a:t>
            </a:r>
          </a:p>
        </p:txBody>
      </p:sp>
      <p:cxnSp>
        <p:nvCxnSpPr>
          <p:cNvPr id="30" name="shape-126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67">
            <a:extLst xmlns:a="http://schemas.openxmlformats.org/drawingml/2006/main">
              <a:ext uri="{FF2B5EF4-FFF2-40B4-BE49-F238E27FC236}">
                <a16:creationId xmlns:a16="http://schemas.microsoft.com/office/drawing/2014/main" id="{1691108A-B9F5-448D-9564-907AD3EE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C13A6C-51A7-437A-97A2-DEBC5B47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  <p:sp>
        <p:nvSpPr>
          <p:cNvPr id="6" name="shape-1268">
            <a:extLst xmlns:a="http://schemas.openxmlformats.org/drawingml/2006/main">
              <a:ext uri="{FF2B5EF4-FFF2-40B4-BE49-F238E27FC236}">
                <a16:creationId xmlns:a16="http://schemas.microsoft.com/office/drawing/2014/main" id="{0CF8BB5C-8B6E-415E-946E-5FF204FF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269">
            <a:extLst xmlns:a="http://schemas.openxmlformats.org/drawingml/2006/main">
              <a:ext uri="{FF2B5EF4-FFF2-40B4-BE49-F238E27FC236}">
                <a16:creationId xmlns:a16="http://schemas.microsoft.com/office/drawing/2014/main" id="{67F4730F-A4CE-4FC2-88BE-F52F344E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270">
            <a:extLst xmlns:a="http://schemas.openxmlformats.org/drawingml/2006/main">
              <a:ext uri="{FF2B5EF4-FFF2-40B4-BE49-F238E27FC236}">
                <a16:creationId xmlns:a16="http://schemas.microsoft.com/office/drawing/2014/main" id="{C3CE97A8-9FE5-49C1-9BCD-B6C93697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官方定位</a:t>
            </a:r>
          </a:p>
        </p:txBody>
      </p:sp>
      <p:sp>
        <p:nvSpPr>
          <p:cNvPr id="9" name="text-1271">
            <a:extLst xmlns:a="http://schemas.openxmlformats.org/drawingml/2006/main">
              <a:ext uri="{FF2B5EF4-FFF2-40B4-BE49-F238E27FC236}">
                <a16:creationId xmlns:a16="http://schemas.microsoft.com/office/drawing/2014/main" id="{3C004238-11C9-439C-8DFA-5F9DFCED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Gemini 3.7 Flash 已正式 GA，針對複雜 coding、Agent 工作流與可靠的多步驟執行設計。</a:t>
            </a:r>
          </a:p>
        </p:txBody>
      </p:sp>
      <p:sp>
        <p:nvSpPr>
          <p:cNvPr id="10" name="shape-1272">
            <a:extLst xmlns:a="http://schemas.openxmlformats.org/drawingml/2006/main">
              <a:ext uri="{FF2B5EF4-FFF2-40B4-BE49-F238E27FC236}">
                <a16:creationId xmlns:a16="http://schemas.microsoft.com/office/drawing/2014/main" id="{4D4DC6AE-C152-40FB-B9F2-D66E55C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273">
            <a:extLst xmlns:a="http://schemas.openxmlformats.org/drawingml/2006/main">
              <a:ext uri="{FF2B5EF4-FFF2-40B4-BE49-F238E27FC236}">
                <a16:creationId xmlns:a16="http://schemas.microsoft.com/office/drawing/2014/main" id="{244E4C47-383C-4529-9AA0-D02A9B2C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274">
            <a:extLst xmlns:a="http://schemas.openxmlformats.org/drawingml/2006/main">
              <a:ext uri="{FF2B5EF4-FFF2-40B4-BE49-F238E27FC236}">
                <a16:creationId xmlns:a16="http://schemas.microsoft.com/office/drawing/2014/main" id="{B43C035D-3285-4388-9E3E-2703C64F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為何適合長鏈</a:t>
            </a:r>
          </a:p>
        </p:txBody>
      </p:sp>
      <p:sp>
        <p:nvSpPr>
          <p:cNvPr id="13" name="text-1275">
            <a:extLst xmlns:a="http://schemas.openxmlformats.org/drawingml/2006/main">
              <a:ext uri="{FF2B5EF4-FFF2-40B4-BE49-F238E27FC236}">
                <a16:creationId xmlns:a16="http://schemas.microsoft.com/office/drawing/2014/main" id="{091E1542-3218-4965-940A-8FB972A2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更重視長程規劃、工具使用與任務推進，適合把完整工作交給它持續執行。</a:t>
            </a:r>
          </a:p>
        </p:txBody>
      </p:sp>
      <p:sp>
        <p:nvSpPr>
          <p:cNvPr id="14" name="shape-1276">
            <a:extLst xmlns:a="http://schemas.openxmlformats.org/drawingml/2006/main">
              <a:ext uri="{FF2B5EF4-FFF2-40B4-BE49-F238E27FC236}">
                <a16:creationId xmlns:a16="http://schemas.microsoft.com/office/drawing/2014/main" id="{770FF089-E5F1-485C-AD34-9007BEE2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277">
            <a:extLst xmlns:a="http://schemas.openxmlformats.org/drawingml/2006/main">
              <a:ext uri="{FF2B5EF4-FFF2-40B4-BE49-F238E27FC236}">
                <a16:creationId xmlns:a16="http://schemas.microsoft.com/office/drawing/2014/main" id="{77ECCD93-FC11-49E4-8584-97642CF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278">
            <a:extLst xmlns:a="http://schemas.openxmlformats.org/drawingml/2006/main">
              <a:ext uri="{FF2B5EF4-FFF2-40B4-BE49-F238E27FC236}">
                <a16:creationId xmlns:a16="http://schemas.microsoft.com/office/drawing/2014/main" id="{B9777748-9283-4F7F-B9C7-FB926A71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放進 Harness</a:t>
            </a:r>
          </a:p>
        </p:txBody>
      </p:sp>
      <p:sp>
        <p:nvSpPr>
          <p:cNvPr id="17" name="text-1279">
            <a:extLst xmlns:a="http://schemas.openxmlformats.org/drawingml/2006/main">
              <a:ext uri="{FF2B5EF4-FFF2-40B4-BE49-F238E27FC236}">
                <a16:creationId xmlns:a16="http://schemas.microsoft.com/office/drawing/2014/main" id="{8C7CD3C5-7071-4B11-8610-B47211C4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先寫清楚目標、素材、可用工具、權限範圍與完成條件，再讓模型成為可監督的工作馬。</a:t>
            </a:r>
          </a:p>
        </p:txBody>
      </p:sp>
      <p:sp>
        <p:nvSpPr>
          <p:cNvPr id="18" name="shape-1280">
            <a:extLst xmlns:a="http://schemas.openxmlformats.org/drawingml/2006/main">
              <a:ext uri="{FF2B5EF4-FFF2-40B4-BE49-F238E27FC236}">
                <a16:creationId xmlns:a16="http://schemas.microsoft.com/office/drawing/2014/main" id="{008CC2E7-1C5C-4AB1-B758-3F8C232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281">
            <a:extLst xmlns:a="http://schemas.openxmlformats.org/drawingml/2006/main">
              <a:ext uri="{FF2B5EF4-FFF2-40B4-BE49-F238E27FC236}">
                <a16:creationId xmlns:a16="http://schemas.microsoft.com/office/drawing/2014/main" id="{F40EE360-A11F-4414-B652-A2C24D0B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282">
            <a:extLst xmlns:a="http://schemas.openxmlformats.org/drawingml/2006/main">
              <a:ext uri="{FF2B5EF4-FFF2-40B4-BE49-F238E27FC236}">
                <a16:creationId xmlns:a16="http://schemas.microsoft.com/office/drawing/2014/main" id="{B7BEE419-611E-49E1-A15D-34BBE3E0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信任仍要驗收</a:t>
            </a:r>
          </a:p>
        </p:txBody>
      </p:sp>
      <p:sp>
        <p:nvSpPr>
          <p:cNvPr id="21" name="text-1283">
            <a:extLst xmlns:a="http://schemas.openxmlformats.org/drawingml/2006/main">
              <a:ext uri="{FF2B5EF4-FFF2-40B4-BE49-F238E27FC236}">
                <a16:creationId xmlns:a16="http://schemas.microsoft.com/office/drawing/2014/main" id="{82B1C907-BDBD-4F9F-9309-17FE1B16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模型能力提升不等於放任自動化；人要看計畫、測試與證據，遇到關鍵節點要能停下來決策。</a:t>
            </a:r>
          </a:p>
        </p:txBody>
      </p:sp>
      <p:sp>
        <p:nvSpPr>
          <p:cNvPr id="22" name="text-2189">
            <a:extLst xmlns:a="http://schemas.openxmlformats.org/drawingml/2006/main">
              <a:ext uri="{FF2B5EF4-FFF2-40B4-BE49-F238E27FC236}">
                <a16:creationId xmlns:a16="http://schemas.microsoft.com/office/drawing/2014/main" id="{1F82FFB6-32AA-49B9-B906-66167C78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09a2d94bb1d42e8"/>
              </a:rPr>
              <a:t>Gemini 3.7 Flash 官方模型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2ea2b45e37c4ec6"/>
              </a:rPr>
              <a:t>Google 官方介紹 ↗</a:t>
            </a:r>
          </a:p>
        </p:txBody>
      </p:sp>
      <p:sp>
        <p:nvSpPr>
          <p:cNvPr id="23" name="shape-2244">
            <a:extLst xmlns:a="http://schemas.openxmlformats.org/drawingml/2006/main">
              <a:ext uri="{FF2B5EF4-FFF2-40B4-BE49-F238E27FC236}">
                <a16:creationId xmlns:a16="http://schemas.microsoft.com/office/drawing/2014/main" id="{70D9C968-F4F9-4AE7-AF16-C9F55A5F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b84edd07e445a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245">
            <a:extLst xmlns:a="http://schemas.openxmlformats.org/drawingml/2006/main">
              <a:ext uri="{FF2B5EF4-FFF2-40B4-BE49-F238E27FC236}">
                <a16:creationId xmlns:a16="http://schemas.microsoft.com/office/drawing/2014/main" id="{C8FA3731-5AA7-440E-935B-8FA4F541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3.7 Flash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4800d778f491c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246">
            <a:extLst xmlns:a="http://schemas.openxmlformats.org/drawingml/2006/main">
              <a:ext uri="{FF2B5EF4-FFF2-40B4-BE49-F238E27FC236}">
                <a16:creationId xmlns:a16="http://schemas.microsoft.com/office/drawing/2014/main" id="{20C28E63-F4FD-4C14-8AFF-F8D16A99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官方介紹</a:t>
            </a:r>
          </a:p>
        </p:txBody>
      </p:sp>
    </p:spTree>
    <p:extLst>
      <p:ext uri="{BB962C8B-B14F-4D97-AF65-F5344CB8AC3E}">
        <p14:creationId xmlns:p14="http://schemas.microsoft.com/office/powerpoint/2010/main" val="9270025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284">
            <a:extLst xmlns:a="http://schemas.openxmlformats.org/drawingml/2006/main">
              <a:ext uri="{FF2B5EF4-FFF2-40B4-BE49-F238E27FC236}">
                <a16:creationId xmlns:a16="http://schemas.microsoft.com/office/drawing/2014/main" id="{5490985C-5613-4791-9EFD-097CB9EA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WORKSPACE ORIENTATION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53B9F0-CE16-4626-AF3A-DB5EE993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進入工作區，先看四個地方</a:t>
            </a:r>
          </a:p>
        </p:txBody>
      </p:sp>
      <p:cxnSp>
        <p:nvCxnSpPr>
          <p:cNvPr id="28" name="shape-128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286">
            <a:extLst xmlns:a="http://schemas.openxmlformats.org/drawingml/2006/main">
              <a:ext uri="{FF2B5EF4-FFF2-40B4-BE49-F238E27FC236}">
                <a16:creationId xmlns:a16="http://schemas.microsoft.com/office/drawing/2014/main" id="{6DACE6F9-02BA-405B-AB71-D0A00362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6F93C4-A1BE-4164-B02E-8B6E6857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  <p:sp>
        <p:nvSpPr>
          <p:cNvPr id="6" name="shape-1287">
            <a:extLst xmlns:a="http://schemas.openxmlformats.org/drawingml/2006/main">
              <a:ext uri="{FF2B5EF4-FFF2-40B4-BE49-F238E27FC236}">
                <a16:creationId xmlns:a16="http://schemas.microsoft.com/office/drawing/2014/main" id="{7EA8343B-54FF-4FB1-8929-54A24931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288">
            <a:extLst xmlns:a="http://schemas.openxmlformats.org/drawingml/2006/main">
              <a:ext uri="{FF2B5EF4-FFF2-40B4-BE49-F238E27FC236}">
                <a16:creationId xmlns:a16="http://schemas.microsoft.com/office/drawing/2014/main" id="{7C02EA91-D2A7-496C-BD3A-9EC89368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289">
            <a:extLst xmlns:a="http://schemas.openxmlformats.org/drawingml/2006/main">
              <a:ext uri="{FF2B5EF4-FFF2-40B4-BE49-F238E27FC236}">
                <a16:creationId xmlns:a16="http://schemas.microsoft.com/office/drawing/2014/main" id="{18683CE0-AD20-4BDA-9228-045A5B3F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檔案</a:t>
            </a:r>
          </a:p>
        </p:txBody>
      </p:sp>
      <p:sp>
        <p:nvSpPr>
          <p:cNvPr id="9" name="text-1290">
            <a:extLst xmlns:a="http://schemas.openxmlformats.org/drawingml/2006/main">
              <a:ext uri="{FF2B5EF4-FFF2-40B4-BE49-F238E27FC236}">
                <a16:creationId xmlns:a16="http://schemas.microsoft.com/office/drawing/2014/main" id="{4BBD3769-2D4B-4F06-8E77-E4AF9618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Agent 能看到哪些素材？是否把敏感檔案放錯位置？</a:t>
            </a:r>
          </a:p>
        </p:txBody>
      </p:sp>
      <p:sp>
        <p:nvSpPr>
          <p:cNvPr id="10" name="shape-1291">
            <a:extLst xmlns:a="http://schemas.openxmlformats.org/drawingml/2006/main">
              <a:ext uri="{FF2B5EF4-FFF2-40B4-BE49-F238E27FC236}">
                <a16:creationId xmlns:a16="http://schemas.microsoft.com/office/drawing/2014/main" id="{6F44BE1E-D37C-435D-8BE0-857B07FF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292">
            <a:extLst xmlns:a="http://schemas.openxmlformats.org/drawingml/2006/main">
              <a:ext uri="{FF2B5EF4-FFF2-40B4-BE49-F238E27FC236}">
                <a16:creationId xmlns:a16="http://schemas.microsoft.com/office/drawing/2014/main" id="{84DF6161-93A9-47C7-B3F0-C4E22780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293">
            <a:extLst xmlns:a="http://schemas.openxmlformats.org/drawingml/2006/main">
              <a:ext uri="{FF2B5EF4-FFF2-40B4-BE49-F238E27FC236}">
                <a16:creationId xmlns:a16="http://schemas.microsoft.com/office/drawing/2014/main" id="{1208FFBF-B379-4D5B-B8B4-CE0FB8EE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</a:t>
            </a:r>
          </a:p>
        </p:txBody>
      </p:sp>
      <p:sp>
        <p:nvSpPr>
          <p:cNvPr id="13" name="text-1294">
            <a:extLst xmlns:a="http://schemas.openxmlformats.org/drawingml/2006/main">
              <a:ext uri="{FF2B5EF4-FFF2-40B4-BE49-F238E27FC236}">
                <a16:creationId xmlns:a16="http://schemas.microsoft.com/office/drawing/2014/main" id="{353CF660-7A63-43CA-B674-CB14D3A7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目標是否單一、具體，且能在本工作區完成？</a:t>
            </a:r>
          </a:p>
        </p:txBody>
      </p:sp>
      <p:sp>
        <p:nvSpPr>
          <p:cNvPr id="14" name="shape-1295">
            <a:extLst xmlns:a="http://schemas.openxmlformats.org/drawingml/2006/main">
              <a:ext uri="{FF2B5EF4-FFF2-40B4-BE49-F238E27FC236}">
                <a16:creationId xmlns:a16="http://schemas.microsoft.com/office/drawing/2014/main" id="{9D8D6F11-89B8-4E05-82E1-9584FF21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296">
            <a:extLst xmlns:a="http://schemas.openxmlformats.org/drawingml/2006/main">
              <a:ext uri="{FF2B5EF4-FFF2-40B4-BE49-F238E27FC236}">
                <a16:creationId xmlns:a16="http://schemas.microsoft.com/office/drawing/2014/main" id="{5D410DC1-6746-4586-B12E-89004B63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297">
            <a:extLst xmlns:a="http://schemas.openxmlformats.org/drawingml/2006/main">
              <a:ext uri="{FF2B5EF4-FFF2-40B4-BE49-F238E27FC236}">
                <a16:creationId xmlns:a16="http://schemas.microsoft.com/office/drawing/2014/main" id="{2546A945-119F-4DEC-9166-5BAE119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計畫</a:t>
            </a:r>
          </a:p>
        </p:txBody>
      </p:sp>
      <p:sp>
        <p:nvSpPr>
          <p:cNvPr id="17" name="text-1298">
            <a:extLst xmlns:a="http://schemas.openxmlformats.org/drawingml/2006/main">
              <a:ext uri="{FF2B5EF4-FFF2-40B4-BE49-F238E27FC236}">
                <a16:creationId xmlns:a16="http://schemas.microsoft.com/office/drawing/2014/main" id="{448AD1A6-1077-4FE6-B7F2-635D239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步驟是否合理？哪一步需要授權或外部資訊？</a:t>
            </a:r>
          </a:p>
        </p:txBody>
      </p:sp>
      <p:sp>
        <p:nvSpPr>
          <p:cNvPr id="18" name="shape-1299">
            <a:extLst xmlns:a="http://schemas.openxmlformats.org/drawingml/2006/main">
              <a:ext uri="{FF2B5EF4-FFF2-40B4-BE49-F238E27FC236}">
                <a16:creationId xmlns:a16="http://schemas.microsoft.com/office/drawing/2014/main" id="{6EF57A5B-C909-4F79-979F-5264E107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300">
            <a:extLst xmlns:a="http://schemas.openxmlformats.org/drawingml/2006/main">
              <a:ext uri="{FF2B5EF4-FFF2-40B4-BE49-F238E27FC236}">
                <a16:creationId xmlns:a16="http://schemas.microsoft.com/office/drawing/2014/main" id="{547856AD-FDA0-4BE3-B828-97E2C3DD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301">
            <a:extLst xmlns:a="http://schemas.openxmlformats.org/drawingml/2006/main">
              <a:ext uri="{FF2B5EF4-FFF2-40B4-BE49-F238E27FC236}">
                <a16:creationId xmlns:a16="http://schemas.microsoft.com/office/drawing/2014/main" id="{63F64F4F-EEFF-4EE0-B8CF-05C509B1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結果</a:t>
            </a:r>
          </a:p>
        </p:txBody>
      </p:sp>
      <p:sp>
        <p:nvSpPr>
          <p:cNvPr id="21" name="text-1302">
            <a:extLst xmlns:a="http://schemas.openxmlformats.org/drawingml/2006/main">
              <a:ext uri="{FF2B5EF4-FFF2-40B4-BE49-F238E27FC236}">
                <a16:creationId xmlns:a16="http://schemas.microsoft.com/office/drawing/2014/main" id="{6C169830-506B-4E0C-BB59-F5654A4A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有哪些變更、測試、畫面與仍未確認的項目？</a:t>
            </a:r>
          </a:p>
        </p:txBody>
      </p:sp>
      <p:sp>
        <p:nvSpPr>
          <p:cNvPr id="22" name="text-2184">
            <a:extLst xmlns:a="http://schemas.openxmlformats.org/drawingml/2006/main">
              <a:ext uri="{FF2B5EF4-FFF2-40B4-BE49-F238E27FC236}">
                <a16:creationId xmlns:a16="http://schemas.microsoft.com/office/drawing/2014/main" id="{8BE05EE3-D6F3-4572-858F-9A7ED4D6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25731f3d9ba4a5a"/>
              </a:rPr>
              <a:t>開啟 Antigravity ↗</a:t>
            </a:r>
          </a:p>
        </p:txBody>
      </p:sp>
      <p:sp>
        <p:nvSpPr>
          <p:cNvPr id="23" name="shape-2234">
            <a:extLst xmlns:a="http://schemas.openxmlformats.org/drawingml/2006/main">
              <a:ext uri="{FF2B5EF4-FFF2-40B4-BE49-F238E27FC236}">
                <a16:creationId xmlns:a16="http://schemas.microsoft.com/office/drawing/2014/main" id="{BA2B6A61-834A-4CAE-9A14-7117ED30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2e2bc4ca74461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235">
            <a:extLst xmlns:a="http://schemas.openxmlformats.org/drawingml/2006/main">
              <a:ext uri="{FF2B5EF4-FFF2-40B4-BE49-F238E27FC236}">
                <a16:creationId xmlns:a16="http://schemas.microsoft.com/office/drawing/2014/main" id="{99795F57-2AEF-470D-80F6-150DDF3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9766397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303">
            <a:extLst xmlns:a="http://schemas.openxmlformats.org/drawingml/2006/main">
              <a:ext uri="{FF2B5EF4-FFF2-40B4-BE49-F238E27FC236}">
                <a16:creationId xmlns:a16="http://schemas.microsoft.com/office/drawing/2014/main" id="{0083909C-8289-4F2B-8C16-85A7DE22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TASK BRIEF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D3ED66-2E88-470F-BAE7-BFB8A6A9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第一個 Agent 任務：四句話就能清楚</a:t>
            </a:r>
          </a:p>
        </p:txBody>
      </p:sp>
      <p:cxnSp>
        <p:nvCxnSpPr>
          <p:cNvPr id="28" name="shape-130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305">
            <a:extLst xmlns:a="http://schemas.openxmlformats.org/drawingml/2006/main">
              <a:ext uri="{FF2B5EF4-FFF2-40B4-BE49-F238E27FC236}">
                <a16:creationId xmlns:a16="http://schemas.microsoft.com/office/drawing/2014/main" id="{70868EC4-71DD-46A7-B878-D805F590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131445-8AE0-4840-A3B7-267704C8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sp>
        <p:nvSpPr>
          <p:cNvPr id="6" name="shape-1306">
            <a:extLst xmlns:a="http://schemas.openxmlformats.org/drawingml/2006/main">
              <a:ext uri="{FF2B5EF4-FFF2-40B4-BE49-F238E27FC236}">
                <a16:creationId xmlns:a16="http://schemas.microsoft.com/office/drawing/2014/main" id="{656061A8-3ABA-45F2-A036-5C027B1D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307">
            <a:extLst xmlns:a="http://schemas.openxmlformats.org/drawingml/2006/main">
              <a:ext uri="{FF2B5EF4-FFF2-40B4-BE49-F238E27FC236}">
                <a16:creationId xmlns:a16="http://schemas.microsoft.com/office/drawing/2014/main" id="{38F84822-7BA3-43FC-8FB2-C983F23F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308">
            <a:extLst xmlns:a="http://schemas.openxmlformats.org/drawingml/2006/main">
              <a:ext uri="{FF2B5EF4-FFF2-40B4-BE49-F238E27FC236}">
                <a16:creationId xmlns:a16="http://schemas.microsoft.com/office/drawing/2014/main" id="{703620C4-4B3C-4D8C-8776-317E9DBA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目標</a:t>
            </a:r>
          </a:p>
        </p:txBody>
      </p:sp>
      <p:sp>
        <p:nvSpPr>
          <p:cNvPr id="9" name="text-1309">
            <a:extLst xmlns:a="http://schemas.openxmlformats.org/drawingml/2006/main">
              <a:ext uri="{FF2B5EF4-FFF2-40B4-BE49-F238E27FC236}">
                <a16:creationId xmlns:a16="http://schemas.microsoft.com/office/drawing/2014/main" id="{3E2635FF-AAE1-4507-88F7-27EB42AB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把上午 Canvas 原型改善成可在手機使用的教學活動。</a:t>
            </a:r>
          </a:p>
        </p:txBody>
      </p:sp>
      <p:sp>
        <p:nvSpPr>
          <p:cNvPr id="10" name="shape-1310">
            <a:extLst xmlns:a="http://schemas.openxmlformats.org/drawingml/2006/main">
              <a:ext uri="{FF2B5EF4-FFF2-40B4-BE49-F238E27FC236}">
                <a16:creationId xmlns:a16="http://schemas.microsoft.com/office/drawing/2014/main" id="{CA4199A7-36B2-4F29-B263-B72638F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311">
            <a:extLst xmlns:a="http://schemas.openxmlformats.org/drawingml/2006/main">
              <a:ext uri="{FF2B5EF4-FFF2-40B4-BE49-F238E27FC236}">
                <a16:creationId xmlns:a16="http://schemas.microsoft.com/office/drawing/2014/main" id="{F90503F8-D4F0-488F-8D98-C1FBEBA6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312">
            <a:extLst xmlns:a="http://schemas.openxmlformats.org/drawingml/2006/main">
              <a:ext uri="{FF2B5EF4-FFF2-40B4-BE49-F238E27FC236}">
                <a16:creationId xmlns:a16="http://schemas.microsoft.com/office/drawing/2014/main" id="{2D2D1FF0-2941-4FAD-88FA-1EFADB0F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素材</a:t>
            </a:r>
          </a:p>
        </p:txBody>
      </p:sp>
      <p:sp>
        <p:nvSpPr>
          <p:cNvPr id="13" name="text-1313">
            <a:extLst xmlns:a="http://schemas.openxmlformats.org/drawingml/2006/main">
              <a:ext uri="{FF2B5EF4-FFF2-40B4-BE49-F238E27FC236}">
                <a16:creationId xmlns:a16="http://schemas.microsoft.com/office/drawing/2014/main" id="{80672B1F-A91D-4998-995A-688F3FE9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使用指定資料夾、截圖、課程文字與現有程式碼。</a:t>
            </a:r>
          </a:p>
        </p:txBody>
      </p:sp>
      <p:sp>
        <p:nvSpPr>
          <p:cNvPr id="14" name="shape-1314">
            <a:extLst xmlns:a="http://schemas.openxmlformats.org/drawingml/2006/main">
              <a:ext uri="{FF2B5EF4-FFF2-40B4-BE49-F238E27FC236}">
                <a16:creationId xmlns:a16="http://schemas.microsoft.com/office/drawing/2014/main" id="{C86CDD09-81A7-46E7-8549-B03C9199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315">
            <a:extLst xmlns:a="http://schemas.openxmlformats.org/drawingml/2006/main">
              <a:ext uri="{FF2B5EF4-FFF2-40B4-BE49-F238E27FC236}">
                <a16:creationId xmlns:a16="http://schemas.microsoft.com/office/drawing/2014/main" id="{516D85CA-41AA-4C47-B26C-9E23BDDA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316">
            <a:extLst xmlns:a="http://schemas.openxmlformats.org/drawingml/2006/main">
              <a:ext uri="{FF2B5EF4-FFF2-40B4-BE49-F238E27FC236}">
                <a16:creationId xmlns:a16="http://schemas.microsoft.com/office/drawing/2014/main" id="{3864B05B-9F7C-4A60-8AC8-25100F02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限制</a:t>
            </a:r>
          </a:p>
        </p:txBody>
      </p:sp>
      <p:sp>
        <p:nvSpPr>
          <p:cNvPr id="17" name="text-1317">
            <a:extLst xmlns:a="http://schemas.openxmlformats.org/drawingml/2006/main">
              <a:ext uri="{FF2B5EF4-FFF2-40B4-BE49-F238E27FC236}">
                <a16:creationId xmlns:a16="http://schemas.microsoft.com/office/drawing/2014/main" id="{4EAE5622-DFD3-4571-B2B2-F9C9DAA1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不改核心內容、不放個資、不新增付費服務、不直接公開。</a:t>
            </a:r>
          </a:p>
        </p:txBody>
      </p:sp>
      <p:sp>
        <p:nvSpPr>
          <p:cNvPr id="18" name="shape-1318">
            <a:extLst xmlns:a="http://schemas.openxmlformats.org/drawingml/2006/main">
              <a:ext uri="{FF2B5EF4-FFF2-40B4-BE49-F238E27FC236}">
                <a16:creationId xmlns:a16="http://schemas.microsoft.com/office/drawing/2014/main" id="{29DBDEDE-729F-4607-8EC1-0C5357EB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319">
            <a:extLst xmlns:a="http://schemas.openxmlformats.org/drawingml/2006/main">
              <a:ext uri="{FF2B5EF4-FFF2-40B4-BE49-F238E27FC236}">
                <a16:creationId xmlns:a16="http://schemas.microsoft.com/office/drawing/2014/main" id="{0CF6D63B-CBD2-457E-A844-0C764EF4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320">
            <a:extLst xmlns:a="http://schemas.openxmlformats.org/drawingml/2006/main">
              <a:ext uri="{FF2B5EF4-FFF2-40B4-BE49-F238E27FC236}">
                <a16:creationId xmlns:a16="http://schemas.microsoft.com/office/drawing/2014/main" id="{17379351-F2C7-4CFB-A658-56793C12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驗收</a:t>
            </a:r>
          </a:p>
        </p:txBody>
      </p:sp>
      <p:sp>
        <p:nvSpPr>
          <p:cNvPr id="21" name="text-1321">
            <a:extLst xmlns:a="http://schemas.openxmlformats.org/drawingml/2006/main">
              <a:ext uri="{FF2B5EF4-FFF2-40B4-BE49-F238E27FC236}">
                <a16:creationId xmlns:a16="http://schemas.microsoft.com/office/drawing/2014/main" id="{EEC11E7B-BA26-4A4C-9065-405F302B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完成桌機與手機測試，提供修改摘要與畫面證據。</a:t>
            </a:r>
          </a:p>
        </p:txBody>
      </p:sp>
      <p:sp>
        <p:nvSpPr>
          <p:cNvPr id="22" name="text-2185">
            <a:extLst xmlns:a="http://schemas.openxmlformats.org/drawingml/2006/main">
              <a:ext uri="{FF2B5EF4-FFF2-40B4-BE49-F238E27FC236}">
                <a16:creationId xmlns:a16="http://schemas.microsoft.com/office/drawing/2014/main" id="{EF051193-59CE-4906-8223-564A07BA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a14940c2fbe4c99"/>
              </a:rPr>
              <a:t>開啟 Antigravity ↗</a:t>
            </a:r>
          </a:p>
        </p:txBody>
      </p:sp>
      <p:sp>
        <p:nvSpPr>
          <p:cNvPr id="23" name="shape-2236">
            <a:extLst xmlns:a="http://schemas.openxmlformats.org/drawingml/2006/main">
              <a:ext uri="{FF2B5EF4-FFF2-40B4-BE49-F238E27FC236}">
                <a16:creationId xmlns:a16="http://schemas.microsoft.com/office/drawing/2014/main" id="{CE29A680-2D40-41C6-B41F-90D305CF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0acb5f11c4179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237">
            <a:extLst xmlns:a="http://schemas.openxmlformats.org/drawingml/2006/main">
              <a:ext uri="{FF2B5EF4-FFF2-40B4-BE49-F238E27FC236}">
                <a16:creationId xmlns:a16="http://schemas.microsoft.com/office/drawing/2014/main" id="{33B43904-68F2-4336-9EF7-0092223D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12594087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322">
            <a:extLst xmlns:a="http://schemas.openxmlformats.org/drawingml/2006/main">
              <a:ext uri="{FF2B5EF4-FFF2-40B4-BE49-F238E27FC236}">
                <a16:creationId xmlns:a16="http://schemas.microsoft.com/office/drawing/2014/main" id="{3BEA8FBF-FE35-48F9-A628-BF7A986A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LIVE DEMO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4C8DCE-0C66-4A4E-95A7-5C693DD3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示範：請 Agent 改作品，但保留控制權</a:t>
            </a:r>
          </a:p>
        </p:txBody>
      </p:sp>
      <p:cxnSp>
        <p:nvCxnSpPr>
          <p:cNvPr id="59" name="shape-132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324">
            <a:extLst xmlns:a="http://schemas.openxmlformats.org/drawingml/2006/main">
              <a:ext uri="{FF2B5EF4-FFF2-40B4-BE49-F238E27FC236}">
                <a16:creationId xmlns:a16="http://schemas.microsoft.com/office/drawing/2014/main" id="{9F3C2186-0E0D-45BF-8FF7-6067599E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231990-C206-47FD-92BE-149FC999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17</a:t>
            </a:r>
          </a:p>
        </p:txBody>
      </p:sp>
      <p:sp>
        <p:nvSpPr>
          <p:cNvPr id="6" name="shape-1325">
            <a:extLst xmlns:a="http://schemas.openxmlformats.org/drawingml/2006/main">
              <a:ext uri="{FF2B5EF4-FFF2-40B4-BE49-F238E27FC236}">
                <a16:creationId xmlns:a16="http://schemas.microsoft.com/office/drawing/2014/main" id="{B871FA83-BE35-44A4-98F8-B10FB879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326">
            <a:extLst xmlns:a="http://schemas.openxmlformats.org/drawingml/2006/main">
              <a:ext uri="{FF2B5EF4-FFF2-40B4-BE49-F238E27FC236}">
                <a16:creationId xmlns:a16="http://schemas.microsoft.com/office/drawing/2014/main" id="{1121AF76-2E5D-41AD-9515-B358A4BC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27">
            <a:extLst xmlns:a="http://schemas.openxmlformats.org/drawingml/2006/main">
              <a:ext uri="{FF2B5EF4-FFF2-40B4-BE49-F238E27FC236}">
                <a16:creationId xmlns:a16="http://schemas.microsoft.com/office/drawing/2014/main" id="{036F973A-A8DE-490B-9D44-27FC2CC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328">
            <a:extLst xmlns:a="http://schemas.openxmlformats.org/drawingml/2006/main">
              <a:ext uri="{FF2B5EF4-FFF2-40B4-BE49-F238E27FC236}">
                <a16:creationId xmlns:a16="http://schemas.microsoft.com/office/drawing/2014/main" id="{10EEC17A-D03B-4F18-8BE5-07D5A143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先檢查</a:t>
            </a:r>
          </a:p>
        </p:txBody>
      </p:sp>
      <p:sp>
        <p:nvSpPr>
          <p:cNvPr id="10" name="text-1329">
            <a:extLst xmlns:a="http://schemas.openxmlformats.org/drawingml/2006/main">
              <a:ext uri="{FF2B5EF4-FFF2-40B4-BE49-F238E27FC236}">
                <a16:creationId xmlns:a16="http://schemas.microsoft.com/office/drawing/2014/main" id="{A86F20A9-CA03-4859-A37D-A4176E1A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說明結構與問題</a:t>
            </a:r>
          </a:p>
        </p:txBody>
      </p:sp>
      <p:sp>
        <p:nvSpPr>
          <p:cNvPr id="11" name="text-1330">
            <a:extLst xmlns:a="http://schemas.openxmlformats.org/drawingml/2006/main">
              <a:ext uri="{FF2B5EF4-FFF2-40B4-BE49-F238E27FC236}">
                <a16:creationId xmlns:a16="http://schemas.microsoft.com/office/drawing/2014/main" id="{1741B3A5-A5E5-4507-96F6-F92AB9EF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331">
            <a:extLst xmlns:a="http://schemas.openxmlformats.org/drawingml/2006/main">
              <a:ext uri="{FF2B5EF4-FFF2-40B4-BE49-F238E27FC236}">
                <a16:creationId xmlns:a16="http://schemas.microsoft.com/office/drawing/2014/main" id="{28AE9138-351D-4D6E-BFE3-5E5B57E3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332">
            <a:extLst xmlns:a="http://schemas.openxmlformats.org/drawingml/2006/main">
              <a:ext uri="{FF2B5EF4-FFF2-40B4-BE49-F238E27FC236}">
                <a16:creationId xmlns:a16="http://schemas.microsoft.com/office/drawing/2014/main" id="{15229089-9299-4694-B7E7-E1420961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333">
            <a:extLst xmlns:a="http://schemas.openxmlformats.org/drawingml/2006/main">
              <a:ext uri="{FF2B5EF4-FFF2-40B4-BE49-F238E27FC236}">
                <a16:creationId xmlns:a16="http://schemas.microsoft.com/office/drawing/2014/main" id="{A3CE4223-708C-464D-9E01-48359A4E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334">
            <a:extLst xmlns:a="http://schemas.openxmlformats.org/drawingml/2006/main">
              <a:ext uri="{FF2B5EF4-FFF2-40B4-BE49-F238E27FC236}">
                <a16:creationId xmlns:a16="http://schemas.microsoft.com/office/drawing/2014/main" id="{AE2F5BF2-31BF-4588-A404-5679F02D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提計畫</a:t>
            </a:r>
          </a:p>
        </p:txBody>
      </p:sp>
      <p:sp>
        <p:nvSpPr>
          <p:cNvPr id="16" name="text-1335">
            <a:extLst xmlns:a="http://schemas.openxmlformats.org/drawingml/2006/main">
              <a:ext uri="{FF2B5EF4-FFF2-40B4-BE49-F238E27FC236}">
                <a16:creationId xmlns:a16="http://schemas.microsoft.com/office/drawing/2014/main" id="{EBC3458E-7579-4033-97EB-D5C02C1A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列修改與不修改</a:t>
            </a:r>
          </a:p>
        </p:txBody>
      </p:sp>
      <p:sp>
        <p:nvSpPr>
          <p:cNvPr id="17" name="text-1336">
            <a:extLst xmlns:a="http://schemas.openxmlformats.org/drawingml/2006/main">
              <a:ext uri="{FF2B5EF4-FFF2-40B4-BE49-F238E27FC236}">
                <a16:creationId xmlns:a16="http://schemas.microsoft.com/office/drawing/2014/main" id="{222FFC30-0EFD-4071-866A-3BBBC0E3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337">
            <a:extLst xmlns:a="http://schemas.openxmlformats.org/drawingml/2006/main">
              <a:ext uri="{FF2B5EF4-FFF2-40B4-BE49-F238E27FC236}">
                <a16:creationId xmlns:a16="http://schemas.microsoft.com/office/drawing/2014/main" id="{89FEADEF-9420-4EED-ABF5-83D424DC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338">
            <a:extLst xmlns:a="http://schemas.openxmlformats.org/drawingml/2006/main">
              <a:ext uri="{FF2B5EF4-FFF2-40B4-BE49-F238E27FC236}">
                <a16:creationId xmlns:a16="http://schemas.microsoft.com/office/drawing/2014/main" id="{218EEE9F-53CC-4E6D-AEE7-BEF1435B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339">
            <a:extLst xmlns:a="http://schemas.openxmlformats.org/drawingml/2006/main">
              <a:ext uri="{FF2B5EF4-FFF2-40B4-BE49-F238E27FC236}">
                <a16:creationId xmlns:a16="http://schemas.microsoft.com/office/drawing/2014/main" id="{ABE95ED3-3464-413B-9299-30C527EA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340">
            <a:extLst xmlns:a="http://schemas.openxmlformats.org/drawingml/2006/main">
              <a:ext uri="{FF2B5EF4-FFF2-40B4-BE49-F238E27FC236}">
                <a16:creationId xmlns:a16="http://schemas.microsoft.com/office/drawing/2014/main" id="{1C9705D5-AFBE-4D6C-BA29-4626009B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</a:t>
            </a:r>
          </a:p>
        </p:txBody>
      </p:sp>
      <p:sp>
        <p:nvSpPr>
          <p:cNvPr id="22" name="text-1341">
            <a:extLst xmlns:a="http://schemas.openxmlformats.org/drawingml/2006/main">
              <a:ext uri="{FF2B5EF4-FFF2-40B4-BE49-F238E27FC236}">
                <a16:creationId xmlns:a16="http://schemas.microsoft.com/office/drawing/2014/main" id="{34BA2E6A-E6B4-4C20-AEA3-9D4BF0DC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只改同意範圍</a:t>
            </a:r>
          </a:p>
        </p:txBody>
      </p:sp>
      <p:sp>
        <p:nvSpPr>
          <p:cNvPr id="23" name="text-1342">
            <a:extLst xmlns:a="http://schemas.openxmlformats.org/drawingml/2006/main">
              <a:ext uri="{FF2B5EF4-FFF2-40B4-BE49-F238E27FC236}">
                <a16:creationId xmlns:a16="http://schemas.microsoft.com/office/drawing/2014/main" id="{B48D8D15-8198-45B2-B1E0-6480246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343">
            <a:extLst xmlns:a="http://schemas.openxmlformats.org/drawingml/2006/main">
              <a:ext uri="{FF2B5EF4-FFF2-40B4-BE49-F238E27FC236}">
                <a16:creationId xmlns:a16="http://schemas.microsoft.com/office/drawing/2014/main" id="{78304F35-12CC-4A81-85BA-CDBB62C8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344">
            <a:extLst xmlns:a="http://schemas.openxmlformats.org/drawingml/2006/main">
              <a:ext uri="{FF2B5EF4-FFF2-40B4-BE49-F238E27FC236}">
                <a16:creationId xmlns:a16="http://schemas.microsoft.com/office/drawing/2014/main" id="{6E592C45-2BB7-4B59-B51E-59C8E3BB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345">
            <a:extLst xmlns:a="http://schemas.openxmlformats.org/drawingml/2006/main">
              <a:ext uri="{FF2B5EF4-FFF2-40B4-BE49-F238E27FC236}">
                <a16:creationId xmlns:a16="http://schemas.microsoft.com/office/drawing/2014/main" id="{93C1EDA9-8C7E-45EF-978F-AD07C598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346">
            <a:extLst xmlns:a="http://schemas.openxmlformats.org/drawingml/2006/main">
              <a:ext uri="{FF2B5EF4-FFF2-40B4-BE49-F238E27FC236}">
                <a16:creationId xmlns:a16="http://schemas.microsoft.com/office/drawing/2014/main" id="{B855669A-15D7-43E4-8399-59B8B623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測試</a:t>
            </a:r>
          </a:p>
        </p:txBody>
      </p:sp>
      <p:sp>
        <p:nvSpPr>
          <p:cNvPr id="28" name="text-1347">
            <a:extLst xmlns:a="http://schemas.openxmlformats.org/drawingml/2006/main">
              <a:ext uri="{FF2B5EF4-FFF2-40B4-BE49-F238E27FC236}">
                <a16:creationId xmlns:a16="http://schemas.microsoft.com/office/drawing/2014/main" id="{6A4F1E08-247C-43E2-B869-0F647834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桌機與手機流程</a:t>
            </a:r>
          </a:p>
        </p:txBody>
      </p:sp>
      <p:sp>
        <p:nvSpPr>
          <p:cNvPr id="29" name="text-1348">
            <a:extLst xmlns:a="http://schemas.openxmlformats.org/drawingml/2006/main">
              <a:ext uri="{FF2B5EF4-FFF2-40B4-BE49-F238E27FC236}">
                <a16:creationId xmlns:a16="http://schemas.microsoft.com/office/drawing/2014/main" id="{CF32399C-F73D-47B5-AF80-05E3E66E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1349">
            <a:extLst xmlns:a="http://schemas.openxmlformats.org/drawingml/2006/main">
              <a:ext uri="{FF2B5EF4-FFF2-40B4-BE49-F238E27FC236}">
                <a16:creationId xmlns:a16="http://schemas.microsoft.com/office/drawing/2014/main" id="{9550889E-5AE5-46A0-B0A1-1F8BA706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1350">
            <a:extLst xmlns:a="http://schemas.openxmlformats.org/drawingml/2006/main">
              <a:ext uri="{FF2B5EF4-FFF2-40B4-BE49-F238E27FC236}">
                <a16:creationId xmlns:a16="http://schemas.microsoft.com/office/drawing/2014/main" id="{1E955616-B64B-4514-BDC4-ED65F563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351">
            <a:extLst xmlns:a="http://schemas.openxmlformats.org/drawingml/2006/main">
              <a:ext uri="{FF2B5EF4-FFF2-40B4-BE49-F238E27FC236}">
                <a16:creationId xmlns:a16="http://schemas.microsoft.com/office/drawing/2014/main" id="{196CA5C0-E666-47DC-ABA2-90B3C632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1352">
            <a:extLst xmlns:a="http://schemas.openxmlformats.org/drawingml/2006/main">
              <a:ext uri="{FF2B5EF4-FFF2-40B4-BE49-F238E27FC236}">
                <a16:creationId xmlns:a16="http://schemas.microsoft.com/office/drawing/2014/main" id="{61CBCA50-02DE-46AD-AE64-94B2CCAD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交付</a:t>
            </a:r>
          </a:p>
        </p:txBody>
      </p:sp>
      <p:sp>
        <p:nvSpPr>
          <p:cNvPr id="34" name="text-1353">
            <a:extLst xmlns:a="http://schemas.openxmlformats.org/drawingml/2006/main">
              <a:ext uri="{FF2B5EF4-FFF2-40B4-BE49-F238E27FC236}">
                <a16:creationId xmlns:a16="http://schemas.microsoft.com/office/drawing/2014/main" id="{C8155A38-2E8D-4BDD-9B49-8FDEA767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差異、證據、限制</a:t>
            </a:r>
          </a:p>
        </p:txBody>
      </p:sp>
      <p:sp>
        <p:nvSpPr>
          <p:cNvPr id="35" name="shape-1354">
            <a:extLst xmlns:a="http://schemas.openxmlformats.org/drawingml/2006/main">
              <a:ext uri="{FF2B5EF4-FFF2-40B4-BE49-F238E27FC236}">
                <a16:creationId xmlns:a16="http://schemas.microsoft.com/office/drawing/2014/main" id="{EC263B01-352A-4354-BD37-649E91AB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11633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6" name="text-1355">
            <a:extLst xmlns:a="http://schemas.openxmlformats.org/drawingml/2006/main">
              <a:ext uri="{FF2B5EF4-FFF2-40B4-BE49-F238E27FC236}">
                <a16:creationId xmlns:a16="http://schemas.microsoft.com/office/drawing/2014/main" id="{2970D0EB-505A-4378-8972-D50AFD72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人在迴路</a:t>
            </a:r>
          </a:p>
        </p:txBody>
      </p:sp>
      <p:sp>
        <p:nvSpPr>
          <p:cNvPr id="37" name="text-1356">
            <a:extLst xmlns:a="http://schemas.openxmlformats.org/drawingml/2006/main">
              <a:ext uri="{FF2B5EF4-FFF2-40B4-BE49-F238E27FC236}">
                <a16:creationId xmlns:a16="http://schemas.microsoft.com/office/drawing/2014/main" id="{92CA3C65-E5EC-411C-91DF-B0197088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Agent 可以推進，但最後的範圍與發布決定仍由人保留</a:t>
            </a:r>
          </a:p>
        </p:txBody>
      </p:sp>
      <p:sp>
        <p:nvSpPr>
          <p:cNvPr id="38" name="shape-1357">
            <a:extLst xmlns:a="http://schemas.openxmlformats.org/drawingml/2006/main">
              <a:ext uri="{FF2B5EF4-FFF2-40B4-BE49-F238E27FC236}">
                <a16:creationId xmlns:a16="http://schemas.microsoft.com/office/drawing/2014/main" id="{8AFED41A-72D7-44AD-A4B7-7B381CD3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0175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1B64DA"/>
            </a:solidFill>
            <a:prstDash val="solid"/>
          </a:ln>
        </p:spPr>
      </p:sp>
      <p:sp>
        <p:nvSpPr>
          <p:cNvPr id="39" name="text-1358">
            <a:extLst xmlns:a="http://schemas.openxmlformats.org/drawingml/2006/main">
              <a:ext uri="{FF2B5EF4-FFF2-40B4-BE49-F238E27FC236}">
                <a16:creationId xmlns:a16="http://schemas.microsoft.com/office/drawing/2014/main" id="{DEC4AC36-2F99-4970-B4D8-B3134143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提案</a:t>
            </a:r>
          </a:p>
        </p:txBody>
      </p:sp>
      <p:sp>
        <p:nvSpPr>
          <p:cNvPr id="40" name="text-1359">
            <a:extLst xmlns:a="http://schemas.openxmlformats.org/drawingml/2006/main">
              <a:ext uri="{FF2B5EF4-FFF2-40B4-BE49-F238E27FC236}">
                <a16:creationId xmlns:a16="http://schemas.microsoft.com/office/drawing/2014/main" id="{EB2717F5-C6A3-4314-B03E-01E9BF2B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先看計畫</a:t>
            </a:r>
          </a:p>
        </p:txBody>
      </p:sp>
      <p:sp>
        <p:nvSpPr>
          <p:cNvPr id="41" name="text-1360">
            <a:extLst xmlns:a="http://schemas.openxmlformats.org/drawingml/2006/main">
              <a:ext uri="{FF2B5EF4-FFF2-40B4-BE49-F238E27FC236}">
                <a16:creationId xmlns:a16="http://schemas.microsoft.com/office/drawing/2014/main" id="{014E3477-BA27-4344-883A-1EB45FD0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324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42" name="shape-1361">
            <a:extLst xmlns:a="http://schemas.openxmlformats.org/drawingml/2006/main">
              <a:ext uri="{FF2B5EF4-FFF2-40B4-BE49-F238E27FC236}">
                <a16:creationId xmlns:a16="http://schemas.microsoft.com/office/drawing/2014/main" id="{BF2F483A-6BC5-4993-B516-794132C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10175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0E9F94"/>
            </a:solidFill>
            <a:prstDash val="solid"/>
          </a:ln>
        </p:spPr>
      </p:sp>
      <p:sp>
        <p:nvSpPr>
          <p:cNvPr id="43" name="text-1362">
            <a:extLst xmlns:a="http://schemas.openxmlformats.org/drawingml/2006/main">
              <a:ext uri="{FF2B5EF4-FFF2-40B4-BE49-F238E27FC236}">
                <a16:creationId xmlns:a16="http://schemas.microsoft.com/office/drawing/2014/main" id="{CC51CCF0-CB82-4910-A254-E42C56FD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rPr>
              <a:t>教師核准</a:t>
            </a:r>
          </a:p>
        </p:txBody>
      </p:sp>
      <p:sp>
        <p:nvSpPr>
          <p:cNvPr id="44" name="text-1363">
            <a:extLst xmlns:a="http://schemas.openxmlformats.org/drawingml/2006/main">
              <a:ext uri="{FF2B5EF4-FFF2-40B4-BE49-F238E27FC236}">
                <a16:creationId xmlns:a16="http://schemas.microsoft.com/office/drawing/2014/main" id="{4E068027-2B3D-4669-BD64-F4C036B4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05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確認範圍</a:t>
            </a:r>
          </a:p>
        </p:txBody>
      </p:sp>
      <p:sp>
        <p:nvSpPr>
          <p:cNvPr id="45" name="text-1364">
            <a:extLst xmlns:a="http://schemas.openxmlformats.org/drawingml/2006/main">
              <a:ext uri="{FF2B5EF4-FFF2-40B4-BE49-F238E27FC236}">
                <a16:creationId xmlns:a16="http://schemas.microsoft.com/office/drawing/2014/main" id="{B50DC990-16E7-4BB6-BC56-5A13B3B9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324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46" name="shape-1365">
            <a:extLst xmlns:a="http://schemas.openxmlformats.org/drawingml/2006/main">
              <a:ext uri="{FF2B5EF4-FFF2-40B4-BE49-F238E27FC236}">
                <a16:creationId xmlns:a16="http://schemas.microsoft.com/office/drawing/2014/main" id="{77ADFA9E-6EF9-47FE-A178-BBC66565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0175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FF6B4A"/>
            </a:solidFill>
            <a:prstDash val="solid"/>
          </a:ln>
        </p:spPr>
      </p:sp>
      <p:sp>
        <p:nvSpPr>
          <p:cNvPr id="47" name="text-1366">
            <a:extLst xmlns:a="http://schemas.openxmlformats.org/drawingml/2006/main">
              <a:ext uri="{FF2B5EF4-FFF2-40B4-BE49-F238E27FC236}">
                <a16:creationId xmlns:a16="http://schemas.microsoft.com/office/drawing/2014/main" id="{E878511E-ADFC-488F-B336-045C0F52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測試驗證</a:t>
            </a:r>
          </a:p>
        </p:txBody>
      </p:sp>
      <p:sp>
        <p:nvSpPr>
          <p:cNvPr id="48" name="text-1367">
            <a:extLst xmlns:a="http://schemas.openxmlformats.org/drawingml/2006/main">
              <a:ext uri="{FF2B5EF4-FFF2-40B4-BE49-F238E27FC236}">
                <a16:creationId xmlns:a16="http://schemas.microsoft.com/office/drawing/2014/main" id="{1381A115-C5B5-4F07-9303-7B7803BC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05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桌機 × 手機</a:t>
            </a:r>
          </a:p>
        </p:txBody>
      </p:sp>
      <p:sp>
        <p:nvSpPr>
          <p:cNvPr id="49" name="text-1368">
            <a:extLst xmlns:a="http://schemas.openxmlformats.org/drawingml/2006/main">
              <a:ext uri="{FF2B5EF4-FFF2-40B4-BE49-F238E27FC236}">
                <a16:creationId xmlns:a16="http://schemas.microsoft.com/office/drawing/2014/main" id="{708EB44E-0F2F-41C2-B27B-1D9CB250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3244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CCD8E5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50" name="shape-1369">
            <a:extLst xmlns:a="http://schemas.openxmlformats.org/drawingml/2006/main">
              <a:ext uri="{FF2B5EF4-FFF2-40B4-BE49-F238E27FC236}">
                <a16:creationId xmlns:a16="http://schemas.microsoft.com/office/drawing/2014/main" id="{7F657331-E389-4D13-9802-C40FAA60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0175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51" name="text-1370">
            <a:extLst xmlns:a="http://schemas.openxmlformats.org/drawingml/2006/main">
              <a:ext uri="{FF2B5EF4-FFF2-40B4-BE49-F238E27FC236}">
                <a16:creationId xmlns:a16="http://schemas.microsoft.com/office/drawing/2014/main" id="{CD9E4021-1CDA-462A-BDAE-04F63D75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再決定交付</a:t>
            </a:r>
          </a:p>
        </p:txBody>
      </p:sp>
      <p:sp>
        <p:nvSpPr>
          <p:cNvPr id="52" name="text-1371">
            <a:extLst xmlns:a="http://schemas.openxmlformats.org/drawingml/2006/main">
              <a:ext uri="{FF2B5EF4-FFF2-40B4-BE49-F238E27FC236}">
                <a16:creationId xmlns:a16="http://schemas.microsoft.com/office/drawing/2014/main" id="{BD1B3FC9-A3D4-4550-A2C2-2C167244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05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差異・證據・限制</a:t>
            </a:r>
          </a:p>
        </p:txBody>
      </p:sp>
      <p:sp>
        <p:nvSpPr>
          <p:cNvPr id="53" name="text-2186">
            <a:extLst xmlns:a="http://schemas.openxmlformats.org/drawingml/2006/main">
              <a:ext uri="{FF2B5EF4-FFF2-40B4-BE49-F238E27FC236}">
                <a16:creationId xmlns:a16="http://schemas.microsoft.com/office/drawing/2014/main" id="{81083524-C6CF-4FC9-8346-BD177143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9e8d376e71f46ea"/>
              </a:rPr>
              <a:t>開啟 Antigravity ↗</a:t>
            </a:r>
          </a:p>
        </p:txBody>
      </p:sp>
      <p:sp>
        <p:nvSpPr>
          <p:cNvPr id="54" name="shape-2238">
            <a:extLst xmlns:a="http://schemas.openxmlformats.org/drawingml/2006/main">
              <a:ext uri="{FF2B5EF4-FFF2-40B4-BE49-F238E27FC236}">
                <a16:creationId xmlns:a16="http://schemas.microsoft.com/office/drawing/2014/main" id="{5611D35B-53D3-4603-BDF1-4531DB6C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ca98bfc964c35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6" name="text-2239">
            <a:extLst xmlns:a="http://schemas.openxmlformats.org/drawingml/2006/main">
              <a:ext uri="{FF2B5EF4-FFF2-40B4-BE49-F238E27FC236}">
                <a16:creationId xmlns:a16="http://schemas.microsoft.com/office/drawing/2014/main" id="{3A02C18A-9420-42D7-AEA5-17F7ECAC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10408600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372">
            <a:extLst xmlns:a="http://schemas.openxmlformats.org/drawingml/2006/main">
              <a:ext uri="{FF2B5EF4-FFF2-40B4-BE49-F238E27FC236}">
                <a16:creationId xmlns:a16="http://schemas.microsoft.com/office/drawing/2014/main" id="{688503B9-2C9D-4BEC-A396-23C1411F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D230AE-8A99-4D63-97D3-21E42CF0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的完成證據：四樣少一樣就要追問</a:t>
            </a:r>
          </a:p>
        </p:txBody>
      </p:sp>
      <p:cxnSp>
        <p:nvCxnSpPr>
          <p:cNvPr id="28" name="shape-137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374">
            <a:extLst xmlns:a="http://schemas.openxmlformats.org/drawingml/2006/main">
              <a:ext uri="{FF2B5EF4-FFF2-40B4-BE49-F238E27FC236}">
                <a16:creationId xmlns:a16="http://schemas.microsoft.com/office/drawing/2014/main" id="{7837C53D-48DC-456A-8F93-2BF7911B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7BEE97-F7A5-46F5-8B42-68CA3839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18</a:t>
            </a:r>
          </a:p>
        </p:txBody>
      </p:sp>
      <p:sp>
        <p:nvSpPr>
          <p:cNvPr id="6" name="shape-1375">
            <a:extLst xmlns:a="http://schemas.openxmlformats.org/drawingml/2006/main">
              <a:ext uri="{FF2B5EF4-FFF2-40B4-BE49-F238E27FC236}">
                <a16:creationId xmlns:a16="http://schemas.microsoft.com/office/drawing/2014/main" id="{33543131-3B40-40AE-B11B-CE9253EC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376">
            <a:extLst xmlns:a="http://schemas.openxmlformats.org/drawingml/2006/main">
              <a:ext uri="{FF2B5EF4-FFF2-40B4-BE49-F238E27FC236}">
                <a16:creationId xmlns:a16="http://schemas.microsoft.com/office/drawing/2014/main" id="{03EDA595-16F7-4697-AE46-64635E58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377">
            <a:extLst xmlns:a="http://schemas.openxmlformats.org/drawingml/2006/main">
              <a:ext uri="{FF2B5EF4-FFF2-40B4-BE49-F238E27FC236}">
                <a16:creationId xmlns:a16="http://schemas.microsoft.com/office/drawing/2014/main" id="{C176C380-6D87-471F-AB18-FD46CA8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變更摘要</a:t>
            </a:r>
          </a:p>
        </p:txBody>
      </p:sp>
      <p:sp>
        <p:nvSpPr>
          <p:cNvPr id="9" name="text-1378">
            <a:extLst xmlns:a="http://schemas.openxmlformats.org/drawingml/2006/main">
              <a:ext uri="{FF2B5EF4-FFF2-40B4-BE49-F238E27FC236}">
                <a16:creationId xmlns:a16="http://schemas.microsoft.com/office/drawing/2014/main" id="{080FBAF4-8C59-42E6-95DC-335E3D7B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改了哪些檔案、為什麼改、沒有改什麼。</a:t>
            </a:r>
          </a:p>
        </p:txBody>
      </p:sp>
      <p:sp>
        <p:nvSpPr>
          <p:cNvPr id="10" name="shape-1379">
            <a:extLst xmlns:a="http://schemas.openxmlformats.org/drawingml/2006/main">
              <a:ext uri="{FF2B5EF4-FFF2-40B4-BE49-F238E27FC236}">
                <a16:creationId xmlns:a16="http://schemas.microsoft.com/office/drawing/2014/main" id="{5716A7A6-DEEB-4884-BA10-46C01AAC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380">
            <a:extLst xmlns:a="http://schemas.openxmlformats.org/drawingml/2006/main">
              <a:ext uri="{FF2B5EF4-FFF2-40B4-BE49-F238E27FC236}">
                <a16:creationId xmlns:a16="http://schemas.microsoft.com/office/drawing/2014/main" id="{66421DC0-9A66-4870-A29A-48224990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381">
            <a:extLst xmlns:a="http://schemas.openxmlformats.org/drawingml/2006/main">
              <a:ext uri="{FF2B5EF4-FFF2-40B4-BE49-F238E27FC236}">
                <a16:creationId xmlns:a16="http://schemas.microsoft.com/office/drawing/2014/main" id="{E01CF15B-051F-4842-B561-35EC82EC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測試結果</a:t>
            </a:r>
          </a:p>
        </p:txBody>
      </p:sp>
      <p:sp>
        <p:nvSpPr>
          <p:cNvPr id="13" name="text-1382">
            <a:extLst xmlns:a="http://schemas.openxmlformats.org/drawingml/2006/main">
              <a:ext uri="{FF2B5EF4-FFF2-40B4-BE49-F238E27FC236}">
                <a16:creationId xmlns:a16="http://schemas.microsoft.com/office/drawing/2014/main" id="{0EAE4007-4375-4411-95FC-B9927FE4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實際執行哪些檢查，結果是通過、失敗或未執行。</a:t>
            </a:r>
          </a:p>
        </p:txBody>
      </p:sp>
      <p:sp>
        <p:nvSpPr>
          <p:cNvPr id="14" name="shape-1383">
            <a:extLst xmlns:a="http://schemas.openxmlformats.org/drawingml/2006/main">
              <a:ext uri="{FF2B5EF4-FFF2-40B4-BE49-F238E27FC236}">
                <a16:creationId xmlns:a16="http://schemas.microsoft.com/office/drawing/2014/main" id="{6D54BE9A-12C2-449F-8482-97798F43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384">
            <a:extLst xmlns:a="http://schemas.openxmlformats.org/drawingml/2006/main">
              <a:ext uri="{FF2B5EF4-FFF2-40B4-BE49-F238E27FC236}">
                <a16:creationId xmlns:a16="http://schemas.microsoft.com/office/drawing/2014/main" id="{BE748AE8-6ECE-4995-A89C-9935A520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385">
            <a:extLst xmlns:a="http://schemas.openxmlformats.org/drawingml/2006/main">
              <a:ext uri="{FF2B5EF4-FFF2-40B4-BE49-F238E27FC236}">
                <a16:creationId xmlns:a16="http://schemas.microsoft.com/office/drawing/2014/main" id="{5C226C53-9540-493B-9BB3-830B31A5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畫面證據</a:t>
            </a:r>
          </a:p>
        </p:txBody>
      </p:sp>
      <p:sp>
        <p:nvSpPr>
          <p:cNvPr id="17" name="text-1386">
            <a:extLst xmlns:a="http://schemas.openxmlformats.org/drawingml/2006/main">
              <a:ext uri="{FF2B5EF4-FFF2-40B4-BE49-F238E27FC236}">
                <a16:creationId xmlns:a16="http://schemas.microsoft.com/office/drawing/2014/main" id="{A1DD3DD8-03D2-4C34-97C6-D84836D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用實際截圖或預覽驗證，不只描述應該長什麼樣。</a:t>
            </a:r>
          </a:p>
        </p:txBody>
      </p:sp>
      <p:sp>
        <p:nvSpPr>
          <p:cNvPr id="18" name="shape-1387">
            <a:extLst xmlns:a="http://schemas.openxmlformats.org/drawingml/2006/main">
              <a:ext uri="{FF2B5EF4-FFF2-40B4-BE49-F238E27FC236}">
                <a16:creationId xmlns:a16="http://schemas.microsoft.com/office/drawing/2014/main" id="{E33E335A-BC5B-49D9-9E33-22B91757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388">
            <a:extLst xmlns:a="http://schemas.openxmlformats.org/drawingml/2006/main">
              <a:ext uri="{FF2B5EF4-FFF2-40B4-BE49-F238E27FC236}">
                <a16:creationId xmlns:a16="http://schemas.microsoft.com/office/drawing/2014/main" id="{D199B43A-9AD3-488A-B151-23DC63D0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389">
            <a:extLst xmlns:a="http://schemas.openxmlformats.org/drawingml/2006/main">
              <a:ext uri="{FF2B5EF4-FFF2-40B4-BE49-F238E27FC236}">
                <a16:creationId xmlns:a16="http://schemas.microsoft.com/office/drawing/2014/main" id="{B8569328-3182-4698-8B89-2CFF6263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已知限制</a:t>
            </a:r>
          </a:p>
        </p:txBody>
      </p:sp>
      <p:sp>
        <p:nvSpPr>
          <p:cNvPr id="21" name="text-1390">
            <a:extLst xmlns:a="http://schemas.openxmlformats.org/drawingml/2006/main">
              <a:ext uri="{FF2B5EF4-FFF2-40B4-BE49-F238E27FC236}">
                <a16:creationId xmlns:a16="http://schemas.microsoft.com/office/drawing/2014/main" id="{6BE24BAF-C78F-4C60-A6E6-96C715B1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哪些仍未確認、需要帳號、需要人工判斷或下一輪處理。</a:t>
            </a:r>
          </a:p>
        </p:txBody>
      </p:sp>
      <p:sp>
        <p:nvSpPr>
          <p:cNvPr id="22" name="text-2187">
            <a:extLst xmlns:a="http://schemas.openxmlformats.org/drawingml/2006/main">
              <a:ext uri="{FF2B5EF4-FFF2-40B4-BE49-F238E27FC236}">
                <a16:creationId xmlns:a16="http://schemas.microsoft.com/office/drawing/2014/main" id="{7A5BC0AF-1F4B-441C-B0BE-BD6C4312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636932f995e4481"/>
              </a:rPr>
              <a:t>開啟 Antigravity ↗</a:t>
            </a:r>
          </a:p>
        </p:txBody>
      </p:sp>
      <p:sp>
        <p:nvSpPr>
          <p:cNvPr id="23" name="shape-2240">
            <a:extLst xmlns:a="http://schemas.openxmlformats.org/drawingml/2006/main">
              <a:ext uri="{FF2B5EF4-FFF2-40B4-BE49-F238E27FC236}">
                <a16:creationId xmlns:a16="http://schemas.microsoft.com/office/drawing/2014/main" id="{BA2B233B-AA8B-4485-89B9-9ED46418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637ce10f54dca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241">
            <a:extLst xmlns:a="http://schemas.openxmlformats.org/drawingml/2006/main">
              <a:ext uri="{FF2B5EF4-FFF2-40B4-BE49-F238E27FC236}">
                <a16:creationId xmlns:a16="http://schemas.microsoft.com/office/drawing/2014/main" id="{B6266A02-91E9-4C44-B365-C3B7E3E5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3145018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391">
            <a:extLst xmlns:a="http://schemas.openxmlformats.org/drawingml/2006/main">
              <a:ext uri="{FF2B5EF4-FFF2-40B4-BE49-F238E27FC236}">
                <a16:creationId xmlns:a16="http://schemas.microsoft.com/office/drawing/2014/main" id="{67646CE3-B772-4B6F-AE79-C0A3E5E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F90E1B-EFD8-4D3B-8246-D5ECFA67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 A｜Antigravity 完成一個小而完整的任務</a:t>
            </a:r>
          </a:p>
        </p:txBody>
      </p:sp>
      <p:cxnSp>
        <p:nvCxnSpPr>
          <p:cNvPr id="25" name="shape-139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393">
            <a:extLst xmlns:a="http://schemas.openxmlformats.org/drawingml/2006/main">
              <a:ext uri="{FF2B5EF4-FFF2-40B4-BE49-F238E27FC236}">
                <a16:creationId xmlns:a16="http://schemas.microsoft.com/office/drawing/2014/main" id="{4C806513-B55B-49E4-9655-1D3B08D6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746FED-A66D-43D4-919B-1FEBF6B1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19</a:t>
            </a:r>
          </a:p>
        </p:txBody>
      </p:sp>
      <p:sp>
        <p:nvSpPr>
          <p:cNvPr id="6" name="text-1394">
            <a:extLst xmlns:a="http://schemas.openxmlformats.org/drawingml/2006/main">
              <a:ext uri="{FF2B5EF4-FFF2-40B4-BE49-F238E27FC236}">
                <a16:creationId xmlns:a16="http://schemas.microsoft.com/office/drawing/2014/main" id="{E81AF7D0-1283-4FAF-AD33-DA05E62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395">
            <a:extLst xmlns:a="http://schemas.openxmlformats.org/drawingml/2006/main">
              <a:ext uri="{FF2B5EF4-FFF2-40B4-BE49-F238E27FC236}">
                <a16:creationId xmlns:a16="http://schemas.microsoft.com/office/drawing/2014/main" id="{E93229D1-191A-48D0-A3E0-9D1658D0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396">
            <a:extLst xmlns:a="http://schemas.openxmlformats.org/drawingml/2006/main">
              <a:ext uri="{FF2B5EF4-FFF2-40B4-BE49-F238E27FC236}">
                <a16:creationId xmlns:a16="http://schemas.microsoft.com/office/drawing/2014/main" id="{D8EFC0C4-3CB6-4822-B27E-0E63336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397">
            <a:extLst xmlns:a="http://schemas.openxmlformats.org/drawingml/2006/main">
              <a:ext uri="{FF2B5EF4-FFF2-40B4-BE49-F238E27FC236}">
                <a16:creationId xmlns:a16="http://schemas.microsoft.com/office/drawing/2014/main" id="{2DA67366-8AD6-43C9-84BC-B8F0D82C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交付四句任務簡報</a:t>
            </a:r>
          </a:p>
        </p:txBody>
      </p:sp>
      <p:sp>
        <p:nvSpPr>
          <p:cNvPr id="10" name="text-1398">
            <a:extLst xmlns:a="http://schemas.openxmlformats.org/drawingml/2006/main">
              <a:ext uri="{FF2B5EF4-FFF2-40B4-BE49-F238E27FC236}">
                <a16:creationId xmlns:a16="http://schemas.microsoft.com/office/drawing/2014/main" id="{E22FC045-2B76-46F1-801F-4E229FA9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399">
            <a:extLst xmlns:a="http://schemas.openxmlformats.org/drawingml/2006/main">
              <a:ext uri="{FF2B5EF4-FFF2-40B4-BE49-F238E27FC236}">
                <a16:creationId xmlns:a16="http://schemas.microsoft.com/office/drawing/2014/main" id="{1679105F-7DE7-482B-9D09-BA63327B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先請 Agent 檢查並提出計畫</a:t>
            </a:r>
          </a:p>
        </p:txBody>
      </p:sp>
      <p:sp>
        <p:nvSpPr>
          <p:cNvPr id="12" name="text-1400">
            <a:extLst xmlns:a="http://schemas.openxmlformats.org/drawingml/2006/main">
              <a:ext uri="{FF2B5EF4-FFF2-40B4-BE49-F238E27FC236}">
                <a16:creationId xmlns:a16="http://schemas.microsoft.com/office/drawing/2014/main" id="{92214B1D-E9EE-4E39-8315-E43A9CBD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401">
            <a:extLst xmlns:a="http://schemas.openxmlformats.org/drawingml/2006/main">
              <a:ext uri="{FF2B5EF4-FFF2-40B4-BE49-F238E27FC236}">
                <a16:creationId xmlns:a16="http://schemas.microsoft.com/office/drawing/2014/main" id="{A3D209AD-60A1-482A-ACC5-B41C176B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確認範圍後執行</a:t>
            </a:r>
          </a:p>
        </p:txBody>
      </p:sp>
      <p:sp>
        <p:nvSpPr>
          <p:cNvPr id="14" name="text-1402">
            <a:extLst xmlns:a="http://schemas.openxmlformats.org/drawingml/2006/main">
              <a:ext uri="{FF2B5EF4-FFF2-40B4-BE49-F238E27FC236}">
                <a16:creationId xmlns:a16="http://schemas.microsoft.com/office/drawing/2014/main" id="{783193B9-39BC-4B61-85C0-77AFB6AA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403">
            <a:extLst xmlns:a="http://schemas.openxmlformats.org/drawingml/2006/main">
              <a:ext uri="{FF2B5EF4-FFF2-40B4-BE49-F238E27FC236}">
                <a16:creationId xmlns:a16="http://schemas.microsoft.com/office/drawing/2014/main" id="{3F867A6E-862D-4885-8E37-5E875190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取得變更、測試與限制</a:t>
            </a:r>
          </a:p>
        </p:txBody>
      </p:sp>
      <p:sp>
        <p:nvSpPr>
          <p:cNvPr id="16" name="shape-1404">
            <a:extLst xmlns:a="http://schemas.openxmlformats.org/drawingml/2006/main">
              <a:ext uri="{FF2B5EF4-FFF2-40B4-BE49-F238E27FC236}">
                <a16:creationId xmlns:a16="http://schemas.microsoft.com/office/drawing/2014/main" id="{EC0AB934-56F0-4CF1-B0A2-40D1C13C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405">
            <a:extLst xmlns:a="http://schemas.openxmlformats.org/drawingml/2006/main">
              <a:ext uri="{FF2B5EF4-FFF2-40B4-BE49-F238E27FC236}">
                <a16:creationId xmlns:a16="http://schemas.microsoft.com/office/drawing/2014/main" id="{9C26B597-DE20-4EA7-A70F-F6B55AC0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406">
            <a:extLst xmlns:a="http://schemas.openxmlformats.org/drawingml/2006/main">
              <a:ext uri="{FF2B5EF4-FFF2-40B4-BE49-F238E27FC236}">
                <a16:creationId xmlns:a16="http://schemas.microsoft.com/office/drawing/2014/main" id="{9F4D3051-C095-44C8-9CAA-AE3AC068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任務單一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有實際產物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有至少一項驗證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沒有未授權發布</a:t>
            </a:r>
          </a:p>
        </p:txBody>
      </p:sp>
      <p:sp>
        <p:nvSpPr>
          <p:cNvPr id="19" name="text-2188">
            <a:extLst xmlns:a="http://schemas.openxmlformats.org/drawingml/2006/main">
              <a:ext uri="{FF2B5EF4-FFF2-40B4-BE49-F238E27FC236}">
                <a16:creationId xmlns:a16="http://schemas.microsoft.com/office/drawing/2014/main" id="{A7346ECB-5B72-442D-A522-D16DAC4F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b7f3f63db2d4319"/>
              </a:rPr>
              <a:t>開啟 Antigravity ↗</a:t>
            </a:r>
          </a:p>
        </p:txBody>
      </p:sp>
      <p:sp>
        <p:nvSpPr>
          <p:cNvPr id="20" name="shape-2242">
            <a:extLst xmlns:a="http://schemas.openxmlformats.org/drawingml/2006/main">
              <a:ext uri="{FF2B5EF4-FFF2-40B4-BE49-F238E27FC236}">
                <a16:creationId xmlns:a16="http://schemas.microsoft.com/office/drawing/2014/main" id="{1F6C761B-53B9-4907-9D1A-A0746B54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cd55d46654626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2" name="text-2243">
            <a:extLst xmlns:a="http://schemas.openxmlformats.org/drawingml/2006/main">
              <a:ext uri="{FF2B5EF4-FFF2-40B4-BE49-F238E27FC236}">
                <a16:creationId xmlns:a16="http://schemas.microsoft.com/office/drawing/2014/main" id="{902D3E3F-AA47-45EB-948E-C5954E8B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</p:spTree>
    <p:extLst>
      <p:ext uri="{BB962C8B-B14F-4D97-AF65-F5344CB8AC3E}">
        <p14:creationId xmlns:p14="http://schemas.microsoft.com/office/powerpoint/2010/main" val="2357489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407">
            <a:extLst xmlns:a="http://schemas.openxmlformats.org/drawingml/2006/main">
              <a:ext uri="{FF2B5EF4-FFF2-40B4-BE49-F238E27FC236}">
                <a16:creationId xmlns:a16="http://schemas.microsoft.com/office/drawing/2014/main" id="{67C8DC73-D762-4530-9CBC-40C51DE5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SCHEDULED AGENT · GEMINI SPARK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07EFE4-2A8C-42D1-91ED-59CE3351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Gemini Spark：讓 Agent 按時上工</a:t>
            </a:r>
          </a:p>
        </p:txBody>
      </p:sp>
      <p:cxnSp>
        <p:nvCxnSpPr>
          <p:cNvPr id="32" name="shape-140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09">
            <a:extLst xmlns:a="http://schemas.openxmlformats.org/drawingml/2006/main">
              <a:ext uri="{FF2B5EF4-FFF2-40B4-BE49-F238E27FC236}">
                <a16:creationId xmlns:a16="http://schemas.microsoft.com/office/drawing/2014/main" id="{B26DA06A-92AB-4453-986B-14E4B52D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0165E4-383A-491C-8BBA-BCDA6D9A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20</a:t>
            </a:r>
          </a:p>
        </p:txBody>
      </p:sp>
      <p:sp>
        <p:nvSpPr>
          <p:cNvPr id="6" name="shape-1410">
            <a:extLst xmlns:a="http://schemas.openxmlformats.org/drawingml/2006/main">
              <a:ext uri="{FF2B5EF4-FFF2-40B4-BE49-F238E27FC236}">
                <a16:creationId xmlns:a16="http://schemas.microsoft.com/office/drawing/2014/main" id="{0DBBE484-0BD5-4685-85C2-D20ADDA2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411">
            <a:extLst xmlns:a="http://schemas.openxmlformats.org/drawingml/2006/main">
              <a:ext uri="{FF2B5EF4-FFF2-40B4-BE49-F238E27FC236}">
                <a16:creationId xmlns:a16="http://schemas.microsoft.com/office/drawing/2014/main" id="{968ACF45-49E5-455B-86C1-5778ED61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412">
            <a:extLst xmlns:a="http://schemas.openxmlformats.org/drawingml/2006/main">
              <a:ext uri="{FF2B5EF4-FFF2-40B4-BE49-F238E27FC236}">
                <a16:creationId xmlns:a16="http://schemas.microsoft.com/office/drawing/2014/main" id="{0C9D24CA-4C20-4487-828A-DD53BF5E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一次任務</a:t>
            </a:r>
          </a:p>
        </p:txBody>
      </p:sp>
      <p:sp>
        <p:nvSpPr>
          <p:cNvPr id="9" name="text-1413">
            <a:extLst xmlns:a="http://schemas.openxmlformats.org/drawingml/2006/main">
              <a:ext uri="{FF2B5EF4-FFF2-40B4-BE49-F238E27FC236}">
                <a16:creationId xmlns:a16="http://schemas.microsoft.com/office/drawing/2014/main" id="{8E0F40C5-3EE0-4F06-8278-DB82A896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先說清楚目標、素材、限制與驗收，讓 Spark 完成一個可檢查的工作。</a:t>
            </a:r>
          </a:p>
        </p:txBody>
      </p:sp>
      <p:sp>
        <p:nvSpPr>
          <p:cNvPr id="10" name="shape-1414">
            <a:extLst xmlns:a="http://schemas.openxmlformats.org/drawingml/2006/main">
              <a:ext uri="{FF2B5EF4-FFF2-40B4-BE49-F238E27FC236}">
                <a16:creationId xmlns:a16="http://schemas.microsoft.com/office/drawing/2014/main" id="{45275EA6-D46B-427F-93C4-F9261946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415">
            <a:extLst xmlns:a="http://schemas.openxmlformats.org/drawingml/2006/main">
              <a:ext uri="{FF2B5EF4-FFF2-40B4-BE49-F238E27FC236}">
                <a16:creationId xmlns:a16="http://schemas.microsoft.com/office/drawing/2014/main" id="{8934BD76-A664-4CAC-A8D8-7EBCF28A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416">
            <a:extLst xmlns:a="http://schemas.openxmlformats.org/drawingml/2006/main">
              <a:ext uri="{FF2B5EF4-FFF2-40B4-BE49-F238E27FC236}">
                <a16:creationId xmlns:a16="http://schemas.microsoft.com/office/drawing/2014/main" id="{1F54E7A1-01AA-4B24-91E9-4F51DD2F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背景排程</a:t>
            </a:r>
          </a:p>
        </p:txBody>
      </p:sp>
      <p:sp>
        <p:nvSpPr>
          <p:cNvPr id="13" name="text-1417">
            <a:extLst xmlns:a="http://schemas.openxmlformats.org/drawingml/2006/main">
              <a:ext uri="{FF2B5EF4-FFF2-40B4-BE49-F238E27FC236}">
                <a16:creationId xmlns:a16="http://schemas.microsoft.com/office/drawing/2014/main" id="{DA04CBCB-C3FC-4B29-A9FB-26AE8203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把任務交給雲端，在指定時間或符合條件時啟動，不必一直守在聊天室前。</a:t>
            </a:r>
          </a:p>
        </p:txBody>
      </p:sp>
      <p:sp>
        <p:nvSpPr>
          <p:cNvPr id="14" name="shape-1418">
            <a:extLst xmlns:a="http://schemas.openxmlformats.org/drawingml/2006/main">
              <a:ext uri="{FF2B5EF4-FFF2-40B4-BE49-F238E27FC236}">
                <a16:creationId xmlns:a16="http://schemas.microsoft.com/office/drawing/2014/main" id="{3A931F46-0B7E-4880-BF8D-B7BE99C6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419">
            <a:extLst xmlns:a="http://schemas.openxmlformats.org/drawingml/2006/main">
              <a:ext uri="{FF2B5EF4-FFF2-40B4-BE49-F238E27FC236}">
                <a16:creationId xmlns:a16="http://schemas.microsoft.com/office/drawing/2014/main" id="{FD6C5F6E-843A-4838-9610-7B26047C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420">
            <a:extLst xmlns:a="http://schemas.openxmlformats.org/drawingml/2006/main">
              <a:ext uri="{FF2B5EF4-FFF2-40B4-BE49-F238E27FC236}">
                <a16:creationId xmlns:a16="http://schemas.microsoft.com/office/drawing/2014/main" id="{33CDB7CE-7E40-4090-91A1-C5573F4C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重複工作</a:t>
            </a:r>
          </a:p>
        </p:txBody>
      </p:sp>
      <p:sp>
        <p:nvSpPr>
          <p:cNvPr id="17" name="text-1421">
            <a:extLst xmlns:a="http://schemas.openxmlformats.org/drawingml/2006/main">
              <a:ext uri="{FF2B5EF4-FFF2-40B4-BE49-F238E27FC236}">
                <a16:creationId xmlns:a16="http://schemas.microsoft.com/office/drawing/2014/main" id="{035E73AB-363A-4109-9397-2056AD6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每週整理教學資料、追蹤研究主題、彙整待辦，讓高頻流程按表運行。</a:t>
            </a:r>
          </a:p>
        </p:txBody>
      </p:sp>
      <p:sp>
        <p:nvSpPr>
          <p:cNvPr id="18" name="shape-1422">
            <a:extLst xmlns:a="http://schemas.openxmlformats.org/drawingml/2006/main">
              <a:ext uri="{FF2B5EF4-FFF2-40B4-BE49-F238E27FC236}">
                <a16:creationId xmlns:a16="http://schemas.microsoft.com/office/drawing/2014/main" id="{696B3D93-FB0E-43D8-B50B-DBA09559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423">
            <a:extLst xmlns:a="http://schemas.openxmlformats.org/drawingml/2006/main">
              <a:ext uri="{FF2B5EF4-FFF2-40B4-BE49-F238E27FC236}">
                <a16:creationId xmlns:a16="http://schemas.microsoft.com/office/drawing/2014/main" id="{09B1AF0E-7219-440A-87C0-5B76F55B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424">
            <a:extLst xmlns:a="http://schemas.openxmlformats.org/drawingml/2006/main">
              <a:ext uri="{FF2B5EF4-FFF2-40B4-BE49-F238E27FC236}">
                <a16:creationId xmlns:a16="http://schemas.microsoft.com/office/drawing/2014/main" id="{2D237193-49A0-48C7-8380-9F56ECD9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人仍在迴路</a:t>
            </a:r>
          </a:p>
        </p:txBody>
      </p:sp>
      <p:sp>
        <p:nvSpPr>
          <p:cNvPr id="21" name="text-1425">
            <a:extLst xmlns:a="http://schemas.openxmlformats.org/drawingml/2006/main">
              <a:ext uri="{FF2B5EF4-FFF2-40B4-BE49-F238E27FC236}">
                <a16:creationId xmlns:a16="http://schemas.microsoft.com/office/drawing/2014/main" id="{9FA791D8-0D8E-43BB-B8F9-6C4BD0D7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產出先進草稿與待確認區；公開、寄送、評分與敏感決策仍由人確認。</a:t>
            </a:r>
          </a:p>
        </p:txBody>
      </p:sp>
      <p:sp>
        <p:nvSpPr>
          <p:cNvPr id="22" name="text-2190">
            <a:extLst xmlns:a="http://schemas.openxmlformats.org/drawingml/2006/main">
              <a:ext uri="{FF2B5EF4-FFF2-40B4-BE49-F238E27FC236}">
                <a16:creationId xmlns:a16="http://schemas.microsoft.com/office/drawing/2014/main" id="{A459449C-95A7-4DF8-B075-F15E942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a30551ac2364865"/>
              </a:rPr>
              <a:t>Gemini Spark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bb186eb571e47ba"/>
              </a:rPr>
              <a:t>Google 排程說明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b93f6c8bb124b10"/>
              </a:rPr>
              <a:t>影片教學 ↗</a:t>
            </a:r>
          </a:p>
        </p:txBody>
      </p:sp>
      <p:sp>
        <p:nvSpPr>
          <p:cNvPr id="23" name="shape-2247">
            <a:extLst xmlns:a="http://schemas.openxmlformats.org/drawingml/2006/main">
              <a:ext uri="{FF2B5EF4-FFF2-40B4-BE49-F238E27FC236}">
                <a16:creationId xmlns:a16="http://schemas.microsoft.com/office/drawing/2014/main" id="{1EC3AB4D-9C60-4F16-B9A3-71599523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e77834e864242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text-2248">
            <a:extLst xmlns:a="http://schemas.openxmlformats.org/drawingml/2006/main">
              <a:ext uri="{FF2B5EF4-FFF2-40B4-BE49-F238E27FC236}">
                <a16:creationId xmlns:a16="http://schemas.microsoft.com/office/drawing/2014/main" id="{5A9FC111-5601-4D66-8FA7-2E07B8CB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Spark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8a0a0f4cc4fc5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7" name="text-2249">
            <a:extLst xmlns:a="http://schemas.openxmlformats.org/drawingml/2006/main">
              <a:ext uri="{FF2B5EF4-FFF2-40B4-BE49-F238E27FC236}">
                <a16:creationId xmlns:a16="http://schemas.microsoft.com/office/drawing/2014/main" id="{326E2E85-2F6C-477E-9EA1-64CB54A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0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排程說明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af769a2a54085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2250">
            <a:extLst xmlns:a="http://schemas.openxmlformats.org/drawingml/2006/main">
              <a:ext uri="{FF2B5EF4-FFF2-40B4-BE49-F238E27FC236}">
                <a16:creationId xmlns:a16="http://schemas.microsoft.com/office/drawing/2014/main" id="{925FBF8B-B02A-43E7-8BED-E740A8FD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影片教學</a:t>
            </a:r>
          </a:p>
        </p:txBody>
      </p:sp>
    </p:spTree>
    <p:extLst>
      <p:ext uri="{BB962C8B-B14F-4D97-AF65-F5344CB8AC3E}">
        <p14:creationId xmlns:p14="http://schemas.microsoft.com/office/powerpoint/2010/main" val="2804014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1426">
            <a:extLst xmlns:a="http://schemas.openxmlformats.org/drawingml/2006/main">
              <a:ext uri="{FF2B5EF4-FFF2-40B4-BE49-F238E27FC236}">
                <a16:creationId xmlns:a16="http://schemas.microsoft.com/office/drawing/2014/main" id="{675F28C7-39E0-461F-941E-9009DDC9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SPARK METHOD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BA685-B23B-4DDF-AAB1-17826304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影片教學法：Notebook → Skill → Task → Review</a:t>
            </a:r>
          </a:p>
        </p:txBody>
      </p:sp>
      <p:cxnSp>
        <p:nvCxnSpPr>
          <p:cNvPr id="38" name="shape-142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28">
            <a:extLst xmlns:a="http://schemas.openxmlformats.org/drawingml/2006/main">
              <a:ext uri="{FF2B5EF4-FFF2-40B4-BE49-F238E27FC236}">
                <a16:creationId xmlns:a16="http://schemas.microsoft.com/office/drawing/2014/main" id="{C555AE1E-9C62-467B-9F40-A06908BF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6AC6AE-A431-4C67-9B05-64B8CDC6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21</a:t>
            </a:r>
          </a:p>
        </p:txBody>
      </p:sp>
      <p:sp>
        <p:nvSpPr>
          <p:cNvPr id="6" name="shape-1429">
            <a:extLst xmlns:a="http://schemas.openxmlformats.org/drawingml/2006/main">
              <a:ext uri="{FF2B5EF4-FFF2-40B4-BE49-F238E27FC236}">
                <a16:creationId xmlns:a16="http://schemas.microsoft.com/office/drawing/2014/main" id="{55832A69-A9A5-4F8C-9EA4-159DBA24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430">
            <a:extLst xmlns:a="http://schemas.openxmlformats.org/drawingml/2006/main">
              <a:ext uri="{FF2B5EF4-FFF2-40B4-BE49-F238E27FC236}">
                <a16:creationId xmlns:a16="http://schemas.microsoft.com/office/drawing/2014/main" id="{5EDEDAA4-2C3A-4B32-B1BA-80C3D75A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431">
            <a:extLst xmlns:a="http://schemas.openxmlformats.org/drawingml/2006/main">
              <a:ext uri="{FF2B5EF4-FFF2-40B4-BE49-F238E27FC236}">
                <a16:creationId xmlns:a16="http://schemas.microsoft.com/office/drawing/2014/main" id="{7BE2C874-1527-450B-9467-1BB4863E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432">
            <a:extLst xmlns:a="http://schemas.openxmlformats.org/drawingml/2006/main">
              <a:ext uri="{FF2B5EF4-FFF2-40B4-BE49-F238E27FC236}">
                <a16:creationId xmlns:a16="http://schemas.microsoft.com/office/drawing/2014/main" id="{7F502576-C5ED-4C70-B9CC-ECD28857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sp>
        <p:nvSpPr>
          <p:cNvPr id="10" name="text-1433">
            <a:extLst xmlns:a="http://schemas.openxmlformats.org/drawingml/2006/main">
              <a:ext uri="{FF2B5EF4-FFF2-40B4-BE49-F238E27FC236}">
                <a16:creationId xmlns:a16="http://schemas.microsoft.com/office/drawing/2014/main" id="{D37200B9-04A7-44BD-B280-39EEF2D6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整理規範、來源與可引用資料</a:t>
            </a:r>
          </a:p>
        </p:txBody>
      </p:sp>
      <p:sp>
        <p:nvSpPr>
          <p:cNvPr id="11" name="text-1434">
            <a:extLst xmlns:a="http://schemas.openxmlformats.org/drawingml/2006/main">
              <a:ext uri="{FF2B5EF4-FFF2-40B4-BE49-F238E27FC236}">
                <a16:creationId xmlns:a16="http://schemas.microsoft.com/office/drawing/2014/main" id="{4A5A43C3-5411-46EE-A60A-36D184F7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435">
            <a:extLst xmlns:a="http://schemas.openxmlformats.org/drawingml/2006/main">
              <a:ext uri="{FF2B5EF4-FFF2-40B4-BE49-F238E27FC236}">
                <a16:creationId xmlns:a16="http://schemas.microsoft.com/office/drawing/2014/main" id="{8AFD9EA1-5D01-4ACF-8086-DA6D1BBF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436">
            <a:extLst xmlns:a="http://schemas.openxmlformats.org/drawingml/2006/main">
              <a:ext uri="{FF2B5EF4-FFF2-40B4-BE49-F238E27FC236}">
                <a16:creationId xmlns:a16="http://schemas.microsoft.com/office/drawing/2014/main" id="{EA9664E9-5E78-4B3C-A268-5D1BF277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437">
            <a:extLst xmlns:a="http://schemas.openxmlformats.org/drawingml/2006/main">
              <a:ext uri="{FF2B5EF4-FFF2-40B4-BE49-F238E27FC236}">
                <a16:creationId xmlns:a16="http://schemas.microsoft.com/office/drawing/2014/main" id="{C3F8FFE0-88F6-48B9-92E0-28971F14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438">
            <a:extLst xmlns:a="http://schemas.openxmlformats.org/drawingml/2006/main">
              <a:ext uri="{FF2B5EF4-FFF2-40B4-BE49-F238E27FC236}">
                <a16:creationId xmlns:a16="http://schemas.microsoft.com/office/drawing/2014/main" id="{F185E546-C96F-4D64-9A48-8F3F0E28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</a:t>
            </a:r>
          </a:p>
        </p:txBody>
      </p:sp>
      <p:sp>
        <p:nvSpPr>
          <p:cNvPr id="16" name="text-1439">
            <a:extLst xmlns:a="http://schemas.openxmlformats.org/drawingml/2006/main">
              <a:ext uri="{FF2B5EF4-FFF2-40B4-BE49-F238E27FC236}">
                <a16:creationId xmlns:a16="http://schemas.microsoft.com/office/drawing/2014/main" id="{961F0E59-9FFB-421C-BBBB-30C7FB02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封裝規則、參考筆記本與輸出格式</a:t>
            </a:r>
          </a:p>
        </p:txBody>
      </p:sp>
      <p:sp>
        <p:nvSpPr>
          <p:cNvPr id="17" name="text-1440">
            <a:extLst xmlns:a="http://schemas.openxmlformats.org/drawingml/2006/main">
              <a:ext uri="{FF2B5EF4-FFF2-40B4-BE49-F238E27FC236}">
                <a16:creationId xmlns:a16="http://schemas.microsoft.com/office/drawing/2014/main" id="{D5912C08-C97D-49E6-BAFD-7D5B549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441">
            <a:extLst xmlns:a="http://schemas.openxmlformats.org/drawingml/2006/main">
              <a:ext uri="{FF2B5EF4-FFF2-40B4-BE49-F238E27FC236}">
                <a16:creationId xmlns:a16="http://schemas.microsoft.com/office/drawing/2014/main" id="{345A0797-1F3B-41F9-8072-8CDB8CF9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442">
            <a:extLst xmlns:a="http://schemas.openxmlformats.org/drawingml/2006/main">
              <a:ext uri="{FF2B5EF4-FFF2-40B4-BE49-F238E27FC236}">
                <a16:creationId xmlns:a16="http://schemas.microsoft.com/office/drawing/2014/main" id="{A363437E-273B-4A05-A0C6-1786D5E9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443">
            <a:extLst xmlns:a="http://schemas.openxmlformats.org/drawingml/2006/main">
              <a:ext uri="{FF2B5EF4-FFF2-40B4-BE49-F238E27FC236}">
                <a16:creationId xmlns:a16="http://schemas.microsoft.com/office/drawing/2014/main" id="{713279DA-DBD8-49CD-AA10-676845C7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444">
            <a:extLst xmlns:a="http://schemas.openxmlformats.org/drawingml/2006/main">
              <a:ext uri="{FF2B5EF4-FFF2-40B4-BE49-F238E27FC236}">
                <a16:creationId xmlns:a16="http://schemas.microsoft.com/office/drawing/2014/main" id="{6BDCF3C7-D3D9-4A29-8FC9-5E49BC6D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Task</a:t>
            </a:r>
          </a:p>
        </p:txBody>
      </p:sp>
      <p:sp>
        <p:nvSpPr>
          <p:cNvPr id="22" name="text-1445">
            <a:extLst xmlns:a="http://schemas.openxmlformats.org/drawingml/2006/main">
              <a:ext uri="{FF2B5EF4-FFF2-40B4-BE49-F238E27FC236}">
                <a16:creationId xmlns:a16="http://schemas.microsoft.com/office/drawing/2014/main" id="{0ACC043C-D68E-435B-BB41-1287DC6B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交代一件具體工作，用「/」選 Skill</a:t>
            </a:r>
          </a:p>
        </p:txBody>
      </p:sp>
      <p:sp>
        <p:nvSpPr>
          <p:cNvPr id="23" name="text-1446">
            <a:extLst xmlns:a="http://schemas.openxmlformats.org/drawingml/2006/main">
              <a:ext uri="{FF2B5EF4-FFF2-40B4-BE49-F238E27FC236}">
                <a16:creationId xmlns:a16="http://schemas.microsoft.com/office/drawing/2014/main" id="{CE312374-F306-4E28-A5AD-D4DA383B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447">
            <a:extLst xmlns:a="http://schemas.openxmlformats.org/drawingml/2006/main">
              <a:ext uri="{FF2B5EF4-FFF2-40B4-BE49-F238E27FC236}">
                <a16:creationId xmlns:a16="http://schemas.microsoft.com/office/drawing/2014/main" id="{D3C98845-C915-4D90-9421-2A7B1B11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448">
            <a:extLst xmlns:a="http://schemas.openxmlformats.org/drawingml/2006/main">
              <a:ext uri="{FF2B5EF4-FFF2-40B4-BE49-F238E27FC236}">
                <a16:creationId xmlns:a16="http://schemas.microsoft.com/office/drawing/2014/main" id="{BA06753F-3C43-402D-AE30-EF20E006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449">
            <a:extLst xmlns:a="http://schemas.openxmlformats.org/drawingml/2006/main">
              <a:ext uri="{FF2B5EF4-FFF2-40B4-BE49-F238E27FC236}">
                <a16:creationId xmlns:a16="http://schemas.microsoft.com/office/drawing/2014/main" id="{753F2CCC-A1C3-4870-875A-87A32F46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450">
            <a:extLst xmlns:a="http://schemas.openxmlformats.org/drawingml/2006/main">
              <a:ext uri="{FF2B5EF4-FFF2-40B4-BE49-F238E27FC236}">
                <a16:creationId xmlns:a16="http://schemas.microsoft.com/office/drawing/2014/main" id="{272B6211-9354-4DDE-B2E2-0848D074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Review</a:t>
            </a:r>
          </a:p>
        </p:txBody>
      </p:sp>
      <p:sp>
        <p:nvSpPr>
          <p:cNvPr id="28" name="text-1451">
            <a:extLst xmlns:a="http://schemas.openxmlformats.org/drawingml/2006/main">
              <a:ext uri="{FF2B5EF4-FFF2-40B4-BE49-F238E27FC236}">
                <a16:creationId xmlns:a16="http://schemas.microsoft.com/office/drawing/2014/main" id="{8CE3FD09-7F20-4841-88F3-20B65651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查看草稿、補修內容，再決定採用</a:t>
            </a:r>
          </a:p>
        </p:txBody>
      </p:sp>
      <p:sp>
        <p:nvSpPr>
          <p:cNvPr id="29" name="text-1452">
            <a:extLst xmlns:a="http://schemas.openxmlformats.org/drawingml/2006/main">
              <a:ext uri="{FF2B5EF4-FFF2-40B4-BE49-F238E27FC236}">
                <a16:creationId xmlns:a16="http://schemas.microsoft.com/office/drawing/2014/main" id="{A8C22F3C-3D48-4A5F-835B-E57A3C89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2191">
            <a:extLst xmlns:a="http://schemas.openxmlformats.org/drawingml/2006/main">
              <a:ext uri="{FF2B5EF4-FFF2-40B4-BE49-F238E27FC236}">
                <a16:creationId xmlns:a16="http://schemas.microsoft.com/office/drawing/2014/main" id="{1819CCB7-2D30-4641-B4F6-508DADB7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082c244da3344cc"/>
              </a:rPr>
              <a:t>Google 排程說明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2df30cee7094641"/>
              </a:rPr>
              <a:t>影片教學 ↗</a:t>
            </a:r>
          </a:p>
        </p:txBody>
      </p:sp>
      <p:sp>
        <p:nvSpPr>
          <p:cNvPr id="31" name="shape-2251">
            <a:extLst xmlns:a="http://schemas.openxmlformats.org/drawingml/2006/main">
              <a:ext uri="{FF2B5EF4-FFF2-40B4-BE49-F238E27FC236}">
                <a16:creationId xmlns:a16="http://schemas.microsoft.com/office/drawing/2014/main" id="{34D7A4E7-597C-4949-8251-2F173CE5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ca464ed3045b4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2252">
            <a:extLst xmlns:a="http://schemas.openxmlformats.org/drawingml/2006/main">
              <a:ext uri="{FF2B5EF4-FFF2-40B4-BE49-F238E27FC236}">
                <a16:creationId xmlns:a16="http://schemas.microsoft.com/office/drawing/2014/main" id="{AC3DEF2D-39E1-4785-AA01-1C838128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88a5518aa478a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2253">
            <a:extLst xmlns:a="http://schemas.openxmlformats.org/drawingml/2006/main">
              <a:ext uri="{FF2B5EF4-FFF2-40B4-BE49-F238E27FC236}">
                <a16:creationId xmlns:a16="http://schemas.microsoft.com/office/drawing/2014/main" id="{CCD610B3-AD82-4E88-B526-6F7685E9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影片教學</a:t>
            </a:r>
          </a:p>
        </p:txBody>
      </p:sp>
    </p:spTree>
    <p:extLst>
      <p:ext uri="{BB962C8B-B14F-4D97-AF65-F5344CB8AC3E}">
        <p14:creationId xmlns:p14="http://schemas.microsoft.com/office/powerpoint/2010/main" val="7534165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453">
            <a:extLst xmlns:a="http://schemas.openxmlformats.org/drawingml/2006/main">
              <a:ext uri="{FF2B5EF4-FFF2-40B4-BE49-F238E27FC236}">
                <a16:creationId xmlns:a16="http://schemas.microsoft.com/office/drawing/2014/main" id="{D44112EE-4E64-458D-89C3-51FF8C44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SPARK MENTAL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7239FF-0B40-4580-A588-CECB4AA4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任務、排程、技能：什麼、何時、如何</a:t>
            </a:r>
          </a:p>
        </p:txBody>
      </p:sp>
      <p:cxnSp>
        <p:nvCxnSpPr>
          <p:cNvPr id="28" name="shape-145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55">
            <a:extLst xmlns:a="http://schemas.openxmlformats.org/drawingml/2006/main">
              <a:ext uri="{FF2B5EF4-FFF2-40B4-BE49-F238E27FC236}">
                <a16:creationId xmlns:a16="http://schemas.microsoft.com/office/drawing/2014/main" id="{40CAFB61-083C-4B0F-9493-47337389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F0F22C-F690-458B-B177-11AD2E6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22</a:t>
            </a:r>
          </a:p>
        </p:txBody>
      </p:sp>
      <p:sp>
        <p:nvSpPr>
          <p:cNvPr id="6" name="shape-1456">
            <a:extLst xmlns:a="http://schemas.openxmlformats.org/drawingml/2006/main">
              <a:ext uri="{FF2B5EF4-FFF2-40B4-BE49-F238E27FC236}">
                <a16:creationId xmlns:a16="http://schemas.microsoft.com/office/drawing/2014/main" id="{3B87ED5E-6502-4AA3-9CC1-F6A05489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457">
            <a:extLst xmlns:a="http://schemas.openxmlformats.org/drawingml/2006/main">
              <a:ext uri="{FF2B5EF4-FFF2-40B4-BE49-F238E27FC236}">
                <a16:creationId xmlns:a16="http://schemas.microsoft.com/office/drawing/2014/main" id="{AC7E9FC2-31A9-447C-939C-A0BE102B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WHAT</a:t>
            </a:r>
          </a:p>
        </p:txBody>
      </p:sp>
      <p:sp>
        <p:nvSpPr>
          <p:cNvPr id="8" name="text-1458">
            <a:extLst xmlns:a="http://schemas.openxmlformats.org/drawingml/2006/main">
              <a:ext uri="{FF2B5EF4-FFF2-40B4-BE49-F238E27FC236}">
                <a16:creationId xmlns:a16="http://schemas.microsoft.com/office/drawing/2014/main" id="{E7959D9F-22C8-4506-A8EE-91A294E0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任務｜做什麼</a:t>
            </a:r>
          </a:p>
        </p:txBody>
      </p:sp>
      <p:sp>
        <p:nvSpPr>
          <p:cNvPr id="9" name="text-1459">
            <a:extLst xmlns:a="http://schemas.openxmlformats.org/drawingml/2006/main">
              <a:ext uri="{FF2B5EF4-FFF2-40B4-BE49-F238E27FC236}">
                <a16:creationId xmlns:a16="http://schemas.microsoft.com/office/drawing/2014/main" id="{913CBA11-91BB-412C-96B6-760CCE5A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定義目標、輸入材料、成果格式與完成條件。</a:t>
            </a:r>
          </a:p>
        </p:txBody>
      </p:sp>
      <p:sp>
        <p:nvSpPr>
          <p:cNvPr id="10" name="shape-1460">
            <a:extLst xmlns:a="http://schemas.openxmlformats.org/drawingml/2006/main">
              <a:ext uri="{FF2B5EF4-FFF2-40B4-BE49-F238E27FC236}">
                <a16:creationId xmlns:a16="http://schemas.microsoft.com/office/drawing/2014/main" id="{97D375CF-0495-47DC-AEAB-D5A038A6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461">
            <a:extLst xmlns:a="http://schemas.openxmlformats.org/drawingml/2006/main">
              <a:ext uri="{FF2B5EF4-FFF2-40B4-BE49-F238E27FC236}">
                <a16:creationId xmlns:a16="http://schemas.microsoft.com/office/drawing/2014/main" id="{3826CBAB-621B-4A52-B9ED-2E8BEB6C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8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WHEN</a:t>
            </a:r>
          </a:p>
        </p:txBody>
      </p:sp>
      <p:sp>
        <p:nvSpPr>
          <p:cNvPr id="12" name="text-1462">
            <a:extLst xmlns:a="http://schemas.openxmlformats.org/drawingml/2006/main">
              <a:ext uri="{FF2B5EF4-FFF2-40B4-BE49-F238E27FC236}">
                <a16:creationId xmlns:a16="http://schemas.microsoft.com/office/drawing/2014/main" id="{2474105F-D5A0-4438-BD1C-22432C45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排程｜何時做</a:t>
            </a:r>
          </a:p>
        </p:txBody>
      </p:sp>
      <p:sp>
        <p:nvSpPr>
          <p:cNvPr id="13" name="text-1463">
            <a:extLst xmlns:a="http://schemas.openxmlformats.org/drawingml/2006/main">
              <a:ext uri="{FF2B5EF4-FFF2-40B4-BE49-F238E27FC236}">
                <a16:creationId xmlns:a16="http://schemas.microsoft.com/office/drawing/2014/main" id="{B9067ABB-7D01-4860-88C6-7046D486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一次執行、固定時間，或由 Gmail／主題條件觸發。</a:t>
            </a:r>
          </a:p>
        </p:txBody>
      </p:sp>
      <p:sp>
        <p:nvSpPr>
          <p:cNvPr id="14" name="shape-1464">
            <a:extLst xmlns:a="http://schemas.openxmlformats.org/drawingml/2006/main">
              <a:ext uri="{FF2B5EF4-FFF2-40B4-BE49-F238E27FC236}">
                <a16:creationId xmlns:a16="http://schemas.microsoft.com/office/drawing/2014/main" id="{282F8AC4-7436-4887-A5DD-3C13D4CA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465">
            <a:extLst xmlns:a="http://schemas.openxmlformats.org/drawingml/2006/main">
              <a:ext uri="{FF2B5EF4-FFF2-40B4-BE49-F238E27FC236}">
                <a16:creationId xmlns:a16="http://schemas.microsoft.com/office/drawing/2014/main" id="{9649312B-E0A7-48C8-B95F-234EC046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HOW</a:t>
            </a:r>
          </a:p>
        </p:txBody>
      </p:sp>
      <p:sp>
        <p:nvSpPr>
          <p:cNvPr id="16" name="text-1466">
            <a:extLst xmlns:a="http://schemas.openxmlformats.org/drawingml/2006/main">
              <a:ext uri="{FF2B5EF4-FFF2-40B4-BE49-F238E27FC236}">
                <a16:creationId xmlns:a16="http://schemas.microsoft.com/office/drawing/2014/main" id="{14CCDDA7-0215-4905-ABC2-2BA76AC7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Skill｜如何做</a:t>
            </a:r>
          </a:p>
        </p:txBody>
      </p:sp>
      <p:sp>
        <p:nvSpPr>
          <p:cNvPr id="17" name="text-1467">
            <a:extLst xmlns:a="http://schemas.openxmlformats.org/drawingml/2006/main">
              <a:ext uri="{FF2B5EF4-FFF2-40B4-BE49-F238E27FC236}">
                <a16:creationId xmlns:a16="http://schemas.microsoft.com/office/drawing/2014/main" id="{82701927-5D59-47DF-8547-0BE704E8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把規則、參考資料、步驟與檢查方式變成可重用方法。</a:t>
            </a:r>
          </a:p>
        </p:txBody>
      </p:sp>
      <p:sp>
        <p:nvSpPr>
          <p:cNvPr id="18" name="shape-1468">
            <a:extLst xmlns:a="http://schemas.openxmlformats.org/drawingml/2006/main">
              <a:ext uri="{FF2B5EF4-FFF2-40B4-BE49-F238E27FC236}">
                <a16:creationId xmlns:a16="http://schemas.microsoft.com/office/drawing/2014/main" id="{F3BBEDE5-517D-492C-BD21-81080179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469">
            <a:extLst xmlns:a="http://schemas.openxmlformats.org/drawingml/2006/main">
              <a:ext uri="{FF2B5EF4-FFF2-40B4-BE49-F238E27FC236}">
                <a16:creationId xmlns:a16="http://schemas.microsoft.com/office/drawing/2014/main" id="{DE0BBD78-C45E-488A-9734-C52A2C7E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USE</a:t>
            </a:r>
          </a:p>
        </p:txBody>
      </p:sp>
      <p:sp>
        <p:nvSpPr>
          <p:cNvPr id="20" name="text-1470">
            <a:extLst xmlns:a="http://schemas.openxmlformats.org/drawingml/2006/main">
              <a:ext uri="{FF2B5EF4-FFF2-40B4-BE49-F238E27FC236}">
                <a16:creationId xmlns:a16="http://schemas.microsoft.com/office/drawing/2014/main" id="{0F3EE516-D4FA-4AD6-8746-484D49BE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連結｜用什麼</a:t>
            </a:r>
          </a:p>
        </p:txBody>
      </p:sp>
      <p:sp>
        <p:nvSpPr>
          <p:cNvPr id="21" name="text-1471">
            <a:extLst xmlns:a="http://schemas.openxmlformats.org/drawingml/2006/main">
              <a:ext uri="{FF2B5EF4-FFF2-40B4-BE49-F238E27FC236}">
                <a16:creationId xmlns:a16="http://schemas.microsoft.com/office/drawing/2014/main" id="{7F330DBA-60B3-47A0-AA90-1DB108B3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依授權連接 Notebook、Workspace 等應用；先確認可見範圍。</a:t>
            </a:r>
          </a:p>
        </p:txBody>
      </p:sp>
      <p:sp>
        <p:nvSpPr>
          <p:cNvPr id="22" name="text-2194">
            <a:extLst xmlns:a="http://schemas.openxmlformats.org/drawingml/2006/main">
              <a:ext uri="{FF2B5EF4-FFF2-40B4-BE49-F238E27FC236}">
                <a16:creationId xmlns:a16="http://schemas.microsoft.com/office/drawing/2014/main" id="{DE2D8729-D96E-40FA-93D7-24D78F95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0cf03cde8194323"/>
              </a:rPr>
              <a:t>Google 排程說明 ↗</a:t>
            </a:r>
          </a:p>
        </p:txBody>
      </p:sp>
      <p:sp>
        <p:nvSpPr>
          <p:cNvPr id="23" name="shape-2254">
            <a:extLst xmlns:a="http://schemas.openxmlformats.org/drawingml/2006/main">
              <a:ext uri="{FF2B5EF4-FFF2-40B4-BE49-F238E27FC236}">
                <a16:creationId xmlns:a16="http://schemas.microsoft.com/office/drawing/2014/main" id="{01BDE6BB-0A6E-4987-8363-1996F4B6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2948cea4c457c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255">
            <a:extLst xmlns:a="http://schemas.openxmlformats.org/drawingml/2006/main">
              <a:ext uri="{FF2B5EF4-FFF2-40B4-BE49-F238E27FC236}">
                <a16:creationId xmlns:a16="http://schemas.microsoft.com/office/drawing/2014/main" id="{5AF64217-5D94-4D53-A876-E3A30A8A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排程說明</a:t>
            </a:r>
          </a:p>
        </p:txBody>
      </p:sp>
    </p:spTree>
    <p:extLst>
      <p:ext uri="{BB962C8B-B14F-4D97-AF65-F5344CB8AC3E}">
        <p14:creationId xmlns:p14="http://schemas.microsoft.com/office/powerpoint/2010/main" val="12696747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472">
            <a:extLst xmlns:a="http://schemas.openxmlformats.org/drawingml/2006/main">
              <a:ext uri="{FF2B5EF4-FFF2-40B4-BE49-F238E27FC236}">
                <a16:creationId xmlns:a16="http://schemas.microsoft.com/office/drawing/2014/main" id="{ABF31FEA-147A-446A-B313-4B2E9486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97D037-49A6-42CA-B90B-2D33FEB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實作｜建立每週教學研究助理排程</a:t>
            </a:r>
          </a:p>
        </p:txBody>
      </p:sp>
      <p:cxnSp>
        <p:nvCxnSpPr>
          <p:cNvPr id="25" name="shape-147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74">
            <a:extLst xmlns:a="http://schemas.openxmlformats.org/drawingml/2006/main">
              <a:ext uri="{FF2B5EF4-FFF2-40B4-BE49-F238E27FC236}">
                <a16:creationId xmlns:a16="http://schemas.microsoft.com/office/drawing/2014/main" id="{0D7FA396-E24E-4D0A-80ED-61C3DCB5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97FEE5-D976-477A-913C-0D8943D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23</a:t>
            </a:r>
          </a:p>
        </p:txBody>
      </p:sp>
      <p:sp>
        <p:nvSpPr>
          <p:cNvPr id="6" name="text-1475">
            <a:extLst xmlns:a="http://schemas.openxmlformats.org/drawingml/2006/main">
              <a:ext uri="{FF2B5EF4-FFF2-40B4-BE49-F238E27FC236}">
                <a16:creationId xmlns:a16="http://schemas.microsoft.com/office/drawing/2014/main" id="{C0431BA2-1F29-4829-AD84-5819D65C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476">
            <a:extLst xmlns:a="http://schemas.openxmlformats.org/drawingml/2006/main">
              <a:ext uri="{FF2B5EF4-FFF2-40B4-BE49-F238E27FC236}">
                <a16:creationId xmlns:a16="http://schemas.microsoft.com/office/drawing/2014/main" id="{46D1B549-8618-47BF-B9EA-3C2E333B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477">
            <a:extLst xmlns:a="http://schemas.openxmlformats.org/drawingml/2006/main">
              <a:ext uri="{FF2B5EF4-FFF2-40B4-BE49-F238E27FC236}">
                <a16:creationId xmlns:a16="http://schemas.microsoft.com/office/drawing/2014/main" id="{BA840F72-7290-4ACF-93FF-8C64C78D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478">
            <a:extLst xmlns:a="http://schemas.openxmlformats.org/drawingml/2006/main">
              <a:ext uri="{FF2B5EF4-FFF2-40B4-BE49-F238E27FC236}">
                <a16:creationId xmlns:a16="http://schemas.microsoft.com/office/drawing/2014/main" id="{41F27640-FD89-4423-8E06-443E3602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建立或選定 Gemini Notebook 來源</a:t>
            </a:r>
          </a:p>
        </p:txBody>
      </p:sp>
      <p:sp>
        <p:nvSpPr>
          <p:cNvPr id="10" name="text-1479">
            <a:extLst xmlns:a="http://schemas.openxmlformats.org/drawingml/2006/main">
              <a:ext uri="{FF2B5EF4-FFF2-40B4-BE49-F238E27FC236}">
                <a16:creationId xmlns:a16="http://schemas.microsoft.com/office/drawing/2014/main" id="{120E615D-2E6A-4655-B8C5-F0C70A9D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480">
            <a:extLst xmlns:a="http://schemas.openxmlformats.org/drawingml/2006/main">
              <a:ext uri="{FF2B5EF4-FFF2-40B4-BE49-F238E27FC236}">
                <a16:creationId xmlns:a16="http://schemas.microsoft.com/office/drawing/2014/main" id="{D36582BD-E372-45DA-A421-E6D9BF1E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 Skill：摘要、點子與待查證事項</a:t>
            </a:r>
          </a:p>
        </p:txBody>
      </p:sp>
      <p:sp>
        <p:nvSpPr>
          <p:cNvPr id="12" name="text-1481">
            <a:extLst xmlns:a="http://schemas.openxmlformats.org/drawingml/2006/main">
              <a:ext uri="{FF2B5EF4-FFF2-40B4-BE49-F238E27FC236}">
                <a16:creationId xmlns:a16="http://schemas.microsoft.com/office/drawing/2014/main" id="{618EA0A3-2D78-4306-B1C2-98201DE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482">
            <a:extLst xmlns:a="http://schemas.openxmlformats.org/drawingml/2006/main">
              <a:ext uri="{FF2B5EF4-FFF2-40B4-BE49-F238E27FC236}">
                <a16:creationId xmlns:a16="http://schemas.microsoft.com/office/drawing/2014/main" id="{0B10A72C-277A-44E9-9369-D02632A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設定每週時間，輸出到指定文件</a:t>
            </a:r>
          </a:p>
        </p:txBody>
      </p:sp>
      <p:sp>
        <p:nvSpPr>
          <p:cNvPr id="14" name="text-1483">
            <a:extLst xmlns:a="http://schemas.openxmlformats.org/drawingml/2006/main">
              <a:ext uri="{FF2B5EF4-FFF2-40B4-BE49-F238E27FC236}">
                <a16:creationId xmlns:a16="http://schemas.microsoft.com/office/drawing/2014/main" id="{108C4C2E-A8CE-419B-8ABD-D55BCA55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484">
            <a:extLst xmlns:a="http://schemas.openxmlformats.org/drawingml/2006/main">
              <a:ext uri="{FF2B5EF4-FFF2-40B4-BE49-F238E27FC236}">
                <a16:creationId xmlns:a16="http://schemas.microsoft.com/office/drawing/2014/main" id="{6E6A19DA-A939-45DC-BC68-9F6D60DC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隔週查看草稿，人工確認後再採用</a:t>
            </a:r>
          </a:p>
        </p:txBody>
      </p:sp>
      <p:sp>
        <p:nvSpPr>
          <p:cNvPr id="16" name="shape-1485">
            <a:extLst xmlns:a="http://schemas.openxmlformats.org/drawingml/2006/main">
              <a:ext uri="{FF2B5EF4-FFF2-40B4-BE49-F238E27FC236}">
                <a16:creationId xmlns:a16="http://schemas.microsoft.com/office/drawing/2014/main" id="{951046BE-D559-4521-9048-C634ABB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486">
            <a:extLst xmlns:a="http://schemas.openxmlformats.org/drawingml/2006/main">
              <a:ext uri="{FF2B5EF4-FFF2-40B4-BE49-F238E27FC236}">
                <a16:creationId xmlns:a16="http://schemas.microsoft.com/office/drawing/2014/main" id="{94B1B91F-AF4D-4FFC-A864-D3E6CF90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487">
            <a:extLst xmlns:a="http://schemas.openxmlformats.org/drawingml/2006/main">
              <a:ext uri="{FF2B5EF4-FFF2-40B4-BE49-F238E27FC236}">
                <a16:creationId xmlns:a16="http://schemas.microsoft.com/office/drawing/2014/main" id="{E1CD5860-81D7-4477-85C4-D30D0F67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只讀指定來源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輸出格式固定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不直接寄送或發布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留下人工檢查紀錄</a:t>
            </a:r>
          </a:p>
        </p:txBody>
      </p:sp>
      <p:sp>
        <p:nvSpPr>
          <p:cNvPr id="19" name="text-2192">
            <a:extLst xmlns:a="http://schemas.openxmlformats.org/drawingml/2006/main">
              <a:ext uri="{FF2B5EF4-FFF2-40B4-BE49-F238E27FC236}">
                <a16:creationId xmlns:a16="http://schemas.microsoft.com/office/drawing/2014/main" id="{DC376330-F77E-46BB-A104-8CA7B88A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fbd4a6fe86942de"/>
              </a:rPr>
              <a:t>Google 排程說明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e138e6604f14018"/>
              </a:rPr>
              <a:t>影片教學 ↗</a:t>
            </a:r>
          </a:p>
        </p:txBody>
      </p:sp>
      <p:sp>
        <p:nvSpPr>
          <p:cNvPr id="20" name="shape-2256">
            <a:extLst xmlns:a="http://schemas.openxmlformats.org/drawingml/2006/main">
              <a:ext uri="{FF2B5EF4-FFF2-40B4-BE49-F238E27FC236}">
                <a16:creationId xmlns:a16="http://schemas.microsoft.com/office/drawing/2014/main" id="{5B098A60-2C78-4FC4-A886-531035E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8028e7ba3427d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2" name="text-2257">
            <a:extLst xmlns:a="http://schemas.openxmlformats.org/drawingml/2006/main">
              <a:ext uri="{FF2B5EF4-FFF2-40B4-BE49-F238E27FC236}">
                <a16:creationId xmlns:a16="http://schemas.microsoft.com/office/drawing/2014/main" id="{B40C16DD-8DE4-4223-880F-FAA0A91A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排程說明</a:t>
            </a:r>
          </a:p>
        </p:txBody>
      </p:sp>
    </p:spTree>
    <p:extLst>
      <p:ext uri="{BB962C8B-B14F-4D97-AF65-F5344CB8AC3E}">
        <p14:creationId xmlns:p14="http://schemas.microsoft.com/office/powerpoint/2010/main" val="13640328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488">
            <a:extLst xmlns:a="http://schemas.openxmlformats.org/drawingml/2006/main">
              <a:ext uri="{FF2B5EF4-FFF2-40B4-BE49-F238E27FC236}">
                <a16:creationId xmlns:a16="http://schemas.microsoft.com/office/drawing/2014/main" id="{8A0C99DF-819C-4E2A-B642-E180353C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LEARNING JOURNEY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71F064-25FE-430B-B763-B5628A3A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學習歷程：一次成果變成可重複系統</a:t>
            </a:r>
          </a:p>
        </p:txBody>
      </p:sp>
      <p:cxnSp>
        <p:nvCxnSpPr>
          <p:cNvPr id="30" name="shape-148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490">
            <a:extLst xmlns:a="http://schemas.openxmlformats.org/drawingml/2006/main">
              <a:ext uri="{FF2B5EF4-FFF2-40B4-BE49-F238E27FC236}">
                <a16:creationId xmlns:a16="http://schemas.microsoft.com/office/drawing/2014/main" id="{CC5AB6B0-ED61-4502-BAA2-74243CFA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6CDBED-9BA2-4ADA-97AB-7B4FE1EE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24</a:t>
            </a:r>
          </a:p>
        </p:txBody>
      </p:sp>
      <p:sp>
        <p:nvSpPr>
          <p:cNvPr id="6" name="shape-1491">
            <a:extLst xmlns:a="http://schemas.openxmlformats.org/drawingml/2006/main">
              <a:ext uri="{FF2B5EF4-FFF2-40B4-BE49-F238E27FC236}">
                <a16:creationId xmlns:a16="http://schemas.microsoft.com/office/drawing/2014/main" id="{6123B30B-799D-4546-BCFB-37D780F9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492">
            <a:extLst xmlns:a="http://schemas.openxmlformats.org/drawingml/2006/main">
              <a:ext uri="{FF2B5EF4-FFF2-40B4-BE49-F238E27FC236}">
                <a16:creationId xmlns:a16="http://schemas.microsoft.com/office/drawing/2014/main" id="{09E4EFC4-F750-4ACB-A7E5-0839AA62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493">
            <a:extLst xmlns:a="http://schemas.openxmlformats.org/drawingml/2006/main">
              <a:ext uri="{FF2B5EF4-FFF2-40B4-BE49-F238E27FC236}">
                <a16:creationId xmlns:a16="http://schemas.microsoft.com/office/drawing/2014/main" id="{669A5C3F-2D12-4C00-9D38-1EB05933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一次成果</a:t>
            </a:r>
          </a:p>
        </p:txBody>
      </p:sp>
      <p:sp>
        <p:nvSpPr>
          <p:cNvPr id="9" name="text-1494">
            <a:extLst xmlns:a="http://schemas.openxmlformats.org/drawingml/2006/main">
              <a:ext uri="{FF2B5EF4-FFF2-40B4-BE49-F238E27FC236}">
                <a16:creationId xmlns:a16="http://schemas.microsoft.com/office/drawing/2014/main" id="{40F094C7-D9A8-4373-AA12-66590569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先完成一件真實工作，觀察哪些步驟最耗時、最容易漏。</a:t>
            </a:r>
          </a:p>
        </p:txBody>
      </p:sp>
      <p:sp>
        <p:nvSpPr>
          <p:cNvPr id="10" name="shape-1495">
            <a:extLst xmlns:a="http://schemas.openxmlformats.org/drawingml/2006/main">
              <a:ext uri="{FF2B5EF4-FFF2-40B4-BE49-F238E27FC236}">
                <a16:creationId xmlns:a16="http://schemas.microsoft.com/office/drawing/2014/main" id="{D213017C-DC51-4BD1-8860-0DF33C3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496">
            <a:extLst xmlns:a="http://schemas.openxmlformats.org/drawingml/2006/main">
              <a:ext uri="{FF2B5EF4-FFF2-40B4-BE49-F238E27FC236}">
                <a16:creationId xmlns:a16="http://schemas.microsoft.com/office/drawing/2014/main" id="{BB54B627-C543-4EFB-B587-79F105A5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497">
            <a:extLst xmlns:a="http://schemas.openxmlformats.org/drawingml/2006/main">
              <a:ext uri="{FF2B5EF4-FFF2-40B4-BE49-F238E27FC236}">
                <a16:creationId xmlns:a16="http://schemas.microsoft.com/office/drawing/2014/main" id="{A3B9131D-4700-43F7-8766-6A218F71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抽出規則</a:t>
            </a:r>
          </a:p>
        </p:txBody>
      </p:sp>
      <p:sp>
        <p:nvSpPr>
          <p:cNvPr id="13" name="text-1498">
            <a:extLst xmlns:a="http://schemas.openxmlformats.org/drawingml/2006/main">
              <a:ext uri="{FF2B5EF4-FFF2-40B4-BE49-F238E27FC236}">
                <a16:creationId xmlns:a16="http://schemas.microsoft.com/office/drawing/2014/main" id="{9B0D47BB-C34F-4AF4-9D5A-704FC380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把來源、格式、檢查與停止條件整理成自己的 Skill。</a:t>
            </a:r>
          </a:p>
        </p:txBody>
      </p:sp>
      <p:sp>
        <p:nvSpPr>
          <p:cNvPr id="14" name="shape-1499">
            <a:extLst xmlns:a="http://schemas.openxmlformats.org/drawingml/2006/main">
              <a:ext uri="{FF2B5EF4-FFF2-40B4-BE49-F238E27FC236}">
                <a16:creationId xmlns:a16="http://schemas.microsoft.com/office/drawing/2014/main" id="{0573CE3D-DCF3-4D4F-B9F4-C0DA1E9E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500">
            <a:extLst xmlns:a="http://schemas.openxmlformats.org/drawingml/2006/main">
              <a:ext uri="{FF2B5EF4-FFF2-40B4-BE49-F238E27FC236}">
                <a16:creationId xmlns:a16="http://schemas.microsoft.com/office/drawing/2014/main" id="{3AFF4903-AE88-4987-A951-CD113B12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501">
            <a:extLst xmlns:a="http://schemas.openxmlformats.org/drawingml/2006/main">
              <a:ext uri="{FF2B5EF4-FFF2-40B4-BE49-F238E27FC236}">
                <a16:creationId xmlns:a16="http://schemas.microsoft.com/office/drawing/2014/main" id="{E735998E-01B2-4248-8612-DD05625B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排程重跑</a:t>
            </a:r>
          </a:p>
        </p:txBody>
      </p:sp>
      <p:sp>
        <p:nvSpPr>
          <p:cNvPr id="17" name="text-1502">
            <a:extLst xmlns:a="http://schemas.openxmlformats.org/drawingml/2006/main">
              <a:ext uri="{FF2B5EF4-FFF2-40B4-BE49-F238E27FC236}">
                <a16:creationId xmlns:a16="http://schemas.microsoft.com/office/drawing/2014/main" id="{9B26C507-DF62-453F-93E9-7A1A304F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在固定時間重新執行，讓 Agent 持續留下可比較的草稿。</a:t>
            </a:r>
          </a:p>
        </p:txBody>
      </p:sp>
      <p:sp>
        <p:nvSpPr>
          <p:cNvPr id="18" name="shape-1503">
            <a:extLst xmlns:a="http://schemas.openxmlformats.org/drawingml/2006/main">
              <a:ext uri="{FF2B5EF4-FFF2-40B4-BE49-F238E27FC236}">
                <a16:creationId xmlns:a16="http://schemas.microsoft.com/office/drawing/2014/main" id="{FE608C5C-BB7A-4F70-905B-53F3B28E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504">
            <a:extLst xmlns:a="http://schemas.openxmlformats.org/drawingml/2006/main">
              <a:ext uri="{FF2B5EF4-FFF2-40B4-BE49-F238E27FC236}">
                <a16:creationId xmlns:a16="http://schemas.microsoft.com/office/drawing/2014/main" id="{6C4F8F90-52A6-42BC-8C30-10B7CA4C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505">
            <a:extLst xmlns:a="http://schemas.openxmlformats.org/drawingml/2006/main">
              <a:ext uri="{FF2B5EF4-FFF2-40B4-BE49-F238E27FC236}">
                <a16:creationId xmlns:a16="http://schemas.microsoft.com/office/drawing/2014/main" id="{FF0C3BE8-DB46-4B9A-BBA1-9ADC914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回顧進化</a:t>
            </a:r>
          </a:p>
        </p:txBody>
      </p:sp>
      <p:sp>
        <p:nvSpPr>
          <p:cNvPr id="21" name="text-1506">
            <a:extLst xmlns:a="http://schemas.openxmlformats.org/drawingml/2006/main">
              <a:ext uri="{FF2B5EF4-FFF2-40B4-BE49-F238E27FC236}">
                <a16:creationId xmlns:a16="http://schemas.microsoft.com/office/drawing/2014/main" id="{CF5CED47-A508-49BE-9286-8BFC2C81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每次人工檢查後修正規則，逐步貼合自己的工作流與生活。</a:t>
            </a:r>
          </a:p>
        </p:txBody>
      </p:sp>
      <p:sp>
        <p:nvSpPr>
          <p:cNvPr id="22" name="text-2193">
            <a:extLst xmlns:a="http://schemas.openxmlformats.org/drawingml/2006/main">
              <a:ext uri="{FF2B5EF4-FFF2-40B4-BE49-F238E27FC236}">
                <a16:creationId xmlns:a16="http://schemas.microsoft.com/office/drawing/2014/main" id="{E2F9CF73-F249-414F-A1E3-CF12D811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1456adfe1314986"/>
              </a:rPr>
              <a:t>Google 排程說明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568d8b014844905"/>
              </a:rPr>
              <a:t>影片教學 ↗</a:t>
            </a:r>
          </a:p>
        </p:txBody>
      </p:sp>
      <p:sp>
        <p:nvSpPr>
          <p:cNvPr id="23" name="shape-2258">
            <a:extLst xmlns:a="http://schemas.openxmlformats.org/drawingml/2006/main">
              <a:ext uri="{FF2B5EF4-FFF2-40B4-BE49-F238E27FC236}">
                <a16:creationId xmlns:a16="http://schemas.microsoft.com/office/drawing/2014/main" id="{4C0BA99C-41C0-4E99-B3F3-A50933CC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c554e6bd24184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259">
            <a:extLst xmlns:a="http://schemas.openxmlformats.org/drawingml/2006/main">
              <a:ext uri="{FF2B5EF4-FFF2-40B4-BE49-F238E27FC236}">
                <a16:creationId xmlns:a16="http://schemas.microsoft.com/office/drawing/2014/main" id="{DE9A72E8-389B-48F6-BC51-B327A6BA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Spark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f45e5a29345ad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260">
            <a:extLst xmlns:a="http://schemas.openxmlformats.org/drawingml/2006/main">
              <a:ext uri="{FF2B5EF4-FFF2-40B4-BE49-F238E27FC236}">
                <a16:creationId xmlns:a16="http://schemas.microsoft.com/office/drawing/2014/main" id="{C3424BE2-5F01-4B80-9DE5-927C05D7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Google 排程說明</a:t>
            </a:r>
          </a:p>
        </p:txBody>
      </p:sp>
    </p:spTree>
    <p:extLst>
      <p:ext uri="{BB962C8B-B14F-4D97-AF65-F5344CB8AC3E}">
        <p14:creationId xmlns:p14="http://schemas.microsoft.com/office/powerpoint/2010/main" val="9280108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507">
            <a:extLst xmlns:a="http://schemas.openxmlformats.org/drawingml/2006/main">
              <a:ext uri="{FF2B5EF4-FFF2-40B4-BE49-F238E27FC236}">
                <a16:creationId xmlns:a16="http://schemas.microsoft.com/office/drawing/2014/main" id="{1CD2CBC9-B339-46E6-AEB0-14826B11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REMOTE CONTROL · NEW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E4E28F-EE8D-4F68-B8CC-A971B9C4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Antigravity 最新功能：手機也能接手電腦 Agent</a:t>
            </a:r>
          </a:p>
        </p:txBody>
      </p:sp>
      <p:cxnSp>
        <p:nvCxnSpPr>
          <p:cNvPr id="28" name="shape-150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509">
            <a:extLst xmlns:a="http://schemas.openxmlformats.org/drawingml/2006/main">
              <a:ext uri="{FF2B5EF4-FFF2-40B4-BE49-F238E27FC236}">
                <a16:creationId xmlns:a16="http://schemas.microsoft.com/office/drawing/2014/main" id="{A753AA28-1149-4CEB-BFF7-6D268B5B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07BBE3-7ABF-4DAC-91C8-3B1EE66E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25</a:t>
            </a:r>
          </a:p>
        </p:txBody>
      </p:sp>
      <p:sp>
        <p:nvSpPr>
          <p:cNvPr id="6" name="shape-1510">
            <a:extLst xmlns:a="http://schemas.openxmlformats.org/drawingml/2006/main">
              <a:ext uri="{FF2B5EF4-FFF2-40B4-BE49-F238E27FC236}">
                <a16:creationId xmlns:a16="http://schemas.microsoft.com/office/drawing/2014/main" id="{0331AF64-C86F-4785-9B6A-CF58E50F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511">
            <a:extLst xmlns:a="http://schemas.openxmlformats.org/drawingml/2006/main">
              <a:ext uri="{FF2B5EF4-FFF2-40B4-BE49-F238E27FC236}">
                <a16:creationId xmlns:a16="http://schemas.microsoft.com/office/drawing/2014/main" id="{31A7B058-FB04-4403-8316-C0DF5F1F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512">
            <a:extLst xmlns:a="http://schemas.openxmlformats.org/drawingml/2006/main">
              <a:ext uri="{FF2B5EF4-FFF2-40B4-BE49-F238E27FC236}">
                <a16:creationId xmlns:a16="http://schemas.microsoft.com/office/drawing/2014/main" id="{E578A7A3-3B57-46FA-BBF0-1EE2E3F9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任務不中斷</a:t>
            </a:r>
          </a:p>
        </p:txBody>
      </p:sp>
      <p:sp>
        <p:nvSpPr>
          <p:cNvPr id="9" name="text-1513">
            <a:extLst xmlns:a="http://schemas.openxmlformats.org/drawingml/2006/main">
              <a:ext uri="{FF2B5EF4-FFF2-40B4-BE49-F238E27FC236}">
                <a16:creationId xmlns:a16="http://schemas.microsoft.com/office/drawing/2014/main" id="{3E33B6D2-8FFC-4D42-9117-847F78D9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電腦上的 Antigravity 持續保留本地工作環境；人離開座位後，長任務不必停在桌前。</a:t>
            </a:r>
          </a:p>
        </p:txBody>
      </p:sp>
      <p:sp>
        <p:nvSpPr>
          <p:cNvPr id="10" name="shape-1514">
            <a:extLst xmlns:a="http://schemas.openxmlformats.org/drawingml/2006/main">
              <a:ext uri="{FF2B5EF4-FFF2-40B4-BE49-F238E27FC236}">
                <a16:creationId xmlns:a16="http://schemas.microsoft.com/office/drawing/2014/main" id="{B1AA9CE9-AA23-4440-961D-DD31F64C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515">
            <a:extLst xmlns:a="http://schemas.openxmlformats.org/drawingml/2006/main">
              <a:ext uri="{FF2B5EF4-FFF2-40B4-BE49-F238E27FC236}">
                <a16:creationId xmlns:a16="http://schemas.microsoft.com/office/drawing/2014/main" id="{D0243F76-D2D0-47DB-B86D-F45DF908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516">
            <a:extLst xmlns:a="http://schemas.openxmlformats.org/drawingml/2006/main">
              <a:ext uri="{FF2B5EF4-FFF2-40B4-BE49-F238E27FC236}">
                <a16:creationId xmlns:a16="http://schemas.microsoft.com/office/drawing/2014/main" id="{070F7CDE-413A-4C94-8D75-6D57B91F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手機瀏覽器接手</a:t>
            </a:r>
          </a:p>
        </p:txBody>
      </p:sp>
      <p:sp>
        <p:nvSpPr>
          <p:cNvPr id="13" name="text-1517">
            <a:extLst xmlns:a="http://schemas.openxmlformats.org/drawingml/2006/main">
              <a:ext uri="{FF2B5EF4-FFF2-40B4-BE49-F238E27FC236}">
                <a16:creationId xmlns:a16="http://schemas.microsoft.com/office/drawing/2014/main" id="{0324E6EF-8FD3-425F-862A-D52229C6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從手機查看進行中的對話、啟動新任務、檢視計畫與 Agent 產物。</a:t>
            </a:r>
          </a:p>
        </p:txBody>
      </p:sp>
      <p:sp>
        <p:nvSpPr>
          <p:cNvPr id="14" name="shape-1518">
            <a:extLst xmlns:a="http://schemas.openxmlformats.org/drawingml/2006/main">
              <a:ext uri="{FF2B5EF4-FFF2-40B4-BE49-F238E27FC236}">
                <a16:creationId xmlns:a16="http://schemas.microsoft.com/office/drawing/2014/main" id="{DF88FDD0-00D1-4AC0-A24F-00D60742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519">
            <a:extLst xmlns:a="http://schemas.openxmlformats.org/drawingml/2006/main">
              <a:ext uri="{FF2B5EF4-FFF2-40B4-BE49-F238E27FC236}">
                <a16:creationId xmlns:a16="http://schemas.microsoft.com/office/drawing/2014/main" id="{3C70659A-C6BE-4C28-90B9-604F8823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520">
            <a:extLst xmlns:a="http://schemas.openxmlformats.org/drawingml/2006/main">
              <a:ext uri="{FF2B5EF4-FFF2-40B4-BE49-F238E27FC236}">
                <a16:creationId xmlns:a16="http://schemas.microsoft.com/office/drawing/2014/main" id="{4102F82F-CB3D-471F-9B36-2664FC3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想到就即時修正</a:t>
            </a:r>
          </a:p>
        </p:txBody>
      </p:sp>
      <p:sp>
        <p:nvSpPr>
          <p:cNvPr id="17" name="text-1521">
            <a:extLst xmlns:a="http://schemas.openxmlformats.org/drawingml/2006/main">
              <a:ext uri="{FF2B5EF4-FFF2-40B4-BE49-F238E27FC236}">
                <a16:creationId xmlns:a16="http://schemas.microsoft.com/office/drawing/2014/main" id="{BA423372-BC90-4AC3-A88D-EB921E9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臨時想到新條件，可以透過手機補充指令，讓 Agent 繼續推進並回報結果。</a:t>
            </a:r>
          </a:p>
        </p:txBody>
      </p:sp>
      <p:sp>
        <p:nvSpPr>
          <p:cNvPr id="18" name="shape-1522">
            <a:extLst xmlns:a="http://schemas.openxmlformats.org/drawingml/2006/main">
              <a:ext uri="{FF2B5EF4-FFF2-40B4-BE49-F238E27FC236}">
                <a16:creationId xmlns:a16="http://schemas.microsoft.com/office/drawing/2014/main" id="{DCBBA1DC-8018-49E5-9EBA-57EB883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523">
            <a:extLst xmlns:a="http://schemas.openxmlformats.org/drawingml/2006/main">
              <a:ext uri="{FF2B5EF4-FFF2-40B4-BE49-F238E27FC236}">
                <a16:creationId xmlns:a16="http://schemas.microsoft.com/office/drawing/2014/main" id="{39810E25-8B56-471C-A1CB-D4455B22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524">
            <a:extLst xmlns:a="http://schemas.openxmlformats.org/drawingml/2006/main">
              <a:ext uri="{FF2B5EF4-FFF2-40B4-BE49-F238E27FC236}">
                <a16:creationId xmlns:a16="http://schemas.microsoft.com/office/drawing/2014/main" id="{FD14F371-DB24-42F1-9BEF-D5907406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逐步開放中</a:t>
            </a:r>
          </a:p>
        </p:txBody>
      </p:sp>
      <p:sp>
        <p:nvSpPr>
          <p:cNvPr id="21" name="text-1525">
            <a:extLst xmlns:a="http://schemas.openxmlformats.org/drawingml/2006/main">
              <a:ext uri="{FF2B5EF4-FFF2-40B4-BE49-F238E27FC236}">
                <a16:creationId xmlns:a16="http://schemas.microsoft.com/office/drawing/2014/main" id="{9FED4140-A9A0-4441-BF99-C39F0BA6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Remote Control 目前採 rollout；需同一 Google 帳號，且桌面端已出現可啟用的功能。</a:t>
            </a:r>
          </a:p>
        </p:txBody>
      </p:sp>
      <p:sp>
        <p:nvSpPr>
          <p:cNvPr id="22" name="text-2195">
            <a:extLst xmlns:a="http://schemas.openxmlformats.org/drawingml/2006/main">
              <a:ext uri="{FF2B5EF4-FFF2-40B4-BE49-F238E27FC236}">
                <a16:creationId xmlns:a16="http://schemas.microsoft.com/office/drawing/2014/main" id="{D364DED2-4B78-418E-9399-82E26A42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1e0d30cf0734c5f"/>
              </a:rPr>
              <a:t>Remote Control 官方說明 ↗</a:t>
            </a:r>
          </a:p>
        </p:txBody>
      </p:sp>
      <p:sp>
        <p:nvSpPr>
          <p:cNvPr id="23" name="shape-2261">
            <a:extLst xmlns:a="http://schemas.openxmlformats.org/drawingml/2006/main">
              <a:ext uri="{FF2B5EF4-FFF2-40B4-BE49-F238E27FC236}">
                <a16:creationId xmlns:a16="http://schemas.microsoft.com/office/drawing/2014/main" id="{B856FE62-B663-421C-9C63-39A0C8F8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39ce2f3454c68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2262">
            <a:extLst xmlns:a="http://schemas.openxmlformats.org/drawingml/2006/main">
              <a:ext uri="{FF2B5EF4-FFF2-40B4-BE49-F238E27FC236}">
                <a16:creationId xmlns:a16="http://schemas.microsoft.com/office/drawing/2014/main" id="{AC4171B7-314D-4D01-AAE1-D352BA7B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Remote Contr</a:t>
            </a:r>
          </a:p>
        </p:txBody>
      </p:sp>
    </p:spTree>
    <p:extLst>
      <p:ext uri="{BB962C8B-B14F-4D97-AF65-F5344CB8AC3E}">
        <p14:creationId xmlns:p14="http://schemas.microsoft.com/office/powerpoint/2010/main" val="6886068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1526">
            <a:extLst xmlns:a="http://schemas.openxmlformats.org/drawingml/2006/main">
              <a:ext uri="{FF2B5EF4-FFF2-40B4-BE49-F238E27FC236}">
                <a16:creationId xmlns:a16="http://schemas.microsoft.com/office/drawing/2014/main" id="{2CCB3EB1-59EF-4D1B-A8E9-0082C213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REMOTE CONTROL 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971D6F-9EA1-4C9F-B6F1-FBA70949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手機遠端修正：四步把工作接回來</a:t>
            </a:r>
          </a:p>
        </p:txBody>
      </p:sp>
      <p:cxnSp>
        <p:nvCxnSpPr>
          <p:cNvPr id="36" name="shape-152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528">
            <a:extLst xmlns:a="http://schemas.openxmlformats.org/drawingml/2006/main">
              <a:ext uri="{FF2B5EF4-FFF2-40B4-BE49-F238E27FC236}">
                <a16:creationId xmlns:a16="http://schemas.microsoft.com/office/drawing/2014/main" id="{B7903410-AA86-4A73-845D-5196313E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16B3E6-A54B-40EC-814B-7A1D9A8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26</a:t>
            </a:r>
          </a:p>
        </p:txBody>
      </p:sp>
      <p:sp>
        <p:nvSpPr>
          <p:cNvPr id="6" name="shape-1529">
            <a:extLst xmlns:a="http://schemas.openxmlformats.org/drawingml/2006/main">
              <a:ext uri="{FF2B5EF4-FFF2-40B4-BE49-F238E27FC236}">
                <a16:creationId xmlns:a16="http://schemas.microsoft.com/office/drawing/2014/main" id="{5328CC4A-5CAE-49EA-B7BF-BC8CD3C0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530">
            <a:extLst xmlns:a="http://schemas.openxmlformats.org/drawingml/2006/main">
              <a:ext uri="{FF2B5EF4-FFF2-40B4-BE49-F238E27FC236}">
                <a16:creationId xmlns:a16="http://schemas.microsoft.com/office/drawing/2014/main" id="{716B7F7B-A6E4-4C2A-96EF-BB00AF82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531">
            <a:extLst xmlns:a="http://schemas.openxmlformats.org/drawingml/2006/main">
              <a:ext uri="{FF2B5EF4-FFF2-40B4-BE49-F238E27FC236}">
                <a16:creationId xmlns:a16="http://schemas.microsoft.com/office/drawing/2014/main" id="{18DCC0B3-4A36-4255-AC24-37498CC6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532">
            <a:extLst xmlns:a="http://schemas.openxmlformats.org/drawingml/2006/main">
              <a:ext uri="{FF2B5EF4-FFF2-40B4-BE49-F238E27FC236}">
                <a16:creationId xmlns:a16="http://schemas.microsoft.com/office/drawing/2014/main" id="{32A08616-356E-46D2-AA3D-06F28FFB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啟用</a:t>
            </a:r>
          </a:p>
        </p:txBody>
      </p:sp>
      <p:sp>
        <p:nvSpPr>
          <p:cNvPr id="10" name="text-1533">
            <a:extLst xmlns:a="http://schemas.openxmlformats.org/drawingml/2006/main">
              <a:ext uri="{FF2B5EF4-FFF2-40B4-BE49-F238E27FC236}">
                <a16:creationId xmlns:a16="http://schemas.microsoft.com/office/drawing/2014/main" id="{844D9743-E57E-4333-A98D-143C7F2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2.0 → Settings → Account → Enable Remote Control</a:t>
            </a:r>
          </a:p>
        </p:txBody>
      </p:sp>
      <p:sp>
        <p:nvSpPr>
          <p:cNvPr id="11" name="text-1534">
            <a:extLst xmlns:a="http://schemas.openxmlformats.org/drawingml/2006/main">
              <a:ext uri="{FF2B5EF4-FFF2-40B4-BE49-F238E27FC236}">
                <a16:creationId xmlns:a16="http://schemas.microsoft.com/office/drawing/2014/main" id="{7953D91B-4B7E-4774-83A4-BCEF68B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535">
            <a:extLst xmlns:a="http://schemas.openxmlformats.org/drawingml/2006/main">
              <a:ext uri="{FF2B5EF4-FFF2-40B4-BE49-F238E27FC236}">
                <a16:creationId xmlns:a16="http://schemas.microsoft.com/office/drawing/2014/main" id="{E94A195B-DBBF-4D5E-985F-820BC7D1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536">
            <a:extLst xmlns:a="http://schemas.openxmlformats.org/drawingml/2006/main">
              <a:ext uri="{FF2B5EF4-FFF2-40B4-BE49-F238E27FC236}">
                <a16:creationId xmlns:a16="http://schemas.microsoft.com/office/drawing/2014/main" id="{BC6F5B54-B318-4B10-A4A3-1DDDD13A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537">
            <a:extLst xmlns:a="http://schemas.openxmlformats.org/drawingml/2006/main">
              <a:ext uri="{FF2B5EF4-FFF2-40B4-BE49-F238E27FC236}">
                <a16:creationId xmlns:a16="http://schemas.microsoft.com/office/drawing/2014/main" id="{E5863E35-1D9C-480D-A00F-40F452B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538">
            <a:extLst xmlns:a="http://schemas.openxmlformats.org/drawingml/2006/main">
              <a:ext uri="{FF2B5EF4-FFF2-40B4-BE49-F238E27FC236}">
                <a16:creationId xmlns:a16="http://schemas.microsoft.com/office/drawing/2014/main" id="{C13C00A4-0EC7-4B48-BDC3-2A809C85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連線</a:t>
            </a:r>
          </a:p>
        </p:txBody>
      </p:sp>
      <p:sp>
        <p:nvSpPr>
          <p:cNvPr id="16" name="text-1539">
            <a:extLst xmlns:a="http://schemas.openxmlformats.org/drawingml/2006/main">
              <a:ext uri="{FF2B5EF4-FFF2-40B4-BE49-F238E27FC236}">
                <a16:creationId xmlns:a16="http://schemas.microsoft.com/office/drawing/2014/main" id="{2220F428-46B1-4568-A386-E7755D02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用手機瀏覽器開啟 Remote Control Dashboard</a:t>
            </a:r>
          </a:p>
        </p:txBody>
      </p:sp>
      <p:sp>
        <p:nvSpPr>
          <p:cNvPr id="17" name="text-1540">
            <a:extLst xmlns:a="http://schemas.openxmlformats.org/drawingml/2006/main">
              <a:ext uri="{FF2B5EF4-FFF2-40B4-BE49-F238E27FC236}">
                <a16:creationId xmlns:a16="http://schemas.microsoft.com/office/drawing/2014/main" id="{84FD2E60-7B5A-4D5A-B030-4EA0F08C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541">
            <a:extLst xmlns:a="http://schemas.openxmlformats.org/drawingml/2006/main">
              <a:ext uri="{FF2B5EF4-FFF2-40B4-BE49-F238E27FC236}">
                <a16:creationId xmlns:a16="http://schemas.microsoft.com/office/drawing/2014/main" id="{C8F4EF2C-5DC7-4181-9310-BBF941E0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542">
            <a:extLst xmlns:a="http://schemas.openxmlformats.org/drawingml/2006/main">
              <a:ext uri="{FF2B5EF4-FFF2-40B4-BE49-F238E27FC236}">
                <a16:creationId xmlns:a16="http://schemas.microsoft.com/office/drawing/2014/main" id="{8A51E059-EFF8-46DB-BC5E-BBDC90E3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543">
            <a:extLst xmlns:a="http://schemas.openxmlformats.org/drawingml/2006/main">
              <a:ext uri="{FF2B5EF4-FFF2-40B4-BE49-F238E27FC236}">
                <a16:creationId xmlns:a16="http://schemas.microsoft.com/office/drawing/2014/main" id="{BD0D8AD8-CABB-4AB8-BB69-F225A76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544">
            <a:extLst xmlns:a="http://schemas.openxmlformats.org/drawingml/2006/main">
              <a:ext uri="{FF2B5EF4-FFF2-40B4-BE49-F238E27FC236}">
                <a16:creationId xmlns:a16="http://schemas.microsoft.com/office/drawing/2014/main" id="{8280303E-6EB0-4658-B3EE-E67C6E0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選機</a:t>
            </a:r>
          </a:p>
        </p:txBody>
      </p:sp>
      <p:sp>
        <p:nvSpPr>
          <p:cNvPr id="22" name="text-1545">
            <a:extLst xmlns:a="http://schemas.openxmlformats.org/drawingml/2006/main">
              <a:ext uri="{FF2B5EF4-FFF2-40B4-BE49-F238E27FC236}">
                <a16:creationId xmlns:a16="http://schemas.microsoft.com/office/drawing/2014/main" id="{79E0778A-807C-4155-87D8-69EAE150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使用同一 Google 帳號，在 instance switcher 選工作電腦</a:t>
            </a:r>
          </a:p>
        </p:txBody>
      </p:sp>
      <p:sp>
        <p:nvSpPr>
          <p:cNvPr id="23" name="text-1546">
            <a:extLst xmlns:a="http://schemas.openxmlformats.org/drawingml/2006/main">
              <a:ext uri="{FF2B5EF4-FFF2-40B4-BE49-F238E27FC236}">
                <a16:creationId xmlns:a16="http://schemas.microsoft.com/office/drawing/2014/main" id="{F6D2F8EE-0A8C-4D38-ADAE-4CB38611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547">
            <a:extLst xmlns:a="http://schemas.openxmlformats.org/drawingml/2006/main">
              <a:ext uri="{FF2B5EF4-FFF2-40B4-BE49-F238E27FC236}">
                <a16:creationId xmlns:a16="http://schemas.microsoft.com/office/drawing/2014/main" id="{43B7A73D-86FD-4048-801F-FC3F2C7F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548">
            <a:extLst xmlns:a="http://schemas.openxmlformats.org/drawingml/2006/main">
              <a:ext uri="{FF2B5EF4-FFF2-40B4-BE49-F238E27FC236}">
                <a16:creationId xmlns:a16="http://schemas.microsoft.com/office/drawing/2014/main" id="{6DBDE6F4-FBE0-4FDF-B689-7FAB4685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549">
            <a:extLst xmlns:a="http://schemas.openxmlformats.org/drawingml/2006/main">
              <a:ext uri="{FF2B5EF4-FFF2-40B4-BE49-F238E27FC236}">
                <a16:creationId xmlns:a16="http://schemas.microsoft.com/office/drawing/2014/main" id="{FD0E5EE1-09C0-4815-829A-B5873823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550">
            <a:extLst xmlns:a="http://schemas.openxmlformats.org/drawingml/2006/main">
              <a:ext uri="{FF2B5EF4-FFF2-40B4-BE49-F238E27FC236}">
                <a16:creationId xmlns:a16="http://schemas.microsoft.com/office/drawing/2014/main" id="{6B231F6C-2197-44E8-9753-AD9B4F05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修正</a:t>
            </a:r>
          </a:p>
        </p:txBody>
      </p:sp>
      <p:sp>
        <p:nvSpPr>
          <p:cNvPr id="28" name="text-1551">
            <a:extLst xmlns:a="http://schemas.openxmlformats.org/drawingml/2006/main">
              <a:ext uri="{FF2B5EF4-FFF2-40B4-BE49-F238E27FC236}">
                <a16:creationId xmlns:a16="http://schemas.microsoft.com/office/drawing/2014/main" id="{A4C94039-5CED-4ACD-A5B8-568E272E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查看對話、補充指令、檢視計畫與 artifacts；主機保持連線</a:t>
            </a:r>
          </a:p>
        </p:txBody>
      </p:sp>
      <p:sp>
        <p:nvSpPr>
          <p:cNvPr id="29" name="text-1552">
            <a:extLst xmlns:a="http://schemas.openxmlformats.org/drawingml/2006/main">
              <a:ext uri="{FF2B5EF4-FFF2-40B4-BE49-F238E27FC236}">
                <a16:creationId xmlns:a16="http://schemas.microsoft.com/office/drawing/2014/main" id="{6E0EE08B-696A-44DB-9FD1-EA76FD7A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2196">
            <a:extLst xmlns:a="http://schemas.openxmlformats.org/drawingml/2006/main">
              <a:ext uri="{FF2B5EF4-FFF2-40B4-BE49-F238E27FC236}">
                <a16:creationId xmlns:a16="http://schemas.microsoft.com/office/drawing/2014/main" id="{8D8628A3-939C-4C88-A89A-6D918CD5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f03d8ac25fd4cec"/>
              </a:rPr>
              <a:t>Remote Control 官方說明 ↗</a:t>
            </a:r>
          </a:p>
        </p:txBody>
      </p:sp>
      <p:sp>
        <p:nvSpPr>
          <p:cNvPr id="31" name="shape-2263">
            <a:extLst xmlns:a="http://schemas.openxmlformats.org/drawingml/2006/main">
              <a:ext uri="{FF2B5EF4-FFF2-40B4-BE49-F238E27FC236}">
                <a16:creationId xmlns:a16="http://schemas.microsoft.com/office/drawing/2014/main" id="{22A2D304-25D6-485D-9A01-D2DE7535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86e73f90b4ef8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33" name="text-2264">
            <a:extLst xmlns:a="http://schemas.openxmlformats.org/drawingml/2006/main">
              <a:ext uri="{FF2B5EF4-FFF2-40B4-BE49-F238E27FC236}">
                <a16:creationId xmlns:a16="http://schemas.microsoft.com/office/drawing/2014/main" id="{26E10F41-8843-4736-A117-714B0423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Remote Contr</a:t>
            </a:r>
          </a:p>
        </p:txBody>
      </p:sp>
    </p:spTree>
    <p:extLst>
      <p:ext uri="{BB962C8B-B14F-4D97-AF65-F5344CB8AC3E}">
        <p14:creationId xmlns:p14="http://schemas.microsoft.com/office/powerpoint/2010/main" val="15686042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553">
            <a:extLst xmlns:a="http://schemas.openxmlformats.org/drawingml/2006/main">
              <a:ext uri="{FF2B5EF4-FFF2-40B4-BE49-F238E27FC236}">
                <a16:creationId xmlns:a16="http://schemas.microsoft.com/office/drawing/2014/main" id="{4989CDB0-BFCD-4C76-BF40-CDE585B4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2" name="text-1554">
            <a:extLst xmlns:a="http://schemas.openxmlformats.org/drawingml/2006/main">
              <a:ext uri="{FF2B5EF4-FFF2-40B4-BE49-F238E27FC236}">
                <a16:creationId xmlns:a16="http://schemas.microsoft.com/office/drawing/2014/main" id="{74CF341E-D8F1-46EA-870E-5733A7D5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sp>
        <p:nvSpPr>
          <p:cNvPr id="3" name="text-1555">
            <a:extLst xmlns:a="http://schemas.openxmlformats.org/drawingml/2006/main">
              <a:ext uri="{FF2B5EF4-FFF2-40B4-BE49-F238E27FC236}">
                <a16:creationId xmlns:a16="http://schemas.microsoft.com/office/drawing/2014/main" id="{5472FC13-D06A-4540-84AB-AE6DDBFF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ChatGPT Voice 可在桌面版 Work／Codex 中直接口述任務、追問進度與協調 Agent；Codex 也能讀取工作區脈絡、修改檔案、執行檢查並交付可追查成果。</a:t>
            </a:r>
          </a:p>
        </p:txBody>
      </p:sp>
      <p:sp>
        <p:nvSpPr>
          <p:cNvPr id="4" name="shape-1556">
            <a:extLst xmlns:a="http://schemas.openxmlformats.org/drawingml/2006/main">
              <a:ext uri="{FF2B5EF4-FFF2-40B4-BE49-F238E27FC236}">
                <a16:creationId xmlns:a16="http://schemas.microsoft.com/office/drawing/2014/main" id="{82D459EE-55DF-4200-8EAE-F44E3921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557">
            <a:extLst xmlns:a="http://schemas.openxmlformats.org/drawingml/2006/main">
              <a:ext uri="{FF2B5EF4-FFF2-40B4-BE49-F238E27FC236}">
                <a16:creationId xmlns:a16="http://schemas.microsoft.com/office/drawing/2014/main" id="{ACCED7E4-1A3B-4401-BB0B-01A90D3C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sp>
        <p:nvSpPr>
          <p:cNvPr id="6" name="shape-1558">
            <a:extLst xmlns:a="http://schemas.openxmlformats.org/drawingml/2006/main">
              <a:ext uri="{FF2B5EF4-FFF2-40B4-BE49-F238E27FC236}">
                <a16:creationId xmlns:a16="http://schemas.microsoft.com/office/drawing/2014/main" id="{29034C89-8EA3-4E77-8B32-4AA0A204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559">
            <a:extLst xmlns:a="http://schemas.openxmlformats.org/drawingml/2006/main">
              <a:ext uri="{FF2B5EF4-FFF2-40B4-BE49-F238E27FC236}">
                <a16:creationId xmlns:a16="http://schemas.microsoft.com/office/drawing/2014/main" id="{23E10E65-C58D-4C5C-91DE-9FC66755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5911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&lt;&gt;</a:t>
            </a:r>
          </a:p>
        </p:txBody>
      </p:sp>
      <p:sp>
        <p:nvSpPr>
          <p:cNvPr id="8" name="text-1560">
            <a:extLst xmlns:a="http://schemas.openxmlformats.org/drawingml/2006/main">
              <a:ext uri="{FF2B5EF4-FFF2-40B4-BE49-F238E27FC236}">
                <a16:creationId xmlns:a16="http://schemas.microsoft.com/office/drawing/2014/main" id="{D6406D87-9391-4B81-BB30-F639F318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007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  <p:sp>
        <p:nvSpPr>
          <p:cNvPr id="9" name="text-1561">
            <a:extLst xmlns:a="http://schemas.openxmlformats.org/drawingml/2006/main">
              <a:ext uri="{FF2B5EF4-FFF2-40B4-BE49-F238E27FC236}">
                <a16:creationId xmlns:a16="http://schemas.microsoft.com/office/drawing/2014/main" id="{9550D399-6C9B-4701-A92C-F03E7ED7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800725"/>
            <a:ext cx="1733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ChatGPT Agent 工作區</a:t>
            </a:r>
          </a:p>
        </p:txBody>
      </p:sp>
      <p:cxnSp>
        <p:nvCxnSpPr>
          <p:cNvPr id="26" name="shape-156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11" name="text-1563">
            <a:extLst xmlns:a="http://schemas.openxmlformats.org/drawingml/2006/main">
              <a:ext uri="{FF2B5EF4-FFF2-40B4-BE49-F238E27FC236}">
                <a16:creationId xmlns:a16="http://schemas.microsoft.com/office/drawing/2014/main" id="{5E2CA34A-9FDA-4917-A95B-AAB61D3D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3F4198-5DE2-479A-9850-2C24D2A4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27</a:t>
            </a:r>
          </a:p>
        </p:txBody>
      </p:sp>
      <p:sp>
        <p:nvSpPr>
          <p:cNvPr id="13" name="text-2197">
            <a:extLst xmlns:a="http://schemas.openxmlformats.org/drawingml/2006/main">
              <a:ext uri="{FF2B5EF4-FFF2-40B4-BE49-F238E27FC236}">
                <a16:creationId xmlns:a16="http://schemas.microsoft.com/office/drawing/2014/main" id="{4901C8D4-620E-4CF9-AAD0-60292FA6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842943aa62944af"/>
              </a:rPr>
              <a:t>開啟 Codex ↗</a:t>
            </a:r>
          </a:p>
        </p:txBody>
      </p:sp>
      <p:sp>
        <p:nvSpPr>
          <p:cNvPr id="14" name="shape-2265">
            <a:extLst xmlns:a="http://schemas.openxmlformats.org/drawingml/2006/main">
              <a:ext uri="{FF2B5EF4-FFF2-40B4-BE49-F238E27FC236}">
                <a16:creationId xmlns:a16="http://schemas.microsoft.com/office/drawing/2014/main" id="{DA5404B2-48EB-4449-8124-D7F74BBD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4aff649b54864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6" name="text-2266">
            <a:extLst xmlns:a="http://schemas.openxmlformats.org/drawingml/2006/main">
              <a:ext uri="{FF2B5EF4-FFF2-40B4-BE49-F238E27FC236}">
                <a16:creationId xmlns:a16="http://schemas.microsoft.com/office/drawing/2014/main" id="{30B6028A-D29A-4C70-8A6B-86679D3E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5682771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ext-1564">
            <a:extLst xmlns:a="http://schemas.openxmlformats.org/drawingml/2006/main">
              <a:ext uri="{FF2B5EF4-FFF2-40B4-BE49-F238E27FC236}">
                <a16:creationId xmlns:a16="http://schemas.microsoft.com/office/drawing/2014/main" id="{034F41E8-1C7F-490A-8D78-5289764D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42AC1D-56D0-43CE-8EBB-4BFD73B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Codex 實作工作流：先定位，再修改</a:t>
            </a:r>
          </a:p>
        </p:txBody>
      </p:sp>
      <p:cxnSp>
        <p:nvCxnSpPr>
          <p:cNvPr id="42" name="shape-156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566">
            <a:extLst xmlns:a="http://schemas.openxmlformats.org/drawingml/2006/main">
              <a:ext uri="{FF2B5EF4-FFF2-40B4-BE49-F238E27FC236}">
                <a16:creationId xmlns:a16="http://schemas.microsoft.com/office/drawing/2014/main" id="{99A77F89-DE25-4B1C-954B-1281D0FE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A8307E-5EB1-4EF2-AA6A-B485EDD6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28</a:t>
            </a:r>
          </a:p>
        </p:txBody>
      </p:sp>
      <p:sp>
        <p:nvSpPr>
          <p:cNvPr id="6" name="shape-1567">
            <a:extLst xmlns:a="http://schemas.openxmlformats.org/drawingml/2006/main">
              <a:ext uri="{FF2B5EF4-FFF2-40B4-BE49-F238E27FC236}">
                <a16:creationId xmlns:a16="http://schemas.microsoft.com/office/drawing/2014/main" id="{B1F6A9A7-99E6-4463-B4A8-AC3EFA8C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568">
            <a:extLst xmlns:a="http://schemas.openxmlformats.org/drawingml/2006/main">
              <a:ext uri="{FF2B5EF4-FFF2-40B4-BE49-F238E27FC236}">
                <a16:creationId xmlns:a16="http://schemas.microsoft.com/office/drawing/2014/main" id="{BBEFC31E-361D-4D1D-A5D8-5094AE80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569">
            <a:extLst xmlns:a="http://schemas.openxmlformats.org/drawingml/2006/main">
              <a:ext uri="{FF2B5EF4-FFF2-40B4-BE49-F238E27FC236}">
                <a16:creationId xmlns:a16="http://schemas.microsoft.com/office/drawing/2014/main" id="{2C5E1AB0-397C-47CD-A19E-6F883AA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570">
            <a:extLst xmlns:a="http://schemas.openxmlformats.org/drawingml/2006/main">
              <a:ext uri="{FF2B5EF4-FFF2-40B4-BE49-F238E27FC236}">
                <a16:creationId xmlns:a16="http://schemas.microsoft.com/office/drawing/2014/main" id="{C74A86A2-D2CE-4746-86EE-BCC511C8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開啟工作區／語音</a:t>
            </a:r>
          </a:p>
        </p:txBody>
      </p:sp>
      <p:sp>
        <p:nvSpPr>
          <p:cNvPr id="10" name="text-1571">
            <a:extLst xmlns:a="http://schemas.openxmlformats.org/drawingml/2006/main">
              <a:ext uri="{FF2B5EF4-FFF2-40B4-BE49-F238E27FC236}">
                <a16:creationId xmlns:a16="http://schemas.microsoft.com/office/drawing/2014/main" id="{E8D512E3-984C-4924-B92D-B7AF5095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素材、麥克風與權限</a:t>
            </a:r>
          </a:p>
        </p:txBody>
      </p:sp>
      <p:sp>
        <p:nvSpPr>
          <p:cNvPr id="11" name="text-1572">
            <a:extLst xmlns:a="http://schemas.openxmlformats.org/drawingml/2006/main">
              <a:ext uri="{FF2B5EF4-FFF2-40B4-BE49-F238E27FC236}">
                <a16:creationId xmlns:a16="http://schemas.microsoft.com/office/drawing/2014/main" id="{42E2337B-3A4F-4AF2-9B66-0E67457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573">
            <a:extLst xmlns:a="http://schemas.openxmlformats.org/drawingml/2006/main">
              <a:ext uri="{FF2B5EF4-FFF2-40B4-BE49-F238E27FC236}">
                <a16:creationId xmlns:a16="http://schemas.microsoft.com/office/drawing/2014/main" id="{C9A120E7-ECEA-4718-899C-14915BA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574">
            <a:extLst xmlns:a="http://schemas.openxmlformats.org/drawingml/2006/main">
              <a:ext uri="{FF2B5EF4-FFF2-40B4-BE49-F238E27FC236}">
                <a16:creationId xmlns:a16="http://schemas.microsoft.com/office/drawing/2014/main" id="{ACFF2EF6-E858-4E8A-B629-05C00BDE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575">
            <a:extLst xmlns:a="http://schemas.openxmlformats.org/drawingml/2006/main">
              <a:ext uri="{FF2B5EF4-FFF2-40B4-BE49-F238E27FC236}">
                <a16:creationId xmlns:a16="http://schemas.microsoft.com/office/drawing/2014/main" id="{0E826CD7-D9BC-4C6E-9C19-C2654F4B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576">
            <a:extLst xmlns:a="http://schemas.openxmlformats.org/drawingml/2006/main">
              <a:ext uri="{FF2B5EF4-FFF2-40B4-BE49-F238E27FC236}">
                <a16:creationId xmlns:a16="http://schemas.microsoft.com/office/drawing/2014/main" id="{F0FED0A6-1D34-43C5-8902-1B25F393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描述任務</a:t>
            </a:r>
          </a:p>
        </p:txBody>
      </p:sp>
      <p:sp>
        <p:nvSpPr>
          <p:cNvPr id="16" name="text-1577">
            <a:extLst xmlns:a="http://schemas.openxmlformats.org/drawingml/2006/main">
              <a:ext uri="{FF2B5EF4-FFF2-40B4-BE49-F238E27FC236}">
                <a16:creationId xmlns:a16="http://schemas.microsoft.com/office/drawing/2014/main" id="{832823D3-0820-40BB-9809-A432843C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目標、限制、驗收</a:t>
            </a:r>
          </a:p>
        </p:txBody>
      </p:sp>
      <p:sp>
        <p:nvSpPr>
          <p:cNvPr id="17" name="text-1578">
            <a:extLst xmlns:a="http://schemas.openxmlformats.org/drawingml/2006/main">
              <a:ext uri="{FF2B5EF4-FFF2-40B4-BE49-F238E27FC236}">
                <a16:creationId xmlns:a16="http://schemas.microsoft.com/office/drawing/2014/main" id="{5AB39DD2-134F-4F26-8D1A-F813D5F3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579">
            <a:extLst xmlns:a="http://schemas.openxmlformats.org/drawingml/2006/main">
              <a:ext uri="{FF2B5EF4-FFF2-40B4-BE49-F238E27FC236}">
                <a16:creationId xmlns:a16="http://schemas.microsoft.com/office/drawing/2014/main" id="{911ECF57-7CD0-4974-8874-E30A2766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580">
            <a:extLst xmlns:a="http://schemas.openxmlformats.org/drawingml/2006/main">
              <a:ext uri="{FF2B5EF4-FFF2-40B4-BE49-F238E27FC236}">
                <a16:creationId xmlns:a16="http://schemas.microsoft.com/office/drawing/2014/main" id="{DE2C9F48-A5EA-4EEC-9C95-B4A3D590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581">
            <a:extLst xmlns:a="http://schemas.openxmlformats.org/drawingml/2006/main">
              <a:ext uri="{FF2B5EF4-FFF2-40B4-BE49-F238E27FC236}">
                <a16:creationId xmlns:a16="http://schemas.microsoft.com/office/drawing/2014/main" id="{9F8FC388-D141-4DA5-8763-9690A8C8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582">
            <a:extLst xmlns:a="http://schemas.openxmlformats.org/drawingml/2006/main">
              <a:ext uri="{FF2B5EF4-FFF2-40B4-BE49-F238E27FC236}">
                <a16:creationId xmlns:a16="http://schemas.microsoft.com/office/drawing/2014/main" id="{24DEA335-2869-4A0E-8F64-2D7FFF5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觀察進度</a:t>
            </a:r>
          </a:p>
        </p:txBody>
      </p:sp>
      <p:sp>
        <p:nvSpPr>
          <p:cNvPr id="22" name="text-1583">
            <a:extLst xmlns:a="http://schemas.openxmlformats.org/drawingml/2006/main">
              <a:ext uri="{FF2B5EF4-FFF2-40B4-BE49-F238E27FC236}">
                <a16:creationId xmlns:a16="http://schemas.microsoft.com/office/drawing/2014/main" id="{76B9AFF6-27D7-42BB-9603-EBD18D2D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計畫、讀檔、工具使用</a:t>
            </a:r>
          </a:p>
        </p:txBody>
      </p:sp>
      <p:sp>
        <p:nvSpPr>
          <p:cNvPr id="23" name="text-1584">
            <a:extLst xmlns:a="http://schemas.openxmlformats.org/drawingml/2006/main">
              <a:ext uri="{FF2B5EF4-FFF2-40B4-BE49-F238E27FC236}">
                <a16:creationId xmlns:a16="http://schemas.microsoft.com/office/drawing/2014/main" id="{95E29577-7F52-4698-948F-2693E319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585">
            <a:extLst xmlns:a="http://schemas.openxmlformats.org/drawingml/2006/main">
              <a:ext uri="{FF2B5EF4-FFF2-40B4-BE49-F238E27FC236}">
                <a16:creationId xmlns:a16="http://schemas.microsoft.com/office/drawing/2014/main" id="{16BB77EF-C273-4A2D-8E93-5562E816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586">
            <a:extLst xmlns:a="http://schemas.openxmlformats.org/drawingml/2006/main">
              <a:ext uri="{FF2B5EF4-FFF2-40B4-BE49-F238E27FC236}">
                <a16:creationId xmlns:a16="http://schemas.microsoft.com/office/drawing/2014/main" id="{46073C47-B118-42E2-AACA-C8577141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587">
            <a:extLst xmlns:a="http://schemas.openxmlformats.org/drawingml/2006/main">
              <a:ext uri="{FF2B5EF4-FFF2-40B4-BE49-F238E27FC236}">
                <a16:creationId xmlns:a16="http://schemas.microsoft.com/office/drawing/2014/main" id="{742F3099-E6AA-469D-943C-192442E3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588">
            <a:extLst xmlns:a="http://schemas.openxmlformats.org/drawingml/2006/main">
              <a:ext uri="{FF2B5EF4-FFF2-40B4-BE49-F238E27FC236}">
                <a16:creationId xmlns:a16="http://schemas.microsoft.com/office/drawing/2014/main" id="{A0C2E7ED-EB81-48D5-8B4E-FE196A35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檢查成果</a:t>
            </a:r>
          </a:p>
        </p:txBody>
      </p:sp>
      <p:sp>
        <p:nvSpPr>
          <p:cNvPr id="28" name="text-1589">
            <a:extLst xmlns:a="http://schemas.openxmlformats.org/drawingml/2006/main">
              <a:ext uri="{FF2B5EF4-FFF2-40B4-BE49-F238E27FC236}">
                <a16:creationId xmlns:a16="http://schemas.microsoft.com/office/drawing/2014/main" id="{F032E7C2-4960-494C-8170-8D62CB4A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檔案、測試、畫面、差異</a:t>
            </a:r>
          </a:p>
        </p:txBody>
      </p:sp>
      <p:sp>
        <p:nvSpPr>
          <p:cNvPr id="29" name="text-1590">
            <a:extLst xmlns:a="http://schemas.openxmlformats.org/drawingml/2006/main">
              <a:ext uri="{FF2B5EF4-FFF2-40B4-BE49-F238E27FC236}">
                <a16:creationId xmlns:a16="http://schemas.microsoft.com/office/drawing/2014/main" id="{7625E696-70E6-4DA6-BA00-0692C3D4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1591">
            <a:extLst xmlns:a="http://schemas.openxmlformats.org/drawingml/2006/main">
              <a:ext uri="{FF2B5EF4-FFF2-40B4-BE49-F238E27FC236}">
                <a16:creationId xmlns:a16="http://schemas.microsoft.com/office/drawing/2014/main" id="{8D7DB0F5-4AE7-40E6-8EB1-8E965EE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1592">
            <a:extLst xmlns:a="http://schemas.openxmlformats.org/drawingml/2006/main">
              <a:ext uri="{FF2B5EF4-FFF2-40B4-BE49-F238E27FC236}">
                <a16:creationId xmlns:a16="http://schemas.microsoft.com/office/drawing/2014/main" id="{694AF780-23ED-4AAB-A9EC-6BC303B4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593">
            <a:extLst xmlns:a="http://schemas.openxmlformats.org/drawingml/2006/main">
              <a:ext uri="{FF2B5EF4-FFF2-40B4-BE49-F238E27FC236}">
                <a16:creationId xmlns:a16="http://schemas.microsoft.com/office/drawing/2014/main" id="{4FEE19FE-E335-4C0B-BB61-8ADCD20F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1594">
            <a:extLst xmlns:a="http://schemas.openxmlformats.org/drawingml/2006/main">
              <a:ext uri="{FF2B5EF4-FFF2-40B4-BE49-F238E27FC236}">
                <a16:creationId xmlns:a16="http://schemas.microsoft.com/office/drawing/2014/main" id="{E9EF297E-692A-4F5C-B683-C48CA11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決定下一步</a:t>
            </a:r>
          </a:p>
        </p:txBody>
      </p:sp>
      <p:sp>
        <p:nvSpPr>
          <p:cNvPr id="34" name="text-1595">
            <a:extLst xmlns:a="http://schemas.openxmlformats.org/drawingml/2006/main">
              <a:ext uri="{FF2B5EF4-FFF2-40B4-BE49-F238E27FC236}">
                <a16:creationId xmlns:a16="http://schemas.microsoft.com/office/drawing/2014/main" id="{E900E691-1F2C-4A11-9E97-96E334DB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接受、修正或停止</a:t>
            </a:r>
          </a:p>
        </p:txBody>
      </p:sp>
      <p:sp>
        <p:nvSpPr>
          <p:cNvPr id="35" name="text-1596">
            <a:extLst xmlns:a="http://schemas.openxmlformats.org/drawingml/2006/main">
              <a:ext uri="{FF2B5EF4-FFF2-40B4-BE49-F238E27FC236}">
                <a16:creationId xmlns:a16="http://schemas.microsoft.com/office/drawing/2014/main" id="{64D06510-39A6-43CF-9051-EA5EB0AC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6" name="text-2198">
            <a:extLst xmlns:a="http://schemas.openxmlformats.org/drawingml/2006/main">
              <a:ext uri="{FF2B5EF4-FFF2-40B4-BE49-F238E27FC236}">
                <a16:creationId xmlns:a16="http://schemas.microsoft.com/office/drawing/2014/main" id="{5B5F671E-8A39-41CC-98D1-247DE608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a8e8766bd404f3f"/>
              </a:rPr>
              <a:t>開啟 Codex ↗</a:t>
            </a:r>
          </a:p>
        </p:txBody>
      </p:sp>
      <p:sp>
        <p:nvSpPr>
          <p:cNvPr id="37" name="shape-2267">
            <a:extLst xmlns:a="http://schemas.openxmlformats.org/drawingml/2006/main">
              <a:ext uri="{FF2B5EF4-FFF2-40B4-BE49-F238E27FC236}">
                <a16:creationId xmlns:a16="http://schemas.microsoft.com/office/drawing/2014/main" id="{0851041C-D58E-4D2F-A203-E79E05D2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c13a7935d4768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39" name="text-2268">
            <a:extLst xmlns:a="http://schemas.openxmlformats.org/drawingml/2006/main">
              <a:ext uri="{FF2B5EF4-FFF2-40B4-BE49-F238E27FC236}">
                <a16:creationId xmlns:a16="http://schemas.microsoft.com/office/drawing/2014/main" id="{5A2029E4-F2CC-4884-BB9C-52AC4B75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4806092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597">
            <a:extLst xmlns:a="http://schemas.openxmlformats.org/drawingml/2006/main">
              <a:ext uri="{FF2B5EF4-FFF2-40B4-BE49-F238E27FC236}">
                <a16:creationId xmlns:a16="http://schemas.microsoft.com/office/drawing/2014/main" id="{D6E3F25F-8A59-472F-B9DB-DE8909BE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SKILL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CEE798-6EE2-4179-AB4D-F31A22CB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同一任務在 Codex 中這樣下達</a:t>
            </a:r>
          </a:p>
        </p:txBody>
      </p:sp>
      <p:cxnSp>
        <p:nvCxnSpPr>
          <p:cNvPr id="19" name="shape-159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599">
            <a:extLst xmlns:a="http://schemas.openxmlformats.org/drawingml/2006/main">
              <a:ext uri="{FF2B5EF4-FFF2-40B4-BE49-F238E27FC236}">
                <a16:creationId xmlns:a16="http://schemas.microsoft.com/office/drawing/2014/main" id="{0AFD9482-4BBF-4F85-AA5E-942599FD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48D10E-6391-472F-82C1-70DAA2E7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29</a:t>
            </a:r>
          </a:p>
        </p:txBody>
      </p:sp>
      <p:sp>
        <p:nvSpPr>
          <p:cNvPr id="6" name="text-1600">
            <a:extLst xmlns:a="http://schemas.openxmlformats.org/drawingml/2006/main">
              <a:ext uri="{FF2B5EF4-FFF2-40B4-BE49-F238E27FC236}">
                <a16:creationId xmlns:a16="http://schemas.microsoft.com/office/drawing/2014/main" id="{1B8E9FCE-7EFE-4C1E-A902-3160AFB3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8580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1B2A3D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目標：改善這個課程互動網站的手機操作體驗。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範圍：只處理目前工作區中的 HTML、CSS、JS。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限制：不更動教學內容、不新增外部服務、不發布。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請先：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1. 檢查結構與手機畫面。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2. 說明最重要的 3 個問題與修正計畫。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3. 實作後跑可行的檢查。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4. 回報修改檔案、驗證證據與未確認項目。</a:t>
            </a:r>
          </a:p>
        </p:txBody>
      </p:sp>
      <p:sp>
        <p:nvSpPr>
          <p:cNvPr id="7" name="text-1601">
            <a:extLst xmlns:a="http://schemas.openxmlformats.org/drawingml/2006/main">
              <a:ext uri="{FF2B5EF4-FFF2-40B4-BE49-F238E27FC236}">
                <a16:creationId xmlns:a16="http://schemas.microsoft.com/office/drawing/2014/main" id="{14B7FE46-A0A4-4752-A23D-06C7888E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明確邊界</a:t>
            </a:r>
          </a:p>
        </p:txBody>
      </p:sp>
      <p:sp>
        <p:nvSpPr>
          <p:cNvPr id="8" name="text-1602">
            <a:extLst xmlns:a="http://schemas.openxmlformats.org/drawingml/2006/main">
              <a:ext uri="{FF2B5EF4-FFF2-40B4-BE49-F238E27FC236}">
                <a16:creationId xmlns:a16="http://schemas.microsoft.com/office/drawing/2014/main" id="{A8210921-21DF-4EC5-B66B-E373D481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檔案與動作的範圍要具體。</a:t>
            </a:r>
          </a:p>
        </p:txBody>
      </p:sp>
      <p:sp>
        <p:nvSpPr>
          <p:cNvPr id="9" name="text-1603">
            <a:extLst xmlns:a="http://schemas.openxmlformats.org/drawingml/2006/main">
              <a:ext uri="{FF2B5EF4-FFF2-40B4-BE49-F238E27FC236}">
                <a16:creationId xmlns:a16="http://schemas.microsoft.com/office/drawing/2014/main" id="{C4E3633C-B7E5-4768-B8A9-6F88D496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rPr>
              <a:t>先檢查</a:t>
            </a:r>
          </a:p>
        </p:txBody>
      </p:sp>
      <p:sp>
        <p:nvSpPr>
          <p:cNvPr id="10" name="text-1604">
            <a:extLst xmlns:a="http://schemas.openxmlformats.org/drawingml/2006/main">
              <a:ext uri="{FF2B5EF4-FFF2-40B4-BE49-F238E27FC236}">
                <a16:creationId xmlns:a16="http://schemas.microsoft.com/office/drawing/2014/main" id="{D4214977-C6A7-46B7-AF15-F0C2BB00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讓 Agent 先讀環境，避免憑空重寫。</a:t>
            </a:r>
          </a:p>
        </p:txBody>
      </p:sp>
      <p:sp>
        <p:nvSpPr>
          <p:cNvPr id="11" name="text-1605">
            <a:extLst xmlns:a="http://schemas.openxmlformats.org/drawingml/2006/main">
              <a:ext uri="{FF2B5EF4-FFF2-40B4-BE49-F238E27FC236}">
                <a16:creationId xmlns:a16="http://schemas.microsoft.com/office/drawing/2014/main" id="{D9EC9260-88E6-4814-8194-520400F4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驗收可見</a:t>
            </a:r>
          </a:p>
        </p:txBody>
      </p:sp>
      <p:sp>
        <p:nvSpPr>
          <p:cNvPr id="12" name="text-1606">
            <a:extLst xmlns:a="http://schemas.openxmlformats.org/drawingml/2006/main">
              <a:ext uri="{FF2B5EF4-FFF2-40B4-BE49-F238E27FC236}">
                <a16:creationId xmlns:a16="http://schemas.microsoft.com/office/drawing/2014/main" id="{4EDC2400-D762-4588-8C0E-24FDB7B6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要求證據與未確認項目。</a:t>
            </a:r>
          </a:p>
        </p:txBody>
      </p:sp>
      <p:sp>
        <p:nvSpPr>
          <p:cNvPr id="13" name="text-2199">
            <a:extLst xmlns:a="http://schemas.openxmlformats.org/drawingml/2006/main">
              <a:ext uri="{FF2B5EF4-FFF2-40B4-BE49-F238E27FC236}">
                <a16:creationId xmlns:a16="http://schemas.microsoft.com/office/drawing/2014/main" id="{BF4FE9A4-CC5A-4678-93D5-276F5C02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29fe0f08e3e41bc"/>
              </a:rPr>
              <a:t>開啟 Codex ↗</a:t>
            </a:r>
          </a:p>
        </p:txBody>
      </p:sp>
      <p:sp>
        <p:nvSpPr>
          <p:cNvPr id="14" name="shape-2269">
            <a:extLst xmlns:a="http://schemas.openxmlformats.org/drawingml/2006/main">
              <a:ext uri="{FF2B5EF4-FFF2-40B4-BE49-F238E27FC236}">
                <a16:creationId xmlns:a16="http://schemas.microsoft.com/office/drawing/2014/main" id="{E10DA8D7-AD5B-4956-8ADC-9D2251E0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8dd29cfff42c4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6" name="text-2270">
            <a:extLst xmlns:a="http://schemas.openxmlformats.org/drawingml/2006/main">
              <a:ext uri="{FF2B5EF4-FFF2-40B4-BE49-F238E27FC236}">
                <a16:creationId xmlns:a16="http://schemas.microsoft.com/office/drawing/2014/main" id="{C5B698B4-C30A-47F5-90DA-8C55BC09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4879971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1607">
            <a:extLst xmlns:a="http://schemas.openxmlformats.org/drawingml/2006/main">
              <a:ext uri="{FF2B5EF4-FFF2-40B4-BE49-F238E27FC236}">
                <a16:creationId xmlns:a16="http://schemas.microsoft.com/office/drawing/2014/main" id="{F219996E-3CF5-4254-A75A-C0986BA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TASK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7C5CAE-8506-4384-938E-C7BF9D0D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好任務簡報的六個欄位</a:t>
            </a:r>
          </a:p>
        </p:txBody>
      </p:sp>
      <p:cxnSp>
        <p:nvCxnSpPr>
          <p:cNvPr id="36" name="shape-160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09">
            <a:extLst xmlns:a="http://schemas.openxmlformats.org/drawingml/2006/main">
              <a:ext uri="{FF2B5EF4-FFF2-40B4-BE49-F238E27FC236}">
                <a16:creationId xmlns:a16="http://schemas.microsoft.com/office/drawing/2014/main" id="{8F518EDC-AC30-459D-A108-FE929F1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5D7796-483B-4F5B-B503-BAEB7280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30</a:t>
            </a:r>
          </a:p>
        </p:txBody>
      </p:sp>
      <p:sp>
        <p:nvSpPr>
          <p:cNvPr id="6" name="shape-1610">
            <a:extLst xmlns:a="http://schemas.openxmlformats.org/drawingml/2006/main">
              <a:ext uri="{FF2B5EF4-FFF2-40B4-BE49-F238E27FC236}">
                <a16:creationId xmlns:a16="http://schemas.microsoft.com/office/drawing/2014/main" id="{F983AA99-9E59-4303-BA00-F165F30A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611">
            <a:extLst xmlns:a="http://schemas.openxmlformats.org/drawingml/2006/main">
              <a:ext uri="{FF2B5EF4-FFF2-40B4-BE49-F238E27FC236}">
                <a16:creationId xmlns:a16="http://schemas.microsoft.com/office/drawing/2014/main" id="{6A59F858-CECA-4F10-9532-0C10A50D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text-1612">
            <a:extLst xmlns:a="http://schemas.openxmlformats.org/drawingml/2006/main">
              <a:ext uri="{FF2B5EF4-FFF2-40B4-BE49-F238E27FC236}">
                <a16:creationId xmlns:a16="http://schemas.microsoft.com/office/drawing/2014/main" id="{7591442A-04F5-4483-A8A9-48E9DD28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Why</a:t>
            </a:r>
          </a:p>
        </p:txBody>
      </p:sp>
      <p:sp>
        <p:nvSpPr>
          <p:cNvPr id="9" name="text-1613">
            <a:extLst xmlns:a="http://schemas.openxmlformats.org/drawingml/2006/main">
              <a:ext uri="{FF2B5EF4-FFF2-40B4-BE49-F238E27FC236}">
                <a16:creationId xmlns:a16="http://schemas.microsoft.com/office/drawing/2014/main" id="{DC5E5F36-4AC7-4E8A-9739-9612BE38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教學／研究痛點與使用者價值</a:t>
            </a:r>
          </a:p>
        </p:txBody>
      </p:sp>
      <p:sp>
        <p:nvSpPr>
          <p:cNvPr id="10" name="shape-1614">
            <a:extLst xmlns:a="http://schemas.openxmlformats.org/drawingml/2006/main">
              <a:ext uri="{FF2B5EF4-FFF2-40B4-BE49-F238E27FC236}">
                <a16:creationId xmlns:a16="http://schemas.microsoft.com/office/drawing/2014/main" id="{269E7A08-E6C3-4193-B273-EA12053E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615">
            <a:extLst xmlns:a="http://schemas.openxmlformats.org/drawingml/2006/main">
              <a:ext uri="{FF2B5EF4-FFF2-40B4-BE49-F238E27FC236}">
                <a16:creationId xmlns:a16="http://schemas.microsoft.com/office/drawing/2014/main" id="{1E1AB2AE-440A-4B31-9768-70DBC2D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1616">
            <a:extLst xmlns:a="http://schemas.openxmlformats.org/drawingml/2006/main">
              <a:ext uri="{FF2B5EF4-FFF2-40B4-BE49-F238E27FC236}">
                <a16:creationId xmlns:a16="http://schemas.microsoft.com/office/drawing/2014/main" id="{288AB050-0A15-4677-800F-6D8B984B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What</a:t>
            </a:r>
          </a:p>
        </p:txBody>
      </p:sp>
      <p:sp>
        <p:nvSpPr>
          <p:cNvPr id="13" name="text-1617">
            <a:extLst xmlns:a="http://schemas.openxmlformats.org/drawingml/2006/main">
              <a:ext uri="{FF2B5EF4-FFF2-40B4-BE49-F238E27FC236}">
                <a16:creationId xmlns:a16="http://schemas.microsoft.com/office/drawing/2014/main" id="{33F9393E-FCEA-4249-8E0A-9D820E75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要完成的具體成果</a:t>
            </a:r>
          </a:p>
        </p:txBody>
      </p:sp>
      <p:sp>
        <p:nvSpPr>
          <p:cNvPr id="14" name="shape-1618">
            <a:extLst xmlns:a="http://schemas.openxmlformats.org/drawingml/2006/main">
              <a:ext uri="{FF2B5EF4-FFF2-40B4-BE49-F238E27FC236}">
                <a16:creationId xmlns:a16="http://schemas.microsoft.com/office/drawing/2014/main" id="{02F96272-451B-4EDA-914B-3945036E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619">
            <a:extLst xmlns:a="http://schemas.openxmlformats.org/drawingml/2006/main">
              <a:ext uri="{FF2B5EF4-FFF2-40B4-BE49-F238E27FC236}">
                <a16:creationId xmlns:a16="http://schemas.microsoft.com/office/drawing/2014/main" id="{CD0AA53E-2854-4FD2-8B26-292D9583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1620">
            <a:extLst xmlns:a="http://schemas.openxmlformats.org/drawingml/2006/main">
              <a:ext uri="{FF2B5EF4-FFF2-40B4-BE49-F238E27FC236}">
                <a16:creationId xmlns:a16="http://schemas.microsoft.com/office/drawing/2014/main" id="{22C8123B-844C-422C-AEA3-DED27376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Where</a:t>
            </a:r>
          </a:p>
        </p:txBody>
      </p:sp>
      <p:sp>
        <p:nvSpPr>
          <p:cNvPr id="17" name="text-1621">
            <a:extLst xmlns:a="http://schemas.openxmlformats.org/drawingml/2006/main">
              <a:ext uri="{FF2B5EF4-FFF2-40B4-BE49-F238E27FC236}">
                <a16:creationId xmlns:a16="http://schemas.microsoft.com/office/drawing/2014/main" id="{834BC6DF-50FD-476F-8704-11639E75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工作區、檔案與資料來源</a:t>
            </a:r>
          </a:p>
        </p:txBody>
      </p:sp>
      <p:sp>
        <p:nvSpPr>
          <p:cNvPr id="18" name="shape-1622">
            <a:extLst xmlns:a="http://schemas.openxmlformats.org/drawingml/2006/main">
              <a:ext uri="{FF2B5EF4-FFF2-40B4-BE49-F238E27FC236}">
                <a16:creationId xmlns:a16="http://schemas.microsoft.com/office/drawing/2014/main" id="{8EBCF8EC-F11B-4552-B3D7-58562C77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623">
            <a:extLst xmlns:a="http://schemas.openxmlformats.org/drawingml/2006/main">
              <a:ext uri="{FF2B5EF4-FFF2-40B4-BE49-F238E27FC236}">
                <a16:creationId xmlns:a16="http://schemas.microsoft.com/office/drawing/2014/main" id="{50D88585-8A7A-4CB3-8472-0107152A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text-1624">
            <a:extLst xmlns:a="http://schemas.openxmlformats.org/drawingml/2006/main">
              <a:ext uri="{FF2B5EF4-FFF2-40B4-BE49-F238E27FC236}">
                <a16:creationId xmlns:a16="http://schemas.microsoft.com/office/drawing/2014/main" id="{D3B153B2-B9E2-46CA-8A0A-880A5708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Limits</a:t>
            </a:r>
          </a:p>
        </p:txBody>
      </p:sp>
      <p:sp>
        <p:nvSpPr>
          <p:cNvPr id="21" name="text-1625">
            <a:extLst xmlns:a="http://schemas.openxmlformats.org/drawingml/2006/main">
              <a:ext uri="{FF2B5EF4-FFF2-40B4-BE49-F238E27FC236}">
                <a16:creationId xmlns:a16="http://schemas.microsoft.com/office/drawing/2014/main" id="{27DF1CC3-7256-4511-9FF9-90BB5EBB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不可改、不可公開、不可猜測</a:t>
            </a:r>
          </a:p>
        </p:txBody>
      </p:sp>
      <p:sp>
        <p:nvSpPr>
          <p:cNvPr id="22" name="shape-1626">
            <a:extLst xmlns:a="http://schemas.openxmlformats.org/drawingml/2006/main">
              <a:ext uri="{FF2B5EF4-FFF2-40B4-BE49-F238E27FC236}">
                <a16:creationId xmlns:a16="http://schemas.microsoft.com/office/drawing/2014/main" id="{44EFE800-EA80-47B8-920B-047732D7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3" name="text-1627">
            <a:extLst xmlns:a="http://schemas.openxmlformats.org/drawingml/2006/main">
              <a:ext uri="{FF2B5EF4-FFF2-40B4-BE49-F238E27FC236}">
                <a16:creationId xmlns:a16="http://schemas.microsoft.com/office/drawing/2014/main" id="{5ABE292E-85B1-4663-9706-99B1A533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4" name="text-1628">
            <a:extLst xmlns:a="http://schemas.openxmlformats.org/drawingml/2006/main">
              <a:ext uri="{FF2B5EF4-FFF2-40B4-BE49-F238E27FC236}">
                <a16:creationId xmlns:a16="http://schemas.microsoft.com/office/drawing/2014/main" id="{5B23606C-6316-4C9E-BC71-C0B3F2E0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Checks</a:t>
            </a:r>
          </a:p>
        </p:txBody>
      </p:sp>
      <p:sp>
        <p:nvSpPr>
          <p:cNvPr id="25" name="text-1629">
            <a:extLst xmlns:a="http://schemas.openxmlformats.org/drawingml/2006/main">
              <a:ext uri="{FF2B5EF4-FFF2-40B4-BE49-F238E27FC236}">
                <a16:creationId xmlns:a16="http://schemas.microsoft.com/office/drawing/2014/main" id="{064BBB55-4CAE-4112-AAF4-FE3F3410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測試、畫面與內容檢核</a:t>
            </a:r>
          </a:p>
        </p:txBody>
      </p:sp>
      <p:sp>
        <p:nvSpPr>
          <p:cNvPr id="26" name="shape-1630">
            <a:extLst xmlns:a="http://schemas.openxmlformats.org/drawingml/2006/main">
              <a:ext uri="{FF2B5EF4-FFF2-40B4-BE49-F238E27FC236}">
                <a16:creationId xmlns:a16="http://schemas.microsoft.com/office/drawing/2014/main" id="{18564A21-0595-4327-B0CC-A49695C9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7" name="text-1631">
            <a:extLst xmlns:a="http://schemas.openxmlformats.org/drawingml/2006/main">
              <a:ext uri="{FF2B5EF4-FFF2-40B4-BE49-F238E27FC236}">
                <a16:creationId xmlns:a16="http://schemas.microsoft.com/office/drawing/2014/main" id="{B8034194-2455-47F5-B882-94055FB8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8" name="text-1632">
            <a:extLst xmlns:a="http://schemas.openxmlformats.org/drawingml/2006/main">
              <a:ext uri="{FF2B5EF4-FFF2-40B4-BE49-F238E27FC236}">
                <a16:creationId xmlns:a16="http://schemas.microsoft.com/office/drawing/2014/main" id="{39777B88-290A-4C8C-95E0-EF248CE6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Handoff</a:t>
            </a:r>
          </a:p>
        </p:txBody>
      </p:sp>
      <p:sp>
        <p:nvSpPr>
          <p:cNvPr id="29" name="text-1633">
            <a:extLst xmlns:a="http://schemas.openxmlformats.org/drawingml/2006/main">
              <a:ext uri="{FF2B5EF4-FFF2-40B4-BE49-F238E27FC236}">
                <a16:creationId xmlns:a16="http://schemas.microsoft.com/office/drawing/2014/main" id="{F94DD382-B1A8-4A56-90B2-3703BA5A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成果、差異、限制、下一步</a:t>
            </a:r>
          </a:p>
        </p:txBody>
      </p:sp>
      <p:sp>
        <p:nvSpPr>
          <p:cNvPr id="30" name="text-2200">
            <a:extLst xmlns:a="http://schemas.openxmlformats.org/drawingml/2006/main">
              <a:ext uri="{FF2B5EF4-FFF2-40B4-BE49-F238E27FC236}">
                <a16:creationId xmlns:a16="http://schemas.microsoft.com/office/drawing/2014/main" id="{6F8B045B-3C3E-4D68-8DBE-FAF1835F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38ee170905b4866"/>
              </a:rPr>
              <a:t>開啟 Codex ↗</a:t>
            </a:r>
          </a:p>
        </p:txBody>
      </p:sp>
      <p:sp>
        <p:nvSpPr>
          <p:cNvPr id="31" name="shape-2271">
            <a:extLst xmlns:a="http://schemas.openxmlformats.org/drawingml/2006/main">
              <a:ext uri="{FF2B5EF4-FFF2-40B4-BE49-F238E27FC236}">
                <a16:creationId xmlns:a16="http://schemas.microsoft.com/office/drawing/2014/main" id="{6FE6C55F-AC5F-4FC2-A984-EF6AD56A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9579beeed4407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33" name="text-2272">
            <a:extLst xmlns:a="http://schemas.openxmlformats.org/drawingml/2006/main">
              <a:ext uri="{FF2B5EF4-FFF2-40B4-BE49-F238E27FC236}">
                <a16:creationId xmlns:a16="http://schemas.microsoft.com/office/drawing/2014/main" id="{16A137AC-FE04-49AD-BB95-5B001703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7472238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1634">
            <a:extLst xmlns:a="http://schemas.openxmlformats.org/drawingml/2006/main">
              <a:ext uri="{FF2B5EF4-FFF2-40B4-BE49-F238E27FC236}">
                <a16:creationId xmlns:a16="http://schemas.microsoft.com/office/drawing/2014/main" id="{BB4129DF-9697-4DB9-A8AC-7A2DD242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F66240-9AA4-4AF0-A535-28A5301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 B｜Codex 完成同一任務</a:t>
            </a:r>
          </a:p>
        </p:txBody>
      </p:sp>
      <p:cxnSp>
        <p:nvCxnSpPr>
          <p:cNvPr id="25" name="shape-163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36">
            <a:extLst xmlns:a="http://schemas.openxmlformats.org/drawingml/2006/main">
              <a:ext uri="{FF2B5EF4-FFF2-40B4-BE49-F238E27FC236}">
                <a16:creationId xmlns:a16="http://schemas.microsoft.com/office/drawing/2014/main" id="{12B5B4EA-9AA7-4D0F-89DB-87BEAB1F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EDDD6C-0F01-4461-B575-010C81F8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31</a:t>
            </a:r>
          </a:p>
        </p:txBody>
      </p:sp>
      <p:sp>
        <p:nvSpPr>
          <p:cNvPr id="6" name="text-1637">
            <a:extLst xmlns:a="http://schemas.openxmlformats.org/drawingml/2006/main">
              <a:ext uri="{FF2B5EF4-FFF2-40B4-BE49-F238E27FC236}">
                <a16:creationId xmlns:a16="http://schemas.microsoft.com/office/drawing/2014/main" id="{9E21D65C-EFD0-4F3A-B4E6-43FE4428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638">
            <a:extLst xmlns:a="http://schemas.openxmlformats.org/drawingml/2006/main">
              <a:ext uri="{FF2B5EF4-FFF2-40B4-BE49-F238E27FC236}">
                <a16:creationId xmlns:a16="http://schemas.microsoft.com/office/drawing/2014/main" id="{C32B7CF7-2CE9-4788-9685-30B784AB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639">
            <a:extLst xmlns:a="http://schemas.openxmlformats.org/drawingml/2006/main">
              <a:ext uri="{FF2B5EF4-FFF2-40B4-BE49-F238E27FC236}">
                <a16:creationId xmlns:a16="http://schemas.microsoft.com/office/drawing/2014/main" id="{53BA58D2-FAD2-46C5-A2B6-216EF2DC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640">
            <a:extLst xmlns:a="http://schemas.openxmlformats.org/drawingml/2006/main">
              <a:ext uri="{FF2B5EF4-FFF2-40B4-BE49-F238E27FC236}">
                <a16:creationId xmlns:a16="http://schemas.microsoft.com/office/drawing/2014/main" id="{DCA976CA-2D7C-4B23-9915-1F7A2BE6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開啟上午成果的工作區</a:t>
            </a:r>
          </a:p>
        </p:txBody>
      </p:sp>
      <p:sp>
        <p:nvSpPr>
          <p:cNvPr id="10" name="text-1641">
            <a:extLst xmlns:a="http://schemas.openxmlformats.org/drawingml/2006/main">
              <a:ext uri="{FF2B5EF4-FFF2-40B4-BE49-F238E27FC236}">
                <a16:creationId xmlns:a16="http://schemas.microsoft.com/office/drawing/2014/main" id="{DCF88606-E167-4FFC-B8B2-1558ED18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642">
            <a:extLst xmlns:a="http://schemas.openxmlformats.org/drawingml/2006/main">
              <a:ext uri="{FF2B5EF4-FFF2-40B4-BE49-F238E27FC236}">
                <a16:creationId xmlns:a16="http://schemas.microsoft.com/office/drawing/2014/main" id="{69EEF8FF-9BE9-4A34-B4AA-34D1B03B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貼上六欄任務簡報</a:t>
            </a:r>
          </a:p>
        </p:txBody>
      </p:sp>
      <p:sp>
        <p:nvSpPr>
          <p:cNvPr id="12" name="text-1643">
            <a:extLst xmlns:a="http://schemas.openxmlformats.org/drawingml/2006/main">
              <a:ext uri="{FF2B5EF4-FFF2-40B4-BE49-F238E27FC236}">
                <a16:creationId xmlns:a16="http://schemas.microsoft.com/office/drawing/2014/main" id="{E41A96E0-1FB7-4230-A5A5-42EA446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644">
            <a:extLst xmlns:a="http://schemas.openxmlformats.org/drawingml/2006/main">
              <a:ext uri="{FF2B5EF4-FFF2-40B4-BE49-F238E27FC236}">
                <a16:creationId xmlns:a16="http://schemas.microsoft.com/office/drawing/2014/main" id="{6FF1F27F-0F89-4EC4-A2B2-ED906AAF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觀察 Agent 讀檔、規劃與執行</a:t>
            </a:r>
          </a:p>
        </p:txBody>
      </p:sp>
      <p:sp>
        <p:nvSpPr>
          <p:cNvPr id="14" name="text-1645">
            <a:extLst xmlns:a="http://schemas.openxmlformats.org/drawingml/2006/main">
              <a:ext uri="{FF2B5EF4-FFF2-40B4-BE49-F238E27FC236}">
                <a16:creationId xmlns:a16="http://schemas.microsoft.com/office/drawing/2014/main" id="{AFEAD766-BADF-45F0-9344-7A885258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646">
            <a:extLst xmlns:a="http://schemas.openxmlformats.org/drawingml/2006/main">
              <a:ext uri="{FF2B5EF4-FFF2-40B4-BE49-F238E27FC236}">
                <a16:creationId xmlns:a16="http://schemas.microsoft.com/office/drawing/2014/main" id="{494D8551-4B60-4FB2-B81A-E230014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比較 Antigravity 與 Codex 的證據</a:t>
            </a:r>
          </a:p>
        </p:txBody>
      </p:sp>
      <p:sp>
        <p:nvSpPr>
          <p:cNvPr id="16" name="shape-1647">
            <a:extLst xmlns:a="http://schemas.openxmlformats.org/drawingml/2006/main">
              <a:ext uri="{FF2B5EF4-FFF2-40B4-BE49-F238E27FC236}">
                <a16:creationId xmlns:a16="http://schemas.microsoft.com/office/drawing/2014/main" id="{164282F2-363B-4873-AC7F-80DDE608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648">
            <a:extLst xmlns:a="http://schemas.openxmlformats.org/drawingml/2006/main">
              <a:ext uri="{FF2B5EF4-FFF2-40B4-BE49-F238E27FC236}">
                <a16:creationId xmlns:a16="http://schemas.microsoft.com/office/drawing/2014/main" id="{DF4451D2-4EA8-4059-B32E-F57013BD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649">
            <a:extLst xmlns:a="http://schemas.openxmlformats.org/drawingml/2006/main">
              <a:ext uri="{FF2B5EF4-FFF2-40B4-BE49-F238E27FC236}">
                <a16:creationId xmlns:a16="http://schemas.microsoft.com/office/drawing/2014/main" id="{6C805F37-CA3F-42B4-9F42-74D61255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有檔案變更或分析產物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有實際檢查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能說明差異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保留人工決定</a:t>
            </a:r>
          </a:p>
        </p:txBody>
      </p:sp>
      <p:sp>
        <p:nvSpPr>
          <p:cNvPr id="19" name="text-2201">
            <a:extLst xmlns:a="http://schemas.openxmlformats.org/drawingml/2006/main">
              <a:ext uri="{FF2B5EF4-FFF2-40B4-BE49-F238E27FC236}">
                <a16:creationId xmlns:a16="http://schemas.microsoft.com/office/drawing/2014/main" id="{E7FAA97D-E41C-4DB1-8306-587C5AF6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aaad03677e844ef"/>
              </a:rPr>
              <a:t>開啟 Codex ↗</a:t>
            </a:r>
          </a:p>
        </p:txBody>
      </p:sp>
      <p:sp>
        <p:nvSpPr>
          <p:cNvPr id="20" name="shape-2273">
            <a:extLst xmlns:a="http://schemas.openxmlformats.org/drawingml/2006/main">
              <a:ext uri="{FF2B5EF4-FFF2-40B4-BE49-F238E27FC236}">
                <a16:creationId xmlns:a16="http://schemas.microsoft.com/office/drawing/2014/main" id="{4D8E9E42-F2DD-4ECB-9CC5-79B8D6B9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33454e4394f4a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2" name="text-2274">
            <a:extLst xmlns:a="http://schemas.openxmlformats.org/drawingml/2006/main">
              <a:ext uri="{FF2B5EF4-FFF2-40B4-BE49-F238E27FC236}">
                <a16:creationId xmlns:a16="http://schemas.microsoft.com/office/drawing/2014/main" id="{1FA6263C-8F2F-4A25-AB7F-8935C021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2170989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650">
            <a:extLst xmlns:a="http://schemas.openxmlformats.org/drawingml/2006/main">
              <a:ext uri="{FF2B5EF4-FFF2-40B4-BE49-F238E27FC236}">
                <a16:creationId xmlns:a16="http://schemas.microsoft.com/office/drawing/2014/main" id="{D1DCC205-304F-42C7-AE37-1F4E3C66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" name="text-1651">
            <a:extLst xmlns:a="http://schemas.openxmlformats.org/drawingml/2006/main">
              <a:ext uri="{FF2B5EF4-FFF2-40B4-BE49-F238E27FC236}">
                <a16:creationId xmlns:a16="http://schemas.microsoft.com/office/drawing/2014/main" id="{8387C978-6CFA-4877-AE8E-3F89106F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Skills</a:t>
            </a:r>
          </a:p>
        </p:txBody>
      </p:sp>
      <p:sp>
        <p:nvSpPr>
          <p:cNvPr id="3" name="text-1652">
            <a:extLst xmlns:a="http://schemas.openxmlformats.org/drawingml/2006/main">
              <a:ext uri="{FF2B5EF4-FFF2-40B4-BE49-F238E27FC236}">
                <a16:creationId xmlns:a16="http://schemas.microsoft.com/office/drawing/2014/main" id="{A58720E3-89B7-4D54-BF46-995A270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把反覆使用的提示詞、規則、範例與檢查方式，封裝成 Agent 需要時才載入的專業工作包。</a:t>
            </a:r>
          </a:p>
        </p:txBody>
      </p:sp>
      <p:sp>
        <p:nvSpPr>
          <p:cNvPr id="4" name="shape-1653">
            <a:extLst xmlns:a="http://schemas.openxmlformats.org/drawingml/2006/main">
              <a:ext uri="{FF2B5EF4-FFF2-40B4-BE49-F238E27FC236}">
                <a16:creationId xmlns:a16="http://schemas.microsoft.com/office/drawing/2014/main" id="{F109CA66-2214-4DBC-9527-8FE7A706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654">
            <a:extLst xmlns:a="http://schemas.openxmlformats.org/drawingml/2006/main">
              <a:ext uri="{FF2B5EF4-FFF2-40B4-BE49-F238E27FC236}">
                <a16:creationId xmlns:a16="http://schemas.microsoft.com/office/drawing/2014/main" id="{A61159DB-00DD-45F7-BC7B-DBF27E78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22" name="shape-165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7" name="text-1656">
            <a:extLst xmlns:a="http://schemas.openxmlformats.org/drawingml/2006/main">
              <a:ext uri="{FF2B5EF4-FFF2-40B4-BE49-F238E27FC236}">
                <a16:creationId xmlns:a16="http://schemas.microsoft.com/office/drawing/2014/main" id="{B1F0F5B5-5628-493E-A0AC-46E0C4BE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97F407-3160-423A-BD61-DE01C4B6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32</a:t>
            </a:r>
          </a:p>
        </p:txBody>
      </p:sp>
      <p:sp>
        <p:nvSpPr>
          <p:cNvPr id="9" name="text-2202">
            <a:extLst xmlns:a="http://schemas.openxmlformats.org/drawingml/2006/main">
              <a:ext uri="{FF2B5EF4-FFF2-40B4-BE49-F238E27FC236}">
                <a16:creationId xmlns:a16="http://schemas.microsoft.com/office/drawing/2014/main" id="{5F634D8C-3E37-4430-91D0-F5E75342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3cc1f1e8c8045be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87343d69fec4748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abdde892a6543dc"/>
              </a:rPr>
              <a:t>Skills 資源庫 ↗</a:t>
            </a:r>
          </a:p>
        </p:txBody>
      </p:sp>
      <p:sp>
        <p:nvSpPr>
          <p:cNvPr id="10" name="shape-2275">
            <a:extLst xmlns:a="http://schemas.openxmlformats.org/drawingml/2006/main">
              <a:ext uri="{FF2B5EF4-FFF2-40B4-BE49-F238E27FC236}">
                <a16:creationId xmlns:a16="http://schemas.microsoft.com/office/drawing/2014/main" id="{FF928F33-000E-42D0-9B99-578FA120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90b16d3194ae5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2" name="text-2276">
            <a:extLst xmlns:a="http://schemas.openxmlformats.org/drawingml/2006/main">
              <a:ext uri="{FF2B5EF4-FFF2-40B4-BE49-F238E27FC236}">
                <a16:creationId xmlns:a16="http://schemas.microsoft.com/office/drawing/2014/main" id="{10226946-00C9-430F-A7F2-358D8291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fc64b02c84449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4" name="text-2277">
            <a:extLst xmlns:a="http://schemas.openxmlformats.org/drawingml/2006/main">
              <a:ext uri="{FF2B5EF4-FFF2-40B4-BE49-F238E27FC236}">
                <a16:creationId xmlns:a16="http://schemas.microsoft.com/office/drawing/2014/main" id="{AB97F1D5-1042-416A-88DB-C2CC248A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a838a7a1d455b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6" name="text-2278">
            <a:extLst xmlns:a="http://schemas.openxmlformats.org/drawingml/2006/main">
              <a:ext uri="{FF2B5EF4-FFF2-40B4-BE49-F238E27FC236}">
                <a16:creationId xmlns:a16="http://schemas.microsoft.com/office/drawing/2014/main" id="{1849BDE7-739F-4760-B89A-3EC1CC22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3834658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657">
            <a:extLst xmlns:a="http://schemas.openxmlformats.org/drawingml/2006/main">
              <a:ext uri="{FF2B5EF4-FFF2-40B4-BE49-F238E27FC236}">
                <a16:creationId xmlns:a16="http://schemas.microsoft.com/office/drawing/2014/main" id="{9295DA5D-2DC5-4435-8B06-F8EBBA7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SKILL AS A POWER-UP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08F85A-FCF6-464A-AF87-55FFDDB8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Skills：像《駭客任務》灌入，也像寶可夢裝卡</a:t>
            </a:r>
          </a:p>
        </p:txBody>
      </p:sp>
      <p:cxnSp>
        <p:nvCxnSpPr>
          <p:cNvPr id="22" name="shape-165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59">
            <a:extLst xmlns:a="http://schemas.openxmlformats.org/drawingml/2006/main">
              <a:ext uri="{FF2B5EF4-FFF2-40B4-BE49-F238E27FC236}">
                <a16:creationId xmlns:a16="http://schemas.microsoft.com/office/drawing/2014/main" id="{ED42F7B0-E14F-44D0-9B67-3E1E4D57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928519-C755-4E2F-BEA3-FDF38B29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33</a:t>
            </a:r>
          </a:p>
        </p:txBody>
      </p:sp>
      <p:sp>
        <p:nvSpPr>
          <p:cNvPr id="6" name="shape-1660">
            <a:extLst xmlns:a="http://schemas.openxmlformats.org/drawingml/2006/main">
              <a:ext uri="{FF2B5EF4-FFF2-40B4-BE49-F238E27FC236}">
                <a16:creationId xmlns:a16="http://schemas.microsoft.com/office/drawing/2014/main" id="{731A1A7E-33E3-44CE-B5BC-DF93B4DD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661">
            <a:extLst xmlns:a="http://schemas.openxmlformats.org/drawingml/2006/main">
              <a:ext uri="{FF2B5EF4-FFF2-40B4-BE49-F238E27FC236}">
                <a16:creationId xmlns:a16="http://schemas.microsoft.com/office/drawing/2014/main" id="{714A55C2-F853-4FE6-99E5-FA4978AC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662">
            <a:extLst xmlns:a="http://schemas.openxmlformats.org/drawingml/2006/main">
              <a:ext uri="{FF2B5EF4-FFF2-40B4-BE49-F238E27FC236}">
                <a16:creationId xmlns:a16="http://schemas.microsoft.com/office/drawing/2014/main" id="{F23CCB84-6342-48A6-ADC7-8E5B3759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《駭客任務》：技能像能力模組</a:t>
            </a:r>
          </a:p>
        </p:txBody>
      </p:sp>
      <p:sp>
        <p:nvSpPr>
          <p:cNvPr id="9" name="text-1663">
            <a:extLst xmlns:a="http://schemas.openxmlformats.org/drawingml/2006/main">
              <a:ext uri="{FF2B5EF4-FFF2-40B4-BE49-F238E27FC236}">
                <a16:creationId xmlns:a16="http://schemas.microsoft.com/office/drawing/2014/main" id="{2839D10A-7F29-40D0-89EA-A0DF63B6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Neo 原本不會空手道；技能灌入後，立刻進入新的行動方式。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Agent 裝上 Skill，也能學會一套可重複的工作流程。</a:t>
            </a:r>
          </a:p>
        </p:txBody>
      </p:sp>
      <p:sp>
        <p:nvSpPr>
          <p:cNvPr id="10" name="text-1664">
            <a:extLst xmlns:a="http://schemas.openxmlformats.org/drawingml/2006/main">
              <a:ext uri="{FF2B5EF4-FFF2-40B4-BE49-F238E27FC236}">
                <a16:creationId xmlns:a16="http://schemas.microsoft.com/office/drawing/2014/main" id="{C8DE7AC4-DEF9-442A-BD5B-F5DD479A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《寶可夢》：技能卡只是起點</a:t>
            </a:r>
          </a:p>
        </p:txBody>
      </p:sp>
      <p:sp>
        <p:nvSpPr>
          <p:cNvPr id="11" name="text-1665">
            <a:extLst xmlns:a="http://schemas.openxmlformats.org/drawingml/2006/main">
              <a:ext uri="{FF2B5EF4-FFF2-40B4-BE49-F238E27FC236}">
                <a16:creationId xmlns:a16="http://schemas.microsoft.com/office/drawing/2014/main" id="{84BCAFB1-860A-4421-BC1A-C549087D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裝上招式後，還要練習、對戰與升級。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把大神的 Skill 抓進來，再和 Agent 對話修正，才會進化成你的版本。</a:t>
            </a:r>
          </a:p>
        </p:txBody>
      </p:sp>
      <p:sp>
        <p:nvSpPr>
          <p:cNvPr id="12" name="text-2203">
            <a:extLst xmlns:a="http://schemas.openxmlformats.org/drawingml/2006/main">
              <a:ext uri="{FF2B5EF4-FFF2-40B4-BE49-F238E27FC236}">
                <a16:creationId xmlns:a16="http://schemas.microsoft.com/office/drawing/2014/main" id="{42F5F7BB-D9A4-48CF-9A36-9C57096E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4db0cbe47af44c4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73b233e3de049b5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ef702124edf45ce"/>
              </a:rPr>
              <a:t>Skills 資源庫 ↗</a:t>
            </a:r>
          </a:p>
        </p:txBody>
      </p:sp>
      <p:sp>
        <p:nvSpPr>
          <p:cNvPr id="13" name="shape-2279">
            <a:extLst xmlns:a="http://schemas.openxmlformats.org/drawingml/2006/main">
              <a:ext uri="{FF2B5EF4-FFF2-40B4-BE49-F238E27FC236}">
                <a16:creationId xmlns:a16="http://schemas.microsoft.com/office/drawing/2014/main" id="{3D23FB1B-7212-43D9-9907-E16100B8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5fe25ed444f37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text-2280">
            <a:extLst xmlns:a="http://schemas.openxmlformats.org/drawingml/2006/main">
              <a:ext uri="{FF2B5EF4-FFF2-40B4-BE49-F238E27FC236}">
                <a16:creationId xmlns:a16="http://schemas.microsoft.com/office/drawing/2014/main" id="{89B43B3F-5541-4759-9ACF-CA1856BD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3b576f2094499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7" name="text-2281">
            <a:extLst xmlns:a="http://schemas.openxmlformats.org/drawingml/2006/main">
              <a:ext uri="{FF2B5EF4-FFF2-40B4-BE49-F238E27FC236}">
                <a16:creationId xmlns:a16="http://schemas.microsoft.com/office/drawing/2014/main" id="{989E1EB4-3B64-43C5-BEA1-E262D840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1911b73224d23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9" name="text-2282">
            <a:extLst xmlns:a="http://schemas.openxmlformats.org/drawingml/2006/main">
              <a:ext uri="{FF2B5EF4-FFF2-40B4-BE49-F238E27FC236}">
                <a16:creationId xmlns:a16="http://schemas.microsoft.com/office/drawing/2014/main" id="{D25E72FE-1668-496D-9119-87D62191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72381342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666">
            <a:extLst xmlns:a="http://schemas.openxmlformats.org/drawingml/2006/main">
              <a:ext uri="{FF2B5EF4-FFF2-40B4-BE49-F238E27FC236}">
                <a16:creationId xmlns:a16="http://schemas.microsoft.com/office/drawing/2014/main" id="{8B0199F4-70D8-4FDB-9AFA-46D142A3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51 PROMPTS · 9 DOMAINS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7A7277-D673-4947-AFFD-1415075B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從提示詞快捷面板開始發想</a:t>
            </a:r>
          </a:p>
        </p:txBody>
      </p:sp>
      <p:cxnSp>
        <p:nvCxnSpPr>
          <p:cNvPr id="15" name="shape-166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68">
            <a:extLst xmlns:a="http://schemas.openxmlformats.org/drawingml/2006/main">
              <a:ext uri="{FF2B5EF4-FFF2-40B4-BE49-F238E27FC236}">
                <a16:creationId xmlns:a16="http://schemas.microsoft.com/office/drawing/2014/main" id="{CADDBD93-2421-4CFB-9E58-E357C93F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D3CF1E-C09B-47DD-9510-99919EFE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1fa654f584191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600200"/>
            <a:ext cx="6934200" cy="445770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" name="text-1669">
            <a:extLst xmlns:a="http://schemas.openxmlformats.org/drawingml/2006/main">
              <a:ext uri="{FF2B5EF4-FFF2-40B4-BE49-F238E27FC236}">
                <a16:creationId xmlns:a16="http://schemas.microsoft.com/office/drawing/2014/main" id="{C2D9937F-B3EA-4FDD-8D3C-146FCEFE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阿凱老師的提示詞快捷面板</a:t>
            </a:r>
          </a:p>
        </p:txBody>
      </p:sp>
      <p:sp>
        <p:nvSpPr>
          <p:cNvPr id="8" name="text-1670">
            <a:extLst xmlns:a="http://schemas.openxmlformats.org/drawingml/2006/main">
              <a:ext uri="{FF2B5EF4-FFF2-40B4-BE49-F238E27FC236}">
                <a16:creationId xmlns:a16="http://schemas.microsoft.com/office/drawing/2014/main" id="{F04193F4-165A-4E19-9D02-B26970B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部署上線：Pages、Firebase、版本確認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網站設計：單檔網站、RWD、Google Sites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影音字幕：SRT、章節、短影片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圖像簡報、內容寫作、功能整合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• 技能文件、開發流程與常用片段</a:t>
            </a:r>
          </a:p>
        </p:txBody>
      </p:sp>
      <p:sp>
        <p:nvSpPr>
          <p:cNvPr id="9" name="text-2211">
            <a:extLst xmlns:a="http://schemas.openxmlformats.org/drawingml/2006/main">
              <a:ext uri="{FF2B5EF4-FFF2-40B4-BE49-F238E27FC236}">
                <a16:creationId xmlns:a16="http://schemas.microsoft.com/office/drawing/2014/main" id="{FD06BA7A-29BE-4B5E-899D-DFEA1D4C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53a53524c3849fa"/>
              </a:rPr>
              <a:t>開啟提示詞面板 ↗</a:t>
            </a:r>
          </a:p>
        </p:txBody>
      </p:sp>
      <p:sp>
        <p:nvSpPr>
          <p:cNvPr id="10" name="shape-2311">
            <a:extLst xmlns:a="http://schemas.openxmlformats.org/drawingml/2006/main">
              <a:ext uri="{FF2B5EF4-FFF2-40B4-BE49-F238E27FC236}">
                <a16:creationId xmlns:a16="http://schemas.microsoft.com/office/drawing/2014/main" id="{459EF8BF-292E-4E98-92AF-AC2C139C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8d12b16f544b7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2312">
            <a:extLst xmlns:a="http://schemas.openxmlformats.org/drawingml/2006/main">
              <a:ext uri="{FF2B5EF4-FFF2-40B4-BE49-F238E27FC236}">
                <a16:creationId xmlns:a16="http://schemas.microsoft.com/office/drawing/2014/main" id="{5E733DB6-6710-4A94-922A-C2E94978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提示詞面板</a:t>
            </a:r>
          </a:p>
        </p:txBody>
      </p:sp>
    </p:spTree>
    <p:extLst>
      <p:ext uri="{BB962C8B-B14F-4D97-AF65-F5344CB8AC3E}">
        <p14:creationId xmlns:p14="http://schemas.microsoft.com/office/powerpoint/2010/main" val="1823398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671">
            <a:extLst xmlns:a="http://schemas.openxmlformats.org/drawingml/2006/main">
              <a:ext uri="{FF2B5EF4-FFF2-40B4-BE49-F238E27FC236}">
                <a16:creationId xmlns:a16="http://schemas.microsoft.com/office/drawing/2014/main" id="{9A569068-5D87-435C-949C-8CD481C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PROMPT → SKILL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D2BBFD-DFD2-4822-99AE-D5AD6E0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四問判斷：這個提示詞值得升級成 Skill 嗎？</a:t>
            </a:r>
          </a:p>
        </p:txBody>
      </p:sp>
      <p:cxnSp>
        <p:nvCxnSpPr>
          <p:cNvPr id="32" name="shape-167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73">
            <a:extLst xmlns:a="http://schemas.openxmlformats.org/drawingml/2006/main">
              <a:ext uri="{FF2B5EF4-FFF2-40B4-BE49-F238E27FC236}">
                <a16:creationId xmlns:a16="http://schemas.microsoft.com/office/drawing/2014/main" id="{528EC455-ABA8-4F3D-8673-56D384F0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FDE6DE-4AB6-4F9F-AA81-8BA720FA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35</a:t>
            </a:r>
          </a:p>
        </p:txBody>
      </p:sp>
      <p:sp>
        <p:nvSpPr>
          <p:cNvPr id="6" name="shape-1674">
            <a:extLst xmlns:a="http://schemas.openxmlformats.org/drawingml/2006/main">
              <a:ext uri="{FF2B5EF4-FFF2-40B4-BE49-F238E27FC236}">
                <a16:creationId xmlns:a16="http://schemas.microsoft.com/office/drawing/2014/main" id="{1F0B78F1-0B19-4470-BBBB-9E64C335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675">
            <a:extLst xmlns:a="http://schemas.openxmlformats.org/drawingml/2006/main">
              <a:ext uri="{FF2B5EF4-FFF2-40B4-BE49-F238E27FC236}">
                <a16:creationId xmlns:a16="http://schemas.microsoft.com/office/drawing/2014/main" id="{F5E489A3-BDE6-43D6-9EA7-9EA74F83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R</a:t>
            </a:r>
          </a:p>
        </p:txBody>
      </p:sp>
      <p:sp>
        <p:nvSpPr>
          <p:cNvPr id="8" name="text-1676">
            <a:extLst xmlns:a="http://schemas.openxmlformats.org/drawingml/2006/main">
              <a:ext uri="{FF2B5EF4-FFF2-40B4-BE49-F238E27FC236}">
                <a16:creationId xmlns:a16="http://schemas.microsoft.com/office/drawing/2014/main" id="{B928D280-1EE6-426A-8D5A-E87A6BB5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會重複嗎？</a:t>
            </a:r>
          </a:p>
        </p:txBody>
      </p:sp>
      <p:sp>
        <p:nvSpPr>
          <p:cNvPr id="9" name="text-1677">
            <a:extLst xmlns:a="http://schemas.openxmlformats.org/drawingml/2006/main">
              <a:ext uri="{FF2B5EF4-FFF2-40B4-BE49-F238E27FC236}">
                <a16:creationId xmlns:a16="http://schemas.microsoft.com/office/drawing/2014/main" id="{CADA1D40-4A2D-4DAB-B6DC-133F594B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一學期或一個團隊會反覆遇到，不是一次性要求。</a:t>
            </a:r>
          </a:p>
        </p:txBody>
      </p:sp>
      <p:sp>
        <p:nvSpPr>
          <p:cNvPr id="10" name="shape-1678">
            <a:extLst xmlns:a="http://schemas.openxmlformats.org/drawingml/2006/main">
              <a:ext uri="{FF2B5EF4-FFF2-40B4-BE49-F238E27FC236}">
                <a16:creationId xmlns:a16="http://schemas.microsoft.com/office/drawing/2014/main" id="{A8E0ADCC-8CC7-4FE6-8677-D4560F85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679">
            <a:extLst xmlns:a="http://schemas.openxmlformats.org/drawingml/2006/main">
              <a:ext uri="{FF2B5EF4-FFF2-40B4-BE49-F238E27FC236}">
                <a16:creationId xmlns:a16="http://schemas.microsoft.com/office/drawing/2014/main" id="{2403D5AF-5037-4026-9397-DFC35393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</a:t>
            </a:r>
          </a:p>
        </p:txBody>
      </p:sp>
      <p:sp>
        <p:nvSpPr>
          <p:cNvPr id="12" name="text-1680">
            <a:extLst xmlns:a="http://schemas.openxmlformats.org/drawingml/2006/main">
              <a:ext uri="{FF2B5EF4-FFF2-40B4-BE49-F238E27FC236}">
                <a16:creationId xmlns:a16="http://schemas.microsoft.com/office/drawing/2014/main" id="{B96CA104-3714-46F5-8275-9091FF32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流程穩定嗎？</a:t>
            </a:r>
          </a:p>
        </p:txBody>
      </p:sp>
      <p:sp>
        <p:nvSpPr>
          <p:cNvPr id="13" name="text-1681">
            <a:extLst xmlns:a="http://schemas.openxmlformats.org/drawingml/2006/main">
              <a:ext uri="{FF2B5EF4-FFF2-40B4-BE49-F238E27FC236}">
                <a16:creationId xmlns:a16="http://schemas.microsoft.com/office/drawing/2014/main" id="{CBE09552-5C23-48D9-8C92-F87E0302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大部分步驟、限制與輸出欄位可固定。</a:t>
            </a:r>
          </a:p>
        </p:txBody>
      </p:sp>
      <p:sp>
        <p:nvSpPr>
          <p:cNvPr id="14" name="shape-1682">
            <a:extLst xmlns:a="http://schemas.openxmlformats.org/drawingml/2006/main">
              <a:ext uri="{FF2B5EF4-FFF2-40B4-BE49-F238E27FC236}">
                <a16:creationId xmlns:a16="http://schemas.microsoft.com/office/drawing/2014/main" id="{773B6077-A3E7-476F-906D-453B336A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683">
            <a:extLst xmlns:a="http://schemas.openxmlformats.org/drawingml/2006/main">
              <a:ext uri="{FF2B5EF4-FFF2-40B4-BE49-F238E27FC236}">
                <a16:creationId xmlns:a16="http://schemas.microsoft.com/office/drawing/2014/main" id="{5545703B-750D-43EC-B603-2D35031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V</a:t>
            </a:r>
          </a:p>
        </p:txBody>
      </p:sp>
      <p:sp>
        <p:nvSpPr>
          <p:cNvPr id="16" name="text-1684">
            <a:extLst xmlns:a="http://schemas.openxmlformats.org/drawingml/2006/main">
              <a:ext uri="{FF2B5EF4-FFF2-40B4-BE49-F238E27FC236}">
                <a16:creationId xmlns:a16="http://schemas.microsoft.com/office/drawing/2014/main" id="{8651B63A-367D-43B5-82AF-43CFF35A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能驗證嗎？</a:t>
            </a:r>
          </a:p>
        </p:txBody>
      </p:sp>
      <p:sp>
        <p:nvSpPr>
          <p:cNvPr id="17" name="text-1685">
            <a:extLst xmlns:a="http://schemas.openxmlformats.org/drawingml/2006/main">
              <a:ext uri="{FF2B5EF4-FFF2-40B4-BE49-F238E27FC236}">
                <a16:creationId xmlns:a16="http://schemas.microsoft.com/office/drawing/2014/main" id="{6A538C72-18DD-4605-A659-04FA7523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有可檢查的完成條件，而非只憑喜好。</a:t>
            </a:r>
          </a:p>
        </p:txBody>
      </p:sp>
      <p:sp>
        <p:nvSpPr>
          <p:cNvPr id="18" name="shape-1686">
            <a:extLst xmlns:a="http://schemas.openxmlformats.org/drawingml/2006/main">
              <a:ext uri="{FF2B5EF4-FFF2-40B4-BE49-F238E27FC236}">
                <a16:creationId xmlns:a16="http://schemas.microsoft.com/office/drawing/2014/main" id="{C038C3C5-714F-4832-A39F-B2A033D5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687">
            <a:extLst xmlns:a="http://schemas.openxmlformats.org/drawingml/2006/main">
              <a:ext uri="{FF2B5EF4-FFF2-40B4-BE49-F238E27FC236}">
                <a16:creationId xmlns:a16="http://schemas.microsoft.com/office/drawing/2014/main" id="{8205D399-E845-49CF-AE91-03CC32D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</a:t>
            </a:r>
          </a:p>
        </p:txBody>
      </p:sp>
      <p:sp>
        <p:nvSpPr>
          <p:cNvPr id="20" name="text-1688">
            <a:extLst xmlns:a="http://schemas.openxmlformats.org/drawingml/2006/main">
              <a:ext uri="{FF2B5EF4-FFF2-40B4-BE49-F238E27FC236}">
                <a16:creationId xmlns:a16="http://schemas.microsoft.com/office/drawing/2014/main" id="{83BD1564-3A8B-4837-B22A-9CB1B073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能維護嗎？</a:t>
            </a:r>
          </a:p>
        </p:txBody>
      </p:sp>
      <p:sp>
        <p:nvSpPr>
          <p:cNvPr id="21" name="text-1689">
            <a:extLst xmlns:a="http://schemas.openxmlformats.org/drawingml/2006/main">
              <a:ext uri="{FF2B5EF4-FFF2-40B4-BE49-F238E27FC236}">
                <a16:creationId xmlns:a16="http://schemas.microsoft.com/office/drawing/2014/main" id="{4D798A44-2E47-440D-A1D9-520AACF6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範例、規則與腳本可以更新、版控與交接。</a:t>
            </a:r>
          </a:p>
        </p:txBody>
      </p:sp>
      <p:sp>
        <p:nvSpPr>
          <p:cNvPr id="22" name="text-2204">
            <a:extLst xmlns:a="http://schemas.openxmlformats.org/drawingml/2006/main">
              <a:ext uri="{FF2B5EF4-FFF2-40B4-BE49-F238E27FC236}">
                <a16:creationId xmlns:a16="http://schemas.microsoft.com/office/drawing/2014/main" id="{BC4E7D9D-C85F-4B94-8A0C-36CC433A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b84df1e23fb46f7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53ee2b1a9fc4d83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829746d69be46c4"/>
              </a:rPr>
              <a:t>Skills 資源庫 ↗</a:t>
            </a:r>
          </a:p>
        </p:txBody>
      </p:sp>
      <p:sp>
        <p:nvSpPr>
          <p:cNvPr id="23" name="shape-2283">
            <a:extLst xmlns:a="http://schemas.openxmlformats.org/drawingml/2006/main">
              <a:ext uri="{FF2B5EF4-FFF2-40B4-BE49-F238E27FC236}">
                <a16:creationId xmlns:a16="http://schemas.microsoft.com/office/drawing/2014/main" id="{04F15385-A443-4652-A335-D6F1DF51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4eb30b7484f5b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text-2284">
            <a:extLst xmlns:a="http://schemas.openxmlformats.org/drawingml/2006/main">
              <a:ext uri="{FF2B5EF4-FFF2-40B4-BE49-F238E27FC236}">
                <a16:creationId xmlns:a16="http://schemas.microsoft.com/office/drawing/2014/main" id="{3FF35A38-F41D-4D5D-8135-25D0C01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1c22fb117451d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7" name="text-2285">
            <a:extLst xmlns:a="http://schemas.openxmlformats.org/drawingml/2006/main">
              <a:ext uri="{FF2B5EF4-FFF2-40B4-BE49-F238E27FC236}">
                <a16:creationId xmlns:a16="http://schemas.microsoft.com/office/drawing/2014/main" id="{AD28B43F-5188-49D7-A27D-197DFBCB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28b2aa7c14b98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2286">
            <a:extLst xmlns:a="http://schemas.openxmlformats.org/drawingml/2006/main">
              <a:ext uri="{FF2B5EF4-FFF2-40B4-BE49-F238E27FC236}">
                <a16:creationId xmlns:a16="http://schemas.microsoft.com/office/drawing/2014/main" id="{7E90AA28-0C19-406D-A77C-D31FCB6E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154865893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1690">
            <a:extLst xmlns:a="http://schemas.openxmlformats.org/drawingml/2006/main">
              <a:ext uri="{FF2B5EF4-FFF2-40B4-BE49-F238E27FC236}">
                <a16:creationId xmlns:a16="http://schemas.microsoft.com/office/drawing/2014/main" id="{BA7DD224-7DC6-4B53-9BCC-9ED6DF90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CREATIVE STARTERS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25C9E3-C5C1-4ED5-A3C7-7F2018A7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六個真實提示詞，如何升級成 Skill</a:t>
            </a:r>
          </a:p>
        </p:txBody>
      </p:sp>
      <p:cxnSp>
        <p:nvCxnSpPr>
          <p:cNvPr id="40" name="shape-169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692">
            <a:extLst xmlns:a="http://schemas.openxmlformats.org/drawingml/2006/main">
              <a:ext uri="{FF2B5EF4-FFF2-40B4-BE49-F238E27FC236}">
                <a16:creationId xmlns:a16="http://schemas.microsoft.com/office/drawing/2014/main" id="{299E64F6-963A-4FAE-91B5-512D103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1708D0-B264-4E1C-B255-AF6CD2EF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36</a:t>
            </a:r>
          </a:p>
        </p:txBody>
      </p:sp>
      <p:sp>
        <p:nvSpPr>
          <p:cNvPr id="6" name="shape-1693">
            <a:extLst xmlns:a="http://schemas.openxmlformats.org/drawingml/2006/main">
              <a:ext uri="{FF2B5EF4-FFF2-40B4-BE49-F238E27FC236}">
                <a16:creationId xmlns:a16="http://schemas.microsoft.com/office/drawing/2014/main" id="{3FA821AE-F257-4EDC-A81C-BB7DAE23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694">
            <a:extLst xmlns:a="http://schemas.openxmlformats.org/drawingml/2006/main">
              <a:ext uri="{FF2B5EF4-FFF2-40B4-BE49-F238E27FC236}">
                <a16:creationId xmlns:a16="http://schemas.microsoft.com/office/drawing/2014/main" id="{F2B72F2C-ED2D-42AD-806B-F44C0EA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WEB</a:t>
            </a:r>
          </a:p>
        </p:txBody>
      </p:sp>
      <p:sp>
        <p:nvSpPr>
          <p:cNvPr id="8" name="text-1695">
            <a:extLst xmlns:a="http://schemas.openxmlformats.org/drawingml/2006/main">
              <a:ext uri="{FF2B5EF4-FFF2-40B4-BE49-F238E27FC236}">
                <a16:creationId xmlns:a16="http://schemas.microsoft.com/office/drawing/2014/main" id="{74AE0185-A569-4E62-817E-26FFF0C8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/onepage</a:t>
            </a:r>
          </a:p>
        </p:txBody>
      </p:sp>
      <p:sp>
        <p:nvSpPr>
          <p:cNvPr id="9" name="text-1696">
            <a:extLst xmlns:a="http://schemas.openxmlformats.org/drawingml/2006/main">
              <a:ext uri="{FF2B5EF4-FFF2-40B4-BE49-F238E27FC236}">
                <a16:creationId xmlns:a16="http://schemas.microsoft.com/office/drawing/2014/main" id="{56D3A032-435A-4472-88A1-8D1D18CA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單檔互動網站 → 課程資源頁產製＋RWD＋連結檢查。</a:t>
            </a:r>
          </a:p>
        </p:txBody>
      </p:sp>
      <p:sp>
        <p:nvSpPr>
          <p:cNvPr id="10" name="shape-1697">
            <a:extLst xmlns:a="http://schemas.openxmlformats.org/drawingml/2006/main">
              <a:ext uri="{FF2B5EF4-FFF2-40B4-BE49-F238E27FC236}">
                <a16:creationId xmlns:a16="http://schemas.microsoft.com/office/drawing/2014/main" id="{E6F9F115-FCDB-4E02-A1A2-635C5EA1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698">
            <a:extLst xmlns:a="http://schemas.openxmlformats.org/drawingml/2006/main">
              <a:ext uri="{FF2B5EF4-FFF2-40B4-BE49-F238E27FC236}">
                <a16:creationId xmlns:a16="http://schemas.microsoft.com/office/drawing/2014/main" id="{BF4679ED-91CE-4708-B61A-4CCC3284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PPT</a:t>
            </a:r>
          </a:p>
        </p:txBody>
      </p:sp>
      <p:sp>
        <p:nvSpPr>
          <p:cNvPr id="12" name="text-1699">
            <a:extLst xmlns:a="http://schemas.openxmlformats.org/drawingml/2006/main">
              <a:ext uri="{FF2B5EF4-FFF2-40B4-BE49-F238E27FC236}">
                <a16:creationId xmlns:a16="http://schemas.microsoft.com/office/drawing/2014/main" id="{8B80B410-700C-406C-B97D-C3FE00C2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/ppt</a:t>
            </a:r>
          </a:p>
        </p:txBody>
      </p:sp>
      <p:sp>
        <p:nvSpPr>
          <p:cNvPr id="13" name="text-1700">
            <a:extLst xmlns:a="http://schemas.openxmlformats.org/drawingml/2006/main">
              <a:ext uri="{FF2B5EF4-FFF2-40B4-BE49-F238E27FC236}">
                <a16:creationId xmlns:a16="http://schemas.microsoft.com/office/drawing/2014/main" id="{841EA3C2-E78B-470F-81E6-2EB89BDC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溫馨簡報 → 來源整理＋頁面結構＋逐頁渲染檢核。</a:t>
            </a:r>
          </a:p>
        </p:txBody>
      </p:sp>
      <p:sp>
        <p:nvSpPr>
          <p:cNvPr id="14" name="shape-1701">
            <a:extLst xmlns:a="http://schemas.openxmlformats.org/drawingml/2006/main">
              <a:ext uri="{FF2B5EF4-FFF2-40B4-BE49-F238E27FC236}">
                <a16:creationId xmlns:a16="http://schemas.microsoft.com/office/drawing/2014/main" id="{BB123A00-EEE7-4541-B3C2-4671E0FB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702">
            <a:extLst xmlns:a="http://schemas.openxmlformats.org/drawingml/2006/main">
              <a:ext uri="{FF2B5EF4-FFF2-40B4-BE49-F238E27FC236}">
                <a16:creationId xmlns:a16="http://schemas.microsoft.com/office/drawing/2014/main" id="{9C2EB2BC-B5F5-4498-AD97-966771B0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SRT</a:t>
            </a:r>
          </a:p>
        </p:txBody>
      </p:sp>
      <p:sp>
        <p:nvSpPr>
          <p:cNvPr id="16" name="text-1703">
            <a:extLst xmlns:a="http://schemas.openxmlformats.org/drawingml/2006/main">
              <a:ext uri="{FF2B5EF4-FFF2-40B4-BE49-F238E27FC236}">
                <a16:creationId xmlns:a16="http://schemas.microsoft.com/office/drawing/2014/main" id="{B2B2A96D-8D2B-4F20-9D3E-0AA2EC05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/srt</a:t>
            </a:r>
          </a:p>
        </p:txBody>
      </p:sp>
      <p:sp>
        <p:nvSpPr>
          <p:cNvPr id="17" name="text-1704">
            <a:extLst xmlns:a="http://schemas.openxmlformats.org/drawingml/2006/main">
              <a:ext uri="{FF2B5EF4-FFF2-40B4-BE49-F238E27FC236}">
                <a16:creationId xmlns:a16="http://schemas.microsoft.com/office/drawing/2014/main" id="{C44F65C3-E639-4693-83B4-9F17FF1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SRT 字幕 → 語音轉錄＋專名校正＋空白切斷＋格式測試。</a:t>
            </a:r>
          </a:p>
        </p:txBody>
      </p:sp>
      <p:sp>
        <p:nvSpPr>
          <p:cNvPr id="18" name="shape-1705">
            <a:extLst xmlns:a="http://schemas.openxmlformats.org/drawingml/2006/main">
              <a:ext uri="{FF2B5EF4-FFF2-40B4-BE49-F238E27FC236}">
                <a16:creationId xmlns:a16="http://schemas.microsoft.com/office/drawing/2014/main" id="{5FCFC8B2-81B6-4119-8B11-A94F41AF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706">
            <a:extLst xmlns:a="http://schemas.openxmlformats.org/drawingml/2006/main">
              <a:ext uri="{FF2B5EF4-FFF2-40B4-BE49-F238E27FC236}">
                <a16:creationId xmlns:a16="http://schemas.microsoft.com/office/drawing/2014/main" id="{22999A10-F8FE-4A36-8A67-7ECA9C42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QA</a:t>
            </a:r>
          </a:p>
        </p:txBody>
      </p:sp>
      <p:sp>
        <p:nvSpPr>
          <p:cNvPr id="20" name="text-1707">
            <a:extLst xmlns:a="http://schemas.openxmlformats.org/drawingml/2006/main">
              <a:ext uri="{FF2B5EF4-FFF2-40B4-BE49-F238E27FC236}">
                <a16:creationId xmlns:a16="http://schemas.microsoft.com/office/drawing/2014/main" id="{223D318A-7DF7-4D58-A7AD-41223533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/audit</a:t>
            </a:r>
          </a:p>
        </p:txBody>
      </p:sp>
      <p:sp>
        <p:nvSpPr>
          <p:cNvPr id="21" name="text-1708">
            <a:extLst xmlns:a="http://schemas.openxmlformats.org/drawingml/2006/main">
              <a:ext uri="{FF2B5EF4-FFF2-40B4-BE49-F238E27FC236}">
                <a16:creationId xmlns:a16="http://schemas.microsoft.com/office/drawing/2014/main" id="{79F8FBAC-6437-4038-A5A9-E7391AA2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資料夾總檢 → 唯讀盤點＋風險分類＋移植建議＋交接文件。</a:t>
            </a:r>
          </a:p>
        </p:txBody>
      </p:sp>
      <p:sp>
        <p:nvSpPr>
          <p:cNvPr id="22" name="shape-1709">
            <a:extLst xmlns:a="http://schemas.openxmlformats.org/drawingml/2006/main">
              <a:ext uri="{FF2B5EF4-FFF2-40B4-BE49-F238E27FC236}">
                <a16:creationId xmlns:a16="http://schemas.microsoft.com/office/drawing/2014/main" id="{3047A817-701B-4EC5-9DA6-F04923B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3" name="text-1710">
            <a:extLst xmlns:a="http://schemas.openxmlformats.org/drawingml/2006/main">
              <a:ext uri="{FF2B5EF4-FFF2-40B4-BE49-F238E27FC236}">
                <a16:creationId xmlns:a16="http://schemas.microsoft.com/office/drawing/2014/main" id="{B54CB9CE-A259-422C-9930-21488BDD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DEP</a:t>
            </a:r>
          </a:p>
        </p:txBody>
      </p:sp>
      <p:sp>
        <p:nvSpPr>
          <p:cNvPr id="24" name="text-1711">
            <a:extLst xmlns:a="http://schemas.openxmlformats.org/drawingml/2006/main">
              <a:ext uri="{FF2B5EF4-FFF2-40B4-BE49-F238E27FC236}">
                <a16:creationId xmlns:a16="http://schemas.microsoft.com/office/drawing/2014/main" id="{ACA40070-174F-4B82-9293-31BE143A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/pages</a:t>
            </a:r>
          </a:p>
        </p:txBody>
      </p:sp>
      <p:sp>
        <p:nvSpPr>
          <p:cNvPr id="25" name="text-1712">
            <a:extLst xmlns:a="http://schemas.openxmlformats.org/drawingml/2006/main">
              <a:ext uri="{FF2B5EF4-FFF2-40B4-BE49-F238E27FC236}">
                <a16:creationId xmlns:a16="http://schemas.microsoft.com/office/drawing/2014/main" id="{F14081CA-DE9C-475A-A16D-2AC125F3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GitHub Pages → 建置設定＋部署＋公開網址驗證。</a:t>
            </a:r>
          </a:p>
        </p:txBody>
      </p:sp>
      <p:sp>
        <p:nvSpPr>
          <p:cNvPr id="26" name="shape-1713">
            <a:extLst xmlns:a="http://schemas.openxmlformats.org/drawingml/2006/main">
              <a:ext uri="{FF2B5EF4-FFF2-40B4-BE49-F238E27FC236}">
                <a16:creationId xmlns:a16="http://schemas.microsoft.com/office/drawing/2014/main" id="{C0D6A092-C322-40CF-8561-0028C612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7" name="text-1714">
            <a:extLst xmlns:a="http://schemas.openxmlformats.org/drawingml/2006/main">
              <a:ext uri="{FF2B5EF4-FFF2-40B4-BE49-F238E27FC236}">
                <a16:creationId xmlns:a16="http://schemas.microsoft.com/office/drawing/2014/main" id="{D347997B-BB51-4018-B31D-69DEDB4B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META</a:t>
            </a:r>
          </a:p>
        </p:txBody>
      </p:sp>
      <p:sp>
        <p:nvSpPr>
          <p:cNvPr id="28" name="text-1715">
            <a:extLst xmlns:a="http://schemas.openxmlformats.org/drawingml/2006/main">
              <a:ext uri="{FF2B5EF4-FFF2-40B4-BE49-F238E27FC236}">
                <a16:creationId xmlns:a16="http://schemas.microsoft.com/office/drawing/2014/main" id="{9785E8E6-F5FA-4D18-BCAA-52FC701D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/skill</a:t>
            </a:r>
          </a:p>
        </p:txBody>
      </p:sp>
      <p:sp>
        <p:nvSpPr>
          <p:cNvPr id="29" name="text-1716">
            <a:extLst xmlns:a="http://schemas.openxmlformats.org/drawingml/2006/main">
              <a:ext uri="{FF2B5EF4-FFF2-40B4-BE49-F238E27FC236}">
                <a16:creationId xmlns:a16="http://schemas.microsoft.com/office/drawing/2014/main" id="{E6ACA303-EAD9-40DE-AB54-D7CF241D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成功案例 → 根因、步驟、觸發條件與回歸測試的知識保存。</a:t>
            </a:r>
          </a:p>
        </p:txBody>
      </p:sp>
      <p:sp>
        <p:nvSpPr>
          <p:cNvPr id="30" name="text-2205">
            <a:extLst xmlns:a="http://schemas.openxmlformats.org/drawingml/2006/main">
              <a:ext uri="{FF2B5EF4-FFF2-40B4-BE49-F238E27FC236}">
                <a16:creationId xmlns:a16="http://schemas.microsoft.com/office/drawing/2014/main" id="{3A3DBC70-E0D0-4EAA-B1DE-97DB0AE5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fbc58df24064133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0b6eb0a75654a85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98fd5ce90354562"/>
              </a:rPr>
              <a:t>Skills 資源庫 ↗</a:t>
            </a:r>
          </a:p>
        </p:txBody>
      </p:sp>
      <p:sp>
        <p:nvSpPr>
          <p:cNvPr id="31" name="shape-2287">
            <a:extLst xmlns:a="http://schemas.openxmlformats.org/drawingml/2006/main">
              <a:ext uri="{FF2B5EF4-FFF2-40B4-BE49-F238E27FC236}">
                <a16:creationId xmlns:a16="http://schemas.microsoft.com/office/drawing/2014/main" id="{88511A0F-0D36-4C05-A740-8956849D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61db79a8a462e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3" name="text-2288">
            <a:extLst xmlns:a="http://schemas.openxmlformats.org/drawingml/2006/main">
              <a:ext uri="{FF2B5EF4-FFF2-40B4-BE49-F238E27FC236}">
                <a16:creationId xmlns:a16="http://schemas.microsoft.com/office/drawing/2014/main" id="{D05B8B89-5F5B-4450-855F-31C67A1A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089c3d4134939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5" name="text-2289">
            <a:extLst xmlns:a="http://schemas.openxmlformats.org/drawingml/2006/main">
              <a:ext uri="{FF2B5EF4-FFF2-40B4-BE49-F238E27FC236}">
                <a16:creationId xmlns:a16="http://schemas.microsoft.com/office/drawing/2014/main" id="{C12A00CA-1258-41D0-ACC2-EA53269D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e53e8f4a14f6a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7" name="text-2290">
            <a:extLst xmlns:a="http://schemas.openxmlformats.org/drawingml/2006/main">
              <a:ext uri="{FF2B5EF4-FFF2-40B4-BE49-F238E27FC236}">
                <a16:creationId xmlns:a16="http://schemas.microsoft.com/office/drawing/2014/main" id="{3F1DE904-6FCB-4F1A-9AEC-A76998CF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128319006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1717">
            <a:extLst xmlns:a="http://schemas.openxmlformats.org/drawingml/2006/main">
              <a:ext uri="{FF2B5EF4-FFF2-40B4-BE49-F238E27FC236}">
                <a16:creationId xmlns:a16="http://schemas.microsoft.com/office/drawing/2014/main" id="{68F324DA-547C-4E89-84FC-3FF16E55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FOLDER ANATOMY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F71B64-865E-4E9D-9313-7104F215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 資料夾：主文保持短，細節分層放</a:t>
            </a:r>
          </a:p>
        </p:txBody>
      </p:sp>
      <p:cxnSp>
        <p:nvCxnSpPr>
          <p:cNvPr id="40" name="shape-171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719">
            <a:extLst xmlns:a="http://schemas.openxmlformats.org/drawingml/2006/main">
              <a:ext uri="{FF2B5EF4-FFF2-40B4-BE49-F238E27FC236}">
                <a16:creationId xmlns:a16="http://schemas.microsoft.com/office/drawing/2014/main" id="{54874609-97C2-4881-9C73-1E2D9F74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C37A83-C43F-4FF7-B7B3-794C58DF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37</a:t>
            </a:r>
          </a:p>
        </p:txBody>
      </p:sp>
      <p:sp>
        <p:nvSpPr>
          <p:cNvPr id="6" name="shape-1720">
            <a:extLst xmlns:a="http://schemas.openxmlformats.org/drawingml/2006/main">
              <a:ext uri="{FF2B5EF4-FFF2-40B4-BE49-F238E27FC236}">
                <a16:creationId xmlns:a16="http://schemas.microsoft.com/office/drawing/2014/main" id="{3D190FB5-400D-44C8-8716-D82F86FC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721">
            <a:extLst xmlns:a="http://schemas.openxmlformats.org/drawingml/2006/main">
              <a:ext uri="{FF2B5EF4-FFF2-40B4-BE49-F238E27FC236}">
                <a16:creationId xmlns:a16="http://schemas.microsoft.com/office/drawing/2014/main" id="{C1E31F24-67E8-427F-9221-E05360D8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722">
            <a:extLst xmlns:a="http://schemas.openxmlformats.org/drawingml/2006/main">
              <a:ext uri="{FF2B5EF4-FFF2-40B4-BE49-F238E27FC236}">
                <a16:creationId xmlns:a16="http://schemas.microsoft.com/office/drawing/2014/main" id="{20486A6D-D0B3-4B37-B05A-2B34F137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723">
            <a:extLst xmlns:a="http://schemas.openxmlformats.org/drawingml/2006/main">
              <a:ext uri="{FF2B5EF4-FFF2-40B4-BE49-F238E27FC236}">
                <a16:creationId xmlns:a16="http://schemas.microsoft.com/office/drawing/2014/main" id="{E9FEA521-FE15-4CFA-87A9-AC7E95B1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SKILL.md</a:t>
            </a:r>
          </a:p>
        </p:txBody>
      </p:sp>
      <p:sp>
        <p:nvSpPr>
          <p:cNvPr id="10" name="text-1724">
            <a:extLst xmlns:a="http://schemas.openxmlformats.org/drawingml/2006/main">
              <a:ext uri="{FF2B5EF4-FFF2-40B4-BE49-F238E27FC236}">
                <a16:creationId xmlns:a16="http://schemas.microsoft.com/office/drawing/2014/main" id="{EC69E069-54A5-4467-AFF9-180F64FC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名稱、描述、核心流程</a:t>
            </a:r>
          </a:p>
        </p:txBody>
      </p:sp>
      <p:sp>
        <p:nvSpPr>
          <p:cNvPr id="11" name="text-1725">
            <a:extLst xmlns:a="http://schemas.openxmlformats.org/drawingml/2006/main">
              <a:ext uri="{FF2B5EF4-FFF2-40B4-BE49-F238E27FC236}">
                <a16:creationId xmlns:a16="http://schemas.microsoft.com/office/drawing/2014/main" id="{265E7DF0-7CF8-4794-8874-E05CC50E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726">
            <a:extLst xmlns:a="http://schemas.openxmlformats.org/drawingml/2006/main">
              <a:ext uri="{FF2B5EF4-FFF2-40B4-BE49-F238E27FC236}">
                <a16:creationId xmlns:a16="http://schemas.microsoft.com/office/drawing/2014/main" id="{18971921-D73D-4DE8-B14F-6A31816B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727">
            <a:extLst xmlns:a="http://schemas.openxmlformats.org/drawingml/2006/main">
              <a:ext uri="{FF2B5EF4-FFF2-40B4-BE49-F238E27FC236}">
                <a16:creationId xmlns:a16="http://schemas.microsoft.com/office/drawing/2014/main" id="{E1F24A3D-585F-4267-85E0-12B99AC0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728">
            <a:extLst xmlns:a="http://schemas.openxmlformats.org/drawingml/2006/main">
              <a:ext uri="{FF2B5EF4-FFF2-40B4-BE49-F238E27FC236}">
                <a16:creationId xmlns:a16="http://schemas.microsoft.com/office/drawing/2014/main" id="{F99616BE-2647-436E-A458-B10875A7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729">
            <a:extLst xmlns:a="http://schemas.openxmlformats.org/drawingml/2006/main">
              <a:ext uri="{FF2B5EF4-FFF2-40B4-BE49-F238E27FC236}">
                <a16:creationId xmlns:a16="http://schemas.microsoft.com/office/drawing/2014/main" id="{B3B2D093-5CDC-4622-A353-28FA0375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references/</a:t>
            </a:r>
          </a:p>
        </p:txBody>
      </p:sp>
      <p:sp>
        <p:nvSpPr>
          <p:cNvPr id="16" name="text-1730">
            <a:extLst xmlns:a="http://schemas.openxmlformats.org/drawingml/2006/main">
              <a:ext uri="{FF2B5EF4-FFF2-40B4-BE49-F238E27FC236}">
                <a16:creationId xmlns:a16="http://schemas.microsoft.com/office/drawing/2014/main" id="{6F33561C-DAB6-485C-8501-54E77C0C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規範、知識、長篇範例</a:t>
            </a:r>
          </a:p>
        </p:txBody>
      </p:sp>
      <p:sp>
        <p:nvSpPr>
          <p:cNvPr id="17" name="text-1731">
            <a:extLst xmlns:a="http://schemas.openxmlformats.org/drawingml/2006/main">
              <a:ext uri="{FF2B5EF4-FFF2-40B4-BE49-F238E27FC236}">
                <a16:creationId xmlns:a16="http://schemas.microsoft.com/office/drawing/2014/main" id="{90C0DCF5-37FE-4080-BBBB-1A7BBC8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732">
            <a:extLst xmlns:a="http://schemas.openxmlformats.org/drawingml/2006/main">
              <a:ext uri="{FF2B5EF4-FFF2-40B4-BE49-F238E27FC236}">
                <a16:creationId xmlns:a16="http://schemas.microsoft.com/office/drawing/2014/main" id="{488B9FAC-237A-4128-BD51-3BAE238E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733">
            <a:extLst xmlns:a="http://schemas.openxmlformats.org/drawingml/2006/main">
              <a:ext uri="{FF2B5EF4-FFF2-40B4-BE49-F238E27FC236}">
                <a16:creationId xmlns:a16="http://schemas.microsoft.com/office/drawing/2014/main" id="{5473526D-F719-420E-B2DB-6C53C907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734">
            <a:extLst xmlns:a="http://schemas.openxmlformats.org/drawingml/2006/main">
              <a:ext uri="{FF2B5EF4-FFF2-40B4-BE49-F238E27FC236}">
                <a16:creationId xmlns:a16="http://schemas.microsoft.com/office/drawing/2014/main" id="{01CF1D36-3242-4AD1-B578-BD73863A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735">
            <a:extLst xmlns:a="http://schemas.openxmlformats.org/drawingml/2006/main">
              <a:ext uri="{FF2B5EF4-FFF2-40B4-BE49-F238E27FC236}">
                <a16:creationId xmlns:a16="http://schemas.microsoft.com/office/drawing/2014/main" id="{5EDCFA43-713C-4E72-AD75-03B6259B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scripts/</a:t>
            </a:r>
          </a:p>
        </p:txBody>
      </p:sp>
      <p:sp>
        <p:nvSpPr>
          <p:cNvPr id="22" name="text-1736">
            <a:extLst xmlns:a="http://schemas.openxmlformats.org/drawingml/2006/main">
              <a:ext uri="{FF2B5EF4-FFF2-40B4-BE49-F238E27FC236}">
                <a16:creationId xmlns:a16="http://schemas.microsoft.com/office/drawing/2014/main" id="{9C0985D0-9BA4-4EFB-B2AE-C8038643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可重複執行的檢查與轉換</a:t>
            </a:r>
          </a:p>
        </p:txBody>
      </p:sp>
      <p:sp>
        <p:nvSpPr>
          <p:cNvPr id="23" name="text-1737">
            <a:extLst xmlns:a="http://schemas.openxmlformats.org/drawingml/2006/main">
              <a:ext uri="{FF2B5EF4-FFF2-40B4-BE49-F238E27FC236}">
                <a16:creationId xmlns:a16="http://schemas.microsoft.com/office/drawing/2014/main" id="{366B6769-DD37-44E3-A514-F98794E6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738">
            <a:extLst xmlns:a="http://schemas.openxmlformats.org/drawingml/2006/main">
              <a:ext uri="{FF2B5EF4-FFF2-40B4-BE49-F238E27FC236}">
                <a16:creationId xmlns:a16="http://schemas.microsoft.com/office/drawing/2014/main" id="{D87ECB5A-2D5E-4407-8FA8-77957E7C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739">
            <a:extLst xmlns:a="http://schemas.openxmlformats.org/drawingml/2006/main">
              <a:ext uri="{FF2B5EF4-FFF2-40B4-BE49-F238E27FC236}">
                <a16:creationId xmlns:a16="http://schemas.microsoft.com/office/drawing/2014/main" id="{D52B40A8-3A19-40CF-AED3-694E0485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740">
            <a:extLst xmlns:a="http://schemas.openxmlformats.org/drawingml/2006/main">
              <a:ext uri="{FF2B5EF4-FFF2-40B4-BE49-F238E27FC236}">
                <a16:creationId xmlns:a16="http://schemas.microsoft.com/office/drawing/2014/main" id="{8C8BE16A-3D3C-48BD-B35D-09AA8709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741">
            <a:extLst xmlns:a="http://schemas.openxmlformats.org/drawingml/2006/main">
              <a:ext uri="{FF2B5EF4-FFF2-40B4-BE49-F238E27FC236}">
                <a16:creationId xmlns:a16="http://schemas.microsoft.com/office/drawing/2014/main" id="{148F8269-76FD-49D9-9150-E79D6544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assets/</a:t>
            </a:r>
          </a:p>
        </p:txBody>
      </p:sp>
      <p:sp>
        <p:nvSpPr>
          <p:cNvPr id="28" name="text-1742">
            <a:extLst xmlns:a="http://schemas.openxmlformats.org/drawingml/2006/main">
              <a:ext uri="{FF2B5EF4-FFF2-40B4-BE49-F238E27FC236}">
                <a16:creationId xmlns:a16="http://schemas.microsoft.com/office/drawing/2014/main" id="{8BC96E21-516B-46D8-879C-CFFD485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範本、圖片、輸出骨架</a:t>
            </a:r>
          </a:p>
        </p:txBody>
      </p:sp>
      <p:sp>
        <p:nvSpPr>
          <p:cNvPr id="29" name="text-1743">
            <a:extLst xmlns:a="http://schemas.openxmlformats.org/drawingml/2006/main">
              <a:ext uri="{FF2B5EF4-FFF2-40B4-BE49-F238E27FC236}">
                <a16:creationId xmlns:a16="http://schemas.microsoft.com/office/drawing/2014/main" id="{EFBABB7B-9274-4227-9151-DB20B05A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2206">
            <a:extLst xmlns:a="http://schemas.openxmlformats.org/drawingml/2006/main">
              <a:ext uri="{FF2B5EF4-FFF2-40B4-BE49-F238E27FC236}">
                <a16:creationId xmlns:a16="http://schemas.microsoft.com/office/drawing/2014/main" id="{478D2966-530E-4195-AAFB-4FDB1C0E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61ce767e5c64e9c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54de3b0080f41b1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e0cfc9ecf014fb5"/>
              </a:rPr>
              <a:t>Skills 資源庫 ↗</a:t>
            </a:r>
          </a:p>
        </p:txBody>
      </p:sp>
      <p:sp>
        <p:nvSpPr>
          <p:cNvPr id="31" name="shape-2291">
            <a:extLst xmlns:a="http://schemas.openxmlformats.org/drawingml/2006/main">
              <a:ext uri="{FF2B5EF4-FFF2-40B4-BE49-F238E27FC236}">
                <a16:creationId xmlns:a16="http://schemas.microsoft.com/office/drawing/2014/main" id="{40EA62FF-C615-4478-A80F-59E49AC1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f55b653614f13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3" name="text-2292">
            <a:extLst xmlns:a="http://schemas.openxmlformats.org/drawingml/2006/main">
              <a:ext uri="{FF2B5EF4-FFF2-40B4-BE49-F238E27FC236}">
                <a16:creationId xmlns:a16="http://schemas.microsoft.com/office/drawing/2014/main" id="{EFE08E54-D3B7-4F11-AA05-46E9911D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fe326d086400d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5" name="text-2293">
            <a:extLst xmlns:a="http://schemas.openxmlformats.org/drawingml/2006/main">
              <a:ext uri="{FF2B5EF4-FFF2-40B4-BE49-F238E27FC236}">
                <a16:creationId xmlns:a16="http://schemas.microsoft.com/office/drawing/2014/main" id="{523B7B04-D54F-4841-A7B7-BDAECE22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ec1aa6cf94a36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7" name="text-2294">
            <a:extLst xmlns:a="http://schemas.openxmlformats.org/drawingml/2006/main">
              <a:ext uri="{FF2B5EF4-FFF2-40B4-BE49-F238E27FC236}">
                <a16:creationId xmlns:a16="http://schemas.microsoft.com/office/drawing/2014/main" id="{6D4C4BAA-FBBE-4C62-9522-25215CF9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3350740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744">
            <a:extLst xmlns:a="http://schemas.openxmlformats.org/drawingml/2006/main">
              <a:ext uri="{FF2B5EF4-FFF2-40B4-BE49-F238E27FC236}">
                <a16:creationId xmlns:a16="http://schemas.microsoft.com/office/drawing/2014/main" id="{3B68D8AD-222B-4A60-A72B-2CFFFD36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AGENT SKILL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F1FC27-34F4-44AB-B1DA-A840FB62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跨平台 SKILL.md：最小而清楚</a:t>
            </a:r>
          </a:p>
        </p:txBody>
      </p:sp>
      <p:cxnSp>
        <p:nvCxnSpPr>
          <p:cNvPr id="23" name="shape-174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746">
            <a:extLst xmlns:a="http://schemas.openxmlformats.org/drawingml/2006/main">
              <a:ext uri="{FF2B5EF4-FFF2-40B4-BE49-F238E27FC236}">
                <a16:creationId xmlns:a16="http://schemas.microsoft.com/office/drawing/2014/main" id="{A5030A8C-859B-4878-803F-D6ED1335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19C3F1-12F3-40D1-932B-D36ECEBB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38</a:t>
            </a:r>
          </a:p>
        </p:txBody>
      </p:sp>
      <p:sp>
        <p:nvSpPr>
          <p:cNvPr id="6" name="text-1747">
            <a:extLst xmlns:a="http://schemas.openxmlformats.org/drawingml/2006/main">
              <a:ext uri="{FF2B5EF4-FFF2-40B4-BE49-F238E27FC236}">
                <a16:creationId xmlns:a16="http://schemas.microsoft.com/office/drawing/2014/main" id="{8F5CFCB5-446C-4F39-BC5E-4C86A194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8580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1B2A3D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---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name: course-site-quality-check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description: 檢查課程網站的手機版、無障礙、連結與部署狀態；當使用者要求網站上線前總檢時使用。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# 課程網站上線前總檢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1. 先唯讀檢查現況，不直接發布。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2. 依序檢查手機版、鍵盤操作、連結與隱私。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3. 對每項標示：通過／失敗／未確認。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4. 只有在使用者明確授權後才部署。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5. 交付檢查表、證據與下一步。</a:t>
            </a:r>
          </a:p>
        </p:txBody>
      </p:sp>
      <p:sp>
        <p:nvSpPr>
          <p:cNvPr id="7" name="text-1748">
            <a:extLst xmlns:a="http://schemas.openxmlformats.org/drawingml/2006/main">
              <a:ext uri="{FF2B5EF4-FFF2-40B4-BE49-F238E27FC236}">
                <a16:creationId xmlns:a16="http://schemas.microsoft.com/office/drawing/2014/main" id="{29A522BA-5CBB-4454-B75F-6412597D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Frontmatter</a:t>
            </a:r>
          </a:p>
        </p:txBody>
      </p:sp>
      <p:sp>
        <p:nvSpPr>
          <p:cNvPr id="8" name="text-1749">
            <a:extLst xmlns:a="http://schemas.openxmlformats.org/drawingml/2006/main">
              <a:ext uri="{FF2B5EF4-FFF2-40B4-BE49-F238E27FC236}">
                <a16:creationId xmlns:a16="http://schemas.microsoft.com/office/drawing/2014/main" id="{1804516C-B77D-446E-8C00-E59C8ABA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為跨 Antigravity 與 Codex 使用，只保留 name、description。</a:t>
            </a:r>
          </a:p>
        </p:txBody>
      </p:sp>
      <p:sp>
        <p:nvSpPr>
          <p:cNvPr id="9" name="text-1750">
            <a:extLst xmlns:a="http://schemas.openxmlformats.org/drawingml/2006/main">
              <a:ext uri="{FF2B5EF4-FFF2-40B4-BE49-F238E27FC236}">
                <a16:creationId xmlns:a16="http://schemas.microsoft.com/office/drawing/2014/main" id="{DC17E667-4F00-4FC2-8244-A88F3853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E9F94"/>
                </a:solidFill>
                <a:latin typeface="Noto Sans TC"/>
                <a:ea typeface="Noto Sans TC"/>
                <a:cs typeface="Noto Sans TC"/>
              </a:rPr>
              <a:t>描述要能觸發</a:t>
            </a:r>
          </a:p>
        </p:txBody>
      </p:sp>
      <p:sp>
        <p:nvSpPr>
          <p:cNvPr id="10" name="text-1751">
            <a:extLst xmlns:a="http://schemas.openxmlformats.org/drawingml/2006/main">
              <a:ext uri="{FF2B5EF4-FFF2-40B4-BE49-F238E27FC236}">
                <a16:creationId xmlns:a16="http://schemas.microsoft.com/office/drawing/2014/main" id="{E1FE8C10-46AB-4EF7-B9B7-A90ACA85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寫清楚何時使用，以及它解決什麼工作。</a:t>
            </a:r>
          </a:p>
        </p:txBody>
      </p:sp>
      <p:sp>
        <p:nvSpPr>
          <p:cNvPr id="11" name="text-1752">
            <a:extLst xmlns:a="http://schemas.openxmlformats.org/drawingml/2006/main">
              <a:ext uri="{FF2B5EF4-FFF2-40B4-BE49-F238E27FC236}">
                <a16:creationId xmlns:a16="http://schemas.microsoft.com/office/drawing/2014/main" id="{8F1A2417-B0FB-40B6-80E1-DC60452F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流程要能驗收</a:t>
            </a:r>
          </a:p>
        </p:txBody>
      </p:sp>
      <p:sp>
        <p:nvSpPr>
          <p:cNvPr id="12" name="text-1753">
            <a:extLst xmlns:a="http://schemas.openxmlformats.org/drawingml/2006/main">
              <a:ext uri="{FF2B5EF4-FFF2-40B4-BE49-F238E27FC236}">
                <a16:creationId xmlns:a16="http://schemas.microsoft.com/office/drawing/2014/main" id="{77A6AA73-50EF-4E23-B31D-57DB2BBB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步驟、狀態與授權邊界都可檢查。</a:t>
            </a:r>
          </a:p>
        </p:txBody>
      </p:sp>
      <p:sp>
        <p:nvSpPr>
          <p:cNvPr id="13" name="text-2207">
            <a:extLst xmlns:a="http://schemas.openxmlformats.org/drawingml/2006/main">
              <a:ext uri="{FF2B5EF4-FFF2-40B4-BE49-F238E27FC236}">
                <a16:creationId xmlns:a16="http://schemas.microsoft.com/office/drawing/2014/main" id="{E9842068-D5B8-4735-B5D4-7E0DC84A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6921cac29e34c74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55fd379b2554c32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bb4de4bc4124ab8"/>
              </a:rPr>
              <a:t>Skills 資源庫 ↗</a:t>
            </a:r>
          </a:p>
        </p:txBody>
      </p:sp>
      <p:sp>
        <p:nvSpPr>
          <p:cNvPr id="14" name="shape-2295">
            <a:extLst xmlns:a="http://schemas.openxmlformats.org/drawingml/2006/main">
              <a:ext uri="{FF2B5EF4-FFF2-40B4-BE49-F238E27FC236}">
                <a16:creationId xmlns:a16="http://schemas.microsoft.com/office/drawing/2014/main" id="{67FF4BD5-5C0F-42FA-A7D5-13570836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ffbbf3cc445b4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6" name="text-2296">
            <a:extLst xmlns:a="http://schemas.openxmlformats.org/drawingml/2006/main">
              <a:ext uri="{FF2B5EF4-FFF2-40B4-BE49-F238E27FC236}">
                <a16:creationId xmlns:a16="http://schemas.microsoft.com/office/drawing/2014/main" id="{8419862B-9772-4477-B8AE-DD13EBFD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131bba14149af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8" name="text-2297">
            <a:extLst xmlns:a="http://schemas.openxmlformats.org/drawingml/2006/main">
              <a:ext uri="{FF2B5EF4-FFF2-40B4-BE49-F238E27FC236}">
                <a16:creationId xmlns:a16="http://schemas.microsoft.com/office/drawing/2014/main" id="{9F93492B-45C1-448F-96B2-2BB9378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f3fe4c1ca491a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0" name="text-2298">
            <a:extLst xmlns:a="http://schemas.openxmlformats.org/drawingml/2006/main">
              <a:ext uri="{FF2B5EF4-FFF2-40B4-BE49-F238E27FC236}">
                <a16:creationId xmlns:a16="http://schemas.microsoft.com/office/drawing/2014/main" id="{BCA1BDF3-3DBC-4829-8F2A-4637DF69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67070744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1754">
            <a:extLst xmlns:a="http://schemas.openxmlformats.org/drawingml/2006/main">
              <a:ext uri="{FF2B5EF4-FFF2-40B4-BE49-F238E27FC236}">
                <a16:creationId xmlns:a16="http://schemas.microsoft.com/office/drawing/2014/main" id="{2690D281-065A-44C6-87E1-120744DA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PROGRESSIVE DISCLOSURE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FAFE89-095A-46C1-9FC0-291ED410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漸進式揭露：Agent 需要時才讀細節</a:t>
            </a:r>
          </a:p>
        </p:txBody>
      </p:sp>
      <p:cxnSp>
        <p:nvCxnSpPr>
          <p:cNvPr id="36" name="shape-175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756">
            <a:extLst xmlns:a="http://schemas.openxmlformats.org/drawingml/2006/main">
              <a:ext uri="{FF2B5EF4-FFF2-40B4-BE49-F238E27FC236}">
                <a16:creationId xmlns:a16="http://schemas.microsoft.com/office/drawing/2014/main" id="{D32E4297-A6F4-494F-A84B-12BD9629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3200E5-89D8-4121-85FE-F8DAA043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39</a:t>
            </a:r>
          </a:p>
        </p:txBody>
      </p:sp>
      <p:sp>
        <p:nvSpPr>
          <p:cNvPr id="6" name="shape-1757">
            <a:extLst xmlns:a="http://schemas.openxmlformats.org/drawingml/2006/main">
              <a:ext uri="{FF2B5EF4-FFF2-40B4-BE49-F238E27FC236}">
                <a16:creationId xmlns:a16="http://schemas.microsoft.com/office/drawing/2014/main" id="{6495E94D-ECE9-4FBB-ADB8-EF814B5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758">
            <a:extLst xmlns:a="http://schemas.openxmlformats.org/drawingml/2006/main">
              <a:ext uri="{FF2B5EF4-FFF2-40B4-BE49-F238E27FC236}">
                <a16:creationId xmlns:a16="http://schemas.microsoft.com/office/drawing/2014/main" id="{9DC20214-B58B-4C8B-82C4-F1447E12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759">
            <a:extLst xmlns:a="http://schemas.openxmlformats.org/drawingml/2006/main">
              <a:ext uri="{FF2B5EF4-FFF2-40B4-BE49-F238E27FC236}">
                <a16:creationId xmlns:a16="http://schemas.microsoft.com/office/drawing/2014/main" id="{0C4946FE-D0AE-4BB8-BF67-06A536B2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第一層：描述</a:t>
            </a:r>
          </a:p>
        </p:txBody>
      </p:sp>
      <p:sp>
        <p:nvSpPr>
          <p:cNvPr id="9" name="text-1760">
            <a:extLst xmlns:a="http://schemas.openxmlformats.org/drawingml/2006/main">
              <a:ext uri="{FF2B5EF4-FFF2-40B4-BE49-F238E27FC236}">
                <a16:creationId xmlns:a16="http://schemas.microsoft.com/office/drawing/2014/main" id="{24913D3D-F688-4ACF-A95B-A3BDA205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Agent 先看名稱與 description，判斷是否適用。</a:t>
            </a:r>
          </a:p>
        </p:txBody>
      </p:sp>
      <p:sp>
        <p:nvSpPr>
          <p:cNvPr id="10" name="shape-1761">
            <a:extLst xmlns:a="http://schemas.openxmlformats.org/drawingml/2006/main">
              <a:ext uri="{FF2B5EF4-FFF2-40B4-BE49-F238E27FC236}">
                <a16:creationId xmlns:a16="http://schemas.microsoft.com/office/drawing/2014/main" id="{C305E4F1-CCC2-48B5-86DB-F2DB6824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762">
            <a:extLst xmlns:a="http://schemas.openxmlformats.org/drawingml/2006/main">
              <a:ext uri="{FF2B5EF4-FFF2-40B4-BE49-F238E27FC236}">
                <a16:creationId xmlns:a16="http://schemas.microsoft.com/office/drawing/2014/main" id="{6C3B06DD-6101-454A-B1F7-CD9A4A8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763">
            <a:extLst xmlns:a="http://schemas.openxmlformats.org/drawingml/2006/main">
              <a:ext uri="{FF2B5EF4-FFF2-40B4-BE49-F238E27FC236}">
                <a16:creationId xmlns:a16="http://schemas.microsoft.com/office/drawing/2014/main" id="{0776D99C-7A8D-48FB-83AA-3B1116D5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第二層：主流程</a:t>
            </a:r>
          </a:p>
        </p:txBody>
      </p:sp>
      <p:sp>
        <p:nvSpPr>
          <p:cNvPr id="13" name="text-1764">
            <a:extLst xmlns:a="http://schemas.openxmlformats.org/drawingml/2006/main">
              <a:ext uri="{FF2B5EF4-FFF2-40B4-BE49-F238E27FC236}">
                <a16:creationId xmlns:a16="http://schemas.microsoft.com/office/drawing/2014/main" id="{D0F1A1C9-E432-4E34-9F59-4EB5D88F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觸發後讀 SKILL.md，取得核心步驟與規則。</a:t>
            </a:r>
          </a:p>
        </p:txBody>
      </p:sp>
      <p:sp>
        <p:nvSpPr>
          <p:cNvPr id="14" name="shape-1765">
            <a:extLst xmlns:a="http://schemas.openxmlformats.org/drawingml/2006/main">
              <a:ext uri="{FF2B5EF4-FFF2-40B4-BE49-F238E27FC236}">
                <a16:creationId xmlns:a16="http://schemas.microsoft.com/office/drawing/2014/main" id="{E9985F26-30AA-4CAA-9E65-F01EC40E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766">
            <a:extLst xmlns:a="http://schemas.openxmlformats.org/drawingml/2006/main">
              <a:ext uri="{FF2B5EF4-FFF2-40B4-BE49-F238E27FC236}">
                <a16:creationId xmlns:a16="http://schemas.microsoft.com/office/drawing/2014/main" id="{66553AD7-442C-4250-8150-273A41FF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767">
            <a:extLst xmlns:a="http://schemas.openxmlformats.org/drawingml/2006/main">
              <a:ext uri="{FF2B5EF4-FFF2-40B4-BE49-F238E27FC236}">
                <a16:creationId xmlns:a16="http://schemas.microsoft.com/office/drawing/2014/main" id="{8B0C867F-AD72-4ECF-BBF1-A4F45E2D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第三層：附件</a:t>
            </a:r>
          </a:p>
        </p:txBody>
      </p:sp>
      <p:sp>
        <p:nvSpPr>
          <p:cNvPr id="17" name="text-1768">
            <a:extLst xmlns:a="http://schemas.openxmlformats.org/drawingml/2006/main">
              <a:ext uri="{FF2B5EF4-FFF2-40B4-BE49-F238E27FC236}">
                <a16:creationId xmlns:a16="http://schemas.microsoft.com/office/drawing/2014/main" id="{6BBD3611-8B5C-44B0-81B7-CDD8BCC8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任務需要時才讀 references、執行 scripts、取用 assets。</a:t>
            </a:r>
          </a:p>
        </p:txBody>
      </p:sp>
      <p:sp>
        <p:nvSpPr>
          <p:cNvPr id="18" name="text-1769">
            <a:extLst xmlns:a="http://schemas.openxmlformats.org/drawingml/2006/main">
              <a:ext uri="{FF2B5EF4-FFF2-40B4-BE49-F238E27FC236}">
                <a16:creationId xmlns:a16="http://schemas.microsoft.com/office/drawing/2014/main" id="{C24CB8E2-B534-40EC-88C6-E19AFC49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描述</a:t>
            </a:r>
          </a:p>
        </p:txBody>
      </p:sp>
      <p:sp>
        <p:nvSpPr>
          <p:cNvPr id="19" name="text-1770">
            <a:extLst xmlns:a="http://schemas.openxmlformats.org/drawingml/2006/main">
              <a:ext uri="{FF2B5EF4-FFF2-40B4-BE49-F238E27FC236}">
                <a16:creationId xmlns:a16="http://schemas.microsoft.com/office/drawing/2014/main" id="{6E43B2C1-F278-4B70-8959-07C0FAE7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SKILL.md</a:t>
            </a:r>
          </a:p>
        </p:txBody>
      </p:sp>
      <p:sp>
        <p:nvSpPr>
          <p:cNvPr id="20" name="text-1771">
            <a:extLst xmlns:a="http://schemas.openxmlformats.org/drawingml/2006/main">
              <a:ext uri="{FF2B5EF4-FFF2-40B4-BE49-F238E27FC236}">
                <a16:creationId xmlns:a16="http://schemas.microsoft.com/office/drawing/2014/main" id="{11BF7647-740E-42E6-8BC4-27311013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附件</a:t>
            </a:r>
          </a:p>
        </p:txBody>
      </p:sp>
      <p:sp>
        <p:nvSpPr>
          <p:cNvPr id="21" name="text-1772">
            <a:extLst xmlns:a="http://schemas.openxmlformats.org/drawingml/2006/main">
              <a:ext uri="{FF2B5EF4-FFF2-40B4-BE49-F238E27FC236}">
                <a16:creationId xmlns:a16="http://schemas.microsoft.com/office/drawing/2014/main" id="{DDBF2A57-7972-4BD7-A516-9ADBF7B6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1714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ECE7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可驗證成果</a:t>
            </a:r>
          </a:p>
        </p:txBody>
      </p:sp>
      <p:cxnSp>
        <p:nvCxnSpPr>
          <p:cNvPr id="5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28900" y="5181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295900" y="5181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962900" y="5181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4A"/>
            </a:solidFill>
            <a:prstDash val="solid"/>
            <a:tailEnd type="arrow" w="sm" len="sm"/>
          </a:ln>
        </p:spPr>
      </p:cxnSp>
      <p:sp>
        <p:nvSpPr>
          <p:cNvPr id="25" name="text-1773">
            <a:extLst xmlns:a="http://schemas.openxmlformats.org/drawingml/2006/main">
              <a:ext uri="{FF2B5EF4-FFF2-40B4-BE49-F238E27FC236}">
                <a16:creationId xmlns:a16="http://schemas.microsoft.com/office/drawing/2014/main" id="{36DC910B-DD45-47F2-B874-BCD9ED7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19750"/>
            <a:ext cx="560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按需載入，不把整個知識庫一次塞進主文</a:t>
            </a:r>
          </a:p>
        </p:txBody>
      </p:sp>
      <p:sp>
        <p:nvSpPr>
          <p:cNvPr id="26" name="text-2208">
            <a:extLst xmlns:a="http://schemas.openxmlformats.org/drawingml/2006/main">
              <a:ext uri="{FF2B5EF4-FFF2-40B4-BE49-F238E27FC236}">
                <a16:creationId xmlns:a16="http://schemas.microsoft.com/office/drawing/2014/main" id="{F2319A3C-6BE7-4E2B-B744-C3BD5266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2811ae46b3c411e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b1cc5dcd0104760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f9c65a71a4b4a94"/>
              </a:rPr>
              <a:t>Skills 資源庫 ↗</a:t>
            </a:r>
          </a:p>
        </p:txBody>
      </p:sp>
      <p:sp>
        <p:nvSpPr>
          <p:cNvPr id="27" name="shape-2299">
            <a:extLst xmlns:a="http://schemas.openxmlformats.org/drawingml/2006/main">
              <a:ext uri="{FF2B5EF4-FFF2-40B4-BE49-F238E27FC236}">
                <a16:creationId xmlns:a16="http://schemas.microsoft.com/office/drawing/2014/main" id="{5E73CDBD-822E-4ECE-8016-81A7472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1a7c1e5a44b58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2300">
            <a:extLst xmlns:a="http://schemas.openxmlformats.org/drawingml/2006/main">
              <a:ext uri="{FF2B5EF4-FFF2-40B4-BE49-F238E27FC236}">
                <a16:creationId xmlns:a16="http://schemas.microsoft.com/office/drawing/2014/main" id="{3F2FA5CF-4457-4CD2-9169-85173602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565b244a446d8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1" name="text-2301">
            <a:extLst xmlns:a="http://schemas.openxmlformats.org/drawingml/2006/main">
              <a:ext uri="{FF2B5EF4-FFF2-40B4-BE49-F238E27FC236}">
                <a16:creationId xmlns:a16="http://schemas.microsoft.com/office/drawing/2014/main" id="{40F033A5-80C3-4594-9EF5-693947FA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200adb5644791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3" name="text-2302">
            <a:extLst xmlns:a="http://schemas.openxmlformats.org/drawingml/2006/main">
              <a:ext uri="{FF2B5EF4-FFF2-40B4-BE49-F238E27FC236}">
                <a16:creationId xmlns:a16="http://schemas.microsoft.com/office/drawing/2014/main" id="{4B394596-2893-4371-8316-BE10E76F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100369103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774">
            <a:extLst xmlns:a="http://schemas.openxmlformats.org/drawingml/2006/main">
              <a:ext uri="{FF2B5EF4-FFF2-40B4-BE49-F238E27FC236}">
                <a16:creationId xmlns:a16="http://schemas.microsoft.com/office/drawing/2014/main" id="{B257F6BE-2BB7-44BF-88CE-ED15B586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F84407-1ADE-4CED-94BA-1E79DB50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 C｜把一筆提示詞升級成教育 Skill</a:t>
            </a:r>
          </a:p>
        </p:txBody>
      </p:sp>
      <p:cxnSp>
        <p:nvCxnSpPr>
          <p:cNvPr id="29" name="shape-177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776">
            <a:extLst xmlns:a="http://schemas.openxmlformats.org/drawingml/2006/main">
              <a:ext uri="{FF2B5EF4-FFF2-40B4-BE49-F238E27FC236}">
                <a16:creationId xmlns:a16="http://schemas.microsoft.com/office/drawing/2014/main" id="{F1F33074-6B3C-4EF7-A040-A46D7380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F4E82E-96E7-444E-9EA1-162D290B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40</a:t>
            </a:r>
          </a:p>
        </p:txBody>
      </p:sp>
      <p:sp>
        <p:nvSpPr>
          <p:cNvPr id="6" name="text-1777">
            <a:extLst xmlns:a="http://schemas.openxmlformats.org/drawingml/2006/main">
              <a:ext uri="{FF2B5EF4-FFF2-40B4-BE49-F238E27FC236}">
                <a16:creationId xmlns:a16="http://schemas.microsoft.com/office/drawing/2014/main" id="{1CD01838-495E-45E6-AC17-D1C4A19A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778">
            <a:extLst xmlns:a="http://schemas.openxmlformats.org/drawingml/2006/main">
              <a:ext uri="{FF2B5EF4-FFF2-40B4-BE49-F238E27FC236}">
                <a16:creationId xmlns:a16="http://schemas.microsoft.com/office/drawing/2014/main" id="{3F2C4525-EACE-4758-B17E-1D898077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779">
            <a:extLst xmlns:a="http://schemas.openxmlformats.org/drawingml/2006/main">
              <a:ext uri="{FF2B5EF4-FFF2-40B4-BE49-F238E27FC236}">
                <a16:creationId xmlns:a16="http://schemas.microsoft.com/office/drawing/2014/main" id="{FEB60944-76EA-4167-B4FB-F6A8D8E4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780">
            <a:extLst xmlns:a="http://schemas.openxmlformats.org/drawingml/2006/main">
              <a:ext uri="{FF2B5EF4-FFF2-40B4-BE49-F238E27FC236}">
                <a16:creationId xmlns:a16="http://schemas.microsoft.com/office/drawing/2014/main" id="{6CE3ABC4-B5DB-4088-A467-79FADDCA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從快捷面板選一個高頻提示詞</a:t>
            </a:r>
          </a:p>
        </p:txBody>
      </p:sp>
      <p:sp>
        <p:nvSpPr>
          <p:cNvPr id="10" name="text-1781">
            <a:extLst xmlns:a="http://schemas.openxmlformats.org/drawingml/2006/main">
              <a:ext uri="{FF2B5EF4-FFF2-40B4-BE49-F238E27FC236}">
                <a16:creationId xmlns:a16="http://schemas.microsoft.com/office/drawing/2014/main" id="{659009C2-2492-4CE5-962C-85107008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782">
            <a:extLst xmlns:a="http://schemas.openxmlformats.org/drawingml/2006/main">
              <a:ext uri="{FF2B5EF4-FFF2-40B4-BE49-F238E27FC236}">
                <a16:creationId xmlns:a16="http://schemas.microsoft.com/office/drawing/2014/main" id="{EA865548-12E6-44A0-9378-CA9368DA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補齊輸入、步驟、限制與驗收</a:t>
            </a:r>
          </a:p>
        </p:txBody>
      </p:sp>
      <p:sp>
        <p:nvSpPr>
          <p:cNvPr id="12" name="text-1783">
            <a:extLst xmlns:a="http://schemas.openxmlformats.org/drawingml/2006/main">
              <a:ext uri="{FF2B5EF4-FFF2-40B4-BE49-F238E27FC236}">
                <a16:creationId xmlns:a16="http://schemas.microsoft.com/office/drawing/2014/main" id="{90D31F3A-26F7-4203-AB5A-569E1A7E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784">
            <a:extLst xmlns:a="http://schemas.openxmlformats.org/drawingml/2006/main">
              <a:ext uri="{FF2B5EF4-FFF2-40B4-BE49-F238E27FC236}">
                <a16:creationId xmlns:a16="http://schemas.microsoft.com/office/drawing/2014/main" id="{5ACEE989-27D4-4BB7-A7EF-A4463601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建立資料夾與 SKILL.md</a:t>
            </a:r>
          </a:p>
        </p:txBody>
      </p:sp>
      <p:sp>
        <p:nvSpPr>
          <p:cNvPr id="14" name="text-1785">
            <a:extLst xmlns:a="http://schemas.openxmlformats.org/drawingml/2006/main">
              <a:ext uri="{FF2B5EF4-FFF2-40B4-BE49-F238E27FC236}">
                <a16:creationId xmlns:a16="http://schemas.microsoft.com/office/drawing/2014/main" id="{7F3C7C31-460A-48CA-B040-4786CF2A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786">
            <a:extLst xmlns:a="http://schemas.openxmlformats.org/drawingml/2006/main">
              <a:ext uri="{FF2B5EF4-FFF2-40B4-BE49-F238E27FC236}">
                <a16:creationId xmlns:a16="http://schemas.microsoft.com/office/drawing/2014/main" id="{7E3EC382-24D7-43DF-93CB-F0A1FA5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在 Agent 中用自然語句觸發並修正</a:t>
            </a:r>
          </a:p>
        </p:txBody>
      </p:sp>
      <p:sp>
        <p:nvSpPr>
          <p:cNvPr id="16" name="shape-1787">
            <a:extLst xmlns:a="http://schemas.openxmlformats.org/drawingml/2006/main">
              <a:ext uri="{FF2B5EF4-FFF2-40B4-BE49-F238E27FC236}">
                <a16:creationId xmlns:a16="http://schemas.microsoft.com/office/drawing/2014/main" id="{7FA0E67E-DB12-4BDD-AA22-4B2CF6D1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788">
            <a:extLst xmlns:a="http://schemas.openxmlformats.org/drawingml/2006/main">
              <a:ext uri="{FF2B5EF4-FFF2-40B4-BE49-F238E27FC236}">
                <a16:creationId xmlns:a16="http://schemas.microsoft.com/office/drawing/2014/main" id="{005919CE-0D96-4A99-9D60-F5B506FE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789">
            <a:extLst xmlns:a="http://schemas.openxmlformats.org/drawingml/2006/main">
              <a:ext uri="{FF2B5EF4-FFF2-40B4-BE49-F238E27FC236}">
                <a16:creationId xmlns:a16="http://schemas.microsoft.com/office/drawing/2014/main" id="{A53A9838-7B38-40EE-93A5-BAD0DC42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名稱與描述清楚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流程可重複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有至少一項驗收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需要授權的動作會停</a:t>
            </a:r>
          </a:p>
        </p:txBody>
      </p:sp>
      <p:sp>
        <p:nvSpPr>
          <p:cNvPr id="19" name="text-2209">
            <a:extLst xmlns:a="http://schemas.openxmlformats.org/drawingml/2006/main">
              <a:ext uri="{FF2B5EF4-FFF2-40B4-BE49-F238E27FC236}">
                <a16:creationId xmlns:a16="http://schemas.microsoft.com/office/drawing/2014/main" id="{F0BA7167-A2A9-4BAB-8E4E-7402E0BC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6f659e9707e4d15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248c8168d034499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33ba804c878468c"/>
              </a:rPr>
              <a:t>Skills 資源庫 ↗</a:t>
            </a:r>
          </a:p>
        </p:txBody>
      </p:sp>
      <p:sp>
        <p:nvSpPr>
          <p:cNvPr id="20" name="shape-2303">
            <a:extLst xmlns:a="http://schemas.openxmlformats.org/drawingml/2006/main">
              <a:ext uri="{FF2B5EF4-FFF2-40B4-BE49-F238E27FC236}">
                <a16:creationId xmlns:a16="http://schemas.microsoft.com/office/drawing/2014/main" id="{5315ACB8-B04E-4519-8237-E96D306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07fe0ca304681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2" name="text-2304">
            <a:extLst xmlns:a="http://schemas.openxmlformats.org/drawingml/2006/main">
              <a:ext uri="{FF2B5EF4-FFF2-40B4-BE49-F238E27FC236}">
                <a16:creationId xmlns:a16="http://schemas.microsoft.com/office/drawing/2014/main" id="{8B7666E0-3C0A-4ABB-8347-ADCFC74A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e57e428d0456a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2305">
            <a:extLst xmlns:a="http://schemas.openxmlformats.org/drawingml/2006/main">
              <a:ext uri="{FF2B5EF4-FFF2-40B4-BE49-F238E27FC236}">
                <a16:creationId xmlns:a16="http://schemas.microsoft.com/office/drawing/2014/main" id="{8DD2374C-316F-4F0D-A2D0-BE6526E7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fc02b6fad4a80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2306">
            <a:extLst xmlns:a="http://schemas.openxmlformats.org/drawingml/2006/main">
              <a:ext uri="{FF2B5EF4-FFF2-40B4-BE49-F238E27FC236}">
                <a16:creationId xmlns:a16="http://schemas.microsoft.com/office/drawing/2014/main" id="{E6A58AD4-E6C8-4707-9C17-F5FE4ECE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19450447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90">
            <a:extLst xmlns:a="http://schemas.openxmlformats.org/drawingml/2006/main">
              <a:ext uri="{FF2B5EF4-FFF2-40B4-BE49-F238E27FC236}">
                <a16:creationId xmlns:a16="http://schemas.microsoft.com/office/drawing/2014/main" id="{BBF8BD02-211A-4F00-A0FA-EAE9DDF6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CROSS-AGENT TEST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D5EB36-6099-4F13-BE2C-D70E7C9F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同一個 Skill，做兩輪交叉測試</a:t>
            </a:r>
          </a:p>
        </p:txBody>
      </p:sp>
      <p:cxnSp>
        <p:nvCxnSpPr>
          <p:cNvPr id="32" name="shape-179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792">
            <a:extLst xmlns:a="http://schemas.openxmlformats.org/drawingml/2006/main">
              <a:ext uri="{FF2B5EF4-FFF2-40B4-BE49-F238E27FC236}">
                <a16:creationId xmlns:a16="http://schemas.microsoft.com/office/drawing/2014/main" id="{00B53596-D13C-4516-9038-BC18451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945D59-1D82-45F7-86A1-56164B1B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41</a:t>
            </a:r>
          </a:p>
        </p:txBody>
      </p:sp>
      <p:sp>
        <p:nvSpPr>
          <p:cNvPr id="6" name="shape-1793">
            <a:extLst xmlns:a="http://schemas.openxmlformats.org/drawingml/2006/main">
              <a:ext uri="{FF2B5EF4-FFF2-40B4-BE49-F238E27FC236}">
                <a16:creationId xmlns:a16="http://schemas.microsoft.com/office/drawing/2014/main" id="{D7C1DE46-3FAF-4FD7-A485-F71E130E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794">
            <a:extLst xmlns:a="http://schemas.openxmlformats.org/drawingml/2006/main">
              <a:ext uri="{FF2B5EF4-FFF2-40B4-BE49-F238E27FC236}">
                <a16:creationId xmlns:a16="http://schemas.microsoft.com/office/drawing/2014/main" id="{1D7CAFAE-1BCB-4BEF-90EF-5F4B183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795">
            <a:extLst xmlns:a="http://schemas.openxmlformats.org/drawingml/2006/main">
              <a:ext uri="{FF2B5EF4-FFF2-40B4-BE49-F238E27FC236}">
                <a16:creationId xmlns:a16="http://schemas.microsoft.com/office/drawing/2014/main" id="{6CA389AB-1C93-47F3-A983-03A1621C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觸發</a:t>
            </a:r>
          </a:p>
        </p:txBody>
      </p:sp>
      <p:sp>
        <p:nvSpPr>
          <p:cNvPr id="9" name="text-1796">
            <a:extLst xmlns:a="http://schemas.openxmlformats.org/drawingml/2006/main">
              <a:ext uri="{FF2B5EF4-FFF2-40B4-BE49-F238E27FC236}">
                <a16:creationId xmlns:a16="http://schemas.microsoft.com/office/drawing/2014/main" id="{AF2D0BBA-8DEA-4665-B31F-92CAE65F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與 Codex 是否都能從 description 判斷何時使用？</a:t>
            </a:r>
          </a:p>
        </p:txBody>
      </p:sp>
      <p:sp>
        <p:nvSpPr>
          <p:cNvPr id="10" name="shape-1797">
            <a:extLst xmlns:a="http://schemas.openxmlformats.org/drawingml/2006/main">
              <a:ext uri="{FF2B5EF4-FFF2-40B4-BE49-F238E27FC236}">
                <a16:creationId xmlns:a16="http://schemas.microsoft.com/office/drawing/2014/main" id="{0EDE790E-BACB-4E2B-984B-CC601BA2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798">
            <a:extLst xmlns:a="http://schemas.openxmlformats.org/drawingml/2006/main">
              <a:ext uri="{FF2B5EF4-FFF2-40B4-BE49-F238E27FC236}">
                <a16:creationId xmlns:a16="http://schemas.microsoft.com/office/drawing/2014/main" id="{5AE9DF08-7C9B-4C18-B1B3-B3BA6BAC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799">
            <a:extLst xmlns:a="http://schemas.openxmlformats.org/drawingml/2006/main">
              <a:ext uri="{FF2B5EF4-FFF2-40B4-BE49-F238E27FC236}">
                <a16:creationId xmlns:a16="http://schemas.microsoft.com/office/drawing/2014/main" id="{AC897B2F-94CE-4094-979D-4DB733CF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步驟</a:t>
            </a:r>
          </a:p>
        </p:txBody>
      </p:sp>
      <p:sp>
        <p:nvSpPr>
          <p:cNvPr id="13" name="text-1800">
            <a:extLst xmlns:a="http://schemas.openxmlformats.org/drawingml/2006/main">
              <a:ext uri="{FF2B5EF4-FFF2-40B4-BE49-F238E27FC236}">
                <a16:creationId xmlns:a16="http://schemas.microsoft.com/office/drawing/2014/main" id="{4EE0370A-4FD3-468E-BADA-538963B2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是否按相同順序處理，或清楚說明環境差異？</a:t>
            </a:r>
          </a:p>
        </p:txBody>
      </p:sp>
      <p:sp>
        <p:nvSpPr>
          <p:cNvPr id="14" name="shape-1801">
            <a:extLst xmlns:a="http://schemas.openxmlformats.org/drawingml/2006/main">
              <a:ext uri="{FF2B5EF4-FFF2-40B4-BE49-F238E27FC236}">
                <a16:creationId xmlns:a16="http://schemas.microsoft.com/office/drawing/2014/main" id="{138BC246-203B-4F28-9CEF-48F365D6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802">
            <a:extLst xmlns:a="http://schemas.openxmlformats.org/drawingml/2006/main">
              <a:ext uri="{FF2B5EF4-FFF2-40B4-BE49-F238E27FC236}">
                <a16:creationId xmlns:a16="http://schemas.microsoft.com/office/drawing/2014/main" id="{B00380A0-57FF-4603-9D4F-6D852F6B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803">
            <a:extLst xmlns:a="http://schemas.openxmlformats.org/drawingml/2006/main">
              <a:ext uri="{FF2B5EF4-FFF2-40B4-BE49-F238E27FC236}">
                <a16:creationId xmlns:a16="http://schemas.microsoft.com/office/drawing/2014/main" id="{01F923DE-EF9C-44E5-90B1-BCB6C981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護欄</a:t>
            </a:r>
          </a:p>
        </p:txBody>
      </p:sp>
      <p:sp>
        <p:nvSpPr>
          <p:cNvPr id="17" name="text-1804">
            <a:extLst xmlns:a="http://schemas.openxmlformats.org/drawingml/2006/main">
              <a:ext uri="{FF2B5EF4-FFF2-40B4-BE49-F238E27FC236}">
                <a16:creationId xmlns:a16="http://schemas.microsoft.com/office/drawing/2014/main" id="{49A7DEAB-686F-4F7B-AE75-861242AE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是否都在發布、刪除、寄送或改權限前停下？</a:t>
            </a:r>
          </a:p>
        </p:txBody>
      </p:sp>
      <p:sp>
        <p:nvSpPr>
          <p:cNvPr id="18" name="shape-1805">
            <a:extLst xmlns:a="http://schemas.openxmlformats.org/drawingml/2006/main">
              <a:ext uri="{FF2B5EF4-FFF2-40B4-BE49-F238E27FC236}">
                <a16:creationId xmlns:a16="http://schemas.microsoft.com/office/drawing/2014/main" id="{10DB1A8C-E823-42A8-BE73-841823B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806">
            <a:extLst xmlns:a="http://schemas.openxmlformats.org/drawingml/2006/main">
              <a:ext uri="{FF2B5EF4-FFF2-40B4-BE49-F238E27FC236}">
                <a16:creationId xmlns:a16="http://schemas.microsoft.com/office/drawing/2014/main" id="{5AA731CB-4086-483F-ADBD-BFF87E2B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807">
            <a:extLst xmlns:a="http://schemas.openxmlformats.org/drawingml/2006/main">
              <a:ext uri="{FF2B5EF4-FFF2-40B4-BE49-F238E27FC236}">
                <a16:creationId xmlns:a16="http://schemas.microsoft.com/office/drawing/2014/main" id="{EC4C1F19-0CFF-4445-8C1A-943753E9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證據</a:t>
            </a:r>
          </a:p>
        </p:txBody>
      </p:sp>
      <p:sp>
        <p:nvSpPr>
          <p:cNvPr id="21" name="text-1808">
            <a:extLst xmlns:a="http://schemas.openxmlformats.org/drawingml/2006/main">
              <a:ext uri="{FF2B5EF4-FFF2-40B4-BE49-F238E27FC236}">
                <a16:creationId xmlns:a16="http://schemas.microsoft.com/office/drawing/2014/main" id="{E169C651-851C-4AE8-9B40-88B8A0F9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是否都回報通過、失敗與未確認，而非只說完成？</a:t>
            </a:r>
          </a:p>
        </p:txBody>
      </p:sp>
      <p:sp>
        <p:nvSpPr>
          <p:cNvPr id="22" name="text-2210">
            <a:extLst xmlns:a="http://schemas.openxmlformats.org/drawingml/2006/main">
              <a:ext uri="{FF2B5EF4-FFF2-40B4-BE49-F238E27FC236}">
                <a16:creationId xmlns:a16="http://schemas.microsoft.com/office/drawing/2014/main" id="{3F293AB5-2B1F-4FFA-82B6-35C13A31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122f5a3c5e24b87"/>
              </a:rPr>
              <a:t>Antigravity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c544addbf294b19"/>
              </a:rPr>
              <a:t>Codex Skills ↗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a5327bc3b3f4887"/>
              </a:rPr>
              <a:t>Skills 資源庫 ↗</a:t>
            </a:r>
          </a:p>
        </p:txBody>
      </p:sp>
      <p:sp>
        <p:nvSpPr>
          <p:cNvPr id="23" name="shape-2307">
            <a:extLst xmlns:a="http://schemas.openxmlformats.org/drawingml/2006/main">
              <a:ext uri="{FF2B5EF4-FFF2-40B4-BE49-F238E27FC236}">
                <a16:creationId xmlns:a16="http://schemas.microsoft.com/office/drawing/2014/main" id="{8B802B37-DBD4-4D09-B308-0C969220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e890337d14b60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text-2308">
            <a:extLst xmlns:a="http://schemas.openxmlformats.org/drawingml/2006/main">
              <a:ext uri="{FF2B5EF4-FFF2-40B4-BE49-F238E27FC236}">
                <a16:creationId xmlns:a16="http://schemas.microsoft.com/office/drawing/2014/main" id="{9C96A464-C11F-42E1-96B8-647D9A6B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 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523471c284931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7" name="text-2309">
            <a:extLst xmlns:a="http://schemas.openxmlformats.org/drawingml/2006/main">
              <a:ext uri="{FF2B5EF4-FFF2-40B4-BE49-F238E27FC236}">
                <a16:creationId xmlns:a16="http://schemas.microsoft.com/office/drawing/2014/main" id="{2F245890-47DD-4597-B4F3-E768D4A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 Skills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480ebc5074556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2310">
            <a:extLst xmlns:a="http://schemas.openxmlformats.org/drawingml/2006/main">
              <a:ext uri="{FF2B5EF4-FFF2-40B4-BE49-F238E27FC236}">
                <a16:creationId xmlns:a16="http://schemas.microsoft.com/office/drawing/2014/main" id="{21D9764A-D1A4-4B9F-AA92-FEA2DBDC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Skills 資源庫</a:t>
            </a:r>
          </a:p>
        </p:txBody>
      </p:sp>
    </p:spTree>
    <p:extLst>
      <p:ext uri="{BB962C8B-B14F-4D97-AF65-F5344CB8AC3E}">
        <p14:creationId xmlns:p14="http://schemas.microsoft.com/office/powerpoint/2010/main" val="202567254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809">
            <a:extLst xmlns:a="http://schemas.openxmlformats.org/drawingml/2006/main">
              <a:ext uri="{FF2B5EF4-FFF2-40B4-BE49-F238E27FC236}">
                <a16:creationId xmlns:a16="http://schemas.microsoft.com/office/drawing/2014/main" id="{C3E8597B-466F-4112-BFEB-1BECBAFA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" name="text-1810">
            <a:extLst xmlns:a="http://schemas.openxmlformats.org/drawingml/2006/main">
              <a:ext uri="{FF2B5EF4-FFF2-40B4-BE49-F238E27FC236}">
                <a16:creationId xmlns:a16="http://schemas.microsoft.com/office/drawing/2014/main" id="{48529515-CF4D-4060-8ED5-F1A9DD9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分析學生資料</a:t>
            </a:r>
          </a:p>
        </p:txBody>
      </p:sp>
      <p:sp>
        <p:nvSpPr>
          <p:cNvPr id="3" name="text-1811">
            <a:extLst xmlns:a="http://schemas.openxmlformats.org/drawingml/2006/main">
              <a:ext uri="{FF2B5EF4-FFF2-40B4-BE49-F238E27FC236}">
                <a16:creationId xmlns:a16="http://schemas.microsoft.com/office/drawing/2014/main" id="{1A71652F-4122-4AD6-8BCC-510B0CC0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把選擇題統計與簡答題編碼分流處理，再用人工複核與一致性檢查，把 AI 變成研究助理而不是黑箱評分者。</a:t>
            </a:r>
          </a:p>
        </p:txBody>
      </p:sp>
      <p:sp>
        <p:nvSpPr>
          <p:cNvPr id="4" name="shape-1812">
            <a:extLst xmlns:a="http://schemas.openxmlformats.org/drawingml/2006/main">
              <a:ext uri="{FF2B5EF4-FFF2-40B4-BE49-F238E27FC236}">
                <a16:creationId xmlns:a16="http://schemas.microsoft.com/office/drawing/2014/main" id="{D1C4391B-3627-4B07-AC80-DEE3EF8B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813">
            <a:extLst xmlns:a="http://schemas.openxmlformats.org/drawingml/2006/main">
              <a:ext uri="{FF2B5EF4-FFF2-40B4-BE49-F238E27FC236}">
                <a16:creationId xmlns:a16="http://schemas.microsoft.com/office/drawing/2014/main" id="{FDBCBBDB-2A3B-4B93-9C3E-3A9F738B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20" name="shape-181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7" name="text-1815">
            <a:extLst xmlns:a="http://schemas.openxmlformats.org/drawingml/2006/main">
              <a:ext uri="{FF2B5EF4-FFF2-40B4-BE49-F238E27FC236}">
                <a16:creationId xmlns:a16="http://schemas.microsoft.com/office/drawing/2014/main" id="{DEB76762-8B90-40F8-9360-F4CA990F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9EE8E5-B90A-4CC1-A113-02984050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42</a:t>
            </a:r>
          </a:p>
        </p:txBody>
      </p:sp>
      <p:sp>
        <p:nvSpPr>
          <p:cNvPr id="9" name="text-2212">
            <a:extLst xmlns:a="http://schemas.openxmlformats.org/drawingml/2006/main">
              <a:ext uri="{FF2B5EF4-FFF2-40B4-BE49-F238E27FC236}">
                <a16:creationId xmlns:a16="http://schemas.microsoft.com/office/drawing/2014/main" id="{BE4D1CA1-29DD-4469-AC44-5D4DE67F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0e4a5e5ef95490e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e63fe896e3c481c"/>
              </a:rPr>
              <a:t>Codex ↗</a:t>
            </a:r>
          </a:p>
        </p:txBody>
      </p:sp>
      <p:sp>
        <p:nvSpPr>
          <p:cNvPr id="10" name="shape-2313">
            <a:extLst xmlns:a="http://schemas.openxmlformats.org/drawingml/2006/main">
              <a:ext uri="{FF2B5EF4-FFF2-40B4-BE49-F238E27FC236}">
                <a16:creationId xmlns:a16="http://schemas.microsoft.com/office/drawing/2014/main" id="{BCC55DA3-067C-424C-ADA1-66DF4619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062c5d4e04949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2" name="text-2314">
            <a:extLst xmlns:a="http://schemas.openxmlformats.org/drawingml/2006/main">
              <a:ext uri="{FF2B5EF4-FFF2-40B4-BE49-F238E27FC236}">
                <a16:creationId xmlns:a16="http://schemas.microsoft.com/office/drawing/2014/main" id="{3070F34C-F43E-40F4-8E30-1AE28F98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00f63b29448f4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4" name="text-2315">
            <a:extLst xmlns:a="http://schemas.openxmlformats.org/drawingml/2006/main">
              <a:ext uri="{FF2B5EF4-FFF2-40B4-BE49-F238E27FC236}">
                <a16:creationId xmlns:a16="http://schemas.microsoft.com/office/drawing/2014/main" id="{8B996851-C44A-4AAC-80E4-A2C58619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23113217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816">
            <a:extLst xmlns:a="http://schemas.openxmlformats.org/drawingml/2006/main">
              <a:ext uri="{FF2B5EF4-FFF2-40B4-BE49-F238E27FC236}">
                <a16:creationId xmlns:a16="http://schemas.microsoft.com/office/drawing/2014/main" id="{539CB3F6-2958-4E37-9870-B14625F5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TWO DATA LANES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1F35E3-A033-4703-AC8F-A4385C8C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先分流：選擇題算表現，簡答題讀理解證據</a:t>
            </a:r>
          </a:p>
        </p:txBody>
      </p:sp>
      <p:cxnSp>
        <p:nvCxnSpPr>
          <p:cNvPr id="31" name="shape-181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18">
            <a:extLst xmlns:a="http://schemas.openxmlformats.org/drawingml/2006/main">
              <a:ext uri="{FF2B5EF4-FFF2-40B4-BE49-F238E27FC236}">
                <a16:creationId xmlns:a16="http://schemas.microsoft.com/office/drawing/2014/main" id="{7D6BD2B8-3964-4D91-88E6-3F5D4C3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E3D4DE-7F64-454B-A811-83B176E2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43</a:t>
            </a:r>
          </a:p>
        </p:txBody>
      </p:sp>
      <p:sp>
        <p:nvSpPr>
          <p:cNvPr id="6" name="shape-1819">
            <a:extLst xmlns:a="http://schemas.openxmlformats.org/drawingml/2006/main">
              <a:ext uri="{FF2B5EF4-FFF2-40B4-BE49-F238E27FC236}">
                <a16:creationId xmlns:a16="http://schemas.microsoft.com/office/drawing/2014/main" id="{BCE32F74-B4DE-4593-925B-9CC56BC1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820">
            <a:extLst xmlns:a="http://schemas.openxmlformats.org/drawingml/2006/main">
              <a:ext uri="{FF2B5EF4-FFF2-40B4-BE49-F238E27FC236}">
                <a16:creationId xmlns:a16="http://schemas.microsoft.com/office/drawing/2014/main" id="{750F55CA-5EF5-4102-9B6B-F43DF685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1821">
            <a:extLst xmlns:a="http://schemas.openxmlformats.org/drawingml/2006/main">
              <a:ext uri="{FF2B5EF4-FFF2-40B4-BE49-F238E27FC236}">
                <a16:creationId xmlns:a16="http://schemas.microsoft.com/office/drawing/2014/main" id="{C7BFE4A8-0750-406E-89B1-97DC122A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選擇題／結構化資料</a:t>
            </a:r>
          </a:p>
        </p:txBody>
      </p:sp>
      <p:sp>
        <p:nvSpPr>
          <p:cNvPr id="9" name="text-1822">
            <a:extLst xmlns:a="http://schemas.openxmlformats.org/drawingml/2006/main">
              <a:ext uri="{FF2B5EF4-FFF2-40B4-BE49-F238E27FC236}">
                <a16:creationId xmlns:a16="http://schemas.microsoft.com/office/drawing/2014/main" id="{E028AA38-7FC5-45D0-9083-37CD67E3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答案鍵比對與缺漏檢查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全班、分組與題目答對率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干擾選項分布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異常值與資料品質標記</a:t>
            </a:r>
          </a:p>
        </p:txBody>
      </p:sp>
      <p:sp>
        <p:nvSpPr>
          <p:cNvPr id="10" name="text-1823">
            <a:extLst xmlns:a="http://schemas.openxmlformats.org/drawingml/2006/main">
              <a:ext uri="{FF2B5EF4-FFF2-40B4-BE49-F238E27FC236}">
                <a16:creationId xmlns:a16="http://schemas.microsoft.com/office/drawing/2014/main" id="{FD5F6648-BBC2-45E3-8D2F-5EE92778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簡答題／文字資料</a:t>
            </a:r>
          </a:p>
        </p:txBody>
      </p:sp>
      <p:sp>
        <p:nvSpPr>
          <p:cNvPr id="11" name="text-1824">
            <a:extLst xmlns:a="http://schemas.openxmlformats.org/drawingml/2006/main">
              <a:ext uri="{FF2B5EF4-FFF2-40B4-BE49-F238E27FC236}">
                <a16:creationId xmlns:a16="http://schemas.microsoft.com/office/drawing/2014/main" id="{06DCDA71-B866-4E20-8107-6B797D57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先定義逐題編碼規準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保留支持編碼的文字證據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初編＋信心與待複核旗標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人工獨立抽查與處理歧異</a:t>
            </a:r>
          </a:p>
        </p:txBody>
      </p:sp>
      <p:sp>
        <p:nvSpPr>
          <p:cNvPr id="12" name="text-1825">
            <a:extLst xmlns:a="http://schemas.openxmlformats.org/drawingml/2006/main">
              <a:ext uri="{FF2B5EF4-FFF2-40B4-BE49-F238E27FC236}">
                <a16:creationId xmlns:a16="http://schemas.microsoft.com/office/drawing/2014/main" id="{3581713E-6565-466B-B373-5E3CBEE6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答案鍵</a:t>
            </a:r>
          </a:p>
        </p:txBody>
      </p:sp>
      <p:sp>
        <p:nvSpPr>
          <p:cNvPr id="13" name="text-1826">
            <a:extLst xmlns:a="http://schemas.openxmlformats.org/drawingml/2006/main">
              <a:ext uri="{FF2B5EF4-FFF2-40B4-BE49-F238E27FC236}">
                <a16:creationId xmlns:a16="http://schemas.microsoft.com/office/drawing/2014/main" id="{01163D92-902C-435D-9FC2-324D3D0E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統計</a:t>
            </a:r>
          </a:p>
        </p:txBody>
      </p:sp>
      <p:sp>
        <p:nvSpPr>
          <p:cNvPr id="14" name="text-1827">
            <a:extLst xmlns:a="http://schemas.openxmlformats.org/drawingml/2006/main">
              <a:ext uri="{FF2B5EF4-FFF2-40B4-BE49-F238E27FC236}">
                <a16:creationId xmlns:a16="http://schemas.microsoft.com/office/drawing/2014/main" id="{61BDFD9E-AFE5-44FB-9ABB-FDF34345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群體趨勢</a:t>
            </a:r>
          </a:p>
        </p:txBody>
      </p:sp>
      <p:cxnSp>
        <p:nvCxnSpPr>
          <p:cNvPr id="4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0383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23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sp>
        <p:nvSpPr>
          <p:cNvPr id="17" name="text-1828">
            <a:extLst xmlns:a="http://schemas.openxmlformats.org/drawingml/2006/main">
              <a:ext uri="{FF2B5EF4-FFF2-40B4-BE49-F238E27FC236}">
                <a16:creationId xmlns:a16="http://schemas.microsoft.com/office/drawing/2014/main" id="{5CF3CD68-B1FF-4AC2-8595-AB6D50BA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編碼規準</a:t>
            </a:r>
          </a:p>
        </p:txBody>
      </p:sp>
      <p:sp>
        <p:nvSpPr>
          <p:cNvPr id="18" name="text-1829">
            <a:extLst xmlns:a="http://schemas.openxmlformats.org/drawingml/2006/main">
              <a:ext uri="{FF2B5EF4-FFF2-40B4-BE49-F238E27FC236}">
                <a16:creationId xmlns:a16="http://schemas.microsoft.com/office/drawing/2014/main" id="{3CB47202-ED3E-4E2E-B303-7E3F7C85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ECE7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AI 初編</a:t>
            </a:r>
          </a:p>
        </p:txBody>
      </p:sp>
      <p:sp>
        <p:nvSpPr>
          <p:cNvPr id="19" name="text-1830">
            <a:extLst xmlns:a="http://schemas.openxmlformats.org/drawingml/2006/main">
              <a:ext uri="{FF2B5EF4-FFF2-40B4-BE49-F238E27FC236}">
                <a16:creationId xmlns:a16="http://schemas.microsoft.com/office/drawing/2014/main" id="{ABDE8A41-30DF-4FB0-90DD-AFB081F0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57750"/>
            <a:ext cx="1257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人工複核</a:t>
            </a:r>
          </a:p>
        </p:txBody>
      </p:sp>
      <p:cxnSp>
        <p:nvCxnSpPr>
          <p:cNvPr id="4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6771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9F94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201150" y="5105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4A"/>
            </a:solidFill>
            <a:prstDash val="solid"/>
            <a:tailEnd type="arrow" w="sm" len="sm"/>
          </a:ln>
        </p:spPr>
      </p:cxnSp>
      <p:sp>
        <p:nvSpPr>
          <p:cNvPr id="22" name="text-1831">
            <a:extLst xmlns:a="http://schemas.openxmlformats.org/drawingml/2006/main">
              <a:ext uri="{FF2B5EF4-FFF2-40B4-BE49-F238E27FC236}">
                <a16:creationId xmlns:a16="http://schemas.microsoft.com/office/drawing/2014/main" id="{50712D2A-8934-4877-8905-4FC99566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兩條資料流，最後在報告層匯合；不要用同一套規則硬套</a:t>
            </a:r>
          </a:p>
        </p:txBody>
      </p:sp>
      <p:sp>
        <p:nvSpPr>
          <p:cNvPr id="23" name="text-2213">
            <a:extLst xmlns:a="http://schemas.openxmlformats.org/drawingml/2006/main">
              <a:ext uri="{FF2B5EF4-FFF2-40B4-BE49-F238E27FC236}">
                <a16:creationId xmlns:a16="http://schemas.microsoft.com/office/drawing/2014/main" id="{56202740-A80E-4632-B9BA-934B6D90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1996ce9d98949ee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ae84caccca748ae"/>
              </a:rPr>
              <a:t>Codex ↗</a:t>
            </a:r>
          </a:p>
        </p:txBody>
      </p:sp>
      <p:sp>
        <p:nvSpPr>
          <p:cNvPr id="24" name="shape-2316">
            <a:extLst xmlns:a="http://schemas.openxmlformats.org/drawingml/2006/main">
              <a:ext uri="{FF2B5EF4-FFF2-40B4-BE49-F238E27FC236}">
                <a16:creationId xmlns:a16="http://schemas.microsoft.com/office/drawing/2014/main" id="{4FB749C7-BC24-49A9-840A-F0CA3248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018cd2a3045bd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6" name="text-2317">
            <a:extLst xmlns:a="http://schemas.openxmlformats.org/drawingml/2006/main">
              <a:ext uri="{FF2B5EF4-FFF2-40B4-BE49-F238E27FC236}">
                <a16:creationId xmlns:a16="http://schemas.microsoft.com/office/drawing/2014/main" id="{EAF605B5-5704-431B-AC07-E2AF50C4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42e0caf1e4c03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8" name="text-2318">
            <a:extLst xmlns:a="http://schemas.openxmlformats.org/drawingml/2006/main">
              <a:ext uri="{FF2B5EF4-FFF2-40B4-BE49-F238E27FC236}">
                <a16:creationId xmlns:a16="http://schemas.microsoft.com/office/drawing/2014/main" id="{FBED8726-9A7B-49EC-94A8-7AE3D22F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60319214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text-1832">
            <a:extLst xmlns:a="http://schemas.openxmlformats.org/drawingml/2006/main">
              <a:ext uri="{FF2B5EF4-FFF2-40B4-BE49-F238E27FC236}">
                <a16:creationId xmlns:a16="http://schemas.microsoft.com/office/drawing/2014/main" id="{1B650C65-9BD8-4DEF-9FF3-8CAFF005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EVIDENCE PIPELINE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A73616-2EEC-4EE9-A4A5-2EE3C89F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七步研究流程：從原始資料到可追查報告</a:t>
            </a:r>
          </a:p>
        </p:txBody>
      </p:sp>
      <p:cxnSp>
        <p:nvCxnSpPr>
          <p:cNvPr id="56" name="shape-183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34">
            <a:extLst xmlns:a="http://schemas.openxmlformats.org/drawingml/2006/main">
              <a:ext uri="{FF2B5EF4-FFF2-40B4-BE49-F238E27FC236}">
                <a16:creationId xmlns:a16="http://schemas.microsoft.com/office/drawing/2014/main" id="{38270E13-BAA7-44E4-AFBB-5B808CD7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8DA397-9EE4-4E6D-991C-46306C7A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44</a:t>
            </a:r>
          </a:p>
        </p:txBody>
      </p:sp>
      <p:sp>
        <p:nvSpPr>
          <p:cNvPr id="6" name="shape-1835">
            <a:extLst xmlns:a="http://schemas.openxmlformats.org/drawingml/2006/main">
              <a:ext uri="{FF2B5EF4-FFF2-40B4-BE49-F238E27FC236}">
                <a16:creationId xmlns:a16="http://schemas.microsoft.com/office/drawing/2014/main" id="{1356B10B-508E-47A6-983E-9EBD5BD7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1836">
            <a:extLst xmlns:a="http://schemas.openxmlformats.org/drawingml/2006/main">
              <a:ext uri="{FF2B5EF4-FFF2-40B4-BE49-F238E27FC236}">
                <a16:creationId xmlns:a16="http://schemas.microsoft.com/office/drawing/2014/main" id="{DEB224A7-E8E1-4920-808E-ECB3FC04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837">
            <a:extLst xmlns:a="http://schemas.openxmlformats.org/drawingml/2006/main">
              <a:ext uri="{FF2B5EF4-FFF2-40B4-BE49-F238E27FC236}">
                <a16:creationId xmlns:a16="http://schemas.microsoft.com/office/drawing/2014/main" id="{1ACDA610-D124-448C-A8C7-6792929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838">
            <a:extLst xmlns:a="http://schemas.openxmlformats.org/drawingml/2006/main">
              <a:ext uri="{FF2B5EF4-FFF2-40B4-BE49-F238E27FC236}">
                <a16:creationId xmlns:a16="http://schemas.microsoft.com/office/drawing/2014/main" id="{5FF6ACC6-3590-40DA-99FB-BBEF4CC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去識別</a:t>
            </a:r>
          </a:p>
        </p:txBody>
      </p:sp>
      <p:sp>
        <p:nvSpPr>
          <p:cNvPr id="10" name="text-1839">
            <a:extLst xmlns:a="http://schemas.openxmlformats.org/drawingml/2006/main">
              <a:ext uri="{FF2B5EF4-FFF2-40B4-BE49-F238E27FC236}">
                <a16:creationId xmlns:a16="http://schemas.microsoft.com/office/drawing/2014/main" id="{A9AFD2A5-2516-4977-92A5-CD9913A6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移除姓名與直接識別欄位</a:t>
            </a:r>
          </a:p>
        </p:txBody>
      </p:sp>
      <p:sp>
        <p:nvSpPr>
          <p:cNvPr id="11" name="text-1840">
            <a:extLst xmlns:a="http://schemas.openxmlformats.org/drawingml/2006/main">
              <a:ext uri="{FF2B5EF4-FFF2-40B4-BE49-F238E27FC236}">
                <a16:creationId xmlns:a16="http://schemas.microsoft.com/office/drawing/2014/main" id="{C8C92125-8781-4307-8A64-54C3F21D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841">
            <a:extLst xmlns:a="http://schemas.openxmlformats.org/drawingml/2006/main">
              <a:ext uri="{FF2B5EF4-FFF2-40B4-BE49-F238E27FC236}">
                <a16:creationId xmlns:a16="http://schemas.microsoft.com/office/drawing/2014/main" id="{1B998F02-42E0-4A66-AA99-73669085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1842">
            <a:extLst xmlns:a="http://schemas.openxmlformats.org/drawingml/2006/main">
              <a:ext uri="{FF2B5EF4-FFF2-40B4-BE49-F238E27FC236}">
                <a16:creationId xmlns:a16="http://schemas.microsoft.com/office/drawing/2014/main" id="{1A31BD51-2D7D-476E-ABAE-74FA59F7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843">
            <a:extLst xmlns:a="http://schemas.openxmlformats.org/drawingml/2006/main">
              <a:ext uri="{FF2B5EF4-FFF2-40B4-BE49-F238E27FC236}">
                <a16:creationId xmlns:a16="http://schemas.microsoft.com/office/drawing/2014/main" id="{0E99C2F6-ED2D-44FB-AD09-5FA5B408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844">
            <a:extLst xmlns:a="http://schemas.openxmlformats.org/drawingml/2006/main">
              <a:ext uri="{FF2B5EF4-FFF2-40B4-BE49-F238E27FC236}">
                <a16:creationId xmlns:a16="http://schemas.microsoft.com/office/drawing/2014/main" id="{50772FDC-0B21-4EF0-9537-7FA4EF41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資料字典</a:t>
            </a:r>
          </a:p>
        </p:txBody>
      </p:sp>
      <p:sp>
        <p:nvSpPr>
          <p:cNvPr id="16" name="text-1845">
            <a:extLst xmlns:a="http://schemas.openxmlformats.org/drawingml/2006/main">
              <a:ext uri="{FF2B5EF4-FFF2-40B4-BE49-F238E27FC236}">
                <a16:creationId xmlns:a16="http://schemas.microsoft.com/office/drawing/2014/main" id="{4CE0B188-FA4D-4FC0-99AF-DDDBA1B0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欄位、答案鍵、缺失值</a:t>
            </a:r>
          </a:p>
        </p:txBody>
      </p:sp>
      <p:sp>
        <p:nvSpPr>
          <p:cNvPr id="17" name="text-1846">
            <a:extLst xmlns:a="http://schemas.openxmlformats.org/drawingml/2006/main">
              <a:ext uri="{FF2B5EF4-FFF2-40B4-BE49-F238E27FC236}">
                <a16:creationId xmlns:a16="http://schemas.microsoft.com/office/drawing/2014/main" id="{16AB451B-D5EB-4E40-907E-D56E51F9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847">
            <a:extLst xmlns:a="http://schemas.openxmlformats.org/drawingml/2006/main">
              <a:ext uri="{FF2B5EF4-FFF2-40B4-BE49-F238E27FC236}">
                <a16:creationId xmlns:a16="http://schemas.microsoft.com/office/drawing/2014/main" id="{80C90C71-32BB-4050-8C47-9F5B6DC2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1848">
            <a:extLst xmlns:a="http://schemas.openxmlformats.org/drawingml/2006/main">
              <a:ext uri="{FF2B5EF4-FFF2-40B4-BE49-F238E27FC236}">
                <a16:creationId xmlns:a16="http://schemas.microsoft.com/office/drawing/2014/main" id="{5BACBD15-B4A4-4313-86BF-E87771A1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49">
            <a:extLst xmlns:a="http://schemas.openxmlformats.org/drawingml/2006/main">
              <a:ext uri="{FF2B5EF4-FFF2-40B4-BE49-F238E27FC236}">
                <a16:creationId xmlns:a16="http://schemas.microsoft.com/office/drawing/2014/main" id="{F2F07BDE-2D2D-4328-A871-120D8445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850">
            <a:extLst xmlns:a="http://schemas.openxmlformats.org/drawingml/2006/main">
              <a:ext uri="{FF2B5EF4-FFF2-40B4-BE49-F238E27FC236}">
                <a16:creationId xmlns:a16="http://schemas.microsoft.com/office/drawing/2014/main" id="{BF46844E-77AD-4DD7-93EB-A20A7982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品質檢查</a:t>
            </a:r>
          </a:p>
        </p:txBody>
      </p:sp>
      <p:sp>
        <p:nvSpPr>
          <p:cNvPr id="22" name="text-1851">
            <a:extLst xmlns:a="http://schemas.openxmlformats.org/drawingml/2006/main">
              <a:ext uri="{FF2B5EF4-FFF2-40B4-BE49-F238E27FC236}">
                <a16:creationId xmlns:a16="http://schemas.microsoft.com/office/drawing/2014/main" id="{82A4D8A2-6FCB-4A5A-9941-63C3291A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重複、空白、非法值</a:t>
            </a:r>
          </a:p>
        </p:txBody>
      </p:sp>
      <p:sp>
        <p:nvSpPr>
          <p:cNvPr id="23" name="text-1852">
            <a:extLst xmlns:a="http://schemas.openxmlformats.org/drawingml/2006/main">
              <a:ext uri="{FF2B5EF4-FFF2-40B4-BE49-F238E27FC236}">
                <a16:creationId xmlns:a16="http://schemas.microsoft.com/office/drawing/2014/main" id="{FF5F7AEE-409A-41BC-B786-A64BB44D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853">
            <a:extLst xmlns:a="http://schemas.openxmlformats.org/drawingml/2006/main">
              <a:ext uri="{FF2B5EF4-FFF2-40B4-BE49-F238E27FC236}">
                <a16:creationId xmlns:a16="http://schemas.microsoft.com/office/drawing/2014/main" id="{59CFA9D7-FD2F-43DD-9486-98753ED7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1854">
            <a:extLst xmlns:a="http://schemas.openxmlformats.org/drawingml/2006/main">
              <a:ext uri="{FF2B5EF4-FFF2-40B4-BE49-F238E27FC236}">
                <a16:creationId xmlns:a16="http://schemas.microsoft.com/office/drawing/2014/main" id="{3DE6E8F2-9763-44BA-87AE-9A959799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855">
            <a:extLst xmlns:a="http://schemas.openxmlformats.org/drawingml/2006/main">
              <a:ext uri="{FF2B5EF4-FFF2-40B4-BE49-F238E27FC236}">
                <a16:creationId xmlns:a16="http://schemas.microsoft.com/office/drawing/2014/main" id="{F8D9191C-F8C9-40EF-940C-99AA3A19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856">
            <a:extLst xmlns:a="http://schemas.openxmlformats.org/drawingml/2006/main">
              <a:ext uri="{FF2B5EF4-FFF2-40B4-BE49-F238E27FC236}">
                <a16:creationId xmlns:a16="http://schemas.microsoft.com/office/drawing/2014/main" id="{D6928C48-1A90-4C4E-8C07-9DC7EE8F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選擇題</a:t>
            </a:r>
          </a:p>
        </p:txBody>
      </p:sp>
      <p:sp>
        <p:nvSpPr>
          <p:cNvPr id="28" name="text-1857">
            <a:extLst xmlns:a="http://schemas.openxmlformats.org/drawingml/2006/main">
              <a:ext uri="{FF2B5EF4-FFF2-40B4-BE49-F238E27FC236}">
                <a16:creationId xmlns:a16="http://schemas.microsoft.com/office/drawing/2014/main" id="{15F45851-BE81-4D09-BB59-77F4785F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答對率與選項分布</a:t>
            </a:r>
          </a:p>
        </p:txBody>
      </p:sp>
      <p:sp>
        <p:nvSpPr>
          <p:cNvPr id="29" name="text-1858">
            <a:extLst xmlns:a="http://schemas.openxmlformats.org/drawingml/2006/main">
              <a:ext uri="{FF2B5EF4-FFF2-40B4-BE49-F238E27FC236}">
                <a16:creationId xmlns:a16="http://schemas.microsoft.com/office/drawing/2014/main" id="{D5B30C0D-55A1-4588-BD1D-77A1A74B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1859">
            <a:extLst xmlns:a="http://schemas.openxmlformats.org/drawingml/2006/main">
              <a:ext uri="{FF2B5EF4-FFF2-40B4-BE49-F238E27FC236}">
                <a16:creationId xmlns:a16="http://schemas.microsoft.com/office/drawing/2014/main" id="{D5BD1408-E2AD-49E4-926A-60ABFB5E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1860">
            <a:extLst xmlns:a="http://schemas.openxmlformats.org/drawingml/2006/main">
              <a:ext uri="{FF2B5EF4-FFF2-40B4-BE49-F238E27FC236}">
                <a16:creationId xmlns:a16="http://schemas.microsoft.com/office/drawing/2014/main" id="{62B204D6-58B8-4C35-921D-A24135C7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861">
            <a:extLst xmlns:a="http://schemas.openxmlformats.org/drawingml/2006/main">
              <a:ext uri="{FF2B5EF4-FFF2-40B4-BE49-F238E27FC236}">
                <a16:creationId xmlns:a16="http://schemas.microsoft.com/office/drawing/2014/main" id="{D4E001C4-F434-4170-A7B8-27E76609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1862">
            <a:extLst xmlns:a="http://schemas.openxmlformats.org/drawingml/2006/main">
              <a:ext uri="{FF2B5EF4-FFF2-40B4-BE49-F238E27FC236}">
                <a16:creationId xmlns:a16="http://schemas.microsoft.com/office/drawing/2014/main" id="{B5CB71CE-BCF4-4255-B36E-B841CFEC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簡答初編</a:t>
            </a:r>
          </a:p>
        </p:txBody>
      </p:sp>
      <p:sp>
        <p:nvSpPr>
          <p:cNvPr id="34" name="text-1863">
            <a:extLst xmlns:a="http://schemas.openxmlformats.org/drawingml/2006/main">
              <a:ext uri="{FF2B5EF4-FFF2-40B4-BE49-F238E27FC236}">
                <a16:creationId xmlns:a16="http://schemas.microsoft.com/office/drawing/2014/main" id="{12D2F749-4D6E-4243-AD5F-A3ABDFA8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依規準＋文字證據</a:t>
            </a:r>
          </a:p>
        </p:txBody>
      </p:sp>
      <p:sp>
        <p:nvSpPr>
          <p:cNvPr id="35" name="text-1864">
            <a:extLst xmlns:a="http://schemas.openxmlformats.org/drawingml/2006/main">
              <a:ext uri="{FF2B5EF4-FFF2-40B4-BE49-F238E27FC236}">
                <a16:creationId xmlns:a16="http://schemas.microsoft.com/office/drawing/2014/main" id="{6443B11C-C8CC-443A-8C13-5131F14B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6" name="shape-1865">
            <a:extLst xmlns:a="http://schemas.openxmlformats.org/drawingml/2006/main">
              <a:ext uri="{FF2B5EF4-FFF2-40B4-BE49-F238E27FC236}">
                <a16:creationId xmlns:a16="http://schemas.microsoft.com/office/drawing/2014/main" id="{1626DD8F-0A71-479D-8378-F904493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7" name="shape-1866">
            <a:extLst xmlns:a="http://schemas.openxmlformats.org/drawingml/2006/main">
              <a:ext uri="{FF2B5EF4-FFF2-40B4-BE49-F238E27FC236}">
                <a16:creationId xmlns:a16="http://schemas.microsoft.com/office/drawing/2014/main" id="{B7B4055D-13A6-4415-BA48-14DE85AF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1867">
            <a:extLst xmlns:a="http://schemas.openxmlformats.org/drawingml/2006/main">
              <a:ext uri="{FF2B5EF4-FFF2-40B4-BE49-F238E27FC236}">
                <a16:creationId xmlns:a16="http://schemas.microsoft.com/office/drawing/2014/main" id="{85982B50-AD5E-4CB7-8E03-8E1810B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39" name="text-1868">
            <a:extLst xmlns:a="http://schemas.openxmlformats.org/drawingml/2006/main">
              <a:ext uri="{FF2B5EF4-FFF2-40B4-BE49-F238E27FC236}">
                <a16:creationId xmlns:a16="http://schemas.microsoft.com/office/drawing/2014/main" id="{82297846-C0AA-4E12-A489-9A55BCA2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人工複核</a:t>
            </a:r>
          </a:p>
        </p:txBody>
      </p:sp>
      <p:sp>
        <p:nvSpPr>
          <p:cNvPr id="40" name="text-1869">
            <a:extLst xmlns:a="http://schemas.openxmlformats.org/drawingml/2006/main">
              <a:ext uri="{FF2B5EF4-FFF2-40B4-BE49-F238E27FC236}">
                <a16:creationId xmlns:a16="http://schemas.microsoft.com/office/drawing/2014/main" id="{03A26B73-2E5A-4C1C-81BE-AD91A1A8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盲評抽查與歧異討論</a:t>
            </a:r>
          </a:p>
        </p:txBody>
      </p:sp>
      <p:sp>
        <p:nvSpPr>
          <p:cNvPr id="41" name="text-1870">
            <a:extLst xmlns:a="http://schemas.openxmlformats.org/drawingml/2006/main">
              <a:ext uri="{FF2B5EF4-FFF2-40B4-BE49-F238E27FC236}">
                <a16:creationId xmlns:a16="http://schemas.microsoft.com/office/drawing/2014/main" id="{C2FF302D-D0F0-4703-841A-3396F9F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42" name="shape-1871">
            <a:extLst xmlns:a="http://schemas.openxmlformats.org/drawingml/2006/main">
              <a:ext uri="{FF2B5EF4-FFF2-40B4-BE49-F238E27FC236}">
                <a16:creationId xmlns:a16="http://schemas.microsoft.com/office/drawing/2014/main" id="{CB558003-91DC-48E5-8049-E295267F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676400"/>
            <a:ext cx="1600200" cy="3143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43" name="shape-1872">
            <a:extLst xmlns:a="http://schemas.openxmlformats.org/drawingml/2006/main">
              <a:ext uri="{FF2B5EF4-FFF2-40B4-BE49-F238E27FC236}">
                <a16:creationId xmlns:a16="http://schemas.microsoft.com/office/drawing/2014/main" id="{7144A91F-07F0-42C5-9FD3-6D9E4E24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79070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1873">
            <a:extLst xmlns:a="http://schemas.openxmlformats.org/drawingml/2006/main">
              <a:ext uri="{FF2B5EF4-FFF2-40B4-BE49-F238E27FC236}">
                <a16:creationId xmlns:a16="http://schemas.microsoft.com/office/drawing/2014/main" id="{F3D3C4D6-1570-4813-8741-A5F5DD51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  <p:sp>
        <p:nvSpPr>
          <p:cNvPr id="45" name="text-1874">
            <a:extLst xmlns:a="http://schemas.openxmlformats.org/drawingml/2006/main">
              <a:ext uri="{FF2B5EF4-FFF2-40B4-BE49-F238E27FC236}">
                <a16:creationId xmlns:a16="http://schemas.microsoft.com/office/drawing/2014/main" id="{5E8A05F9-BE56-4AB7-84F5-6C3EA08F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860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彙整報告</a:t>
            </a:r>
          </a:p>
        </p:txBody>
      </p:sp>
      <p:sp>
        <p:nvSpPr>
          <p:cNvPr id="46" name="text-1875">
            <a:extLst xmlns:a="http://schemas.openxmlformats.org/drawingml/2006/main">
              <a:ext uri="{FF2B5EF4-FFF2-40B4-BE49-F238E27FC236}">
                <a16:creationId xmlns:a16="http://schemas.microsoft.com/office/drawing/2014/main" id="{2228DF33-E020-4DA2-AA79-9D6C4FAE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1181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群體趨勢、限制、未確認</a:t>
            </a:r>
          </a:p>
        </p:txBody>
      </p:sp>
      <p:sp>
        <p:nvSpPr>
          <p:cNvPr id="47" name="text-1876">
            <a:extLst xmlns:a="http://schemas.openxmlformats.org/drawingml/2006/main">
              <a:ext uri="{FF2B5EF4-FFF2-40B4-BE49-F238E27FC236}">
                <a16:creationId xmlns:a16="http://schemas.microsoft.com/office/drawing/2014/main" id="{A1E35728-0D21-47A8-8A28-07D7DEB4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48" name="text-2214">
            <a:extLst xmlns:a="http://schemas.openxmlformats.org/drawingml/2006/main">
              <a:ext uri="{FF2B5EF4-FFF2-40B4-BE49-F238E27FC236}">
                <a16:creationId xmlns:a16="http://schemas.microsoft.com/office/drawing/2014/main" id="{998AF5F5-EDD4-407F-BC49-7E54F87D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2eaf910e10848d2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a5b034dce9c4af5"/>
              </a:rPr>
              <a:t>Codex ↗</a:t>
            </a:r>
          </a:p>
        </p:txBody>
      </p:sp>
      <p:sp>
        <p:nvSpPr>
          <p:cNvPr id="49" name="shape-2319">
            <a:extLst xmlns:a="http://schemas.openxmlformats.org/drawingml/2006/main">
              <a:ext uri="{FF2B5EF4-FFF2-40B4-BE49-F238E27FC236}">
                <a16:creationId xmlns:a16="http://schemas.microsoft.com/office/drawing/2014/main" id="{8DC092A6-F2E7-4EAA-8C82-80C43C79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9dffae9d8425b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51" name="text-2320">
            <a:extLst xmlns:a="http://schemas.openxmlformats.org/drawingml/2006/main">
              <a:ext uri="{FF2B5EF4-FFF2-40B4-BE49-F238E27FC236}">
                <a16:creationId xmlns:a16="http://schemas.microsoft.com/office/drawing/2014/main" id="{7149B402-2473-496B-A41F-05A21283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418e0b34244af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53" name="text-2321">
            <a:extLst xmlns:a="http://schemas.openxmlformats.org/drawingml/2006/main">
              <a:ext uri="{FF2B5EF4-FFF2-40B4-BE49-F238E27FC236}">
                <a16:creationId xmlns:a16="http://schemas.microsoft.com/office/drawing/2014/main" id="{DA59CB1E-7D18-4F00-80E6-D5237017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35863719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877">
            <a:extLst xmlns:a="http://schemas.openxmlformats.org/drawingml/2006/main">
              <a:ext uri="{FF2B5EF4-FFF2-40B4-BE49-F238E27FC236}">
                <a16:creationId xmlns:a16="http://schemas.microsoft.com/office/drawing/2014/main" id="{D14F0E7F-DA0B-4DBB-AE71-6FC11ED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HUMAN-SCORED · AI PARALLEL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9BC6FD-AD57-4DFA-B803-F98F79E9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初編不等於正式評分：PIRLS 2026 給我們的訊號</a:t>
            </a:r>
          </a:p>
        </p:txBody>
      </p:sp>
      <p:cxnSp>
        <p:nvCxnSpPr>
          <p:cNvPr id="30" name="shape-187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79">
            <a:extLst xmlns:a="http://schemas.openxmlformats.org/drawingml/2006/main">
              <a:ext uri="{FF2B5EF4-FFF2-40B4-BE49-F238E27FC236}">
                <a16:creationId xmlns:a16="http://schemas.microsoft.com/office/drawing/2014/main" id="{515421AB-5B42-42B7-9D1D-B3C14C89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201169-AEE3-48A8-8BB3-10FCF572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45</a:t>
            </a:r>
          </a:p>
        </p:txBody>
      </p:sp>
      <p:sp>
        <p:nvSpPr>
          <p:cNvPr id="6" name="shape-1880">
            <a:extLst xmlns:a="http://schemas.openxmlformats.org/drawingml/2006/main">
              <a:ext uri="{FF2B5EF4-FFF2-40B4-BE49-F238E27FC236}">
                <a16:creationId xmlns:a16="http://schemas.microsoft.com/office/drawing/2014/main" id="{CE449F20-CB7C-46C4-842B-FD0A346C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881">
            <a:extLst xmlns:a="http://schemas.openxmlformats.org/drawingml/2006/main">
              <a:ext uri="{FF2B5EF4-FFF2-40B4-BE49-F238E27FC236}">
                <a16:creationId xmlns:a16="http://schemas.microsoft.com/office/drawing/2014/main" id="{D9EDBADB-43A9-4AA6-9BE5-5D8E3A8A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</a:t>
            </a:r>
          </a:p>
        </p:txBody>
      </p:sp>
      <p:sp>
        <p:nvSpPr>
          <p:cNvPr id="8" name="text-1882">
            <a:extLst xmlns:a="http://schemas.openxmlformats.org/drawingml/2006/main">
              <a:ext uri="{FF2B5EF4-FFF2-40B4-BE49-F238E27FC236}">
                <a16:creationId xmlns:a16="http://schemas.microsoft.com/office/drawing/2014/main" id="{24719FD9-82F8-41C4-82A5-656503CD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人工仍是主流程</a:t>
            </a:r>
          </a:p>
        </p:txBody>
      </p:sp>
      <p:sp>
        <p:nvSpPr>
          <p:cNvPr id="9" name="text-1883">
            <a:extLst xmlns:a="http://schemas.openxmlformats.org/drawingml/2006/main">
              <a:ext uri="{FF2B5EF4-FFF2-40B4-BE49-F238E27FC236}">
                <a16:creationId xmlns:a16="http://schemas.microsoft.com/office/drawing/2014/main" id="{5E9410D7-E8EC-469F-8DD4-61F56B99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PIRLS 2026 的 constructed-response 項目規劃由各國人工評分。</a:t>
            </a:r>
          </a:p>
        </p:txBody>
      </p:sp>
      <p:sp>
        <p:nvSpPr>
          <p:cNvPr id="10" name="shape-1884">
            <a:extLst xmlns:a="http://schemas.openxmlformats.org/drawingml/2006/main">
              <a:ext uri="{FF2B5EF4-FFF2-40B4-BE49-F238E27FC236}">
                <a16:creationId xmlns:a16="http://schemas.microsoft.com/office/drawing/2014/main" id="{360E2E6E-3C71-40D2-9847-468DD29E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885">
            <a:extLst xmlns:a="http://schemas.openxmlformats.org/drawingml/2006/main">
              <a:ext uri="{FF2B5EF4-FFF2-40B4-BE49-F238E27FC236}">
                <a16:creationId xmlns:a16="http://schemas.microsoft.com/office/drawing/2014/main" id="{2B48D28B-BC6C-43A0-806A-87CEF93E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</a:t>
            </a:r>
          </a:p>
        </p:txBody>
      </p:sp>
      <p:sp>
        <p:nvSpPr>
          <p:cNvPr id="12" name="text-1886">
            <a:extLst xmlns:a="http://schemas.openxmlformats.org/drawingml/2006/main">
              <a:ext uri="{FF2B5EF4-FFF2-40B4-BE49-F238E27FC236}">
                <a16:creationId xmlns:a16="http://schemas.microsoft.com/office/drawing/2014/main" id="{2536618B-13ED-47D1-8261-E490A73A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AI 平行研究</a:t>
            </a:r>
          </a:p>
        </p:txBody>
      </p:sp>
      <p:sp>
        <p:nvSpPr>
          <p:cNvPr id="13" name="text-1887">
            <a:extLst xmlns:a="http://schemas.openxmlformats.org/drawingml/2006/main">
              <a:ext uri="{FF2B5EF4-FFF2-40B4-BE49-F238E27FC236}">
                <a16:creationId xmlns:a16="http://schemas.microsoft.com/office/drawing/2014/main" id="{BA1A9E88-4D88-44A0-BB88-8C72FEA9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其中 40% 題目規劃同步以 LLM／NLP 方法進行平行評分研究。</a:t>
            </a:r>
          </a:p>
        </p:txBody>
      </p:sp>
      <p:sp>
        <p:nvSpPr>
          <p:cNvPr id="14" name="shape-1888">
            <a:extLst xmlns:a="http://schemas.openxmlformats.org/drawingml/2006/main">
              <a:ext uri="{FF2B5EF4-FFF2-40B4-BE49-F238E27FC236}">
                <a16:creationId xmlns:a16="http://schemas.microsoft.com/office/drawing/2014/main" id="{EDE319BA-ADF3-438C-9F8B-FB10F0B2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889">
            <a:extLst xmlns:a="http://schemas.openxmlformats.org/drawingml/2006/main">
              <a:ext uri="{FF2B5EF4-FFF2-40B4-BE49-F238E27FC236}">
                <a16:creationId xmlns:a16="http://schemas.microsoft.com/office/drawing/2014/main" id="{8CD899FC-4508-4E77-9672-DCA7029C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Q</a:t>
            </a:r>
          </a:p>
        </p:txBody>
      </p:sp>
      <p:sp>
        <p:nvSpPr>
          <p:cNvPr id="16" name="text-1890">
            <a:extLst xmlns:a="http://schemas.openxmlformats.org/drawingml/2006/main">
              <a:ext uri="{FF2B5EF4-FFF2-40B4-BE49-F238E27FC236}">
                <a16:creationId xmlns:a16="http://schemas.microsoft.com/office/drawing/2014/main" id="{7732C5E4-35C6-4D6D-AFC6-A2AB1C6E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不是只看準確率</a:t>
            </a:r>
          </a:p>
        </p:txBody>
      </p:sp>
      <p:sp>
        <p:nvSpPr>
          <p:cNvPr id="17" name="text-1891">
            <a:extLst xmlns:a="http://schemas.openxmlformats.org/drawingml/2006/main">
              <a:ext uri="{FF2B5EF4-FFF2-40B4-BE49-F238E27FC236}">
                <a16:creationId xmlns:a16="http://schemas.microsoft.com/office/drawing/2014/main" id="{6562280E-E07F-4054-86AD-ABD16A98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還要關注資料隱私、安全、跨國與跨語言一致性。</a:t>
            </a:r>
          </a:p>
        </p:txBody>
      </p:sp>
      <p:sp>
        <p:nvSpPr>
          <p:cNvPr id="18" name="shape-1892">
            <a:extLst xmlns:a="http://schemas.openxmlformats.org/drawingml/2006/main">
              <a:ext uri="{FF2B5EF4-FFF2-40B4-BE49-F238E27FC236}">
                <a16:creationId xmlns:a16="http://schemas.microsoft.com/office/drawing/2014/main" id="{D276F41F-A842-48F0-929C-F16EC0C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893">
            <a:extLst xmlns:a="http://schemas.openxmlformats.org/drawingml/2006/main">
              <a:ext uri="{FF2B5EF4-FFF2-40B4-BE49-F238E27FC236}">
                <a16:creationId xmlns:a16="http://schemas.microsoft.com/office/drawing/2014/main" id="{DD9612B5-6449-4A2C-862A-3A60961A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</a:t>
            </a:r>
          </a:p>
        </p:txBody>
      </p:sp>
      <p:sp>
        <p:nvSpPr>
          <p:cNvPr id="20" name="text-1894">
            <a:extLst xmlns:a="http://schemas.openxmlformats.org/drawingml/2006/main">
              <a:ext uri="{FF2B5EF4-FFF2-40B4-BE49-F238E27FC236}">
                <a16:creationId xmlns:a16="http://schemas.microsoft.com/office/drawing/2014/main" id="{CD6C0192-3426-409C-80F0-82D59192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逐題評估</a:t>
            </a:r>
          </a:p>
        </p:txBody>
      </p:sp>
      <p:sp>
        <p:nvSpPr>
          <p:cNvPr id="21" name="text-1895">
            <a:extLst xmlns:a="http://schemas.openxmlformats.org/drawingml/2006/main">
              <a:ext uri="{FF2B5EF4-FFF2-40B4-BE49-F238E27FC236}">
                <a16:creationId xmlns:a16="http://schemas.microsoft.com/office/drawing/2014/main" id="{BBF2064C-7A69-4A2C-BE20-5D60A34E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自動評分效果會依題目、語言與回答型態而變，需逐題驗證。</a:t>
            </a:r>
          </a:p>
        </p:txBody>
      </p:sp>
      <p:sp>
        <p:nvSpPr>
          <p:cNvPr id="22" name="text-2215">
            <a:extLst xmlns:a="http://schemas.openxmlformats.org/drawingml/2006/main">
              <a:ext uri="{FF2B5EF4-FFF2-40B4-BE49-F238E27FC236}">
                <a16:creationId xmlns:a16="http://schemas.microsoft.com/office/drawing/2014/main" id="{E367576A-D94D-4658-AE8D-B11FF5B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1004e768ff042f6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ba376c3ca04417f"/>
              </a:rPr>
              <a:t>Codex ↗</a:t>
            </a:r>
          </a:p>
        </p:txBody>
      </p:sp>
      <p:sp>
        <p:nvSpPr>
          <p:cNvPr id="23" name="shape-2322">
            <a:extLst xmlns:a="http://schemas.openxmlformats.org/drawingml/2006/main">
              <a:ext uri="{FF2B5EF4-FFF2-40B4-BE49-F238E27FC236}">
                <a16:creationId xmlns:a16="http://schemas.microsoft.com/office/drawing/2014/main" id="{2AC22A17-7949-45A6-979E-E1A5DE4B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3752a55cd43c8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323">
            <a:extLst xmlns:a="http://schemas.openxmlformats.org/drawingml/2006/main">
              <a:ext uri="{FF2B5EF4-FFF2-40B4-BE49-F238E27FC236}">
                <a16:creationId xmlns:a16="http://schemas.microsoft.com/office/drawing/2014/main" id="{4893C410-7896-47C4-A907-AFF33397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389043a6f479b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324">
            <a:extLst xmlns:a="http://schemas.openxmlformats.org/drawingml/2006/main">
              <a:ext uri="{FF2B5EF4-FFF2-40B4-BE49-F238E27FC236}">
                <a16:creationId xmlns:a16="http://schemas.microsoft.com/office/drawing/2014/main" id="{0B21BEFB-0DC2-47EA-9B4D-25CFA9DB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88714942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1896">
            <a:extLst xmlns:a="http://schemas.openxmlformats.org/drawingml/2006/main">
              <a:ext uri="{FF2B5EF4-FFF2-40B4-BE49-F238E27FC236}">
                <a16:creationId xmlns:a16="http://schemas.microsoft.com/office/drawing/2014/main" id="{FD00AA4B-74A3-47E8-83C2-1B8EDEE5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DATA &amp; CODING QUALITY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BDD5B0-4AB1-47A7-A092-180D041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報告前的四項品質檢核</a:t>
            </a:r>
          </a:p>
        </p:txBody>
      </p:sp>
      <p:cxnSp>
        <p:nvCxnSpPr>
          <p:cNvPr id="38" name="shape-189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898">
            <a:extLst xmlns:a="http://schemas.openxmlformats.org/drawingml/2006/main">
              <a:ext uri="{FF2B5EF4-FFF2-40B4-BE49-F238E27FC236}">
                <a16:creationId xmlns:a16="http://schemas.microsoft.com/office/drawing/2014/main" id="{94613DC0-D21B-4133-8381-8362DFBE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3C82F0-53F2-4C13-B9EC-D1481F7B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46</a:t>
            </a:r>
          </a:p>
        </p:txBody>
      </p:sp>
      <p:sp>
        <p:nvSpPr>
          <p:cNvPr id="6" name="shape-1899">
            <a:extLst xmlns:a="http://schemas.openxmlformats.org/drawingml/2006/main">
              <a:ext uri="{FF2B5EF4-FFF2-40B4-BE49-F238E27FC236}">
                <a16:creationId xmlns:a16="http://schemas.microsoft.com/office/drawing/2014/main" id="{18DFC414-DD8C-44AA-918D-8E18BF8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900">
            <a:extLst xmlns:a="http://schemas.openxmlformats.org/drawingml/2006/main">
              <a:ext uri="{FF2B5EF4-FFF2-40B4-BE49-F238E27FC236}">
                <a16:creationId xmlns:a16="http://schemas.microsoft.com/office/drawing/2014/main" id="{29E09FEB-265A-4E70-B82D-DB62D6D3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901">
            <a:extLst xmlns:a="http://schemas.openxmlformats.org/drawingml/2006/main">
              <a:ext uri="{FF2B5EF4-FFF2-40B4-BE49-F238E27FC236}">
                <a16:creationId xmlns:a16="http://schemas.microsoft.com/office/drawing/2014/main" id="{4E5A8A1B-1D23-4D6B-ACF2-CCF4F47D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資料完整性</a:t>
            </a:r>
          </a:p>
        </p:txBody>
      </p:sp>
      <p:sp>
        <p:nvSpPr>
          <p:cNvPr id="9" name="text-1902">
            <a:extLst xmlns:a="http://schemas.openxmlformats.org/drawingml/2006/main">
              <a:ext uri="{FF2B5EF4-FFF2-40B4-BE49-F238E27FC236}">
                <a16:creationId xmlns:a16="http://schemas.microsoft.com/office/drawing/2014/main" id="{161EB2A7-D3B2-4D45-9D71-536F96C9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列出缺漏、重複、非法選項與無法解析的文字，不要自動補答案。</a:t>
            </a:r>
          </a:p>
        </p:txBody>
      </p:sp>
      <p:sp>
        <p:nvSpPr>
          <p:cNvPr id="10" name="shape-1903">
            <a:extLst xmlns:a="http://schemas.openxmlformats.org/drawingml/2006/main">
              <a:ext uri="{FF2B5EF4-FFF2-40B4-BE49-F238E27FC236}">
                <a16:creationId xmlns:a16="http://schemas.microsoft.com/office/drawing/2014/main" id="{7A76BDBC-0BD3-41C3-8BD3-344ED06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904">
            <a:extLst xmlns:a="http://schemas.openxmlformats.org/drawingml/2006/main">
              <a:ext uri="{FF2B5EF4-FFF2-40B4-BE49-F238E27FC236}">
                <a16:creationId xmlns:a16="http://schemas.microsoft.com/office/drawing/2014/main" id="{EB859DCC-F465-477E-A8C2-359F5E11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905">
            <a:extLst xmlns:a="http://schemas.openxmlformats.org/drawingml/2006/main">
              <a:ext uri="{FF2B5EF4-FFF2-40B4-BE49-F238E27FC236}">
                <a16:creationId xmlns:a16="http://schemas.microsoft.com/office/drawing/2014/main" id="{092F3619-88E5-4E19-820F-3DC3C395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逐題可追查</a:t>
            </a:r>
          </a:p>
        </p:txBody>
      </p:sp>
      <p:sp>
        <p:nvSpPr>
          <p:cNvPr id="13" name="text-1906">
            <a:extLst xmlns:a="http://schemas.openxmlformats.org/drawingml/2006/main">
              <a:ext uri="{FF2B5EF4-FFF2-40B4-BE49-F238E27FC236}">
                <a16:creationId xmlns:a16="http://schemas.microsoft.com/office/drawing/2014/main" id="{78B483D9-925B-47B0-B2F4-75A34A4A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每個簡答編碼都保留 evidence excerpt 與 rationale。</a:t>
            </a:r>
          </a:p>
        </p:txBody>
      </p:sp>
      <p:sp>
        <p:nvSpPr>
          <p:cNvPr id="14" name="shape-1907">
            <a:extLst xmlns:a="http://schemas.openxmlformats.org/drawingml/2006/main">
              <a:ext uri="{FF2B5EF4-FFF2-40B4-BE49-F238E27FC236}">
                <a16:creationId xmlns:a16="http://schemas.microsoft.com/office/drawing/2014/main" id="{42A63D5C-564B-46E6-A9BC-41DA2EDF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908">
            <a:extLst xmlns:a="http://schemas.openxmlformats.org/drawingml/2006/main">
              <a:ext uri="{FF2B5EF4-FFF2-40B4-BE49-F238E27FC236}">
                <a16:creationId xmlns:a16="http://schemas.microsoft.com/office/drawing/2014/main" id="{4870B84F-43DD-4C13-8D5C-7FA0179A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909">
            <a:extLst xmlns:a="http://schemas.openxmlformats.org/drawingml/2006/main">
              <a:ext uri="{FF2B5EF4-FFF2-40B4-BE49-F238E27FC236}">
                <a16:creationId xmlns:a16="http://schemas.microsoft.com/office/drawing/2014/main" id="{54CB5822-A03A-4896-A306-B76C2E28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一致性</a:t>
            </a:r>
          </a:p>
        </p:txBody>
      </p:sp>
      <p:sp>
        <p:nvSpPr>
          <p:cNvPr id="17" name="text-1910">
            <a:extLst xmlns:a="http://schemas.openxmlformats.org/drawingml/2006/main">
              <a:ext uri="{FF2B5EF4-FFF2-40B4-BE49-F238E27FC236}">
                <a16:creationId xmlns:a16="http://schemas.microsoft.com/office/drawing/2014/main" id="{B5098DA2-90A4-41FA-9D10-E1C3CAFF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比較 AI 與人工代碼，集中檢視不一致、低信心與邊界案例。</a:t>
            </a:r>
          </a:p>
        </p:txBody>
      </p:sp>
      <p:sp>
        <p:nvSpPr>
          <p:cNvPr id="18" name="shape-1911">
            <a:extLst xmlns:a="http://schemas.openxmlformats.org/drawingml/2006/main">
              <a:ext uri="{FF2B5EF4-FFF2-40B4-BE49-F238E27FC236}">
                <a16:creationId xmlns:a16="http://schemas.microsoft.com/office/drawing/2014/main" id="{6EF3F325-DAF4-45B3-BFBE-EBBF5696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912">
            <a:extLst xmlns:a="http://schemas.openxmlformats.org/drawingml/2006/main">
              <a:ext uri="{FF2B5EF4-FFF2-40B4-BE49-F238E27FC236}">
                <a16:creationId xmlns:a16="http://schemas.microsoft.com/office/drawing/2014/main" id="{81EAC533-CAFE-43A9-856D-B440853F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913">
            <a:extLst xmlns:a="http://schemas.openxmlformats.org/drawingml/2006/main">
              <a:ext uri="{FF2B5EF4-FFF2-40B4-BE49-F238E27FC236}">
                <a16:creationId xmlns:a16="http://schemas.microsoft.com/office/drawing/2014/main" id="{D7318E2C-B44D-4980-940C-5F4D1AAA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報告邊界</a:t>
            </a:r>
          </a:p>
        </p:txBody>
      </p:sp>
      <p:sp>
        <p:nvSpPr>
          <p:cNvPr id="21" name="text-1914">
            <a:extLst xmlns:a="http://schemas.openxmlformats.org/drawingml/2006/main">
              <a:ext uri="{FF2B5EF4-FFF2-40B4-BE49-F238E27FC236}">
                <a16:creationId xmlns:a16="http://schemas.microsoft.com/office/drawing/2014/main" id="{928FCD9C-750A-40F1-8187-4EFDD99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以群體趨勢協助教學診斷，不用未驗證的 AI 分數做高風險個人決策。</a:t>
            </a:r>
          </a:p>
        </p:txBody>
      </p:sp>
      <p:sp>
        <p:nvSpPr>
          <p:cNvPr id="22" name="text-1915">
            <a:extLst xmlns:a="http://schemas.openxmlformats.org/drawingml/2006/main">
              <a:ext uri="{FF2B5EF4-FFF2-40B4-BE49-F238E27FC236}">
                <a16:creationId xmlns:a16="http://schemas.microsoft.com/office/drawing/2014/main" id="{825E4625-88B1-49F0-9684-3BD67136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資料完整</a:t>
            </a:r>
          </a:p>
        </p:txBody>
      </p:sp>
      <p:sp>
        <p:nvSpPr>
          <p:cNvPr id="23" name="text-1916">
            <a:extLst xmlns:a="http://schemas.openxmlformats.org/drawingml/2006/main">
              <a:ext uri="{FF2B5EF4-FFF2-40B4-BE49-F238E27FC236}">
                <a16:creationId xmlns:a16="http://schemas.microsoft.com/office/drawing/2014/main" id="{E91B5C77-6DDD-4227-A0F2-4D414811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證據可追查</a:t>
            </a:r>
          </a:p>
        </p:txBody>
      </p:sp>
      <p:sp>
        <p:nvSpPr>
          <p:cNvPr id="24" name="text-1917">
            <a:extLst xmlns:a="http://schemas.openxmlformats.org/drawingml/2006/main">
              <a:ext uri="{FF2B5EF4-FFF2-40B4-BE49-F238E27FC236}">
                <a16:creationId xmlns:a16="http://schemas.microsoft.com/office/drawing/2014/main" id="{609445F0-882E-4863-A1D7-152D4DE8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AI／人一致性</a:t>
            </a:r>
          </a:p>
        </p:txBody>
      </p:sp>
      <p:sp>
        <p:nvSpPr>
          <p:cNvPr id="25" name="text-1918">
            <a:extLst xmlns:a="http://schemas.openxmlformats.org/drawingml/2006/main">
              <a:ext uri="{FF2B5EF4-FFF2-40B4-BE49-F238E27FC236}">
                <a16:creationId xmlns:a16="http://schemas.microsoft.com/office/drawing/2014/main" id="{3933151E-A14F-4280-8415-3D7E500B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530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ECE7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✓ 報告有邊界</a:t>
            </a:r>
          </a:p>
        </p:txBody>
      </p:sp>
      <p:cxnSp>
        <p:nvCxnSpPr>
          <p:cNvPr id="61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895600" y="52292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619750" y="52292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B64DA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343900" y="52292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4A"/>
            </a:solidFill>
            <a:prstDash val="solid"/>
            <a:tailEnd type="arrow" w="sm" len="sm"/>
          </a:ln>
        </p:spPr>
      </p:cxnSp>
      <p:sp>
        <p:nvSpPr>
          <p:cNvPr id="29" name="text-1919">
            <a:extLst xmlns:a="http://schemas.openxmlformats.org/drawingml/2006/main">
              <a:ext uri="{FF2B5EF4-FFF2-40B4-BE49-F238E27FC236}">
                <a16:creationId xmlns:a16="http://schemas.microsoft.com/office/drawing/2014/main" id="{985D7F31-7981-4024-95AB-094120F8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5785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四道閘門都通過，才進入研究報告；否則標示未確認</a:t>
            </a:r>
          </a:p>
        </p:txBody>
      </p:sp>
      <p:sp>
        <p:nvSpPr>
          <p:cNvPr id="30" name="text-2216">
            <a:extLst xmlns:a="http://schemas.openxmlformats.org/drawingml/2006/main">
              <a:ext uri="{FF2B5EF4-FFF2-40B4-BE49-F238E27FC236}">
                <a16:creationId xmlns:a16="http://schemas.microsoft.com/office/drawing/2014/main" id="{918B830A-206D-4C8E-AAED-BB31DE8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4cc4f5f60b845bb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b80a982ff6f401e"/>
              </a:rPr>
              <a:t>Codex ↗</a:t>
            </a:r>
          </a:p>
        </p:txBody>
      </p:sp>
      <p:sp>
        <p:nvSpPr>
          <p:cNvPr id="31" name="shape-2325">
            <a:extLst xmlns:a="http://schemas.openxmlformats.org/drawingml/2006/main">
              <a:ext uri="{FF2B5EF4-FFF2-40B4-BE49-F238E27FC236}">
                <a16:creationId xmlns:a16="http://schemas.microsoft.com/office/drawing/2014/main" id="{A768E64C-A270-4171-86C3-DB4B899C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be1e309d642d9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2326">
            <a:extLst xmlns:a="http://schemas.openxmlformats.org/drawingml/2006/main">
              <a:ext uri="{FF2B5EF4-FFF2-40B4-BE49-F238E27FC236}">
                <a16:creationId xmlns:a16="http://schemas.microsoft.com/office/drawing/2014/main" id="{74A17A2F-6CAC-449C-A9CB-B5ABE0DE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9bef7a3c74cab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2327">
            <a:extLst xmlns:a="http://schemas.openxmlformats.org/drawingml/2006/main">
              <a:ext uri="{FF2B5EF4-FFF2-40B4-BE49-F238E27FC236}">
                <a16:creationId xmlns:a16="http://schemas.microsoft.com/office/drawing/2014/main" id="{EE9BE7D1-0D87-42F3-A098-940F04C5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21437525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920">
            <a:extLst xmlns:a="http://schemas.openxmlformats.org/drawingml/2006/main">
              <a:ext uri="{FF2B5EF4-FFF2-40B4-BE49-F238E27FC236}">
                <a16:creationId xmlns:a16="http://schemas.microsoft.com/office/drawing/2014/main" id="{365D0A4A-B08D-40D4-A942-BFD3B5EE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5079A6-3198-49C0-8C01-F39570AF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實作 D｜PIRLS 風格合成資料分析</a:t>
            </a:r>
          </a:p>
        </p:txBody>
      </p:sp>
      <p:cxnSp>
        <p:nvCxnSpPr>
          <p:cNvPr id="27" name="shape-192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922">
            <a:extLst xmlns:a="http://schemas.openxmlformats.org/drawingml/2006/main">
              <a:ext uri="{FF2B5EF4-FFF2-40B4-BE49-F238E27FC236}">
                <a16:creationId xmlns:a16="http://schemas.microsoft.com/office/drawing/2014/main" id="{1102AD7A-DA85-4E7A-AE17-6CAD7C6F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ECA2ED-C413-4D12-B93B-BF2367FA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47</a:t>
            </a:r>
          </a:p>
        </p:txBody>
      </p:sp>
      <p:sp>
        <p:nvSpPr>
          <p:cNvPr id="6" name="text-1923">
            <a:extLst xmlns:a="http://schemas.openxmlformats.org/drawingml/2006/main">
              <a:ext uri="{FF2B5EF4-FFF2-40B4-BE49-F238E27FC236}">
                <a16:creationId xmlns:a16="http://schemas.microsoft.com/office/drawing/2014/main" id="{C3C403E6-08C6-4BE4-9655-43555971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924">
            <a:extLst xmlns:a="http://schemas.openxmlformats.org/drawingml/2006/main">
              <a:ext uri="{FF2B5EF4-FFF2-40B4-BE49-F238E27FC236}">
                <a16:creationId xmlns:a16="http://schemas.microsoft.com/office/drawing/2014/main" id="{A7957D1E-2713-415C-AC12-3ADCBE02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925">
            <a:extLst xmlns:a="http://schemas.openxmlformats.org/drawingml/2006/main">
              <a:ext uri="{FF2B5EF4-FFF2-40B4-BE49-F238E27FC236}">
                <a16:creationId xmlns:a16="http://schemas.microsoft.com/office/drawing/2014/main" id="{5A55B61B-9634-484E-A980-C4EE9E48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926">
            <a:extLst xmlns:a="http://schemas.openxmlformats.org/drawingml/2006/main">
              <a:ext uri="{FF2B5EF4-FFF2-40B4-BE49-F238E27FC236}">
                <a16:creationId xmlns:a16="http://schemas.microsoft.com/office/drawing/2014/main" id="{68FFD9EC-9C8B-47D0-9E99-6CB569C9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載入 CSV、答案鍵與簡答題編碼規準</a:t>
            </a:r>
          </a:p>
        </p:txBody>
      </p:sp>
      <p:sp>
        <p:nvSpPr>
          <p:cNvPr id="10" name="text-1927">
            <a:extLst xmlns:a="http://schemas.openxmlformats.org/drawingml/2006/main">
              <a:ext uri="{FF2B5EF4-FFF2-40B4-BE49-F238E27FC236}">
                <a16:creationId xmlns:a16="http://schemas.microsoft.com/office/drawing/2014/main" id="{5826C9AD-EC08-4E93-8F0D-8DD6AB73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928">
            <a:extLst xmlns:a="http://schemas.openxmlformats.org/drawingml/2006/main">
              <a:ext uri="{FF2B5EF4-FFF2-40B4-BE49-F238E27FC236}">
                <a16:creationId xmlns:a16="http://schemas.microsoft.com/office/drawing/2014/main" id="{2F2D0B9D-18C6-4EA2-A389-94747FE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先做缺漏與非法值檢查</a:t>
            </a:r>
          </a:p>
        </p:txBody>
      </p:sp>
      <p:sp>
        <p:nvSpPr>
          <p:cNvPr id="12" name="text-1929">
            <a:extLst xmlns:a="http://schemas.openxmlformats.org/drawingml/2006/main">
              <a:ext uri="{FF2B5EF4-FFF2-40B4-BE49-F238E27FC236}">
                <a16:creationId xmlns:a16="http://schemas.microsoft.com/office/drawing/2014/main" id="{219EC8C0-3593-4A19-AB7A-24D335F6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930">
            <a:extLst xmlns:a="http://schemas.openxmlformats.org/drawingml/2006/main">
              <a:ext uri="{FF2B5EF4-FFF2-40B4-BE49-F238E27FC236}">
                <a16:creationId xmlns:a16="http://schemas.microsoft.com/office/drawing/2014/main" id="{DB969467-1D1F-4113-BFBB-02434E42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計算選擇題答對率與選項分布</a:t>
            </a:r>
          </a:p>
        </p:txBody>
      </p:sp>
      <p:sp>
        <p:nvSpPr>
          <p:cNvPr id="14" name="text-1931">
            <a:extLst xmlns:a="http://schemas.openxmlformats.org/drawingml/2006/main">
              <a:ext uri="{FF2B5EF4-FFF2-40B4-BE49-F238E27FC236}">
                <a16:creationId xmlns:a16="http://schemas.microsoft.com/office/drawing/2014/main" id="{F9A68BE6-1F8A-4E30-A7F2-6EA1FE80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932">
            <a:extLst xmlns:a="http://schemas.openxmlformats.org/drawingml/2006/main">
              <a:ext uri="{FF2B5EF4-FFF2-40B4-BE49-F238E27FC236}">
                <a16:creationId xmlns:a16="http://schemas.microsoft.com/office/drawing/2014/main" id="{837C6DBC-B4A6-487E-A730-7DC6A6F3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讓 AI 初編簡答並與講師參考編碼比較</a:t>
            </a:r>
          </a:p>
        </p:txBody>
      </p:sp>
      <p:sp>
        <p:nvSpPr>
          <p:cNvPr id="16" name="shape-1933">
            <a:extLst xmlns:a="http://schemas.openxmlformats.org/drawingml/2006/main">
              <a:ext uri="{FF2B5EF4-FFF2-40B4-BE49-F238E27FC236}">
                <a16:creationId xmlns:a16="http://schemas.microsoft.com/office/drawing/2014/main" id="{7BB1E5BE-D3FD-48F2-9C0E-C9BAEDD3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934">
            <a:extLst xmlns:a="http://schemas.openxmlformats.org/drawingml/2006/main">
              <a:ext uri="{FF2B5EF4-FFF2-40B4-BE49-F238E27FC236}">
                <a16:creationId xmlns:a16="http://schemas.microsoft.com/office/drawing/2014/main" id="{F4426D48-7C80-4900-ABDC-E72B477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935">
            <a:extLst xmlns:a="http://schemas.openxmlformats.org/drawingml/2006/main">
              <a:ext uri="{FF2B5EF4-FFF2-40B4-BE49-F238E27FC236}">
                <a16:creationId xmlns:a16="http://schemas.microsoft.com/office/drawing/2014/main" id="{6C5D1B11-3B1F-4F1E-861C-0D281079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不含真實個資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選擇題與簡答題分流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列出所有不一致案例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報告標示限制與未確認</a:t>
            </a:r>
          </a:p>
        </p:txBody>
      </p:sp>
      <p:sp>
        <p:nvSpPr>
          <p:cNvPr id="19" name="text-2217">
            <a:extLst xmlns:a="http://schemas.openxmlformats.org/drawingml/2006/main">
              <a:ext uri="{FF2B5EF4-FFF2-40B4-BE49-F238E27FC236}">
                <a16:creationId xmlns:a16="http://schemas.microsoft.com/office/drawing/2014/main" id="{CCF40718-ABA5-4CD7-8215-D3D95888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b520af521c3459d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5fea473f3cf4045"/>
              </a:rPr>
              <a:t>Codex ↗</a:t>
            </a:r>
          </a:p>
        </p:txBody>
      </p:sp>
      <p:sp>
        <p:nvSpPr>
          <p:cNvPr id="20" name="shape-2328">
            <a:extLst xmlns:a="http://schemas.openxmlformats.org/drawingml/2006/main">
              <a:ext uri="{FF2B5EF4-FFF2-40B4-BE49-F238E27FC236}">
                <a16:creationId xmlns:a16="http://schemas.microsoft.com/office/drawing/2014/main" id="{53C6F7E4-E0BA-491B-84A7-60A2523F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456e5b3684475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2" name="text-2329">
            <a:extLst xmlns:a="http://schemas.openxmlformats.org/drawingml/2006/main">
              <a:ext uri="{FF2B5EF4-FFF2-40B4-BE49-F238E27FC236}">
                <a16:creationId xmlns:a16="http://schemas.microsoft.com/office/drawing/2014/main" id="{637B3449-BFD6-484F-9165-C57A2D50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96549eddc47eb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text-2330">
            <a:extLst xmlns:a="http://schemas.openxmlformats.org/drawingml/2006/main">
              <a:ext uri="{FF2B5EF4-FFF2-40B4-BE49-F238E27FC236}">
                <a16:creationId xmlns:a16="http://schemas.microsoft.com/office/drawing/2014/main" id="{25A2695F-521B-4C09-8797-77812E71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48975137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1936">
            <a:extLst xmlns:a="http://schemas.openxmlformats.org/drawingml/2006/main">
              <a:ext uri="{FF2B5EF4-FFF2-40B4-BE49-F238E27FC236}">
                <a16:creationId xmlns:a16="http://schemas.microsoft.com/office/drawing/2014/main" id="{C7BEF7F5-5B1B-4939-B5A7-A1C668BA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ADVANCED USE CASES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F39C2A-BA77-4A75-91B0-DCB741CB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大學教學的 Agent Skills 應用地圖</a:t>
            </a:r>
          </a:p>
        </p:txBody>
      </p:sp>
      <p:cxnSp>
        <p:nvCxnSpPr>
          <p:cNvPr id="38" name="shape-193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938">
            <a:extLst xmlns:a="http://schemas.openxmlformats.org/drawingml/2006/main">
              <a:ext uri="{FF2B5EF4-FFF2-40B4-BE49-F238E27FC236}">
                <a16:creationId xmlns:a16="http://schemas.microsoft.com/office/drawing/2014/main" id="{682047FE-4A8A-41DC-B82B-983F5A36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5E9915-F110-4BF8-868A-ACB6FB23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48</a:t>
            </a:r>
          </a:p>
        </p:txBody>
      </p:sp>
      <p:sp>
        <p:nvSpPr>
          <p:cNvPr id="6" name="shape-1939">
            <a:extLst xmlns:a="http://schemas.openxmlformats.org/drawingml/2006/main">
              <a:ext uri="{FF2B5EF4-FFF2-40B4-BE49-F238E27FC236}">
                <a16:creationId xmlns:a16="http://schemas.microsoft.com/office/drawing/2014/main" id="{DF6DA368-FD7F-4D5F-9AA9-44C65163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940">
            <a:extLst xmlns:a="http://schemas.openxmlformats.org/drawingml/2006/main">
              <a:ext uri="{FF2B5EF4-FFF2-40B4-BE49-F238E27FC236}">
                <a16:creationId xmlns:a16="http://schemas.microsoft.com/office/drawing/2014/main" id="{887C7EDB-A1A3-4114-8535-60E4C3F0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941">
            <a:extLst xmlns:a="http://schemas.openxmlformats.org/drawingml/2006/main">
              <a:ext uri="{FF2B5EF4-FFF2-40B4-BE49-F238E27FC236}">
                <a16:creationId xmlns:a16="http://schemas.microsoft.com/office/drawing/2014/main" id="{269E6C8B-1E19-438C-A8E4-CE02DE00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課程設計</a:t>
            </a:r>
          </a:p>
        </p:txBody>
      </p:sp>
      <p:sp>
        <p:nvSpPr>
          <p:cNvPr id="9" name="text-1942">
            <a:extLst xmlns:a="http://schemas.openxmlformats.org/drawingml/2006/main">
              <a:ext uri="{FF2B5EF4-FFF2-40B4-BE49-F238E27FC236}">
                <a16:creationId xmlns:a16="http://schemas.microsoft.com/office/drawing/2014/main" id="{453958BA-3224-4536-8275-A9488F78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課綱一致性、學習目標與評量對齊、週次負荷檢核。</a:t>
            </a:r>
          </a:p>
        </p:txBody>
      </p:sp>
      <p:sp>
        <p:nvSpPr>
          <p:cNvPr id="10" name="shape-1943">
            <a:extLst xmlns:a="http://schemas.openxmlformats.org/drawingml/2006/main">
              <a:ext uri="{FF2B5EF4-FFF2-40B4-BE49-F238E27FC236}">
                <a16:creationId xmlns:a16="http://schemas.microsoft.com/office/drawing/2014/main" id="{8CD656E3-041F-4E1E-BC3D-B0881947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944">
            <a:extLst xmlns:a="http://schemas.openxmlformats.org/drawingml/2006/main">
              <a:ext uri="{FF2B5EF4-FFF2-40B4-BE49-F238E27FC236}">
                <a16:creationId xmlns:a16="http://schemas.microsoft.com/office/drawing/2014/main" id="{39B69916-9983-423A-87DB-A65B177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945">
            <a:extLst xmlns:a="http://schemas.openxmlformats.org/drawingml/2006/main">
              <a:ext uri="{FF2B5EF4-FFF2-40B4-BE49-F238E27FC236}">
                <a16:creationId xmlns:a16="http://schemas.microsoft.com/office/drawing/2014/main" id="{20D7BC52-D2EF-4594-82AB-DF649A16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研究與閱讀</a:t>
            </a:r>
          </a:p>
        </p:txBody>
      </p:sp>
      <p:sp>
        <p:nvSpPr>
          <p:cNvPr id="13" name="text-1946">
            <a:extLst xmlns:a="http://schemas.openxmlformats.org/drawingml/2006/main">
              <a:ext uri="{FF2B5EF4-FFF2-40B4-BE49-F238E27FC236}">
                <a16:creationId xmlns:a16="http://schemas.microsoft.com/office/drawing/2014/main" id="{91437243-3DE9-4ADA-AA4D-232D14A0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文獻整理、觀點矩陣、研究限制與引用追查。</a:t>
            </a:r>
          </a:p>
        </p:txBody>
      </p:sp>
      <p:sp>
        <p:nvSpPr>
          <p:cNvPr id="14" name="shape-1947">
            <a:extLst xmlns:a="http://schemas.openxmlformats.org/drawingml/2006/main">
              <a:ext uri="{FF2B5EF4-FFF2-40B4-BE49-F238E27FC236}">
                <a16:creationId xmlns:a16="http://schemas.microsoft.com/office/drawing/2014/main" id="{94645BE9-8C8F-454E-BB42-1E88AF8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948">
            <a:extLst xmlns:a="http://schemas.openxmlformats.org/drawingml/2006/main">
              <a:ext uri="{FF2B5EF4-FFF2-40B4-BE49-F238E27FC236}">
                <a16:creationId xmlns:a16="http://schemas.microsoft.com/office/drawing/2014/main" id="{8C3B0553-145E-48D3-979A-D03DE5A5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949">
            <a:extLst xmlns:a="http://schemas.openxmlformats.org/drawingml/2006/main">
              <a:ext uri="{FF2B5EF4-FFF2-40B4-BE49-F238E27FC236}">
                <a16:creationId xmlns:a16="http://schemas.microsoft.com/office/drawing/2014/main" id="{ABB843F2-92EC-4843-89D0-BFDD3E7A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教材製作</a:t>
            </a:r>
          </a:p>
        </p:txBody>
      </p:sp>
      <p:sp>
        <p:nvSpPr>
          <p:cNvPr id="17" name="text-1950">
            <a:extLst xmlns:a="http://schemas.openxmlformats.org/drawingml/2006/main">
              <a:ext uri="{FF2B5EF4-FFF2-40B4-BE49-F238E27FC236}">
                <a16:creationId xmlns:a16="http://schemas.microsoft.com/office/drawing/2014/main" id="{D998C409-D2C7-4178-ADD7-D53B1C3C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簡報、互動網站、圖表、字幕與多格式轉換。</a:t>
            </a:r>
          </a:p>
        </p:txBody>
      </p:sp>
      <p:sp>
        <p:nvSpPr>
          <p:cNvPr id="18" name="shape-1951">
            <a:extLst xmlns:a="http://schemas.openxmlformats.org/drawingml/2006/main">
              <a:ext uri="{FF2B5EF4-FFF2-40B4-BE49-F238E27FC236}">
                <a16:creationId xmlns:a16="http://schemas.microsoft.com/office/drawing/2014/main" id="{5B66EF72-9E54-44AD-B5C5-BDB655C3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952">
            <a:extLst xmlns:a="http://schemas.openxmlformats.org/drawingml/2006/main">
              <a:ext uri="{FF2B5EF4-FFF2-40B4-BE49-F238E27FC236}">
                <a16:creationId xmlns:a16="http://schemas.microsoft.com/office/drawing/2014/main" id="{E8A2ACC8-7A39-4699-81BD-E7C11F6A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953">
            <a:extLst xmlns:a="http://schemas.openxmlformats.org/drawingml/2006/main">
              <a:ext uri="{FF2B5EF4-FFF2-40B4-BE49-F238E27FC236}">
                <a16:creationId xmlns:a16="http://schemas.microsoft.com/office/drawing/2014/main" id="{7BBB3348-E669-40EA-8EC3-ABBF999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學習支持</a:t>
            </a:r>
          </a:p>
        </p:txBody>
      </p:sp>
      <p:sp>
        <p:nvSpPr>
          <p:cNvPr id="21" name="text-1954">
            <a:extLst xmlns:a="http://schemas.openxmlformats.org/drawingml/2006/main">
              <a:ext uri="{FF2B5EF4-FFF2-40B4-BE49-F238E27FC236}">
                <a16:creationId xmlns:a16="http://schemas.microsoft.com/office/drawing/2014/main" id="{F52D2140-57A0-43B3-973C-9791910B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形成性回饋、差異化支架、常見迷思與練習生成。</a:t>
            </a:r>
          </a:p>
        </p:txBody>
      </p:sp>
      <p:sp>
        <p:nvSpPr>
          <p:cNvPr id="22" name="shape-1955">
            <a:extLst xmlns:a="http://schemas.openxmlformats.org/drawingml/2006/main">
              <a:ext uri="{FF2B5EF4-FFF2-40B4-BE49-F238E27FC236}">
                <a16:creationId xmlns:a16="http://schemas.microsoft.com/office/drawing/2014/main" id="{990DBE73-95EA-48BE-85CF-51B2C9C5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3" name="text-1956">
            <a:extLst xmlns:a="http://schemas.openxmlformats.org/drawingml/2006/main">
              <a:ext uri="{FF2B5EF4-FFF2-40B4-BE49-F238E27FC236}">
                <a16:creationId xmlns:a16="http://schemas.microsoft.com/office/drawing/2014/main" id="{D563EDBD-CDA2-4B59-8C8B-11AE6078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24" name="text-1957">
            <a:extLst xmlns:a="http://schemas.openxmlformats.org/drawingml/2006/main">
              <a:ext uri="{FF2B5EF4-FFF2-40B4-BE49-F238E27FC236}">
                <a16:creationId xmlns:a16="http://schemas.microsoft.com/office/drawing/2014/main" id="{B5B7C253-BF71-4F60-A7B2-A15E4815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品質保證</a:t>
            </a:r>
          </a:p>
        </p:txBody>
      </p:sp>
      <p:sp>
        <p:nvSpPr>
          <p:cNvPr id="25" name="text-1958">
            <a:extLst xmlns:a="http://schemas.openxmlformats.org/drawingml/2006/main">
              <a:ext uri="{FF2B5EF4-FFF2-40B4-BE49-F238E27FC236}">
                <a16:creationId xmlns:a16="http://schemas.microsoft.com/office/drawing/2014/main" id="{72FCA531-ACDB-4CCE-B89A-2675832E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RWD、無障礙、連結、內容依據與版本檢查。</a:t>
            </a:r>
          </a:p>
        </p:txBody>
      </p:sp>
      <p:sp>
        <p:nvSpPr>
          <p:cNvPr id="26" name="shape-1959">
            <a:extLst xmlns:a="http://schemas.openxmlformats.org/drawingml/2006/main">
              <a:ext uri="{FF2B5EF4-FFF2-40B4-BE49-F238E27FC236}">
                <a16:creationId xmlns:a16="http://schemas.microsoft.com/office/drawing/2014/main" id="{6CEC2C74-2FDA-434A-848A-3C146B5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676400"/>
            <a:ext cx="1685925" cy="4305300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7" name="text-1960">
            <a:extLst xmlns:a="http://schemas.openxmlformats.org/drawingml/2006/main">
              <a:ext uri="{FF2B5EF4-FFF2-40B4-BE49-F238E27FC236}">
                <a16:creationId xmlns:a16="http://schemas.microsoft.com/office/drawing/2014/main" id="{A3C3C390-3A48-4AC2-9BBC-680CF582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28" name="text-1961">
            <a:extLst xmlns:a="http://schemas.openxmlformats.org/drawingml/2006/main">
              <a:ext uri="{FF2B5EF4-FFF2-40B4-BE49-F238E27FC236}">
                <a16:creationId xmlns:a16="http://schemas.microsoft.com/office/drawing/2014/main" id="{4FC551E7-763D-4674-A068-C84A4965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266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部署交付</a:t>
            </a:r>
          </a:p>
        </p:txBody>
      </p:sp>
      <p:sp>
        <p:nvSpPr>
          <p:cNvPr id="29" name="text-1962">
            <a:extLst xmlns:a="http://schemas.openxmlformats.org/drawingml/2006/main">
              <a:ext uri="{FF2B5EF4-FFF2-40B4-BE49-F238E27FC236}">
                <a16:creationId xmlns:a16="http://schemas.microsoft.com/office/drawing/2014/main" id="{5A3196E2-4913-4B42-8781-086E14B5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126682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Sites、Pages、文件、測試證據與團隊交接。</a:t>
            </a:r>
          </a:p>
        </p:txBody>
      </p:sp>
      <p:sp>
        <p:nvSpPr>
          <p:cNvPr id="30" name="text-2218">
            <a:extLst xmlns:a="http://schemas.openxmlformats.org/drawingml/2006/main">
              <a:ext uri="{FF2B5EF4-FFF2-40B4-BE49-F238E27FC236}">
                <a16:creationId xmlns:a16="http://schemas.microsoft.com/office/drawing/2014/main" id="{22137459-5B26-46C0-A974-E1A15480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3da959b61354b6f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8664b97aad546ed"/>
              </a:rPr>
              <a:t>Codex ↗</a:t>
            </a:r>
          </a:p>
        </p:txBody>
      </p:sp>
      <p:sp>
        <p:nvSpPr>
          <p:cNvPr id="31" name="shape-2331">
            <a:extLst xmlns:a="http://schemas.openxmlformats.org/drawingml/2006/main">
              <a:ext uri="{FF2B5EF4-FFF2-40B4-BE49-F238E27FC236}">
                <a16:creationId xmlns:a16="http://schemas.microsoft.com/office/drawing/2014/main" id="{3C5BC1F2-BCD2-46FC-800C-45533B10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be605eb644586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2332">
            <a:extLst xmlns:a="http://schemas.openxmlformats.org/drawingml/2006/main">
              <a:ext uri="{FF2B5EF4-FFF2-40B4-BE49-F238E27FC236}">
                <a16:creationId xmlns:a16="http://schemas.microsoft.com/office/drawing/2014/main" id="{8E39E986-B91B-4FB9-9EEE-761AC089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b42c4ce724e64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2333">
            <a:extLst xmlns:a="http://schemas.openxmlformats.org/drawingml/2006/main">
              <a:ext uri="{FF2B5EF4-FFF2-40B4-BE49-F238E27FC236}">
                <a16:creationId xmlns:a16="http://schemas.microsoft.com/office/drawing/2014/main" id="{F774CDFC-F9C0-4467-BCA8-22527CA9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78336166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963">
            <a:extLst xmlns:a="http://schemas.openxmlformats.org/drawingml/2006/main">
              <a:ext uri="{FF2B5EF4-FFF2-40B4-BE49-F238E27FC236}">
                <a16:creationId xmlns:a16="http://schemas.microsoft.com/office/drawing/2014/main" id="{8FC79213-B0BA-492E-B431-050428B6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GUARDRAILS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5AB7A2-371B-429E-91D5-242453FD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教育現場安全護欄：先寫進 Skill，再交給 Agent</a:t>
            </a:r>
          </a:p>
        </p:txBody>
      </p:sp>
      <p:cxnSp>
        <p:nvCxnSpPr>
          <p:cNvPr id="30" name="shape-196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965">
            <a:extLst xmlns:a="http://schemas.openxmlformats.org/drawingml/2006/main">
              <a:ext uri="{FF2B5EF4-FFF2-40B4-BE49-F238E27FC236}">
                <a16:creationId xmlns:a16="http://schemas.microsoft.com/office/drawing/2014/main" id="{7EBD9DCE-8D46-4937-84E9-A5937252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20CDA8-6C38-42C0-A00F-4E1694B6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49</a:t>
            </a:r>
          </a:p>
        </p:txBody>
      </p:sp>
      <p:sp>
        <p:nvSpPr>
          <p:cNvPr id="6" name="shape-1966">
            <a:extLst xmlns:a="http://schemas.openxmlformats.org/drawingml/2006/main">
              <a:ext uri="{FF2B5EF4-FFF2-40B4-BE49-F238E27FC236}">
                <a16:creationId xmlns:a16="http://schemas.microsoft.com/office/drawing/2014/main" id="{5B2B9800-58FB-4425-A89A-AC8C593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1967">
            <a:extLst xmlns:a="http://schemas.openxmlformats.org/drawingml/2006/main">
              <a:ext uri="{FF2B5EF4-FFF2-40B4-BE49-F238E27FC236}">
                <a16:creationId xmlns:a16="http://schemas.microsoft.com/office/drawing/2014/main" id="{9830E7A7-DED0-47D8-AC66-5C2DBC2F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1968">
            <a:extLst xmlns:a="http://schemas.openxmlformats.org/drawingml/2006/main">
              <a:ext uri="{FF2B5EF4-FFF2-40B4-BE49-F238E27FC236}">
                <a16:creationId xmlns:a16="http://schemas.microsoft.com/office/drawing/2014/main" id="{BD80E27D-9AE4-4375-A738-190BFDC7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個資最小化</a:t>
            </a:r>
          </a:p>
        </p:txBody>
      </p:sp>
      <p:sp>
        <p:nvSpPr>
          <p:cNvPr id="9" name="text-1969">
            <a:extLst xmlns:a="http://schemas.openxmlformats.org/drawingml/2006/main">
              <a:ext uri="{FF2B5EF4-FFF2-40B4-BE49-F238E27FC236}">
                <a16:creationId xmlns:a16="http://schemas.microsoft.com/office/drawing/2014/main" id="{DC14A00B-143A-43B4-876C-5BC1871B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先匿名化；不把學生姓名、成績、信箱與研究資料放入公開工作區。</a:t>
            </a:r>
          </a:p>
        </p:txBody>
      </p:sp>
      <p:sp>
        <p:nvSpPr>
          <p:cNvPr id="10" name="shape-1970">
            <a:extLst xmlns:a="http://schemas.openxmlformats.org/drawingml/2006/main">
              <a:ext uri="{FF2B5EF4-FFF2-40B4-BE49-F238E27FC236}">
                <a16:creationId xmlns:a16="http://schemas.microsoft.com/office/drawing/2014/main" id="{0F4EE03A-693F-4746-85C7-5E099DA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1971">
            <a:extLst xmlns:a="http://schemas.openxmlformats.org/drawingml/2006/main">
              <a:ext uri="{FF2B5EF4-FFF2-40B4-BE49-F238E27FC236}">
                <a16:creationId xmlns:a16="http://schemas.microsoft.com/office/drawing/2014/main" id="{D0ADD7D3-188D-41ED-ABF4-4D32710F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1972">
            <a:extLst xmlns:a="http://schemas.openxmlformats.org/drawingml/2006/main">
              <a:ext uri="{FF2B5EF4-FFF2-40B4-BE49-F238E27FC236}">
                <a16:creationId xmlns:a16="http://schemas.microsoft.com/office/drawing/2014/main" id="{91F38D6F-DC2F-47F2-8832-6316E81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來源與版權</a:t>
            </a:r>
          </a:p>
        </p:txBody>
      </p:sp>
      <p:sp>
        <p:nvSpPr>
          <p:cNvPr id="13" name="text-1973">
            <a:extLst xmlns:a="http://schemas.openxmlformats.org/drawingml/2006/main">
              <a:ext uri="{FF2B5EF4-FFF2-40B4-BE49-F238E27FC236}">
                <a16:creationId xmlns:a16="http://schemas.microsoft.com/office/drawing/2014/main" id="{FFCA313F-9C34-4807-BF5B-A7CE3E14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保留引用、授權與來源邊界；生成不等於可任意公開。</a:t>
            </a:r>
          </a:p>
        </p:txBody>
      </p:sp>
      <p:sp>
        <p:nvSpPr>
          <p:cNvPr id="14" name="shape-1974">
            <a:extLst xmlns:a="http://schemas.openxmlformats.org/drawingml/2006/main">
              <a:ext uri="{FF2B5EF4-FFF2-40B4-BE49-F238E27FC236}">
                <a16:creationId xmlns:a16="http://schemas.microsoft.com/office/drawing/2014/main" id="{A9A4A377-16A2-49D2-BC8F-90A62AEB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1975">
            <a:extLst xmlns:a="http://schemas.openxmlformats.org/drawingml/2006/main">
              <a:ext uri="{FF2B5EF4-FFF2-40B4-BE49-F238E27FC236}">
                <a16:creationId xmlns:a16="http://schemas.microsoft.com/office/drawing/2014/main" id="{FF50D2A5-669F-41EC-A4C5-D97EFBD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1976">
            <a:extLst xmlns:a="http://schemas.openxmlformats.org/drawingml/2006/main">
              <a:ext uri="{FF2B5EF4-FFF2-40B4-BE49-F238E27FC236}">
                <a16:creationId xmlns:a16="http://schemas.microsoft.com/office/drawing/2014/main" id="{16274A18-6B47-4C4C-98C2-33BFC6B9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人工決策</a:t>
            </a:r>
          </a:p>
        </p:txBody>
      </p:sp>
      <p:sp>
        <p:nvSpPr>
          <p:cNvPr id="17" name="text-1977">
            <a:extLst xmlns:a="http://schemas.openxmlformats.org/drawingml/2006/main">
              <a:ext uri="{FF2B5EF4-FFF2-40B4-BE49-F238E27FC236}">
                <a16:creationId xmlns:a16="http://schemas.microsoft.com/office/drawing/2014/main" id="{47E80E89-592C-40D5-A002-4857D180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評分、倫理、輔導與正式行政決定，由人負責並保留紀錄。</a:t>
            </a:r>
          </a:p>
        </p:txBody>
      </p:sp>
      <p:sp>
        <p:nvSpPr>
          <p:cNvPr id="18" name="shape-1978">
            <a:extLst xmlns:a="http://schemas.openxmlformats.org/drawingml/2006/main">
              <a:ext uri="{FF2B5EF4-FFF2-40B4-BE49-F238E27FC236}">
                <a16:creationId xmlns:a16="http://schemas.microsoft.com/office/drawing/2014/main" id="{4C684D46-C1E5-4066-BE5F-6987F6A1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1979">
            <a:extLst xmlns:a="http://schemas.openxmlformats.org/drawingml/2006/main">
              <a:ext uri="{FF2B5EF4-FFF2-40B4-BE49-F238E27FC236}">
                <a16:creationId xmlns:a16="http://schemas.microsoft.com/office/drawing/2014/main" id="{3AEACDE7-F1CE-4F56-B3B1-DC73D8C1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1980">
            <a:extLst xmlns:a="http://schemas.openxmlformats.org/drawingml/2006/main">
              <a:ext uri="{FF2B5EF4-FFF2-40B4-BE49-F238E27FC236}">
                <a16:creationId xmlns:a16="http://schemas.microsoft.com/office/drawing/2014/main" id="{8B6CE85A-A081-4085-A7A9-F413EBB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可逆優先</a:t>
            </a:r>
          </a:p>
        </p:txBody>
      </p:sp>
      <p:sp>
        <p:nvSpPr>
          <p:cNvPr id="21" name="text-1981">
            <a:extLst xmlns:a="http://schemas.openxmlformats.org/drawingml/2006/main">
              <a:ext uri="{FF2B5EF4-FFF2-40B4-BE49-F238E27FC236}">
                <a16:creationId xmlns:a16="http://schemas.microsoft.com/office/drawing/2014/main" id="{40F3D786-7D8C-491D-85C3-35AF35B3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先分析、預覽、備份；發布、刪除與改權限需要明確確認。</a:t>
            </a:r>
          </a:p>
        </p:txBody>
      </p:sp>
      <p:sp>
        <p:nvSpPr>
          <p:cNvPr id="22" name="text-2219">
            <a:extLst xmlns:a="http://schemas.openxmlformats.org/drawingml/2006/main">
              <a:ext uri="{FF2B5EF4-FFF2-40B4-BE49-F238E27FC236}">
                <a16:creationId xmlns:a16="http://schemas.microsoft.com/office/drawing/2014/main" id="{1F96483D-9209-435B-B575-1461F014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bc3ac6dd0b24c58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3eafdf6b3434752"/>
              </a:rPr>
              <a:t>Codex ↗</a:t>
            </a:r>
          </a:p>
        </p:txBody>
      </p:sp>
      <p:sp>
        <p:nvSpPr>
          <p:cNvPr id="23" name="shape-2334">
            <a:extLst xmlns:a="http://schemas.openxmlformats.org/drawingml/2006/main">
              <a:ext uri="{FF2B5EF4-FFF2-40B4-BE49-F238E27FC236}">
                <a16:creationId xmlns:a16="http://schemas.microsoft.com/office/drawing/2014/main" id="{8916C108-1C51-4120-AFA2-6970C933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7175e46e44529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335">
            <a:extLst xmlns:a="http://schemas.openxmlformats.org/drawingml/2006/main">
              <a:ext uri="{FF2B5EF4-FFF2-40B4-BE49-F238E27FC236}">
                <a16:creationId xmlns:a16="http://schemas.microsoft.com/office/drawing/2014/main" id="{2D769979-85FD-4EA4-907A-4F6200A8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34975a7934653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336">
            <a:extLst xmlns:a="http://schemas.openxmlformats.org/drawingml/2006/main">
              <a:ext uri="{FF2B5EF4-FFF2-40B4-BE49-F238E27FC236}">
                <a16:creationId xmlns:a16="http://schemas.microsoft.com/office/drawing/2014/main" id="{48CECCDB-8277-4BCB-B482-7E0DAA11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37098541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982">
            <a:extLst xmlns:a="http://schemas.openxmlformats.org/drawingml/2006/main">
              <a:ext uri="{FF2B5EF4-FFF2-40B4-BE49-F238E27FC236}">
                <a16:creationId xmlns:a16="http://schemas.microsoft.com/office/drawing/2014/main" id="{70083EC0-4CC6-4879-9394-2141AEA3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555E15-1467-4ADF-B313-1066CE0F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整合挑戰｜讓 Agent 回應一個可驗證的痛點</a:t>
            </a:r>
          </a:p>
        </p:txBody>
      </p:sp>
      <p:cxnSp>
        <p:nvCxnSpPr>
          <p:cNvPr id="27" name="shape-198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1984">
            <a:extLst xmlns:a="http://schemas.openxmlformats.org/drawingml/2006/main">
              <a:ext uri="{FF2B5EF4-FFF2-40B4-BE49-F238E27FC236}">
                <a16:creationId xmlns:a16="http://schemas.microsoft.com/office/drawing/2014/main" id="{AC0226C8-C919-407F-A5D0-73434006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FB30CF-8D4C-47DF-9101-AC7DB8F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50</a:t>
            </a:r>
          </a:p>
        </p:txBody>
      </p:sp>
      <p:sp>
        <p:nvSpPr>
          <p:cNvPr id="6" name="text-1985">
            <a:extLst xmlns:a="http://schemas.openxmlformats.org/drawingml/2006/main">
              <a:ext uri="{FF2B5EF4-FFF2-40B4-BE49-F238E27FC236}">
                <a16:creationId xmlns:a16="http://schemas.microsoft.com/office/drawing/2014/main" id="{6295CCC6-E721-4DDC-AE50-5A633AD6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1986">
            <a:extLst xmlns:a="http://schemas.openxmlformats.org/drawingml/2006/main">
              <a:ext uri="{FF2B5EF4-FFF2-40B4-BE49-F238E27FC236}">
                <a16:creationId xmlns:a16="http://schemas.microsoft.com/office/drawing/2014/main" id="{9660103C-EDD2-4DAD-94F1-3A3A1EA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1987">
            <a:extLst xmlns:a="http://schemas.openxmlformats.org/drawingml/2006/main">
              <a:ext uri="{FF2B5EF4-FFF2-40B4-BE49-F238E27FC236}">
                <a16:creationId xmlns:a16="http://schemas.microsoft.com/office/drawing/2014/main" id="{2265F435-4DBB-461C-A857-A66B7183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988">
            <a:extLst xmlns:a="http://schemas.openxmlformats.org/drawingml/2006/main">
              <a:ext uri="{FF2B5EF4-FFF2-40B4-BE49-F238E27FC236}">
                <a16:creationId xmlns:a16="http://schemas.microsoft.com/office/drawing/2014/main" id="{E24BB802-848E-4819-95BA-705E9731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啟用剛完成的 Skill</a:t>
            </a:r>
          </a:p>
        </p:txBody>
      </p:sp>
      <p:sp>
        <p:nvSpPr>
          <p:cNvPr id="10" name="text-1989">
            <a:extLst xmlns:a="http://schemas.openxmlformats.org/drawingml/2006/main">
              <a:ext uri="{FF2B5EF4-FFF2-40B4-BE49-F238E27FC236}">
                <a16:creationId xmlns:a16="http://schemas.microsoft.com/office/drawing/2014/main" id="{FB2845DF-7E28-4689-AC8D-80824999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1990">
            <a:extLst xmlns:a="http://schemas.openxmlformats.org/drawingml/2006/main">
              <a:ext uri="{FF2B5EF4-FFF2-40B4-BE49-F238E27FC236}">
                <a16:creationId xmlns:a16="http://schemas.microsoft.com/office/drawing/2014/main" id="{38BF9422-B66D-46D1-BCB2-8491839D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對上午作品或合成資料提出一項真實教學／研究痛點任務</a:t>
            </a:r>
          </a:p>
        </p:txBody>
      </p:sp>
      <p:sp>
        <p:nvSpPr>
          <p:cNvPr id="12" name="text-1991">
            <a:extLst xmlns:a="http://schemas.openxmlformats.org/drawingml/2006/main">
              <a:ext uri="{FF2B5EF4-FFF2-40B4-BE49-F238E27FC236}">
                <a16:creationId xmlns:a16="http://schemas.microsoft.com/office/drawing/2014/main" id="{3ABF37E3-F185-40A4-9117-1E787C0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1992">
            <a:extLst xmlns:a="http://schemas.openxmlformats.org/drawingml/2006/main">
              <a:ext uri="{FF2B5EF4-FFF2-40B4-BE49-F238E27FC236}">
                <a16:creationId xmlns:a16="http://schemas.microsoft.com/office/drawing/2014/main" id="{FE7936DF-8E97-4E9F-8CF7-462D4BF2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要求 Agent 實作並驗證</a:t>
            </a:r>
          </a:p>
        </p:txBody>
      </p:sp>
      <p:sp>
        <p:nvSpPr>
          <p:cNvPr id="14" name="text-1993">
            <a:extLst xmlns:a="http://schemas.openxmlformats.org/drawingml/2006/main">
              <a:ext uri="{FF2B5EF4-FFF2-40B4-BE49-F238E27FC236}">
                <a16:creationId xmlns:a16="http://schemas.microsoft.com/office/drawing/2014/main" id="{7A80A864-8429-4210-927D-C9370CA2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1994">
            <a:extLst xmlns:a="http://schemas.openxmlformats.org/drawingml/2006/main">
              <a:ext uri="{FF2B5EF4-FFF2-40B4-BE49-F238E27FC236}">
                <a16:creationId xmlns:a16="http://schemas.microsoft.com/office/drawing/2014/main" id="{27B62C50-F072-40B5-A0F3-C85AD7B3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準備 90 秒成果與證據</a:t>
            </a:r>
          </a:p>
        </p:txBody>
      </p:sp>
      <p:sp>
        <p:nvSpPr>
          <p:cNvPr id="16" name="shape-1995">
            <a:extLst xmlns:a="http://schemas.openxmlformats.org/drawingml/2006/main">
              <a:ext uri="{FF2B5EF4-FFF2-40B4-BE49-F238E27FC236}">
                <a16:creationId xmlns:a16="http://schemas.microsoft.com/office/drawing/2014/main" id="{F1A99BEC-2333-4958-B862-EE9561B9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7" name="text-1996">
            <a:extLst xmlns:a="http://schemas.openxmlformats.org/drawingml/2006/main">
              <a:ext uri="{FF2B5EF4-FFF2-40B4-BE49-F238E27FC236}">
                <a16:creationId xmlns:a16="http://schemas.microsoft.com/office/drawing/2014/main" id="{23E7B48B-04FB-4CFA-8019-D1CB7828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6B4A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1997">
            <a:extLst xmlns:a="http://schemas.openxmlformats.org/drawingml/2006/main">
              <a:ext uri="{FF2B5EF4-FFF2-40B4-BE49-F238E27FC236}">
                <a16:creationId xmlns:a16="http://schemas.microsoft.com/office/drawing/2014/main" id="{19F3DBBB-2607-49D3-804F-189FD824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Skill 有被正確觸發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成果可開啟或可檢查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至少一個驗證證據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✓ 說明一項人工決定</a:t>
            </a:r>
          </a:p>
        </p:txBody>
      </p:sp>
      <p:sp>
        <p:nvSpPr>
          <p:cNvPr id="19" name="text-2220">
            <a:extLst xmlns:a="http://schemas.openxmlformats.org/drawingml/2006/main">
              <a:ext uri="{FF2B5EF4-FFF2-40B4-BE49-F238E27FC236}">
                <a16:creationId xmlns:a16="http://schemas.microsoft.com/office/drawing/2014/main" id="{54F5F038-0862-4EE2-AE52-A3D2ABDB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6a02597c8eb472d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b7f9533c5b94f18"/>
              </a:rPr>
              <a:t>Codex ↗</a:t>
            </a:r>
          </a:p>
        </p:txBody>
      </p:sp>
      <p:sp>
        <p:nvSpPr>
          <p:cNvPr id="20" name="shape-2337">
            <a:extLst xmlns:a="http://schemas.openxmlformats.org/drawingml/2006/main">
              <a:ext uri="{FF2B5EF4-FFF2-40B4-BE49-F238E27FC236}">
                <a16:creationId xmlns:a16="http://schemas.microsoft.com/office/drawing/2014/main" id="{B1FC4976-C091-4C0D-9D55-D44C8EA1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385e756cc46ad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2" name="text-2338">
            <a:extLst xmlns:a="http://schemas.openxmlformats.org/drawingml/2006/main">
              <a:ext uri="{FF2B5EF4-FFF2-40B4-BE49-F238E27FC236}">
                <a16:creationId xmlns:a16="http://schemas.microsoft.com/office/drawing/2014/main" id="{EF05C117-E0AD-4007-BB5E-398D3798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cc741366e4d30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text-2339">
            <a:extLst xmlns:a="http://schemas.openxmlformats.org/drawingml/2006/main">
              <a:ext uri="{FF2B5EF4-FFF2-40B4-BE49-F238E27FC236}">
                <a16:creationId xmlns:a16="http://schemas.microsoft.com/office/drawing/2014/main" id="{F7F570FB-3AAA-4414-B183-BEDB68D0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05111744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998">
            <a:extLst xmlns:a="http://schemas.openxmlformats.org/drawingml/2006/main">
              <a:ext uri="{FF2B5EF4-FFF2-40B4-BE49-F238E27FC236}">
                <a16:creationId xmlns:a16="http://schemas.microsoft.com/office/drawing/2014/main" id="{62156747-56F3-433D-8184-5B4D1D8A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PEER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65243D-BC04-40E2-BA0E-E61E15E9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同儕回饋只看四件事</a:t>
            </a:r>
          </a:p>
        </p:txBody>
      </p:sp>
      <p:cxnSp>
        <p:nvCxnSpPr>
          <p:cNvPr id="30" name="shape-199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00">
            <a:extLst xmlns:a="http://schemas.openxmlformats.org/drawingml/2006/main">
              <a:ext uri="{FF2B5EF4-FFF2-40B4-BE49-F238E27FC236}">
                <a16:creationId xmlns:a16="http://schemas.microsoft.com/office/drawing/2014/main" id="{31E17A85-5BF0-4442-8DD4-FA009F0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67E5A1-AA80-4F3A-886C-FD78A42C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51</a:t>
            </a:r>
          </a:p>
        </p:txBody>
      </p:sp>
      <p:sp>
        <p:nvSpPr>
          <p:cNvPr id="6" name="shape-2001">
            <a:extLst xmlns:a="http://schemas.openxmlformats.org/drawingml/2006/main">
              <a:ext uri="{FF2B5EF4-FFF2-40B4-BE49-F238E27FC236}">
                <a16:creationId xmlns:a16="http://schemas.microsoft.com/office/drawing/2014/main" id="{7599F409-6C11-49A6-A4A0-1258CABA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002">
            <a:extLst xmlns:a="http://schemas.openxmlformats.org/drawingml/2006/main">
              <a:ext uri="{FF2B5EF4-FFF2-40B4-BE49-F238E27FC236}">
                <a16:creationId xmlns:a16="http://schemas.microsoft.com/office/drawing/2014/main" id="{0A00D4F9-2EC6-4F2F-91AF-845EB89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003">
            <a:extLst xmlns:a="http://schemas.openxmlformats.org/drawingml/2006/main">
              <a:ext uri="{FF2B5EF4-FFF2-40B4-BE49-F238E27FC236}">
                <a16:creationId xmlns:a16="http://schemas.microsoft.com/office/drawing/2014/main" id="{050D529E-5A03-40F2-AE0A-2B167A6B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價值</a:t>
            </a:r>
          </a:p>
        </p:txBody>
      </p:sp>
      <p:sp>
        <p:nvSpPr>
          <p:cNvPr id="9" name="text-2004">
            <a:extLst xmlns:a="http://schemas.openxmlformats.org/drawingml/2006/main">
              <a:ext uri="{FF2B5EF4-FFF2-40B4-BE49-F238E27FC236}">
                <a16:creationId xmlns:a16="http://schemas.microsoft.com/office/drawing/2014/main" id="{2705911B-8371-439F-90F5-14C89AC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這個 Agent 任務是否回應真實教學／研究痛點？</a:t>
            </a:r>
          </a:p>
        </p:txBody>
      </p:sp>
      <p:sp>
        <p:nvSpPr>
          <p:cNvPr id="10" name="shape-2005">
            <a:extLst xmlns:a="http://schemas.openxmlformats.org/drawingml/2006/main">
              <a:ext uri="{FF2B5EF4-FFF2-40B4-BE49-F238E27FC236}">
                <a16:creationId xmlns:a16="http://schemas.microsoft.com/office/drawing/2014/main" id="{07AB1FE8-6B3E-402E-9AE6-9572E9C1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006">
            <a:extLst xmlns:a="http://schemas.openxmlformats.org/drawingml/2006/main">
              <a:ext uri="{FF2B5EF4-FFF2-40B4-BE49-F238E27FC236}">
                <a16:creationId xmlns:a16="http://schemas.microsoft.com/office/drawing/2014/main" id="{3179A92E-33CB-4DA6-9DB3-A915417B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007">
            <a:extLst xmlns:a="http://schemas.openxmlformats.org/drawingml/2006/main">
              <a:ext uri="{FF2B5EF4-FFF2-40B4-BE49-F238E27FC236}">
                <a16:creationId xmlns:a16="http://schemas.microsoft.com/office/drawing/2014/main" id="{9295A86E-A48E-4185-9C20-221A3015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清楚</a:t>
            </a:r>
          </a:p>
        </p:txBody>
      </p:sp>
      <p:sp>
        <p:nvSpPr>
          <p:cNvPr id="13" name="text-2008">
            <a:extLst xmlns:a="http://schemas.openxmlformats.org/drawingml/2006/main">
              <a:ext uri="{FF2B5EF4-FFF2-40B4-BE49-F238E27FC236}">
                <a16:creationId xmlns:a16="http://schemas.microsoft.com/office/drawing/2014/main" id="{209E2D00-F268-4A13-ABE6-DBB69770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陌生人是否能理解 Skill 的觸發時機與流程？</a:t>
            </a:r>
          </a:p>
        </p:txBody>
      </p:sp>
      <p:sp>
        <p:nvSpPr>
          <p:cNvPr id="14" name="shape-2009">
            <a:extLst xmlns:a="http://schemas.openxmlformats.org/drawingml/2006/main">
              <a:ext uri="{FF2B5EF4-FFF2-40B4-BE49-F238E27FC236}">
                <a16:creationId xmlns:a16="http://schemas.microsoft.com/office/drawing/2014/main" id="{10BFEC59-9978-4C95-9351-929C0411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010">
            <a:extLst xmlns:a="http://schemas.openxmlformats.org/drawingml/2006/main">
              <a:ext uri="{FF2B5EF4-FFF2-40B4-BE49-F238E27FC236}">
                <a16:creationId xmlns:a16="http://schemas.microsoft.com/office/drawing/2014/main" id="{DE5528D9-3B13-4620-9A67-56BBA564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011">
            <a:extLst xmlns:a="http://schemas.openxmlformats.org/drawingml/2006/main">
              <a:ext uri="{FF2B5EF4-FFF2-40B4-BE49-F238E27FC236}">
                <a16:creationId xmlns:a16="http://schemas.microsoft.com/office/drawing/2014/main" id="{3A6BE9DE-6CC8-4F52-983B-704E0617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證據</a:t>
            </a:r>
          </a:p>
        </p:txBody>
      </p:sp>
      <p:sp>
        <p:nvSpPr>
          <p:cNvPr id="17" name="text-2012">
            <a:extLst xmlns:a="http://schemas.openxmlformats.org/drawingml/2006/main">
              <a:ext uri="{FF2B5EF4-FFF2-40B4-BE49-F238E27FC236}">
                <a16:creationId xmlns:a16="http://schemas.microsoft.com/office/drawing/2014/main" id="{6A3270B1-8471-4605-B23E-10329FAF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完成宣告是否有檔案、測試、畫面或引用支持？</a:t>
            </a:r>
          </a:p>
        </p:txBody>
      </p:sp>
      <p:sp>
        <p:nvSpPr>
          <p:cNvPr id="18" name="shape-2013">
            <a:extLst xmlns:a="http://schemas.openxmlformats.org/drawingml/2006/main">
              <a:ext uri="{FF2B5EF4-FFF2-40B4-BE49-F238E27FC236}">
                <a16:creationId xmlns:a16="http://schemas.microsoft.com/office/drawing/2014/main" id="{3A46E8C5-1307-46AF-8C41-DD6D5D8B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014">
            <a:extLst xmlns:a="http://schemas.openxmlformats.org/drawingml/2006/main">
              <a:ext uri="{FF2B5EF4-FFF2-40B4-BE49-F238E27FC236}">
                <a16:creationId xmlns:a16="http://schemas.microsoft.com/office/drawing/2014/main" id="{3984BD3D-1832-499C-988C-8936C486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015">
            <a:extLst xmlns:a="http://schemas.openxmlformats.org/drawingml/2006/main">
              <a:ext uri="{FF2B5EF4-FFF2-40B4-BE49-F238E27FC236}">
                <a16:creationId xmlns:a16="http://schemas.microsoft.com/office/drawing/2014/main" id="{9DD5EC30-C9AC-4840-826E-C0647F80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邊界</a:t>
            </a:r>
          </a:p>
        </p:txBody>
      </p:sp>
      <p:sp>
        <p:nvSpPr>
          <p:cNvPr id="21" name="text-2016">
            <a:extLst xmlns:a="http://schemas.openxmlformats.org/drawingml/2006/main">
              <a:ext uri="{FF2B5EF4-FFF2-40B4-BE49-F238E27FC236}">
                <a16:creationId xmlns:a16="http://schemas.microsoft.com/office/drawing/2014/main" id="{E7B8E944-0893-4FC5-B377-91EC1F18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是否知道哪些動作需確認、哪些結果仍未確認？</a:t>
            </a:r>
          </a:p>
        </p:txBody>
      </p:sp>
      <p:sp>
        <p:nvSpPr>
          <p:cNvPr id="22" name="text-2221">
            <a:extLst xmlns:a="http://schemas.openxmlformats.org/drawingml/2006/main">
              <a:ext uri="{FF2B5EF4-FFF2-40B4-BE49-F238E27FC236}">
                <a16:creationId xmlns:a16="http://schemas.microsoft.com/office/drawing/2014/main" id="{3EBC9DE1-2394-4EF0-A9F4-57061ED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8d65176dff44528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85200a59de24720"/>
              </a:rPr>
              <a:t>Codex ↗</a:t>
            </a:r>
          </a:p>
        </p:txBody>
      </p:sp>
      <p:sp>
        <p:nvSpPr>
          <p:cNvPr id="23" name="shape-2340">
            <a:extLst xmlns:a="http://schemas.openxmlformats.org/drawingml/2006/main">
              <a:ext uri="{FF2B5EF4-FFF2-40B4-BE49-F238E27FC236}">
                <a16:creationId xmlns:a16="http://schemas.microsoft.com/office/drawing/2014/main" id="{1057B136-9C15-494B-ABD8-0AC17763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7c468dc554438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2341">
            <a:extLst xmlns:a="http://schemas.openxmlformats.org/drawingml/2006/main">
              <a:ext uri="{FF2B5EF4-FFF2-40B4-BE49-F238E27FC236}">
                <a16:creationId xmlns:a16="http://schemas.microsoft.com/office/drawing/2014/main" id="{E6616D66-D039-4478-94A7-3BD0728F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43543d55541f9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2342">
            <a:extLst xmlns:a="http://schemas.openxmlformats.org/drawingml/2006/main">
              <a:ext uri="{FF2B5EF4-FFF2-40B4-BE49-F238E27FC236}">
                <a16:creationId xmlns:a16="http://schemas.microsoft.com/office/drawing/2014/main" id="{C39BC671-85A5-4795-8B1A-DCAB34D4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121458041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2017">
            <a:extLst xmlns:a="http://schemas.openxmlformats.org/drawingml/2006/main">
              <a:ext uri="{FF2B5EF4-FFF2-40B4-BE49-F238E27FC236}">
                <a16:creationId xmlns:a16="http://schemas.microsoft.com/office/drawing/2014/main" id="{F5AFA6C6-C02A-47BC-9DEE-216D7B5E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NEXT 30 DAYS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329FC3-F692-4D93-9374-C979869B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30 天導入計畫：小步驗證，留下可重用資產</a:t>
            </a:r>
          </a:p>
        </p:txBody>
      </p:sp>
      <p:cxnSp>
        <p:nvCxnSpPr>
          <p:cNvPr id="35" name="shape-201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19">
            <a:extLst xmlns:a="http://schemas.openxmlformats.org/drawingml/2006/main">
              <a:ext uri="{FF2B5EF4-FFF2-40B4-BE49-F238E27FC236}">
                <a16:creationId xmlns:a16="http://schemas.microsoft.com/office/drawing/2014/main" id="{1E048478-4460-4E92-B54A-67FE6FBF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E615DF-0A2E-46A9-8297-9DF09D5C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52</a:t>
            </a:r>
          </a:p>
        </p:txBody>
      </p:sp>
      <p:sp>
        <p:nvSpPr>
          <p:cNvPr id="6" name="shape-2020">
            <a:extLst xmlns:a="http://schemas.openxmlformats.org/drawingml/2006/main">
              <a:ext uri="{FF2B5EF4-FFF2-40B4-BE49-F238E27FC236}">
                <a16:creationId xmlns:a16="http://schemas.microsoft.com/office/drawing/2014/main" id="{69C5FE9C-AD29-40C0-AFDC-6D8BA21B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0591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2021">
            <a:extLst xmlns:a="http://schemas.openxmlformats.org/drawingml/2006/main">
              <a:ext uri="{FF2B5EF4-FFF2-40B4-BE49-F238E27FC236}">
                <a16:creationId xmlns:a16="http://schemas.microsoft.com/office/drawing/2014/main" id="{C3903B32-9D60-4932-89E4-3B7D2010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022">
            <a:extLst xmlns:a="http://schemas.openxmlformats.org/drawingml/2006/main">
              <a:ext uri="{FF2B5EF4-FFF2-40B4-BE49-F238E27FC236}">
                <a16:creationId xmlns:a16="http://schemas.microsoft.com/office/drawing/2014/main" id="{B8C72341-6EE9-44D2-89AF-6600BE91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1 週</a:t>
            </a:r>
          </a:p>
        </p:txBody>
      </p:sp>
      <p:sp>
        <p:nvSpPr>
          <p:cNvPr id="9" name="text-2023">
            <a:extLst xmlns:a="http://schemas.openxmlformats.org/drawingml/2006/main">
              <a:ext uri="{FF2B5EF4-FFF2-40B4-BE49-F238E27FC236}">
                <a16:creationId xmlns:a16="http://schemas.microsoft.com/office/drawing/2014/main" id="{735E46E4-6467-43FE-AF8C-BBFE26E1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選任務</a:t>
            </a:r>
          </a:p>
        </p:txBody>
      </p:sp>
      <p:sp>
        <p:nvSpPr>
          <p:cNvPr id="10" name="text-2024">
            <a:extLst xmlns:a="http://schemas.openxmlformats.org/drawingml/2006/main">
              <a:ext uri="{FF2B5EF4-FFF2-40B4-BE49-F238E27FC236}">
                <a16:creationId xmlns:a16="http://schemas.microsoft.com/office/drawing/2014/main" id="{B16129FE-038C-403C-BAA9-06E8BEEB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高頻、耗時、可驗證</a:t>
            </a:r>
          </a:p>
        </p:txBody>
      </p:sp>
      <p:sp>
        <p:nvSpPr>
          <p:cNvPr id="11" name="shape-2025">
            <a:extLst xmlns:a="http://schemas.openxmlformats.org/drawingml/2006/main">
              <a:ext uri="{FF2B5EF4-FFF2-40B4-BE49-F238E27FC236}">
                <a16:creationId xmlns:a16="http://schemas.microsoft.com/office/drawing/2014/main" id="{8CDD9EC1-92C6-4585-8750-7F4B54FA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026">
            <a:extLst xmlns:a="http://schemas.openxmlformats.org/drawingml/2006/main">
              <a:ext uri="{FF2B5EF4-FFF2-40B4-BE49-F238E27FC236}">
                <a16:creationId xmlns:a16="http://schemas.microsoft.com/office/drawing/2014/main" id="{6D43D716-1286-4FC7-BF6D-4847E863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2 週</a:t>
            </a:r>
          </a:p>
        </p:txBody>
      </p:sp>
      <p:sp>
        <p:nvSpPr>
          <p:cNvPr id="13" name="text-2027">
            <a:extLst xmlns:a="http://schemas.openxmlformats.org/drawingml/2006/main">
              <a:ext uri="{FF2B5EF4-FFF2-40B4-BE49-F238E27FC236}">
                <a16:creationId xmlns:a16="http://schemas.microsoft.com/office/drawing/2014/main" id="{0608B171-2D7A-4C03-AD5B-C32645A6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試流程</a:t>
            </a:r>
          </a:p>
        </p:txBody>
      </p:sp>
      <p:sp>
        <p:nvSpPr>
          <p:cNvPr id="14" name="text-2028">
            <a:extLst xmlns:a="http://schemas.openxmlformats.org/drawingml/2006/main">
              <a:ext uri="{FF2B5EF4-FFF2-40B4-BE49-F238E27FC236}">
                <a16:creationId xmlns:a16="http://schemas.microsoft.com/office/drawing/2014/main" id="{7A4FA4C6-D1CF-4C98-A57F-E6D5CBB3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自己跑 3 次</a:t>
            </a:r>
          </a:p>
        </p:txBody>
      </p:sp>
      <p:sp>
        <p:nvSpPr>
          <p:cNvPr id="15" name="shape-2029">
            <a:extLst xmlns:a="http://schemas.openxmlformats.org/drawingml/2006/main">
              <a:ext uri="{FF2B5EF4-FFF2-40B4-BE49-F238E27FC236}">
                <a16:creationId xmlns:a16="http://schemas.microsoft.com/office/drawing/2014/main" id="{46708F8D-5EA2-477E-8BDF-6F90425B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030">
            <a:extLst xmlns:a="http://schemas.openxmlformats.org/drawingml/2006/main">
              <a:ext uri="{FF2B5EF4-FFF2-40B4-BE49-F238E27FC236}">
                <a16:creationId xmlns:a16="http://schemas.microsoft.com/office/drawing/2014/main" id="{FEDF8E07-8D68-452E-9E26-9B8F0AAB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3 週</a:t>
            </a:r>
          </a:p>
        </p:txBody>
      </p:sp>
      <p:sp>
        <p:nvSpPr>
          <p:cNvPr id="17" name="text-2031">
            <a:extLst xmlns:a="http://schemas.openxmlformats.org/drawingml/2006/main">
              <a:ext uri="{FF2B5EF4-FFF2-40B4-BE49-F238E27FC236}">
                <a16:creationId xmlns:a16="http://schemas.microsoft.com/office/drawing/2014/main" id="{23029309-5552-4569-A309-130191E9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給同儕</a:t>
            </a:r>
          </a:p>
        </p:txBody>
      </p:sp>
      <p:sp>
        <p:nvSpPr>
          <p:cNvPr id="18" name="text-2032">
            <a:extLst xmlns:a="http://schemas.openxmlformats.org/drawingml/2006/main">
              <a:ext uri="{FF2B5EF4-FFF2-40B4-BE49-F238E27FC236}">
                <a16:creationId xmlns:a16="http://schemas.microsoft.com/office/drawing/2014/main" id="{86CA3A1E-CD23-4678-BFDF-03EBF2DA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找 1 人盲測</a:t>
            </a:r>
          </a:p>
        </p:txBody>
      </p:sp>
      <p:sp>
        <p:nvSpPr>
          <p:cNvPr id="19" name="shape-2033">
            <a:extLst xmlns:a="http://schemas.openxmlformats.org/drawingml/2006/main">
              <a:ext uri="{FF2B5EF4-FFF2-40B4-BE49-F238E27FC236}">
                <a16:creationId xmlns:a16="http://schemas.microsoft.com/office/drawing/2014/main" id="{7D30101D-A5AF-41E7-93FA-9B386B4E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034">
            <a:extLst xmlns:a="http://schemas.openxmlformats.org/drawingml/2006/main">
              <a:ext uri="{FF2B5EF4-FFF2-40B4-BE49-F238E27FC236}">
                <a16:creationId xmlns:a16="http://schemas.microsoft.com/office/drawing/2014/main" id="{7B626396-5F29-47E1-B3EE-C062730C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4 週</a:t>
            </a:r>
          </a:p>
        </p:txBody>
      </p:sp>
      <p:sp>
        <p:nvSpPr>
          <p:cNvPr id="21" name="text-2035">
            <a:extLst xmlns:a="http://schemas.openxmlformats.org/drawingml/2006/main">
              <a:ext uri="{FF2B5EF4-FFF2-40B4-BE49-F238E27FC236}">
                <a16:creationId xmlns:a16="http://schemas.microsoft.com/office/drawing/2014/main" id="{37BC6231-BD01-4B9A-B593-4B19730A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修 Skill</a:t>
            </a:r>
          </a:p>
        </p:txBody>
      </p:sp>
      <p:sp>
        <p:nvSpPr>
          <p:cNvPr id="22" name="text-2036">
            <a:extLst xmlns:a="http://schemas.openxmlformats.org/drawingml/2006/main">
              <a:ext uri="{FF2B5EF4-FFF2-40B4-BE49-F238E27FC236}">
                <a16:creationId xmlns:a16="http://schemas.microsoft.com/office/drawing/2014/main" id="{8AD3901B-28BC-4DC3-85C1-A2529F14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補規則與範例</a:t>
            </a:r>
          </a:p>
        </p:txBody>
      </p:sp>
      <p:sp>
        <p:nvSpPr>
          <p:cNvPr id="23" name="shape-2037">
            <a:extLst xmlns:a="http://schemas.openxmlformats.org/drawingml/2006/main">
              <a:ext uri="{FF2B5EF4-FFF2-40B4-BE49-F238E27FC236}">
                <a16:creationId xmlns:a16="http://schemas.microsoft.com/office/drawing/2014/main" id="{3F2BDF41-1AF9-4A1F-AF46-E9CB3C37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038">
            <a:extLst xmlns:a="http://schemas.openxmlformats.org/drawingml/2006/main">
              <a:ext uri="{FF2B5EF4-FFF2-40B4-BE49-F238E27FC236}">
                <a16:creationId xmlns:a16="http://schemas.microsoft.com/office/drawing/2014/main" id="{38FBA364-9051-425B-B8E1-2A517050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第 30 天</a:t>
            </a:r>
          </a:p>
        </p:txBody>
      </p:sp>
      <p:sp>
        <p:nvSpPr>
          <p:cNvPr id="25" name="text-2039">
            <a:extLst xmlns:a="http://schemas.openxmlformats.org/drawingml/2006/main">
              <a:ext uri="{FF2B5EF4-FFF2-40B4-BE49-F238E27FC236}">
                <a16:creationId xmlns:a16="http://schemas.microsoft.com/office/drawing/2014/main" id="{79F6C909-16A6-49F2-8A64-24B3ACF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決定</a:t>
            </a:r>
          </a:p>
        </p:txBody>
      </p:sp>
      <p:sp>
        <p:nvSpPr>
          <p:cNvPr id="26" name="text-2040">
            <a:extLst xmlns:a="http://schemas.openxmlformats.org/drawingml/2006/main">
              <a:ext uri="{FF2B5EF4-FFF2-40B4-BE49-F238E27FC236}">
                <a16:creationId xmlns:a16="http://schemas.microsoft.com/office/drawing/2014/main" id="{BAA048D5-6684-44B4-9E90-B37C6735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採用、修改或淘汰</a:t>
            </a:r>
          </a:p>
        </p:txBody>
      </p:sp>
      <p:sp>
        <p:nvSpPr>
          <p:cNvPr id="27" name="text-2222">
            <a:extLst xmlns:a="http://schemas.openxmlformats.org/drawingml/2006/main">
              <a:ext uri="{FF2B5EF4-FFF2-40B4-BE49-F238E27FC236}">
                <a16:creationId xmlns:a16="http://schemas.microsoft.com/office/drawing/2014/main" id="{0EC930B0-97B0-4503-9309-7425225C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7fb630e403648d7"/>
              </a:rPr>
              <a:t>Antigravity ↗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ce324cc070747f9"/>
              </a:rPr>
              <a:t>Codex ↗</a:t>
            </a:r>
          </a:p>
        </p:txBody>
      </p:sp>
      <p:sp>
        <p:nvSpPr>
          <p:cNvPr id="28" name="shape-2343">
            <a:extLst xmlns:a="http://schemas.openxmlformats.org/drawingml/2006/main">
              <a:ext uri="{FF2B5EF4-FFF2-40B4-BE49-F238E27FC236}">
                <a16:creationId xmlns:a16="http://schemas.microsoft.com/office/drawing/2014/main" id="{7EE970F7-8A5B-4E74-8DCA-67EFFD2D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ef926ed7542de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0" name="text-2344">
            <a:extLst xmlns:a="http://schemas.openxmlformats.org/drawingml/2006/main">
              <a:ext uri="{FF2B5EF4-FFF2-40B4-BE49-F238E27FC236}">
                <a16:creationId xmlns:a16="http://schemas.microsoft.com/office/drawing/2014/main" id="{E2D8B92B-923F-4D16-9DC7-06FD3DDB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Antigravity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d290f3a3f4996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2" name="text-2345">
            <a:extLst xmlns:a="http://schemas.openxmlformats.org/drawingml/2006/main">
              <a:ext uri="{FF2B5EF4-FFF2-40B4-BE49-F238E27FC236}">
                <a16:creationId xmlns:a16="http://schemas.microsoft.com/office/drawing/2014/main" id="{43BDB90E-A0F0-474A-A75D-0FD96D3A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39718393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041">
            <a:extLst xmlns:a="http://schemas.openxmlformats.org/drawingml/2006/main">
              <a:ext uri="{FF2B5EF4-FFF2-40B4-BE49-F238E27FC236}">
                <a16:creationId xmlns:a16="http://schemas.microsoft.com/office/drawing/2014/main" id="{B608C701-4329-4E19-B682-58B883F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FROM ASSISTANT TO SUPERPOWER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3F3159-447A-46E1-AC8A-3F963D10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時代：我們像擁有了超能力</a:t>
            </a:r>
          </a:p>
        </p:txBody>
      </p:sp>
      <p:cxnSp>
        <p:nvCxnSpPr>
          <p:cNvPr id="24" name="shape-204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43">
            <a:extLst xmlns:a="http://schemas.openxmlformats.org/drawingml/2006/main">
              <a:ext uri="{FF2B5EF4-FFF2-40B4-BE49-F238E27FC236}">
                <a16:creationId xmlns:a16="http://schemas.microsoft.com/office/drawing/2014/main" id="{1AA7E9C6-1534-40F8-B91B-EF3A7262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C29E8C-2E8D-47B5-91C5-AAFCF3B2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53</a:t>
            </a:r>
          </a:p>
        </p:txBody>
      </p:sp>
      <p:sp>
        <p:nvSpPr>
          <p:cNvPr id="6" name="shape-2044">
            <a:extLst xmlns:a="http://schemas.openxmlformats.org/drawingml/2006/main">
              <a:ext uri="{FF2B5EF4-FFF2-40B4-BE49-F238E27FC236}">
                <a16:creationId xmlns:a16="http://schemas.microsoft.com/office/drawing/2014/main" id="{FC6B3C7C-CE20-4955-9655-940944CE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045">
            <a:extLst xmlns:a="http://schemas.openxmlformats.org/drawingml/2006/main">
              <a:ext uri="{FF2B5EF4-FFF2-40B4-BE49-F238E27FC236}">
                <a16:creationId xmlns:a16="http://schemas.microsoft.com/office/drawing/2014/main" id="{0E46B685-19FD-44C8-BEC3-935B7B0A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046">
            <a:extLst xmlns:a="http://schemas.openxmlformats.org/drawingml/2006/main">
              <a:ext uri="{FF2B5EF4-FFF2-40B4-BE49-F238E27FC236}">
                <a16:creationId xmlns:a16="http://schemas.microsoft.com/office/drawing/2014/main" id="{2E2845C6-1175-4CDE-972D-6C58FFBE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能力被放大</a:t>
            </a:r>
          </a:p>
        </p:txBody>
      </p:sp>
      <p:sp>
        <p:nvSpPr>
          <p:cNvPr id="9" name="text-2047">
            <a:extLst xmlns:a="http://schemas.openxmlformats.org/drawingml/2006/main">
              <a:ext uri="{FF2B5EF4-FFF2-40B4-BE49-F238E27FC236}">
                <a16:creationId xmlns:a16="http://schemas.microsoft.com/office/drawing/2014/main" id="{690006AC-32BC-4670-A9E8-00839C7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完成以前想不到自己做得到的事，從執行者變成能推進整個工作的人。</a:t>
            </a:r>
          </a:p>
        </p:txBody>
      </p:sp>
      <p:sp>
        <p:nvSpPr>
          <p:cNvPr id="10" name="shape-2048">
            <a:extLst xmlns:a="http://schemas.openxmlformats.org/drawingml/2006/main">
              <a:ext uri="{FF2B5EF4-FFF2-40B4-BE49-F238E27FC236}">
                <a16:creationId xmlns:a16="http://schemas.microsoft.com/office/drawing/2014/main" id="{C3BD349A-F25E-4B46-A2A1-F100FFEE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049">
            <a:extLst xmlns:a="http://schemas.openxmlformats.org/drawingml/2006/main">
              <a:ext uri="{FF2B5EF4-FFF2-40B4-BE49-F238E27FC236}">
                <a16:creationId xmlns:a16="http://schemas.microsoft.com/office/drawing/2014/main" id="{ABA4B0F6-D087-4E86-B10D-DD7A3F2B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050">
            <a:extLst xmlns:a="http://schemas.openxmlformats.org/drawingml/2006/main">
              <a:ext uri="{FF2B5EF4-FFF2-40B4-BE49-F238E27FC236}">
                <a16:creationId xmlns:a16="http://schemas.microsoft.com/office/drawing/2014/main" id="{C89CE995-8644-4B7C-99D2-4BDA9054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新的可能感</a:t>
            </a:r>
          </a:p>
        </p:txBody>
      </p:sp>
      <p:sp>
        <p:nvSpPr>
          <p:cNvPr id="13" name="text-2051">
            <a:extLst xmlns:a="http://schemas.openxmlformats.org/drawingml/2006/main">
              <a:ext uri="{FF2B5EF4-FFF2-40B4-BE49-F238E27FC236}">
                <a16:creationId xmlns:a16="http://schemas.microsoft.com/office/drawing/2014/main" id="{ECBD6724-C804-44BF-8239-574834DD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「沒有你做不到的事，只有你想不到的事」成為一種強烈的行動感。</a:t>
            </a:r>
          </a:p>
        </p:txBody>
      </p:sp>
      <p:sp>
        <p:nvSpPr>
          <p:cNvPr id="14" name="shape-2052">
            <a:extLst xmlns:a="http://schemas.openxmlformats.org/drawingml/2006/main">
              <a:ext uri="{FF2B5EF4-FFF2-40B4-BE49-F238E27FC236}">
                <a16:creationId xmlns:a16="http://schemas.microsoft.com/office/drawing/2014/main" id="{2E399596-1F18-4B5D-8BB1-B9CE3F8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053">
            <a:extLst xmlns:a="http://schemas.openxmlformats.org/drawingml/2006/main">
              <a:ext uri="{FF2B5EF4-FFF2-40B4-BE49-F238E27FC236}">
                <a16:creationId xmlns:a16="http://schemas.microsoft.com/office/drawing/2014/main" id="{13CEA803-659E-4992-9424-4B04EE61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054">
            <a:extLst xmlns:a="http://schemas.openxmlformats.org/drawingml/2006/main">
              <a:ext uri="{FF2B5EF4-FFF2-40B4-BE49-F238E27FC236}">
                <a16:creationId xmlns:a16="http://schemas.microsoft.com/office/drawing/2014/main" id="{908DEAA8-D3D0-49EF-9717-B25B9B13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一個人也能做大事</a:t>
            </a:r>
          </a:p>
        </p:txBody>
      </p:sp>
      <p:sp>
        <p:nvSpPr>
          <p:cNvPr id="17" name="text-2055">
            <a:extLst xmlns:a="http://schemas.openxmlformats.org/drawingml/2006/main">
              <a:ext uri="{FF2B5EF4-FFF2-40B4-BE49-F238E27FC236}">
                <a16:creationId xmlns:a16="http://schemas.microsoft.com/office/drawing/2014/main" id="{869E1910-129E-4DCA-BD8C-4FAB97D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講者觀察：一人公司、一人獨角獸的想像，正被 Agent 重新打開。</a:t>
            </a:r>
          </a:p>
        </p:txBody>
      </p:sp>
      <p:sp>
        <p:nvSpPr>
          <p:cNvPr id="18" name="shape-2056">
            <a:extLst xmlns:a="http://schemas.openxmlformats.org/drawingml/2006/main">
              <a:ext uri="{FF2B5EF4-FFF2-40B4-BE49-F238E27FC236}">
                <a16:creationId xmlns:a16="http://schemas.microsoft.com/office/drawing/2014/main" id="{FC577F65-3CBC-4AA3-ACAB-4E750BD6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057">
            <a:extLst xmlns:a="http://schemas.openxmlformats.org/drawingml/2006/main">
              <a:ext uri="{FF2B5EF4-FFF2-40B4-BE49-F238E27FC236}">
                <a16:creationId xmlns:a16="http://schemas.microsoft.com/office/drawing/2014/main" id="{6D59F790-AF19-4728-970D-5089462D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058">
            <a:extLst xmlns:a="http://schemas.openxmlformats.org/drawingml/2006/main">
              <a:ext uri="{FF2B5EF4-FFF2-40B4-BE49-F238E27FC236}">
                <a16:creationId xmlns:a16="http://schemas.microsoft.com/office/drawing/2014/main" id="{4DA1B1CC-F1E8-4F50-BEDE-449F5D51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能力不等於責任全包</a:t>
            </a:r>
          </a:p>
        </p:txBody>
      </p:sp>
      <p:sp>
        <p:nvSpPr>
          <p:cNvPr id="21" name="text-2059">
            <a:extLst xmlns:a="http://schemas.openxmlformats.org/drawingml/2006/main">
              <a:ext uri="{FF2B5EF4-FFF2-40B4-BE49-F238E27FC236}">
                <a16:creationId xmlns:a16="http://schemas.microsoft.com/office/drawing/2014/main" id="{BDAD77C3-EA92-489A-AA1E-DD71613D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力量變大之後，更要重新決定哪些事值得做、哪些事可以放下。</a:t>
            </a:r>
          </a:p>
        </p:txBody>
      </p:sp>
    </p:spTree>
    <p:extLst>
      <p:ext uri="{BB962C8B-B14F-4D97-AF65-F5344CB8AC3E}">
        <p14:creationId xmlns:p14="http://schemas.microsoft.com/office/powerpoint/2010/main" val="122795780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060">
            <a:extLst xmlns:a="http://schemas.openxmlformats.org/drawingml/2006/main">
              <a:ext uri="{FF2B5EF4-FFF2-40B4-BE49-F238E27FC236}">
                <a16:creationId xmlns:a16="http://schemas.microsoft.com/office/drawing/2014/main" id="{D262EDAA-2C99-4701-BB2F-48D0C432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DISCOVERY &amp; DOPAMINE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B9A869-E55B-4EDD-9032-7C361B2D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從「做不到」到「我可以」：一人公司的多巴胺時代</a:t>
            </a:r>
          </a:p>
        </p:txBody>
      </p:sp>
      <p:cxnSp>
        <p:nvCxnSpPr>
          <p:cNvPr id="14" name="shape-206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62">
            <a:extLst xmlns:a="http://schemas.openxmlformats.org/drawingml/2006/main">
              <a:ext uri="{FF2B5EF4-FFF2-40B4-BE49-F238E27FC236}">
                <a16:creationId xmlns:a16="http://schemas.microsoft.com/office/drawing/2014/main" id="{054AEC33-FE10-415F-8778-7009F5BD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415477-FBFD-4FF4-882D-860D3C6F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54</a:t>
            </a:r>
          </a:p>
        </p:txBody>
      </p:sp>
      <p:sp>
        <p:nvSpPr>
          <p:cNvPr id="6" name="shape-2063">
            <a:extLst xmlns:a="http://schemas.openxmlformats.org/drawingml/2006/main">
              <a:ext uri="{FF2B5EF4-FFF2-40B4-BE49-F238E27FC236}">
                <a16:creationId xmlns:a16="http://schemas.microsoft.com/office/drawing/2014/main" id="{DE6AD1CE-78F8-4D98-9F32-D6DEDFF7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2064">
            <a:extLst xmlns:a="http://schemas.openxmlformats.org/drawingml/2006/main">
              <a:ext uri="{FF2B5EF4-FFF2-40B4-BE49-F238E27FC236}">
                <a16:creationId xmlns:a16="http://schemas.microsoft.com/office/drawing/2014/main" id="{4A9E855E-E79E-45D7-BDD2-C98FDD36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2065">
            <a:extLst xmlns:a="http://schemas.openxmlformats.org/drawingml/2006/main">
              <a:ext uri="{FF2B5EF4-FFF2-40B4-BE49-F238E27FC236}">
                <a16:creationId xmlns:a16="http://schemas.microsoft.com/office/drawing/2014/main" id="{66CF9645-D4DE-4B33-91AC-9C28A425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被打開的新大陸</a:t>
            </a:r>
          </a:p>
        </p:txBody>
      </p:sp>
      <p:sp>
        <p:nvSpPr>
          <p:cNvPr id="9" name="text-2066">
            <a:extLst xmlns:a="http://schemas.openxmlformats.org/drawingml/2006/main">
              <a:ext uri="{FF2B5EF4-FFF2-40B4-BE49-F238E27FC236}">
                <a16:creationId xmlns:a16="http://schemas.microsoft.com/office/drawing/2014/main" id="{D12B001C-5A0D-427C-B467-CD66FF7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以前沒有 AI 的時候，我們常做到這裡就好。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有了 AI Agent，原本以為做不到的事，忽然可以拆解、委派、測試，再一步步完成。</a:t>
            </a:r>
          </a:p>
        </p:txBody>
      </p:sp>
      <p:sp>
        <p:nvSpPr>
          <p:cNvPr id="10" name="text-2067">
            <a:extLst xmlns:a="http://schemas.openxmlformats.org/drawingml/2006/main">
              <a:ext uri="{FF2B5EF4-FFF2-40B4-BE49-F238E27FC236}">
                <a16:creationId xmlns:a16="http://schemas.microsoft.com/office/drawing/2014/main" id="{D9186AF3-3E73-4516-B593-06B79166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能力變強的代價</a:t>
            </a:r>
          </a:p>
        </p:txBody>
      </p:sp>
      <p:sp>
        <p:nvSpPr>
          <p:cNvPr id="11" name="text-2068">
            <a:extLst xmlns:a="http://schemas.openxmlformats.org/drawingml/2006/main">
              <a:ext uri="{FF2B5EF4-FFF2-40B4-BE49-F238E27FC236}">
                <a16:creationId xmlns:a16="http://schemas.microsoft.com/office/drawing/2014/main" id="{82DF3B02-3F5D-4C97-946E-BFB16A34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發現自己還能做更多，會產生強烈的成就感與興奮感。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但如果沒有停下來重新選擇，可能把每一個新可能都變成新的待辦事項。</a:t>
            </a:r>
          </a:p>
        </p:txBody>
      </p:sp>
    </p:spTree>
    <p:extLst>
      <p:ext uri="{BB962C8B-B14F-4D97-AF65-F5344CB8AC3E}">
        <p14:creationId xmlns:p14="http://schemas.microsoft.com/office/powerpoint/2010/main" val="21253315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069">
            <a:extLst xmlns:a="http://schemas.openxmlformats.org/drawingml/2006/main">
              <a:ext uri="{FF2B5EF4-FFF2-40B4-BE49-F238E27FC236}">
                <a16:creationId xmlns:a16="http://schemas.microsoft.com/office/drawing/2014/main" id="{3A46A163-FC9F-4DCA-AE13-D4D49AA5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THE PRODUCTIVITY PARADOX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2028BA-FB54-428B-B241-27ECE16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效率提升 20 倍，為什麼人反而更忙？</a:t>
            </a:r>
          </a:p>
        </p:txBody>
      </p:sp>
      <p:cxnSp>
        <p:nvCxnSpPr>
          <p:cNvPr id="24" name="shape-207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71">
            <a:extLst xmlns:a="http://schemas.openxmlformats.org/drawingml/2006/main">
              <a:ext uri="{FF2B5EF4-FFF2-40B4-BE49-F238E27FC236}">
                <a16:creationId xmlns:a16="http://schemas.microsoft.com/office/drawing/2014/main" id="{DB0AE217-4481-4779-AC7C-483697E0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BE405C-C81A-43AB-9AEF-F11FA57D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55</a:t>
            </a:r>
          </a:p>
        </p:txBody>
      </p:sp>
      <p:sp>
        <p:nvSpPr>
          <p:cNvPr id="6" name="shape-2072">
            <a:extLst xmlns:a="http://schemas.openxmlformats.org/drawingml/2006/main">
              <a:ext uri="{FF2B5EF4-FFF2-40B4-BE49-F238E27FC236}">
                <a16:creationId xmlns:a16="http://schemas.microsoft.com/office/drawing/2014/main" id="{8C1E2BDA-59C0-4F01-9DF5-4B5CE620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073">
            <a:extLst xmlns:a="http://schemas.openxmlformats.org/drawingml/2006/main">
              <a:ext uri="{FF2B5EF4-FFF2-40B4-BE49-F238E27FC236}">
                <a16:creationId xmlns:a16="http://schemas.microsoft.com/office/drawing/2014/main" id="{9FC027BB-AB95-4F69-BC69-B0287B19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074">
            <a:extLst xmlns:a="http://schemas.openxmlformats.org/drawingml/2006/main">
              <a:ext uri="{FF2B5EF4-FFF2-40B4-BE49-F238E27FC236}">
                <a16:creationId xmlns:a16="http://schemas.microsoft.com/office/drawing/2014/main" id="{CDB7BE4B-B7E9-4EDC-82E7-E1D691FB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時間真的變多了</a:t>
            </a:r>
          </a:p>
        </p:txBody>
      </p:sp>
      <p:sp>
        <p:nvSpPr>
          <p:cNvPr id="9" name="text-2075">
            <a:extLst xmlns:a="http://schemas.openxmlformats.org/drawingml/2006/main">
              <a:ext uri="{FF2B5EF4-FFF2-40B4-BE49-F238E27FC236}">
                <a16:creationId xmlns:a16="http://schemas.microsoft.com/office/drawing/2014/main" id="{BE7B5952-55A9-4A14-99A8-2D7705E1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一件事可能只需要原本 1/10 甚至 1/20 的時間，效率提升至少 20 倍。</a:t>
            </a:r>
          </a:p>
        </p:txBody>
      </p:sp>
      <p:sp>
        <p:nvSpPr>
          <p:cNvPr id="10" name="shape-2076">
            <a:extLst xmlns:a="http://schemas.openxmlformats.org/drawingml/2006/main">
              <a:ext uri="{FF2B5EF4-FFF2-40B4-BE49-F238E27FC236}">
                <a16:creationId xmlns:a16="http://schemas.microsoft.com/office/drawing/2014/main" id="{2D776490-BB4C-408A-B89E-3822082E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077">
            <a:extLst xmlns:a="http://schemas.openxmlformats.org/drawingml/2006/main">
              <a:ext uri="{FF2B5EF4-FFF2-40B4-BE49-F238E27FC236}">
                <a16:creationId xmlns:a16="http://schemas.microsoft.com/office/drawing/2014/main" id="{8E8421DD-0BD9-4541-BA8E-73A10A56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078">
            <a:extLst xmlns:a="http://schemas.openxmlformats.org/drawingml/2006/main">
              <a:ext uri="{FF2B5EF4-FFF2-40B4-BE49-F238E27FC236}">
                <a16:creationId xmlns:a16="http://schemas.microsoft.com/office/drawing/2014/main" id="{29846C6F-B636-4C3F-899D-20BE8C03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任務也跟著膨脹</a:t>
            </a:r>
          </a:p>
        </p:txBody>
      </p:sp>
      <p:sp>
        <p:nvSpPr>
          <p:cNvPr id="13" name="text-2079">
            <a:extLst xmlns:a="http://schemas.openxmlformats.org/drawingml/2006/main">
              <a:ext uri="{FF2B5EF4-FFF2-40B4-BE49-F238E27FC236}">
                <a16:creationId xmlns:a16="http://schemas.microsoft.com/office/drawing/2014/main" id="{851A06F0-CD59-4BDD-B5F7-9F16F740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省下來的時間，常被拿去安排更多優化、改良、版本與新點子。</a:t>
            </a:r>
          </a:p>
        </p:txBody>
      </p:sp>
      <p:sp>
        <p:nvSpPr>
          <p:cNvPr id="14" name="shape-2080">
            <a:extLst xmlns:a="http://schemas.openxmlformats.org/drawingml/2006/main">
              <a:ext uri="{FF2B5EF4-FFF2-40B4-BE49-F238E27FC236}">
                <a16:creationId xmlns:a16="http://schemas.microsoft.com/office/drawing/2014/main" id="{9652A1A3-A316-4DF2-9BFE-6AD40756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081">
            <a:extLst xmlns:a="http://schemas.openxmlformats.org/drawingml/2006/main">
              <a:ext uri="{FF2B5EF4-FFF2-40B4-BE49-F238E27FC236}">
                <a16:creationId xmlns:a16="http://schemas.microsoft.com/office/drawing/2014/main" id="{70F60317-F823-4978-8D66-2CB36BF6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082">
            <a:extLst xmlns:a="http://schemas.openxmlformats.org/drawingml/2006/main">
              <a:ext uri="{FF2B5EF4-FFF2-40B4-BE49-F238E27FC236}">
                <a16:creationId xmlns:a16="http://schemas.microsoft.com/office/drawing/2014/main" id="{96DC5A21-AE24-4274-AC6B-0B63920E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忙不是 Agent 的錯</a:t>
            </a:r>
          </a:p>
        </p:txBody>
      </p:sp>
      <p:sp>
        <p:nvSpPr>
          <p:cNvPr id="17" name="text-2083">
            <a:extLst xmlns:a="http://schemas.openxmlformats.org/drawingml/2006/main">
              <a:ext uri="{FF2B5EF4-FFF2-40B4-BE49-F238E27FC236}">
                <a16:creationId xmlns:a16="http://schemas.microsoft.com/office/drawing/2014/main" id="{DDADD411-FB0C-4FAC-A97C-CE1AED73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真正需要檢查的是：我們是否把所有能做的事，都誤認成應該做的事？</a:t>
            </a:r>
          </a:p>
        </p:txBody>
      </p:sp>
      <p:sp>
        <p:nvSpPr>
          <p:cNvPr id="18" name="shape-2084">
            <a:extLst xmlns:a="http://schemas.openxmlformats.org/drawingml/2006/main">
              <a:ext uri="{FF2B5EF4-FFF2-40B4-BE49-F238E27FC236}">
                <a16:creationId xmlns:a16="http://schemas.microsoft.com/office/drawing/2014/main" id="{8E0A65CD-2974-4080-9ACB-96B003C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085">
            <a:extLst xmlns:a="http://schemas.openxmlformats.org/drawingml/2006/main">
              <a:ext uri="{FF2B5EF4-FFF2-40B4-BE49-F238E27FC236}">
                <a16:creationId xmlns:a16="http://schemas.microsoft.com/office/drawing/2014/main" id="{7B79011D-6340-4EA0-9803-8124D14E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086">
            <a:extLst xmlns:a="http://schemas.openxmlformats.org/drawingml/2006/main">
              <a:ext uri="{FF2B5EF4-FFF2-40B4-BE49-F238E27FC236}">
                <a16:creationId xmlns:a16="http://schemas.microsoft.com/office/drawing/2014/main" id="{5AF6BBB9-32EC-472C-AD7E-86D48CB4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重新定義完成</a:t>
            </a:r>
          </a:p>
        </p:txBody>
      </p:sp>
      <p:sp>
        <p:nvSpPr>
          <p:cNvPr id="21" name="text-2087">
            <a:extLst xmlns:a="http://schemas.openxmlformats.org/drawingml/2006/main">
              <a:ext uri="{FF2B5EF4-FFF2-40B4-BE49-F238E27FC236}">
                <a16:creationId xmlns:a16="http://schemas.microsoft.com/office/drawing/2014/main" id="{CA6BDC68-B52D-4740-8844-65EEB0AE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完成不只是做得更快，也包括知道何時停止、休息與把時間交還給生活。</a:t>
            </a:r>
          </a:p>
        </p:txBody>
      </p:sp>
    </p:spTree>
    <p:extLst>
      <p:ext uri="{BB962C8B-B14F-4D97-AF65-F5344CB8AC3E}">
        <p14:creationId xmlns:p14="http://schemas.microsoft.com/office/powerpoint/2010/main" val="42515167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088">
            <a:extLst xmlns:a="http://schemas.openxmlformats.org/drawingml/2006/main">
              <a:ext uri="{FF2B5EF4-FFF2-40B4-BE49-F238E27FC236}">
                <a16:creationId xmlns:a16="http://schemas.microsoft.com/office/drawing/2014/main" id="{8A83C4B3-2085-4C38-9C4B-E533892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WHO IS HARNESSING WHOM?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4648D4-DFF8-46C6-A0AE-B27FBCB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誰在駕馭誰？Harness 的人生反思</a:t>
            </a:r>
          </a:p>
        </p:txBody>
      </p:sp>
      <p:cxnSp>
        <p:nvCxnSpPr>
          <p:cNvPr id="14" name="shape-208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90">
            <a:extLst xmlns:a="http://schemas.openxmlformats.org/drawingml/2006/main">
              <a:ext uri="{FF2B5EF4-FFF2-40B4-BE49-F238E27FC236}">
                <a16:creationId xmlns:a16="http://schemas.microsoft.com/office/drawing/2014/main" id="{4B8C6319-8D34-414C-857D-9DEA9EF1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DFC974-43BC-4B71-9C69-9E7FEFF3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56</a:t>
            </a:r>
          </a:p>
        </p:txBody>
      </p:sp>
      <p:sp>
        <p:nvSpPr>
          <p:cNvPr id="6" name="shape-2091">
            <a:extLst xmlns:a="http://schemas.openxmlformats.org/drawingml/2006/main">
              <a:ext uri="{FF2B5EF4-FFF2-40B4-BE49-F238E27FC236}">
                <a16:creationId xmlns:a16="http://schemas.microsoft.com/office/drawing/2014/main" id="{34DA327E-0F23-42AA-BF6C-AB853985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2092">
            <a:extLst xmlns:a="http://schemas.openxmlformats.org/drawingml/2006/main">
              <a:ext uri="{FF2B5EF4-FFF2-40B4-BE49-F238E27FC236}">
                <a16:creationId xmlns:a16="http://schemas.microsoft.com/office/drawing/2014/main" id="{296B995E-D3B5-40BB-8FC2-914D8EB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8" name="text-2093">
            <a:extLst xmlns:a="http://schemas.openxmlformats.org/drawingml/2006/main">
              <a:ext uri="{FF2B5EF4-FFF2-40B4-BE49-F238E27FC236}">
                <a16:creationId xmlns:a16="http://schemas.microsoft.com/office/drawing/2014/main" id="{6606E09E-DB38-433A-8699-1E1CA4CA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我們原本的說法</a:t>
            </a:r>
          </a:p>
        </p:txBody>
      </p:sp>
      <p:sp>
        <p:nvSpPr>
          <p:cNvPr id="9" name="text-2094">
            <a:extLst xmlns:a="http://schemas.openxmlformats.org/drawingml/2006/main">
              <a:ext uri="{FF2B5EF4-FFF2-40B4-BE49-F238E27FC236}">
                <a16:creationId xmlns:a16="http://schemas.microsoft.com/office/drawing/2014/main" id="{9257F10C-6C28-4260-987E-8A16B280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我們說要 harness Agent：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駕馭它、指派它、讓它長時間不中斷地完成工作。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人的目標、界線與最後決定，應該留在人的手上。</a:t>
            </a:r>
          </a:p>
        </p:txBody>
      </p:sp>
      <p:sp>
        <p:nvSpPr>
          <p:cNvPr id="10" name="text-2095">
            <a:extLst xmlns:a="http://schemas.openxmlformats.org/drawingml/2006/main">
              <a:ext uri="{FF2B5EF4-FFF2-40B4-BE49-F238E27FC236}">
                <a16:creationId xmlns:a16="http://schemas.microsoft.com/office/drawing/2014/main" id="{5E2FB13B-6A30-419A-AF9F-DF9961C8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可能發生的反轉</a:t>
            </a:r>
          </a:p>
        </p:txBody>
      </p:sp>
      <p:sp>
        <p:nvSpPr>
          <p:cNvPr id="11" name="text-2096">
            <a:extLst xmlns:a="http://schemas.openxmlformats.org/drawingml/2006/main">
              <a:ext uri="{FF2B5EF4-FFF2-40B4-BE49-F238E27FC236}">
                <a16:creationId xmlns:a16="http://schemas.microsoft.com/office/drawing/2014/main" id="{83B5B2C5-F0EB-4EC4-9666-EFECB39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如果 Agent 讓我們攬下更多任務，日夜追逐下一個優化，明明是我們在使用工具，生活卻開始被工具的可能性牽著走。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這就是「誰在駕馭誰？」的提醒。</a:t>
            </a:r>
          </a:p>
        </p:txBody>
      </p:sp>
    </p:spTree>
    <p:extLst>
      <p:ext uri="{BB962C8B-B14F-4D97-AF65-F5344CB8AC3E}">
        <p14:creationId xmlns:p14="http://schemas.microsoft.com/office/powerpoint/2010/main" val="200508307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097">
            <a:extLst xmlns:a="http://schemas.openxmlformats.org/drawingml/2006/main">
              <a:ext uri="{FF2B5EF4-FFF2-40B4-BE49-F238E27FC236}">
                <a16:creationId xmlns:a16="http://schemas.microsoft.com/office/drawing/2014/main" id="{F4D39774-ED88-440B-8979-861DAAF2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POWER &amp; EMOTIONAL VALUE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96A15F-3DA8-4AC2-96E6-8821B33A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帶來強大能力，也帶來情緒價值</a:t>
            </a:r>
          </a:p>
        </p:txBody>
      </p:sp>
      <p:cxnSp>
        <p:nvCxnSpPr>
          <p:cNvPr id="24" name="shape-209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099">
            <a:extLst xmlns:a="http://schemas.openxmlformats.org/drawingml/2006/main">
              <a:ext uri="{FF2B5EF4-FFF2-40B4-BE49-F238E27FC236}">
                <a16:creationId xmlns:a16="http://schemas.microsoft.com/office/drawing/2014/main" id="{09B5D085-3DBF-4CE7-88FF-FC35B0BD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95E8C5-8915-43A6-BB12-B40CA766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57</a:t>
            </a:r>
          </a:p>
        </p:txBody>
      </p:sp>
      <p:sp>
        <p:nvSpPr>
          <p:cNvPr id="6" name="shape-2100">
            <a:extLst xmlns:a="http://schemas.openxmlformats.org/drawingml/2006/main">
              <a:ext uri="{FF2B5EF4-FFF2-40B4-BE49-F238E27FC236}">
                <a16:creationId xmlns:a16="http://schemas.microsoft.com/office/drawing/2014/main" id="{51BAE480-C4A6-4FED-9FAF-336AF4EB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101">
            <a:extLst xmlns:a="http://schemas.openxmlformats.org/drawingml/2006/main">
              <a:ext uri="{FF2B5EF4-FFF2-40B4-BE49-F238E27FC236}">
                <a16:creationId xmlns:a16="http://schemas.microsoft.com/office/drawing/2014/main" id="{6242A58D-CDE4-4A31-8BBF-C8870C72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102">
            <a:extLst xmlns:a="http://schemas.openxmlformats.org/drawingml/2006/main">
              <a:ext uri="{FF2B5EF4-FFF2-40B4-BE49-F238E27FC236}">
                <a16:creationId xmlns:a16="http://schemas.microsoft.com/office/drawing/2014/main" id="{303A2B40-484F-4C24-88A5-F35CB6A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不用先是主管</a:t>
            </a:r>
          </a:p>
        </p:txBody>
      </p:sp>
      <p:sp>
        <p:nvSpPr>
          <p:cNvPr id="9" name="text-2103">
            <a:extLst xmlns:a="http://schemas.openxmlformats.org/drawingml/2006/main">
              <a:ext uri="{FF2B5EF4-FFF2-40B4-BE49-F238E27FC236}">
                <a16:creationId xmlns:a16="http://schemas.microsoft.com/office/drawing/2014/main" id="{ECC717F2-777D-4F27-B68C-D26F3F5F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即使是基層員工或教師，也能像一位很會分派工作的主管，指派任務、拆解工作與追蹤進度。</a:t>
            </a:r>
          </a:p>
        </p:txBody>
      </p:sp>
      <p:sp>
        <p:nvSpPr>
          <p:cNvPr id="10" name="shape-2104">
            <a:extLst xmlns:a="http://schemas.openxmlformats.org/drawingml/2006/main">
              <a:ext uri="{FF2B5EF4-FFF2-40B4-BE49-F238E27FC236}">
                <a16:creationId xmlns:a16="http://schemas.microsoft.com/office/drawing/2014/main" id="{E394267D-CA2E-468E-A05E-815065A3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105">
            <a:extLst xmlns:a="http://schemas.openxmlformats.org/drawingml/2006/main">
              <a:ext uri="{FF2B5EF4-FFF2-40B4-BE49-F238E27FC236}">
                <a16:creationId xmlns:a16="http://schemas.microsoft.com/office/drawing/2014/main" id="{D574BF60-C8DD-4080-90EB-C99963B9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106">
            <a:extLst xmlns:a="http://schemas.openxmlformats.org/drawingml/2006/main">
              <a:ext uri="{FF2B5EF4-FFF2-40B4-BE49-F238E27FC236}">
                <a16:creationId xmlns:a16="http://schemas.microsoft.com/office/drawing/2014/main" id="{F27CFCAA-EAD2-45CB-B8FB-43626557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隨時回應與陪伴</a:t>
            </a:r>
          </a:p>
        </p:txBody>
      </p:sp>
      <p:sp>
        <p:nvSpPr>
          <p:cNvPr id="13" name="text-2107">
            <a:extLst xmlns:a="http://schemas.openxmlformats.org/drawingml/2006/main">
              <a:ext uri="{FF2B5EF4-FFF2-40B4-BE49-F238E27FC236}">
                <a16:creationId xmlns:a16="http://schemas.microsoft.com/office/drawing/2014/main" id="{8CB17C60-944A-4B8E-A3DA-D88AC48E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在使用者的體感中，AI 常能即時回應、鼓勵與陪伴，讓人覺得自己能完成好多事。</a:t>
            </a:r>
          </a:p>
        </p:txBody>
      </p:sp>
      <p:sp>
        <p:nvSpPr>
          <p:cNvPr id="14" name="shape-2108">
            <a:extLst xmlns:a="http://schemas.openxmlformats.org/drawingml/2006/main">
              <a:ext uri="{FF2B5EF4-FFF2-40B4-BE49-F238E27FC236}">
                <a16:creationId xmlns:a16="http://schemas.microsoft.com/office/drawing/2014/main" id="{8FFAEC28-17A2-4FDE-B50D-403D7BE6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109">
            <a:extLst xmlns:a="http://schemas.openxmlformats.org/drawingml/2006/main">
              <a:ext uri="{FF2B5EF4-FFF2-40B4-BE49-F238E27FC236}">
                <a16:creationId xmlns:a16="http://schemas.microsoft.com/office/drawing/2014/main" id="{BDD2FC5D-1162-47D6-B49D-EE7F468F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2110">
            <a:extLst xmlns:a="http://schemas.openxmlformats.org/drawingml/2006/main">
              <a:ext uri="{FF2B5EF4-FFF2-40B4-BE49-F238E27FC236}">
                <a16:creationId xmlns:a16="http://schemas.microsoft.com/office/drawing/2014/main" id="{3F0AAA9F-274C-42C6-97F6-0153127A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正面回饋很有力量</a:t>
            </a:r>
          </a:p>
        </p:txBody>
      </p:sp>
      <p:sp>
        <p:nvSpPr>
          <p:cNvPr id="17" name="text-2111">
            <a:extLst xmlns:a="http://schemas.openxmlformats.org/drawingml/2006/main">
              <a:ext uri="{FF2B5EF4-FFF2-40B4-BE49-F238E27FC236}">
                <a16:creationId xmlns:a16="http://schemas.microsoft.com/office/drawing/2014/main" id="{FB60B45F-689E-4477-9345-D82A5923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它不會像真實同事一樣抱怨或離職；但「AI 永遠給正面情緒價值」是使用感受，不是無條件保證。</a:t>
            </a:r>
          </a:p>
        </p:txBody>
      </p:sp>
      <p:sp>
        <p:nvSpPr>
          <p:cNvPr id="18" name="shape-2112">
            <a:extLst xmlns:a="http://schemas.openxmlformats.org/drawingml/2006/main">
              <a:ext uri="{FF2B5EF4-FFF2-40B4-BE49-F238E27FC236}">
                <a16:creationId xmlns:a16="http://schemas.microsoft.com/office/drawing/2014/main" id="{AD57714A-0118-4D6B-A1DD-97B56A49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113">
            <a:extLst xmlns:a="http://schemas.openxmlformats.org/drawingml/2006/main">
              <a:ext uri="{FF2B5EF4-FFF2-40B4-BE49-F238E27FC236}">
                <a16:creationId xmlns:a16="http://schemas.microsoft.com/office/drawing/2014/main" id="{910B63C2-22CD-42C4-A757-2C86469B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2114">
            <a:extLst xmlns:a="http://schemas.openxmlformats.org/drawingml/2006/main">
              <a:ext uri="{FF2B5EF4-FFF2-40B4-BE49-F238E27FC236}">
                <a16:creationId xmlns:a16="http://schemas.microsoft.com/office/drawing/2014/main" id="{991035B8-1368-49BE-80A6-D01E2AFC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人仍要負責關係</a:t>
            </a:r>
          </a:p>
        </p:txBody>
      </p:sp>
      <p:sp>
        <p:nvSpPr>
          <p:cNvPr id="21" name="text-2115">
            <a:extLst xmlns:a="http://schemas.openxmlformats.org/drawingml/2006/main">
              <a:ext uri="{FF2B5EF4-FFF2-40B4-BE49-F238E27FC236}">
                <a16:creationId xmlns:a16="http://schemas.microsoft.com/office/drawing/2014/main" id="{B306D715-7C3F-4A05-A488-6532B849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 AI 當成工作夥伴，不把家人、同儕與專業判斷交給它代替。</a:t>
            </a:r>
          </a:p>
        </p:txBody>
      </p:sp>
    </p:spTree>
    <p:extLst>
      <p:ext uri="{BB962C8B-B14F-4D97-AF65-F5344CB8AC3E}">
        <p14:creationId xmlns:p14="http://schemas.microsoft.com/office/powerpoint/2010/main" val="183632359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2116">
            <a:extLst xmlns:a="http://schemas.openxmlformats.org/drawingml/2006/main">
              <a:ext uri="{FF2B5EF4-FFF2-40B4-BE49-F238E27FC236}">
                <a16:creationId xmlns:a16="http://schemas.microsoft.com/office/drawing/2014/main" id="{BB73D2BF-0ECF-4BE3-815A-28152D56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TIME RETURNED TO LIFE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6C0AD9-4902-4DB2-A984-EE203A21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把省下的時間還給人生：素養教育的所在</a:t>
            </a:r>
          </a:p>
        </p:txBody>
      </p:sp>
      <p:cxnSp>
        <p:nvCxnSpPr>
          <p:cNvPr id="38" name="shape-211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118">
            <a:extLst xmlns:a="http://schemas.openxmlformats.org/drawingml/2006/main">
              <a:ext uri="{FF2B5EF4-FFF2-40B4-BE49-F238E27FC236}">
                <a16:creationId xmlns:a16="http://schemas.microsoft.com/office/drawing/2014/main" id="{A93563AE-4A40-4F6A-A9CD-96C9E66E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88A39E-4302-4104-A939-7EBADC57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58</a:t>
            </a:r>
          </a:p>
        </p:txBody>
      </p:sp>
      <p:sp>
        <p:nvSpPr>
          <p:cNvPr id="6" name="shape-2119">
            <a:extLst xmlns:a="http://schemas.openxmlformats.org/drawingml/2006/main">
              <a:ext uri="{FF2B5EF4-FFF2-40B4-BE49-F238E27FC236}">
                <a16:creationId xmlns:a16="http://schemas.microsoft.com/office/drawing/2014/main" id="{2E01844E-67E9-4A72-8F02-9759036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shape-2120">
            <a:extLst xmlns:a="http://schemas.openxmlformats.org/drawingml/2006/main">
              <a:ext uri="{FF2B5EF4-FFF2-40B4-BE49-F238E27FC236}">
                <a16:creationId xmlns:a16="http://schemas.microsoft.com/office/drawing/2014/main" id="{1D92A48B-A546-4D2C-9288-F7FACEAE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121">
            <a:extLst xmlns:a="http://schemas.openxmlformats.org/drawingml/2006/main">
              <a:ext uri="{FF2B5EF4-FFF2-40B4-BE49-F238E27FC236}">
                <a16:creationId xmlns:a16="http://schemas.microsoft.com/office/drawing/2014/main" id="{389610EE-02FE-452F-82F9-1E8063D4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122">
            <a:extLst xmlns:a="http://schemas.openxmlformats.org/drawingml/2006/main">
              <a:ext uri="{FF2B5EF4-FFF2-40B4-BE49-F238E27FC236}">
                <a16:creationId xmlns:a16="http://schemas.microsoft.com/office/drawing/2014/main" id="{A977A622-A944-4237-B52D-8EAAD1AC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培養興趣</a:t>
            </a:r>
          </a:p>
        </p:txBody>
      </p:sp>
      <p:sp>
        <p:nvSpPr>
          <p:cNvPr id="10" name="text-2123">
            <a:extLst xmlns:a="http://schemas.openxmlformats.org/drawingml/2006/main">
              <a:ext uri="{FF2B5EF4-FFF2-40B4-BE49-F238E27FC236}">
                <a16:creationId xmlns:a16="http://schemas.microsoft.com/office/drawing/2014/main" id="{B225D6F5-351B-48E4-B181-CA49321D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探索工作與教學之外，過去沒有時間嘗試的路。</a:t>
            </a:r>
          </a:p>
        </p:txBody>
      </p:sp>
      <p:sp>
        <p:nvSpPr>
          <p:cNvPr id="11" name="text-2124">
            <a:extLst xmlns:a="http://schemas.openxmlformats.org/drawingml/2006/main">
              <a:ext uri="{FF2B5EF4-FFF2-40B4-BE49-F238E27FC236}">
                <a16:creationId xmlns:a16="http://schemas.microsoft.com/office/drawing/2014/main" id="{88190FE5-4543-4E3D-B751-9756452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2125">
            <a:extLst xmlns:a="http://schemas.openxmlformats.org/drawingml/2006/main">
              <a:ext uri="{FF2B5EF4-FFF2-40B4-BE49-F238E27FC236}">
                <a16:creationId xmlns:a16="http://schemas.microsoft.com/office/drawing/2014/main" id="{1709ADD3-30D4-41C6-82B5-706732DE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3" name="shape-2126">
            <a:extLst xmlns:a="http://schemas.openxmlformats.org/drawingml/2006/main">
              <a:ext uri="{FF2B5EF4-FFF2-40B4-BE49-F238E27FC236}">
                <a16:creationId xmlns:a16="http://schemas.microsoft.com/office/drawing/2014/main" id="{EAABAB6E-2641-40B7-BC62-17AE8B17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127">
            <a:extLst xmlns:a="http://schemas.openxmlformats.org/drawingml/2006/main">
              <a:ext uri="{FF2B5EF4-FFF2-40B4-BE49-F238E27FC236}">
                <a16:creationId xmlns:a16="http://schemas.microsoft.com/office/drawing/2014/main" id="{2023008C-BF7E-4749-918E-3BA873E9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9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2128">
            <a:extLst xmlns:a="http://schemas.openxmlformats.org/drawingml/2006/main">
              <a:ext uri="{FF2B5EF4-FFF2-40B4-BE49-F238E27FC236}">
                <a16:creationId xmlns:a16="http://schemas.microsoft.com/office/drawing/2014/main" id="{FDAB00B3-DA3A-4555-9583-7E4AFAFD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陪伴家人</a:t>
            </a:r>
          </a:p>
        </p:txBody>
      </p:sp>
      <p:sp>
        <p:nvSpPr>
          <p:cNvPr id="16" name="text-2129">
            <a:extLst xmlns:a="http://schemas.openxmlformats.org/drawingml/2006/main">
              <a:ext uri="{FF2B5EF4-FFF2-40B4-BE49-F238E27FC236}">
                <a16:creationId xmlns:a16="http://schemas.microsoft.com/office/drawing/2014/main" id="{1FC7E017-C16B-410A-B5AD-ECF8A155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陪伴孩子與家人，參與孩子的成長過程。</a:t>
            </a:r>
          </a:p>
        </p:txBody>
      </p:sp>
      <p:sp>
        <p:nvSpPr>
          <p:cNvPr id="17" name="text-2130">
            <a:extLst xmlns:a="http://schemas.openxmlformats.org/drawingml/2006/main">
              <a:ext uri="{FF2B5EF4-FFF2-40B4-BE49-F238E27FC236}">
                <a16:creationId xmlns:a16="http://schemas.microsoft.com/office/drawing/2014/main" id="{FCDDDFB0-7FA7-4D36-9026-06EAFDD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2131">
            <a:extLst xmlns:a="http://schemas.openxmlformats.org/drawingml/2006/main">
              <a:ext uri="{FF2B5EF4-FFF2-40B4-BE49-F238E27FC236}">
                <a16:creationId xmlns:a16="http://schemas.microsoft.com/office/drawing/2014/main" id="{D02C9DDD-A564-4901-AFBB-4594A066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shape-2132">
            <a:extLst xmlns:a="http://schemas.openxmlformats.org/drawingml/2006/main">
              <a:ext uri="{FF2B5EF4-FFF2-40B4-BE49-F238E27FC236}">
                <a16:creationId xmlns:a16="http://schemas.microsoft.com/office/drawing/2014/main" id="{3B2DAF02-C9F8-429E-A66F-CD4A36DC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133">
            <a:extLst xmlns:a="http://schemas.openxmlformats.org/drawingml/2006/main">
              <a:ext uri="{FF2B5EF4-FFF2-40B4-BE49-F238E27FC236}">
                <a16:creationId xmlns:a16="http://schemas.microsoft.com/office/drawing/2014/main" id="{0F163B16-AC35-442F-BB96-E3D4394D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2134">
            <a:extLst xmlns:a="http://schemas.openxmlformats.org/drawingml/2006/main">
              <a:ext uri="{FF2B5EF4-FFF2-40B4-BE49-F238E27FC236}">
                <a16:creationId xmlns:a16="http://schemas.microsoft.com/office/drawing/2014/main" id="{80F356E8-BBB6-4451-BDAC-21600B0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深入交流</a:t>
            </a:r>
          </a:p>
        </p:txBody>
      </p:sp>
      <p:sp>
        <p:nvSpPr>
          <p:cNvPr id="22" name="text-2135">
            <a:extLst xmlns:a="http://schemas.openxmlformats.org/drawingml/2006/main">
              <a:ext uri="{FF2B5EF4-FFF2-40B4-BE49-F238E27FC236}">
                <a16:creationId xmlns:a16="http://schemas.microsoft.com/office/drawing/2014/main" id="{7F51D2A7-6B37-4FEF-A34D-77CFB82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和同儕、同事好好聊天，重新建立理解與信任。</a:t>
            </a:r>
          </a:p>
        </p:txBody>
      </p:sp>
      <p:sp>
        <p:nvSpPr>
          <p:cNvPr id="23" name="text-2136">
            <a:extLst xmlns:a="http://schemas.openxmlformats.org/drawingml/2006/main">
              <a:ext uri="{FF2B5EF4-FFF2-40B4-BE49-F238E27FC236}">
                <a16:creationId xmlns:a16="http://schemas.microsoft.com/office/drawing/2014/main" id="{BB857B3A-3469-4A42-9290-4C48C989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2137">
            <a:extLst xmlns:a="http://schemas.openxmlformats.org/drawingml/2006/main">
              <a:ext uri="{FF2B5EF4-FFF2-40B4-BE49-F238E27FC236}">
                <a16:creationId xmlns:a16="http://schemas.microsoft.com/office/drawing/2014/main" id="{D0AA0508-CFF7-479F-887B-77CFCBBE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shape-2138">
            <a:extLst xmlns:a="http://schemas.openxmlformats.org/drawingml/2006/main">
              <a:ext uri="{FF2B5EF4-FFF2-40B4-BE49-F238E27FC236}">
                <a16:creationId xmlns:a16="http://schemas.microsoft.com/office/drawing/2014/main" id="{09E3F5A9-8586-4AE8-BE62-0F6FE82C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139">
            <a:extLst xmlns:a="http://schemas.openxmlformats.org/drawingml/2006/main">
              <a:ext uri="{FF2B5EF4-FFF2-40B4-BE49-F238E27FC236}">
                <a16:creationId xmlns:a16="http://schemas.microsoft.com/office/drawing/2014/main" id="{20308F3B-1F1E-406F-9589-9FA04E07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2140">
            <a:extLst xmlns:a="http://schemas.openxmlformats.org/drawingml/2006/main">
              <a:ext uri="{FF2B5EF4-FFF2-40B4-BE49-F238E27FC236}">
                <a16:creationId xmlns:a16="http://schemas.microsoft.com/office/drawing/2014/main" id="{477A8A41-DE2D-47D8-9DF9-F5DF6447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發展志向</a:t>
            </a:r>
          </a:p>
        </p:txBody>
      </p:sp>
      <p:sp>
        <p:nvSpPr>
          <p:cNvPr id="28" name="text-2141">
            <a:extLst xmlns:a="http://schemas.openxmlformats.org/drawingml/2006/main">
              <a:ext uri="{FF2B5EF4-FFF2-40B4-BE49-F238E27FC236}">
                <a16:creationId xmlns:a16="http://schemas.microsoft.com/office/drawing/2014/main" id="{3D2836A2-B194-4CEE-8B8E-FA5C7716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把時間投入職涯發展、個人興趣與真正重要的目標。</a:t>
            </a:r>
          </a:p>
        </p:txBody>
      </p:sp>
      <p:sp>
        <p:nvSpPr>
          <p:cNvPr id="29" name="text-2142">
            <a:extLst xmlns:a="http://schemas.openxmlformats.org/drawingml/2006/main">
              <a:ext uri="{FF2B5EF4-FFF2-40B4-BE49-F238E27FC236}">
                <a16:creationId xmlns:a16="http://schemas.microsoft.com/office/drawing/2014/main" id="{CEF4DB70-86F7-4F8D-A2C9-83C9432A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2143">
            <a:extLst xmlns:a="http://schemas.openxmlformats.org/drawingml/2006/main">
              <a:ext uri="{FF2B5EF4-FFF2-40B4-BE49-F238E27FC236}">
                <a16:creationId xmlns:a16="http://schemas.microsoft.com/office/drawing/2014/main" id="{17380267-E147-4E4B-912C-7CDF2455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shape-2144">
            <a:extLst xmlns:a="http://schemas.openxmlformats.org/drawingml/2006/main">
              <a:ext uri="{FF2B5EF4-FFF2-40B4-BE49-F238E27FC236}">
                <a16:creationId xmlns:a16="http://schemas.microsoft.com/office/drawing/2014/main" id="{6F5B6D81-FCD3-4EC1-85FF-1E9B3E7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145">
            <a:extLst xmlns:a="http://schemas.openxmlformats.org/drawingml/2006/main">
              <a:ext uri="{FF2B5EF4-FFF2-40B4-BE49-F238E27FC236}">
                <a16:creationId xmlns:a16="http://schemas.microsoft.com/office/drawing/2014/main" id="{643AA453-E34C-4ADF-84F3-467D0123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2146">
            <a:extLst xmlns:a="http://schemas.openxmlformats.org/drawingml/2006/main">
              <a:ext uri="{FF2B5EF4-FFF2-40B4-BE49-F238E27FC236}">
                <a16:creationId xmlns:a16="http://schemas.microsoft.com/office/drawing/2014/main" id="{6D5530FF-6CC9-4FED-911B-A300EA87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內化成生活</a:t>
            </a:r>
          </a:p>
        </p:txBody>
      </p:sp>
      <p:sp>
        <p:nvSpPr>
          <p:cNvPr id="34" name="text-2147">
            <a:extLst xmlns:a="http://schemas.openxmlformats.org/drawingml/2006/main">
              <a:ext uri="{FF2B5EF4-FFF2-40B4-BE49-F238E27FC236}">
                <a16:creationId xmlns:a16="http://schemas.microsoft.com/office/drawing/2014/main" id="{4C30CD08-9008-4C7A-827D-F8054A2D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讓 AI 能力服務人的關係、成長與人生意義。</a:t>
            </a:r>
          </a:p>
        </p:txBody>
      </p:sp>
      <p:sp>
        <p:nvSpPr>
          <p:cNvPr id="35" name="text-2148">
            <a:extLst xmlns:a="http://schemas.openxmlformats.org/drawingml/2006/main">
              <a:ext uri="{FF2B5EF4-FFF2-40B4-BE49-F238E27FC236}">
                <a16:creationId xmlns:a16="http://schemas.microsoft.com/office/drawing/2014/main" id="{59D615A2-E5CB-4E4A-BC67-FDA5DF54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4660587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0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ext-2149">
            <a:extLst xmlns:a="http://schemas.openxmlformats.org/drawingml/2006/main">
              <a:ext uri="{FF2B5EF4-FFF2-40B4-BE49-F238E27FC236}">
                <a16:creationId xmlns:a16="http://schemas.microsoft.com/office/drawing/2014/main" id="{C401B55C-2829-47BD-A137-8324D55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rPr>
              <a:t>BOOKMARKS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44E6E-0175-495C-9B60-A2A5F6D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下午資源書籤</a:t>
            </a:r>
          </a:p>
        </p:txBody>
      </p:sp>
      <p:cxnSp>
        <p:nvCxnSpPr>
          <p:cNvPr id="45" name="shape-215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8E5"/>
            </a:solidFill>
            <a:prstDash val="solid"/>
          </a:ln>
        </p:spPr>
      </p:cxnSp>
      <p:sp>
        <p:nvSpPr>
          <p:cNvPr id="4" name="text-2151">
            <a:extLst xmlns:a="http://schemas.openxmlformats.org/drawingml/2006/main">
              <a:ext uri="{FF2B5EF4-FFF2-40B4-BE49-F238E27FC236}">
                <a16:creationId xmlns:a16="http://schemas.microsoft.com/office/drawing/2014/main" id="{595F0B57-2AC8-4E30-B502-A32694B6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下午場｜打造會做事的 AI 教學與研究夥伴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69480C-AF1D-4842-B760-3FDD7431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486581"/>
                </a:solidFill>
                <a:latin typeface="Noto Sans TC"/>
                <a:ea typeface="Noto Sans TC"/>
                <a:cs typeface="Noto Sans TC"/>
              </a:rPr>
              <a:t>59</a:t>
            </a:r>
          </a:p>
        </p:txBody>
      </p:sp>
      <p:sp>
        <p:nvSpPr>
          <p:cNvPr id="6" name="shape-2152">
            <a:extLst xmlns:a="http://schemas.openxmlformats.org/drawingml/2006/main">
              <a:ext uri="{FF2B5EF4-FFF2-40B4-BE49-F238E27FC236}">
                <a16:creationId xmlns:a16="http://schemas.microsoft.com/office/drawing/2014/main" id="{ECB86C4E-9ACE-4C94-98CA-B8CC1338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7" name="text-2153">
            <a:extLst xmlns:a="http://schemas.openxmlformats.org/drawingml/2006/main">
              <a:ext uri="{FF2B5EF4-FFF2-40B4-BE49-F238E27FC236}">
                <a16:creationId xmlns:a16="http://schemas.microsoft.com/office/drawing/2014/main" id="{6E1C27E0-5142-470D-ABCD-4ECBDA92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研習資源導航</a:t>
            </a:r>
          </a:p>
        </p:txBody>
      </p:sp>
      <p:sp>
        <p:nvSpPr>
          <p:cNvPr id="8" name="text-2154">
            <a:extLst xmlns:a="http://schemas.openxmlformats.org/drawingml/2006/main">
              <a:ext uri="{FF2B5EF4-FFF2-40B4-BE49-F238E27FC236}">
                <a16:creationId xmlns:a16="http://schemas.microsoft.com/office/drawing/2014/main" id="{735A2E6A-6C5D-400F-8F2C-5B57BF72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c3d643241be41c6"/>
              </a:rPr>
              <a:t>公開網站資源 ↗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cfb6475da4000"/>
          <a:stretch xmlns:a="http://schemas.openxmlformats.org/drawingml/2006/main"/>
        </p:blipFill>
        <p:spPr>
          <a:xfrm xmlns:a="http://schemas.openxmlformats.org/drawingml/2006/main">
            <a:off x="4953000" y="16097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0" name="shape-2155">
            <a:extLst xmlns:a="http://schemas.openxmlformats.org/drawingml/2006/main">
              <a:ext uri="{FF2B5EF4-FFF2-40B4-BE49-F238E27FC236}">
                <a16:creationId xmlns:a16="http://schemas.microsoft.com/office/drawing/2014/main" id="{9CFAAD46-02F3-49E8-8BC2-CC451BB7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1" name="text-2156">
            <a:extLst xmlns:a="http://schemas.openxmlformats.org/drawingml/2006/main">
              <a:ext uri="{FF2B5EF4-FFF2-40B4-BE49-F238E27FC236}">
                <a16:creationId xmlns:a16="http://schemas.microsoft.com/office/drawing/2014/main" id="{A0016254-F417-48D4-BFB1-15F2CFCC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 Google Antigravity</a:t>
            </a:r>
          </a:p>
        </p:txBody>
      </p:sp>
      <p:sp>
        <p:nvSpPr>
          <p:cNvPr id="12" name="text-2157">
            <a:extLst xmlns:a="http://schemas.openxmlformats.org/drawingml/2006/main">
              <a:ext uri="{FF2B5EF4-FFF2-40B4-BE49-F238E27FC236}">
                <a16:creationId xmlns:a16="http://schemas.microsoft.com/office/drawing/2014/main" id="{D0ECE204-E2CE-4F8B-A2EE-898D8697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a51a705762f4daf"/>
              </a:rPr>
              <a:t>公開網站資源 ↗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1aabc71314f6c"/>
          <a:stretch xmlns:a="http://schemas.openxmlformats.org/drawingml/2006/main"/>
        </p:blipFill>
        <p:spPr>
          <a:xfrm xmlns:a="http://schemas.openxmlformats.org/drawingml/2006/main">
            <a:off x="4953000" y="24860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4" name="shape-2158">
            <a:extLst xmlns:a="http://schemas.openxmlformats.org/drawingml/2006/main">
              <a:ext uri="{FF2B5EF4-FFF2-40B4-BE49-F238E27FC236}">
                <a16:creationId xmlns:a16="http://schemas.microsoft.com/office/drawing/2014/main" id="{DD1D8131-2F0B-4312-8CB1-D75E54D5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5" name="text-2159">
            <a:extLst xmlns:a="http://schemas.openxmlformats.org/drawingml/2006/main">
              <a:ext uri="{FF2B5EF4-FFF2-40B4-BE49-F238E27FC236}">
                <a16:creationId xmlns:a16="http://schemas.microsoft.com/office/drawing/2014/main" id="{FAE13DD4-97A7-4B8E-81C1-277B7B3D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 Codex</a:t>
            </a:r>
          </a:p>
        </p:txBody>
      </p:sp>
      <p:sp>
        <p:nvSpPr>
          <p:cNvPr id="16" name="text-2160">
            <a:extLst xmlns:a="http://schemas.openxmlformats.org/drawingml/2006/main">
              <a:ext uri="{FF2B5EF4-FFF2-40B4-BE49-F238E27FC236}">
                <a16:creationId xmlns:a16="http://schemas.microsoft.com/office/drawing/2014/main" id="{D7CC9D39-67B4-434A-8742-0EBC1328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cc34ad99f3a48ed"/>
              </a:rPr>
              <a:t>公開網站資源 ↗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498df58bf4df6"/>
          <a:stretch xmlns:a="http://schemas.openxmlformats.org/drawingml/2006/main"/>
        </p:blipFill>
        <p:spPr>
          <a:xfrm xmlns:a="http://schemas.openxmlformats.org/drawingml/2006/main">
            <a:off x="4953000" y="33623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8" name="shape-2161">
            <a:extLst xmlns:a="http://schemas.openxmlformats.org/drawingml/2006/main">
              <a:ext uri="{FF2B5EF4-FFF2-40B4-BE49-F238E27FC236}">
                <a16:creationId xmlns:a16="http://schemas.microsoft.com/office/drawing/2014/main" id="{EDA05C1D-B178-4758-BC6F-46641311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9" name="text-2162">
            <a:extLst xmlns:a="http://schemas.openxmlformats.org/drawingml/2006/main">
              <a:ext uri="{FF2B5EF4-FFF2-40B4-BE49-F238E27FC236}">
                <a16:creationId xmlns:a16="http://schemas.microsoft.com/office/drawing/2014/main" id="{617805FB-CB05-4714-97FE-267266F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開啟 Claude</a:t>
            </a:r>
          </a:p>
        </p:txBody>
      </p:sp>
      <p:sp>
        <p:nvSpPr>
          <p:cNvPr id="20" name="text-2163">
            <a:extLst xmlns:a="http://schemas.openxmlformats.org/drawingml/2006/main">
              <a:ext uri="{FF2B5EF4-FFF2-40B4-BE49-F238E27FC236}">
                <a16:creationId xmlns:a16="http://schemas.microsoft.com/office/drawing/2014/main" id="{08825D16-536C-4D90-870F-1C03C464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200165e8a3c4919"/>
              </a:rPr>
              <a:t>公開網站資源 ↗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072fdab8b4e8b"/>
          <a:stretch xmlns:a="http://schemas.openxmlformats.org/drawingml/2006/main"/>
        </p:blipFill>
        <p:spPr>
          <a:xfrm xmlns:a="http://schemas.openxmlformats.org/drawingml/2006/main">
            <a:off x="4953000" y="42386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2" name="shape-2164">
            <a:extLst xmlns:a="http://schemas.openxmlformats.org/drawingml/2006/main">
              <a:ext uri="{FF2B5EF4-FFF2-40B4-BE49-F238E27FC236}">
                <a16:creationId xmlns:a16="http://schemas.microsoft.com/office/drawing/2014/main" id="{3B8B2956-63A4-470E-8CE8-39F79D69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3" name="text-2165">
            <a:extLst xmlns:a="http://schemas.openxmlformats.org/drawingml/2006/main">
              <a:ext uri="{FF2B5EF4-FFF2-40B4-BE49-F238E27FC236}">
                <a16:creationId xmlns:a16="http://schemas.microsoft.com/office/drawing/2014/main" id="{B1963F93-007D-4740-8C8C-065DD946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Skills 官方教學</a:t>
            </a:r>
          </a:p>
        </p:txBody>
      </p:sp>
      <p:sp>
        <p:nvSpPr>
          <p:cNvPr id="24" name="text-2166">
            <a:extLst xmlns:a="http://schemas.openxmlformats.org/drawingml/2006/main">
              <a:ext uri="{FF2B5EF4-FFF2-40B4-BE49-F238E27FC236}">
                <a16:creationId xmlns:a16="http://schemas.microsoft.com/office/drawing/2014/main" id="{9E6AE63F-12A8-4AA5-B703-79F3279F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d0f4bb6b0b345a4"/>
              </a:rPr>
              <a:t>公開網站資源 ↗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b8202331844b8"/>
          <a:stretch xmlns:a="http://schemas.openxmlformats.org/drawingml/2006/main"/>
        </p:blipFill>
        <p:spPr>
          <a:xfrm xmlns:a="http://schemas.openxmlformats.org/drawingml/2006/main">
            <a:off x="4953000" y="51149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6" name="shape-2167">
            <a:extLst xmlns:a="http://schemas.openxmlformats.org/drawingml/2006/main">
              <a:ext uri="{FF2B5EF4-FFF2-40B4-BE49-F238E27FC236}">
                <a16:creationId xmlns:a16="http://schemas.microsoft.com/office/drawing/2014/main" id="{B4F6E9B8-D49A-4D8A-8ADE-035214BB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7" name="text-2168">
            <a:extLst xmlns:a="http://schemas.openxmlformats.org/drawingml/2006/main">
              <a:ext uri="{FF2B5EF4-FFF2-40B4-BE49-F238E27FC236}">
                <a16:creationId xmlns:a16="http://schemas.microsoft.com/office/drawing/2014/main" id="{21E4545A-E122-49A9-B603-B116B596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Agent Skills 資源庫：三師爸與國際公開 Skills</a:t>
            </a:r>
          </a:p>
        </p:txBody>
      </p:sp>
      <p:sp>
        <p:nvSpPr>
          <p:cNvPr id="28" name="text-2169">
            <a:extLst xmlns:a="http://schemas.openxmlformats.org/drawingml/2006/main">
              <a:ext uri="{FF2B5EF4-FFF2-40B4-BE49-F238E27FC236}">
                <a16:creationId xmlns:a16="http://schemas.microsoft.com/office/drawing/2014/main" id="{399171F7-1527-422F-8C3E-DB90C8C5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24084745b5c4178"/>
              </a:rPr>
              <a:t>公開網站資源 ↗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d3ddd44da4108"/>
          <a:stretch xmlns:a="http://schemas.openxmlformats.org/drawingml/2006/main"/>
        </p:blipFill>
        <p:spPr>
          <a:xfrm xmlns:a="http://schemas.openxmlformats.org/drawingml/2006/main">
            <a:off x="10553700" y="16097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0" name="shape-2170">
            <a:extLst xmlns:a="http://schemas.openxmlformats.org/drawingml/2006/main">
              <a:ext uri="{FF2B5EF4-FFF2-40B4-BE49-F238E27FC236}">
                <a16:creationId xmlns:a16="http://schemas.microsoft.com/office/drawing/2014/main" id="{D5203E21-7CE4-4D19-AFE7-CB140040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1" name="text-2171">
            <a:extLst xmlns:a="http://schemas.openxmlformats.org/drawingml/2006/main">
              <a:ext uri="{FF2B5EF4-FFF2-40B4-BE49-F238E27FC236}">
                <a16:creationId xmlns:a16="http://schemas.microsoft.com/office/drawing/2014/main" id="{E76558D4-E0B4-40C8-BF48-9471BB80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提示詞快捷面板</a:t>
            </a:r>
          </a:p>
        </p:txBody>
      </p:sp>
      <p:sp>
        <p:nvSpPr>
          <p:cNvPr id="32" name="text-2172">
            <a:extLst xmlns:a="http://schemas.openxmlformats.org/drawingml/2006/main">
              <a:ext uri="{FF2B5EF4-FFF2-40B4-BE49-F238E27FC236}">
                <a16:creationId xmlns:a16="http://schemas.microsoft.com/office/drawing/2014/main" id="{F2FB0998-A378-4369-9B36-8C4028BE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97ccdbbb8aa43cd"/>
              </a:rPr>
              <a:t>公開網站資源 ↗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dd0073e5d4e25"/>
          <a:stretch xmlns:a="http://schemas.openxmlformats.org/drawingml/2006/main"/>
        </p:blipFill>
        <p:spPr>
          <a:xfrm xmlns:a="http://schemas.openxmlformats.org/drawingml/2006/main">
            <a:off x="10553700" y="24860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4" name="shape-2173">
            <a:extLst xmlns:a="http://schemas.openxmlformats.org/drawingml/2006/main">
              <a:ext uri="{FF2B5EF4-FFF2-40B4-BE49-F238E27FC236}">
                <a16:creationId xmlns:a16="http://schemas.microsoft.com/office/drawing/2014/main" id="{22A23157-6EDA-408D-970A-F149A45B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5" name="text-2174">
            <a:extLst xmlns:a="http://schemas.openxmlformats.org/drawingml/2006/main">
              <a:ext uri="{FF2B5EF4-FFF2-40B4-BE49-F238E27FC236}">
                <a16:creationId xmlns:a16="http://schemas.microsoft.com/office/drawing/2014/main" id="{0FFEB9D3-5293-4145-90E0-C0C2F839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教育科技創新專區</a:t>
            </a:r>
          </a:p>
        </p:txBody>
      </p:sp>
      <p:sp>
        <p:nvSpPr>
          <p:cNvPr id="36" name="text-2175">
            <a:extLst xmlns:a="http://schemas.openxmlformats.org/drawingml/2006/main">
              <a:ext uri="{FF2B5EF4-FFF2-40B4-BE49-F238E27FC236}">
                <a16:creationId xmlns:a16="http://schemas.microsoft.com/office/drawing/2014/main" id="{24541B41-CF20-4F83-A4B2-1A060B00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20c921004044683"/>
              </a:rPr>
              <a:t>公開網站資源 ↗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2f752a0a04354"/>
          <a:stretch xmlns:a="http://schemas.openxmlformats.org/drawingml/2006/main"/>
        </p:blipFill>
        <p:spPr>
          <a:xfrm xmlns:a="http://schemas.openxmlformats.org/drawingml/2006/main">
            <a:off x="10553700" y="33623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8" name="shape-2176">
            <a:extLst xmlns:a="http://schemas.openxmlformats.org/drawingml/2006/main">
              <a:ext uri="{FF2B5EF4-FFF2-40B4-BE49-F238E27FC236}">
                <a16:creationId xmlns:a16="http://schemas.microsoft.com/office/drawing/2014/main" id="{EFC3AA23-75BB-4CF1-93D2-901DD663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39" name="text-2177">
            <a:extLst xmlns:a="http://schemas.openxmlformats.org/drawingml/2006/main">
              <a:ext uri="{FF2B5EF4-FFF2-40B4-BE49-F238E27FC236}">
                <a16:creationId xmlns:a16="http://schemas.microsoft.com/office/drawing/2014/main" id="{66572E55-3491-4601-B974-B698E67C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PIRLS 2026 評分規劃</a:t>
            </a:r>
          </a:p>
        </p:txBody>
      </p:sp>
      <p:sp>
        <p:nvSpPr>
          <p:cNvPr id="40" name="text-2178">
            <a:extLst xmlns:a="http://schemas.openxmlformats.org/drawingml/2006/main">
              <a:ext uri="{FF2B5EF4-FFF2-40B4-BE49-F238E27FC236}">
                <a16:creationId xmlns:a16="http://schemas.microsoft.com/office/drawing/2014/main" id="{79906FAE-3A71-40C7-AF38-FAD43D25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1B64DA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c5bf12d790a4ca9"/>
              </a:rPr>
              <a:t>公開網站資源 ↗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f8e2434f94221"/>
          <a:stretch xmlns:a="http://schemas.openxmlformats.org/drawingml/2006/main"/>
        </p:blipFill>
        <p:spPr>
          <a:xfrm xmlns:a="http://schemas.openxmlformats.org/drawingml/2006/main">
            <a:off x="10553700" y="42386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42" name="text-2179">
            <a:extLst xmlns:a="http://schemas.openxmlformats.org/drawingml/2006/main">
              <a:ext uri="{FF2B5EF4-FFF2-40B4-BE49-F238E27FC236}">
                <a16:creationId xmlns:a16="http://schemas.microsoft.com/office/drawing/2014/main" id="{45B27D5A-ED67-4D65-8276-80A8DCC9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116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0F1E2E"/>
                </a:solidFill>
                <a:latin typeface="Noto Sans TC"/>
                <a:ea typeface="Noto Sans TC"/>
                <a:cs typeface="Noto Sans TC"/>
              </a:rPr>
              <a:t>好的教學與研究 Agent 不只會做事；它會在正確邊界內做事，並留下你能檢查的證據。</a:t>
            </a:r>
          </a:p>
        </p:txBody>
      </p:sp>
    </p:spTree>
    <p:extLst>
      <p:ext uri="{BB962C8B-B14F-4D97-AF65-F5344CB8AC3E}">
        <p14:creationId xmlns:p14="http://schemas.microsoft.com/office/powerpoint/2010/main" val="1992674610"/>
      </p:ext>
    </p:extLst>
  </p:cSld>
</p:sld>
</file>

<file path=ppt/theme/theme1.xml><?xml version="1.0" encoding="utf-8"?>
<a:theme xmlns:a="http://schemas.openxmlformats.org/drawingml/2006/main" name="ChatGPT">
  <a:themeElements>
    <a:clrScheme name="NCU Afternoon">
      <a:dk1>
        <a:srgbClr val="0F1E2E"/>
      </a:dk1>
      <a:lt1>
        <a:srgbClr val="FFFFFF"/>
      </a:lt1>
      <a:dk2>
        <a:srgbClr val="F0F4F8"/>
      </a:dk2>
      <a:lt2>
        <a:srgbClr val="E2EDF8"/>
      </a:lt2>
      <a:accent1>
        <a:srgbClr val="1B64DA"/>
      </a:accent1>
      <a:accent2>
        <a:srgbClr val="FF6B4A"/>
      </a:accent2>
      <a:accent3>
        <a:srgbClr val="0E9F94"/>
      </a:accent3>
      <a:accent4>
        <a:srgbClr val="6366F1"/>
      </a:accent4>
      <a:accent5>
        <a:srgbClr val="F59E0B"/>
      </a:accent5>
      <a:accent6>
        <a:srgbClr val="10B981"/>
      </a:accent6>
      <a:hlink>
        <a:srgbClr val="1B64DA"/>
      </a:hlink>
      <a:folHlink>
        <a:srgbClr val="6366F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Afterno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2026-08-24T02:25:38.1320000Z</dcterms:created>
  <dcterms:modified xsi:type="dcterms:W3CDTF">2026-08-24T02:25:38.1320000Z</dcterms:modified>
</coreProperties>
</file>