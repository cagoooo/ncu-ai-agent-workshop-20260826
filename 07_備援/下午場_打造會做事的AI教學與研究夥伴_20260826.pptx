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3213f196e349ed" /><Relationship Type="http://schemas.openxmlformats.org/officeDocument/2006/relationships/extended-properties" Target="/docProps/app.xml" Id="Ra2fcbbc198b54ff9" /><Relationship Type="http://schemas.openxmlformats.org/officeDocument/2006/relationships/officeDocument" Target="/ppt/presentation.xml" Id="R8f550711341d4e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ebba85a2bd4e0f"/>
  </p:sldMasterIdLst>
  <p:notesMasterIdLst>
    <p:notesMasterId xmlns:r="http://schemas.openxmlformats.org/officeDocument/2006/relationships" r:id="R0f47fd74a6bf4d1e"/>
  </p:notesMasterIdLst>
  <p:sldIdLst>
    <p:sldId xmlns:r="http://schemas.openxmlformats.org/officeDocument/2006/relationships" id="256" r:id="R5bb0daf195514804"/>
    <p:sldId xmlns:r="http://schemas.openxmlformats.org/officeDocument/2006/relationships" id="257" r:id="Rf19c446d4ffe4894"/>
    <p:sldId xmlns:r="http://schemas.openxmlformats.org/officeDocument/2006/relationships" id="258" r:id="R08775aa5baf34dfe"/>
    <p:sldId xmlns:r="http://schemas.openxmlformats.org/officeDocument/2006/relationships" id="259" r:id="R4aa0594f7dd845e1"/>
    <p:sldId xmlns:r="http://schemas.openxmlformats.org/officeDocument/2006/relationships" id="260" r:id="Rdec710e7e56c4bc7"/>
    <p:sldId xmlns:r="http://schemas.openxmlformats.org/officeDocument/2006/relationships" id="261" r:id="R5dd5f20bc54d4d4a"/>
    <p:sldId xmlns:r="http://schemas.openxmlformats.org/officeDocument/2006/relationships" id="262" r:id="Radb8de0849184626"/>
    <p:sldId xmlns:r="http://schemas.openxmlformats.org/officeDocument/2006/relationships" id="263" r:id="R9e9c90399c86423e"/>
    <p:sldId xmlns:r="http://schemas.openxmlformats.org/officeDocument/2006/relationships" id="264" r:id="R9e3fc6647a514a70"/>
    <p:sldId xmlns:r="http://schemas.openxmlformats.org/officeDocument/2006/relationships" id="265" r:id="R04418615cf5d4c09"/>
    <p:sldId xmlns:r="http://schemas.openxmlformats.org/officeDocument/2006/relationships" id="266" r:id="R4be55ae831f142c7"/>
    <p:sldId xmlns:r="http://schemas.openxmlformats.org/officeDocument/2006/relationships" id="267" r:id="Re58b9a8753e443d7"/>
    <p:sldId xmlns:r="http://schemas.openxmlformats.org/officeDocument/2006/relationships" id="268" r:id="Rc6e1f74d4a984759"/>
    <p:sldId xmlns:r="http://schemas.openxmlformats.org/officeDocument/2006/relationships" id="269" r:id="Re521869a0be147dd"/>
    <p:sldId xmlns:r="http://schemas.openxmlformats.org/officeDocument/2006/relationships" id="270" r:id="R20483009c8394554"/>
    <p:sldId xmlns:r="http://schemas.openxmlformats.org/officeDocument/2006/relationships" id="271" r:id="R1200c8f1e5984001"/>
    <p:sldId xmlns:r="http://schemas.openxmlformats.org/officeDocument/2006/relationships" id="272" r:id="R22b11ef35fee4684"/>
    <p:sldId xmlns:r="http://schemas.openxmlformats.org/officeDocument/2006/relationships" id="273" r:id="R87f46ddfb0784000"/>
    <p:sldId xmlns:r="http://schemas.openxmlformats.org/officeDocument/2006/relationships" id="274" r:id="Rbe24626d7ef5448a"/>
    <p:sldId xmlns:r="http://schemas.openxmlformats.org/officeDocument/2006/relationships" id="275" r:id="Rf0e16601adab408a"/>
    <p:sldId xmlns:r="http://schemas.openxmlformats.org/officeDocument/2006/relationships" id="276" r:id="R75d486ae084c41b2"/>
    <p:sldId xmlns:r="http://schemas.openxmlformats.org/officeDocument/2006/relationships" id="277" r:id="R974dd27797454564"/>
    <p:sldId xmlns:r="http://schemas.openxmlformats.org/officeDocument/2006/relationships" id="278" r:id="R1109bdd0fb984fd5"/>
    <p:sldId xmlns:r="http://schemas.openxmlformats.org/officeDocument/2006/relationships" id="279" r:id="R838ef7af98e741dd"/>
    <p:sldId xmlns:r="http://schemas.openxmlformats.org/officeDocument/2006/relationships" id="280" r:id="Ra758f3fb4d384ab8"/>
    <p:sldId xmlns:r="http://schemas.openxmlformats.org/officeDocument/2006/relationships" id="281" r:id="Rd3a4ee8f1d0c4d06"/>
    <p:sldId xmlns:r="http://schemas.openxmlformats.org/officeDocument/2006/relationships" id="282" r:id="Raee8f31073894e58"/>
    <p:sldId xmlns:r="http://schemas.openxmlformats.org/officeDocument/2006/relationships" id="283" r:id="R8540400196ab482a"/>
    <p:sldId xmlns:r="http://schemas.openxmlformats.org/officeDocument/2006/relationships" id="284" r:id="R8443ba4dc45f4d10"/>
    <p:sldId xmlns:r="http://schemas.openxmlformats.org/officeDocument/2006/relationships" id="285" r:id="Rcac6e894d1ea4e4f"/>
    <p:sldId xmlns:r="http://schemas.openxmlformats.org/officeDocument/2006/relationships" id="286" r:id="Rcf7b375ca3d14d5d"/>
    <p:sldId xmlns:r="http://schemas.openxmlformats.org/officeDocument/2006/relationships" id="287" r:id="Rc8c1a74d18704def"/>
    <p:sldId xmlns:r="http://schemas.openxmlformats.org/officeDocument/2006/relationships" id="288" r:id="R60e8303dba3e4340"/>
    <p:sldId xmlns:r="http://schemas.openxmlformats.org/officeDocument/2006/relationships" id="289" r:id="Rfeba8caec9404bc9"/>
    <p:sldId xmlns:r="http://schemas.openxmlformats.org/officeDocument/2006/relationships" id="290" r:id="Rc358d097df44460e"/>
    <p:sldId xmlns:r="http://schemas.openxmlformats.org/officeDocument/2006/relationships" id="291" r:id="Rdc8aa2b907f0494a"/>
    <p:sldId xmlns:r="http://schemas.openxmlformats.org/officeDocument/2006/relationships" id="292" r:id="Rc23d357007af4ff3"/>
    <p:sldId xmlns:r="http://schemas.openxmlformats.org/officeDocument/2006/relationships" id="293" r:id="R2c4bb68d7aa54e14"/>
    <p:sldId xmlns:r="http://schemas.openxmlformats.org/officeDocument/2006/relationships" id="294" r:id="R317a2373fe514fe5"/>
    <p:sldId xmlns:r="http://schemas.openxmlformats.org/officeDocument/2006/relationships" id="295" r:id="R9d41eed7a4f0442d"/>
    <p:sldId xmlns:r="http://schemas.openxmlformats.org/officeDocument/2006/relationships" id="296" r:id="Ra192ab9701d844fe"/>
    <p:sldId xmlns:r="http://schemas.openxmlformats.org/officeDocument/2006/relationships" id="297" r:id="Rdad0403d9e3248f0"/>
    <p:sldId xmlns:r="http://schemas.openxmlformats.org/officeDocument/2006/relationships" id="298" r:id="R44d6e236625c46bb"/>
    <p:sldId xmlns:r="http://schemas.openxmlformats.org/officeDocument/2006/relationships" id="299" r:id="R5b9f56ed6ccd4cc8"/>
    <p:sldId xmlns:r="http://schemas.openxmlformats.org/officeDocument/2006/relationships" id="300" r:id="R36def0df371f477d"/>
    <p:sldId xmlns:r="http://schemas.openxmlformats.org/officeDocument/2006/relationships" id="301" r:id="Rde61bfea634f424b"/>
    <p:sldId xmlns:r="http://schemas.openxmlformats.org/officeDocument/2006/relationships" id="302" r:id="Ra359f237761244cb"/>
    <p:sldId xmlns:r="http://schemas.openxmlformats.org/officeDocument/2006/relationships" id="303" r:id="R925851f0932a4aa9"/>
    <p:sldId xmlns:r="http://schemas.openxmlformats.org/officeDocument/2006/relationships" id="304" r:id="R185a63fc74044a26"/>
    <p:sldId xmlns:r="http://schemas.openxmlformats.org/officeDocument/2006/relationships" id="305" r:id="R05d039ce7b24481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cd02bff641a4360" /><Relationship Type="http://schemas.openxmlformats.org/officeDocument/2006/relationships/slideMaster" Target="/ppt/slideMasters/slideMaster1.xml" Id="R2debba85a2bd4e0f" /><Relationship Type="http://schemas.openxmlformats.org/officeDocument/2006/relationships/notesMaster" Target="/ppt/notesMasters/notesMaster1.xml" Id="R0f47fd74a6bf4d1e" /><Relationship Type="http://schemas.openxmlformats.org/officeDocument/2006/relationships/presProps" Target="/ppt/presProps.xml" Id="R8658cd21ba63483f" /><Relationship Type="http://schemas.openxmlformats.org/officeDocument/2006/relationships/tableStyles" Target="/ppt/tableStyles.xml" Id="Ra2ff192f9be74e04" /><Relationship Type="http://schemas.openxmlformats.org/officeDocument/2006/relationships/slide" Target="/ppt/slides/slide1.xml" Id="R5bb0daf195514804" /><Relationship Type="http://schemas.openxmlformats.org/officeDocument/2006/relationships/slide" Target="/ppt/slides/slide2.xml" Id="Rf19c446d4ffe4894" /><Relationship Type="http://schemas.openxmlformats.org/officeDocument/2006/relationships/slide" Target="/ppt/slides/slide3.xml" Id="R08775aa5baf34dfe" /><Relationship Type="http://schemas.openxmlformats.org/officeDocument/2006/relationships/slide" Target="/ppt/slides/slide4.xml" Id="R4aa0594f7dd845e1" /><Relationship Type="http://schemas.openxmlformats.org/officeDocument/2006/relationships/slide" Target="/ppt/slides/slide5.xml" Id="Rdec710e7e56c4bc7" /><Relationship Type="http://schemas.openxmlformats.org/officeDocument/2006/relationships/slide" Target="/ppt/slides/slide6.xml" Id="R5dd5f20bc54d4d4a" /><Relationship Type="http://schemas.openxmlformats.org/officeDocument/2006/relationships/slide" Target="/ppt/slides/slide7.xml" Id="Radb8de0849184626" /><Relationship Type="http://schemas.openxmlformats.org/officeDocument/2006/relationships/slide" Target="/ppt/slides/slide8.xml" Id="R9e9c90399c86423e" /><Relationship Type="http://schemas.openxmlformats.org/officeDocument/2006/relationships/slide" Target="/ppt/slides/slide9.xml" Id="R9e3fc6647a514a70" /><Relationship Type="http://schemas.openxmlformats.org/officeDocument/2006/relationships/slide" Target="/ppt/slides/slide10.xml" Id="R04418615cf5d4c09" /><Relationship Type="http://schemas.openxmlformats.org/officeDocument/2006/relationships/slide" Target="/ppt/slides/slide11.xml" Id="R4be55ae831f142c7" /><Relationship Type="http://schemas.openxmlformats.org/officeDocument/2006/relationships/slide" Target="/ppt/slides/slide12.xml" Id="Re58b9a8753e443d7" /><Relationship Type="http://schemas.openxmlformats.org/officeDocument/2006/relationships/slide" Target="/ppt/slides/slide13.xml" Id="Rc6e1f74d4a984759" /><Relationship Type="http://schemas.openxmlformats.org/officeDocument/2006/relationships/slide" Target="/ppt/slides/slide14.xml" Id="Re521869a0be147dd" /><Relationship Type="http://schemas.openxmlformats.org/officeDocument/2006/relationships/slide" Target="/ppt/slides/slide15.xml" Id="R20483009c8394554" /><Relationship Type="http://schemas.openxmlformats.org/officeDocument/2006/relationships/slide" Target="/ppt/slides/slide16.xml" Id="R1200c8f1e5984001" /><Relationship Type="http://schemas.openxmlformats.org/officeDocument/2006/relationships/slide" Target="/ppt/slides/slide17.xml" Id="R22b11ef35fee4684" /><Relationship Type="http://schemas.openxmlformats.org/officeDocument/2006/relationships/slide" Target="/ppt/slides/slide18.xml" Id="R87f46ddfb0784000" /><Relationship Type="http://schemas.openxmlformats.org/officeDocument/2006/relationships/slide" Target="/ppt/slides/slide19.xml" Id="Rbe24626d7ef5448a" /><Relationship Type="http://schemas.openxmlformats.org/officeDocument/2006/relationships/slide" Target="/ppt/slides/slide20.xml" Id="Rf0e16601adab408a" /><Relationship Type="http://schemas.openxmlformats.org/officeDocument/2006/relationships/slide" Target="/ppt/slides/slide21.xml" Id="R75d486ae084c41b2" /><Relationship Type="http://schemas.openxmlformats.org/officeDocument/2006/relationships/slide" Target="/ppt/slides/slide22.xml" Id="R974dd27797454564" /><Relationship Type="http://schemas.openxmlformats.org/officeDocument/2006/relationships/slide" Target="/ppt/slides/slide23.xml" Id="R1109bdd0fb984fd5" /><Relationship Type="http://schemas.openxmlformats.org/officeDocument/2006/relationships/slide" Target="/ppt/slides/slide24.xml" Id="R838ef7af98e741dd" /><Relationship Type="http://schemas.openxmlformats.org/officeDocument/2006/relationships/slide" Target="/ppt/slides/slide25.xml" Id="Ra758f3fb4d384ab8" /><Relationship Type="http://schemas.openxmlformats.org/officeDocument/2006/relationships/slide" Target="/ppt/slides/slide26.xml" Id="Rd3a4ee8f1d0c4d06" /><Relationship Type="http://schemas.openxmlformats.org/officeDocument/2006/relationships/slide" Target="/ppt/slides/slide27.xml" Id="Raee8f31073894e58" /><Relationship Type="http://schemas.openxmlformats.org/officeDocument/2006/relationships/slide" Target="/ppt/slides/slide28.xml" Id="R8540400196ab482a" /><Relationship Type="http://schemas.openxmlformats.org/officeDocument/2006/relationships/slide" Target="/ppt/slides/slide29.xml" Id="R8443ba4dc45f4d10" /><Relationship Type="http://schemas.openxmlformats.org/officeDocument/2006/relationships/slide" Target="/ppt/slides/slide30.xml" Id="Rcac6e894d1ea4e4f" /><Relationship Type="http://schemas.openxmlformats.org/officeDocument/2006/relationships/slide" Target="/ppt/slides/slide31.xml" Id="Rcf7b375ca3d14d5d" /><Relationship Type="http://schemas.openxmlformats.org/officeDocument/2006/relationships/slide" Target="/ppt/slides/slide32.xml" Id="Rc8c1a74d18704def" /><Relationship Type="http://schemas.openxmlformats.org/officeDocument/2006/relationships/slide" Target="/ppt/slides/slide33.xml" Id="R60e8303dba3e4340" /><Relationship Type="http://schemas.openxmlformats.org/officeDocument/2006/relationships/slide" Target="/ppt/slides/slide34.xml" Id="Rfeba8caec9404bc9" /><Relationship Type="http://schemas.openxmlformats.org/officeDocument/2006/relationships/slide" Target="/ppt/slides/slide35.xml" Id="Rc358d097df44460e" /><Relationship Type="http://schemas.openxmlformats.org/officeDocument/2006/relationships/slide" Target="/ppt/slides/slide36.xml" Id="Rdc8aa2b907f0494a" /><Relationship Type="http://schemas.openxmlformats.org/officeDocument/2006/relationships/slide" Target="/ppt/slides/slide37.xml" Id="Rc23d357007af4ff3" /><Relationship Type="http://schemas.openxmlformats.org/officeDocument/2006/relationships/slide" Target="/ppt/slides/slide38.xml" Id="R2c4bb68d7aa54e14" /><Relationship Type="http://schemas.openxmlformats.org/officeDocument/2006/relationships/slide" Target="/ppt/slides/slide39.xml" Id="R317a2373fe514fe5" /><Relationship Type="http://schemas.openxmlformats.org/officeDocument/2006/relationships/slide" Target="/ppt/slides/slide40.xml" Id="R9d41eed7a4f0442d" /><Relationship Type="http://schemas.openxmlformats.org/officeDocument/2006/relationships/slide" Target="/ppt/slides/slide41.xml" Id="Ra192ab9701d844fe" /><Relationship Type="http://schemas.openxmlformats.org/officeDocument/2006/relationships/slide" Target="/ppt/slides/slide42.xml" Id="Rdad0403d9e3248f0" /><Relationship Type="http://schemas.openxmlformats.org/officeDocument/2006/relationships/slide" Target="/ppt/slides/slide43.xml" Id="R44d6e236625c46bb" /><Relationship Type="http://schemas.openxmlformats.org/officeDocument/2006/relationships/slide" Target="/ppt/slides/slide44.xml" Id="R5b9f56ed6ccd4cc8" /><Relationship Type="http://schemas.openxmlformats.org/officeDocument/2006/relationships/slide" Target="/ppt/slides/slide45.xml" Id="R36def0df371f477d" /><Relationship Type="http://schemas.openxmlformats.org/officeDocument/2006/relationships/slide" Target="/ppt/slides/slide46.xml" Id="Rde61bfea634f424b" /><Relationship Type="http://schemas.openxmlformats.org/officeDocument/2006/relationships/slide" Target="/ppt/slides/slide47.xml" Id="Ra359f237761244cb" /><Relationship Type="http://schemas.openxmlformats.org/officeDocument/2006/relationships/slide" Target="/ppt/slides/slide48.xml" Id="R925851f0932a4aa9" /><Relationship Type="http://schemas.openxmlformats.org/officeDocument/2006/relationships/slide" Target="/ppt/slides/slide49.xml" Id="R185a63fc74044a26" /><Relationship Type="http://schemas.openxmlformats.org/officeDocument/2006/relationships/slide" Target="/ppt/slides/slide50.xml" Id="R05d039ce7b24481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f8bb0b2c6b4e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d84a5b54f54140" /><Relationship Type="http://schemas.openxmlformats.org/officeDocument/2006/relationships/notesMaster" Target="/ppt/notesMasters/notesMaster1.xml" Id="R8f024deb661041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82e6a5baa84760" /><Relationship Type="http://schemas.openxmlformats.org/officeDocument/2006/relationships/notesMaster" Target="/ppt/notesMasters/notesMaster1.xml" Id="R4f5722c3c34840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82e8f29032477c" /><Relationship Type="http://schemas.openxmlformats.org/officeDocument/2006/relationships/notesMaster" Target="/ppt/notesMasters/notesMaster1.xml" Id="Rc63e7eb987434e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28619f15034cec" /><Relationship Type="http://schemas.openxmlformats.org/officeDocument/2006/relationships/notesMaster" Target="/ppt/notesMasters/notesMaster1.xml" Id="R9850c819fec343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7b64de1c05473f" /><Relationship Type="http://schemas.openxmlformats.org/officeDocument/2006/relationships/notesMaster" Target="/ppt/notesMasters/notesMaster1.xml" Id="R5d51ab40d9524d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63b363c10a4d71" /><Relationship Type="http://schemas.openxmlformats.org/officeDocument/2006/relationships/notesMaster" Target="/ppt/notesMasters/notesMaster1.xml" Id="R0b715fb2f7a94a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b4311cc43ed4955" /><Relationship Type="http://schemas.openxmlformats.org/officeDocument/2006/relationships/notesMaster" Target="/ppt/notesMasters/notesMaster1.xml" Id="Rc672d8463c034b8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99ce8f4348142d2" /><Relationship Type="http://schemas.openxmlformats.org/officeDocument/2006/relationships/notesMaster" Target="/ppt/notesMasters/notesMaster1.xml" Id="R2d069a11d4334c0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345ef46dddc42bc" /><Relationship Type="http://schemas.openxmlformats.org/officeDocument/2006/relationships/notesMaster" Target="/ppt/notesMasters/notesMaster1.xml" Id="R61ccd0864447416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8bc159fd2e3483c" /><Relationship Type="http://schemas.openxmlformats.org/officeDocument/2006/relationships/notesMaster" Target="/ppt/notesMasters/notesMaster1.xml" Id="R5717ab37d6f6412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7f4048746a64256" /><Relationship Type="http://schemas.openxmlformats.org/officeDocument/2006/relationships/notesMaster" Target="/ppt/notesMasters/notesMaster1.xml" Id="Rd72345c28458428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95facbc67c246be" /><Relationship Type="http://schemas.openxmlformats.org/officeDocument/2006/relationships/notesMaster" Target="/ppt/notesMasters/notesMaster1.xml" Id="Rdb0af1f9906047d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e961e630dba4783" /><Relationship Type="http://schemas.openxmlformats.org/officeDocument/2006/relationships/notesMaster" Target="/ppt/notesMasters/notesMaster1.xml" Id="R9e227e4e00fc48e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d2c1a9861af49eb" /><Relationship Type="http://schemas.openxmlformats.org/officeDocument/2006/relationships/notesMaster" Target="/ppt/notesMasters/notesMaster1.xml" Id="R2283c5f036f8450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7d7c334113d47c4" /><Relationship Type="http://schemas.openxmlformats.org/officeDocument/2006/relationships/notesMaster" Target="/ppt/notesMasters/notesMaster1.xml" Id="Ra0b1421e0283471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27e08505d7e4342" /><Relationship Type="http://schemas.openxmlformats.org/officeDocument/2006/relationships/notesMaster" Target="/ppt/notesMasters/notesMaster1.xml" Id="Rb573bac2d8df4a0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90687f420b94630" /><Relationship Type="http://schemas.openxmlformats.org/officeDocument/2006/relationships/notesMaster" Target="/ppt/notesMasters/notesMaster1.xml" Id="R14ea90eeea2e4aa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e5b0587a3084ea8" /><Relationship Type="http://schemas.openxmlformats.org/officeDocument/2006/relationships/notesMaster" Target="/ppt/notesMasters/notesMaster1.xml" Id="Rf06cc99683364b4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10bde3ed9bd4c05" /><Relationship Type="http://schemas.openxmlformats.org/officeDocument/2006/relationships/notesMaster" Target="/ppt/notesMasters/notesMaster1.xml" Id="Ra5521f9b8b494fb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fc2c02172754a81" /><Relationship Type="http://schemas.openxmlformats.org/officeDocument/2006/relationships/notesMaster" Target="/ppt/notesMasters/notesMaster1.xml" Id="R3b75cae97e204c4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d92fb5fccf24e8d" /><Relationship Type="http://schemas.openxmlformats.org/officeDocument/2006/relationships/notesMaster" Target="/ppt/notesMasters/notesMaster1.xml" Id="Rd333467b55404da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45bb6b5cd5e4c90" /><Relationship Type="http://schemas.openxmlformats.org/officeDocument/2006/relationships/notesMaster" Target="/ppt/notesMasters/notesMaster1.xml" Id="Rf63a7af109874f9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17d6e6045884f3f" /><Relationship Type="http://schemas.openxmlformats.org/officeDocument/2006/relationships/notesMaster" Target="/ppt/notesMasters/notesMaster1.xml" Id="R832781018ab74b3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2e5a21e00124e1d" /><Relationship Type="http://schemas.openxmlformats.org/officeDocument/2006/relationships/notesMaster" Target="/ppt/notesMasters/notesMaster1.xml" Id="R5e13c7cc0b7241b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55c6880d52549a5" /><Relationship Type="http://schemas.openxmlformats.org/officeDocument/2006/relationships/notesMaster" Target="/ppt/notesMasters/notesMaster1.xml" Id="Rf5cff1df59084a0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a5c1b0dd8644352" /><Relationship Type="http://schemas.openxmlformats.org/officeDocument/2006/relationships/notesMaster" Target="/ppt/notesMasters/notesMaster1.xml" Id="R18125e826259455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e460b091d284f38" /><Relationship Type="http://schemas.openxmlformats.org/officeDocument/2006/relationships/notesMaster" Target="/ppt/notesMasters/notesMaster1.xml" Id="R3c6da28292294ef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25cf91d13c9483c" /><Relationship Type="http://schemas.openxmlformats.org/officeDocument/2006/relationships/notesMaster" Target="/ppt/notesMasters/notesMaster1.xml" Id="R16666fa8f4404aa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1530b104175460d" /><Relationship Type="http://schemas.openxmlformats.org/officeDocument/2006/relationships/notesMaster" Target="/ppt/notesMasters/notesMaster1.xml" Id="R1ebc50d4099a414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43239d584944e2e" /><Relationship Type="http://schemas.openxmlformats.org/officeDocument/2006/relationships/notesMaster" Target="/ppt/notesMasters/notesMaster1.xml" Id="R59a6095157d544c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a834bdd6e494aef" /><Relationship Type="http://schemas.openxmlformats.org/officeDocument/2006/relationships/notesMaster" Target="/ppt/notesMasters/notesMaster1.xml" Id="Rc298c4f709ec4d4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63cb727c61a4747" /><Relationship Type="http://schemas.openxmlformats.org/officeDocument/2006/relationships/notesMaster" Target="/ppt/notesMasters/notesMaster1.xml" Id="R6b3a9025b7b441e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a34a48553596439d" /><Relationship Type="http://schemas.openxmlformats.org/officeDocument/2006/relationships/notesMaster" Target="/ppt/notesMasters/notesMaster1.xml" Id="R9c5b6a259a39438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fd297979eb14758" /><Relationship Type="http://schemas.openxmlformats.org/officeDocument/2006/relationships/notesMaster" Target="/ppt/notesMasters/notesMaster1.xml" Id="R098cdc376b88449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5d6236397a148bc" /><Relationship Type="http://schemas.openxmlformats.org/officeDocument/2006/relationships/notesMaster" Target="/ppt/notesMasters/notesMaster1.xml" Id="R0cf1a6d9294d4ca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67e6e5d05cf4612" /><Relationship Type="http://schemas.openxmlformats.org/officeDocument/2006/relationships/notesMaster" Target="/ppt/notesMasters/notesMaster1.xml" Id="R20673a262db0448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6cf5a155b19411f" /><Relationship Type="http://schemas.openxmlformats.org/officeDocument/2006/relationships/notesMaster" Target="/ppt/notesMasters/notesMaster1.xml" Id="R10806724b26945c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566a5fdc44f4417" /><Relationship Type="http://schemas.openxmlformats.org/officeDocument/2006/relationships/notesMaster" Target="/ppt/notesMasters/notesMaster1.xml" Id="R71710eb86e26491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05acde5203d414e" /><Relationship Type="http://schemas.openxmlformats.org/officeDocument/2006/relationships/notesMaster" Target="/ppt/notesMasters/notesMaster1.xml" Id="R93470d9bec844cf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2b6d13d9c3244a97" /><Relationship Type="http://schemas.openxmlformats.org/officeDocument/2006/relationships/notesMaster" Target="/ppt/notesMasters/notesMaster1.xml" Id="Rabf6a3232e954a6c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f2b8399cd4014908" /><Relationship Type="http://schemas.openxmlformats.org/officeDocument/2006/relationships/notesMaster" Target="/ppt/notesMasters/notesMaster1.xml" Id="R6971f4f2575d471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37c9465349a4ef2" /><Relationship Type="http://schemas.openxmlformats.org/officeDocument/2006/relationships/notesMaster" Target="/ppt/notesMasters/notesMaster1.xml" Id="R43979bf7d1e44339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0dfdafb9fac4f22" /><Relationship Type="http://schemas.openxmlformats.org/officeDocument/2006/relationships/notesMaster" Target="/ppt/notesMasters/notesMaster1.xml" Id="Rc3f28840102c43b5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da8e6b49179e4cf3" /><Relationship Type="http://schemas.openxmlformats.org/officeDocument/2006/relationships/notesMaster" Target="/ppt/notesMasters/notesMaster1.xml" Id="R5f425146292a4bc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7b689188ac3544f0" /><Relationship Type="http://schemas.openxmlformats.org/officeDocument/2006/relationships/notesMaster" Target="/ppt/notesMasters/notesMaster1.xml" Id="R381fad7c7bc847ed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82c2d42ace064f23" /><Relationship Type="http://schemas.openxmlformats.org/officeDocument/2006/relationships/notesMaster" Target="/ppt/notesMasters/notesMaster1.xml" Id="R00e6de5d4c95496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d75b168c5b54c6c" /><Relationship Type="http://schemas.openxmlformats.org/officeDocument/2006/relationships/notesMaster" Target="/ppt/notesMasters/notesMaster1.xml" Id="Ra021454d18e64e24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433bc06d3aca464d" /><Relationship Type="http://schemas.openxmlformats.org/officeDocument/2006/relationships/notesMaster" Target="/ppt/notesMasters/notesMaster1.xml" Id="Re50f5c6ff5a442e8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4eaa07f5097b4460" /><Relationship Type="http://schemas.openxmlformats.org/officeDocument/2006/relationships/notesMaster" Target="/ppt/notesMasters/notesMaster1.xml" Id="Rbdb786d9b9d54078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f2f27f76b98541fc" /><Relationship Type="http://schemas.openxmlformats.org/officeDocument/2006/relationships/notesMaster" Target="/ppt/notesMasters/notesMaster1.xml" Id="R8106a73f59de4f6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提醒每一段都沿用上午作品與同一個教學／研究痛點與問題。參與者不需要重新發想題目。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先讀取與分析通常風險較低；公開、刪除與替人做決策需要明確授權。請參與者把『需要我確認後才做』寫入任務限制。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阿凱老師的『人生交往學』選型心法（下午場核心概論）：</a:t>
            </a:r>
          </a:p>
          <a:p xmlns:a="http://schemas.openxmlformats.org/drawingml/2006/main">
            <a:r>
              <a:t>1. Gemini Antigravity 就像熱血年輕弟弟，Flash 3.6 到 3.7 速度快了人家 20 倍以上，給指令秒回且衝勁十足，但缺點是一頭熱無法持久，適合衝刺型任務。</a:t>
            </a:r>
          </a:p>
          <a:p xmlns:a="http://schemas.openxmlformats.org/drawingml/2006/main">
            <a:r>
              <a:t>2. Claude 就像成熟穩重的伴侶進入婚姻生活，極度沉穩、代碼輸出讓人完全放心不用擔心出錯，但沒有突發驚喜，Token 燒完就得等下週重置。</a:t>
            </a:r>
          </a:p>
          <a:p xmlns:a="http://schemas.openxmlformats.org/drawingml/2006/main">
            <a:r>
              <a:t>3. Codex 介於兩者之間且變化性最大，個性可切換 1.5 倍速，最讓人喜歡的是常有機會被重置、獲得 100% 回檔驚喜讓你繼續接關！</a:t>
            </a:r>
          </a:p>
          <a:p xmlns:a="http://schemas.openxmlformats.org/drawingml/2006/main">
            <a:r>
              <a:t>選 Agent 不是看名氣，而是依當下的任務緊急度、複雜度與回檔需求挑選合適的夥伴。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https://www.anthropic.com/news/claude-sonnet-5</a:t>
            </a:r>
          </a:p>
          <a:p xmlns:a="http://schemas.openxmlformats.org/drawingml/2006/main">
            <a:r>
              <a:t>- https://www.anthropic.com/news/claude-opus-4-8</a:t>
            </a:r>
          </a:p>
          <a:p xmlns:a="http://schemas.openxmlformats.org/drawingml/2006/main">
            <a:r>
              <a:t>- https://www.anthropic.com/news/claude-fable-5-mythos-5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https://ai.google.dev/gemini-api/docs/models/gemini-3.6-flash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轉場：下午用同一個任務進入 Codex，比較工作方式與成果證據，而不是比較誰的回答比較像人。桌面版 ChatGPT Voice 可在 Work／Codex 中直接口述、插話與追問進度；模型與方案會變動，本次仍以 GPT-5.6 Luna＋Max 作為講師的成本效益示範取向。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可以處理檔案與專案工作，桌面版也能用 Voice 口述任務；使用者仍需界定範圍、麥克風與工作區權限。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若不希望修改原檔，先複製到練習資料夾或明確要求只讀分析。可用 GPT-5.6 Luna 並開啟 Max 強度作為成本效益示範；操作完用一句話回答：哪個工具的工作回報最容易查證？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強調 Skill 是輕量、開放的 Agent 能力擴充格式，並以按需載入減少上下文飽和與工具膨脹。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https://cagoooo.github.io/ncu-ai-agent-workshop-20260826/04_%E5%AF%A6%E4%BD%9C%E5%B7%A5%E5%85%B7/%E6%8F%90%E7%A4%BA%E8%A9%9E%E5%BF%AB%E6%8D%B7%E9%9D%A2%E6%9D%BF_%E7%A0%94%E7%BF%92%E7%94%A8.html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這一段把 Agent 放回人的感受來談。講者覺得 Agent 讓自己完成很多以前想不到能做到的事，能力變得非常強大，就像擁有超能力一樣；在 Agent 時代，常會產生「沒有你做不到的事，只有你想不到的事」的感覺。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這不是要把 Agent 神化，而是說明能力被放大後，個人可以同時處理研究、教學、設計、程式、部署與驗證等過去需要多人分工的工作。也因此，社會上越來越常談一人公司、一人獨角獸公司；本頁將它當成工作型態的觀察與想像，不把它當作人人都必須追求的目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以前沒有 AI 的時候，我們會覺得做到這裡就好；但有了 AI Agent 之後，我們像發現了新大陸，因為原來這些事自己都能做到，會分泌大量的多巴胺與腦內啡，產生強烈的成就感與興奮感。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也是為什麼講者會感覺一人公司、一人獨角獸公司越來越多：不是每個人真的都要獨自承擔一切，而是工具讓一個人可以召集多種能力、把想法推進成作品。反思點是：新能力帶來的興奮感很珍貴，但不能讓每一個新大陸都變成自己必須開發的疆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很多人會發現，Agent 到來後反而更累、更忙。以前自己完成一件事就結束了；現在有 AI 和 Agent 幫忙，只要 1/10 甚至 1/20 的時間就能做完，效率提升至少 20 倍，省下來的時間卻讓人開始想：還能做哪些優化與改良？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因為效率越來越高，人就想做更多，給自己排了更多任務，反而越不得休息。這一頁不是否定效率，而是請教授們辨識「能做」與「值得做」的差異：如果每次省下時間都換成更多工作，生產力就不會自動帶來更好的生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我們好像有點反過來被 Agent 駕馭了——明明說是 harness（駕馭）Agent，結果卻變成它讓我們攬了更多事情在身上。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請把這張當成下午的控制權檢查：Agent 可以長時間不中斷地執行，也可以比我們更快、更完整地處理某些工作；但它不應該替我們決定人生要塞多少任務。每一次委派前都可以多問一句：這件事真的值得被完成嗎？完成之後，我想把時間用在哪裡？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在這個時代，你不用是主管；即使只是基層員工或基層教師，有了 Agent 就好像成為很厲害的主管，可以吩咐它做事、分派任務給它。它做不好時，你甚至可以要求它重做或修正。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最特別的是，AI 常帶來很強的正面情緒價值。使用者會感覺它像一個不會離職、不會抱怨、隨時提供陪伴感與鼓勵的屬下，讓自己覺得能做成好多事。講者原話是「AI 永遠會給你正面的情緒價值」；本頁保留這個體感，同時提醒這不是對所有模型、所有情境的保證，也不能取代真實的人際關係與專業責任。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這份陪伴感可以成為行動的支撐，但最後的價值判斷、倫理責任與關係經營仍要由人承擔。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所以我們需要反思初衷：省下來的這些時間，我們到底該拿來做什麼？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現在我們解放了雙手，只要透過說話或打字指派任務，AI Agent 就能長時間不中斷地把事情做好，甚至做得比我們還好。多出來的時間，我們是不是應該好好拿來做人生中真正重要的事？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可以是：</a:t>
            </a:r>
          </a:p>
          <a:p xmlns:a="http://schemas.openxmlformats.org/drawingml/2006/main">
            <a:r>
              <a:t>• 培養自己的興趣與未來志向，探索以前在工作或教學中沒時間嘗試的路。</a:t>
            </a:r>
          </a:p>
          <a:p xmlns:a="http://schemas.openxmlformats.org/drawingml/2006/main">
            <a:r>
              <a:t>• 陪伴孩子與家人，建立更好的家庭關係，參與孩子的成長過程。</a:t>
            </a:r>
          </a:p>
          <a:p xmlns:a="http://schemas.openxmlformats.org/drawingml/2006/main">
            <a:r>
              <a:t>• 促進與同儕、同事之間的人際互動，好好聊聊天、深入溝通，找回人生更重要的意義。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未來 AI Agent 一定會越來越強，強到我們只要動動嘴巴，它就能一路執行到最好。但剩下的這些時間，更應該好好規劃在人際關係、家人陪伴，以及個人的職涯發展與興趣上。這就是素養教育的所在：不只會用工具，而是能把工具帶來的自由內化成更好的生活選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https://claude.ai/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../04_實作工具/提示詞快捷面板_研習用.html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a5c1cc0ccd44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81b9d934344658" /><Relationship Type="http://schemas.openxmlformats.org/officeDocument/2006/relationships/slideLayout" Target="/ppt/slideLayouts/slideLayout1.xml" Id="Rec7bbbea789f4c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7bbbea789f4c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cf91d5e005423e" /><Relationship Type="http://schemas.openxmlformats.org/officeDocument/2006/relationships/image" Target="/ppt/media/image.png" Id="Rbd966c895e8b4a70" /><Relationship Type="http://schemas.openxmlformats.org/officeDocument/2006/relationships/notesSlide" Target="/ppt/notesSlides/notesSlide1.xml" Id="Rf8b59d1fa40f4e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6c05b7d2ce4f66" /><Relationship Type="http://schemas.openxmlformats.org/officeDocument/2006/relationships/notesSlide" Target="/ppt/notesSlides/notesSlide2.xml" Id="Re2962640e46b47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1c9cbb59f48b1" /><Relationship Type="http://schemas.openxmlformats.org/officeDocument/2006/relationships/notesSlide" Target="/ppt/notesSlides/notesSlide3.xml" Id="R049a8de44d3241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066b9de0ea4462" /><Relationship Type="http://schemas.openxmlformats.org/officeDocument/2006/relationships/notesSlide" Target="/ppt/notesSlides/notesSlide4.xml" Id="Rad0656ec244646c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09c82bfb9140bf" /><Relationship Type="http://schemas.openxmlformats.org/officeDocument/2006/relationships/notesSlide" Target="/ppt/notesSlides/notesSlide5.xml" Id="Rf44b0766cc7e470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d53778e074baf" /><Relationship Type="http://schemas.openxmlformats.org/officeDocument/2006/relationships/notesSlide" Target="/ppt/notesSlides/notesSlide6.xml" Id="R03d3b784992244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178af959054921" /><Relationship Type="http://schemas.openxmlformats.org/officeDocument/2006/relationships/hyperlink" Target="https://antigravity.google/" TargetMode="External" Id="R9ac6d2c27b4f4482" /><Relationship Type="http://schemas.openxmlformats.org/officeDocument/2006/relationships/hyperlink" Target="https://chatgpt.com/codex/" TargetMode="External" Id="R28a17ea3fc634014" /><Relationship Type="http://schemas.openxmlformats.org/officeDocument/2006/relationships/hyperlink" Target="https://claude.ai/" TargetMode="External" Id="R96ccfcef5bec4a7d" /><Relationship Type="http://schemas.openxmlformats.org/officeDocument/2006/relationships/image" Target="/ppt/media/image2.png" Id="R97313e0db66d4f8b" /><Relationship Type="http://schemas.openxmlformats.org/officeDocument/2006/relationships/image" Target="/ppt/media/image3.png" Id="Re8e28870e6434236" /><Relationship Type="http://schemas.openxmlformats.org/officeDocument/2006/relationships/image" Target="/ppt/media/image4.png" Id="R3004732c5f314e02" /><Relationship Type="http://schemas.openxmlformats.org/officeDocument/2006/relationships/notesSlide" Target="/ppt/notesSlides/notesSlide7.xml" Id="R6b5b440e0fe047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43008aa6464174" /><Relationship Type="http://schemas.openxmlformats.org/officeDocument/2006/relationships/notesSlide" Target="/ppt/notesSlides/notesSlide8.xml" Id="R0eee6854da3a4c2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13e22ac1e142c3" /><Relationship Type="http://schemas.openxmlformats.org/officeDocument/2006/relationships/hyperlink" Target="https://cagoooo.github.io/Akai/tool/73/" TargetMode="External" Id="R6c1380b79bef42ed" /><Relationship Type="http://schemas.openxmlformats.org/officeDocument/2006/relationships/image" Target="/ppt/media/image5.png" Id="Rb14c8305b74e4cf3" /><Relationship Type="http://schemas.openxmlformats.org/officeDocument/2006/relationships/hyperlink" Target="https://cagoooo.github.io/filter/" TargetMode="External" Id="R1bc5c9c9fc7845e7" /><Relationship Type="http://schemas.openxmlformats.org/officeDocument/2006/relationships/image" Target="/ppt/media/image6.png" Id="R0d764941ee484b36" /><Relationship Type="http://schemas.openxmlformats.org/officeDocument/2006/relationships/hyperlink" Target="https://cagoooo.github.io/Akai/tool/87/" TargetMode="External" Id="Rc14c1f9719e249a8" /><Relationship Type="http://schemas.openxmlformats.org/officeDocument/2006/relationships/image" Target="/ppt/media/image7.png" Id="Re360ad15faaf4476" /><Relationship Type="http://schemas.openxmlformats.org/officeDocument/2006/relationships/hyperlink" Target="https://cagoooo.github.io/pirls-questioncraft/" TargetMode="External" Id="R8eca50c3c3f444a4" /><Relationship Type="http://schemas.openxmlformats.org/officeDocument/2006/relationships/image" Target="/ppt/media/image8.png" Id="R6f9af15f6d2e465d" /><Relationship Type="http://schemas.openxmlformats.org/officeDocument/2006/relationships/hyperlink" Target="https://cagoooo.github.io/Akai/tool/103/" TargetMode="External" Id="R47aae300dea948e8" /><Relationship Type="http://schemas.openxmlformats.org/officeDocument/2006/relationships/image" Target="/ppt/media/image9.png" Id="Rd08312127ed84aa1" /><Relationship Type="http://schemas.openxmlformats.org/officeDocument/2006/relationships/hyperlink" Target="https://cagoooo.github.io/PlayRight/" TargetMode="External" Id="R0495f93bdc094571" /><Relationship Type="http://schemas.openxmlformats.org/officeDocument/2006/relationships/image" Target="/ppt/media/image10.png" Id="R133a9902c625480e" /><Relationship Type="http://schemas.openxmlformats.org/officeDocument/2006/relationships/notesSlide" Target="/ppt/notesSlides/notesSlide9.xml" Id="R1ba89c7599d54c5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049a936c24138" /><Relationship Type="http://schemas.openxmlformats.org/officeDocument/2006/relationships/hyperlink" Target="https://cagoooo.github.io/Akai/tool/105/" TargetMode="External" Id="R2868d576ba4b4138" /><Relationship Type="http://schemas.openxmlformats.org/officeDocument/2006/relationships/image" Target="/ppt/media/image11.png" Id="Rbc173b8822ef4252" /><Relationship Type="http://schemas.openxmlformats.org/officeDocument/2006/relationships/hyperlink" Target="https://cagoooo.github.io/taic-edu/" TargetMode="External" Id="R80bcc79b2ce64cfe" /><Relationship Type="http://schemas.openxmlformats.org/officeDocument/2006/relationships/image" Target="/ppt/media/image12.png" Id="Rdcc001a163d94b7c" /><Relationship Type="http://schemas.openxmlformats.org/officeDocument/2006/relationships/hyperlink" Target="https://cagoooo.github.io/Akai/tool/123/" TargetMode="External" Id="Rface16cc1ef74035" /><Relationship Type="http://schemas.openxmlformats.org/officeDocument/2006/relationships/image" Target="/ppt/media/image13.png" Id="Rbfca939eb6944158" /><Relationship Type="http://schemas.openxmlformats.org/officeDocument/2006/relationships/hyperlink" Target="https://cagoooo.github.io/smes-web-migration/" TargetMode="External" Id="Rad201bfe7b9e4a9d" /><Relationship Type="http://schemas.openxmlformats.org/officeDocument/2006/relationships/image" Target="/ppt/media/image14.png" Id="R99c0ed7e4fc443dd" /><Relationship Type="http://schemas.openxmlformats.org/officeDocument/2006/relationships/hyperlink" Target="https://cagoooo.github.io/Akai/tool/88/" TargetMode="External" Id="R116801e5ab5a472b" /><Relationship Type="http://schemas.openxmlformats.org/officeDocument/2006/relationships/image" Target="/ppt/media/image15.png" Id="R28ce8ba36ec14cb9" /><Relationship Type="http://schemas.openxmlformats.org/officeDocument/2006/relationships/hyperlink" Target="https://cagoooo.github.io/JHScurriculum/" TargetMode="External" Id="R0d2e854ae41c4ba3" /><Relationship Type="http://schemas.openxmlformats.org/officeDocument/2006/relationships/image" Target="/ppt/media/image16.png" Id="Rc9fd73f685064dce" /><Relationship Type="http://schemas.openxmlformats.org/officeDocument/2006/relationships/notesSlide" Target="/ppt/notesSlides/notesSlide10.xml" Id="Rce98cd1adfb543c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31be0b8614a91" /><Relationship Type="http://schemas.openxmlformats.org/officeDocument/2006/relationships/hyperlink" Target="https://antigravity.google/" TargetMode="External" Id="Rfd2ab203e4204ea7" /><Relationship Type="http://schemas.openxmlformats.org/officeDocument/2006/relationships/image" Target="/ppt/media/image17.png" Id="Rc50d70ddbcfd40c6" /><Relationship Type="http://schemas.openxmlformats.org/officeDocument/2006/relationships/notesSlide" Target="/ppt/notesSlides/notesSlide11.xml" Id="R8a8a16d03adf4d4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a9950f2bc24f0c" /><Relationship Type="http://schemas.openxmlformats.org/officeDocument/2006/relationships/hyperlink" Target="https://antigravity.google/" TargetMode="External" Id="Rc4f6646b96204b37" /><Relationship Type="http://schemas.openxmlformats.org/officeDocument/2006/relationships/image" Target="/ppt/media/image18.png" Id="Rc803c8b27b744142" /><Relationship Type="http://schemas.openxmlformats.org/officeDocument/2006/relationships/notesSlide" Target="/ppt/notesSlides/notesSlide12.xml" Id="Re359cceb605b4e4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271fd0a0954acd" /><Relationship Type="http://schemas.openxmlformats.org/officeDocument/2006/relationships/hyperlink" Target="https://antigravity.google/" TargetMode="External" Id="R37e90c62a88c4d4a" /><Relationship Type="http://schemas.openxmlformats.org/officeDocument/2006/relationships/image" Target="/ppt/media/image19.png" Id="Ra3680561dd6e4dee" /><Relationship Type="http://schemas.openxmlformats.org/officeDocument/2006/relationships/notesSlide" Target="/ppt/notesSlides/notesSlide13.xml" Id="R8c871b30d2204d2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a15097d2a746c3" /><Relationship Type="http://schemas.openxmlformats.org/officeDocument/2006/relationships/hyperlink" Target="https://antigravity.google/" TargetMode="External" Id="R90958d0f66a64289" /><Relationship Type="http://schemas.openxmlformats.org/officeDocument/2006/relationships/image" Target="/ppt/media/image20.png" Id="R748a2c144d954e90" /><Relationship Type="http://schemas.openxmlformats.org/officeDocument/2006/relationships/notesSlide" Target="/ppt/notesSlides/notesSlide14.xml" Id="R5315381205c743b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07f1d0eb5b4605" /><Relationship Type="http://schemas.openxmlformats.org/officeDocument/2006/relationships/hyperlink" Target="https://antigravity.google/" TargetMode="External" Id="R289b97ad00c34449" /><Relationship Type="http://schemas.openxmlformats.org/officeDocument/2006/relationships/image" Target="/ppt/media/image21.png" Id="Rb9f37c03dc4a4e5e" /><Relationship Type="http://schemas.openxmlformats.org/officeDocument/2006/relationships/notesSlide" Target="/ppt/notesSlides/notesSlide15.xml" Id="Re7a7bd9ed1584e0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b9de419d4f4021" /><Relationship Type="http://schemas.openxmlformats.org/officeDocument/2006/relationships/hyperlink" Target="https://antigravity.google/" TargetMode="External" Id="Rf23c6697d7c0428f" /><Relationship Type="http://schemas.openxmlformats.org/officeDocument/2006/relationships/image" Target="/ppt/media/image22.png" Id="R501717d7f25949e1" /><Relationship Type="http://schemas.openxmlformats.org/officeDocument/2006/relationships/notesSlide" Target="/ppt/notesSlides/notesSlide16.xml" Id="Raa0d884dc706452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1467066619453b" /><Relationship Type="http://schemas.openxmlformats.org/officeDocument/2006/relationships/hyperlink" Target="https://antigravity.google/" TargetMode="External" Id="R4fcec70fd3114eaa" /><Relationship Type="http://schemas.openxmlformats.org/officeDocument/2006/relationships/image" Target="/ppt/media/image23.png" Id="Rd62d48f4adf447ed" /><Relationship Type="http://schemas.openxmlformats.org/officeDocument/2006/relationships/notesSlide" Target="/ppt/notesSlides/notesSlide17.xml" Id="Rabe6f11436ed4f0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c28bfea3734d6e" /><Relationship Type="http://schemas.openxmlformats.org/officeDocument/2006/relationships/hyperlink" Target="https://chatgpt.com/codex/" TargetMode="External" Id="R3bc05623832c4674" /><Relationship Type="http://schemas.openxmlformats.org/officeDocument/2006/relationships/image" Target="/ppt/media/image24.png" Id="R4ed11651361d4926" /><Relationship Type="http://schemas.openxmlformats.org/officeDocument/2006/relationships/notesSlide" Target="/ppt/notesSlides/notesSlide18.xml" Id="R18a5e9f24407466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6f11a2aa749bb" /><Relationship Type="http://schemas.openxmlformats.org/officeDocument/2006/relationships/hyperlink" Target="https://chatgpt.com/codex/" TargetMode="External" Id="R506c9c993b144ba5" /><Relationship Type="http://schemas.openxmlformats.org/officeDocument/2006/relationships/image" Target="/ppt/media/image25.png" Id="R4e2e8a899667402d" /><Relationship Type="http://schemas.openxmlformats.org/officeDocument/2006/relationships/notesSlide" Target="/ppt/notesSlides/notesSlide19.xml" Id="R9872db2bbd144ed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899004dca34b3e" /><Relationship Type="http://schemas.openxmlformats.org/officeDocument/2006/relationships/hyperlink" Target="https://chatgpt.com/codex/" TargetMode="External" Id="R0eb445c9422d48c8" /><Relationship Type="http://schemas.openxmlformats.org/officeDocument/2006/relationships/image" Target="/ppt/media/image26.png" Id="R01f25275d5804a9d" /><Relationship Type="http://schemas.openxmlformats.org/officeDocument/2006/relationships/notesSlide" Target="/ppt/notesSlides/notesSlide20.xml" Id="Rdc05de40979647b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6954f96e784849" /><Relationship Type="http://schemas.openxmlformats.org/officeDocument/2006/relationships/hyperlink" Target="https://chatgpt.com/codex/" TargetMode="External" Id="R86d4fcd3e0264df4" /><Relationship Type="http://schemas.openxmlformats.org/officeDocument/2006/relationships/image" Target="/ppt/media/image27.png" Id="Ra0843e29b55243f2" /><Relationship Type="http://schemas.openxmlformats.org/officeDocument/2006/relationships/notesSlide" Target="/ppt/notesSlides/notesSlide21.xml" Id="R0b2d60f3d6d9495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ebacb024141cd" /><Relationship Type="http://schemas.openxmlformats.org/officeDocument/2006/relationships/hyperlink" Target="https://chatgpt.com/codex/" TargetMode="External" Id="R790be94477f84c85" /><Relationship Type="http://schemas.openxmlformats.org/officeDocument/2006/relationships/image" Target="/ppt/media/image28.png" Id="R1c20582f28264801" /><Relationship Type="http://schemas.openxmlformats.org/officeDocument/2006/relationships/notesSlide" Target="/ppt/notesSlides/notesSlide22.xml" Id="Ra05156afb54642e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7a96fc1d2c4e17" /><Relationship Type="http://schemas.openxmlformats.org/officeDocument/2006/relationships/hyperlink" Target="https://codelabs.developers.google.com/getting-started-with-antigravity-skills" TargetMode="External" Id="R612da174930c4e65" /><Relationship Type="http://schemas.openxmlformats.org/officeDocument/2006/relationships/hyperlink" Target="https://learn.chatgpt.com/docs/build-skills" TargetMode="External" Id="R58c29fe284224819" /><Relationship Type="http://schemas.openxmlformats.org/officeDocument/2006/relationships/image" Target="/ppt/media/image29.png" Id="R6dbfb782c5184d1e" /><Relationship Type="http://schemas.openxmlformats.org/officeDocument/2006/relationships/image" Target="/ppt/media/image30.png" Id="Rbf588aeaf39b43da" /><Relationship Type="http://schemas.openxmlformats.org/officeDocument/2006/relationships/notesSlide" Target="/ppt/notesSlides/notesSlide23.xml" Id="R6550ce28ff6a405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83d2f06f14709" /><Relationship Type="http://schemas.openxmlformats.org/officeDocument/2006/relationships/hyperlink" Target="https://codelabs.developers.google.com/getting-started-with-antigravity-skills" TargetMode="External" Id="R4cdcfecae9ce4dee" /><Relationship Type="http://schemas.openxmlformats.org/officeDocument/2006/relationships/hyperlink" Target="https://learn.chatgpt.com/docs/build-skills" TargetMode="External" Id="R1b5d818d309d454c" /><Relationship Type="http://schemas.openxmlformats.org/officeDocument/2006/relationships/image" Target="/ppt/media/image31.png" Id="R1f8bb731d4804dd7" /><Relationship Type="http://schemas.openxmlformats.org/officeDocument/2006/relationships/image" Target="/ppt/media/image32.png" Id="R3c10c5c3dceb4961" /><Relationship Type="http://schemas.openxmlformats.org/officeDocument/2006/relationships/notesSlide" Target="/ppt/notesSlides/notesSlide24.xml" Id="R83951c8cc672485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1ccad058374a09" /><Relationship Type="http://schemas.openxmlformats.org/officeDocument/2006/relationships/image" Target="/ppt/media/image33.png" Id="R6211ad86490349eb" /><Relationship Type="http://schemas.openxmlformats.org/officeDocument/2006/relationships/hyperlink" Target="../04_&#23526;&#20316;&#24037;&#20855;/&#25552;&#31034;&#35422;&#24555;&#25463;&#38754;&#26495;_&#30740;&#32722;&#29992;.html" TargetMode="External" Id="R84d6deeaa1954984" /><Relationship Type="http://schemas.openxmlformats.org/officeDocument/2006/relationships/image" Target="/ppt/media/image34.png" Id="R436074784ddc44e5" /><Relationship Type="http://schemas.openxmlformats.org/officeDocument/2006/relationships/notesSlide" Target="/ppt/notesSlides/notesSlide25.xml" Id="R14a67ebde191420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c9f7c02fe74ed3" /><Relationship Type="http://schemas.openxmlformats.org/officeDocument/2006/relationships/hyperlink" Target="https://codelabs.developers.google.com/getting-started-with-antigravity-skills" TargetMode="External" Id="Ra8e539426acf49d7" /><Relationship Type="http://schemas.openxmlformats.org/officeDocument/2006/relationships/hyperlink" Target="https://learn.chatgpt.com/docs/build-skills" TargetMode="External" Id="R3ffe9addcb244716" /><Relationship Type="http://schemas.openxmlformats.org/officeDocument/2006/relationships/image" Target="/ppt/media/image35.png" Id="R73fbd2aec3cc4b56" /><Relationship Type="http://schemas.openxmlformats.org/officeDocument/2006/relationships/image" Target="/ppt/media/image36.png" Id="R85c7a916fb654309" /><Relationship Type="http://schemas.openxmlformats.org/officeDocument/2006/relationships/notesSlide" Target="/ppt/notesSlides/notesSlide26.xml" Id="Rf9765806445c4f0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53c39d157d4ada" /><Relationship Type="http://schemas.openxmlformats.org/officeDocument/2006/relationships/hyperlink" Target="https://codelabs.developers.google.com/getting-started-with-antigravity-skills" TargetMode="External" Id="R930b8fdca92c4074" /><Relationship Type="http://schemas.openxmlformats.org/officeDocument/2006/relationships/hyperlink" Target="https://learn.chatgpt.com/docs/build-skills" TargetMode="External" Id="Rbf80f89181224fe5" /><Relationship Type="http://schemas.openxmlformats.org/officeDocument/2006/relationships/image" Target="/ppt/media/image37.png" Id="R5f8acee4917a4b34" /><Relationship Type="http://schemas.openxmlformats.org/officeDocument/2006/relationships/image" Target="/ppt/media/image38.png" Id="R0b88dec0112a40ec" /><Relationship Type="http://schemas.openxmlformats.org/officeDocument/2006/relationships/notesSlide" Target="/ppt/notesSlides/notesSlide27.xml" Id="R510f14b3894a457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71513516f4a77" /><Relationship Type="http://schemas.openxmlformats.org/officeDocument/2006/relationships/hyperlink" Target="https://codelabs.developers.google.com/getting-started-with-antigravity-skills" TargetMode="External" Id="Re82be362e64d4832" /><Relationship Type="http://schemas.openxmlformats.org/officeDocument/2006/relationships/hyperlink" Target="https://learn.chatgpt.com/docs/build-skills" TargetMode="External" Id="R6d8d0f69ac5c4edc" /><Relationship Type="http://schemas.openxmlformats.org/officeDocument/2006/relationships/image" Target="/ppt/media/image39.png" Id="R004af62430f54ef0" /><Relationship Type="http://schemas.openxmlformats.org/officeDocument/2006/relationships/image" Target="/ppt/media/image40.png" Id="R29f46884846c42b7" /><Relationship Type="http://schemas.openxmlformats.org/officeDocument/2006/relationships/notesSlide" Target="/ppt/notesSlides/notesSlide28.xml" Id="R839b12c9e3d7400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fbe34b0bda4dc4" /><Relationship Type="http://schemas.openxmlformats.org/officeDocument/2006/relationships/hyperlink" Target="https://codelabs.developers.google.com/getting-started-with-antigravity-skills" TargetMode="External" Id="Rd461860ca50b4e42" /><Relationship Type="http://schemas.openxmlformats.org/officeDocument/2006/relationships/hyperlink" Target="https://learn.chatgpt.com/docs/build-skills" TargetMode="External" Id="R0fbe61fe0f8d4ab1" /><Relationship Type="http://schemas.openxmlformats.org/officeDocument/2006/relationships/image" Target="/ppt/media/image41.png" Id="R031a0d9354d3408f" /><Relationship Type="http://schemas.openxmlformats.org/officeDocument/2006/relationships/image" Target="/ppt/media/image42.png" Id="Re32a0bfa65c0410f" /><Relationship Type="http://schemas.openxmlformats.org/officeDocument/2006/relationships/notesSlide" Target="/ppt/notesSlides/notesSlide29.xml" Id="R80861ebf74004cb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100ad9984044ab" /><Relationship Type="http://schemas.openxmlformats.org/officeDocument/2006/relationships/hyperlink" Target="https://codelabs.developers.google.com/getting-started-with-antigravity-skills" TargetMode="External" Id="R93b5c7dafacb4863" /><Relationship Type="http://schemas.openxmlformats.org/officeDocument/2006/relationships/hyperlink" Target="https://learn.chatgpt.com/docs/build-skills" TargetMode="External" Id="R7cc541a704274c18" /><Relationship Type="http://schemas.openxmlformats.org/officeDocument/2006/relationships/image" Target="/ppt/media/image43.png" Id="R85624ae8c1be42b5" /><Relationship Type="http://schemas.openxmlformats.org/officeDocument/2006/relationships/image" Target="/ppt/media/image44.png" Id="Ree842cff424845df" /><Relationship Type="http://schemas.openxmlformats.org/officeDocument/2006/relationships/notesSlide" Target="/ppt/notesSlides/notesSlide30.xml" Id="R1fb1d295be6f4f58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d32c084f3849ca" /><Relationship Type="http://schemas.openxmlformats.org/officeDocument/2006/relationships/hyperlink" Target="https://codelabs.developers.google.com/getting-started-with-antigravity-skills" TargetMode="External" Id="R5200523e2af84c2f" /><Relationship Type="http://schemas.openxmlformats.org/officeDocument/2006/relationships/hyperlink" Target="https://learn.chatgpt.com/docs/build-skills" TargetMode="External" Id="R0fbdff1b4b044894" /><Relationship Type="http://schemas.openxmlformats.org/officeDocument/2006/relationships/image" Target="/ppt/media/image45.png" Id="R6b04bccd10854599" /><Relationship Type="http://schemas.openxmlformats.org/officeDocument/2006/relationships/image" Target="/ppt/media/image46.png" Id="R7df09b4c91674da4" /><Relationship Type="http://schemas.openxmlformats.org/officeDocument/2006/relationships/notesSlide" Target="/ppt/notesSlides/notesSlide31.xml" Id="R71f62765ced74d91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40bfe12b974679" /><Relationship Type="http://schemas.openxmlformats.org/officeDocument/2006/relationships/hyperlink" Target="https://codelabs.developers.google.com/getting-started-with-antigravity-skills" TargetMode="External" Id="Rf85f7f1f461e4d2c" /><Relationship Type="http://schemas.openxmlformats.org/officeDocument/2006/relationships/hyperlink" Target="https://learn.chatgpt.com/docs/build-skills" TargetMode="External" Id="Rc38287165e14480f" /><Relationship Type="http://schemas.openxmlformats.org/officeDocument/2006/relationships/image" Target="/ppt/media/image47.png" Id="R7ebdf593ff0843a8" /><Relationship Type="http://schemas.openxmlformats.org/officeDocument/2006/relationships/image" Target="/ppt/media/image48.png" Id="Rdb6568045928465a" /><Relationship Type="http://schemas.openxmlformats.org/officeDocument/2006/relationships/notesSlide" Target="/ppt/notesSlides/notesSlide32.xml" Id="R4a75df160198484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601b3ae694cda" /><Relationship Type="http://schemas.openxmlformats.org/officeDocument/2006/relationships/hyperlink" Target="https://antigravity.google/" TargetMode="External" Id="Re36669ebdfd2408a" /><Relationship Type="http://schemas.openxmlformats.org/officeDocument/2006/relationships/hyperlink" Target="https://chatgpt.com/codex/" TargetMode="External" Id="R02d56e93af12444d" /><Relationship Type="http://schemas.openxmlformats.org/officeDocument/2006/relationships/image" Target="/ppt/media/image49.png" Id="R134d258635b2493d" /><Relationship Type="http://schemas.openxmlformats.org/officeDocument/2006/relationships/image" Target="/ppt/media/image50.png" Id="R8ed8555418094b9c" /><Relationship Type="http://schemas.openxmlformats.org/officeDocument/2006/relationships/notesSlide" Target="/ppt/notesSlides/notesSlide33.xml" Id="R40e567fca2f84b82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c15a83656e4a32" /><Relationship Type="http://schemas.openxmlformats.org/officeDocument/2006/relationships/hyperlink" Target="https://antigravity.google/" TargetMode="External" Id="R6119826d3baf4387" /><Relationship Type="http://schemas.openxmlformats.org/officeDocument/2006/relationships/hyperlink" Target="https://chatgpt.com/codex/" TargetMode="External" Id="R732ade7e30f84027" /><Relationship Type="http://schemas.openxmlformats.org/officeDocument/2006/relationships/image" Target="/ppt/media/image51.png" Id="R37375439b8024068" /><Relationship Type="http://schemas.openxmlformats.org/officeDocument/2006/relationships/image" Target="/ppt/media/image52.png" Id="R0e23c6a527494934" /><Relationship Type="http://schemas.openxmlformats.org/officeDocument/2006/relationships/notesSlide" Target="/ppt/notesSlides/notesSlide34.xml" Id="R3cbfb404984e4e7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89601684014716" /><Relationship Type="http://schemas.openxmlformats.org/officeDocument/2006/relationships/hyperlink" Target="https://antigravity.google/" TargetMode="External" Id="R1162d065676a4d8c" /><Relationship Type="http://schemas.openxmlformats.org/officeDocument/2006/relationships/hyperlink" Target="https://chatgpt.com/codex/" TargetMode="External" Id="Redf6d8f17c974459" /><Relationship Type="http://schemas.openxmlformats.org/officeDocument/2006/relationships/image" Target="/ppt/media/image53.png" Id="R5570b0e8e14446d9" /><Relationship Type="http://schemas.openxmlformats.org/officeDocument/2006/relationships/image" Target="/ppt/media/image54.png" Id="R377044123f184ed5" /><Relationship Type="http://schemas.openxmlformats.org/officeDocument/2006/relationships/notesSlide" Target="/ppt/notesSlides/notesSlide35.xml" Id="Rdfa955201348477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3640b1734047d9" /><Relationship Type="http://schemas.openxmlformats.org/officeDocument/2006/relationships/hyperlink" Target="https://antigravity.google/" TargetMode="External" Id="Rcb0be7fc9ef543aa" /><Relationship Type="http://schemas.openxmlformats.org/officeDocument/2006/relationships/hyperlink" Target="https://chatgpt.com/codex/" TargetMode="External" Id="Rb4483e083e6d4516" /><Relationship Type="http://schemas.openxmlformats.org/officeDocument/2006/relationships/image" Target="/ppt/media/image55.png" Id="R1d8931960b65436c" /><Relationship Type="http://schemas.openxmlformats.org/officeDocument/2006/relationships/image" Target="/ppt/media/image56.png" Id="Rfaca3fe1092142e8" /><Relationship Type="http://schemas.openxmlformats.org/officeDocument/2006/relationships/notesSlide" Target="/ppt/notesSlides/notesSlide36.xml" Id="R6611e07b3f0f495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99673428134bb9" /><Relationship Type="http://schemas.openxmlformats.org/officeDocument/2006/relationships/hyperlink" Target="https://antigravity.google/" TargetMode="External" Id="Rc8ef23264a694fca" /><Relationship Type="http://schemas.openxmlformats.org/officeDocument/2006/relationships/hyperlink" Target="https://chatgpt.com/codex/" TargetMode="External" Id="Rc4fb64bba55d44f9" /><Relationship Type="http://schemas.openxmlformats.org/officeDocument/2006/relationships/image" Target="/ppt/media/image57.png" Id="R71eb7d020b724827" /><Relationship Type="http://schemas.openxmlformats.org/officeDocument/2006/relationships/image" Target="/ppt/media/image58.png" Id="R62ce6162f6a440d1" /><Relationship Type="http://schemas.openxmlformats.org/officeDocument/2006/relationships/notesSlide" Target="/ppt/notesSlides/notesSlide37.xml" Id="R65f4c3b8c7234e2c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0a2a85f45341c1" /><Relationship Type="http://schemas.openxmlformats.org/officeDocument/2006/relationships/hyperlink" Target="https://antigravity.google/" TargetMode="External" Id="R44426b313512440a" /><Relationship Type="http://schemas.openxmlformats.org/officeDocument/2006/relationships/hyperlink" Target="https://chatgpt.com/codex/" TargetMode="External" Id="Rd5eaf835730d4291" /><Relationship Type="http://schemas.openxmlformats.org/officeDocument/2006/relationships/image" Target="/ppt/media/image59.png" Id="R7aad9414ff17447a" /><Relationship Type="http://schemas.openxmlformats.org/officeDocument/2006/relationships/image" Target="/ppt/media/image60.png" Id="R482ef1799139444d" /><Relationship Type="http://schemas.openxmlformats.org/officeDocument/2006/relationships/notesSlide" Target="/ppt/notesSlides/notesSlide38.xml" Id="R6087a99b252c42a3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2894be1774b28" /><Relationship Type="http://schemas.openxmlformats.org/officeDocument/2006/relationships/hyperlink" Target="https://antigravity.google/" TargetMode="External" Id="R23b98d7469554e03" /><Relationship Type="http://schemas.openxmlformats.org/officeDocument/2006/relationships/hyperlink" Target="https://chatgpt.com/codex/" TargetMode="External" Id="R72ceecf45fd749ee" /><Relationship Type="http://schemas.openxmlformats.org/officeDocument/2006/relationships/image" Target="/ppt/media/image61.png" Id="R269881812f234152" /><Relationship Type="http://schemas.openxmlformats.org/officeDocument/2006/relationships/image" Target="/ppt/media/image62.png" Id="Ref6f39decd6f4e3a" /><Relationship Type="http://schemas.openxmlformats.org/officeDocument/2006/relationships/notesSlide" Target="/ppt/notesSlides/notesSlide39.xml" Id="R7789edf1cb6c462a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9d50bd3a9f454a" /><Relationship Type="http://schemas.openxmlformats.org/officeDocument/2006/relationships/hyperlink" Target="https://antigravity.google/" TargetMode="External" Id="R9666941ada534073" /><Relationship Type="http://schemas.openxmlformats.org/officeDocument/2006/relationships/hyperlink" Target="https://chatgpt.com/codex/" TargetMode="External" Id="R8dd8dee0708c4b46" /><Relationship Type="http://schemas.openxmlformats.org/officeDocument/2006/relationships/image" Target="/ppt/media/image63.png" Id="R6fd0c1ac1a3e46a6" /><Relationship Type="http://schemas.openxmlformats.org/officeDocument/2006/relationships/image" Target="/ppt/media/image64.png" Id="Rb8f1f60dd13444ee" /><Relationship Type="http://schemas.openxmlformats.org/officeDocument/2006/relationships/notesSlide" Target="/ppt/notesSlides/notesSlide40.xml" Id="R62623c5b9fcd44c0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2daf7cb1524f40" /><Relationship Type="http://schemas.openxmlformats.org/officeDocument/2006/relationships/hyperlink" Target="https://antigravity.google/" TargetMode="External" Id="Rfd532ebf013748e9" /><Relationship Type="http://schemas.openxmlformats.org/officeDocument/2006/relationships/hyperlink" Target="https://chatgpt.com/codex/" TargetMode="External" Id="R3fa8ece759894a69" /><Relationship Type="http://schemas.openxmlformats.org/officeDocument/2006/relationships/image" Target="/ppt/media/image65.png" Id="Rf2a08fe7004f4419" /><Relationship Type="http://schemas.openxmlformats.org/officeDocument/2006/relationships/image" Target="/ppt/media/image66.png" Id="R8700880e0b344bc2" /><Relationship Type="http://schemas.openxmlformats.org/officeDocument/2006/relationships/notesSlide" Target="/ppt/notesSlides/notesSlide41.xml" Id="R2745af390b3b4d59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113a19f66143d0" /><Relationship Type="http://schemas.openxmlformats.org/officeDocument/2006/relationships/hyperlink" Target="https://antigravity.google/" TargetMode="External" Id="Rc3deab2aa78b41f7" /><Relationship Type="http://schemas.openxmlformats.org/officeDocument/2006/relationships/hyperlink" Target="https://chatgpt.com/codex/" TargetMode="External" Id="R15f13a19c07445c6" /><Relationship Type="http://schemas.openxmlformats.org/officeDocument/2006/relationships/image" Target="/ppt/media/image67.png" Id="R510046e48a9a4739" /><Relationship Type="http://schemas.openxmlformats.org/officeDocument/2006/relationships/image" Target="/ppt/media/image68.png" Id="R8597e3455900486a" /><Relationship Type="http://schemas.openxmlformats.org/officeDocument/2006/relationships/notesSlide" Target="/ppt/notesSlides/notesSlide42.xml" Id="R81ae063703874d30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0d3c2504ac4238" /><Relationship Type="http://schemas.openxmlformats.org/officeDocument/2006/relationships/hyperlink" Target="https://antigravity.google/" TargetMode="External" Id="R3aea40e4be694567" /><Relationship Type="http://schemas.openxmlformats.org/officeDocument/2006/relationships/hyperlink" Target="https://chatgpt.com/codex/" TargetMode="External" Id="R5ee9a8321d3446ab" /><Relationship Type="http://schemas.openxmlformats.org/officeDocument/2006/relationships/image" Target="/ppt/media/image69.png" Id="R02af947b94ac4e4b" /><Relationship Type="http://schemas.openxmlformats.org/officeDocument/2006/relationships/image" Target="/ppt/media/image70.png" Id="R16a14e85e7994c79" /><Relationship Type="http://schemas.openxmlformats.org/officeDocument/2006/relationships/notesSlide" Target="/ppt/notesSlides/notesSlide43.xml" Id="Re51edd498aa74853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c6e44a71b40f9" /><Relationship Type="http://schemas.openxmlformats.org/officeDocument/2006/relationships/notesSlide" Target="/ppt/notesSlides/notesSlide44.xml" Id="R533f824b6bec402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bf9b3cb15a4ad8" /><Relationship Type="http://schemas.openxmlformats.org/officeDocument/2006/relationships/notesSlide" Target="/ppt/notesSlides/notesSlide45.xml" Id="R47f2b814545d48bd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216334c9f44f56" /><Relationship Type="http://schemas.openxmlformats.org/officeDocument/2006/relationships/notesSlide" Target="/ppt/notesSlides/notesSlide46.xml" Id="R41a2d91d9f8f4cfd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e2d2977bf34aff" /><Relationship Type="http://schemas.openxmlformats.org/officeDocument/2006/relationships/notesSlide" Target="/ppt/notesSlides/notesSlide47.xml" Id="Ra5797c48dc2d4284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9bd23ca9d64dd3" /><Relationship Type="http://schemas.openxmlformats.org/officeDocument/2006/relationships/notesSlide" Target="/ppt/notesSlides/notesSlide48.xml" Id="Ra220b8a9c25042a9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cfab4078349f5" /><Relationship Type="http://schemas.openxmlformats.org/officeDocument/2006/relationships/notesSlide" Target="/ppt/notesSlides/notesSlide49.xml" Id="R257a76d738144c3c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bd7f5d80674219" /><Relationship Type="http://schemas.openxmlformats.org/officeDocument/2006/relationships/hyperlink" Target="../START_HERE_&#30740;&#32722;&#36039;&#28304;&#23566;&#33322;.html" TargetMode="External" Id="Rb017f275f23b449d" /><Relationship Type="http://schemas.openxmlformats.org/officeDocument/2006/relationships/image" Target="/ppt/media/image71.png" Id="R03b770b1b5b14b22" /><Relationship Type="http://schemas.openxmlformats.org/officeDocument/2006/relationships/hyperlink" Target="https://antigravity.google/" TargetMode="External" Id="Rfd35fc2c92054089" /><Relationship Type="http://schemas.openxmlformats.org/officeDocument/2006/relationships/image" Target="/ppt/media/image72.png" Id="R7c8d7266baba4989" /><Relationship Type="http://schemas.openxmlformats.org/officeDocument/2006/relationships/hyperlink" Target="https://chatgpt.com/codex/" TargetMode="External" Id="R4195aea9dd35450c" /><Relationship Type="http://schemas.openxmlformats.org/officeDocument/2006/relationships/image" Target="/ppt/media/image73.png" Id="R0deae2cfd32f434a" /><Relationship Type="http://schemas.openxmlformats.org/officeDocument/2006/relationships/hyperlink" Target="https://claude.ai/" TargetMode="External" Id="Rf59d7c34069143f8" /><Relationship Type="http://schemas.openxmlformats.org/officeDocument/2006/relationships/image" Target="/ppt/media/image74.png" Id="Rdbe4c45dab8f4701" /><Relationship Type="http://schemas.openxmlformats.org/officeDocument/2006/relationships/hyperlink" Target="https://codelabs.developers.google.com/getting-started-with-antigravity-skills" TargetMode="External" Id="R626d08a8d5034a47" /><Relationship Type="http://schemas.openxmlformats.org/officeDocument/2006/relationships/image" Target="/ppt/media/image75.png" Id="R23f68a7172b54d84" /><Relationship Type="http://schemas.openxmlformats.org/officeDocument/2006/relationships/hyperlink" Target="../04_&#23526;&#20316;&#24037;&#20855;/&#25552;&#31034;&#35422;&#24555;&#25463;&#38754;&#26495;_&#30740;&#32722;&#29992;.html" TargetMode="External" Id="Rdf77f685e4e349e6" /><Relationship Type="http://schemas.openxmlformats.org/officeDocument/2006/relationships/image" Target="/ppt/media/image76.png" Id="R982b4a9bcddf41aa" /><Relationship Type="http://schemas.openxmlformats.org/officeDocument/2006/relationships/hyperlink" Target="https://cagoooo.github.io/Akai/" TargetMode="External" Id="R406fb065efdf4130" /><Relationship Type="http://schemas.openxmlformats.org/officeDocument/2006/relationships/image" Target="/ppt/media/image77.png" Id="Rf032114f29784f2c" /><Relationship Type="http://schemas.openxmlformats.org/officeDocument/2006/relationships/hyperlink" Target="https://www.iea.nl/sites/default/files/2025-10/GA66_PIRLS%202026.pdf" TargetMode="External" Id="R92460f9a9cc94c40" /><Relationship Type="http://schemas.openxmlformats.org/officeDocument/2006/relationships/image" Target="/ppt/media/image78.png" Id="Rec23f3fb56384bd6" /><Relationship Type="http://schemas.openxmlformats.org/officeDocument/2006/relationships/notesSlide" Target="/ppt/notesSlides/notesSlide50.xml" Id="R397edac27c464d0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966c895e8b4a7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860">
            <a:extLst xmlns:a="http://schemas.openxmlformats.org/drawingml/2006/main">
              <a:ext uri="{FF2B5EF4-FFF2-40B4-BE49-F238E27FC236}">
                <a16:creationId xmlns:a16="http://schemas.microsoft.com/office/drawing/2014/main" id="{5A807A35-A9DB-4D44-AF0B-24D6905E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861">
            <a:extLst xmlns:a="http://schemas.openxmlformats.org/drawingml/2006/main">
              <a:ext uri="{FF2B5EF4-FFF2-40B4-BE49-F238E27FC236}">
                <a16:creationId xmlns:a16="http://schemas.microsoft.com/office/drawing/2014/main" id="{5990EA4B-36C8-4A08-BA31-56F3C4A8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862">
            <a:extLst xmlns:a="http://schemas.openxmlformats.org/drawingml/2006/main">
              <a:ext uri="{FF2B5EF4-FFF2-40B4-BE49-F238E27FC236}">
                <a16:creationId xmlns:a16="http://schemas.microsoft.com/office/drawing/2014/main" id="{2A69C1C1-8E21-4AD3-8BC4-EB62A389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863">
            <a:extLst xmlns:a="http://schemas.openxmlformats.org/drawingml/2006/main">
              <a:ext uri="{FF2B5EF4-FFF2-40B4-BE49-F238E27FC236}">
                <a16:creationId xmlns:a16="http://schemas.microsoft.com/office/drawing/2014/main" id="{FEFE052C-BD8A-4BE6-B876-22A14856B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Antigravity／Codex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Claude／Agent Skills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資料分析實戰</a:t>
            </a:r>
          </a:p>
        </p:txBody>
      </p:sp>
      <p:sp>
        <p:nvSpPr>
          <p:cNvPr id="6" name="shape-864">
            <a:extLst xmlns:a="http://schemas.openxmlformats.org/drawingml/2006/main">
              <a:ext uri="{FF2B5EF4-FFF2-40B4-BE49-F238E27FC236}">
                <a16:creationId xmlns:a16="http://schemas.microsoft.com/office/drawing/2014/main" id="{8FD6116C-44E5-47AF-BFF7-99093D2F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865">
            <a:extLst xmlns:a="http://schemas.openxmlformats.org/drawingml/2006/main">
              <a:ext uri="{FF2B5EF4-FFF2-40B4-BE49-F238E27FC236}">
                <a16:creationId xmlns:a16="http://schemas.microsoft.com/office/drawing/2014/main" id="{1B55138B-1E71-48E3-A216-7EE2E32F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866">
            <a:extLst xmlns:a="http://schemas.openxmlformats.org/drawingml/2006/main">
              <a:ext uri="{FF2B5EF4-FFF2-40B4-BE49-F238E27FC236}">
                <a16:creationId xmlns:a16="http://schemas.microsoft.com/office/drawing/2014/main" id="{5462F89F-838B-4F70-84A1-A5B868A3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7176411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867">
            <a:extLst xmlns:a="http://schemas.openxmlformats.org/drawingml/2006/main">
              <a:ext uri="{FF2B5EF4-FFF2-40B4-BE49-F238E27FC236}">
                <a16:creationId xmlns:a16="http://schemas.microsoft.com/office/drawing/2014/main" id="{B8DF8220-2F23-468A-B162-4975A804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BEF6C3-74A1-49CC-9F47-7EEF5DBC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8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869">
            <a:extLst xmlns:a="http://schemas.openxmlformats.org/drawingml/2006/main">
              <a:ext uri="{FF2B5EF4-FFF2-40B4-BE49-F238E27FC236}">
                <a16:creationId xmlns:a16="http://schemas.microsoft.com/office/drawing/2014/main" id="{94D4AB93-034B-445D-B59B-8AE90E3A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7A9A86-368B-4A39-90C3-D7B0F658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870">
            <a:extLst xmlns:a="http://schemas.openxmlformats.org/drawingml/2006/main">
              <a:ext uri="{FF2B5EF4-FFF2-40B4-BE49-F238E27FC236}">
                <a16:creationId xmlns:a16="http://schemas.microsoft.com/office/drawing/2014/main" id="{6BBEA34A-58E8-4701-B8F4-823D487F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871">
            <a:extLst xmlns:a="http://schemas.openxmlformats.org/drawingml/2006/main">
              <a:ext uri="{FF2B5EF4-FFF2-40B4-BE49-F238E27FC236}">
                <a16:creationId xmlns:a16="http://schemas.microsoft.com/office/drawing/2014/main" id="{FAC19054-64B8-48C1-8032-3B010279C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72">
            <a:extLst xmlns:a="http://schemas.openxmlformats.org/drawingml/2006/main">
              <a:ext uri="{FF2B5EF4-FFF2-40B4-BE49-F238E27FC236}">
                <a16:creationId xmlns:a16="http://schemas.microsoft.com/office/drawing/2014/main" id="{18262851-B088-42D5-B584-878CC8CD9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873">
            <a:extLst xmlns:a="http://schemas.openxmlformats.org/drawingml/2006/main">
              <a:ext uri="{FF2B5EF4-FFF2-40B4-BE49-F238E27FC236}">
                <a16:creationId xmlns:a16="http://schemas.microsoft.com/office/drawing/2014/main" id="{93BFF1B2-E4A7-4511-ADF4-BD1420C0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874">
            <a:extLst xmlns:a="http://schemas.openxmlformats.org/drawingml/2006/main">
              <a:ext uri="{FF2B5EF4-FFF2-40B4-BE49-F238E27FC236}">
                <a16:creationId xmlns:a16="http://schemas.microsoft.com/office/drawing/2014/main" id="{6E23506C-C666-4F38-8CF6-383C92A7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875">
            <a:extLst xmlns:a="http://schemas.openxmlformats.org/drawingml/2006/main">
              <a:ext uri="{FF2B5EF4-FFF2-40B4-BE49-F238E27FC236}">
                <a16:creationId xmlns:a16="http://schemas.microsoft.com/office/drawing/2014/main" id="{95118BFE-B4A5-420E-AFE0-7C0CF398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76">
            <a:extLst xmlns:a="http://schemas.openxmlformats.org/drawingml/2006/main">
              <a:ext uri="{FF2B5EF4-FFF2-40B4-BE49-F238E27FC236}">
                <a16:creationId xmlns:a16="http://schemas.microsoft.com/office/drawing/2014/main" id="{B51B4B31-43CA-46FF-9435-756E3B4F7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建立工具策略</a:t>
            </a:r>
          </a:p>
        </p:txBody>
      </p:sp>
      <p:sp>
        <p:nvSpPr>
          <p:cNvPr id="13" name="text-877">
            <a:extLst xmlns:a="http://schemas.openxmlformats.org/drawingml/2006/main">
              <a:ext uri="{FF2B5EF4-FFF2-40B4-BE49-F238E27FC236}">
                <a16:creationId xmlns:a16="http://schemas.microsoft.com/office/drawing/2014/main" id="{792DB1FC-A017-4FA5-8232-F4E935655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比較 Antigravity、Codex 與 Claude，依任務、額度與驗收證據選擇工具。</a:t>
            </a:r>
          </a:p>
        </p:txBody>
      </p:sp>
      <p:sp>
        <p:nvSpPr>
          <p:cNvPr id="14" name="shape-878">
            <a:extLst xmlns:a="http://schemas.openxmlformats.org/drawingml/2006/main">
              <a:ext uri="{FF2B5EF4-FFF2-40B4-BE49-F238E27FC236}">
                <a16:creationId xmlns:a16="http://schemas.microsoft.com/office/drawing/2014/main" id="{3EFA3E66-EB01-449E-863E-AFC4CDC2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879">
            <a:extLst xmlns:a="http://schemas.openxmlformats.org/drawingml/2006/main">
              <a:ext uri="{FF2B5EF4-FFF2-40B4-BE49-F238E27FC236}">
                <a16:creationId xmlns:a16="http://schemas.microsoft.com/office/drawing/2014/main" id="{5FB7BA9F-10F5-45A0-AF53-9A1300A3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80">
            <a:extLst xmlns:a="http://schemas.openxmlformats.org/drawingml/2006/main">
              <a:ext uri="{FF2B5EF4-FFF2-40B4-BE49-F238E27FC236}">
                <a16:creationId xmlns:a16="http://schemas.microsoft.com/office/drawing/2014/main" id="{33EC13F2-5056-4C47-A0E8-80C9C5FD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881">
            <a:extLst xmlns:a="http://schemas.openxmlformats.org/drawingml/2006/main">
              <a:ext uri="{FF2B5EF4-FFF2-40B4-BE49-F238E27FC236}">
                <a16:creationId xmlns:a16="http://schemas.microsoft.com/office/drawing/2014/main" id="{6D777F9A-7BB7-46DE-A048-6719B7BC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882">
            <a:extLst xmlns:a="http://schemas.openxmlformats.org/drawingml/2006/main">
              <a:ext uri="{FF2B5EF4-FFF2-40B4-BE49-F238E27FC236}">
                <a16:creationId xmlns:a16="http://schemas.microsoft.com/office/drawing/2014/main" id="{88528A8E-E378-48C8-B11E-E04619DE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883">
            <a:extLst xmlns:a="http://schemas.openxmlformats.org/drawingml/2006/main">
              <a:ext uri="{FF2B5EF4-FFF2-40B4-BE49-F238E27FC236}">
                <a16:creationId xmlns:a16="http://schemas.microsoft.com/office/drawing/2014/main" id="{2CD89F69-D9A4-4AAD-A7A3-0F49D939C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84">
            <a:extLst xmlns:a="http://schemas.openxmlformats.org/drawingml/2006/main">
              <a:ext uri="{FF2B5EF4-FFF2-40B4-BE49-F238E27FC236}">
                <a16:creationId xmlns:a16="http://schemas.microsoft.com/office/drawing/2014/main" id="{EF810676-6A91-4064-ACC2-9993AFE7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885">
            <a:extLst xmlns:a="http://schemas.openxmlformats.org/drawingml/2006/main">
              <a:ext uri="{FF2B5EF4-FFF2-40B4-BE49-F238E27FC236}">
                <a16:creationId xmlns:a16="http://schemas.microsoft.com/office/drawing/2014/main" id="{ED57213B-062A-4CCC-A944-C61F3985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19606214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886">
            <a:extLst xmlns:a="http://schemas.openxmlformats.org/drawingml/2006/main">
              <a:ext uri="{FF2B5EF4-FFF2-40B4-BE49-F238E27FC236}">
                <a16:creationId xmlns:a16="http://schemas.microsoft.com/office/drawing/2014/main" id="{8B90250C-E246-4ED7-B2F1-103254AC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34094A6-D616-4026-902D-0E2B86D67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41" name="shape-8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888">
            <a:extLst xmlns:a="http://schemas.openxmlformats.org/drawingml/2006/main">
              <a:ext uri="{FF2B5EF4-FFF2-40B4-BE49-F238E27FC236}">
                <a16:creationId xmlns:a16="http://schemas.microsoft.com/office/drawing/2014/main" id="{DA096781-CAC3-4B54-A0B5-488690CB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20F1C6-C1DE-4443-9671-BF64A038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6" name="shape-889">
            <a:extLst xmlns:a="http://schemas.openxmlformats.org/drawingml/2006/main">
              <a:ext uri="{FF2B5EF4-FFF2-40B4-BE49-F238E27FC236}">
                <a16:creationId xmlns:a16="http://schemas.microsoft.com/office/drawing/2014/main" id="{55647FE1-26D6-4AA0-AA93-8B2FF64F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890">
            <a:extLst xmlns:a="http://schemas.openxmlformats.org/drawingml/2006/main">
              <a:ext uri="{FF2B5EF4-FFF2-40B4-BE49-F238E27FC236}">
                <a16:creationId xmlns:a16="http://schemas.microsoft.com/office/drawing/2014/main" id="{E4C34B42-BEDC-4377-8E3D-203B7480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91">
            <a:extLst xmlns:a="http://schemas.openxmlformats.org/drawingml/2006/main">
              <a:ext uri="{FF2B5EF4-FFF2-40B4-BE49-F238E27FC236}">
                <a16:creationId xmlns:a16="http://schemas.microsoft.com/office/drawing/2014/main" id="{BCBC78CB-C457-4D40-93A7-EC529756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892">
            <a:extLst xmlns:a="http://schemas.openxmlformats.org/drawingml/2006/main">
              <a:ext uri="{FF2B5EF4-FFF2-40B4-BE49-F238E27FC236}">
                <a16:creationId xmlns:a16="http://schemas.microsoft.com/office/drawing/2014/main" id="{E8BB1816-CCCA-499E-9F6E-B02B6B60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893">
            <a:extLst xmlns:a="http://schemas.openxmlformats.org/drawingml/2006/main">
              <a:ext uri="{FF2B5EF4-FFF2-40B4-BE49-F238E27FC236}">
                <a16:creationId xmlns:a16="http://schemas.microsoft.com/office/drawing/2014/main" id="{142353CF-5C5D-4DA9-ACA2-1F977D4D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894">
            <a:extLst xmlns:a="http://schemas.openxmlformats.org/drawingml/2006/main">
              <a:ext uri="{FF2B5EF4-FFF2-40B4-BE49-F238E27FC236}">
                <a16:creationId xmlns:a16="http://schemas.microsoft.com/office/drawing/2014/main" id="{66E41925-DE96-49A6-8C34-7CBB2680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6064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895">
            <a:extLst xmlns:a="http://schemas.openxmlformats.org/drawingml/2006/main">
              <a:ext uri="{FF2B5EF4-FFF2-40B4-BE49-F238E27FC236}">
                <a16:creationId xmlns:a16="http://schemas.microsoft.com/office/drawing/2014/main" id="{717FD66F-B3AC-418B-869B-21C977B1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614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20–45</a:t>
            </a:r>
          </a:p>
        </p:txBody>
      </p:sp>
      <p:sp>
        <p:nvSpPr>
          <p:cNvPr id="13" name="text-896">
            <a:extLst xmlns:a="http://schemas.openxmlformats.org/drawingml/2006/main">
              <a:ext uri="{FF2B5EF4-FFF2-40B4-BE49-F238E27FC236}">
                <a16:creationId xmlns:a16="http://schemas.microsoft.com/office/drawing/2014/main" id="{78D8671B-CF32-4B16-BF94-803DE8CD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014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14" name="text-897">
            <a:extLst xmlns:a="http://schemas.openxmlformats.org/drawingml/2006/main">
              <a:ext uri="{FF2B5EF4-FFF2-40B4-BE49-F238E27FC236}">
                <a16:creationId xmlns:a16="http://schemas.microsoft.com/office/drawing/2014/main" id="{CEFE9CB3-8F9F-4677-82F0-E0DF0ABB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5014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任務與證據</a:t>
            </a:r>
          </a:p>
        </p:txBody>
      </p:sp>
      <p:sp>
        <p:nvSpPr>
          <p:cNvPr id="15" name="shape-898">
            <a:extLst xmlns:a="http://schemas.openxmlformats.org/drawingml/2006/main">
              <a:ext uri="{FF2B5EF4-FFF2-40B4-BE49-F238E27FC236}">
                <a16:creationId xmlns:a16="http://schemas.microsoft.com/office/drawing/2014/main" id="{B202DA9E-72FF-426C-9201-7D78BE07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9179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899">
            <a:extLst xmlns:a="http://schemas.openxmlformats.org/drawingml/2006/main">
              <a:ext uri="{FF2B5EF4-FFF2-40B4-BE49-F238E27FC236}">
                <a16:creationId xmlns:a16="http://schemas.microsoft.com/office/drawing/2014/main" id="{9E443294-C0F1-4E67-BCE6-23E5F30C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6729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45–70</a:t>
            </a:r>
          </a:p>
        </p:txBody>
      </p:sp>
      <p:sp>
        <p:nvSpPr>
          <p:cNvPr id="17" name="text-900">
            <a:extLst xmlns:a="http://schemas.openxmlformats.org/drawingml/2006/main">
              <a:ext uri="{FF2B5EF4-FFF2-40B4-BE49-F238E27FC236}">
                <a16:creationId xmlns:a16="http://schemas.microsoft.com/office/drawing/2014/main" id="{57743AF3-DC16-49ED-99E4-C1688BE03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129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8" name="text-901">
            <a:extLst xmlns:a="http://schemas.openxmlformats.org/drawingml/2006/main">
              <a:ext uri="{FF2B5EF4-FFF2-40B4-BE49-F238E27FC236}">
                <a16:creationId xmlns:a16="http://schemas.microsoft.com/office/drawing/2014/main" id="{B3CFBC74-75AA-40C9-B05F-622C7D4D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129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模型與成本</a:t>
            </a:r>
          </a:p>
        </p:txBody>
      </p:sp>
      <p:sp>
        <p:nvSpPr>
          <p:cNvPr id="19" name="shape-902">
            <a:extLst xmlns:a="http://schemas.openxmlformats.org/drawingml/2006/main">
              <a:ext uri="{FF2B5EF4-FFF2-40B4-BE49-F238E27FC236}">
                <a16:creationId xmlns:a16="http://schemas.microsoft.com/office/drawing/2014/main" id="{D5C8E901-43E4-473C-BAE7-19214FAC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2293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903">
            <a:extLst xmlns:a="http://schemas.openxmlformats.org/drawingml/2006/main">
              <a:ext uri="{FF2B5EF4-FFF2-40B4-BE49-F238E27FC236}">
                <a16:creationId xmlns:a16="http://schemas.microsoft.com/office/drawing/2014/main" id="{4E837D19-CEBB-4C1A-8C93-2F9C663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843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70–95</a:t>
            </a:r>
          </a:p>
        </p:txBody>
      </p:sp>
      <p:sp>
        <p:nvSpPr>
          <p:cNvPr id="21" name="text-904">
            <a:extLst xmlns:a="http://schemas.openxmlformats.org/drawingml/2006/main">
              <a:ext uri="{FF2B5EF4-FFF2-40B4-BE49-F238E27FC236}">
                <a16:creationId xmlns:a16="http://schemas.microsoft.com/office/drawing/2014/main" id="{BDA61BE0-5BF2-4519-8CB9-B919FCFC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22" name="text-905">
            <a:extLst xmlns:a="http://schemas.openxmlformats.org/drawingml/2006/main">
              <a:ext uri="{FF2B5EF4-FFF2-40B4-BE49-F238E27FC236}">
                <a16:creationId xmlns:a16="http://schemas.microsoft.com/office/drawing/2014/main" id="{FC4F59DD-DA41-416A-9272-70AB29D0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243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23" name="shape-906">
            <a:extLst xmlns:a="http://schemas.openxmlformats.org/drawingml/2006/main">
              <a:ext uri="{FF2B5EF4-FFF2-40B4-BE49-F238E27FC236}">
                <a16:creationId xmlns:a16="http://schemas.microsoft.com/office/drawing/2014/main" id="{03DFC7F9-FE23-4041-8F2D-721AA351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5407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907">
            <a:extLst xmlns:a="http://schemas.openxmlformats.org/drawingml/2006/main">
              <a:ext uri="{FF2B5EF4-FFF2-40B4-BE49-F238E27FC236}">
                <a16:creationId xmlns:a16="http://schemas.microsoft.com/office/drawing/2014/main" id="{C5B47260-ABF1-4F5A-B07C-79559BF68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2957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95–105</a:t>
            </a:r>
          </a:p>
        </p:txBody>
      </p:sp>
      <p:sp>
        <p:nvSpPr>
          <p:cNvPr id="25" name="text-908">
            <a:extLst xmlns:a="http://schemas.openxmlformats.org/drawingml/2006/main">
              <a:ext uri="{FF2B5EF4-FFF2-40B4-BE49-F238E27FC236}">
                <a16:creationId xmlns:a16="http://schemas.microsoft.com/office/drawing/2014/main" id="{EAA0C56A-C7DF-466F-8907-9F179BB3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357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909">
            <a:extLst xmlns:a="http://schemas.openxmlformats.org/drawingml/2006/main">
              <a:ext uri="{FF2B5EF4-FFF2-40B4-BE49-F238E27FC236}">
                <a16:creationId xmlns:a16="http://schemas.microsoft.com/office/drawing/2014/main" id="{56082D89-EC3D-46FA-81C7-E53802349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4357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7" name="shape-910">
            <a:extLst xmlns:a="http://schemas.openxmlformats.org/drawingml/2006/main">
              <a:ext uri="{FF2B5EF4-FFF2-40B4-BE49-F238E27FC236}">
                <a16:creationId xmlns:a16="http://schemas.microsoft.com/office/drawing/2014/main" id="{11104315-0A48-4414-A835-D57171CD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8521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911">
            <a:extLst xmlns:a="http://schemas.openxmlformats.org/drawingml/2006/main">
              <a:ext uri="{FF2B5EF4-FFF2-40B4-BE49-F238E27FC236}">
                <a16:creationId xmlns:a16="http://schemas.microsoft.com/office/drawing/2014/main" id="{DA494A62-D31B-4124-ACD5-690817AF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6071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105–140</a:t>
            </a:r>
          </a:p>
        </p:txBody>
      </p:sp>
      <p:sp>
        <p:nvSpPr>
          <p:cNvPr id="29" name="text-912">
            <a:extLst xmlns:a="http://schemas.openxmlformats.org/drawingml/2006/main">
              <a:ext uri="{FF2B5EF4-FFF2-40B4-BE49-F238E27FC236}">
                <a16:creationId xmlns:a16="http://schemas.microsoft.com/office/drawing/2014/main" id="{774A32E0-44EF-4C0A-89AD-DCAE7F30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471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0" name="text-913">
            <a:extLst xmlns:a="http://schemas.openxmlformats.org/drawingml/2006/main">
              <a:ext uri="{FF2B5EF4-FFF2-40B4-BE49-F238E27FC236}">
                <a16:creationId xmlns:a16="http://schemas.microsoft.com/office/drawing/2014/main" id="{28E957FB-773D-4148-A0F5-681CBD9F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7471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31" name="shape-914">
            <a:extLst xmlns:a="http://schemas.openxmlformats.org/drawingml/2006/main">
              <a:ext uri="{FF2B5EF4-FFF2-40B4-BE49-F238E27FC236}">
                <a16:creationId xmlns:a16="http://schemas.microsoft.com/office/drawing/2014/main" id="{DB07F9CF-3F3B-4B8C-9A87-B1B5BE8F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636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915">
            <a:extLst xmlns:a="http://schemas.openxmlformats.org/drawingml/2006/main">
              <a:ext uri="{FF2B5EF4-FFF2-40B4-BE49-F238E27FC236}">
                <a16:creationId xmlns:a16="http://schemas.microsoft.com/office/drawing/2014/main" id="{42407DF7-0732-4A12-82FA-C667582E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186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140–160</a:t>
            </a:r>
          </a:p>
        </p:txBody>
      </p:sp>
      <p:sp>
        <p:nvSpPr>
          <p:cNvPr id="33" name="text-916">
            <a:extLst xmlns:a="http://schemas.openxmlformats.org/drawingml/2006/main">
              <a:ext uri="{FF2B5EF4-FFF2-40B4-BE49-F238E27FC236}">
                <a16:creationId xmlns:a16="http://schemas.microsoft.com/office/drawing/2014/main" id="{5F6A3040-AE6F-4B90-B0F4-E1378473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586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4" name="text-917">
            <a:extLst xmlns:a="http://schemas.openxmlformats.org/drawingml/2006/main">
              <a:ext uri="{FF2B5EF4-FFF2-40B4-BE49-F238E27FC236}">
                <a16:creationId xmlns:a16="http://schemas.microsoft.com/office/drawing/2014/main" id="{5F91DCE6-4ED8-4C7E-9BFC-FCE8A7AD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0586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5" name="shape-918">
            <a:extLst xmlns:a="http://schemas.openxmlformats.org/drawingml/2006/main">
              <a:ext uri="{FF2B5EF4-FFF2-40B4-BE49-F238E27FC236}">
                <a16:creationId xmlns:a16="http://schemas.microsoft.com/office/drawing/2014/main" id="{54C3A6A3-2767-49D0-A719-9746A134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-919">
            <a:extLst xmlns:a="http://schemas.openxmlformats.org/drawingml/2006/main">
              <a:ext uri="{FF2B5EF4-FFF2-40B4-BE49-F238E27FC236}">
                <a16:creationId xmlns:a16="http://schemas.microsoft.com/office/drawing/2014/main" id="{61600F02-1B46-4AFD-AAF2-DCA43C4C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7" name="text-920">
            <a:extLst xmlns:a="http://schemas.openxmlformats.org/drawingml/2006/main">
              <a:ext uri="{FF2B5EF4-FFF2-40B4-BE49-F238E27FC236}">
                <a16:creationId xmlns:a16="http://schemas.microsoft.com/office/drawing/2014/main" id="{B5D9DE9D-16FC-4741-9F63-F23ABB71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8" name="text-921">
            <a:extLst xmlns:a="http://schemas.openxmlformats.org/drawingml/2006/main">
              <a:ext uri="{FF2B5EF4-FFF2-40B4-BE49-F238E27FC236}">
                <a16:creationId xmlns:a16="http://schemas.microsoft.com/office/drawing/2014/main" id="{B42E106F-60FA-4968-8B45-BB696768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1409756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922">
            <a:extLst xmlns:a="http://schemas.openxmlformats.org/drawingml/2006/main">
              <a:ext uri="{FF2B5EF4-FFF2-40B4-BE49-F238E27FC236}">
                <a16:creationId xmlns:a16="http://schemas.microsoft.com/office/drawing/2014/main" id="{2C387406-343D-4B29-AB5C-43F2B3165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773A76-7E8B-480A-A470-33E38E28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32" name="shape-92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924">
            <a:extLst xmlns:a="http://schemas.openxmlformats.org/drawingml/2006/main">
              <a:ext uri="{FF2B5EF4-FFF2-40B4-BE49-F238E27FC236}">
                <a16:creationId xmlns:a16="http://schemas.microsoft.com/office/drawing/2014/main" id="{E17CE9EF-F1E8-4B76-A606-FE8C81C7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B3A883F-162B-4EE0-AE71-377FE7C5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925">
            <a:extLst xmlns:a="http://schemas.openxmlformats.org/drawingml/2006/main">
              <a:ext uri="{FF2B5EF4-FFF2-40B4-BE49-F238E27FC236}">
                <a16:creationId xmlns:a16="http://schemas.microsoft.com/office/drawing/2014/main" id="{F5FD4CF7-B662-4E4A-A02F-99A6960E8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926">
            <a:extLst xmlns:a="http://schemas.openxmlformats.org/drawingml/2006/main">
              <a:ext uri="{FF2B5EF4-FFF2-40B4-BE49-F238E27FC236}">
                <a16:creationId xmlns:a16="http://schemas.microsoft.com/office/drawing/2014/main" id="{2F4DE752-FB6A-48CD-AE10-2ABD5BDA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27">
            <a:extLst xmlns:a="http://schemas.openxmlformats.org/drawingml/2006/main">
              <a:ext uri="{FF2B5EF4-FFF2-40B4-BE49-F238E27FC236}">
                <a16:creationId xmlns:a16="http://schemas.microsoft.com/office/drawing/2014/main" id="{62C01C0E-E02E-4884-B7A0-7F82E3DD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28">
            <a:extLst xmlns:a="http://schemas.openxmlformats.org/drawingml/2006/main">
              <a:ext uri="{FF2B5EF4-FFF2-40B4-BE49-F238E27FC236}">
                <a16:creationId xmlns:a16="http://schemas.microsoft.com/office/drawing/2014/main" id="{63BC3480-83B0-44F1-860C-F07BE22F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10" name="text-929">
            <a:extLst xmlns:a="http://schemas.openxmlformats.org/drawingml/2006/main">
              <a:ext uri="{FF2B5EF4-FFF2-40B4-BE49-F238E27FC236}">
                <a16:creationId xmlns:a16="http://schemas.microsoft.com/office/drawing/2014/main" id="{BDC6F8BF-336A-4CAD-9035-A2727057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11" name="text-930">
            <a:extLst xmlns:a="http://schemas.openxmlformats.org/drawingml/2006/main">
              <a:ext uri="{FF2B5EF4-FFF2-40B4-BE49-F238E27FC236}">
                <a16:creationId xmlns:a16="http://schemas.microsoft.com/office/drawing/2014/main" id="{12A31361-DBA5-4A48-A6DB-F106C33E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31">
            <a:extLst xmlns:a="http://schemas.openxmlformats.org/drawingml/2006/main">
              <a:ext uri="{FF2B5EF4-FFF2-40B4-BE49-F238E27FC236}">
                <a16:creationId xmlns:a16="http://schemas.microsoft.com/office/drawing/2014/main" id="{29D5AF8F-E7F6-417F-8394-35F2800B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932">
            <a:extLst xmlns:a="http://schemas.openxmlformats.org/drawingml/2006/main">
              <a:ext uri="{FF2B5EF4-FFF2-40B4-BE49-F238E27FC236}">
                <a16:creationId xmlns:a16="http://schemas.microsoft.com/office/drawing/2014/main" id="{6AC19790-AB5B-4419-9924-C0047DE8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933">
            <a:extLst xmlns:a="http://schemas.openxmlformats.org/drawingml/2006/main">
              <a:ext uri="{FF2B5EF4-FFF2-40B4-BE49-F238E27FC236}">
                <a16:creationId xmlns:a16="http://schemas.microsoft.com/office/drawing/2014/main" id="{01259312-2861-45AC-9AB9-95A1F9D0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934">
            <a:extLst xmlns:a="http://schemas.openxmlformats.org/drawingml/2006/main">
              <a:ext uri="{FF2B5EF4-FFF2-40B4-BE49-F238E27FC236}">
                <a16:creationId xmlns:a16="http://schemas.microsoft.com/office/drawing/2014/main" id="{A19B7891-C428-4A4F-AF4A-21D4DF8A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6" name="text-935">
            <a:extLst xmlns:a="http://schemas.openxmlformats.org/drawingml/2006/main">
              <a:ext uri="{FF2B5EF4-FFF2-40B4-BE49-F238E27FC236}">
                <a16:creationId xmlns:a16="http://schemas.microsoft.com/office/drawing/2014/main" id="{208201AB-7440-4480-AA48-51C46B1D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7" name="text-936">
            <a:extLst xmlns:a="http://schemas.openxmlformats.org/drawingml/2006/main">
              <a:ext uri="{FF2B5EF4-FFF2-40B4-BE49-F238E27FC236}">
                <a16:creationId xmlns:a16="http://schemas.microsoft.com/office/drawing/2014/main" id="{6C1725F9-1E1C-4B08-A012-4293A071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937">
            <a:extLst xmlns:a="http://schemas.openxmlformats.org/drawingml/2006/main">
              <a:ext uri="{FF2B5EF4-FFF2-40B4-BE49-F238E27FC236}">
                <a16:creationId xmlns:a16="http://schemas.microsoft.com/office/drawing/2014/main" id="{1E6A9BC4-3161-427D-B797-35B1D3C6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938">
            <a:extLst xmlns:a="http://schemas.openxmlformats.org/drawingml/2006/main">
              <a:ext uri="{FF2B5EF4-FFF2-40B4-BE49-F238E27FC236}">
                <a16:creationId xmlns:a16="http://schemas.microsoft.com/office/drawing/2014/main" id="{0CD4DA2E-C683-40BD-BDB6-25DFD6D61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939">
            <a:extLst xmlns:a="http://schemas.openxmlformats.org/drawingml/2006/main">
              <a:ext uri="{FF2B5EF4-FFF2-40B4-BE49-F238E27FC236}">
                <a16:creationId xmlns:a16="http://schemas.microsoft.com/office/drawing/2014/main" id="{1F370D3B-B72F-4929-8AA8-A3E1803C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940">
            <a:extLst xmlns:a="http://schemas.openxmlformats.org/drawingml/2006/main">
              <a:ext uri="{FF2B5EF4-FFF2-40B4-BE49-F238E27FC236}">
                <a16:creationId xmlns:a16="http://schemas.microsoft.com/office/drawing/2014/main" id="{BB8A0682-8563-4DCC-9583-B829B173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22" name="text-941">
            <a:extLst xmlns:a="http://schemas.openxmlformats.org/drawingml/2006/main">
              <a:ext uri="{FF2B5EF4-FFF2-40B4-BE49-F238E27FC236}">
                <a16:creationId xmlns:a16="http://schemas.microsoft.com/office/drawing/2014/main" id="{7F2EFA60-D209-46E2-8172-E6333BE9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23" name="text-942">
            <a:extLst xmlns:a="http://schemas.openxmlformats.org/drawingml/2006/main">
              <a:ext uri="{FF2B5EF4-FFF2-40B4-BE49-F238E27FC236}">
                <a16:creationId xmlns:a16="http://schemas.microsoft.com/office/drawing/2014/main" id="{A526F3A1-5CE3-4DEC-A55E-D3719DE1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943">
            <a:extLst xmlns:a="http://schemas.openxmlformats.org/drawingml/2006/main">
              <a:ext uri="{FF2B5EF4-FFF2-40B4-BE49-F238E27FC236}">
                <a16:creationId xmlns:a16="http://schemas.microsoft.com/office/drawing/2014/main" id="{9C7F95C5-3075-4CFF-98C4-84E11D74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944">
            <a:extLst xmlns:a="http://schemas.openxmlformats.org/drawingml/2006/main">
              <a:ext uri="{FF2B5EF4-FFF2-40B4-BE49-F238E27FC236}">
                <a16:creationId xmlns:a16="http://schemas.microsoft.com/office/drawing/2014/main" id="{A0D8DAD7-ADF6-4722-BD0A-A2F6CFA2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945">
            <a:extLst xmlns:a="http://schemas.openxmlformats.org/drawingml/2006/main">
              <a:ext uri="{FF2B5EF4-FFF2-40B4-BE49-F238E27FC236}">
                <a16:creationId xmlns:a16="http://schemas.microsoft.com/office/drawing/2014/main" id="{F0E004F0-6BB9-49E7-9F1D-DD99F814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946">
            <a:extLst xmlns:a="http://schemas.openxmlformats.org/drawingml/2006/main">
              <a:ext uri="{FF2B5EF4-FFF2-40B4-BE49-F238E27FC236}">
                <a16:creationId xmlns:a16="http://schemas.microsoft.com/office/drawing/2014/main" id="{0AB0B49A-F8EB-4C79-BEFE-7115EBF01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8" name="text-947">
            <a:extLst xmlns:a="http://schemas.openxmlformats.org/drawingml/2006/main">
              <a:ext uri="{FF2B5EF4-FFF2-40B4-BE49-F238E27FC236}">
                <a16:creationId xmlns:a16="http://schemas.microsoft.com/office/drawing/2014/main" id="{613BE53C-7A5C-4A16-8D76-69329BEA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9" name="text-948">
            <a:extLst xmlns:a="http://schemas.openxmlformats.org/drawingml/2006/main">
              <a:ext uri="{FF2B5EF4-FFF2-40B4-BE49-F238E27FC236}">
                <a16:creationId xmlns:a16="http://schemas.microsoft.com/office/drawing/2014/main" id="{8F9DEF2D-0D0C-4EA1-B5CD-7E27681E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5477665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949">
            <a:extLst xmlns:a="http://schemas.openxmlformats.org/drawingml/2006/main">
              <a:ext uri="{FF2B5EF4-FFF2-40B4-BE49-F238E27FC236}">
                <a16:creationId xmlns:a16="http://schemas.microsoft.com/office/drawing/2014/main" id="{EA5CD4C0-D33D-4D33-810A-A2144915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26D88E1-8893-4B7A-83C3-9EF6BA1DF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38" name="shape-95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951">
            <a:extLst xmlns:a="http://schemas.openxmlformats.org/drawingml/2006/main">
              <a:ext uri="{FF2B5EF4-FFF2-40B4-BE49-F238E27FC236}">
                <a16:creationId xmlns:a16="http://schemas.microsoft.com/office/drawing/2014/main" id="{F9DF2A71-DECF-42BE-85FA-E113A49E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FE48343-CDBF-4FF9-A009-9EE550DA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952">
            <a:extLst xmlns:a="http://schemas.openxmlformats.org/drawingml/2006/main">
              <a:ext uri="{FF2B5EF4-FFF2-40B4-BE49-F238E27FC236}">
                <a16:creationId xmlns:a16="http://schemas.microsoft.com/office/drawing/2014/main" id="{1E4B7E29-A075-46EE-BC22-ED0817C2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953">
            <a:extLst xmlns:a="http://schemas.openxmlformats.org/drawingml/2006/main">
              <a:ext uri="{FF2B5EF4-FFF2-40B4-BE49-F238E27FC236}">
                <a16:creationId xmlns:a16="http://schemas.microsoft.com/office/drawing/2014/main" id="{2262953D-A02E-49F9-A305-4D23843B0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54">
            <a:extLst xmlns:a="http://schemas.openxmlformats.org/drawingml/2006/main">
              <a:ext uri="{FF2B5EF4-FFF2-40B4-BE49-F238E27FC236}">
                <a16:creationId xmlns:a16="http://schemas.microsoft.com/office/drawing/2014/main" id="{2C3797CB-5BAE-42C1-A775-C9A9A523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55">
            <a:extLst xmlns:a="http://schemas.openxmlformats.org/drawingml/2006/main">
              <a:ext uri="{FF2B5EF4-FFF2-40B4-BE49-F238E27FC236}">
                <a16:creationId xmlns:a16="http://schemas.microsoft.com/office/drawing/2014/main" id="{F2C94C64-3DDC-4F07-837B-8D1C7AC0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10" name="text-956">
            <a:extLst xmlns:a="http://schemas.openxmlformats.org/drawingml/2006/main">
              <a:ext uri="{FF2B5EF4-FFF2-40B4-BE49-F238E27FC236}">
                <a16:creationId xmlns:a16="http://schemas.microsoft.com/office/drawing/2014/main" id="{5E25C419-6CA5-4688-BCE1-CF7EF7DB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11" name="text-957">
            <a:extLst xmlns:a="http://schemas.openxmlformats.org/drawingml/2006/main">
              <a:ext uri="{FF2B5EF4-FFF2-40B4-BE49-F238E27FC236}">
                <a16:creationId xmlns:a16="http://schemas.microsoft.com/office/drawing/2014/main" id="{1B07E027-838C-4FEC-A7F1-953B7984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58">
            <a:extLst xmlns:a="http://schemas.openxmlformats.org/drawingml/2006/main">
              <a:ext uri="{FF2B5EF4-FFF2-40B4-BE49-F238E27FC236}">
                <a16:creationId xmlns:a16="http://schemas.microsoft.com/office/drawing/2014/main" id="{0F3DB467-70AA-4086-8286-83F9709B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959">
            <a:extLst xmlns:a="http://schemas.openxmlformats.org/drawingml/2006/main">
              <a:ext uri="{FF2B5EF4-FFF2-40B4-BE49-F238E27FC236}">
                <a16:creationId xmlns:a16="http://schemas.microsoft.com/office/drawing/2014/main" id="{79C84D20-8E9F-4662-9FD3-BEEF960C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960">
            <a:extLst xmlns:a="http://schemas.openxmlformats.org/drawingml/2006/main">
              <a:ext uri="{FF2B5EF4-FFF2-40B4-BE49-F238E27FC236}">
                <a16:creationId xmlns:a16="http://schemas.microsoft.com/office/drawing/2014/main" id="{8FA1666B-BC01-4A8B-BE76-9A415ACF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961">
            <a:extLst xmlns:a="http://schemas.openxmlformats.org/drawingml/2006/main">
              <a:ext uri="{FF2B5EF4-FFF2-40B4-BE49-F238E27FC236}">
                <a16:creationId xmlns:a16="http://schemas.microsoft.com/office/drawing/2014/main" id="{3AD9F290-2BF4-4721-BF21-10FB4011F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6" name="text-962">
            <a:extLst xmlns:a="http://schemas.openxmlformats.org/drawingml/2006/main">
              <a:ext uri="{FF2B5EF4-FFF2-40B4-BE49-F238E27FC236}">
                <a16:creationId xmlns:a16="http://schemas.microsoft.com/office/drawing/2014/main" id="{83F7CC02-ED45-43D7-B01F-D6B9B899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7" name="text-963">
            <a:extLst xmlns:a="http://schemas.openxmlformats.org/drawingml/2006/main">
              <a:ext uri="{FF2B5EF4-FFF2-40B4-BE49-F238E27FC236}">
                <a16:creationId xmlns:a16="http://schemas.microsoft.com/office/drawing/2014/main" id="{12D2F207-0905-4D27-8181-826DB127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964">
            <a:extLst xmlns:a="http://schemas.openxmlformats.org/drawingml/2006/main">
              <a:ext uri="{FF2B5EF4-FFF2-40B4-BE49-F238E27FC236}">
                <a16:creationId xmlns:a16="http://schemas.microsoft.com/office/drawing/2014/main" id="{B1073CB6-E41A-46A8-8EB1-7817116D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965">
            <a:extLst xmlns:a="http://schemas.openxmlformats.org/drawingml/2006/main">
              <a:ext uri="{FF2B5EF4-FFF2-40B4-BE49-F238E27FC236}">
                <a16:creationId xmlns:a16="http://schemas.microsoft.com/office/drawing/2014/main" id="{9A2F05DB-D39E-48A0-A68B-4500B0EB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966">
            <a:extLst xmlns:a="http://schemas.openxmlformats.org/drawingml/2006/main">
              <a:ext uri="{FF2B5EF4-FFF2-40B4-BE49-F238E27FC236}">
                <a16:creationId xmlns:a16="http://schemas.microsoft.com/office/drawing/2014/main" id="{D06EE075-757C-45F4-8838-83F99E27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967">
            <a:extLst xmlns:a="http://schemas.openxmlformats.org/drawingml/2006/main">
              <a:ext uri="{FF2B5EF4-FFF2-40B4-BE49-F238E27FC236}">
                <a16:creationId xmlns:a16="http://schemas.microsoft.com/office/drawing/2014/main" id="{6E8640DD-94D7-4493-BACE-9D49387F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22" name="text-968">
            <a:extLst xmlns:a="http://schemas.openxmlformats.org/drawingml/2006/main">
              <a:ext uri="{FF2B5EF4-FFF2-40B4-BE49-F238E27FC236}">
                <a16:creationId xmlns:a16="http://schemas.microsoft.com/office/drawing/2014/main" id="{5CEB4E58-D2EC-4D4B-97DD-8451A340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23" name="text-969">
            <a:extLst xmlns:a="http://schemas.openxmlformats.org/drawingml/2006/main">
              <a:ext uri="{FF2B5EF4-FFF2-40B4-BE49-F238E27FC236}">
                <a16:creationId xmlns:a16="http://schemas.microsoft.com/office/drawing/2014/main" id="{A2CCCC79-8155-4A47-92C1-CE9B5388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970">
            <a:extLst xmlns:a="http://schemas.openxmlformats.org/drawingml/2006/main">
              <a:ext uri="{FF2B5EF4-FFF2-40B4-BE49-F238E27FC236}">
                <a16:creationId xmlns:a16="http://schemas.microsoft.com/office/drawing/2014/main" id="{0E350468-BFC6-44A4-BC99-3227CCA5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971">
            <a:extLst xmlns:a="http://schemas.openxmlformats.org/drawingml/2006/main">
              <a:ext uri="{FF2B5EF4-FFF2-40B4-BE49-F238E27FC236}">
                <a16:creationId xmlns:a16="http://schemas.microsoft.com/office/drawing/2014/main" id="{4D4F2EFB-2A3C-49AD-8BD7-7D1B752C3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972">
            <a:extLst xmlns:a="http://schemas.openxmlformats.org/drawingml/2006/main">
              <a:ext uri="{FF2B5EF4-FFF2-40B4-BE49-F238E27FC236}">
                <a16:creationId xmlns:a16="http://schemas.microsoft.com/office/drawing/2014/main" id="{C1669881-56CA-4A62-911E-D22A5E25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973">
            <a:extLst xmlns:a="http://schemas.openxmlformats.org/drawingml/2006/main">
              <a:ext uri="{FF2B5EF4-FFF2-40B4-BE49-F238E27FC236}">
                <a16:creationId xmlns:a16="http://schemas.microsoft.com/office/drawing/2014/main" id="{5CBDC865-3195-440B-8BF2-0BA3B115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8" name="text-974">
            <a:extLst xmlns:a="http://schemas.openxmlformats.org/drawingml/2006/main">
              <a:ext uri="{FF2B5EF4-FFF2-40B4-BE49-F238E27FC236}">
                <a16:creationId xmlns:a16="http://schemas.microsoft.com/office/drawing/2014/main" id="{C7A324FB-D4CC-49C9-B12F-5084ADEC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9" name="text-975">
            <a:extLst xmlns:a="http://schemas.openxmlformats.org/drawingml/2006/main">
              <a:ext uri="{FF2B5EF4-FFF2-40B4-BE49-F238E27FC236}">
                <a16:creationId xmlns:a16="http://schemas.microsoft.com/office/drawing/2014/main" id="{4642ABB6-99A3-4B71-87F2-21DDC6406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976">
            <a:extLst xmlns:a="http://schemas.openxmlformats.org/drawingml/2006/main">
              <a:ext uri="{FF2B5EF4-FFF2-40B4-BE49-F238E27FC236}">
                <a16:creationId xmlns:a16="http://schemas.microsoft.com/office/drawing/2014/main" id="{BC741145-8729-4ECB-A55C-2AD882C1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977">
            <a:extLst xmlns:a="http://schemas.openxmlformats.org/drawingml/2006/main">
              <a:ext uri="{FF2B5EF4-FFF2-40B4-BE49-F238E27FC236}">
                <a16:creationId xmlns:a16="http://schemas.microsoft.com/office/drawing/2014/main" id="{64FED18F-2F6E-419E-B400-4EB18612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978">
            <a:extLst xmlns:a="http://schemas.openxmlformats.org/drawingml/2006/main">
              <a:ext uri="{FF2B5EF4-FFF2-40B4-BE49-F238E27FC236}">
                <a16:creationId xmlns:a16="http://schemas.microsoft.com/office/drawing/2014/main" id="{BAA8171D-A802-4EB3-883C-804521861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979">
            <a:extLst xmlns:a="http://schemas.openxmlformats.org/drawingml/2006/main">
              <a:ext uri="{FF2B5EF4-FFF2-40B4-BE49-F238E27FC236}">
                <a16:creationId xmlns:a16="http://schemas.microsoft.com/office/drawing/2014/main" id="{EA9A1EA1-C15A-487C-8667-DF049069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980">
            <a:extLst xmlns:a="http://schemas.openxmlformats.org/drawingml/2006/main">
              <a:ext uri="{FF2B5EF4-FFF2-40B4-BE49-F238E27FC236}">
                <a16:creationId xmlns:a16="http://schemas.microsoft.com/office/drawing/2014/main" id="{C31C1E58-8001-476D-A587-D07A788C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35" name="text-981">
            <a:extLst xmlns:a="http://schemas.openxmlformats.org/drawingml/2006/main">
              <a:ext uri="{FF2B5EF4-FFF2-40B4-BE49-F238E27FC236}">
                <a16:creationId xmlns:a16="http://schemas.microsoft.com/office/drawing/2014/main" id="{ABB4B1FA-1159-4937-92C0-0081C73B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6209213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982">
            <a:extLst xmlns:a="http://schemas.openxmlformats.org/drawingml/2006/main">
              <a:ext uri="{FF2B5EF4-FFF2-40B4-BE49-F238E27FC236}">
                <a16:creationId xmlns:a16="http://schemas.microsoft.com/office/drawing/2014/main" id="{BA0D8018-2F47-45C1-A573-0F481FD84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HUMAN CONTROL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5B0471-1060-45BA-9800-E31825E3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人在迴路：三種情況一定要停一下</a:t>
            </a:r>
          </a:p>
        </p:txBody>
      </p:sp>
      <p:cxnSp>
        <p:nvCxnSpPr>
          <p:cNvPr id="20" name="shape-9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984">
            <a:extLst xmlns:a="http://schemas.openxmlformats.org/drawingml/2006/main">
              <a:ext uri="{FF2B5EF4-FFF2-40B4-BE49-F238E27FC236}">
                <a16:creationId xmlns:a16="http://schemas.microsoft.com/office/drawing/2014/main" id="{D9585486-1E2C-4FF1-95F3-CDB7E15D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8A13A8-A541-4CF9-9DC2-720D4286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985">
            <a:extLst xmlns:a="http://schemas.openxmlformats.org/drawingml/2006/main">
              <a:ext uri="{FF2B5EF4-FFF2-40B4-BE49-F238E27FC236}">
                <a16:creationId xmlns:a16="http://schemas.microsoft.com/office/drawing/2014/main" id="{6E2FA7FF-0A9B-4629-B97D-15B76FC3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986">
            <a:extLst xmlns:a="http://schemas.openxmlformats.org/drawingml/2006/main">
              <a:ext uri="{FF2B5EF4-FFF2-40B4-BE49-F238E27FC236}">
                <a16:creationId xmlns:a16="http://schemas.microsoft.com/office/drawing/2014/main" id="{D8ADC95B-BFF8-45AC-8064-D3D70EC2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8" name="text-987">
            <a:extLst xmlns:a="http://schemas.openxmlformats.org/drawingml/2006/main">
              <a:ext uri="{FF2B5EF4-FFF2-40B4-BE49-F238E27FC236}">
                <a16:creationId xmlns:a16="http://schemas.microsoft.com/office/drawing/2014/main" id="{7CE709F3-D0F7-4F38-8477-7C26D432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不可逆</a:t>
            </a:r>
          </a:p>
        </p:txBody>
      </p:sp>
      <p:sp>
        <p:nvSpPr>
          <p:cNvPr id="9" name="text-988">
            <a:extLst xmlns:a="http://schemas.openxmlformats.org/drawingml/2006/main">
              <a:ext uri="{FF2B5EF4-FFF2-40B4-BE49-F238E27FC236}">
                <a16:creationId xmlns:a16="http://schemas.microsoft.com/office/drawing/2014/main" id="{B2B45373-ECB8-48A6-B5CE-75A02B00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刪除、覆寫、公開發布、寄信、上傳、改權限。</a:t>
            </a:r>
          </a:p>
        </p:txBody>
      </p:sp>
      <p:sp>
        <p:nvSpPr>
          <p:cNvPr id="10" name="shape-989">
            <a:extLst xmlns:a="http://schemas.openxmlformats.org/drawingml/2006/main">
              <a:ext uri="{FF2B5EF4-FFF2-40B4-BE49-F238E27FC236}">
                <a16:creationId xmlns:a16="http://schemas.microsoft.com/office/drawing/2014/main" id="{72BA2A0C-1359-4710-A3FE-27499A0B2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990">
            <a:extLst xmlns:a="http://schemas.openxmlformats.org/drawingml/2006/main">
              <a:ext uri="{FF2B5EF4-FFF2-40B4-BE49-F238E27FC236}">
                <a16:creationId xmlns:a16="http://schemas.microsoft.com/office/drawing/2014/main" id="{7BA1E006-48A4-4C36-9BE1-2C2481E9F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SAFE</a:t>
            </a:r>
          </a:p>
        </p:txBody>
      </p:sp>
      <p:sp>
        <p:nvSpPr>
          <p:cNvPr id="12" name="text-991">
            <a:extLst xmlns:a="http://schemas.openxmlformats.org/drawingml/2006/main">
              <a:ext uri="{FF2B5EF4-FFF2-40B4-BE49-F238E27FC236}">
                <a16:creationId xmlns:a16="http://schemas.microsoft.com/office/drawing/2014/main" id="{BB840091-2BB2-4B10-9968-DB728030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敏感</a:t>
            </a:r>
          </a:p>
        </p:txBody>
      </p:sp>
      <p:sp>
        <p:nvSpPr>
          <p:cNvPr id="13" name="text-992">
            <a:extLst xmlns:a="http://schemas.openxmlformats.org/drawingml/2006/main">
              <a:ext uri="{FF2B5EF4-FFF2-40B4-BE49-F238E27FC236}">
                <a16:creationId xmlns:a16="http://schemas.microsoft.com/office/drawing/2014/main" id="{C24E0A2F-AAA7-472B-85E4-7A2C9C19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學生個資、成績、未公開研究、帳號與金鑰。</a:t>
            </a:r>
          </a:p>
        </p:txBody>
      </p:sp>
      <p:sp>
        <p:nvSpPr>
          <p:cNvPr id="14" name="shape-993">
            <a:extLst xmlns:a="http://schemas.openxmlformats.org/drawingml/2006/main">
              <a:ext uri="{FF2B5EF4-FFF2-40B4-BE49-F238E27FC236}">
                <a16:creationId xmlns:a16="http://schemas.microsoft.com/office/drawing/2014/main" id="{28F41DD5-F53C-4849-B724-E48C1908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994">
            <a:extLst xmlns:a="http://schemas.openxmlformats.org/drawingml/2006/main">
              <a:ext uri="{FF2B5EF4-FFF2-40B4-BE49-F238E27FC236}">
                <a16:creationId xmlns:a16="http://schemas.microsoft.com/office/drawing/2014/main" id="{83D22316-03BB-4BC7-9563-8DEE4ECFB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ASK</a:t>
            </a:r>
          </a:p>
        </p:txBody>
      </p:sp>
      <p:sp>
        <p:nvSpPr>
          <p:cNvPr id="16" name="text-995">
            <a:extLst xmlns:a="http://schemas.openxmlformats.org/drawingml/2006/main">
              <a:ext uri="{FF2B5EF4-FFF2-40B4-BE49-F238E27FC236}">
                <a16:creationId xmlns:a16="http://schemas.microsoft.com/office/drawing/2014/main" id="{7C4E982A-FCAD-4C11-94EA-3214A2B6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高影響</a:t>
            </a:r>
          </a:p>
        </p:txBody>
      </p:sp>
      <p:sp>
        <p:nvSpPr>
          <p:cNvPr id="17" name="text-996">
            <a:extLst xmlns:a="http://schemas.openxmlformats.org/drawingml/2006/main">
              <a:ext uri="{FF2B5EF4-FFF2-40B4-BE49-F238E27FC236}">
                <a16:creationId xmlns:a16="http://schemas.microsoft.com/office/drawing/2014/main" id="{6BB3A7A1-68A9-4E46-9095-5CAE66AB8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正式評量、行政決策、倫理或專業判斷。</a:t>
            </a:r>
          </a:p>
        </p:txBody>
      </p:sp>
    </p:spTree>
    <p:extLst>
      <p:ext uri="{BB962C8B-B14F-4D97-AF65-F5344CB8AC3E}">
        <p14:creationId xmlns:p14="http://schemas.microsoft.com/office/powerpoint/2010/main" val="2719100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997">
            <a:extLst xmlns:a="http://schemas.openxmlformats.org/drawingml/2006/main">
              <a:ext uri="{FF2B5EF4-FFF2-40B4-BE49-F238E27FC236}">
                <a16:creationId xmlns:a16="http://schemas.microsoft.com/office/drawing/2014/main" id="{5561E9A3-77A5-429C-9D44-8E90047B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PERSONALITY &amp; STRATEGY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E33F66-945E-41E3-AA99-EF41CC6CC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三大 Agent 的人生交往學：看個性、選伴侶、配任務</a:t>
            </a:r>
          </a:p>
        </p:txBody>
      </p:sp>
      <p:cxnSp>
        <p:nvCxnSpPr>
          <p:cNvPr id="31" name="shape-9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999">
            <a:extLst xmlns:a="http://schemas.openxmlformats.org/drawingml/2006/main">
              <a:ext uri="{FF2B5EF4-FFF2-40B4-BE49-F238E27FC236}">
                <a16:creationId xmlns:a16="http://schemas.microsoft.com/office/drawing/2014/main" id="{2D4500EA-1236-4FF0-8F47-929234F1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F8FE842-D12D-4741-BCE2-F3794DD35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1000">
            <a:extLst xmlns:a="http://schemas.openxmlformats.org/drawingml/2006/main">
              <a:ext uri="{FF2B5EF4-FFF2-40B4-BE49-F238E27FC236}">
                <a16:creationId xmlns:a16="http://schemas.microsoft.com/office/drawing/2014/main" id="{FCAECA46-F959-40B6-B1E0-836AFB950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001">
            <a:extLst xmlns:a="http://schemas.openxmlformats.org/drawingml/2006/main">
              <a:ext uri="{FF2B5EF4-FFF2-40B4-BE49-F238E27FC236}">
                <a16:creationId xmlns:a16="http://schemas.microsoft.com/office/drawing/2014/main" id="{4C91F96A-2A6B-4B4A-8BAD-D654A78A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02">
            <a:extLst xmlns:a="http://schemas.openxmlformats.org/drawingml/2006/main">
              <a:ext uri="{FF2B5EF4-FFF2-40B4-BE49-F238E27FC236}">
                <a16:creationId xmlns:a16="http://schemas.microsoft.com/office/drawing/2014/main" id="{D69E2FBD-0938-4BF4-9678-DBE181BC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</a:t>
            </a:r>
          </a:p>
        </p:txBody>
      </p:sp>
      <p:sp>
        <p:nvSpPr>
          <p:cNvPr id="9" name="text-1003">
            <a:extLst xmlns:a="http://schemas.openxmlformats.org/drawingml/2006/main">
              <a:ext uri="{FF2B5EF4-FFF2-40B4-BE49-F238E27FC236}">
                <a16:creationId xmlns:a16="http://schemas.microsoft.com/office/drawing/2014/main" id="{3C211915-DA03-4AF9-A97F-35A04DA5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Antigravity／Gemini</a:t>
            </a:r>
          </a:p>
        </p:txBody>
      </p:sp>
      <p:sp>
        <p:nvSpPr>
          <p:cNvPr id="10" name="text-1004">
            <a:extLst xmlns:a="http://schemas.openxmlformats.org/drawingml/2006/main">
              <a:ext uri="{FF2B5EF4-FFF2-40B4-BE49-F238E27FC236}">
                <a16:creationId xmlns:a16="http://schemas.microsoft.com/office/drawing/2014/main" id="{ADD82682-913F-4426-A5FF-789A9F3F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人設：熱血年輕弟弟，Flash 模型極速狂飆（速度快 20 倍以上）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優勢：指令秒回、成果驚豔、衝勁十足，快速迭代超爽快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特性：一頭熱不易持久，續航力有限（易觸碰冷卻輪數）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最適合：靈感衝刺、快速原型、短平快修復、小步快跑</a:t>
            </a:r>
          </a:p>
        </p:txBody>
      </p:sp>
      <p:sp>
        <p:nvSpPr>
          <p:cNvPr id="11" name="shape-1005">
            <a:extLst xmlns:a="http://schemas.openxmlformats.org/drawingml/2006/main">
              <a:ext uri="{FF2B5EF4-FFF2-40B4-BE49-F238E27FC236}">
                <a16:creationId xmlns:a16="http://schemas.microsoft.com/office/drawing/2014/main" id="{541D79CD-2DBE-4A28-A9CA-F2B303E5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2" name="shape-1006">
            <a:extLst xmlns:a="http://schemas.openxmlformats.org/drawingml/2006/main">
              <a:ext uri="{FF2B5EF4-FFF2-40B4-BE49-F238E27FC236}">
                <a16:creationId xmlns:a16="http://schemas.microsoft.com/office/drawing/2014/main" id="{79D48FDA-B6AD-45BE-B8BA-073951E8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1007">
            <a:extLst xmlns:a="http://schemas.openxmlformats.org/drawingml/2006/main">
              <a:ext uri="{FF2B5EF4-FFF2-40B4-BE49-F238E27FC236}">
                <a16:creationId xmlns:a16="http://schemas.microsoft.com/office/drawing/2014/main" id="{0209A1EE-4C7B-4023-9C60-0CE18276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4" name="text-1008">
            <a:extLst xmlns:a="http://schemas.openxmlformats.org/drawingml/2006/main">
              <a:ext uri="{FF2B5EF4-FFF2-40B4-BE49-F238E27FC236}">
                <a16:creationId xmlns:a16="http://schemas.microsoft.com/office/drawing/2014/main" id="{608DEA00-3F96-4D16-943C-E481ADB2A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5" name="text-1009">
            <a:extLst xmlns:a="http://schemas.openxmlformats.org/drawingml/2006/main">
              <a:ext uri="{FF2B5EF4-FFF2-40B4-BE49-F238E27FC236}">
                <a16:creationId xmlns:a16="http://schemas.microsoft.com/office/drawing/2014/main" id="{27DF8DE6-3318-487E-88E7-C6344CB9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人設：成熟穩重的終身伴侶，進入細水長流的婚姻穩定期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優勢：極致沉穩可靠，代碼與長鏈任務完全不用擔心翻車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特性：少突發驚喜，Token 燒完必須耐心等每週週期重置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最適合：大型系統重構、複雜多檔分析、關鍵高難度任務</a:t>
            </a:r>
          </a:p>
        </p:txBody>
      </p:sp>
      <p:sp>
        <p:nvSpPr>
          <p:cNvPr id="16" name="shape-1010">
            <a:extLst xmlns:a="http://schemas.openxmlformats.org/drawingml/2006/main">
              <a:ext uri="{FF2B5EF4-FFF2-40B4-BE49-F238E27FC236}">
                <a16:creationId xmlns:a16="http://schemas.microsoft.com/office/drawing/2014/main" id="{FB6F82BA-84E2-4755-A4E6-4AB571C8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shape-1011">
            <a:extLst xmlns:a="http://schemas.openxmlformats.org/drawingml/2006/main">
              <a:ext uri="{FF2B5EF4-FFF2-40B4-BE49-F238E27FC236}">
                <a16:creationId xmlns:a16="http://schemas.microsoft.com/office/drawing/2014/main" id="{76E3D6A4-C28C-462F-8872-411DF2E26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1012">
            <a:extLst xmlns:a="http://schemas.openxmlformats.org/drawingml/2006/main">
              <a:ext uri="{FF2B5EF4-FFF2-40B4-BE49-F238E27FC236}">
                <a16:creationId xmlns:a16="http://schemas.microsoft.com/office/drawing/2014/main" id="{DA0CD096-29AF-4652-A54D-0F94F9FF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X</a:t>
            </a:r>
          </a:p>
        </p:txBody>
      </p:sp>
      <p:sp>
        <p:nvSpPr>
          <p:cNvPr id="19" name="text-1013">
            <a:extLst xmlns:a="http://schemas.openxmlformats.org/drawingml/2006/main">
              <a:ext uri="{FF2B5EF4-FFF2-40B4-BE49-F238E27FC236}">
                <a16:creationId xmlns:a16="http://schemas.microsoft.com/office/drawing/2014/main" id="{97EC28FD-03F7-4384-983F-A8F8CF5D9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Codex／ChatGPT</a:t>
            </a:r>
          </a:p>
        </p:txBody>
      </p:sp>
      <p:sp>
        <p:nvSpPr>
          <p:cNvPr id="20" name="text-1014">
            <a:extLst xmlns:a="http://schemas.openxmlformats.org/drawingml/2006/main">
              <a:ext uri="{FF2B5EF4-FFF2-40B4-BE49-F238E27FC236}">
                <a16:creationId xmlns:a16="http://schemas.microsoft.com/office/drawing/2014/main" id="{5F440593-3DA6-4D6A-9C47-0811CDC2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6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人設：變化性最大、彈性極高的情人，可切換 1.5 倍速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優勢：支援原生語音流暢口述，要快要穩隨心所欲靈活切換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亮點：常有重置驚喜與 100% 回檔彈性，讓你隨時接關做下去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最適合：日常研究輔助、互動工具、語音實作、頻繁試錯</a:t>
            </a:r>
          </a:p>
        </p:txBody>
      </p:sp>
      <p:sp>
        <p:nvSpPr>
          <p:cNvPr id="21" name="text-1839">
            <a:extLst xmlns:a="http://schemas.openxmlformats.org/drawingml/2006/main">
              <a:ext uri="{FF2B5EF4-FFF2-40B4-BE49-F238E27FC236}">
                <a16:creationId xmlns:a16="http://schemas.microsoft.com/office/drawing/2014/main" id="{6C3118C1-F974-486A-9EE0-C0C45A7F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ac6d2c27b4f4482"/>
              </a:rPr>
              <a:t>Antigravity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a17ea3fc634014"/>
              </a:rPr>
              <a:t>Codex ↗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6ccfcef5bec4a7d"/>
              </a:rPr>
              <a:t>Claude ↗</a:t>
            </a:r>
          </a:p>
        </p:txBody>
      </p:sp>
      <p:sp>
        <p:nvSpPr>
          <p:cNvPr id="22" name="shape-1873">
            <a:extLst xmlns:a="http://schemas.openxmlformats.org/drawingml/2006/main">
              <a:ext uri="{FF2B5EF4-FFF2-40B4-BE49-F238E27FC236}">
                <a16:creationId xmlns:a16="http://schemas.microsoft.com/office/drawing/2014/main" id="{3BB0B41A-5BD1-4E8E-8FCF-44E9536C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313e0db66d4f8b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874">
            <a:extLst xmlns:a="http://schemas.openxmlformats.org/drawingml/2006/main">
              <a:ext uri="{FF2B5EF4-FFF2-40B4-BE49-F238E27FC236}">
                <a16:creationId xmlns:a16="http://schemas.microsoft.com/office/drawing/2014/main" id="{798ECE0E-4C44-41CB-BFE9-2039D274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e28870e6434236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875">
            <a:extLst xmlns:a="http://schemas.openxmlformats.org/drawingml/2006/main">
              <a:ext uri="{FF2B5EF4-FFF2-40B4-BE49-F238E27FC236}">
                <a16:creationId xmlns:a16="http://schemas.microsoft.com/office/drawing/2014/main" id="{56B315E0-8BEB-4CC7-B597-0DC5D6DB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4732c5f314e02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1876">
            <a:extLst xmlns:a="http://schemas.openxmlformats.org/drawingml/2006/main">
              <a:ext uri="{FF2B5EF4-FFF2-40B4-BE49-F238E27FC236}">
                <a16:creationId xmlns:a16="http://schemas.microsoft.com/office/drawing/2014/main" id="{9A945430-8462-444A-82ED-D31C1F6D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</p:spTree>
    <p:extLst>
      <p:ext uri="{BB962C8B-B14F-4D97-AF65-F5344CB8AC3E}">
        <p14:creationId xmlns:p14="http://schemas.microsoft.com/office/powerpoint/2010/main" val="17216288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015">
            <a:extLst xmlns:a="http://schemas.openxmlformats.org/drawingml/2006/main">
              <a:ext uri="{FF2B5EF4-FFF2-40B4-BE49-F238E27FC236}">
                <a16:creationId xmlns:a16="http://schemas.microsoft.com/office/drawing/2014/main" id="{37AB86D4-8B40-4285-B71D-498553C6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9140CC-8906-473F-894F-E6F312B8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10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17">
            <a:extLst xmlns:a="http://schemas.openxmlformats.org/drawingml/2006/main">
              <a:ext uri="{FF2B5EF4-FFF2-40B4-BE49-F238E27FC236}">
                <a16:creationId xmlns:a16="http://schemas.microsoft.com/office/drawing/2014/main" id="{DB5A5695-BDBC-4BD0-A199-7EA75B64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07047F4-3793-4099-BCDC-6284AACAF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shape-1018">
            <a:extLst xmlns:a="http://schemas.openxmlformats.org/drawingml/2006/main">
              <a:ext uri="{FF2B5EF4-FFF2-40B4-BE49-F238E27FC236}">
                <a16:creationId xmlns:a16="http://schemas.microsoft.com/office/drawing/2014/main" id="{4205C3DE-7B2C-4CF6-A388-673E5D457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019">
            <a:extLst xmlns:a="http://schemas.openxmlformats.org/drawingml/2006/main">
              <a:ext uri="{FF2B5EF4-FFF2-40B4-BE49-F238E27FC236}">
                <a16:creationId xmlns:a16="http://schemas.microsoft.com/office/drawing/2014/main" id="{69EA49DE-6765-499B-80F3-88C790C64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020">
            <a:extLst xmlns:a="http://schemas.openxmlformats.org/drawingml/2006/main">
              <a:ext uri="{FF2B5EF4-FFF2-40B4-BE49-F238E27FC236}">
                <a16:creationId xmlns:a16="http://schemas.microsoft.com/office/drawing/2014/main" id="{6D2599FB-1737-480B-B804-215EB7911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1021">
            <a:extLst xmlns:a="http://schemas.openxmlformats.org/drawingml/2006/main">
              <a:ext uri="{FF2B5EF4-FFF2-40B4-BE49-F238E27FC236}">
                <a16:creationId xmlns:a16="http://schemas.microsoft.com/office/drawing/2014/main" id="{A96ADFBB-4B3F-419C-B0F8-5EC356A6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1022">
            <a:extLst xmlns:a="http://schemas.openxmlformats.org/drawingml/2006/main">
              <a:ext uri="{FF2B5EF4-FFF2-40B4-BE49-F238E27FC236}">
                <a16:creationId xmlns:a16="http://schemas.microsoft.com/office/drawing/2014/main" id="{4D73B11D-CD7E-4E2E-B68C-2DFBC0A1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1023">
            <a:extLst xmlns:a="http://schemas.openxmlformats.org/drawingml/2006/main">
              <a:ext uri="{FF2B5EF4-FFF2-40B4-BE49-F238E27FC236}">
                <a16:creationId xmlns:a16="http://schemas.microsoft.com/office/drawing/2014/main" id="{64E23105-5F46-4DC2-A4D4-5AE4374E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1024">
            <a:extLst xmlns:a="http://schemas.openxmlformats.org/drawingml/2006/main">
              <a:ext uri="{FF2B5EF4-FFF2-40B4-BE49-F238E27FC236}">
                <a16:creationId xmlns:a16="http://schemas.microsoft.com/office/drawing/2014/main" id="{5EAF20FE-97EC-4C14-8EFE-D64EE24F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1025">
            <a:extLst xmlns:a="http://schemas.openxmlformats.org/drawingml/2006/main">
              <a:ext uri="{FF2B5EF4-FFF2-40B4-BE49-F238E27FC236}">
                <a16:creationId xmlns:a16="http://schemas.microsoft.com/office/drawing/2014/main" id="{D3804085-6B22-4721-A490-58ADABBA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1026">
            <a:extLst xmlns:a="http://schemas.openxmlformats.org/drawingml/2006/main">
              <a:ext uri="{FF2B5EF4-FFF2-40B4-BE49-F238E27FC236}">
                <a16:creationId xmlns:a16="http://schemas.microsoft.com/office/drawing/2014/main" id="{5155E2F2-8730-4D9D-A6C5-516864B5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17" name="text-1027">
            <a:extLst xmlns:a="http://schemas.openxmlformats.org/drawingml/2006/main">
              <a:ext uri="{FF2B5EF4-FFF2-40B4-BE49-F238E27FC236}">
                <a16:creationId xmlns:a16="http://schemas.microsoft.com/office/drawing/2014/main" id="{FAD4A998-DA3F-4D3B-AEAE-9E67ACB0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1293936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028">
            <a:extLst xmlns:a="http://schemas.openxmlformats.org/drawingml/2006/main">
              <a:ext uri="{FF2B5EF4-FFF2-40B4-BE49-F238E27FC236}">
                <a16:creationId xmlns:a16="http://schemas.microsoft.com/office/drawing/2014/main" id="{46698707-06EF-41CA-9779-D7545A61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1FF91B5-EBDF-4F75-B1F7-8ED677B3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102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30">
            <a:extLst xmlns:a="http://schemas.openxmlformats.org/drawingml/2006/main">
              <a:ext uri="{FF2B5EF4-FFF2-40B4-BE49-F238E27FC236}">
                <a16:creationId xmlns:a16="http://schemas.microsoft.com/office/drawing/2014/main" id="{EE2C219C-839C-4CC2-A789-2A119F564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4A4E012-EB9D-417A-80CE-D5BC85040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031">
            <a:extLst xmlns:a="http://schemas.openxmlformats.org/drawingml/2006/main">
              <a:ext uri="{FF2B5EF4-FFF2-40B4-BE49-F238E27FC236}">
                <a16:creationId xmlns:a16="http://schemas.microsoft.com/office/drawing/2014/main" id="{96E08E1E-34FD-4B46-B0B0-B611C006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1032">
            <a:extLst xmlns:a="http://schemas.openxmlformats.org/drawingml/2006/main">
              <a:ext uri="{FF2B5EF4-FFF2-40B4-BE49-F238E27FC236}">
                <a16:creationId xmlns:a16="http://schemas.microsoft.com/office/drawing/2014/main" id="{1B8BA0F8-44CE-49C3-858F-812BC510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033">
            <a:extLst xmlns:a="http://schemas.openxmlformats.org/drawingml/2006/main">
              <a:ext uri="{FF2B5EF4-FFF2-40B4-BE49-F238E27FC236}">
                <a16:creationId xmlns:a16="http://schemas.microsoft.com/office/drawing/2014/main" id="{689DDCAA-33F3-4162-886D-03BE63DF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1034">
            <a:extLst xmlns:a="http://schemas.openxmlformats.org/drawingml/2006/main">
              <a:ext uri="{FF2B5EF4-FFF2-40B4-BE49-F238E27FC236}">
                <a16:creationId xmlns:a16="http://schemas.microsoft.com/office/drawing/2014/main" id="{966911A3-9C2D-44BB-97AA-FD78A3B5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1035">
            <a:extLst xmlns:a="http://schemas.openxmlformats.org/drawingml/2006/main">
              <a:ext uri="{FF2B5EF4-FFF2-40B4-BE49-F238E27FC236}">
                <a16:creationId xmlns:a16="http://schemas.microsoft.com/office/drawing/2014/main" id="{B9C6E454-E773-4965-8F83-6003E4CF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1036">
            <a:extLst xmlns:a="http://schemas.openxmlformats.org/drawingml/2006/main">
              <a:ext uri="{FF2B5EF4-FFF2-40B4-BE49-F238E27FC236}">
                <a16:creationId xmlns:a16="http://schemas.microsoft.com/office/drawing/2014/main" id="{2D5B13B4-9FF2-46A5-A62F-CA5C59C1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c1380b79bef42ed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4c8305b74e4cf3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037">
            <a:extLst xmlns:a="http://schemas.openxmlformats.org/drawingml/2006/main">
              <a:ext uri="{FF2B5EF4-FFF2-40B4-BE49-F238E27FC236}">
                <a16:creationId xmlns:a16="http://schemas.microsoft.com/office/drawing/2014/main" id="{FFCE4CF3-3FE6-4445-B54C-DCD4FD38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bc5c9c9fc7845e7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764941ee484b36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038">
            <a:extLst xmlns:a="http://schemas.openxmlformats.org/drawingml/2006/main">
              <a:ext uri="{FF2B5EF4-FFF2-40B4-BE49-F238E27FC236}">
                <a16:creationId xmlns:a16="http://schemas.microsoft.com/office/drawing/2014/main" id="{4C7D452F-E34F-4A71-A098-16CB74F2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6" name="text-1039">
            <a:extLst xmlns:a="http://schemas.openxmlformats.org/drawingml/2006/main">
              <a:ext uri="{FF2B5EF4-FFF2-40B4-BE49-F238E27FC236}">
                <a16:creationId xmlns:a16="http://schemas.microsoft.com/office/drawing/2014/main" id="{3B18041B-9273-493F-BE21-19A11C80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1040">
            <a:extLst xmlns:a="http://schemas.openxmlformats.org/drawingml/2006/main">
              <a:ext uri="{FF2B5EF4-FFF2-40B4-BE49-F238E27FC236}">
                <a16:creationId xmlns:a16="http://schemas.microsoft.com/office/drawing/2014/main" id="{BDF2107D-A1C8-4C37-835D-97DF1F42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1041">
            <a:extLst xmlns:a="http://schemas.openxmlformats.org/drawingml/2006/main">
              <a:ext uri="{FF2B5EF4-FFF2-40B4-BE49-F238E27FC236}">
                <a16:creationId xmlns:a16="http://schemas.microsoft.com/office/drawing/2014/main" id="{6C3237F9-5140-4BBA-80CF-EBCFBD5A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1042">
            <a:extLst xmlns:a="http://schemas.openxmlformats.org/drawingml/2006/main">
              <a:ext uri="{FF2B5EF4-FFF2-40B4-BE49-F238E27FC236}">
                <a16:creationId xmlns:a16="http://schemas.microsoft.com/office/drawing/2014/main" id="{4D9C9906-4EAA-4051-90A8-76843800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14c1f9719e249a8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60ad15faaf4476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043">
            <a:extLst xmlns:a="http://schemas.openxmlformats.org/drawingml/2006/main">
              <a:ext uri="{FF2B5EF4-FFF2-40B4-BE49-F238E27FC236}">
                <a16:creationId xmlns:a16="http://schemas.microsoft.com/office/drawing/2014/main" id="{670A5CD4-4927-4BBD-A098-9B91F302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eca50c3c3f444a4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9af15f6d2e465d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044">
            <a:extLst xmlns:a="http://schemas.openxmlformats.org/drawingml/2006/main">
              <a:ext uri="{FF2B5EF4-FFF2-40B4-BE49-F238E27FC236}">
                <a16:creationId xmlns:a16="http://schemas.microsoft.com/office/drawing/2014/main" id="{9DCA89BD-F5A9-47A3-AF54-2E2E3FF9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4" name="text-1045">
            <a:extLst xmlns:a="http://schemas.openxmlformats.org/drawingml/2006/main">
              <a:ext uri="{FF2B5EF4-FFF2-40B4-BE49-F238E27FC236}">
                <a16:creationId xmlns:a16="http://schemas.microsoft.com/office/drawing/2014/main" id="{12D36CCA-3FBD-44C3-9277-C74C4360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1046">
            <a:extLst xmlns:a="http://schemas.openxmlformats.org/drawingml/2006/main">
              <a:ext uri="{FF2B5EF4-FFF2-40B4-BE49-F238E27FC236}">
                <a16:creationId xmlns:a16="http://schemas.microsoft.com/office/drawing/2014/main" id="{D9AFF493-BE21-4ECD-8EA0-B88EFCED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1047">
            <a:extLst xmlns:a="http://schemas.openxmlformats.org/drawingml/2006/main">
              <a:ext uri="{FF2B5EF4-FFF2-40B4-BE49-F238E27FC236}">
                <a16:creationId xmlns:a16="http://schemas.microsoft.com/office/drawing/2014/main" id="{10868F98-5974-4146-8B99-0825776A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1048">
            <a:extLst xmlns:a="http://schemas.openxmlformats.org/drawingml/2006/main">
              <a:ext uri="{FF2B5EF4-FFF2-40B4-BE49-F238E27FC236}">
                <a16:creationId xmlns:a16="http://schemas.microsoft.com/office/drawing/2014/main" id="{DFAE8C58-0C5F-4861-9541-E0640185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7aae300dea948e8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312127ed84aa1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049">
            <a:extLst xmlns:a="http://schemas.openxmlformats.org/drawingml/2006/main">
              <a:ext uri="{FF2B5EF4-FFF2-40B4-BE49-F238E27FC236}">
                <a16:creationId xmlns:a16="http://schemas.microsoft.com/office/drawing/2014/main" id="{030FEEB3-D5EC-4203-B6AF-2F4C9F1B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495f93bdc094571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3a9902c625480e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95712209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050">
            <a:extLst xmlns:a="http://schemas.openxmlformats.org/drawingml/2006/main">
              <a:ext uri="{FF2B5EF4-FFF2-40B4-BE49-F238E27FC236}">
                <a16:creationId xmlns:a16="http://schemas.microsoft.com/office/drawing/2014/main" id="{4C77BF2F-6D58-4FA2-B6A2-5E9CF6536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3C0A68-70CA-427C-8D76-AB054684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105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52">
            <a:extLst xmlns:a="http://schemas.openxmlformats.org/drawingml/2006/main">
              <a:ext uri="{FF2B5EF4-FFF2-40B4-BE49-F238E27FC236}">
                <a16:creationId xmlns:a16="http://schemas.microsoft.com/office/drawing/2014/main" id="{4ADC90D0-BEF4-4F8C-86FB-E4FA0F62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9C5462B-ADD4-47FA-8ED1-58E1D291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text-1053">
            <a:extLst xmlns:a="http://schemas.openxmlformats.org/drawingml/2006/main">
              <a:ext uri="{FF2B5EF4-FFF2-40B4-BE49-F238E27FC236}">
                <a16:creationId xmlns:a16="http://schemas.microsoft.com/office/drawing/2014/main" id="{B0D258AB-E30F-4402-AA2C-6CE76D68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1054">
            <a:extLst xmlns:a="http://schemas.openxmlformats.org/drawingml/2006/main">
              <a:ext uri="{FF2B5EF4-FFF2-40B4-BE49-F238E27FC236}">
                <a16:creationId xmlns:a16="http://schemas.microsoft.com/office/drawing/2014/main" id="{9715DEFC-4ECD-4146-B680-7AD7257C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055">
            <a:extLst xmlns:a="http://schemas.openxmlformats.org/drawingml/2006/main">
              <a:ext uri="{FF2B5EF4-FFF2-40B4-BE49-F238E27FC236}">
                <a16:creationId xmlns:a16="http://schemas.microsoft.com/office/drawing/2014/main" id="{4DECDC44-C7B0-4574-9990-A42F1FAE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1056">
            <a:extLst xmlns:a="http://schemas.openxmlformats.org/drawingml/2006/main">
              <a:ext uri="{FF2B5EF4-FFF2-40B4-BE49-F238E27FC236}">
                <a16:creationId xmlns:a16="http://schemas.microsoft.com/office/drawing/2014/main" id="{1DBDD600-A225-4E81-9639-4CAFCB71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1057">
            <a:extLst xmlns:a="http://schemas.openxmlformats.org/drawingml/2006/main">
              <a:ext uri="{FF2B5EF4-FFF2-40B4-BE49-F238E27FC236}">
                <a16:creationId xmlns:a16="http://schemas.microsoft.com/office/drawing/2014/main" id="{203C959A-F351-49B9-97F4-C7E78E29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1058">
            <a:extLst xmlns:a="http://schemas.openxmlformats.org/drawingml/2006/main">
              <a:ext uri="{FF2B5EF4-FFF2-40B4-BE49-F238E27FC236}">
                <a16:creationId xmlns:a16="http://schemas.microsoft.com/office/drawing/2014/main" id="{F97E44D5-F68F-4AA1-8121-63840560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68d576ba4b4138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173b8822ef4252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059">
            <a:extLst xmlns:a="http://schemas.openxmlformats.org/drawingml/2006/main">
              <a:ext uri="{FF2B5EF4-FFF2-40B4-BE49-F238E27FC236}">
                <a16:creationId xmlns:a16="http://schemas.microsoft.com/office/drawing/2014/main" id="{3A73712F-0F05-48D9-8D0B-314185EB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0bcc79b2ce64cfe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c001a163d94b7c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060">
            <a:extLst xmlns:a="http://schemas.openxmlformats.org/drawingml/2006/main">
              <a:ext uri="{FF2B5EF4-FFF2-40B4-BE49-F238E27FC236}">
                <a16:creationId xmlns:a16="http://schemas.microsoft.com/office/drawing/2014/main" id="{37DA3A44-D035-4383-AFB3-357EE9735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6" name="text-1061">
            <a:extLst xmlns:a="http://schemas.openxmlformats.org/drawingml/2006/main">
              <a:ext uri="{FF2B5EF4-FFF2-40B4-BE49-F238E27FC236}">
                <a16:creationId xmlns:a16="http://schemas.microsoft.com/office/drawing/2014/main" id="{F9C5B730-1AB2-428B-8B35-545F9537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1062">
            <a:extLst xmlns:a="http://schemas.openxmlformats.org/drawingml/2006/main">
              <a:ext uri="{FF2B5EF4-FFF2-40B4-BE49-F238E27FC236}">
                <a16:creationId xmlns:a16="http://schemas.microsoft.com/office/drawing/2014/main" id="{E9618D90-AE9F-413B-BF0C-911C86EB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1063">
            <a:extLst xmlns:a="http://schemas.openxmlformats.org/drawingml/2006/main">
              <a:ext uri="{FF2B5EF4-FFF2-40B4-BE49-F238E27FC236}">
                <a16:creationId xmlns:a16="http://schemas.microsoft.com/office/drawing/2014/main" id="{DCB823EC-0138-453D-A569-9F1B6F30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1064">
            <a:extLst xmlns:a="http://schemas.openxmlformats.org/drawingml/2006/main">
              <a:ext uri="{FF2B5EF4-FFF2-40B4-BE49-F238E27FC236}">
                <a16:creationId xmlns:a16="http://schemas.microsoft.com/office/drawing/2014/main" id="{80668DFB-3006-4311-AA6F-5DEEFBEB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ace16cc1ef74035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ca939eb6944158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065">
            <a:extLst xmlns:a="http://schemas.openxmlformats.org/drawingml/2006/main">
              <a:ext uri="{FF2B5EF4-FFF2-40B4-BE49-F238E27FC236}">
                <a16:creationId xmlns:a16="http://schemas.microsoft.com/office/drawing/2014/main" id="{67A4C594-590D-412C-ACAA-8921F9C7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d201bfe7b9e4a9d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c0ed7e4fc443dd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066">
            <a:extLst xmlns:a="http://schemas.openxmlformats.org/drawingml/2006/main">
              <a:ext uri="{FF2B5EF4-FFF2-40B4-BE49-F238E27FC236}">
                <a16:creationId xmlns:a16="http://schemas.microsoft.com/office/drawing/2014/main" id="{20CEA26D-C30F-4B15-97F7-41851A6D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4" name="text-1067">
            <a:extLst xmlns:a="http://schemas.openxmlformats.org/drawingml/2006/main">
              <a:ext uri="{FF2B5EF4-FFF2-40B4-BE49-F238E27FC236}">
                <a16:creationId xmlns:a16="http://schemas.microsoft.com/office/drawing/2014/main" id="{D934FC29-F91C-4E6A-AAA9-CD09A9A3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1068">
            <a:extLst xmlns:a="http://schemas.openxmlformats.org/drawingml/2006/main">
              <a:ext uri="{FF2B5EF4-FFF2-40B4-BE49-F238E27FC236}">
                <a16:creationId xmlns:a16="http://schemas.microsoft.com/office/drawing/2014/main" id="{12CB21D6-3FD0-4E27-89A6-ACC9DA17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1069">
            <a:extLst xmlns:a="http://schemas.openxmlformats.org/drawingml/2006/main">
              <a:ext uri="{FF2B5EF4-FFF2-40B4-BE49-F238E27FC236}">
                <a16:creationId xmlns:a16="http://schemas.microsoft.com/office/drawing/2014/main" id="{7D877771-99C3-410D-BB7D-E36E483D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1070">
            <a:extLst xmlns:a="http://schemas.openxmlformats.org/drawingml/2006/main">
              <a:ext uri="{FF2B5EF4-FFF2-40B4-BE49-F238E27FC236}">
                <a16:creationId xmlns:a16="http://schemas.microsoft.com/office/drawing/2014/main" id="{69E6A898-B58E-4C74-9F0E-0996094E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16801e5ab5a472b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e8ba36ec14cb9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071">
            <a:extLst xmlns:a="http://schemas.openxmlformats.org/drawingml/2006/main">
              <a:ext uri="{FF2B5EF4-FFF2-40B4-BE49-F238E27FC236}">
                <a16:creationId xmlns:a16="http://schemas.microsoft.com/office/drawing/2014/main" id="{6218C0A3-CB5A-4B82-97F1-A166D1B9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6B4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d2e854ae41c4ba3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fd73f685064dce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59227298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72">
            <a:extLst xmlns:a="http://schemas.openxmlformats.org/drawingml/2006/main">
              <a:ext uri="{FF2B5EF4-FFF2-40B4-BE49-F238E27FC236}">
                <a16:creationId xmlns:a16="http://schemas.microsoft.com/office/drawing/2014/main" id="{47DF11C0-17BA-43FF-A8B3-921FD8AC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073">
            <a:extLst xmlns:a="http://schemas.openxmlformats.org/drawingml/2006/main">
              <a:ext uri="{FF2B5EF4-FFF2-40B4-BE49-F238E27FC236}">
                <a16:creationId xmlns:a16="http://schemas.microsoft.com/office/drawing/2014/main" id="{9CA02B91-C158-4FDD-B2BF-78845120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1074">
            <a:extLst xmlns:a="http://schemas.openxmlformats.org/drawingml/2006/main">
              <a:ext uri="{FF2B5EF4-FFF2-40B4-BE49-F238E27FC236}">
                <a16:creationId xmlns:a16="http://schemas.microsoft.com/office/drawing/2014/main" id="{AF7A0AB7-4E9E-4AD1-9CA2-89EBD2AC0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1075">
            <a:extLst xmlns:a="http://schemas.openxmlformats.org/drawingml/2006/main">
              <a:ext uri="{FF2B5EF4-FFF2-40B4-BE49-F238E27FC236}">
                <a16:creationId xmlns:a16="http://schemas.microsoft.com/office/drawing/2014/main" id="{F43201DA-3E41-45A3-AE50-3B16AA36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076">
            <a:extLst xmlns:a="http://schemas.openxmlformats.org/drawingml/2006/main">
              <a:ext uri="{FF2B5EF4-FFF2-40B4-BE49-F238E27FC236}">
                <a16:creationId xmlns:a16="http://schemas.microsoft.com/office/drawing/2014/main" id="{98D85290-BB38-4A54-9331-60BFD338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077">
            <a:extLst xmlns:a="http://schemas.openxmlformats.org/drawingml/2006/main">
              <a:ext uri="{FF2B5EF4-FFF2-40B4-BE49-F238E27FC236}">
                <a16:creationId xmlns:a16="http://schemas.microsoft.com/office/drawing/2014/main" id="{67FC583B-4CE3-4BEC-BA5A-7D7D1E07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078">
            <a:extLst xmlns:a="http://schemas.openxmlformats.org/drawingml/2006/main">
              <a:ext uri="{FF2B5EF4-FFF2-40B4-BE49-F238E27FC236}">
                <a16:creationId xmlns:a16="http://schemas.microsoft.com/office/drawing/2014/main" id="{29D8D5D5-65B1-45E3-9EBC-DFA4B428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✦</a:t>
            </a:r>
          </a:p>
        </p:txBody>
      </p:sp>
      <p:sp>
        <p:nvSpPr>
          <p:cNvPr id="8" name="text-1079">
            <a:extLst xmlns:a="http://schemas.openxmlformats.org/drawingml/2006/main">
              <a:ext uri="{FF2B5EF4-FFF2-40B4-BE49-F238E27FC236}">
                <a16:creationId xmlns:a16="http://schemas.microsoft.com/office/drawing/2014/main" id="{6F5B2B47-617F-42AB-AAA3-63C95203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1080">
            <a:extLst xmlns:a="http://schemas.openxmlformats.org/drawingml/2006/main">
              <a:ext uri="{FF2B5EF4-FFF2-40B4-BE49-F238E27FC236}">
                <a16:creationId xmlns:a16="http://schemas.microsoft.com/office/drawing/2014/main" id="{D24601E5-7478-46CB-96B0-2207DC4A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Google Agent 工作區</a:t>
            </a:r>
          </a:p>
        </p:txBody>
      </p:sp>
      <p:cxnSp>
        <p:nvCxnSpPr>
          <p:cNvPr id="26" name="shape-108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11" name="text-1082">
            <a:extLst xmlns:a="http://schemas.openxmlformats.org/drawingml/2006/main">
              <a:ext uri="{FF2B5EF4-FFF2-40B4-BE49-F238E27FC236}">
                <a16:creationId xmlns:a16="http://schemas.microsoft.com/office/drawing/2014/main" id="{FEA857CB-2EC2-40BD-BEC4-9C41180A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1B105D5-DFDB-4520-8B57-97AABF17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13" name="text-1840">
            <a:extLst xmlns:a="http://schemas.openxmlformats.org/drawingml/2006/main">
              <a:ext uri="{FF2B5EF4-FFF2-40B4-BE49-F238E27FC236}">
                <a16:creationId xmlns:a16="http://schemas.microsoft.com/office/drawing/2014/main" id="{36D4E72C-CDAC-464A-BC87-B17E33D0A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d2ab203e4204ea7"/>
              </a:rPr>
              <a:t>開啟 Antigravity ↗</a:t>
            </a:r>
          </a:p>
        </p:txBody>
      </p:sp>
      <p:sp>
        <p:nvSpPr>
          <p:cNvPr id="14" name="shape-1877">
            <a:extLst xmlns:a="http://schemas.openxmlformats.org/drawingml/2006/main">
              <a:ext uri="{FF2B5EF4-FFF2-40B4-BE49-F238E27FC236}">
                <a16:creationId xmlns:a16="http://schemas.microsoft.com/office/drawing/2014/main" id="{610B4026-13DB-4FC3-B6C1-5A7B4C7FF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0d70ddbcfd40c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878">
            <a:extLst xmlns:a="http://schemas.openxmlformats.org/drawingml/2006/main">
              <a:ext uri="{FF2B5EF4-FFF2-40B4-BE49-F238E27FC236}">
                <a16:creationId xmlns:a16="http://schemas.microsoft.com/office/drawing/2014/main" id="{40090B68-4095-49AC-88A6-31C5C580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8450927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1083">
            <a:extLst xmlns:a="http://schemas.openxmlformats.org/drawingml/2006/main">
              <a:ext uri="{FF2B5EF4-FFF2-40B4-BE49-F238E27FC236}">
                <a16:creationId xmlns:a16="http://schemas.microsoft.com/office/drawing/2014/main" id="{9E0942D0-4446-4434-B7A4-1D3EDFA6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00A59DC-DD7D-4649-BCB1-26C4F36E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10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85">
            <a:extLst xmlns:a="http://schemas.openxmlformats.org/drawingml/2006/main">
              <a:ext uri="{FF2B5EF4-FFF2-40B4-BE49-F238E27FC236}">
                <a16:creationId xmlns:a16="http://schemas.microsoft.com/office/drawing/2014/main" id="{23D6EF24-12D8-4B4A-BCFF-A2B62029E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58A038-B565-4B3C-9287-E0D99B51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1086">
            <a:extLst xmlns:a="http://schemas.openxmlformats.org/drawingml/2006/main">
              <a:ext uri="{FF2B5EF4-FFF2-40B4-BE49-F238E27FC236}">
                <a16:creationId xmlns:a16="http://schemas.microsoft.com/office/drawing/2014/main" id="{E74B7103-6A4D-4C09-A8BE-885985DF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087">
            <a:extLst xmlns:a="http://schemas.openxmlformats.org/drawingml/2006/main">
              <a:ext uri="{FF2B5EF4-FFF2-40B4-BE49-F238E27FC236}">
                <a16:creationId xmlns:a16="http://schemas.microsoft.com/office/drawing/2014/main" id="{E9ED0E1B-5E42-4292-B3C8-599745AB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088">
            <a:extLst xmlns:a="http://schemas.openxmlformats.org/drawingml/2006/main">
              <a:ext uri="{FF2B5EF4-FFF2-40B4-BE49-F238E27FC236}">
                <a16:creationId xmlns:a16="http://schemas.microsoft.com/office/drawing/2014/main" id="{C5F8787B-3CC5-47D3-A605-AB3F2E6AD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1089">
            <a:extLst xmlns:a="http://schemas.openxmlformats.org/drawingml/2006/main">
              <a:ext uri="{FF2B5EF4-FFF2-40B4-BE49-F238E27FC236}">
                <a16:creationId xmlns:a16="http://schemas.microsoft.com/office/drawing/2014/main" id="{1494A095-93D0-4F7F-9B89-8E0C88D5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1090">
            <a:extLst xmlns:a="http://schemas.openxmlformats.org/drawingml/2006/main">
              <a:ext uri="{FF2B5EF4-FFF2-40B4-BE49-F238E27FC236}">
                <a16:creationId xmlns:a16="http://schemas.microsoft.com/office/drawing/2014/main" id="{925610FD-88D4-401A-8389-E7B4FFEF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1091">
            <a:extLst xmlns:a="http://schemas.openxmlformats.org/drawingml/2006/main">
              <a:ext uri="{FF2B5EF4-FFF2-40B4-BE49-F238E27FC236}">
                <a16:creationId xmlns:a16="http://schemas.microsoft.com/office/drawing/2014/main" id="{EA49FF86-EA40-4DED-85AF-1C27836D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1841">
            <a:extLst xmlns:a="http://schemas.openxmlformats.org/drawingml/2006/main">
              <a:ext uri="{FF2B5EF4-FFF2-40B4-BE49-F238E27FC236}">
                <a16:creationId xmlns:a16="http://schemas.microsoft.com/office/drawing/2014/main" id="{86B812AB-9868-48D4-8E0A-174B1DA3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4f6646b96204b37"/>
              </a:rPr>
              <a:t>開啟 Antigravity ↗</a:t>
            </a:r>
          </a:p>
        </p:txBody>
      </p:sp>
      <p:sp>
        <p:nvSpPr>
          <p:cNvPr id="13" name="shape-1879">
            <a:extLst xmlns:a="http://schemas.openxmlformats.org/drawingml/2006/main">
              <a:ext uri="{FF2B5EF4-FFF2-40B4-BE49-F238E27FC236}">
                <a16:creationId xmlns:a16="http://schemas.microsoft.com/office/drawing/2014/main" id="{4FAB4BD1-3470-48ED-93BA-62890642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03c8b27b74414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880">
            <a:extLst xmlns:a="http://schemas.openxmlformats.org/drawingml/2006/main">
              <a:ext uri="{FF2B5EF4-FFF2-40B4-BE49-F238E27FC236}">
                <a16:creationId xmlns:a16="http://schemas.microsoft.com/office/drawing/2014/main" id="{68B48646-C35A-493D-974A-83D1AA44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22199180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092">
            <a:extLst xmlns:a="http://schemas.openxmlformats.org/drawingml/2006/main">
              <a:ext uri="{FF2B5EF4-FFF2-40B4-BE49-F238E27FC236}">
                <a16:creationId xmlns:a16="http://schemas.microsoft.com/office/drawing/2014/main" id="{49B277E3-6648-48D0-AE9C-D7A486D5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7B0E00-FADE-468D-BDBA-77ADCE6A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109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094">
            <a:extLst xmlns:a="http://schemas.openxmlformats.org/drawingml/2006/main">
              <a:ext uri="{FF2B5EF4-FFF2-40B4-BE49-F238E27FC236}">
                <a16:creationId xmlns:a16="http://schemas.microsoft.com/office/drawing/2014/main" id="{8492C1CF-FC55-44E3-AC95-78ADD9BC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4BEBAE1-F251-4244-B6FA-2DE9F4CB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1095">
            <a:extLst xmlns:a="http://schemas.openxmlformats.org/drawingml/2006/main">
              <a:ext uri="{FF2B5EF4-FFF2-40B4-BE49-F238E27FC236}">
                <a16:creationId xmlns:a16="http://schemas.microsoft.com/office/drawing/2014/main" id="{06DDC36E-F0A9-4DAE-94B5-CE7B5996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096">
            <a:extLst xmlns:a="http://schemas.openxmlformats.org/drawingml/2006/main">
              <a:ext uri="{FF2B5EF4-FFF2-40B4-BE49-F238E27FC236}">
                <a16:creationId xmlns:a16="http://schemas.microsoft.com/office/drawing/2014/main" id="{8D14F340-545C-408F-8B79-AA62746C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97">
            <a:extLst xmlns:a="http://schemas.openxmlformats.org/drawingml/2006/main">
              <a:ext uri="{FF2B5EF4-FFF2-40B4-BE49-F238E27FC236}">
                <a16:creationId xmlns:a16="http://schemas.microsoft.com/office/drawing/2014/main" id="{553DD7A6-909F-4E3A-A705-E04156F3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1098">
            <a:extLst xmlns:a="http://schemas.openxmlformats.org/drawingml/2006/main">
              <a:ext uri="{FF2B5EF4-FFF2-40B4-BE49-F238E27FC236}">
                <a16:creationId xmlns:a16="http://schemas.microsoft.com/office/drawing/2014/main" id="{87863E8C-BE50-410E-88ED-1931D6B0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1099">
            <a:extLst xmlns:a="http://schemas.openxmlformats.org/drawingml/2006/main">
              <a:ext uri="{FF2B5EF4-FFF2-40B4-BE49-F238E27FC236}">
                <a16:creationId xmlns:a16="http://schemas.microsoft.com/office/drawing/2014/main" id="{B34FB68B-E57D-45DE-8313-3E4B9A2A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100">
            <a:extLst xmlns:a="http://schemas.openxmlformats.org/drawingml/2006/main">
              <a:ext uri="{FF2B5EF4-FFF2-40B4-BE49-F238E27FC236}">
                <a16:creationId xmlns:a16="http://schemas.microsoft.com/office/drawing/2014/main" id="{3A697D3A-45CF-425D-BDD6-4FBC1422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01">
            <a:extLst xmlns:a="http://schemas.openxmlformats.org/drawingml/2006/main">
              <a:ext uri="{FF2B5EF4-FFF2-40B4-BE49-F238E27FC236}">
                <a16:creationId xmlns:a16="http://schemas.microsoft.com/office/drawing/2014/main" id="{7220DE23-C0DD-4C2A-888A-EAC194CF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1102">
            <a:extLst xmlns:a="http://schemas.openxmlformats.org/drawingml/2006/main">
              <a:ext uri="{FF2B5EF4-FFF2-40B4-BE49-F238E27FC236}">
                <a16:creationId xmlns:a16="http://schemas.microsoft.com/office/drawing/2014/main" id="{42FA2CD9-7D51-4407-BD2F-387D8EDA9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1103">
            <a:extLst xmlns:a="http://schemas.openxmlformats.org/drawingml/2006/main">
              <a:ext uri="{FF2B5EF4-FFF2-40B4-BE49-F238E27FC236}">
                <a16:creationId xmlns:a16="http://schemas.microsoft.com/office/drawing/2014/main" id="{9FA1A6CD-C440-4CB5-B8BF-CAC5C026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104">
            <a:extLst xmlns:a="http://schemas.openxmlformats.org/drawingml/2006/main">
              <a:ext uri="{FF2B5EF4-FFF2-40B4-BE49-F238E27FC236}">
                <a16:creationId xmlns:a16="http://schemas.microsoft.com/office/drawing/2014/main" id="{830AEA9B-DB70-48D5-BAE4-89791B597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05">
            <a:extLst xmlns:a="http://schemas.openxmlformats.org/drawingml/2006/main">
              <a:ext uri="{FF2B5EF4-FFF2-40B4-BE49-F238E27FC236}">
                <a16:creationId xmlns:a16="http://schemas.microsoft.com/office/drawing/2014/main" id="{EB16F488-3A3E-43D5-9210-E8CB9A3D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1106">
            <a:extLst xmlns:a="http://schemas.openxmlformats.org/drawingml/2006/main">
              <a:ext uri="{FF2B5EF4-FFF2-40B4-BE49-F238E27FC236}">
                <a16:creationId xmlns:a16="http://schemas.microsoft.com/office/drawing/2014/main" id="{D6DA2D17-F2B5-4E63-84A3-9C3FF87B6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1107">
            <a:extLst xmlns:a="http://schemas.openxmlformats.org/drawingml/2006/main">
              <a:ext uri="{FF2B5EF4-FFF2-40B4-BE49-F238E27FC236}">
                <a16:creationId xmlns:a16="http://schemas.microsoft.com/office/drawing/2014/main" id="{AB7EBE2E-A219-46AB-A953-EF9A2F02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108">
            <a:extLst xmlns:a="http://schemas.openxmlformats.org/drawingml/2006/main">
              <a:ext uri="{FF2B5EF4-FFF2-40B4-BE49-F238E27FC236}">
                <a16:creationId xmlns:a16="http://schemas.microsoft.com/office/drawing/2014/main" id="{361E022B-5B30-413C-A611-07900E18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109">
            <a:extLst xmlns:a="http://schemas.openxmlformats.org/drawingml/2006/main">
              <a:ext uri="{FF2B5EF4-FFF2-40B4-BE49-F238E27FC236}">
                <a16:creationId xmlns:a16="http://schemas.microsoft.com/office/drawing/2014/main" id="{C9596E77-43C0-41AE-8B3E-3F941888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1110">
            <a:extLst xmlns:a="http://schemas.openxmlformats.org/drawingml/2006/main">
              <a:ext uri="{FF2B5EF4-FFF2-40B4-BE49-F238E27FC236}">
                <a16:creationId xmlns:a16="http://schemas.microsoft.com/office/drawing/2014/main" id="{89862525-ED41-49F3-ADC9-0C80E3A0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1842">
            <a:extLst xmlns:a="http://schemas.openxmlformats.org/drawingml/2006/main">
              <a:ext uri="{FF2B5EF4-FFF2-40B4-BE49-F238E27FC236}">
                <a16:creationId xmlns:a16="http://schemas.microsoft.com/office/drawing/2014/main" id="{80AA7108-5030-47AE-8862-B17B6619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7e90c62a88c4d4a"/>
              </a:rPr>
              <a:t>開啟 Antigravity ↗</a:t>
            </a:r>
          </a:p>
        </p:txBody>
      </p:sp>
      <p:sp>
        <p:nvSpPr>
          <p:cNvPr id="23" name="shape-1881">
            <a:extLst xmlns:a="http://schemas.openxmlformats.org/drawingml/2006/main">
              <a:ext uri="{FF2B5EF4-FFF2-40B4-BE49-F238E27FC236}">
                <a16:creationId xmlns:a16="http://schemas.microsoft.com/office/drawing/2014/main" id="{0A2337B8-1F33-4187-BBE7-BFB2FE0C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680561dd6e4de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882">
            <a:extLst xmlns:a="http://schemas.openxmlformats.org/drawingml/2006/main">
              <a:ext uri="{FF2B5EF4-FFF2-40B4-BE49-F238E27FC236}">
                <a16:creationId xmlns:a16="http://schemas.microsoft.com/office/drawing/2014/main" id="{0B174942-45CC-4E9E-A696-E6EF517F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12455763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111">
            <a:extLst xmlns:a="http://schemas.openxmlformats.org/drawingml/2006/main">
              <a:ext uri="{FF2B5EF4-FFF2-40B4-BE49-F238E27FC236}">
                <a16:creationId xmlns:a16="http://schemas.microsoft.com/office/drawing/2014/main" id="{60342A9D-5BEB-4B42-9B78-D160C7A2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A79F1C-4146-4638-B384-FA1AF689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111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13">
            <a:extLst xmlns:a="http://schemas.openxmlformats.org/drawingml/2006/main">
              <a:ext uri="{FF2B5EF4-FFF2-40B4-BE49-F238E27FC236}">
                <a16:creationId xmlns:a16="http://schemas.microsoft.com/office/drawing/2014/main" id="{DBE7B00A-0B61-4F8F-8A07-B110B052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59F25D5-0D89-4CDF-B2C1-BDA9EB661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1114">
            <a:extLst xmlns:a="http://schemas.openxmlformats.org/drawingml/2006/main">
              <a:ext uri="{FF2B5EF4-FFF2-40B4-BE49-F238E27FC236}">
                <a16:creationId xmlns:a16="http://schemas.microsoft.com/office/drawing/2014/main" id="{6F32ED2D-1A0E-42A3-AB41-6975A5166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115">
            <a:extLst xmlns:a="http://schemas.openxmlformats.org/drawingml/2006/main">
              <a:ext uri="{FF2B5EF4-FFF2-40B4-BE49-F238E27FC236}">
                <a16:creationId xmlns:a16="http://schemas.microsoft.com/office/drawing/2014/main" id="{DBC156D8-E0AE-44AA-9897-1BC02EBF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16">
            <a:extLst xmlns:a="http://schemas.openxmlformats.org/drawingml/2006/main">
              <a:ext uri="{FF2B5EF4-FFF2-40B4-BE49-F238E27FC236}">
                <a16:creationId xmlns:a16="http://schemas.microsoft.com/office/drawing/2014/main" id="{F0306C56-C69A-4D7B-92AC-E57DD744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1117">
            <a:extLst xmlns:a="http://schemas.openxmlformats.org/drawingml/2006/main">
              <a:ext uri="{FF2B5EF4-FFF2-40B4-BE49-F238E27FC236}">
                <a16:creationId xmlns:a16="http://schemas.microsoft.com/office/drawing/2014/main" id="{5A70AFD8-DF49-46A2-B5BE-8734B90D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1118">
            <a:extLst xmlns:a="http://schemas.openxmlformats.org/drawingml/2006/main">
              <a:ext uri="{FF2B5EF4-FFF2-40B4-BE49-F238E27FC236}">
                <a16:creationId xmlns:a16="http://schemas.microsoft.com/office/drawing/2014/main" id="{B6ED1EC5-EB5A-4ECB-A3F7-5379E957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119">
            <a:extLst xmlns:a="http://schemas.openxmlformats.org/drawingml/2006/main">
              <a:ext uri="{FF2B5EF4-FFF2-40B4-BE49-F238E27FC236}">
                <a16:creationId xmlns:a16="http://schemas.microsoft.com/office/drawing/2014/main" id="{95005158-B515-4676-8BFF-DD5145E7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20">
            <a:extLst xmlns:a="http://schemas.openxmlformats.org/drawingml/2006/main">
              <a:ext uri="{FF2B5EF4-FFF2-40B4-BE49-F238E27FC236}">
                <a16:creationId xmlns:a16="http://schemas.microsoft.com/office/drawing/2014/main" id="{0F2E718B-42FD-43B4-9FC9-D5787512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1121">
            <a:extLst xmlns:a="http://schemas.openxmlformats.org/drawingml/2006/main">
              <a:ext uri="{FF2B5EF4-FFF2-40B4-BE49-F238E27FC236}">
                <a16:creationId xmlns:a16="http://schemas.microsoft.com/office/drawing/2014/main" id="{54CA3FE5-E524-4E52-A699-A4AE0D1E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1122">
            <a:extLst xmlns:a="http://schemas.openxmlformats.org/drawingml/2006/main">
              <a:ext uri="{FF2B5EF4-FFF2-40B4-BE49-F238E27FC236}">
                <a16:creationId xmlns:a16="http://schemas.microsoft.com/office/drawing/2014/main" id="{49D000AE-C2F4-4A41-ABAF-09B409D4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123">
            <a:extLst xmlns:a="http://schemas.openxmlformats.org/drawingml/2006/main">
              <a:ext uri="{FF2B5EF4-FFF2-40B4-BE49-F238E27FC236}">
                <a16:creationId xmlns:a16="http://schemas.microsoft.com/office/drawing/2014/main" id="{DFC17D28-5F50-4800-8C6F-FDEB706A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24">
            <a:extLst xmlns:a="http://schemas.openxmlformats.org/drawingml/2006/main">
              <a:ext uri="{FF2B5EF4-FFF2-40B4-BE49-F238E27FC236}">
                <a16:creationId xmlns:a16="http://schemas.microsoft.com/office/drawing/2014/main" id="{6CFB8481-D637-44BD-878F-8257C0BC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1125">
            <a:extLst xmlns:a="http://schemas.openxmlformats.org/drawingml/2006/main">
              <a:ext uri="{FF2B5EF4-FFF2-40B4-BE49-F238E27FC236}">
                <a16:creationId xmlns:a16="http://schemas.microsoft.com/office/drawing/2014/main" id="{5CEAC0AE-B383-4B11-B097-D986A8AE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1126">
            <a:extLst xmlns:a="http://schemas.openxmlformats.org/drawingml/2006/main">
              <a:ext uri="{FF2B5EF4-FFF2-40B4-BE49-F238E27FC236}">
                <a16:creationId xmlns:a16="http://schemas.microsoft.com/office/drawing/2014/main" id="{AFF38932-2BFD-4DE7-9B78-B5023F74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127">
            <a:extLst xmlns:a="http://schemas.openxmlformats.org/drawingml/2006/main">
              <a:ext uri="{FF2B5EF4-FFF2-40B4-BE49-F238E27FC236}">
                <a16:creationId xmlns:a16="http://schemas.microsoft.com/office/drawing/2014/main" id="{01A0CA0E-5FA0-4B72-9DD7-79AC0C6F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128">
            <a:extLst xmlns:a="http://schemas.openxmlformats.org/drawingml/2006/main">
              <a:ext uri="{FF2B5EF4-FFF2-40B4-BE49-F238E27FC236}">
                <a16:creationId xmlns:a16="http://schemas.microsoft.com/office/drawing/2014/main" id="{1EA154F7-EAD3-4B64-BB2E-7A2A8035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1129">
            <a:extLst xmlns:a="http://schemas.openxmlformats.org/drawingml/2006/main">
              <a:ext uri="{FF2B5EF4-FFF2-40B4-BE49-F238E27FC236}">
                <a16:creationId xmlns:a16="http://schemas.microsoft.com/office/drawing/2014/main" id="{1A064292-8C6D-4761-9644-F50E79817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1843">
            <a:extLst xmlns:a="http://schemas.openxmlformats.org/drawingml/2006/main">
              <a:ext uri="{FF2B5EF4-FFF2-40B4-BE49-F238E27FC236}">
                <a16:creationId xmlns:a16="http://schemas.microsoft.com/office/drawing/2014/main" id="{36413FD3-0DD7-40C3-86C6-A9082BBC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0958d0f66a64289"/>
              </a:rPr>
              <a:t>開啟 Antigravity ↗</a:t>
            </a:r>
          </a:p>
        </p:txBody>
      </p:sp>
      <p:sp>
        <p:nvSpPr>
          <p:cNvPr id="23" name="shape-1883">
            <a:extLst xmlns:a="http://schemas.openxmlformats.org/drawingml/2006/main">
              <a:ext uri="{FF2B5EF4-FFF2-40B4-BE49-F238E27FC236}">
                <a16:creationId xmlns:a16="http://schemas.microsoft.com/office/drawing/2014/main" id="{C8337808-F36D-4F81-855D-53614E6D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8a2c144d954e9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884">
            <a:extLst xmlns:a="http://schemas.openxmlformats.org/drawingml/2006/main">
              <a:ext uri="{FF2B5EF4-FFF2-40B4-BE49-F238E27FC236}">
                <a16:creationId xmlns:a16="http://schemas.microsoft.com/office/drawing/2014/main" id="{32AF00B3-9039-4B3D-9A63-6185F856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88383205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1130">
            <a:extLst xmlns:a="http://schemas.openxmlformats.org/drawingml/2006/main">
              <a:ext uri="{FF2B5EF4-FFF2-40B4-BE49-F238E27FC236}">
                <a16:creationId xmlns:a16="http://schemas.microsoft.com/office/drawing/2014/main" id="{AC07C5FD-8C2D-459C-9111-AA1052D2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AA3979-1D88-4FE5-B356-34A02B31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59" name="shape-11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32">
            <a:extLst xmlns:a="http://schemas.openxmlformats.org/drawingml/2006/main">
              <a:ext uri="{FF2B5EF4-FFF2-40B4-BE49-F238E27FC236}">
                <a16:creationId xmlns:a16="http://schemas.microsoft.com/office/drawing/2014/main" id="{E6AC42FD-C4FB-4068-ACAB-9CCA0F2CC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630734-9DBD-4A2E-B51B-456B89A4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1133">
            <a:extLst xmlns:a="http://schemas.openxmlformats.org/drawingml/2006/main">
              <a:ext uri="{FF2B5EF4-FFF2-40B4-BE49-F238E27FC236}">
                <a16:creationId xmlns:a16="http://schemas.microsoft.com/office/drawing/2014/main" id="{60FB6582-1152-4B29-A25F-926A2F24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134">
            <a:extLst xmlns:a="http://schemas.openxmlformats.org/drawingml/2006/main">
              <a:ext uri="{FF2B5EF4-FFF2-40B4-BE49-F238E27FC236}">
                <a16:creationId xmlns:a16="http://schemas.microsoft.com/office/drawing/2014/main" id="{8E3ED680-BD3D-4225-BDC9-C0BA9B6E6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35">
            <a:extLst xmlns:a="http://schemas.openxmlformats.org/drawingml/2006/main">
              <a:ext uri="{FF2B5EF4-FFF2-40B4-BE49-F238E27FC236}">
                <a16:creationId xmlns:a16="http://schemas.microsoft.com/office/drawing/2014/main" id="{D4CBB64F-F56B-442A-BFE2-89F15E1C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36">
            <a:extLst xmlns:a="http://schemas.openxmlformats.org/drawingml/2006/main">
              <a:ext uri="{FF2B5EF4-FFF2-40B4-BE49-F238E27FC236}">
                <a16:creationId xmlns:a16="http://schemas.microsoft.com/office/drawing/2014/main" id="{D2C3C6EB-0D25-422B-B621-F66668A2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137">
            <a:extLst xmlns:a="http://schemas.openxmlformats.org/drawingml/2006/main">
              <a:ext uri="{FF2B5EF4-FFF2-40B4-BE49-F238E27FC236}">
                <a16:creationId xmlns:a16="http://schemas.microsoft.com/office/drawing/2014/main" id="{C12C1C04-7836-4475-8393-328FECA6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11" name="text-1138">
            <a:extLst xmlns:a="http://schemas.openxmlformats.org/drawingml/2006/main">
              <a:ext uri="{FF2B5EF4-FFF2-40B4-BE49-F238E27FC236}">
                <a16:creationId xmlns:a16="http://schemas.microsoft.com/office/drawing/2014/main" id="{1348BD6D-767B-4FEB-BDCD-2F38021D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139">
            <a:extLst xmlns:a="http://schemas.openxmlformats.org/drawingml/2006/main">
              <a:ext uri="{FF2B5EF4-FFF2-40B4-BE49-F238E27FC236}">
                <a16:creationId xmlns:a16="http://schemas.microsoft.com/office/drawing/2014/main" id="{1F817782-0BBA-4754-A2B0-E3FEEAB0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140">
            <a:extLst xmlns:a="http://schemas.openxmlformats.org/drawingml/2006/main">
              <a:ext uri="{FF2B5EF4-FFF2-40B4-BE49-F238E27FC236}">
                <a16:creationId xmlns:a16="http://schemas.microsoft.com/office/drawing/2014/main" id="{B04BCE35-063A-4EBD-8BD7-AF6CCFA4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141">
            <a:extLst xmlns:a="http://schemas.openxmlformats.org/drawingml/2006/main">
              <a:ext uri="{FF2B5EF4-FFF2-40B4-BE49-F238E27FC236}">
                <a16:creationId xmlns:a16="http://schemas.microsoft.com/office/drawing/2014/main" id="{30543166-DFC8-4D68-AEFE-E1982885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142">
            <a:extLst xmlns:a="http://schemas.openxmlformats.org/drawingml/2006/main">
              <a:ext uri="{FF2B5EF4-FFF2-40B4-BE49-F238E27FC236}">
                <a16:creationId xmlns:a16="http://schemas.microsoft.com/office/drawing/2014/main" id="{0B6D4DCD-0412-4D26-A46A-6E38B85C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6" name="text-1143">
            <a:extLst xmlns:a="http://schemas.openxmlformats.org/drawingml/2006/main">
              <a:ext uri="{FF2B5EF4-FFF2-40B4-BE49-F238E27FC236}">
                <a16:creationId xmlns:a16="http://schemas.microsoft.com/office/drawing/2014/main" id="{0CB07AD9-AC4B-4991-8E95-B37C06F4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7" name="text-1144">
            <a:extLst xmlns:a="http://schemas.openxmlformats.org/drawingml/2006/main">
              <a:ext uri="{FF2B5EF4-FFF2-40B4-BE49-F238E27FC236}">
                <a16:creationId xmlns:a16="http://schemas.microsoft.com/office/drawing/2014/main" id="{67FF7CC9-D279-4447-A620-F6CF6E8B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145">
            <a:extLst xmlns:a="http://schemas.openxmlformats.org/drawingml/2006/main">
              <a:ext uri="{FF2B5EF4-FFF2-40B4-BE49-F238E27FC236}">
                <a16:creationId xmlns:a16="http://schemas.microsoft.com/office/drawing/2014/main" id="{6F89D591-612C-4C53-BF9B-F0421E5C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146">
            <a:extLst xmlns:a="http://schemas.openxmlformats.org/drawingml/2006/main">
              <a:ext uri="{FF2B5EF4-FFF2-40B4-BE49-F238E27FC236}">
                <a16:creationId xmlns:a16="http://schemas.microsoft.com/office/drawing/2014/main" id="{056C745B-F4F7-49DC-971C-B03540A7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147">
            <a:extLst xmlns:a="http://schemas.openxmlformats.org/drawingml/2006/main">
              <a:ext uri="{FF2B5EF4-FFF2-40B4-BE49-F238E27FC236}">
                <a16:creationId xmlns:a16="http://schemas.microsoft.com/office/drawing/2014/main" id="{9B2361C6-82C0-4AB8-A8CE-EF1C5D4F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148">
            <a:extLst xmlns:a="http://schemas.openxmlformats.org/drawingml/2006/main">
              <a:ext uri="{FF2B5EF4-FFF2-40B4-BE49-F238E27FC236}">
                <a16:creationId xmlns:a16="http://schemas.microsoft.com/office/drawing/2014/main" id="{4E27A0B6-ECCE-4AAC-9B11-3A9F1D16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22" name="text-1149">
            <a:extLst xmlns:a="http://schemas.openxmlformats.org/drawingml/2006/main">
              <a:ext uri="{FF2B5EF4-FFF2-40B4-BE49-F238E27FC236}">
                <a16:creationId xmlns:a16="http://schemas.microsoft.com/office/drawing/2014/main" id="{674C8F60-61D4-4341-B813-CAF5010E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23" name="text-1150">
            <a:extLst xmlns:a="http://schemas.openxmlformats.org/drawingml/2006/main">
              <a:ext uri="{FF2B5EF4-FFF2-40B4-BE49-F238E27FC236}">
                <a16:creationId xmlns:a16="http://schemas.microsoft.com/office/drawing/2014/main" id="{568CED42-2400-4FB0-AFD0-66C9C3A8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151">
            <a:extLst xmlns:a="http://schemas.openxmlformats.org/drawingml/2006/main">
              <a:ext uri="{FF2B5EF4-FFF2-40B4-BE49-F238E27FC236}">
                <a16:creationId xmlns:a16="http://schemas.microsoft.com/office/drawing/2014/main" id="{DAE559B8-6B6A-48FE-A0FC-9369457A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152">
            <a:extLst xmlns:a="http://schemas.openxmlformats.org/drawingml/2006/main">
              <a:ext uri="{FF2B5EF4-FFF2-40B4-BE49-F238E27FC236}">
                <a16:creationId xmlns:a16="http://schemas.microsoft.com/office/drawing/2014/main" id="{57D0A2E1-A16C-4B4F-9842-9AB2E3D1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153">
            <a:extLst xmlns:a="http://schemas.openxmlformats.org/drawingml/2006/main">
              <a:ext uri="{FF2B5EF4-FFF2-40B4-BE49-F238E27FC236}">
                <a16:creationId xmlns:a16="http://schemas.microsoft.com/office/drawing/2014/main" id="{3A6825E6-F1FE-4D54-A582-B14FC46D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154">
            <a:extLst xmlns:a="http://schemas.openxmlformats.org/drawingml/2006/main">
              <a:ext uri="{FF2B5EF4-FFF2-40B4-BE49-F238E27FC236}">
                <a16:creationId xmlns:a16="http://schemas.microsoft.com/office/drawing/2014/main" id="{C6CB04D4-1669-4DCD-B54C-0D68835F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8" name="text-1155">
            <a:extLst xmlns:a="http://schemas.openxmlformats.org/drawingml/2006/main">
              <a:ext uri="{FF2B5EF4-FFF2-40B4-BE49-F238E27FC236}">
                <a16:creationId xmlns:a16="http://schemas.microsoft.com/office/drawing/2014/main" id="{AF0AC698-4D99-45F7-94F1-1CECFFD0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9" name="text-1156">
            <a:extLst xmlns:a="http://schemas.openxmlformats.org/drawingml/2006/main">
              <a:ext uri="{FF2B5EF4-FFF2-40B4-BE49-F238E27FC236}">
                <a16:creationId xmlns:a16="http://schemas.microsoft.com/office/drawing/2014/main" id="{49A58A68-3889-48F6-AFA5-6E163C49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157">
            <a:extLst xmlns:a="http://schemas.openxmlformats.org/drawingml/2006/main">
              <a:ext uri="{FF2B5EF4-FFF2-40B4-BE49-F238E27FC236}">
                <a16:creationId xmlns:a16="http://schemas.microsoft.com/office/drawing/2014/main" id="{6EAFDF3A-1C43-4C77-9FE6-95F3945AB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158">
            <a:extLst xmlns:a="http://schemas.openxmlformats.org/drawingml/2006/main">
              <a:ext uri="{FF2B5EF4-FFF2-40B4-BE49-F238E27FC236}">
                <a16:creationId xmlns:a16="http://schemas.microsoft.com/office/drawing/2014/main" id="{499C7194-99C6-48EE-B3D2-656D34A0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159">
            <a:extLst xmlns:a="http://schemas.openxmlformats.org/drawingml/2006/main">
              <a:ext uri="{FF2B5EF4-FFF2-40B4-BE49-F238E27FC236}">
                <a16:creationId xmlns:a16="http://schemas.microsoft.com/office/drawing/2014/main" id="{FEF8C29A-6086-4815-8A3D-84339E69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160">
            <a:extLst xmlns:a="http://schemas.openxmlformats.org/drawingml/2006/main">
              <a:ext uri="{FF2B5EF4-FFF2-40B4-BE49-F238E27FC236}">
                <a16:creationId xmlns:a16="http://schemas.microsoft.com/office/drawing/2014/main" id="{09EBEAC3-B556-4FA3-A991-DEE8337F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161">
            <a:extLst xmlns:a="http://schemas.openxmlformats.org/drawingml/2006/main">
              <a:ext uri="{FF2B5EF4-FFF2-40B4-BE49-F238E27FC236}">
                <a16:creationId xmlns:a16="http://schemas.microsoft.com/office/drawing/2014/main" id="{2D80FF8D-118B-4494-BB7D-57040960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35" name="shape-1162">
            <a:extLst xmlns:a="http://schemas.openxmlformats.org/drawingml/2006/main">
              <a:ext uri="{FF2B5EF4-FFF2-40B4-BE49-F238E27FC236}">
                <a16:creationId xmlns:a16="http://schemas.microsoft.com/office/drawing/2014/main" id="{472C2F14-1524-485A-8CCE-C67E6D92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163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6" name="text-1163">
            <a:extLst xmlns:a="http://schemas.openxmlformats.org/drawingml/2006/main">
              <a:ext uri="{FF2B5EF4-FFF2-40B4-BE49-F238E27FC236}">
                <a16:creationId xmlns:a16="http://schemas.microsoft.com/office/drawing/2014/main" id="{4A9847C2-ED6B-4450-9035-A0680E42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人在迴路</a:t>
            </a:r>
          </a:p>
        </p:txBody>
      </p:sp>
      <p:sp>
        <p:nvSpPr>
          <p:cNvPr id="37" name="text-1164">
            <a:extLst xmlns:a="http://schemas.openxmlformats.org/drawingml/2006/main">
              <a:ext uri="{FF2B5EF4-FFF2-40B4-BE49-F238E27FC236}">
                <a16:creationId xmlns:a16="http://schemas.microsoft.com/office/drawing/2014/main" id="{AB529AE6-B9AE-4189-BFB3-13CC21C8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7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可以推進，但最後的範圍與發布決定仍由人保留</a:t>
            </a:r>
          </a:p>
        </p:txBody>
      </p:sp>
      <p:sp>
        <p:nvSpPr>
          <p:cNvPr id="38" name="shape-1165">
            <a:extLst xmlns:a="http://schemas.openxmlformats.org/drawingml/2006/main">
              <a:ext uri="{FF2B5EF4-FFF2-40B4-BE49-F238E27FC236}">
                <a16:creationId xmlns:a16="http://schemas.microsoft.com/office/drawing/2014/main" id="{5EC96E54-7CD4-4DD2-B5AC-897797D4C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1B64DA"/>
            </a:solidFill>
            <a:prstDash val="solid"/>
          </a:ln>
        </p:spPr>
      </p:sp>
      <p:sp>
        <p:nvSpPr>
          <p:cNvPr id="39" name="text-1166">
            <a:extLst xmlns:a="http://schemas.openxmlformats.org/drawingml/2006/main">
              <a:ext uri="{FF2B5EF4-FFF2-40B4-BE49-F238E27FC236}">
                <a16:creationId xmlns:a16="http://schemas.microsoft.com/office/drawing/2014/main" id="{B3BB5283-CBD9-4843-9440-60F85857A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提案</a:t>
            </a:r>
          </a:p>
        </p:txBody>
      </p:sp>
      <p:sp>
        <p:nvSpPr>
          <p:cNvPr id="40" name="text-1167">
            <a:extLst xmlns:a="http://schemas.openxmlformats.org/drawingml/2006/main">
              <a:ext uri="{FF2B5EF4-FFF2-40B4-BE49-F238E27FC236}">
                <a16:creationId xmlns:a16="http://schemas.microsoft.com/office/drawing/2014/main" id="{591248D1-C05D-4D9E-979B-8A146A70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先看計畫</a:t>
            </a:r>
          </a:p>
        </p:txBody>
      </p:sp>
      <p:sp>
        <p:nvSpPr>
          <p:cNvPr id="41" name="text-1168">
            <a:extLst xmlns:a="http://schemas.openxmlformats.org/drawingml/2006/main">
              <a:ext uri="{FF2B5EF4-FFF2-40B4-BE49-F238E27FC236}">
                <a16:creationId xmlns:a16="http://schemas.microsoft.com/office/drawing/2014/main" id="{D4E8437A-894C-4E2D-AC8E-9FDA1A63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169">
            <a:extLst xmlns:a="http://schemas.openxmlformats.org/drawingml/2006/main">
              <a:ext uri="{FF2B5EF4-FFF2-40B4-BE49-F238E27FC236}">
                <a16:creationId xmlns:a16="http://schemas.microsoft.com/office/drawing/2014/main" id="{5C4D6EFB-7F09-432D-8776-0728CD03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0E9F94"/>
            </a:solidFill>
            <a:prstDash val="solid"/>
          </a:ln>
        </p:spPr>
      </p:sp>
      <p:sp>
        <p:nvSpPr>
          <p:cNvPr id="43" name="text-1170">
            <a:extLst xmlns:a="http://schemas.openxmlformats.org/drawingml/2006/main">
              <a:ext uri="{FF2B5EF4-FFF2-40B4-BE49-F238E27FC236}">
                <a16:creationId xmlns:a16="http://schemas.microsoft.com/office/drawing/2014/main" id="{3981BE96-03B0-4A14-8D95-2D0F59A5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教師核准</a:t>
            </a:r>
          </a:p>
        </p:txBody>
      </p:sp>
      <p:sp>
        <p:nvSpPr>
          <p:cNvPr id="44" name="text-1171">
            <a:extLst xmlns:a="http://schemas.openxmlformats.org/drawingml/2006/main">
              <a:ext uri="{FF2B5EF4-FFF2-40B4-BE49-F238E27FC236}">
                <a16:creationId xmlns:a16="http://schemas.microsoft.com/office/drawing/2014/main" id="{AA579FB7-EE19-4149-948E-EA5CA420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確認範圍</a:t>
            </a:r>
          </a:p>
        </p:txBody>
      </p:sp>
      <p:sp>
        <p:nvSpPr>
          <p:cNvPr id="45" name="text-1172">
            <a:extLst xmlns:a="http://schemas.openxmlformats.org/drawingml/2006/main">
              <a:ext uri="{FF2B5EF4-FFF2-40B4-BE49-F238E27FC236}">
                <a16:creationId xmlns:a16="http://schemas.microsoft.com/office/drawing/2014/main" id="{40073E4E-AEB1-42BC-8A1E-84AA90CC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6" name="shape-1173">
            <a:extLst xmlns:a="http://schemas.openxmlformats.org/drawingml/2006/main">
              <a:ext uri="{FF2B5EF4-FFF2-40B4-BE49-F238E27FC236}">
                <a16:creationId xmlns:a16="http://schemas.microsoft.com/office/drawing/2014/main" id="{58D68B6B-5123-4B38-ADB3-221054F7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FF6B4A"/>
            </a:solidFill>
            <a:prstDash val="solid"/>
          </a:ln>
        </p:spPr>
      </p:sp>
      <p:sp>
        <p:nvSpPr>
          <p:cNvPr id="47" name="text-1174">
            <a:extLst xmlns:a="http://schemas.openxmlformats.org/drawingml/2006/main">
              <a:ext uri="{FF2B5EF4-FFF2-40B4-BE49-F238E27FC236}">
                <a16:creationId xmlns:a16="http://schemas.microsoft.com/office/drawing/2014/main" id="{36CC7FF4-68B5-48D4-A3A9-047F4CB8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測試驗證</a:t>
            </a:r>
          </a:p>
        </p:txBody>
      </p:sp>
      <p:sp>
        <p:nvSpPr>
          <p:cNvPr id="48" name="text-1175">
            <a:extLst xmlns:a="http://schemas.openxmlformats.org/drawingml/2006/main">
              <a:ext uri="{FF2B5EF4-FFF2-40B4-BE49-F238E27FC236}">
                <a16:creationId xmlns:a16="http://schemas.microsoft.com/office/drawing/2014/main" id="{3F959C7E-46AF-4844-AED7-B99CEEAD2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桌機 × 手機</a:t>
            </a:r>
          </a:p>
        </p:txBody>
      </p:sp>
      <p:sp>
        <p:nvSpPr>
          <p:cNvPr id="49" name="text-1176">
            <a:extLst xmlns:a="http://schemas.openxmlformats.org/drawingml/2006/main">
              <a:ext uri="{FF2B5EF4-FFF2-40B4-BE49-F238E27FC236}">
                <a16:creationId xmlns:a16="http://schemas.microsoft.com/office/drawing/2014/main" id="{D13C1564-4CAC-4D3B-928D-B43F5467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CCD8E5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50" name="shape-1177">
            <a:extLst xmlns:a="http://schemas.openxmlformats.org/drawingml/2006/main">
              <a:ext uri="{FF2B5EF4-FFF2-40B4-BE49-F238E27FC236}">
                <a16:creationId xmlns:a16="http://schemas.microsoft.com/office/drawing/2014/main" id="{8A3567E8-7494-4377-B49F-BE355CB99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51" name="text-1178">
            <a:extLst xmlns:a="http://schemas.openxmlformats.org/drawingml/2006/main">
              <a:ext uri="{FF2B5EF4-FFF2-40B4-BE49-F238E27FC236}">
                <a16:creationId xmlns:a16="http://schemas.microsoft.com/office/drawing/2014/main" id="{DCAA66F6-E3F1-4910-A70C-1D35955D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再決定交付</a:t>
            </a:r>
          </a:p>
        </p:txBody>
      </p:sp>
      <p:sp>
        <p:nvSpPr>
          <p:cNvPr id="52" name="text-1179">
            <a:extLst xmlns:a="http://schemas.openxmlformats.org/drawingml/2006/main">
              <a:ext uri="{FF2B5EF4-FFF2-40B4-BE49-F238E27FC236}">
                <a16:creationId xmlns:a16="http://schemas.microsoft.com/office/drawing/2014/main" id="{E9F9BD38-535E-4B96-B0A7-3AD46E8D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差異・證據・限制</a:t>
            </a:r>
          </a:p>
        </p:txBody>
      </p:sp>
      <p:sp>
        <p:nvSpPr>
          <p:cNvPr id="53" name="text-1844">
            <a:extLst xmlns:a="http://schemas.openxmlformats.org/drawingml/2006/main">
              <a:ext uri="{FF2B5EF4-FFF2-40B4-BE49-F238E27FC236}">
                <a16:creationId xmlns:a16="http://schemas.microsoft.com/office/drawing/2014/main" id="{AC4965A8-87AE-4649-9680-03521EAB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9b97ad00c34449"/>
              </a:rPr>
              <a:t>開啟 Antigravity ↗</a:t>
            </a:r>
          </a:p>
        </p:txBody>
      </p:sp>
      <p:sp>
        <p:nvSpPr>
          <p:cNvPr id="54" name="shape-1885">
            <a:extLst xmlns:a="http://schemas.openxmlformats.org/drawingml/2006/main">
              <a:ext uri="{FF2B5EF4-FFF2-40B4-BE49-F238E27FC236}">
                <a16:creationId xmlns:a16="http://schemas.microsoft.com/office/drawing/2014/main" id="{6F0A42DB-3F37-4EC8-8072-5E6643DC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f37c03dc4a4e5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56" name="text-1886">
            <a:extLst xmlns:a="http://schemas.openxmlformats.org/drawingml/2006/main">
              <a:ext uri="{FF2B5EF4-FFF2-40B4-BE49-F238E27FC236}">
                <a16:creationId xmlns:a16="http://schemas.microsoft.com/office/drawing/2014/main" id="{7F4E0C53-E4CB-44AA-A310-52B96031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61716279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180">
            <a:extLst xmlns:a="http://schemas.openxmlformats.org/drawingml/2006/main">
              <a:ext uri="{FF2B5EF4-FFF2-40B4-BE49-F238E27FC236}">
                <a16:creationId xmlns:a16="http://schemas.microsoft.com/office/drawing/2014/main" id="{827E991B-14EE-4ED7-A43E-436C3189B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5F93B3-775B-4A1F-8AF5-C0AD557B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118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182">
            <a:extLst xmlns:a="http://schemas.openxmlformats.org/drawingml/2006/main">
              <a:ext uri="{FF2B5EF4-FFF2-40B4-BE49-F238E27FC236}">
                <a16:creationId xmlns:a16="http://schemas.microsoft.com/office/drawing/2014/main" id="{8D35A3CE-82EB-452C-B7F5-C413D553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BE5CC96-8CA5-402A-BF85-1E1E5A846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1183">
            <a:extLst xmlns:a="http://schemas.openxmlformats.org/drawingml/2006/main">
              <a:ext uri="{FF2B5EF4-FFF2-40B4-BE49-F238E27FC236}">
                <a16:creationId xmlns:a16="http://schemas.microsoft.com/office/drawing/2014/main" id="{86BE4C54-DFA3-4D98-9218-A3E51B45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184">
            <a:extLst xmlns:a="http://schemas.openxmlformats.org/drawingml/2006/main">
              <a:ext uri="{FF2B5EF4-FFF2-40B4-BE49-F238E27FC236}">
                <a16:creationId xmlns:a16="http://schemas.microsoft.com/office/drawing/2014/main" id="{D929DC96-8672-457B-8EC4-3AF12CA31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85">
            <a:extLst xmlns:a="http://schemas.openxmlformats.org/drawingml/2006/main">
              <a:ext uri="{FF2B5EF4-FFF2-40B4-BE49-F238E27FC236}">
                <a16:creationId xmlns:a16="http://schemas.microsoft.com/office/drawing/2014/main" id="{34A675BD-2E05-4DCC-92EF-B1389F569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1186">
            <a:extLst xmlns:a="http://schemas.openxmlformats.org/drawingml/2006/main">
              <a:ext uri="{FF2B5EF4-FFF2-40B4-BE49-F238E27FC236}">
                <a16:creationId xmlns:a16="http://schemas.microsoft.com/office/drawing/2014/main" id="{117D39D6-B6FF-4676-B269-848DA2E4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1187">
            <a:extLst xmlns:a="http://schemas.openxmlformats.org/drawingml/2006/main">
              <a:ext uri="{FF2B5EF4-FFF2-40B4-BE49-F238E27FC236}">
                <a16:creationId xmlns:a16="http://schemas.microsoft.com/office/drawing/2014/main" id="{56CDF0E0-EB8B-4D8D-9BC5-A2BF7FD8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188">
            <a:extLst xmlns:a="http://schemas.openxmlformats.org/drawingml/2006/main">
              <a:ext uri="{FF2B5EF4-FFF2-40B4-BE49-F238E27FC236}">
                <a16:creationId xmlns:a16="http://schemas.microsoft.com/office/drawing/2014/main" id="{C28ACF8B-27EE-469D-9EAD-272FDD58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89">
            <a:extLst xmlns:a="http://schemas.openxmlformats.org/drawingml/2006/main">
              <a:ext uri="{FF2B5EF4-FFF2-40B4-BE49-F238E27FC236}">
                <a16:creationId xmlns:a16="http://schemas.microsoft.com/office/drawing/2014/main" id="{3CB190A5-6E95-46DD-B53A-B1328856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1190">
            <a:extLst xmlns:a="http://schemas.openxmlformats.org/drawingml/2006/main">
              <a:ext uri="{FF2B5EF4-FFF2-40B4-BE49-F238E27FC236}">
                <a16:creationId xmlns:a16="http://schemas.microsoft.com/office/drawing/2014/main" id="{7F76A271-FDC9-44A9-855A-74EF1AA5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1191">
            <a:extLst xmlns:a="http://schemas.openxmlformats.org/drawingml/2006/main">
              <a:ext uri="{FF2B5EF4-FFF2-40B4-BE49-F238E27FC236}">
                <a16:creationId xmlns:a16="http://schemas.microsoft.com/office/drawing/2014/main" id="{79CFE9A1-2296-46A1-B60F-AF0DFF31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192">
            <a:extLst xmlns:a="http://schemas.openxmlformats.org/drawingml/2006/main">
              <a:ext uri="{FF2B5EF4-FFF2-40B4-BE49-F238E27FC236}">
                <a16:creationId xmlns:a16="http://schemas.microsoft.com/office/drawing/2014/main" id="{D39A4F68-7CC6-4373-9C50-E49FF2A7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93">
            <a:extLst xmlns:a="http://schemas.openxmlformats.org/drawingml/2006/main">
              <a:ext uri="{FF2B5EF4-FFF2-40B4-BE49-F238E27FC236}">
                <a16:creationId xmlns:a16="http://schemas.microsoft.com/office/drawing/2014/main" id="{0A0C090E-6FBC-49F3-8C72-21C29906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1194">
            <a:extLst xmlns:a="http://schemas.openxmlformats.org/drawingml/2006/main">
              <a:ext uri="{FF2B5EF4-FFF2-40B4-BE49-F238E27FC236}">
                <a16:creationId xmlns:a16="http://schemas.microsoft.com/office/drawing/2014/main" id="{404A71AD-A896-43DE-8F49-CE5A67B5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1195">
            <a:extLst xmlns:a="http://schemas.openxmlformats.org/drawingml/2006/main">
              <a:ext uri="{FF2B5EF4-FFF2-40B4-BE49-F238E27FC236}">
                <a16:creationId xmlns:a16="http://schemas.microsoft.com/office/drawing/2014/main" id="{A6346E73-7E51-48FD-8881-A5C0F658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196">
            <a:extLst xmlns:a="http://schemas.openxmlformats.org/drawingml/2006/main">
              <a:ext uri="{FF2B5EF4-FFF2-40B4-BE49-F238E27FC236}">
                <a16:creationId xmlns:a16="http://schemas.microsoft.com/office/drawing/2014/main" id="{32FEDC7B-94B1-48FA-ABF7-CED4593C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197">
            <a:extLst xmlns:a="http://schemas.openxmlformats.org/drawingml/2006/main">
              <a:ext uri="{FF2B5EF4-FFF2-40B4-BE49-F238E27FC236}">
                <a16:creationId xmlns:a16="http://schemas.microsoft.com/office/drawing/2014/main" id="{D5BB6FF0-41CC-4211-82F2-930FBA25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1198">
            <a:extLst xmlns:a="http://schemas.openxmlformats.org/drawingml/2006/main">
              <a:ext uri="{FF2B5EF4-FFF2-40B4-BE49-F238E27FC236}">
                <a16:creationId xmlns:a16="http://schemas.microsoft.com/office/drawing/2014/main" id="{A1769E2B-619B-4E70-8CC8-9511A8C2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1845">
            <a:extLst xmlns:a="http://schemas.openxmlformats.org/drawingml/2006/main">
              <a:ext uri="{FF2B5EF4-FFF2-40B4-BE49-F238E27FC236}">
                <a16:creationId xmlns:a16="http://schemas.microsoft.com/office/drawing/2014/main" id="{2EDBDEED-D2FA-47DD-A2CF-BA63424A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23c6697d7c0428f"/>
              </a:rPr>
              <a:t>開啟 Antigravity ↗</a:t>
            </a:r>
          </a:p>
        </p:txBody>
      </p:sp>
      <p:sp>
        <p:nvSpPr>
          <p:cNvPr id="23" name="shape-1887">
            <a:extLst xmlns:a="http://schemas.openxmlformats.org/drawingml/2006/main">
              <a:ext uri="{FF2B5EF4-FFF2-40B4-BE49-F238E27FC236}">
                <a16:creationId xmlns:a16="http://schemas.microsoft.com/office/drawing/2014/main" id="{A5B9EF61-5B03-4FAD-9FF9-A9676B44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1717d7f25949e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888">
            <a:extLst xmlns:a="http://schemas.openxmlformats.org/drawingml/2006/main">
              <a:ext uri="{FF2B5EF4-FFF2-40B4-BE49-F238E27FC236}">
                <a16:creationId xmlns:a16="http://schemas.microsoft.com/office/drawing/2014/main" id="{655F8680-2DA6-4C25-87ED-55471EC2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8398593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199">
            <a:extLst xmlns:a="http://schemas.openxmlformats.org/drawingml/2006/main">
              <a:ext uri="{FF2B5EF4-FFF2-40B4-BE49-F238E27FC236}">
                <a16:creationId xmlns:a16="http://schemas.microsoft.com/office/drawing/2014/main" id="{57E45E81-D30A-45D2-A759-6B818F71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27437CE-879F-4C9F-9465-E4F52DF0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120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01">
            <a:extLst xmlns:a="http://schemas.openxmlformats.org/drawingml/2006/main">
              <a:ext uri="{FF2B5EF4-FFF2-40B4-BE49-F238E27FC236}">
                <a16:creationId xmlns:a16="http://schemas.microsoft.com/office/drawing/2014/main" id="{A4081D0C-45E3-4EBB-B391-D5131CCB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93160A8-DAF6-4AC8-B3EA-F8B8BAE1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text-1202">
            <a:extLst xmlns:a="http://schemas.openxmlformats.org/drawingml/2006/main">
              <a:ext uri="{FF2B5EF4-FFF2-40B4-BE49-F238E27FC236}">
                <a16:creationId xmlns:a16="http://schemas.microsoft.com/office/drawing/2014/main" id="{C67C200F-3812-4184-BB7B-B4B0DD66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203">
            <a:extLst xmlns:a="http://schemas.openxmlformats.org/drawingml/2006/main">
              <a:ext uri="{FF2B5EF4-FFF2-40B4-BE49-F238E27FC236}">
                <a16:creationId xmlns:a16="http://schemas.microsoft.com/office/drawing/2014/main" id="{E670C345-021E-4418-BE5A-1DAD34FD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204">
            <a:extLst xmlns:a="http://schemas.openxmlformats.org/drawingml/2006/main">
              <a:ext uri="{FF2B5EF4-FFF2-40B4-BE49-F238E27FC236}">
                <a16:creationId xmlns:a16="http://schemas.microsoft.com/office/drawing/2014/main" id="{DCB72821-F15C-4D4D-8EF6-0DCDBD15A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05">
            <a:extLst xmlns:a="http://schemas.openxmlformats.org/drawingml/2006/main">
              <a:ext uri="{FF2B5EF4-FFF2-40B4-BE49-F238E27FC236}">
                <a16:creationId xmlns:a16="http://schemas.microsoft.com/office/drawing/2014/main" id="{02D975D1-9E0F-48E5-B0E7-BB144DDCF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1206">
            <a:extLst xmlns:a="http://schemas.openxmlformats.org/drawingml/2006/main">
              <a:ext uri="{FF2B5EF4-FFF2-40B4-BE49-F238E27FC236}">
                <a16:creationId xmlns:a16="http://schemas.microsoft.com/office/drawing/2014/main" id="{917CA0B1-970E-42FE-A47A-E01CADBB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207">
            <a:extLst xmlns:a="http://schemas.openxmlformats.org/drawingml/2006/main">
              <a:ext uri="{FF2B5EF4-FFF2-40B4-BE49-F238E27FC236}">
                <a16:creationId xmlns:a16="http://schemas.microsoft.com/office/drawing/2014/main" id="{085E258C-14E7-4B8E-915C-40A21143D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1208">
            <a:extLst xmlns:a="http://schemas.openxmlformats.org/drawingml/2006/main">
              <a:ext uri="{FF2B5EF4-FFF2-40B4-BE49-F238E27FC236}">
                <a16:creationId xmlns:a16="http://schemas.microsoft.com/office/drawing/2014/main" id="{52D2C352-48A1-4C1D-8F96-8E66772E0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209">
            <a:extLst xmlns:a="http://schemas.openxmlformats.org/drawingml/2006/main">
              <a:ext uri="{FF2B5EF4-FFF2-40B4-BE49-F238E27FC236}">
                <a16:creationId xmlns:a16="http://schemas.microsoft.com/office/drawing/2014/main" id="{8A65750D-DF74-4FB7-B01C-9C593636A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1210">
            <a:extLst xmlns:a="http://schemas.openxmlformats.org/drawingml/2006/main">
              <a:ext uri="{FF2B5EF4-FFF2-40B4-BE49-F238E27FC236}">
                <a16:creationId xmlns:a16="http://schemas.microsoft.com/office/drawing/2014/main" id="{539F5B93-840F-412F-95E2-F1096E717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211">
            <a:extLst xmlns:a="http://schemas.openxmlformats.org/drawingml/2006/main">
              <a:ext uri="{FF2B5EF4-FFF2-40B4-BE49-F238E27FC236}">
                <a16:creationId xmlns:a16="http://schemas.microsoft.com/office/drawing/2014/main" id="{19E663C8-8DE8-4D83-8F5E-15B89F29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1212">
            <a:extLst xmlns:a="http://schemas.openxmlformats.org/drawingml/2006/main">
              <a:ext uri="{FF2B5EF4-FFF2-40B4-BE49-F238E27FC236}">
                <a16:creationId xmlns:a16="http://schemas.microsoft.com/office/drawing/2014/main" id="{1C899F37-C484-4E41-B417-7CBB7BD3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213">
            <a:extLst xmlns:a="http://schemas.openxmlformats.org/drawingml/2006/main">
              <a:ext uri="{FF2B5EF4-FFF2-40B4-BE49-F238E27FC236}">
                <a16:creationId xmlns:a16="http://schemas.microsoft.com/office/drawing/2014/main" id="{7E1610DD-EE2D-426A-806C-8CDE03A1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214">
            <a:extLst xmlns:a="http://schemas.openxmlformats.org/drawingml/2006/main">
              <a:ext uri="{FF2B5EF4-FFF2-40B4-BE49-F238E27FC236}">
                <a16:creationId xmlns:a16="http://schemas.microsoft.com/office/drawing/2014/main" id="{86B4E6D3-F162-4DE5-BBD9-1D036FABC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1846">
            <a:extLst xmlns:a="http://schemas.openxmlformats.org/drawingml/2006/main">
              <a:ext uri="{FF2B5EF4-FFF2-40B4-BE49-F238E27FC236}">
                <a16:creationId xmlns:a16="http://schemas.microsoft.com/office/drawing/2014/main" id="{ABF4175D-9EB0-433E-81D8-036EE7FD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fcec70fd3114eaa"/>
              </a:rPr>
              <a:t>開啟 Antigravity ↗</a:t>
            </a:r>
          </a:p>
        </p:txBody>
      </p:sp>
      <p:sp>
        <p:nvSpPr>
          <p:cNvPr id="20" name="shape-1889">
            <a:extLst xmlns:a="http://schemas.openxmlformats.org/drawingml/2006/main">
              <a:ext uri="{FF2B5EF4-FFF2-40B4-BE49-F238E27FC236}">
                <a16:creationId xmlns:a16="http://schemas.microsoft.com/office/drawing/2014/main" id="{EC5C9DA5-4832-4994-BF64-4CABD589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d48f4adf447e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890">
            <a:extLst xmlns:a="http://schemas.openxmlformats.org/drawingml/2006/main">
              <a:ext uri="{FF2B5EF4-FFF2-40B4-BE49-F238E27FC236}">
                <a16:creationId xmlns:a16="http://schemas.microsoft.com/office/drawing/2014/main" id="{81E3E12A-E583-4C87-94A9-977DC4AF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73381844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215">
            <a:extLst xmlns:a="http://schemas.openxmlformats.org/drawingml/2006/main">
              <a:ext uri="{FF2B5EF4-FFF2-40B4-BE49-F238E27FC236}">
                <a16:creationId xmlns:a16="http://schemas.microsoft.com/office/drawing/2014/main" id="{BEFFAC4E-1BF0-48A3-966A-D03BB198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1216">
            <a:extLst xmlns:a="http://schemas.openxmlformats.org/drawingml/2006/main">
              <a:ext uri="{FF2B5EF4-FFF2-40B4-BE49-F238E27FC236}">
                <a16:creationId xmlns:a16="http://schemas.microsoft.com/office/drawing/2014/main" id="{E475B9C3-ECF8-46EF-BB20-EEFB59F8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1217">
            <a:extLst xmlns:a="http://schemas.openxmlformats.org/drawingml/2006/main">
              <a:ext uri="{FF2B5EF4-FFF2-40B4-BE49-F238E27FC236}">
                <a16:creationId xmlns:a16="http://schemas.microsoft.com/office/drawing/2014/main" id="{2FAC6BB1-57CC-4352-94D5-823166F6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ChatGPT Voice 可在桌面版 Work／Codex 中直接口述任務、追問進度與協調 Agent；Codex 也能讀取工作區脈絡、修改檔案、執行檢查並交付可追查成果。</a:t>
            </a:r>
          </a:p>
        </p:txBody>
      </p:sp>
      <p:sp>
        <p:nvSpPr>
          <p:cNvPr id="4" name="shape-1218">
            <a:extLst xmlns:a="http://schemas.openxmlformats.org/drawingml/2006/main">
              <a:ext uri="{FF2B5EF4-FFF2-40B4-BE49-F238E27FC236}">
                <a16:creationId xmlns:a16="http://schemas.microsoft.com/office/drawing/2014/main" id="{5BC58A9E-BCFF-4FB4-A040-759DB448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219">
            <a:extLst xmlns:a="http://schemas.openxmlformats.org/drawingml/2006/main">
              <a:ext uri="{FF2B5EF4-FFF2-40B4-BE49-F238E27FC236}">
                <a16:creationId xmlns:a16="http://schemas.microsoft.com/office/drawing/2014/main" id="{3F88756B-CCFD-44F1-9C14-BD62F3F57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220">
            <a:extLst xmlns:a="http://schemas.openxmlformats.org/drawingml/2006/main">
              <a:ext uri="{FF2B5EF4-FFF2-40B4-BE49-F238E27FC236}">
                <a16:creationId xmlns:a16="http://schemas.microsoft.com/office/drawing/2014/main" id="{BB9C7124-14D1-4D7E-B38E-FBEF5605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221">
            <a:extLst xmlns:a="http://schemas.openxmlformats.org/drawingml/2006/main">
              <a:ext uri="{FF2B5EF4-FFF2-40B4-BE49-F238E27FC236}">
                <a16:creationId xmlns:a16="http://schemas.microsoft.com/office/drawing/2014/main" id="{2D7BA6ED-00EF-4C54-8469-874BF3B2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&lt;&gt;</a:t>
            </a:r>
          </a:p>
        </p:txBody>
      </p:sp>
      <p:sp>
        <p:nvSpPr>
          <p:cNvPr id="8" name="text-1222">
            <a:extLst xmlns:a="http://schemas.openxmlformats.org/drawingml/2006/main">
              <a:ext uri="{FF2B5EF4-FFF2-40B4-BE49-F238E27FC236}">
                <a16:creationId xmlns:a16="http://schemas.microsoft.com/office/drawing/2014/main" id="{381F1363-C77E-4F24-8DEC-CEB4398F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9" name="text-1223">
            <a:extLst xmlns:a="http://schemas.openxmlformats.org/drawingml/2006/main">
              <a:ext uri="{FF2B5EF4-FFF2-40B4-BE49-F238E27FC236}">
                <a16:creationId xmlns:a16="http://schemas.microsoft.com/office/drawing/2014/main" id="{04CAFB15-60FD-4BB6-8651-28CAE63A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ChatGPT Agent 工作區</a:t>
            </a:r>
          </a:p>
        </p:txBody>
      </p:sp>
      <p:cxnSp>
        <p:nvCxnSpPr>
          <p:cNvPr id="26" name="shape-122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11" name="text-1225">
            <a:extLst xmlns:a="http://schemas.openxmlformats.org/drawingml/2006/main">
              <a:ext uri="{FF2B5EF4-FFF2-40B4-BE49-F238E27FC236}">
                <a16:creationId xmlns:a16="http://schemas.microsoft.com/office/drawing/2014/main" id="{A8E19A7D-BD80-40D3-BD02-34253E88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64935B0-F7A9-4525-9E83-D185C7C06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13" name="text-1847">
            <a:extLst xmlns:a="http://schemas.openxmlformats.org/drawingml/2006/main">
              <a:ext uri="{FF2B5EF4-FFF2-40B4-BE49-F238E27FC236}">
                <a16:creationId xmlns:a16="http://schemas.microsoft.com/office/drawing/2014/main" id="{46D3BE48-3E30-48CC-8615-74FD39F0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bc05623832c4674"/>
              </a:rPr>
              <a:t>開啟 Codex ↗</a:t>
            </a:r>
          </a:p>
        </p:txBody>
      </p:sp>
      <p:sp>
        <p:nvSpPr>
          <p:cNvPr id="14" name="shape-1891">
            <a:extLst xmlns:a="http://schemas.openxmlformats.org/drawingml/2006/main">
              <a:ext uri="{FF2B5EF4-FFF2-40B4-BE49-F238E27FC236}">
                <a16:creationId xmlns:a16="http://schemas.microsoft.com/office/drawing/2014/main" id="{E5DCC356-C2E7-4156-AF29-AEF9B36C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d11651361d492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892">
            <a:extLst xmlns:a="http://schemas.openxmlformats.org/drawingml/2006/main">
              <a:ext uri="{FF2B5EF4-FFF2-40B4-BE49-F238E27FC236}">
                <a16:creationId xmlns:a16="http://schemas.microsoft.com/office/drawing/2014/main" id="{20E87F8F-094B-40F0-8728-A398D805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21953257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226">
            <a:extLst xmlns:a="http://schemas.openxmlformats.org/drawingml/2006/main">
              <a:ext uri="{FF2B5EF4-FFF2-40B4-BE49-F238E27FC236}">
                <a16:creationId xmlns:a16="http://schemas.microsoft.com/office/drawing/2014/main" id="{543B3ACF-14BC-4699-9436-D06067DE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8DE4966-9A7C-49BC-9E45-708B2B61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42" name="shape-12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28">
            <a:extLst xmlns:a="http://schemas.openxmlformats.org/drawingml/2006/main">
              <a:ext uri="{FF2B5EF4-FFF2-40B4-BE49-F238E27FC236}">
                <a16:creationId xmlns:a16="http://schemas.microsoft.com/office/drawing/2014/main" id="{28F6F807-E4D2-4F25-A567-32D4D3A5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28E94AF-102C-493F-92F1-52E38664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shape-1229">
            <a:extLst xmlns:a="http://schemas.openxmlformats.org/drawingml/2006/main">
              <a:ext uri="{FF2B5EF4-FFF2-40B4-BE49-F238E27FC236}">
                <a16:creationId xmlns:a16="http://schemas.microsoft.com/office/drawing/2014/main" id="{D97E5769-628D-4387-B62A-C1F0A5E7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230">
            <a:extLst xmlns:a="http://schemas.openxmlformats.org/drawingml/2006/main">
              <a:ext uri="{FF2B5EF4-FFF2-40B4-BE49-F238E27FC236}">
                <a16:creationId xmlns:a16="http://schemas.microsoft.com/office/drawing/2014/main" id="{F3580F2A-E905-45EC-98D7-9D4587065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231">
            <a:extLst xmlns:a="http://schemas.openxmlformats.org/drawingml/2006/main">
              <a:ext uri="{FF2B5EF4-FFF2-40B4-BE49-F238E27FC236}">
                <a16:creationId xmlns:a16="http://schemas.microsoft.com/office/drawing/2014/main" id="{5076500C-EB22-4C84-BDA1-D5EF6EEC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32">
            <a:extLst xmlns:a="http://schemas.openxmlformats.org/drawingml/2006/main">
              <a:ext uri="{FF2B5EF4-FFF2-40B4-BE49-F238E27FC236}">
                <a16:creationId xmlns:a16="http://schemas.microsoft.com/office/drawing/2014/main" id="{4E87350F-D380-43EB-B395-43E3DB26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開啟工作區／語音</a:t>
            </a:r>
          </a:p>
        </p:txBody>
      </p:sp>
      <p:sp>
        <p:nvSpPr>
          <p:cNvPr id="10" name="text-1233">
            <a:extLst xmlns:a="http://schemas.openxmlformats.org/drawingml/2006/main">
              <a:ext uri="{FF2B5EF4-FFF2-40B4-BE49-F238E27FC236}">
                <a16:creationId xmlns:a16="http://schemas.microsoft.com/office/drawing/2014/main" id="{BFDB7F93-99FA-4961-B57F-58C10A73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素材、麥克風與權限</a:t>
            </a:r>
          </a:p>
        </p:txBody>
      </p:sp>
      <p:sp>
        <p:nvSpPr>
          <p:cNvPr id="11" name="text-1234">
            <a:extLst xmlns:a="http://schemas.openxmlformats.org/drawingml/2006/main">
              <a:ext uri="{FF2B5EF4-FFF2-40B4-BE49-F238E27FC236}">
                <a16:creationId xmlns:a16="http://schemas.microsoft.com/office/drawing/2014/main" id="{B1DBC609-4991-4AF7-85F2-D4A057BFD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235">
            <a:extLst xmlns:a="http://schemas.openxmlformats.org/drawingml/2006/main">
              <a:ext uri="{FF2B5EF4-FFF2-40B4-BE49-F238E27FC236}">
                <a16:creationId xmlns:a16="http://schemas.microsoft.com/office/drawing/2014/main" id="{67CFBA3A-CD5E-4AD3-A9FB-C71664F0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236">
            <a:extLst xmlns:a="http://schemas.openxmlformats.org/drawingml/2006/main">
              <a:ext uri="{FF2B5EF4-FFF2-40B4-BE49-F238E27FC236}">
                <a16:creationId xmlns:a16="http://schemas.microsoft.com/office/drawing/2014/main" id="{C7B17DAA-AC77-49D8-B687-02796E9E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237">
            <a:extLst xmlns:a="http://schemas.openxmlformats.org/drawingml/2006/main">
              <a:ext uri="{FF2B5EF4-FFF2-40B4-BE49-F238E27FC236}">
                <a16:creationId xmlns:a16="http://schemas.microsoft.com/office/drawing/2014/main" id="{26046B54-9881-4327-A99E-E52EF4F0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238">
            <a:extLst xmlns:a="http://schemas.openxmlformats.org/drawingml/2006/main">
              <a:ext uri="{FF2B5EF4-FFF2-40B4-BE49-F238E27FC236}">
                <a16:creationId xmlns:a16="http://schemas.microsoft.com/office/drawing/2014/main" id="{76242373-E99A-487D-B6DB-F8C92EA4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6" name="text-1239">
            <a:extLst xmlns:a="http://schemas.openxmlformats.org/drawingml/2006/main">
              <a:ext uri="{FF2B5EF4-FFF2-40B4-BE49-F238E27FC236}">
                <a16:creationId xmlns:a16="http://schemas.microsoft.com/office/drawing/2014/main" id="{98EE6DED-1F3C-4363-B589-E705ED1B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7" name="text-1240">
            <a:extLst xmlns:a="http://schemas.openxmlformats.org/drawingml/2006/main">
              <a:ext uri="{FF2B5EF4-FFF2-40B4-BE49-F238E27FC236}">
                <a16:creationId xmlns:a16="http://schemas.microsoft.com/office/drawing/2014/main" id="{D406C942-D5AB-4198-BBDF-24F8CEE2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241">
            <a:extLst xmlns:a="http://schemas.openxmlformats.org/drawingml/2006/main">
              <a:ext uri="{FF2B5EF4-FFF2-40B4-BE49-F238E27FC236}">
                <a16:creationId xmlns:a16="http://schemas.microsoft.com/office/drawing/2014/main" id="{E58E37CE-9DDC-4853-B7F2-582C1327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242">
            <a:extLst xmlns:a="http://schemas.openxmlformats.org/drawingml/2006/main">
              <a:ext uri="{FF2B5EF4-FFF2-40B4-BE49-F238E27FC236}">
                <a16:creationId xmlns:a16="http://schemas.microsoft.com/office/drawing/2014/main" id="{4B27C1A4-0AF4-46A1-84F3-678FD138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243">
            <a:extLst xmlns:a="http://schemas.openxmlformats.org/drawingml/2006/main">
              <a:ext uri="{FF2B5EF4-FFF2-40B4-BE49-F238E27FC236}">
                <a16:creationId xmlns:a16="http://schemas.microsoft.com/office/drawing/2014/main" id="{FFEA1B09-CEDC-4DE1-A395-92A4096E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244">
            <a:extLst xmlns:a="http://schemas.openxmlformats.org/drawingml/2006/main">
              <a:ext uri="{FF2B5EF4-FFF2-40B4-BE49-F238E27FC236}">
                <a16:creationId xmlns:a16="http://schemas.microsoft.com/office/drawing/2014/main" id="{962BEDC1-3E4C-4CAC-9B60-A9BD278E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22" name="text-1245">
            <a:extLst xmlns:a="http://schemas.openxmlformats.org/drawingml/2006/main">
              <a:ext uri="{FF2B5EF4-FFF2-40B4-BE49-F238E27FC236}">
                <a16:creationId xmlns:a16="http://schemas.microsoft.com/office/drawing/2014/main" id="{AE9CFA92-A50D-4C8F-9224-582429DD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23" name="text-1246">
            <a:extLst xmlns:a="http://schemas.openxmlformats.org/drawingml/2006/main">
              <a:ext uri="{FF2B5EF4-FFF2-40B4-BE49-F238E27FC236}">
                <a16:creationId xmlns:a16="http://schemas.microsoft.com/office/drawing/2014/main" id="{AF25F5B4-9015-4437-BBC5-2B2A06B6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247">
            <a:extLst xmlns:a="http://schemas.openxmlformats.org/drawingml/2006/main">
              <a:ext uri="{FF2B5EF4-FFF2-40B4-BE49-F238E27FC236}">
                <a16:creationId xmlns:a16="http://schemas.microsoft.com/office/drawing/2014/main" id="{98D7D220-CD0C-4714-A9F7-070778EF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248">
            <a:extLst xmlns:a="http://schemas.openxmlformats.org/drawingml/2006/main">
              <a:ext uri="{FF2B5EF4-FFF2-40B4-BE49-F238E27FC236}">
                <a16:creationId xmlns:a16="http://schemas.microsoft.com/office/drawing/2014/main" id="{2B0E1618-4A07-431D-8360-F6208D74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249">
            <a:extLst xmlns:a="http://schemas.openxmlformats.org/drawingml/2006/main">
              <a:ext uri="{FF2B5EF4-FFF2-40B4-BE49-F238E27FC236}">
                <a16:creationId xmlns:a16="http://schemas.microsoft.com/office/drawing/2014/main" id="{540AF2EC-C4C6-4054-B007-A3F78C74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250">
            <a:extLst xmlns:a="http://schemas.openxmlformats.org/drawingml/2006/main">
              <a:ext uri="{FF2B5EF4-FFF2-40B4-BE49-F238E27FC236}">
                <a16:creationId xmlns:a16="http://schemas.microsoft.com/office/drawing/2014/main" id="{BC0B83BB-4616-4EBD-AE11-8B028344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8" name="text-1251">
            <a:extLst xmlns:a="http://schemas.openxmlformats.org/drawingml/2006/main">
              <a:ext uri="{FF2B5EF4-FFF2-40B4-BE49-F238E27FC236}">
                <a16:creationId xmlns:a16="http://schemas.microsoft.com/office/drawing/2014/main" id="{6DDBEE88-8DEF-4A9D-8B59-A1B91EED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9" name="text-1252">
            <a:extLst xmlns:a="http://schemas.openxmlformats.org/drawingml/2006/main">
              <a:ext uri="{FF2B5EF4-FFF2-40B4-BE49-F238E27FC236}">
                <a16:creationId xmlns:a16="http://schemas.microsoft.com/office/drawing/2014/main" id="{FA5C51DE-54F0-4B3A-98DA-E21F860B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253">
            <a:extLst xmlns:a="http://schemas.openxmlformats.org/drawingml/2006/main">
              <a:ext uri="{FF2B5EF4-FFF2-40B4-BE49-F238E27FC236}">
                <a16:creationId xmlns:a16="http://schemas.microsoft.com/office/drawing/2014/main" id="{151FBE82-81F5-4394-80FE-50BB0EAA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254">
            <a:extLst xmlns:a="http://schemas.openxmlformats.org/drawingml/2006/main">
              <a:ext uri="{FF2B5EF4-FFF2-40B4-BE49-F238E27FC236}">
                <a16:creationId xmlns:a16="http://schemas.microsoft.com/office/drawing/2014/main" id="{169F9001-DC84-4767-B7EA-93512FCA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255">
            <a:extLst xmlns:a="http://schemas.openxmlformats.org/drawingml/2006/main">
              <a:ext uri="{FF2B5EF4-FFF2-40B4-BE49-F238E27FC236}">
                <a16:creationId xmlns:a16="http://schemas.microsoft.com/office/drawing/2014/main" id="{942EC95B-BDF0-4B9F-9A66-DF98FDBD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256">
            <a:extLst xmlns:a="http://schemas.openxmlformats.org/drawingml/2006/main">
              <a:ext uri="{FF2B5EF4-FFF2-40B4-BE49-F238E27FC236}">
                <a16:creationId xmlns:a16="http://schemas.microsoft.com/office/drawing/2014/main" id="{BB5CAC28-D4AC-463F-B420-0EC3188D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34" name="text-1257">
            <a:extLst xmlns:a="http://schemas.openxmlformats.org/drawingml/2006/main">
              <a:ext uri="{FF2B5EF4-FFF2-40B4-BE49-F238E27FC236}">
                <a16:creationId xmlns:a16="http://schemas.microsoft.com/office/drawing/2014/main" id="{2D342F4E-7446-4C77-A3E9-2C1BD176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35" name="text-1258">
            <a:extLst xmlns:a="http://schemas.openxmlformats.org/drawingml/2006/main">
              <a:ext uri="{FF2B5EF4-FFF2-40B4-BE49-F238E27FC236}">
                <a16:creationId xmlns:a16="http://schemas.microsoft.com/office/drawing/2014/main" id="{F94C572D-674B-4169-AE23-44BE10A8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1848">
            <a:extLst xmlns:a="http://schemas.openxmlformats.org/drawingml/2006/main">
              <a:ext uri="{FF2B5EF4-FFF2-40B4-BE49-F238E27FC236}">
                <a16:creationId xmlns:a16="http://schemas.microsoft.com/office/drawing/2014/main" id="{CB0935B3-24D4-4E40-82EE-94B6DCE1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06c9c993b144ba5"/>
              </a:rPr>
              <a:t>開啟 Codex ↗</a:t>
            </a:r>
          </a:p>
        </p:txBody>
      </p:sp>
      <p:sp>
        <p:nvSpPr>
          <p:cNvPr id="37" name="shape-1893">
            <a:extLst xmlns:a="http://schemas.openxmlformats.org/drawingml/2006/main">
              <a:ext uri="{FF2B5EF4-FFF2-40B4-BE49-F238E27FC236}">
                <a16:creationId xmlns:a16="http://schemas.microsoft.com/office/drawing/2014/main" id="{CD4CF7DC-6A76-4E2F-BD97-35246692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2e8a899667402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9" name="text-1894">
            <a:extLst xmlns:a="http://schemas.openxmlformats.org/drawingml/2006/main">
              <a:ext uri="{FF2B5EF4-FFF2-40B4-BE49-F238E27FC236}">
                <a16:creationId xmlns:a16="http://schemas.microsoft.com/office/drawing/2014/main" id="{E90D2C2C-0371-4360-9AF8-8E85840C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06897708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259">
            <a:extLst xmlns:a="http://schemas.openxmlformats.org/drawingml/2006/main">
              <a:ext uri="{FF2B5EF4-FFF2-40B4-BE49-F238E27FC236}">
                <a16:creationId xmlns:a16="http://schemas.microsoft.com/office/drawing/2014/main" id="{22978F72-336D-4EB4-838C-61C6B4E3C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1AD69A0-3FB7-40BA-97C3-0D1998F3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12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61">
            <a:extLst xmlns:a="http://schemas.openxmlformats.org/drawingml/2006/main">
              <a:ext uri="{FF2B5EF4-FFF2-40B4-BE49-F238E27FC236}">
                <a16:creationId xmlns:a16="http://schemas.microsoft.com/office/drawing/2014/main" id="{4D797CD7-2A3A-4684-9468-EF4AB5E0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EE19E6D-0772-4FA0-9D04-1A4045965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text-1262">
            <a:extLst xmlns:a="http://schemas.openxmlformats.org/drawingml/2006/main">
              <a:ext uri="{FF2B5EF4-FFF2-40B4-BE49-F238E27FC236}">
                <a16:creationId xmlns:a16="http://schemas.microsoft.com/office/drawing/2014/main" id="{323697C1-D061-4BCC-B1F5-AA7CF3DC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B2A3D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1263">
            <a:extLst xmlns:a="http://schemas.openxmlformats.org/drawingml/2006/main">
              <a:ext uri="{FF2B5EF4-FFF2-40B4-BE49-F238E27FC236}">
                <a16:creationId xmlns:a16="http://schemas.microsoft.com/office/drawing/2014/main" id="{9C58DCB8-07B4-4EA3-90E8-1D1131D4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1264">
            <a:extLst xmlns:a="http://schemas.openxmlformats.org/drawingml/2006/main">
              <a:ext uri="{FF2B5EF4-FFF2-40B4-BE49-F238E27FC236}">
                <a16:creationId xmlns:a16="http://schemas.microsoft.com/office/drawing/2014/main" id="{85CB7A28-3647-46F4-BF1D-B0894728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1265">
            <a:extLst xmlns:a="http://schemas.openxmlformats.org/drawingml/2006/main">
              <a:ext uri="{FF2B5EF4-FFF2-40B4-BE49-F238E27FC236}">
                <a16:creationId xmlns:a16="http://schemas.microsoft.com/office/drawing/2014/main" id="{B90F81AF-0FD4-48ED-9C90-6104DCBC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266">
            <a:extLst xmlns:a="http://schemas.openxmlformats.org/drawingml/2006/main">
              <a:ext uri="{FF2B5EF4-FFF2-40B4-BE49-F238E27FC236}">
                <a16:creationId xmlns:a16="http://schemas.microsoft.com/office/drawing/2014/main" id="{27E40402-AB3D-4694-AB97-1CDCDCE07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1267">
            <a:extLst xmlns:a="http://schemas.openxmlformats.org/drawingml/2006/main">
              <a:ext uri="{FF2B5EF4-FFF2-40B4-BE49-F238E27FC236}">
                <a16:creationId xmlns:a16="http://schemas.microsoft.com/office/drawing/2014/main" id="{5F455833-D7C0-4445-B9AD-A3588AEB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1268">
            <a:extLst xmlns:a="http://schemas.openxmlformats.org/drawingml/2006/main">
              <a:ext uri="{FF2B5EF4-FFF2-40B4-BE49-F238E27FC236}">
                <a16:creationId xmlns:a16="http://schemas.microsoft.com/office/drawing/2014/main" id="{4AE8615A-6220-4785-A80B-462A21932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1849">
            <a:extLst xmlns:a="http://schemas.openxmlformats.org/drawingml/2006/main">
              <a:ext uri="{FF2B5EF4-FFF2-40B4-BE49-F238E27FC236}">
                <a16:creationId xmlns:a16="http://schemas.microsoft.com/office/drawing/2014/main" id="{FEAC5169-2E90-4DBA-B48E-F6E698C2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eb445c9422d48c8"/>
              </a:rPr>
              <a:t>開啟 Codex ↗</a:t>
            </a:r>
          </a:p>
        </p:txBody>
      </p:sp>
      <p:sp>
        <p:nvSpPr>
          <p:cNvPr id="14" name="shape-1895">
            <a:extLst xmlns:a="http://schemas.openxmlformats.org/drawingml/2006/main">
              <a:ext uri="{FF2B5EF4-FFF2-40B4-BE49-F238E27FC236}">
                <a16:creationId xmlns:a16="http://schemas.microsoft.com/office/drawing/2014/main" id="{3BF9AE45-39A9-4E6A-B66D-44FCC331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f25275d5804a9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896">
            <a:extLst xmlns:a="http://schemas.openxmlformats.org/drawingml/2006/main">
              <a:ext uri="{FF2B5EF4-FFF2-40B4-BE49-F238E27FC236}">
                <a16:creationId xmlns:a16="http://schemas.microsoft.com/office/drawing/2014/main" id="{2B0C9A9C-EB32-4596-90D7-82035AB7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2949325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269">
            <a:extLst xmlns:a="http://schemas.openxmlformats.org/drawingml/2006/main">
              <a:ext uri="{FF2B5EF4-FFF2-40B4-BE49-F238E27FC236}">
                <a16:creationId xmlns:a16="http://schemas.microsoft.com/office/drawing/2014/main" id="{C01184BF-AB57-4985-9446-F7D961EB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7C514D-F1FB-44F4-BFC9-EEB04DBD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127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71">
            <a:extLst xmlns:a="http://schemas.openxmlformats.org/drawingml/2006/main">
              <a:ext uri="{FF2B5EF4-FFF2-40B4-BE49-F238E27FC236}">
                <a16:creationId xmlns:a16="http://schemas.microsoft.com/office/drawing/2014/main" id="{92B7E227-FE4D-401C-90CC-183D52B0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9FFAAF1-4F7A-455C-8671-8741AD3C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1272">
            <a:extLst xmlns:a="http://schemas.openxmlformats.org/drawingml/2006/main">
              <a:ext uri="{FF2B5EF4-FFF2-40B4-BE49-F238E27FC236}">
                <a16:creationId xmlns:a16="http://schemas.microsoft.com/office/drawing/2014/main" id="{14B747C4-C813-43D3-8608-E6A5C901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273">
            <a:extLst xmlns:a="http://schemas.openxmlformats.org/drawingml/2006/main">
              <a:ext uri="{FF2B5EF4-FFF2-40B4-BE49-F238E27FC236}">
                <a16:creationId xmlns:a16="http://schemas.microsoft.com/office/drawing/2014/main" id="{D734875B-1F8C-4979-AE82-7C4517421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274">
            <a:extLst xmlns:a="http://schemas.openxmlformats.org/drawingml/2006/main">
              <a:ext uri="{FF2B5EF4-FFF2-40B4-BE49-F238E27FC236}">
                <a16:creationId xmlns:a16="http://schemas.microsoft.com/office/drawing/2014/main" id="{947424B7-279C-4BE0-AE9D-4BD41918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1275">
            <a:extLst xmlns:a="http://schemas.openxmlformats.org/drawingml/2006/main">
              <a:ext uri="{FF2B5EF4-FFF2-40B4-BE49-F238E27FC236}">
                <a16:creationId xmlns:a16="http://schemas.microsoft.com/office/drawing/2014/main" id="{4F8D87D2-C0E9-4E10-BB34-3C64070A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教學／研究痛點與使用者價值</a:t>
            </a:r>
          </a:p>
        </p:txBody>
      </p:sp>
      <p:sp>
        <p:nvSpPr>
          <p:cNvPr id="10" name="shape-1276">
            <a:extLst xmlns:a="http://schemas.openxmlformats.org/drawingml/2006/main">
              <a:ext uri="{FF2B5EF4-FFF2-40B4-BE49-F238E27FC236}">
                <a16:creationId xmlns:a16="http://schemas.microsoft.com/office/drawing/2014/main" id="{90EAFE28-F60C-4CA0-81BE-C5B34A3F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277">
            <a:extLst xmlns:a="http://schemas.openxmlformats.org/drawingml/2006/main">
              <a:ext uri="{FF2B5EF4-FFF2-40B4-BE49-F238E27FC236}">
                <a16:creationId xmlns:a16="http://schemas.microsoft.com/office/drawing/2014/main" id="{BD325D84-6F2E-45B2-8A17-0B5CF21C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278">
            <a:extLst xmlns:a="http://schemas.openxmlformats.org/drawingml/2006/main">
              <a:ext uri="{FF2B5EF4-FFF2-40B4-BE49-F238E27FC236}">
                <a16:creationId xmlns:a16="http://schemas.microsoft.com/office/drawing/2014/main" id="{C96DE353-F1EC-418B-AC9D-CE90A468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1279">
            <a:extLst xmlns:a="http://schemas.openxmlformats.org/drawingml/2006/main">
              <a:ext uri="{FF2B5EF4-FFF2-40B4-BE49-F238E27FC236}">
                <a16:creationId xmlns:a16="http://schemas.microsoft.com/office/drawing/2014/main" id="{9B7EE9F5-1BA8-4B91-86A1-257D97D3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1280">
            <a:extLst xmlns:a="http://schemas.openxmlformats.org/drawingml/2006/main">
              <a:ext uri="{FF2B5EF4-FFF2-40B4-BE49-F238E27FC236}">
                <a16:creationId xmlns:a16="http://schemas.microsoft.com/office/drawing/2014/main" id="{F1909553-FC84-45EC-8925-68ACCC06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281">
            <a:extLst xmlns:a="http://schemas.openxmlformats.org/drawingml/2006/main">
              <a:ext uri="{FF2B5EF4-FFF2-40B4-BE49-F238E27FC236}">
                <a16:creationId xmlns:a16="http://schemas.microsoft.com/office/drawing/2014/main" id="{8D8C7458-F358-4789-86CF-6EFA1DE7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282">
            <a:extLst xmlns:a="http://schemas.openxmlformats.org/drawingml/2006/main">
              <a:ext uri="{FF2B5EF4-FFF2-40B4-BE49-F238E27FC236}">
                <a16:creationId xmlns:a16="http://schemas.microsoft.com/office/drawing/2014/main" id="{A06E3730-1AE0-4CE8-AD12-67EF4F25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1283">
            <a:extLst xmlns:a="http://schemas.openxmlformats.org/drawingml/2006/main">
              <a:ext uri="{FF2B5EF4-FFF2-40B4-BE49-F238E27FC236}">
                <a16:creationId xmlns:a16="http://schemas.microsoft.com/office/drawing/2014/main" id="{74297BC3-F79D-4347-A07C-CBA7C582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1284">
            <a:extLst xmlns:a="http://schemas.openxmlformats.org/drawingml/2006/main">
              <a:ext uri="{FF2B5EF4-FFF2-40B4-BE49-F238E27FC236}">
                <a16:creationId xmlns:a16="http://schemas.microsoft.com/office/drawing/2014/main" id="{3E32D321-BABC-419B-B070-CC0F8EFB1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285">
            <a:extLst xmlns:a="http://schemas.openxmlformats.org/drawingml/2006/main">
              <a:ext uri="{FF2B5EF4-FFF2-40B4-BE49-F238E27FC236}">
                <a16:creationId xmlns:a16="http://schemas.microsoft.com/office/drawing/2014/main" id="{585712E6-0618-49D7-BBAF-60F40A76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286">
            <a:extLst xmlns:a="http://schemas.openxmlformats.org/drawingml/2006/main">
              <a:ext uri="{FF2B5EF4-FFF2-40B4-BE49-F238E27FC236}">
                <a16:creationId xmlns:a16="http://schemas.microsoft.com/office/drawing/2014/main" id="{5DA62EB3-9DC2-43E4-8FDB-5660E7396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1287">
            <a:extLst xmlns:a="http://schemas.openxmlformats.org/drawingml/2006/main">
              <a:ext uri="{FF2B5EF4-FFF2-40B4-BE49-F238E27FC236}">
                <a16:creationId xmlns:a16="http://schemas.microsoft.com/office/drawing/2014/main" id="{BB70DF7E-E068-49F4-8092-E6DE7694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1288">
            <a:extLst xmlns:a="http://schemas.openxmlformats.org/drawingml/2006/main">
              <a:ext uri="{FF2B5EF4-FFF2-40B4-BE49-F238E27FC236}">
                <a16:creationId xmlns:a16="http://schemas.microsoft.com/office/drawing/2014/main" id="{483D1323-11C9-49A2-81D1-861967D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289">
            <a:extLst xmlns:a="http://schemas.openxmlformats.org/drawingml/2006/main">
              <a:ext uri="{FF2B5EF4-FFF2-40B4-BE49-F238E27FC236}">
                <a16:creationId xmlns:a16="http://schemas.microsoft.com/office/drawing/2014/main" id="{13392347-A7A9-432B-9CCA-0835AB19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290">
            <a:extLst xmlns:a="http://schemas.openxmlformats.org/drawingml/2006/main">
              <a:ext uri="{FF2B5EF4-FFF2-40B4-BE49-F238E27FC236}">
                <a16:creationId xmlns:a16="http://schemas.microsoft.com/office/drawing/2014/main" id="{473A3A53-5058-4706-8EDA-84AC27C8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291">
            <a:extLst xmlns:a="http://schemas.openxmlformats.org/drawingml/2006/main">
              <a:ext uri="{FF2B5EF4-FFF2-40B4-BE49-F238E27FC236}">
                <a16:creationId xmlns:a16="http://schemas.microsoft.com/office/drawing/2014/main" id="{3244B716-4ADE-4C44-B1D5-08847FD7D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292">
            <a:extLst xmlns:a="http://schemas.openxmlformats.org/drawingml/2006/main">
              <a:ext uri="{FF2B5EF4-FFF2-40B4-BE49-F238E27FC236}">
                <a16:creationId xmlns:a16="http://schemas.microsoft.com/office/drawing/2014/main" id="{3289435F-B3E2-4ADF-BF56-4956A7BA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293">
            <a:extLst xmlns:a="http://schemas.openxmlformats.org/drawingml/2006/main">
              <a:ext uri="{FF2B5EF4-FFF2-40B4-BE49-F238E27FC236}">
                <a16:creationId xmlns:a16="http://schemas.microsoft.com/office/drawing/2014/main" id="{6F5AB728-6FE4-4BEB-B69C-BF48144A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294">
            <a:extLst xmlns:a="http://schemas.openxmlformats.org/drawingml/2006/main">
              <a:ext uri="{FF2B5EF4-FFF2-40B4-BE49-F238E27FC236}">
                <a16:creationId xmlns:a16="http://schemas.microsoft.com/office/drawing/2014/main" id="{AE38EBFD-E582-407B-93F7-0D44BC8A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295">
            <a:extLst xmlns:a="http://schemas.openxmlformats.org/drawingml/2006/main">
              <a:ext uri="{FF2B5EF4-FFF2-40B4-BE49-F238E27FC236}">
                <a16:creationId xmlns:a16="http://schemas.microsoft.com/office/drawing/2014/main" id="{675AB949-4D7A-47AC-B3A9-9ED76E3E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1850">
            <a:extLst xmlns:a="http://schemas.openxmlformats.org/drawingml/2006/main">
              <a:ext uri="{FF2B5EF4-FFF2-40B4-BE49-F238E27FC236}">
                <a16:creationId xmlns:a16="http://schemas.microsoft.com/office/drawing/2014/main" id="{A01196D6-BB85-4C6F-8C96-09861A14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6d4fcd3e0264df4"/>
              </a:rPr>
              <a:t>開啟 Codex ↗</a:t>
            </a:r>
          </a:p>
        </p:txBody>
      </p:sp>
      <p:sp>
        <p:nvSpPr>
          <p:cNvPr id="31" name="shape-1897">
            <a:extLst xmlns:a="http://schemas.openxmlformats.org/drawingml/2006/main">
              <a:ext uri="{FF2B5EF4-FFF2-40B4-BE49-F238E27FC236}">
                <a16:creationId xmlns:a16="http://schemas.microsoft.com/office/drawing/2014/main" id="{C95B737A-5222-45F4-84E0-0EFA4F72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843e29b55243f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1898">
            <a:extLst xmlns:a="http://schemas.openxmlformats.org/drawingml/2006/main">
              <a:ext uri="{FF2B5EF4-FFF2-40B4-BE49-F238E27FC236}">
                <a16:creationId xmlns:a16="http://schemas.microsoft.com/office/drawing/2014/main" id="{8F5FDAEC-F135-458B-BD13-50210393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93068326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296">
            <a:extLst xmlns:a="http://schemas.openxmlformats.org/drawingml/2006/main">
              <a:ext uri="{FF2B5EF4-FFF2-40B4-BE49-F238E27FC236}">
                <a16:creationId xmlns:a16="http://schemas.microsoft.com/office/drawing/2014/main" id="{AFEE26F9-6AC3-43C4-B6E4-782A62ED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5E80400-A7E6-45AF-8678-1CE560FB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29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298">
            <a:extLst xmlns:a="http://schemas.openxmlformats.org/drawingml/2006/main">
              <a:ext uri="{FF2B5EF4-FFF2-40B4-BE49-F238E27FC236}">
                <a16:creationId xmlns:a16="http://schemas.microsoft.com/office/drawing/2014/main" id="{41D792D1-9644-45A3-86BA-4229FA4A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7FC11C4-D39C-45EE-B083-256E3236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text-1299">
            <a:extLst xmlns:a="http://schemas.openxmlformats.org/drawingml/2006/main">
              <a:ext uri="{FF2B5EF4-FFF2-40B4-BE49-F238E27FC236}">
                <a16:creationId xmlns:a16="http://schemas.microsoft.com/office/drawing/2014/main" id="{8A57637C-51FB-4F9D-8F2A-A25CAAA81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300">
            <a:extLst xmlns:a="http://schemas.openxmlformats.org/drawingml/2006/main">
              <a:ext uri="{FF2B5EF4-FFF2-40B4-BE49-F238E27FC236}">
                <a16:creationId xmlns:a16="http://schemas.microsoft.com/office/drawing/2014/main" id="{C2C86857-7D94-4434-BE74-14DE7654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301">
            <a:extLst xmlns:a="http://schemas.openxmlformats.org/drawingml/2006/main">
              <a:ext uri="{FF2B5EF4-FFF2-40B4-BE49-F238E27FC236}">
                <a16:creationId xmlns:a16="http://schemas.microsoft.com/office/drawing/2014/main" id="{F019AD0E-135B-4D4C-9FCE-A405456B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02">
            <a:extLst xmlns:a="http://schemas.openxmlformats.org/drawingml/2006/main">
              <a:ext uri="{FF2B5EF4-FFF2-40B4-BE49-F238E27FC236}">
                <a16:creationId xmlns:a16="http://schemas.microsoft.com/office/drawing/2014/main" id="{C70E8267-472F-47F1-8DC2-0E4A8416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303">
            <a:extLst xmlns:a="http://schemas.openxmlformats.org/drawingml/2006/main">
              <a:ext uri="{FF2B5EF4-FFF2-40B4-BE49-F238E27FC236}">
                <a16:creationId xmlns:a16="http://schemas.microsoft.com/office/drawing/2014/main" id="{A4EF2596-3B18-4147-9D20-FEA79465F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304">
            <a:extLst xmlns:a="http://schemas.openxmlformats.org/drawingml/2006/main">
              <a:ext uri="{FF2B5EF4-FFF2-40B4-BE49-F238E27FC236}">
                <a16:creationId xmlns:a16="http://schemas.microsoft.com/office/drawing/2014/main" id="{ADB8023F-C546-43D4-8B3D-65F47711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305">
            <a:extLst xmlns:a="http://schemas.openxmlformats.org/drawingml/2006/main">
              <a:ext uri="{FF2B5EF4-FFF2-40B4-BE49-F238E27FC236}">
                <a16:creationId xmlns:a16="http://schemas.microsoft.com/office/drawing/2014/main" id="{86FB8858-C700-42C6-8DCB-7476AA2B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306">
            <a:extLst xmlns:a="http://schemas.openxmlformats.org/drawingml/2006/main">
              <a:ext uri="{FF2B5EF4-FFF2-40B4-BE49-F238E27FC236}">
                <a16:creationId xmlns:a16="http://schemas.microsoft.com/office/drawing/2014/main" id="{A9480275-6CCA-478A-880C-2661E6C6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307">
            <a:extLst xmlns:a="http://schemas.openxmlformats.org/drawingml/2006/main">
              <a:ext uri="{FF2B5EF4-FFF2-40B4-BE49-F238E27FC236}">
                <a16:creationId xmlns:a16="http://schemas.microsoft.com/office/drawing/2014/main" id="{6EABF176-EFA5-4B3A-8994-F4AC902E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308">
            <a:extLst xmlns:a="http://schemas.openxmlformats.org/drawingml/2006/main">
              <a:ext uri="{FF2B5EF4-FFF2-40B4-BE49-F238E27FC236}">
                <a16:creationId xmlns:a16="http://schemas.microsoft.com/office/drawing/2014/main" id="{1BA5D07A-56E6-4FE8-BB6D-09ECED58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309">
            <a:extLst xmlns:a="http://schemas.openxmlformats.org/drawingml/2006/main">
              <a:ext uri="{FF2B5EF4-FFF2-40B4-BE49-F238E27FC236}">
                <a16:creationId xmlns:a16="http://schemas.microsoft.com/office/drawing/2014/main" id="{0EFD4F6E-A5E7-4CC5-8BE4-9ADB9E46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310">
            <a:extLst xmlns:a="http://schemas.openxmlformats.org/drawingml/2006/main">
              <a:ext uri="{FF2B5EF4-FFF2-40B4-BE49-F238E27FC236}">
                <a16:creationId xmlns:a16="http://schemas.microsoft.com/office/drawing/2014/main" id="{847E3555-D398-4EEF-9EC4-8E372BE7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311">
            <a:extLst xmlns:a="http://schemas.openxmlformats.org/drawingml/2006/main">
              <a:ext uri="{FF2B5EF4-FFF2-40B4-BE49-F238E27FC236}">
                <a16:creationId xmlns:a16="http://schemas.microsoft.com/office/drawing/2014/main" id="{09DE5B75-93B8-4CA3-96FA-539DF2F7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1851">
            <a:extLst xmlns:a="http://schemas.openxmlformats.org/drawingml/2006/main">
              <a:ext uri="{FF2B5EF4-FFF2-40B4-BE49-F238E27FC236}">
                <a16:creationId xmlns:a16="http://schemas.microsoft.com/office/drawing/2014/main" id="{5808AD9C-E579-47DF-9B69-50D910E09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90be94477f84c85"/>
              </a:rPr>
              <a:t>開啟 Codex ↗</a:t>
            </a:r>
          </a:p>
        </p:txBody>
      </p:sp>
      <p:sp>
        <p:nvSpPr>
          <p:cNvPr id="20" name="shape-1899">
            <a:extLst xmlns:a="http://schemas.openxmlformats.org/drawingml/2006/main">
              <a:ext uri="{FF2B5EF4-FFF2-40B4-BE49-F238E27FC236}">
                <a16:creationId xmlns:a16="http://schemas.microsoft.com/office/drawing/2014/main" id="{EA9EB5DA-4B0B-484D-8823-9512AD47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20582f2826480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900">
            <a:extLst xmlns:a="http://schemas.openxmlformats.org/drawingml/2006/main">
              <a:ext uri="{FF2B5EF4-FFF2-40B4-BE49-F238E27FC236}">
                <a16:creationId xmlns:a16="http://schemas.microsoft.com/office/drawing/2014/main" id="{788664F2-8605-43CD-8199-1FA3D1649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2862798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312">
            <a:extLst xmlns:a="http://schemas.openxmlformats.org/drawingml/2006/main">
              <a:ext uri="{FF2B5EF4-FFF2-40B4-BE49-F238E27FC236}">
                <a16:creationId xmlns:a16="http://schemas.microsoft.com/office/drawing/2014/main" id="{CB1D2B27-9E4C-4789-ACCB-CC1477C3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313">
            <a:extLst xmlns:a="http://schemas.openxmlformats.org/drawingml/2006/main">
              <a:ext uri="{FF2B5EF4-FFF2-40B4-BE49-F238E27FC236}">
                <a16:creationId xmlns:a16="http://schemas.microsoft.com/office/drawing/2014/main" id="{6E7E9F70-6928-4CD4-A785-5C06C0A6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314">
            <a:extLst xmlns:a="http://schemas.openxmlformats.org/drawingml/2006/main">
              <a:ext uri="{FF2B5EF4-FFF2-40B4-BE49-F238E27FC236}">
                <a16:creationId xmlns:a16="http://schemas.microsoft.com/office/drawing/2014/main" id="{553B6CCE-1991-412A-983E-B890FFC4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315">
            <a:extLst xmlns:a="http://schemas.openxmlformats.org/drawingml/2006/main">
              <a:ext uri="{FF2B5EF4-FFF2-40B4-BE49-F238E27FC236}">
                <a16:creationId xmlns:a16="http://schemas.microsoft.com/office/drawing/2014/main" id="{010D38A6-5D82-4327-A4E0-5EBCA776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316">
            <a:extLst xmlns:a="http://schemas.openxmlformats.org/drawingml/2006/main">
              <a:ext uri="{FF2B5EF4-FFF2-40B4-BE49-F238E27FC236}">
                <a16:creationId xmlns:a16="http://schemas.microsoft.com/office/drawing/2014/main" id="{7228B5CF-0769-4103-8737-5B5698437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31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7" name="text-1318">
            <a:extLst xmlns:a="http://schemas.openxmlformats.org/drawingml/2006/main">
              <a:ext uri="{FF2B5EF4-FFF2-40B4-BE49-F238E27FC236}">
                <a16:creationId xmlns:a16="http://schemas.microsoft.com/office/drawing/2014/main" id="{B345EDDD-0AE4-453C-AC30-72039DB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CA19EFD-539A-4B80-89CD-7486FD70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1852">
            <a:extLst xmlns:a="http://schemas.openxmlformats.org/drawingml/2006/main">
              <a:ext uri="{FF2B5EF4-FFF2-40B4-BE49-F238E27FC236}">
                <a16:creationId xmlns:a16="http://schemas.microsoft.com/office/drawing/2014/main" id="{0017555E-ADC7-4FB0-8F26-8A8B70C8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2da174930c4e65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8c29fe284224819"/>
              </a:rPr>
              <a:t>Codex Skills ↗</a:t>
            </a:r>
          </a:p>
        </p:txBody>
      </p:sp>
      <p:sp>
        <p:nvSpPr>
          <p:cNvPr id="10" name="shape-1901">
            <a:extLst xmlns:a="http://schemas.openxmlformats.org/drawingml/2006/main">
              <a:ext uri="{FF2B5EF4-FFF2-40B4-BE49-F238E27FC236}">
                <a16:creationId xmlns:a16="http://schemas.microsoft.com/office/drawing/2014/main" id="{C48BFFA8-B4B1-4420-B23B-6888BEAF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bfb782c5184d1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902">
            <a:extLst xmlns:a="http://schemas.openxmlformats.org/drawingml/2006/main">
              <a:ext uri="{FF2B5EF4-FFF2-40B4-BE49-F238E27FC236}">
                <a16:creationId xmlns:a16="http://schemas.microsoft.com/office/drawing/2014/main" id="{BCE7B941-FC52-4577-B5E7-3FD5CA34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588aeaf39b43d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903">
            <a:extLst xmlns:a="http://schemas.openxmlformats.org/drawingml/2006/main">
              <a:ext uri="{FF2B5EF4-FFF2-40B4-BE49-F238E27FC236}">
                <a16:creationId xmlns:a16="http://schemas.microsoft.com/office/drawing/2014/main" id="{0846EDAA-14CE-4CD4-B64C-EBD13D37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81609502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319">
            <a:extLst xmlns:a="http://schemas.openxmlformats.org/drawingml/2006/main">
              <a:ext uri="{FF2B5EF4-FFF2-40B4-BE49-F238E27FC236}">
                <a16:creationId xmlns:a16="http://schemas.microsoft.com/office/drawing/2014/main" id="{EFBF9A25-AAFE-4CB6-A63E-E119C3B2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REUSE WITHOUT CONTEXT BLOAT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A98F3F-F2BC-497B-9AB5-3B0AA212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為什麼需要 Skill？</a:t>
            </a:r>
          </a:p>
        </p:txBody>
      </p:sp>
      <p:cxnSp>
        <p:nvCxnSpPr>
          <p:cNvPr id="20" name="shape-13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21">
            <a:extLst xmlns:a="http://schemas.openxmlformats.org/drawingml/2006/main">
              <a:ext uri="{FF2B5EF4-FFF2-40B4-BE49-F238E27FC236}">
                <a16:creationId xmlns:a16="http://schemas.microsoft.com/office/drawing/2014/main" id="{C89A9E24-0BCF-496D-8C4F-2DDC364F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548EC4E-C81D-4DA5-96AB-B30F0126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322">
            <a:extLst xmlns:a="http://schemas.openxmlformats.org/drawingml/2006/main">
              <a:ext uri="{FF2B5EF4-FFF2-40B4-BE49-F238E27FC236}">
                <a16:creationId xmlns:a16="http://schemas.microsoft.com/office/drawing/2014/main" id="{6855630F-C709-4621-9D57-F99AC6C9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323">
            <a:extLst xmlns:a="http://schemas.openxmlformats.org/drawingml/2006/main">
              <a:ext uri="{FF2B5EF4-FFF2-40B4-BE49-F238E27FC236}">
                <a16:creationId xmlns:a16="http://schemas.microsoft.com/office/drawing/2014/main" id="{4BD55088-C075-4E0E-AF17-17508B3B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324">
            <a:extLst xmlns:a="http://schemas.openxmlformats.org/drawingml/2006/main">
              <a:ext uri="{FF2B5EF4-FFF2-40B4-BE49-F238E27FC236}">
                <a16:creationId xmlns:a16="http://schemas.microsoft.com/office/drawing/2014/main" id="{F440D535-7B33-4902-A83F-C120E619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每次貼長提示詞</a:t>
            </a:r>
          </a:p>
        </p:txBody>
      </p:sp>
      <p:sp>
        <p:nvSpPr>
          <p:cNvPr id="9" name="text-1325">
            <a:extLst xmlns:a="http://schemas.openxmlformats.org/drawingml/2006/main">
              <a:ext uri="{FF2B5EF4-FFF2-40B4-BE49-F238E27FC236}">
                <a16:creationId xmlns:a16="http://schemas.microsoft.com/office/drawing/2014/main" id="{B89B5B9C-C71E-4480-A1EE-68F1FDA0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容易漏貼規則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版本散落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範例與腳本混在對話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上下文被無關內容塞滿</a:t>
            </a:r>
          </a:p>
        </p:txBody>
      </p:sp>
      <p:sp>
        <p:nvSpPr>
          <p:cNvPr id="10" name="text-1326">
            <a:extLst xmlns:a="http://schemas.openxmlformats.org/drawingml/2006/main">
              <a:ext uri="{FF2B5EF4-FFF2-40B4-BE49-F238E27FC236}">
                <a16:creationId xmlns:a16="http://schemas.microsoft.com/office/drawing/2014/main" id="{86C37B66-32A1-4A5C-930E-2EC8CD68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按需載入 Skill</a:t>
            </a:r>
          </a:p>
        </p:txBody>
      </p:sp>
      <p:sp>
        <p:nvSpPr>
          <p:cNvPr id="11" name="text-1327">
            <a:extLst xmlns:a="http://schemas.openxmlformats.org/drawingml/2006/main">
              <a:ext uri="{FF2B5EF4-FFF2-40B4-BE49-F238E27FC236}">
                <a16:creationId xmlns:a16="http://schemas.microsoft.com/office/drawing/2014/main" id="{33707A30-19D3-488D-9E17-F83DD95F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先用名稱與描述判斷是否適用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需要時才讀完整流程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可附 references、scripts、assets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可測試、版控與共同維護</a:t>
            </a:r>
          </a:p>
        </p:txBody>
      </p:sp>
      <p:sp>
        <p:nvSpPr>
          <p:cNvPr id="12" name="text-1853">
            <a:extLst xmlns:a="http://schemas.openxmlformats.org/drawingml/2006/main">
              <a:ext uri="{FF2B5EF4-FFF2-40B4-BE49-F238E27FC236}">
                <a16:creationId xmlns:a16="http://schemas.microsoft.com/office/drawing/2014/main" id="{C7372BEC-5B1E-489A-9017-3D1C9514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cdcfecae9ce4dee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b5d818d309d454c"/>
              </a:rPr>
              <a:t>Codex Skills ↗</a:t>
            </a:r>
          </a:p>
        </p:txBody>
      </p:sp>
      <p:sp>
        <p:nvSpPr>
          <p:cNvPr id="13" name="shape-1904">
            <a:extLst xmlns:a="http://schemas.openxmlformats.org/drawingml/2006/main">
              <a:ext uri="{FF2B5EF4-FFF2-40B4-BE49-F238E27FC236}">
                <a16:creationId xmlns:a16="http://schemas.microsoft.com/office/drawing/2014/main" id="{1B5A52E9-08BF-4397-9F97-FC0DEC7C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8bb731d4804dd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1905">
            <a:extLst xmlns:a="http://schemas.openxmlformats.org/drawingml/2006/main">
              <a:ext uri="{FF2B5EF4-FFF2-40B4-BE49-F238E27FC236}">
                <a16:creationId xmlns:a16="http://schemas.microsoft.com/office/drawing/2014/main" id="{5D2FF4C0-B7A1-443B-84D7-055040950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0c5c3dceb496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1906">
            <a:extLst xmlns:a="http://schemas.openxmlformats.org/drawingml/2006/main">
              <a:ext uri="{FF2B5EF4-FFF2-40B4-BE49-F238E27FC236}">
                <a16:creationId xmlns:a16="http://schemas.microsoft.com/office/drawing/2014/main" id="{9A7E8E94-A195-4542-8D8F-DB84C442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19561199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328">
            <a:extLst xmlns:a="http://schemas.openxmlformats.org/drawingml/2006/main">
              <a:ext uri="{FF2B5EF4-FFF2-40B4-BE49-F238E27FC236}">
                <a16:creationId xmlns:a16="http://schemas.microsoft.com/office/drawing/2014/main" id="{713152B4-2011-4DC8-94BD-CB729911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9DB6722-E9BA-4175-992F-4DE79F6A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32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30">
            <a:extLst xmlns:a="http://schemas.openxmlformats.org/drawingml/2006/main">
              <a:ext uri="{FF2B5EF4-FFF2-40B4-BE49-F238E27FC236}">
                <a16:creationId xmlns:a16="http://schemas.microsoft.com/office/drawing/2014/main" id="{948B0126-7F6E-4424-9A20-D6328CDF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1C196A8-103D-4D9B-A0F8-8209BB53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11ad86490349eb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331">
            <a:extLst xmlns:a="http://schemas.openxmlformats.org/drawingml/2006/main">
              <a:ext uri="{FF2B5EF4-FFF2-40B4-BE49-F238E27FC236}">
                <a16:creationId xmlns:a16="http://schemas.microsoft.com/office/drawing/2014/main" id="{145D35C9-A629-48AD-BC4A-962B05C0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332">
            <a:extLst xmlns:a="http://schemas.openxmlformats.org/drawingml/2006/main">
              <a:ext uri="{FF2B5EF4-FFF2-40B4-BE49-F238E27FC236}">
                <a16:creationId xmlns:a16="http://schemas.microsoft.com/office/drawing/2014/main" id="{C039DF2B-7A4B-4233-B9DF-DB6994C0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1861">
            <a:extLst xmlns:a="http://schemas.openxmlformats.org/drawingml/2006/main">
              <a:ext uri="{FF2B5EF4-FFF2-40B4-BE49-F238E27FC236}">
                <a16:creationId xmlns:a16="http://schemas.microsoft.com/office/drawing/2014/main" id="{2C227AEE-E2E4-412F-9B38-6755CC26E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d6deeaa1954984"/>
              </a:rPr>
              <a:t>開啟提示詞面板 ↗</a:t>
            </a:r>
          </a:p>
        </p:txBody>
      </p:sp>
      <p:sp>
        <p:nvSpPr>
          <p:cNvPr id="10" name="shape-1928">
            <a:extLst xmlns:a="http://schemas.openxmlformats.org/drawingml/2006/main">
              <a:ext uri="{FF2B5EF4-FFF2-40B4-BE49-F238E27FC236}">
                <a16:creationId xmlns:a16="http://schemas.microsoft.com/office/drawing/2014/main" id="{67D33CB6-4230-485A-9FB1-9E0030E6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6074784ddc44e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929">
            <a:extLst xmlns:a="http://schemas.openxmlformats.org/drawingml/2006/main">
              <a:ext uri="{FF2B5EF4-FFF2-40B4-BE49-F238E27FC236}">
                <a16:creationId xmlns:a16="http://schemas.microsoft.com/office/drawing/2014/main" id="{FD1742A4-6420-4F42-AA59-9F620E02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15063123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33">
            <a:extLst xmlns:a="http://schemas.openxmlformats.org/drawingml/2006/main">
              <a:ext uri="{FF2B5EF4-FFF2-40B4-BE49-F238E27FC236}">
                <a16:creationId xmlns:a16="http://schemas.microsoft.com/office/drawing/2014/main" id="{002FCB3D-87B8-4167-A89B-2A714119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B9D5B7-2E59-4DFF-9BDD-91BCDF2D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0" name="shape-13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35">
            <a:extLst xmlns:a="http://schemas.openxmlformats.org/drawingml/2006/main">
              <a:ext uri="{FF2B5EF4-FFF2-40B4-BE49-F238E27FC236}">
                <a16:creationId xmlns:a16="http://schemas.microsoft.com/office/drawing/2014/main" id="{45969C83-9798-431E-B193-F306330C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4B9A0EE-D1E7-4B68-AD46-0C37F1EF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1336">
            <a:extLst xmlns:a="http://schemas.openxmlformats.org/drawingml/2006/main">
              <a:ext uri="{FF2B5EF4-FFF2-40B4-BE49-F238E27FC236}">
                <a16:creationId xmlns:a16="http://schemas.microsoft.com/office/drawing/2014/main" id="{DE16EE5B-D43F-4B40-ABB1-B9A99E3E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337">
            <a:extLst xmlns:a="http://schemas.openxmlformats.org/drawingml/2006/main">
              <a:ext uri="{FF2B5EF4-FFF2-40B4-BE49-F238E27FC236}">
                <a16:creationId xmlns:a16="http://schemas.microsoft.com/office/drawing/2014/main" id="{4053796B-838D-4AE3-AFF4-486EB8AC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338">
            <a:extLst xmlns:a="http://schemas.openxmlformats.org/drawingml/2006/main">
              <a:ext uri="{FF2B5EF4-FFF2-40B4-BE49-F238E27FC236}">
                <a16:creationId xmlns:a16="http://schemas.microsoft.com/office/drawing/2014/main" id="{7B9DD2FB-3CCA-4D76-8CD1-97725177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339">
            <a:extLst xmlns:a="http://schemas.openxmlformats.org/drawingml/2006/main">
              <a:ext uri="{FF2B5EF4-FFF2-40B4-BE49-F238E27FC236}">
                <a16:creationId xmlns:a16="http://schemas.microsoft.com/office/drawing/2014/main" id="{F7C72693-7EEE-4CF3-A7D7-66293085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340">
            <a:extLst xmlns:a="http://schemas.openxmlformats.org/drawingml/2006/main">
              <a:ext uri="{FF2B5EF4-FFF2-40B4-BE49-F238E27FC236}">
                <a16:creationId xmlns:a16="http://schemas.microsoft.com/office/drawing/2014/main" id="{A2D35CD3-9385-4E70-BB70-EDA8CEC9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341">
            <a:extLst xmlns:a="http://schemas.openxmlformats.org/drawingml/2006/main">
              <a:ext uri="{FF2B5EF4-FFF2-40B4-BE49-F238E27FC236}">
                <a16:creationId xmlns:a16="http://schemas.microsoft.com/office/drawing/2014/main" id="{452EBFD5-BD5A-4E7B-9D7A-E33C0764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342">
            <a:extLst xmlns:a="http://schemas.openxmlformats.org/drawingml/2006/main">
              <a:ext uri="{FF2B5EF4-FFF2-40B4-BE49-F238E27FC236}">
                <a16:creationId xmlns:a16="http://schemas.microsoft.com/office/drawing/2014/main" id="{EE87F870-3F89-4C8F-B975-86B006F6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343">
            <a:extLst xmlns:a="http://schemas.openxmlformats.org/drawingml/2006/main">
              <a:ext uri="{FF2B5EF4-FFF2-40B4-BE49-F238E27FC236}">
                <a16:creationId xmlns:a16="http://schemas.microsoft.com/office/drawing/2014/main" id="{D9929FDC-82C4-47A3-9E60-EC177841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344">
            <a:extLst xmlns:a="http://schemas.openxmlformats.org/drawingml/2006/main">
              <a:ext uri="{FF2B5EF4-FFF2-40B4-BE49-F238E27FC236}">
                <a16:creationId xmlns:a16="http://schemas.microsoft.com/office/drawing/2014/main" id="{8FD0ADC3-DF5D-4B97-BABA-1F0347055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345">
            <a:extLst xmlns:a="http://schemas.openxmlformats.org/drawingml/2006/main">
              <a:ext uri="{FF2B5EF4-FFF2-40B4-BE49-F238E27FC236}">
                <a16:creationId xmlns:a16="http://schemas.microsoft.com/office/drawing/2014/main" id="{A37A124D-C9B2-47F1-9466-FDD74FD4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346">
            <a:extLst xmlns:a="http://schemas.openxmlformats.org/drawingml/2006/main">
              <a:ext uri="{FF2B5EF4-FFF2-40B4-BE49-F238E27FC236}">
                <a16:creationId xmlns:a16="http://schemas.microsoft.com/office/drawing/2014/main" id="{F340690A-BF15-4C3A-A5C1-537F831D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347">
            <a:extLst xmlns:a="http://schemas.openxmlformats.org/drawingml/2006/main">
              <a:ext uri="{FF2B5EF4-FFF2-40B4-BE49-F238E27FC236}">
                <a16:creationId xmlns:a16="http://schemas.microsoft.com/office/drawing/2014/main" id="{FFF435CB-7E5A-4A9C-B890-DE81E5D7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348">
            <a:extLst xmlns:a="http://schemas.openxmlformats.org/drawingml/2006/main">
              <a:ext uri="{FF2B5EF4-FFF2-40B4-BE49-F238E27FC236}">
                <a16:creationId xmlns:a16="http://schemas.microsoft.com/office/drawing/2014/main" id="{162C1BB3-67E2-4F13-ACE7-CA063F25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349">
            <a:extLst xmlns:a="http://schemas.openxmlformats.org/drawingml/2006/main">
              <a:ext uri="{FF2B5EF4-FFF2-40B4-BE49-F238E27FC236}">
                <a16:creationId xmlns:a16="http://schemas.microsoft.com/office/drawing/2014/main" id="{9B4D6068-8BC4-4EC4-A199-D58EBFC2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350">
            <a:extLst xmlns:a="http://schemas.openxmlformats.org/drawingml/2006/main">
              <a:ext uri="{FF2B5EF4-FFF2-40B4-BE49-F238E27FC236}">
                <a16:creationId xmlns:a16="http://schemas.microsoft.com/office/drawing/2014/main" id="{2F47CE07-CD3A-4B0C-8C09-66E05E12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351">
            <a:extLst xmlns:a="http://schemas.openxmlformats.org/drawingml/2006/main">
              <a:ext uri="{FF2B5EF4-FFF2-40B4-BE49-F238E27FC236}">
                <a16:creationId xmlns:a16="http://schemas.microsoft.com/office/drawing/2014/main" id="{CBDAB6C6-BDEF-4891-A836-25E625F71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1854">
            <a:extLst xmlns:a="http://schemas.openxmlformats.org/drawingml/2006/main">
              <a:ext uri="{FF2B5EF4-FFF2-40B4-BE49-F238E27FC236}">
                <a16:creationId xmlns:a16="http://schemas.microsoft.com/office/drawing/2014/main" id="{206F3409-5DCB-4EA7-8242-C4CF17A90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8e539426acf49d7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ffe9addcb244716"/>
              </a:rPr>
              <a:t>Codex Skills ↗</a:t>
            </a:r>
          </a:p>
        </p:txBody>
      </p:sp>
      <p:sp>
        <p:nvSpPr>
          <p:cNvPr id="23" name="shape-1907">
            <a:extLst xmlns:a="http://schemas.openxmlformats.org/drawingml/2006/main">
              <a:ext uri="{FF2B5EF4-FFF2-40B4-BE49-F238E27FC236}">
                <a16:creationId xmlns:a16="http://schemas.microsoft.com/office/drawing/2014/main" id="{D6EB60CA-3F04-45A9-A11F-509277D0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bd2aec3cc4b5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908">
            <a:extLst xmlns:a="http://schemas.openxmlformats.org/drawingml/2006/main">
              <a:ext uri="{FF2B5EF4-FFF2-40B4-BE49-F238E27FC236}">
                <a16:creationId xmlns:a16="http://schemas.microsoft.com/office/drawing/2014/main" id="{96284321-3137-411A-8588-6D5F1706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c7a916fb65430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909">
            <a:extLst xmlns:a="http://schemas.openxmlformats.org/drawingml/2006/main">
              <a:ext uri="{FF2B5EF4-FFF2-40B4-BE49-F238E27FC236}">
                <a16:creationId xmlns:a16="http://schemas.microsoft.com/office/drawing/2014/main" id="{63E42022-4C8E-46A0-8623-97E69C9F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25488473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352">
            <a:extLst xmlns:a="http://schemas.openxmlformats.org/drawingml/2006/main">
              <a:ext uri="{FF2B5EF4-FFF2-40B4-BE49-F238E27FC236}">
                <a16:creationId xmlns:a16="http://schemas.microsoft.com/office/drawing/2014/main" id="{BC77ACB4-A153-4381-A16D-0D883724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B93FCA-0891-4C8D-B7D3-6F5CD847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38" name="shape-135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54">
            <a:extLst xmlns:a="http://schemas.openxmlformats.org/drawingml/2006/main">
              <a:ext uri="{FF2B5EF4-FFF2-40B4-BE49-F238E27FC236}">
                <a16:creationId xmlns:a16="http://schemas.microsoft.com/office/drawing/2014/main" id="{68A6D17B-A3B8-4CE9-9BF4-92A33545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A3B6E09-E8EE-4665-8A5B-C8CC721FF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1355">
            <a:extLst xmlns:a="http://schemas.openxmlformats.org/drawingml/2006/main">
              <a:ext uri="{FF2B5EF4-FFF2-40B4-BE49-F238E27FC236}">
                <a16:creationId xmlns:a16="http://schemas.microsoft.com/office/drawing/2014/main" id="{F9DB38FE-B7A2-48D0-91C2-AEEFD98F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356">
            <a:extLst xmlns:a="http://schemas.openxmlformats.org/drawingml/2006/main">
              <a:ext uri="{FF2B5EF4-FFF2-40B4-BE49-F238E27FC236}">
                <a16:creationId xmlns:a16="http://schemas.microsoft.com/office/drawing/2014/main" id="{D88BFD5C-C20D-418E-8122-3E6CF9F07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357">
            <a:extLst xmlns:a="http://schemas.openxmlformats.org/drawingml/2006/main">
              <a:ext uri="{FF2B5EF4-FFF2-40B4-BE49-F238E27FC236}">
                <a16:creationId xmlns:a16="http://schemas.microsoft.com/office/drawing/2014/main" id="{F038B1EA-3B57-42AB-9E2A-78B87A79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358">
            <a:extLst xmlns:a="http://schemas.openxmlformats.org/drawingml/2006/main">
              <a:ext uri="{FF2B5EF4-FFF2-40B4-BE49-F238E27FC236}">
                <a16:creationId xmlns:a16="http://schemas.microsoft.com/office/drawing/2014/main" id="{AE8C2A08-90FA-4489-854C-47ED9B6C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359">
            <a:extLst xmlns:a="http://schemas.openxmlformats.org/drawingml/2006/main">
              <a:ext uri="{FF2B5EF4-FFF2-40B4-BE49-F238E27FC236}">
                <a16:creationId xmlns:a16="http://schemas.microsoft.com/office/drawing/2014/main" id="{381623B4-C2C2-4EBD-861F-BAA01191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360">
            <a:extLst xmlns:a="http://schemas.openxmlformats.org/drawingml/2006/main">
              <a:ext uri="{FF2B5EF4-FFF2-40B4-BE49-F238E27FC236}">
                <a16:creationId xmlns:a16="http://schemas.microsoft.com/office/drawing/2014/main" id="{C903EEE6-FA18-49A8-B909-EF1ED5C5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361">
            <a:extLst xmlns:a="http://schemas.openxmlformats.org/drawingml/2006/main">
              <a:ext uri="{FF2B5EF4-FFF2-40B4-BE49-F238E27FC236}">
                <a16:creationId xmlns:a16="http://schemas.microsoft.com/office/drawing/2014/main" id="{E72C9F78-F885-4A92-BEED-0456E045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362">
            <a:extLst xmlns:a="http://schemas.openxmlformats.org/drawingml/2006/main">
              <a:ext uri="{FF2B5EF4-FFF2-40B4-BE49-F238E27FC236}">
                <a16:creationId xmlns:a16="http://schemas.microsoft.com/office/drawing/2014/main" id="{3A1EC56C-22C0-4544-B3EC-B1F08368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363">
            <a:extLst xmlns:a="http://schemas.openxmlformats.org/drawingml/2006/main">
              <a:ext uri="{FF2B5EF4-FFF2-40B4-BE49-F238E27FC236}">
                <a16:creationId xmlns:a16="http://schemas.microsoft.com/office/drawing/2014/main" id="{0D83E71C-AC17-403D-AEF9-99E7F408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364">
            <a:extLst xmlns:a="http://schemas.openxmlformats.org/drawingml/2006/main">
              <a:ext uri="{FF2B5EF4-FFF2-40B4-BE49-F238E27FC236}">
                <a16:creationId xmlns:a16="http://schemas.microsoft.com/office/drawing/2014/main" id="{BBC265F3-5DA0-4BAE-B287-13C3DD59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365">
            <a:extLst xmlns:a="http://schemas.openxmlformats.org/drawingml/2006/main">
              <a:ext uri="{FF2B5EF4-FFF2-40B4-BE49-F238E27FC236}">
                <a16:creationId xmlns:a16="http://schemas.microsoft.com/office/drawing/2014/main" id="{69AC2F2A-23B8-43F3-8E46-9497FA32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366">
            <a:extLst xmlns:a="http://schemas.openxmlformats.org/drawingml/2006/main">
              <a:ext uri="{FF2B5EF4-FFF2-40B4-BE49-F238E27FC236}">
                <a16:creationId xmlns:a16="http://schemas.microsoft.com/office/drawing/2014/main" id="{BDEDC7FB-4EFA-4E36-8003-0ECEAF662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367">
            <a:extLst xmlns:a="http://schemas.openxmlformats.org/drawingml/2006/main">
              <a:ext uri="{FF2B5EF4-FFF2-40B4-BE49-F238E27FC236}">
                <a16:creationId xmlns:a16="http://schemas.microsoft.com/office/drawing/2014/main" id="{7EB7E3DB-E923-44AA-AB9B-C8296BFF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368">
            <a:extLst xmlns:a="http://schemas.openxmlformats.org/drawingml/2006/main">
              <a:ext uri="{FF2B5EF4-FFF2-40B4-BE49-F238E27FC236}">
                <a16:creationId xmlns:a16="http://schemas.microsoft.com/office/drawing/2014/main" id="{353424D9-2124-480B-83DB-E600DC07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369">
            <a:extLst xmlns:a="http://schemas.openxmlformats.org/drawingml/2006/main">
              <a:ext uri="{FF2B5EF4-FFF2-40B4-BE49-F238E27FC236}">
                <a16:creationId xmlns:a16="http://schemas.microsoft.com/office/drawing/2014/main" id="{7FDF09D2-F560-4803-8627-C777F346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370">
            <a:extLst xmlns:a="http://schemas.openxmlformats.org/drawingml/2006/main">
              <a:ext uri="{FF2B5EF4-FFF2-40B4-BE49-F238E27FC236}">
                <a16:creationId xmlns:a16="http://schemas.microsoft.com/office/drawing/2014/main" id="{EA6DDE80-A9DB-489C-B7C6-B7DCCC44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371">
            <a:extLst xmlns:a="http://schemas.openxmlformats.org/drawingml/2006/main">
              <a:ext uri="{FF2B5EF4-FFF2-40B4-BE49-F238E27FC236}">
                <a16:creationId xmlns:a16="http://schemas.microsoft.com/office/drawing/2014/main" id="{BF58CC8A-F70A-4A06-BD29-AD57299E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372">
            <a:extLst xmlns:a="http://schemas.openxmlformats.org/drawingml/2006/main">
              <a:ext uri="{FF2B5EF4-FFF2-40B4-BE49-F238E27FC236}">
                <a16:creationId xmlns:a16="http://schemas.microsoft.com/office/drawing/2014/main" id="{07601C69-D504-4330-AC85-30B2A829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373">
            <a:extLst xmlns:a="http://schemas.openxmlformats.org/drawingml/2006/main">
              <a:ext uri="{FF2B5EF4-FFF2-40B4-BE49-F238E27FC236}">
                <a16:creationId xmlns:a16="http://schemas.microsoft.com/office/drawing/2014/main" id="{DD59C4FB-6992-4062-A551-6C284E27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374">
            <a:extLst xmlns:a="http://schemas.openxmlformats.org/drawingml/2006/main">
              <a:ext uri="{FF2B5EF4-FFF2-40B4-BE49-F238E27FC236}">
                <a16:creationId xmlns:a16="http://schemas.microsoft.com/office/drawing/2014/main" id="{181B269C-4886-48C3-969B-F124A979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375">
            <a:extLst xmlns:a="http://schemas.openxmlformats.org/drawingml/2006/main">
              <a:ext uri="{FF2B5EF4-FFF2-40B4-BE49-F238E27FC236}">
                <a16:creationId xmlns:a16="http://schemas.microsoft.com/office/drawing/2014/main" id="{C077D653-B2A7-4EE4-AFF9-59D04054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376">
            <a:extLst xmlns:a="http://schemas.openxmlformats.org/drawingml/2006/main">
              <a:ext uri="{FF2B5EF4-FFF2-40B4-BE49-F238E27FC236}">
                <a16:creationId xmlns:a16="http://schemas.microsoft.com/office/drawing/2014/main" id="{232E14F8-D0B6-40E7-B27E-692B252B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377">
            <a:extLst xmlns:a="http://schemas.openxmlformats.org/drawingml/2006/main">
              <a:ext uri="{FF2B5EF4-FFF2-40B4-BE49-F238E27FC236}">
                <a16:creationId xmlns:a16="http://schemas.microsoft.com/office/drawing/2014/main" id="{9703C064-FE13-4808-9A7B-9827E534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378">
            <a:extLst xmlns:a="http://schemas.openxmlformats.org/drawingml/2006/main">
              <a:ext uri="{FF2B5EF4-FFF2-40B4-BE49-F238E27FC236}">
                <a16:creationId xmlns:a16="http://schemas.microsoft.com/office/drawing/2014/main" id="{C7E00B64-D07A-4536-843E-7D593F52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1855">
            <a:extLst xmlns:a="http://schemas.openxmlformats.org/drawingml/2006/main">
              <a:ext uri="{FF2B5EF4-FFF2-40B4-BE49-F238E27FC236}">
                <a16:creationId xmlns:a16="http://schemas.microsoft.com/office/drawing/2014/main" id="{C8CD0352-F55C-49E7-A6C8-B94F95FF4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30b8fdca92c4074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f80f89181224fe5"/>
              </a:rPr>
              <a:t>Codex Skills ↗</a:t>
            </a:r>
          </a:p>
        </p:txBody>
      </p:sp>
      <p:sp>
        <p:nvSpPr>
          <p:cNvPr id="31" name="shape-1910">
            <a:extLst xmlns:a="http://schemas.openxmlformats.org/drawingml/2006/main">
              <a:ext uri="{FF2B5EF4-FFF2-40B4-BE49-F238E27FC236}">
                <a16:creationId xmlns:a16="http://schemas.microsoft.com/office/drawing/2014/main" id="{1B602684-E43F-44BC-8E52-ECFFCB31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8acee4917a4b3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911">
            <a:extLst xmlns:a="http://schemas.openxmlformats.org/drawingml/2006/main">
              <a:ext uri="{FF2B5EF4-FFF2-40B4-BE49-F238E27FC236}">
                <a16:creationId xmlns:a16="http://schemas.microsoft.com/office/drawing/2014/main" id="{96D2F893-61E3-478B-8200-D179BCB6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88dec0112a40e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912">
            <a:extLst xmlns:a="http://schemas.openxmlformats.org/drawingml/2006/main">
              <a:ext uri="{FF2B5EF4-FFF2-40B4-BE49-F238E27FC236}">
                <a16:creationId xmlns:a16="http://schemas.microsoft.com/office/drawing/2014/main" id="{09D56714-FC22-4C48-B192-E431015B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10630618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379">
            <a:extLst xmlns:a="http://schemas.openxmlformats.org/drawingml/2006/main">
              <a:ext uri="{FF2B5EF4-FFF2-40B4-BE49-F238E27FC236}">
                <a16:creationId xmlns:a16="http://schemas.microsoft.com/office/drawing/2014/main" id="{228B69C4-D1A9-4B9C-AF57-ED48C902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789B117-8C98-4EA3-B3C9-EE33216D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38" name="shape-13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381">
            <a:extLst xmlns:a="http://schemas.openxmlformats.org/drawingml/2006/main">
              <a:ext uri="{FF2B5EF4-FFF2-40B4-BE49-F238E27FC236}">
                <a16:creationId xmlns:a16="http://schemas.microsoft.com/office/drawing/2014/main" id="{FE86D8E1-30BB-49A2-8FFD-DBD7C5E4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22F82AD-A92B-479C-A8A1-672B00B3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1382">
            <a:extLst xmlns:a="http://schemas.openxmlformats.org/drawingml/2006/main">
              <a:ext uri="{FF2B5EF4-FFF2-40B4-BE49-F238E27FC236}">
                <a16:creationId xmlns:a16="http://schemas.microsoft.com/office/drawing/2014/main" id="{F73C3A1A-2CC8-4A16-A7D7-C940C251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383">
            <a:extLst xmlns:a="http://schemas.openxmlformats.org/drawingml/2006/main">
              <a:ext uri="{FF2B5EF4-FFF2-40B4-BE49-F238E27FC236}">
                <a16:creationId xmlns:a16="http://schemas.microsoft.com/office/drawing/2014/main" id="{35D9709C-1C6B-4F43-8BCF-F65CA635F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84">
            <a:extLst xmlns:a="http://schemas.openxmlformats.org/drawingml/2006/main">
              <a:ext uri="{FF2B5EF4-FFF2-40B4-BE49-F238E27FC236}">
                <a16:creationId xmlns:a16="http://schemas.microsoft.com/office/drawing/2014/main" id="{D2155AA5-520D-433F-AF61-5207EA6F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85">
            <a:extLst xmlns:a="http://schemas.openxmlformats.org/drawingml/2006/main">
              <a:ext uri="{FF2B5EF4-FFF2-40B4-BE49-F238E27FC236}">
                <a16:creationId xmlns:a16="http://schemas.microsoft.com/office/drawing/2014/main" id="{FB5F33AF-4B55-4127-BC14-2060C6B6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10" name="text-1386">
            <a:extLst xmlns:a="http://schemas.openxmlformats.org/drawingml/2006/main">
              <a:ext uri="{FF2B5EF4-FFF2-40B4-BE49-F238E27FC236}">
                <a16:creationId xmlns:a16="http://schemas.microsoft.com/office/drawing/2014/main" id="{2043FD42-5304-479A-8F74-18B331C0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11" name="text-1387">
            <a:extLst xmlns:a="http://schemas.openxmlformats.org/drawingml/2006/main">
              <a:ext uri="{FF2B5EF4-FFF2-40B4-BE49-F238E27FC236}">
                <a16:creationId xmlns:a16="http://schemas.microsoft.com/office/drawing/2014/main" id="{530DAC2D-BD19-4685-806D-0AF29C01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388">
            <a:extLst xmlns:a="http://schemas.openxmlformats.org/drawingml/2006/main">
              <a:ext uri="{FF2B5EF4-FFF2-40B4-BE49-F238E27FC236}">
                <a16:creationId xmlns:a16="http://schemas.microsoft.com/office/drawing/2014/main" id="{F76B70A7-0077-467F-9BFB-4951A275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389">
            <a:extLst xmlns:a="http://schemas.openxmlformats.org/drawingml/2006/main">
              <a:ext uri="{FF2B5EF4-FFF2-40B4-BE49-F238E27FC236}">
                <a16:creationId xmlns:a16="http://schemas.microsoft.com/office/drawing/2014/main" id="{08B8827F-D58B-432A-9143-1A158DD3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390">
            <a:extLst xmlns:a="http://schemas.openxmlformats.org/drawingml/2006/main">
              <a:ext uri="{FF2B5EF4-FFF2-40B4-BE49-F238E27FC236}">
                <a16:creationId xmlns:a16="http://schemas.microsoft.com/office/drawing/2014/main" id="{3AED64D7-C91B-41A4-9B2E-F5903129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391">
            <a:extLst xmlns:a="http://schemas.openxmlformats.org/drawingml/2006/main">
              <a:ext uri="{FF2B5EF4-FFF2-40B4-BE49-F238E27FC236}">
                <a16:creationId xmlns:a16="http://schemas.microsoft.com/office/drawing/2014/main" id="{0695A9FC-6A20-4B3C-8763-415066EE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6" name="text-1392">
            <a:extLst xmlns:a="http://schemas.openxmlformats.org/drawingml/2006/main">
              <a:ext uri="{FF2B5EF4-FFF2-40B4-BE49-F238E27FC236}">
                <a16:creationId xmlns:a16="http://schemas.microsoft.com/office/drawing/2014/main" id="{B10B9734-D176-4E7A-977D-E487A7CF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7" name="text-1393">
            <a:extLst xmlns:a="http://schemas.openxmlformats.org/drawingml/2006/main">
              <a:ext uri="{FF2B5EF4-FFF2-40B4-BE49-F238E27FC236}">
                <a16:creationId xmlns:a16="http://schemas.microsoft.com/office/drawing/2014/main" id="{475D923D-AFDF-44C3-96C7-4BA20E89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394">
            <a:extLst xmlns:a="http://schemas.openxmlformats.org/drawingml/2006/main">
              <a:ext uri="{FF2B5EF4-FFF2-40B4-BE49-F238E27FC236}">
                <a16:creationId xmlns:a16="http://schemas.microsoft.com/office/drawing/2014/main" id="{C115B988-58D9-413F-8052-D29434CC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395">
            <a:extLst xmlns:a="http://schemas.openxmlformats.org/drawingml/2006/main">
              <a:ext uri="{FF2B5EF4-FFF2-40B4-BE49-F238E27FC236}">
                <a16:creationId xmlns:a16="http://schemas.microsoft.com/office/drawing/2014/main" id="{835C97F5-7DCA-4B79-978B-EC359FA1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96">
            <a:extLst xmlns:a="http://schemas.openxmlformats.org/drawingml/2006/main">
              <a:ext uri="{FF2B5EF4-FFF2-40B4-BE49-F238E27FC236}">
                <a16:creationId xmlns:a16="http://schemas.microsoft.com/office/drawing/2014/main" id="{C06BFC68-15B7-4FCE-A503-3BA0BA1B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97">
            <a:extLst xmlns:a="http://schemas.openxmlformats.org/drawingml/2006/main">
              <a:ext uri="{FF2B5EF4-FFF2-40B4-BE49-F238E27FC236}">
                <a16:creationId xmlns:a16="http://schemas.microsoft.com/office/drawing/2014/main" id="{9600B926-ECAB-4F93-9AA3-7E21E2A73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22" name="text-1398">
            <a:extLst xmlns:a="http://schemas.openxmlformats.org/drawingml/2006/main">
              <a:ext uri="{FF2B5EF4-FFF2-40B4-BE49-F238E27FC236}">
                <a16:creationId xmlns:a16="http://schemas.microsoft.com/office/drawing/2014/main" id="{AFE89197-CAF8-411A-B986-1DF701FD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23" name="text-1399">
            <a:extLst xmlns:a="http://schemas.openxmlformats.org/drawingml/2006/main">
              <a:ext uri="{FF2B5EF4-FFF2-40B4-BE49-F238E27FC236}">
                <a16:creationId xmlns:a16="http://schemas.microsoft.com/office/drawing/2014/main" id="{B8D42786-08B7-411B-903A-4342E7F0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400">
            <a:extLst xmlns:a="http://schemas.openxmlformats.org/drawingml/2006/main">
              <a:ext uri="{FF2B5EF4-FFF2-40B4-BE49-F238E27FC236}">
                <a16:creationId xmlns:a16="http://schemas.microsoft.com/office/drawing/2014/main" id="{572CAAA3-0954-4EC4-8161-01D3FE0E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401">
            <a:extLst xmlns:a="http://schemas.openxmlformats.org/drawingml/2006/main">
              <a:ext uri="{FF2B5EF4-FFF2-40B4-BE49-F238E27FC236}">
                <a16:creationId xmlns:a16="http://schemas.microsoft.com/office/drawing/2014/main" id="{47BB79C5-BC66-4892-A070-FEF7C1AA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402">
            <a:extLst xmlns:a="http://schemas.openxmlformats.org/drawingml/2006/main">
              <a:ext uri="{FF2B5EF4-FFF2-40B4-BE49-F238E27FC236}">
                <a16:creationId xmlns:a16="http://schemas.microsoft.com/office/drawing/2014/main" id="{BFC85921-8B75-42AA-BEE6-2ABF0E34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403">
            <a:extLst xmlns:a="http://schemas.openxmlformats.org/drawingml/2006/main">
              <a:ext uri="{FF2B5EF4-FFF2-40B4-BE49-F238E27FC236}">
                <a16:creationId xmlns:a16="http://schemas.microsoft.com/office/drawing/2014/main" id="{3CBF0690-BC4A-41C2-8E19-0FAC8A0C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8" name="text-1404">
            <a:extLst xmlns:a="http://schemas.openxmlformats.org/drawingml/2006/main">
              <a:ext uri="{FF2B5EF4-FFF2-40B4-BE49-F238E27FC236}">
                <a16:creationId xmlns:a16="http://schemas.microsoft.com/office/drawing/2014/main" id="{5CF3CDDA-324A-4851-A1E3-CDF6396F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9" name="text-1405">
            <a:extLst xmlns:a="http://schemas.openxmlformats.org/drawingml/2006/main">
              <a:ext uri="{FF2B5EF4-FFF2-40B4-BE49-F238E27FC236}">
                <a16:creationId xmlns:a16="http://schemas.microsoft.com/office/drawing/2014/main" id="{F4AAD11F-728B-4C98-91C7-45020826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1856">
            <a:extLst xmlns:a="http://schemas.openxmlformats.org/drawingml/2006/main">
              <a:ext uri="{FF2B5EF4-FFF2-40B4-BE49-F238E27FC236}">
                <a16:creationId xmlns:a16="http://schemas.microsoft.com/office/drawing/2014/main" id="{874019BF-3EE6-442C-8E9E-2F80CC0D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82be362e64d4832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d8d0f69ac5c4edc"/>
              </a:rPr>
              <a:t>Codex Skills ↗</a:t>
            </a:r>
          </a:p>
        </p:txBody>
      </p:sp>
      <p:sp>
        <p:nvSpPr>
          <p:cNvPr id="31" name="shape-1913">
            <a:extLst xmlns:a="http://schemas.openxmlformats.org/drawingml/2006/main">
              <a:ext uri="{FF2B5EF4-FFF2-40B4-BE49-F238E27FC236}">
                <a16:creationId xmlns:a16="http://schemas.microsoft.com/office/drawing/2014/main" id="{C7478956-B696-4D27-AAC6-C69C90CB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4af62430f54ef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914">
            <a:extLst xmlns:a="http://schemas.openxmlformats.org/drawingml/2006/main">
              <a:ext uri="{FF2B5EF4-FFF2-40B4-BE49-F238E27FC236}">
                <a16:creationId xmlns:a16="http://schemas.microsoft.com/office/drawing/2014/main" id="{A0FA4D40-9FD8-4081-81AB-96F08C16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f46884846c42b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915">
            <a:extLst xmlns:a="http://schemas.openxmlformats.org/drawingml/2006/main">
              <a:ext uri="{FF2B5EF4-FFF2-40B4-BE49-F238E27FC236}">
                <a16:creationId xmlns:a16="http://schemas.microsoft.com/office/drawing/2014/main" id="{2315FE05-CB37-45C1-A4AB-9F3FADF4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92245259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406">
            <a:extLst xmlns:a="http://schemas.openxmlformats.org/drawingml/2006/main">
              <a:ext uri="{FF2B5EF4-FFF2-40B4-BE49-F238E27FC236}">
                <a16:creationId xmlns:a16="http://schemas.microsoft.com/office/drawing/2014/main" id="{991F9181-08B0-4880-ABB6-30E82710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D241EF-B133-4FB9-AF5C-B614DA40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1" name="shape-14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08">
            <a:extLst xmlns:a="http://schemas.openxmlformats.org/drawingml/2006/main">
              <a:ext uri="{FF2B5EF4-FFF2-40B4-BE49-F238E27FC236}">
                <a16:creationId xmlns:a16="http://schemas.microsoft.com/office/drawing/2014/main" id="{D6947F08-2880-4F37-9014-3CCD5CBC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40AEC51-EC2D-42EB-8436-F79C5F71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1409">
            <a:extLst xmlns:a="http://schemas.openxmlformats.org/drawingml/2006/main">
              <a:ext uri="{FF2B5EF4-FFF2-40B4-BE49-F238E27FC236}">
                <a16:creationId xmlns:a16="http://schemas.microsoft.com/office/drawing/2014/main" id="{0C174176-8E07-4BFB-B435-24BC5F30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B2A3D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410">
            <a:extLst xmlns:a="http://schemas.openxmlformats.org/drawingml/2006/main">
              <a:ext uri="{FF2B5EF4-FFF2-40B4-BE49-F238E27FC236}">
                <a16:creationId xmlns:a16="http://schemas.microsoft.com/office/drawing/2014/main" id="{63F01A95-21DE-4C27-82D5-5CE28898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411">
            <a:extLst xmlns:a="http://schemas.openxmlformats.org/drawingml/2006/main">
              <a:ext uri="{FF2B5EF4-FFF2-40B4-BE49-F238E27FC236}">
                <a16:creationId xmlns:a16="http://schemas.microsoft.com/office/drawing/2014/main" id="{C3859F96-8B17-45FF-8E90-D5E560354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412">
            <a:extLst xmlns:a="http://schemas.openxmlformats.org/drawingml/2006/main">
              <a:ext uri="{FF2B5EF4-FFF2-40B4-BE49-F238E27FC236}">
                <a16:creationId xmlns:a16="http://schemas.microsoft.com/office/drawing/2014/main" id="{BE6327D0-9FC5-419C-AC6F-AFB512850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0E9F94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413">
            <a:extLst xmlns:a="http://schemas.openxmlformats.org/drawingml/2006/main">
              <a:ext uri="{FF2B5EF4-FFF2-40B4-BE49-F238E27FC236}">
                <a16:creationId xmlns:a16="http://schemas.microsoft.com/office/drawing/2014/main" id="{BFEA0DA7-B267-4530-9FE8-38FC375C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414">
            <a:extLst xmlns:a="http://schemas.openxmlformats.org/drawingml/2006/main">
              <a:ext uri="{FF2B5EF4-FFF2-40B4-BE49-F238E27FC236}">
                <a16:creationId xmlns:a16="http://schemas.microsoft.com/office/drawing/2014/main" id="{61082698-02C4-4F5F-9C07-6BF524D7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415">
            <a:extLst xmlns:a="http://schemas.openxmlformats.org/drawingml/2006/main">
              <a:ext uri="{FF2B5EF4-FFF2-40B4-BE49-F238E27FC236}">
                <a16:creationId xmlns:a16="http://schemas.microsoft.com/office/drawing/2014/main" id="{C823DB45-A81F-4ABF-A796-A2CD0B94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1857">
            <a:extLst xmlns:a="http://schemas.openxmlformats.org/drawingml/2006/main">
              <a:ext uri="{FF2B5EF4-FFF2-40B4-BE49-F238E27FC236}">
                <a16:creationId xmlns:a16="http://schemas.microsoft.com/office/drawing/2014/main" id="{BD737CDF-AF8D-41F7-A936-B316AF97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461860ca50b4e42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fbe61fe0f8d4ab1"/>
              </a:rPr>
              <a:t>Codex Skills ↗</a:t>
            </a:r>
          </a:p>
        </p:txBody>
      </p:sp>
      <p:sp>
        <p:nvSpPr>
          <p:cNvPr id="14" name="shape-1916">
            <a:extLst xmlns:a="http://schemas.openxmlformats.org/drawingml/2006/main">
              <a:ext uri="{FF2B5EF4-FFF2-40B4-BE49-F238E27FC236}">
                <a16:creationId xmlns:a16="http://schemas.microsoft.com/office/drawing/2014/main" id="{2C2CF9BE-FCEA-44C0-AF16-4C4C19769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1a0d9354d3408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6" name="text-1917">
            <a:extLst xmlns:a="http://schemas.openxmlformats.org/drawingml/2006/main">
              <a:ext uri="{FF2B5EF4-FFF2-40B4-BE49-F238E27FC236}">
                <a16:creationId xmlns:a16="http://schemas.microsoft.com/office/drawing/2014/main" id="{95275688-709F-42FE-8C28-E0620612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a0bfa65c0410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8" name="text-1918">
            <a:extLst xmlns:a="http://schemas.openxmlformats.org/drawingml/2006/main">
              <a:ext uri="{FF2B5EF4-FFF2-40B4-BE49-F238E27FC236}">
                <a16:creationId xmlns:a16="http://schemas.microsoft.com/office/drawing/2014/main" id="{DFDED167-DFBC-4155-A7E8-EBAD70D2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7696168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416">
            <a:extLst xmlns:a="http://schemas.openxmlformats.org/drawingml/2006/main">
              <a:ext uri="{FF2B5EF4-FFF2-40B4-BE49-F238E27FC236}">
                <a16:creationId xmlns:a16="http://schemas.microsoft.com/office/drawing/2014/main" id="{91E7B2C3-590C-49D6-BA40-83E1D00B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764A3CE-DD2F-4BC7-898E-E6ED821E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4" name="shape-141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18">
            <a:extLst xmlns:a="http://schemas.openxmlformats.org/drawingml/2006/main">
              <a:ext uri="{FF2B5EF4-FFF2-40B4-BE49-F238E27FC236}">
                <a16:creationId xmlns:a16="http://schemas.microsoft.com/office/drawing/2014/main" id="{9CD5BC1B-55B1-42A4-9FBF-B37B8FA4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F1B178F-1B54-46EC-9D12-FC84771D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419">
            <a:extLst xmlns:a="http://schemas.openxmlformats.org/drawingml/2006/main">
              <a:ext uri="{FF2B5EF4-FFF2-40B4-BE49-F238E27FC236}">
                <a16:creationId xmlns:a16="http://schemas.microsoft.com/office/drawing/2014/main" id="{1A3E4165-82EC-46AB-971A-329A82BA3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420">
            <a:extLst xmlns:a="http://schemas.openxmlformats.org/drawingml/2006/main">
              <a:ext uri="{FF2B5EF4-FFF2-40B4-BE49-F238E27FC236}">
                <a16:creationId xmlns:a16="http://schemas.microsoft.com/office/drawing/2014/main" id="{0E57E9CE-E8C5-4EA9-A7E4-BA9175B5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21">
            <a:extLst xmlns:a="http://schemas.openxmlformats.org/drawingml/2006/main">
              <a:ext uri="{FF2B5EF4-FFF2-40B4-BE49-F238E27FC236}">
                <a16:creationId xmlns:a16="http://schemas.microsoft.com/office/drawing/2014/main" id="{547E58E0-016C-42DF-A724-12F6A6CC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422">
            <a:extLst xmlns:a="http://schemas.openxmlformats.org/drawingml/2006/main">
              <a:ext uri="{FF2B5EF4-FFF2-40B4-BE49-F238E27FC236}">
                <a16:creationId xmlns:a16="http://schemas.microsoft.com/office/drawing/2014/main" id="{264974D6-5F95-4AF4-BB0D-CEE69EEC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423">
            <a:extLst xmlns:a="http://schemas.openxmlformats.org/drawingml/2006/main">
              <a:ext uri="{FF2B5EF4-FFF2-40B4-BE49-F238E27FC236}">
                <a16:creationId xmlns:a16="http://schemas.microsoft.com/office/drawing/2014/main" id="{5C18229E-7E61-4554-B81A-98AFE5C8B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424">
            <a:extLst xmlns:a="http://schemas.openxmlformats.org/drawingml/2006/main">
              <a:ext uri="{FF2B5EF4-FFF2-40B4-BE49-F238E27FC236}">
                <a16:creationId xmlns:a16="http://schemas.microsoft.com/office/drawing/2014/main" id="{7578524F-708C-440F-96AF-C677FAC3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25">
            <a:extLst xmlns:a="http://schemas.openxmlformats.org/drawingml/2006/main">
              <a:ext uri="{FF2B5EF4-FFF2-40B4-BE49-F238E27FC236}">
                <a16:creationId xmlns:a16="http://schemas.microsoft.com/office/drawing/2014/main" id="{6A7BDEC7-A7F8-4EA2-9D5A-DAC62A73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426">
            <a:extLst xmlns:a="http://schemas.openxmlformats.org/drawingml/2006/main">
              <a:ext uri="{FF2B5EF4-FFF2-40B4-BE49-F238E27FC236}">
                <a16:creationId xmlns:a16="http://schemas.microsoft.com/office/drawing/2014/main" id="{641731AA-1792-48D4-BF99-4582FD6D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427">
            <a:extLst xmlns:a="http://schemas.openxmlformats.org/drawingml/2006/main">
              <a:ext uri="{FF2B5EF4-FFF2-40B4-BE49-F238E27FC236}">
                <a16:creationId xmlns:a16="http://schemas.microsoft.com/office/drawing/2014/main" id="{EA765947-4405-4D48-94B4-691F90D3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428">
            <a:extLst xmlns:a="http://schemas.openxmlformats.org/drawingml/2006/main">
              <a:ext uri="{FF2B5EF4-FFF2-40B4-BE49-F238E27FC236}">
                <a16:creationId xmlns:a16="http://schemas.microsoft.com/office/drawing/2014/main" id="{782C2A0D-81E6-46BD-AB03-599C1EA7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29">
            <a:extLst xmlns:a="http://schemas.openxmlformats.org/drawingml/2006/main">
              <a:ext uri="{FF2B5EF4-FFF2-40B4-BE49-F238E27FC236}">
                <a16:creationId xmlns:a16="http://schemas.microsoft.com/office/drawing/2014/main" id="{1151D49D-84CE-42A2-931D-4F35FA9A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430">
            <a:extLst xmlns:a="http://schemas.openxmlformats.org/drawingml/2006/main">
              <a:ext uri="{FF2B5EF4-FFF2-40B4-BE49-F238E27FC236}">
                <a16:creationId xmlns:a16="http://schemas.microsoft.com/office/drawing/2014/main" id="{3791F5A3-8B38-4E63-B0F3-CC5C76B6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431">
            <a:extLst xmlns:a="http://schemas.openxmlformats.org/drawingml/2006/main">
              <a:ext uri="{FF2B5EF4-FFF2-40B4-BE49-F238E27FC236}">
                <a16:creationId xmlns:a16="http://schemas.microsoft.com/office/drawing/2014/main" id="{FDD6C86C-AEF5-4E7E-B69F-0B1F4313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432">
            <a:extLst xmlns:a="http://schemas.openxmlformats.org/drawingml/2006/main">
              <a:ext uri="{FF2B5EF4-FFF2-40B4-BE49-F238E27FC236}">
                <a16:creationId xmlns:a16="http://schemas.microsoft.com/office/drawing/2014/main" id="{8C8D9CFE-09DA-4EB4-B2A0-A9BEB602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433">
            <a:extLst xmlns:a="http://schemas.openxmlformats.org/drawingml/2006/main">
              <a:ext uri="{FF2B5EF4-FFF2-40B4-BE49-F238E27FC236}">
                <a16:creationId xmlns:a16="http://schemas.microsoft.com/office/drawing/2014/main" id="{102B44A9-9505-435E-A221-091A24F1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434">
            <a:extLst xmlns:a="http://schemas.openxmlformats.org/drawingml/2006/main">
              <a:ext uri="{FF2B5EF4-FFF2-40B4-BE49-F238E27FC236}">
                <a16:creationId xmlns:a16="http://schemas.microsoft.com/office/drawing/2014/main" id="{B8C5CF07-E2D5-467D-992B-D2DE931F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3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5" name="text-1435">
            <a:extLst xmlns:a="http://schemas.openxmlformats.org/drawingml/2006/main">
              <a:ext uri="{FF2B5EF4-FFF2-40B4-BE49-F238E27FC236}">
                <a16:creationId xmlns:a16="http://schemas.microsoft.com/office/drawing/2014/main" id="{B917DC2D-C5BE-4591-8990-B1793E0D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1858">
            <a:extLst xmlns:a="http://schemas.openxmlformats.org/drawingml/2006/main">
              <a:ext uri="{FF2B5EF4-FFF2-40B4-BE49-F238E27FC236}">
                <a16:creationId xmlns:a16="http://schemas.microsoft.com/office/drawing/2014/main" id="{25CC6A55-919D-473C-A0DD-E4E76851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3b5c7dafacb4863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cc541a704274c18"/>
              </a:rPr>
              <a:t>Codex Skills ↗</a:t>
            </a:r>
          </a:p>
        </p:txBody>
      </p:sp>
      <p:sp>
        <p:nvSpPr>
          <p:cNvPr id="27" name="shape-1919">
            <a:extLst xmlns:a="http://schemas.openxmlformats.org/drawingml/2006/main">
              <a:ext uri="{FF2B5EF4-FFF2-40B4-BE49-F238E27FC236}">
                <a16:creationId xmlns:a16="http://schemas.microsoft.com/office/drawing/2014/main" id="{6887B676-EB67-407E-B2C8-31EF5FD5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624ae8c1be42b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9" name="text-1920">
            <a:extLst xmlns:a="http://schemas.openxmlformats.org/drawingml/2006/main">
              <a:ext uri="{FF2B5EF4-FFF2-40B4-BE49-F238E27FC236}">
                <a16:creationId xmlns:a16="http://schemas.microsoft.com/office/drawing/2014/main" id="{E238F220-7226-4DFD-AF5C-3F46C55D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842cff424845d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1" name="text-1921">
            <a:extLst xmlns:a="http://schemas.openxmlformats.org/drawingml/2006/main">
              <a:ext uri="{FF2B5EF4-FFF2-40B4-BE49-F238E27FC236}">
                <a16:creationId xmlns:a16="http://schemas.microsoft.com/office/drawing/2014/main" id="{6AFEBF51-AB0D-4F25-A9AD-E69285B2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00059808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36">
            <a:extLst xmlns:a="http://schemas.openxmlformats.org/drawingml/2006/main">
              <a:ext uri="{FF2B5EF4-FFF2-40B4-BE49-F238E27FC236}">
                <a16:creationId xmlns:a16="http://schemas.microsoft.com/office/drawing/2014/main" id="{C04CDFB0-752B-48A4-A13C-8699A1CEA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E90CD9-AA53-4895-9805-B9D3F354D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7" name="shape-14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38">
            <a:extLst xmlns:a="http://schemas.openxmlformats.org/drawingml/2006/main">
              <a:ext uri="{FF2B5EF4-FFF2-40B4-BE49-F238E27FC236}">
                <a16:creationId xmlns:a16="http://schemas.microsoft.com/office/drawing/2014/main" id="{7400E20A-3A90-403D-B25C-53C7BB78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407F36A-54C0-4CF7-ADD5-E3B017EA2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1439">
            <a:extLst xmlns:a="http://schemas.openxmlformats.org/drawingml/2006/main">
              <a:ext uri="{FF2B5EF4-FFF2-40B4-BE49-F238E27FC236}">
                <a16:creationId xmlns:a16="http://schemas.microsoft.com/office/drawing/2014/main" id="{BC6CD805-9F04-4597-AA11-A627FD67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40">
            <a:extLst xmlns:a="http://schemas.openxmlformats.org/drawingml/2006/main">
              <a:ext uri="{FF2B5EF4-FFF2-40B4-BE49-F238E27FC236}">
                <a16:creationId xmlns:a16="http://schemas.microsoft.com/office/drawing/2014/main" id="{22528453-1295-4901-A800-43B3AB6D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41">
            <a:extLst xmlns:a="http://schemas.openxmlformats.org/drawingml/2006/main">
              <a:ext uri="{FF2B5EF4-FFF2-40B4-BE49-F238E27FC236}">
                <a16:creationId xmlns:a16="http://schemas.microsoft.com/office/drawing/2014/main" id="{EDA0E99A-21FB-4503-998F-D1C9300C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42">
            <a:extLst xmlns:a="http://schemas.openxmlformats.org/drawingml/2006/main">
              <a:ext uri="{FF2B5EF4-FFF2-40B4-BE49-F238E27FC236}">
                <a16:creationId xmlns:a16="http://schemas.microsoft.com/office/drawing/2014/main" id="{67355E10-16F5-4976-B0B7-E02F513C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443">
            <a:extLst xmlns:a="http://schemas.openxmlformats.org/drawingml/2006/main">
              <a:ext uri="{FF2B5EF4-FFF2-40B4-BE49-F238E27FC236}">
                <a16:creationId xmlns:a16="http://schemas.microsoft.com/office/drawing/2014/main" id="{08F7FAFD-A3FE-4A12-9D29-962F30D0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444">
            <a:extLst xmlns:a="http://schemas.openxmlformats.org/drawingml/2006/main">
              <a:ext uri="{FF2B5EF4-FFF2-40B4-BE49-F238E27FC236}">
                <a16:creationId xmlns:a16="http://schemas.microsoft.com/office/drawing/2014/main" id="{CBC636B1-DA0E-4771-B1DD-E67A4776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445">
            <a:extLst xmlns:a="http://schemas.openxmlformats.org/drawingml/2006/main">
              <a:ext uri="{FF2B5EF4-FFF2-40B4-BE49-F238E27FC236}">
                <a16:creationId xmlns:a16="http://schemas.microsoft.com/office/drawing/2014/main" id="{B0375614-4206-4DA2-9CE0-06F3BFCD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446">
            <a:extLst xmlns:a="http://schemas.openxmlformats.org/drawingml/2006/main">
              <a:ext uri="{FF2B5EF4-FFF2-40B4-BE49-F238E27FC236}">
                <a16:creationId xmlns:a16="http://schemas.microsoft.com/office/drawing/2014/main" id="{F670ED95-8283-4E6C-82AB-2588CA74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447">
            <a:extLst xmlns:a="http://schemas.openxmlformats.org/drawingml/2006/main">
              <a:ext uri="{FF2B5EF4-FFF2-40B4-BE49-F238E27FC236}">
                <a16:creationId xmlns:a16="http://schemas.microsoft.com/office/drawing/2014/main" id="{A66A87FC-A75E-4BB5-9CE7-578FE3FA8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448">
            <a:extLst xmlns:a="http://schemas.openxmlformats.org/drawingml/2006/main">
              <a:ext uri="{FF2B5EF4-FFF2-40B4-BE49-F238E27FC236}">
                <a16:creationId xmlns:a16="http://schemas.microsoft.com/office/drawing/2014/main" id="{C6E29E78-680C-4EDE-A390-F68C6E41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449">
            <a:extLst xmlns:a="http://schemas.openxmlformats.org/drawingml/2006/main">
              <a:ext uri="{FF2B5EF4-FFF2-40B4-BE49-F238E27FC236}">
                <a16:creationId xmlns:a16="http://schemas.microsoft.com/office/drawing/2014/main" id="{7EEB8E45-A40A-4C46-B61F-F4F94839E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450">
            <a:extLst xmlns:a="http://schemas.openxmlformats.org/drawingml/2006/main">
              <a:ext uri="{FF2B5EF4-FFF2-40B4-BE49-F238E27FC236}">
                <a16:creationId xmlns:a16="http://schemas.microsoft.com/office/drawing/2014/main" id="{6EECBD86-B6CE-42F3-BAC5-0F64C0A4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451">
            <a:extLst xmlns:a="http://schemas.openxmlformats.org/drawingml/2006/main">
              <a:ext uri="{FF2B5EF4-FFF2-40B4-BE49-F238E27FC236}">
                <a16:creationId xmlns:a16="http://schemas.microsoft.com/office/drawing/2014/main" id="{DE78C498-EF18-470B-B9AF-1755B6657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1859">
            <a:extLst xmlns:a="http://schemas.openxmlformats.org/drawingml/2006/main">
              <a:ext uri="{FF2B5EF4-FFF2-40B4-BE49-F238E27FC236}">
                <a16:creationId xmlns:a16="http://schemas.microsoft.com/office/drawing/2014/main" id="{F209A629-2D91-4587-8719-53A40DEB7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200523e2af84c2f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fbdff1b4b044894"/>
              </a:rPr>
              <a:t>Codex Skills ↗</a:t>
            </a:r>
          </a:p>
        </p:txBody>
      </p:sp>
      <p:sp>
        <p:nvSpPr>
          <p:cNvPr id="20" name="shape-1922">
            <a:extLst xmlns:a="http://schemas.openxmlformats.org/drawingml/2006/main">
              <a:ext uri="{FF2B5EF4-FFF2-40B4-BE49-F238E27FC236}">
                <a16:creationId xmlns:a16="http://schemas.microsoft.com/office/drawing/2014/main" id="{2002B0EC-0C32-4EAA-A7B0-C915D1FD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4bccd1085459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923">
            <a:extLst xmlns:a="http://schemas.openxmlformats.org/drawingml/2006/main">
              <a:ext uri="{FF2B5EF4-FFF2-40B4-BE49-F238E27FC236}">
                <a16:creationId xmlns:a16="http://schemas.microsoft.com/office/drawing/2014/main" id="{337F1731-3AD2-4C65-B720-902827FDA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f09b4c91674da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924">
            <a:extLst xmlns:a="http://schemas.openxmlformats.org/drawingml/2006/main">
              <a:ext uri="{FF2B5EF4-FFF2-40B4-BE49-F238E27FC236}">
                <a16:creationId xmlns:a16="http://schemas.microsoft.com/office/drawing/2014/main" id="{35538C6E-9C3D-4042-AE44-7F89A5BC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74676351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52">
            <a:extLst xmlns:a="http://schemas.openxmlformats.org/drawingml/2006/main">
              <a:ext uri="{FF2B5EF4-FFF2-40B4-BE49-F238E27FC236}">
                <a16:creationId xmlns:a16="http://schemas.microsoft.com/office/drawing/2014/main" id="{71AF4496-C1E4-4AE7-9BD7-CB3420BD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EC3BC83-5886-42DD-9597-B6567711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0" name="shape-145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54">
            <a:extLst xmlns:a="http://schemas.openxmlformats.org/drawingml/2006/main">
              <a:ext uri="{FF2B5EF4-FFF2-40B4-BE49-F238E27FC236}">
                <a16:creationId xmlns:a16="http://schemas.microsoft.com/office/drawing/2014/main" id="{98C3CB94-E080-4319-BF3A-2F2B7052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5BD8D39-94AC-43CB-ADAB-99E7D01B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1455">
            <a:extLst xmlns:a="http://schemas.openxmlformats.org/drawingml/2006/main">
              <a:ext uri="{FF2B5EF4-FFF2-40B4-BE49-F238E27FC236}">
                <a16:creationId xmlns:a16="http://schemas.microsoft.com/office/drawing/2014/main" id="{0109732E-211F-4B77-B2F4-CA1816118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456">
            <a:extLst xmlns:a="http://schemas.openxmlformats.org/drawingml/2006/main">
              <a:ext uri="{FF2B5EF4-FFF2-40B4-BE49-F238E27FC236}">
                <a16:creationId xmlns:a16="http://schemas.microsoft.com/office/drawing/2014/main" id="{A04F1080-531F-40DE-B339-09897E4F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57">
            <a:extLst xmlns:a="http://schemas.openxmlformats.org/drawingml/2006/main">
              <a:ext uri="{FF2B5EF4-FFF2-40B4-BE49-F238E27FC236}">
                <a16:creationId xmlns:a16="http://schemas.microsoft.com/office/drawing/2014/main" id="{A36B9CB3-45DC-48F3-8357-5932C53B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458">
            <a:extLst xmlns:a="http://schemas.openxmlformats.org/drawingml/2006/main">
              <a:ext uri="{FF2B5EF4-FFF2-40B4-BE49-F238E27FC236}">
                <a16:creationId xmlns:a16="http://schemas.microsoft.com/office/drawing/2014/main" id="{A2E185B2-32B8-4014-AD6E-33CF1E3C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459">
            <a:extLst xmlns:a="http://schemas.openxmlformats.org/drawingml/2006/main">
              <a:ext uri="{FF2B5EF4-FFF2-40B4-BE49-F238E27FC236}">
                <a16:creationId xmlns:a16="http://schemas.microsoft.com/office/drawing/2014/main" id="{4F510B7C-BE60-4A13-B2D5-64B27B24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460">
            <a:extLst xmlns:a="http://schemas.openxmlformats.org/drawingml/2006/main">
              <a:ext uri="{FF2B5EF4-FFF2-40B4-BE49-F238E27FC236}">
                <a16:creationId xmlns:a16="http://schemas.microsoft.com/office/drawing/2014/main" id="{67C831F3-F99A-4219-92BD-DFD716C5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61">
            <a:extLst xmlns:a="http://schemas.openxmlformats.org/drawingml/2006/main">
              <a:ext uri="{FF2B5EF4-FFF2-40B4-BE49-F238E27FC236}">
                <a16:creationId xmlns:a16="http://schemas.microsoft.com/office/drawing/2014/main" id="{437285DA-79F1-487D-8BCF-95FA85728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462">
            <a:extLst xmlns:a="http://schemas.openxmlformats.org/drawingml/2006/main">
              <a:ext uri="{FF2B5EF4-FFF2-40B4-BE49-F238E27FC236}">
                <a16:creationId xmlns:a16="http://schemas.microsoft.com/office/drawing/2014/main" id="{08BCF385-7B19-49EA-BAF4-0ABEEBFF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463">
            <a:extLst xmlns:a="http://schemas.openxmlformats.org/drawingml/2006/main">
              <a:ext uri="{FF2B5EF4-FFF2-40B4-BE49-F238E27FC236}">
                <a16:creationId xmlns:a16="http://schemas.microsoft.com/office/drawing/2014/main" id="{5CEC695D-E2A4-4CDB-BC5A-214640DA8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464">
            <a:extLst xmlns:a="http://schemas.openxmlformats.org/drawingml/2006/main">
              <a:ext uri="{FF2B5EF4-FFF2-40B4-BE49-F238E27FC236}">
                <a16:creationId xmlns:a16="http://schemas.microsoft.com/office/drawing/2014/main" id="{47961B59-E486-415F-B02C-A0FE475F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65">
            <a:extLst xmlns:a="http://schemas.openxmlformats.org/drawingml/2006/main">
              <a:ext uri="{FF2B5EF4-FFF2-40B4-BE49-F238E27FC236}">
                <a16:creationId xmlns:a16="http://schemas.microsoft.com/office/drawing/2014/main" id="{C88D8028-4869-4437-899C-9FEEE3BD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466">
            <a:extLst xmlns:a="http://schemas.openxmlformats.org/drawingml/2006/main">
              <a:ext uri="{FF2B5EF4-FFF2-40B4-BE49-F238E27FC236}">
                <a16:creationId xmlns:a16="http://schemas.microsoft.com/office/drawing/2014/main" id="{CF960619-E7CC-4893-86F2-10996EF6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467">
            <a:extLst xmlns:a="http://schemas.openxmlformats.org/drawingml/2006/main">
              <a:ext uri="{FF2B5EF4-FFF2-40B4-BE49-F238E27FC236}">
                <a16:creationId xmlns:a16="http://schemas.microsoft.com/office/drawing/2014/main" id="{D27D6C09-1BB8-405F-A378-F0CBD648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468">
            <a:extLst xmlns:a="http://schemas.openxmlformats.org/drawingml/2006/main">
              <a:ext uri="{FF2B5EF4-FFF2-40B4-BE49-F238E27FC236}">
                <a16:creationId xmlns:a16="http://schemas.microsoft.com/office/drawing/2014/main" id="{3408CC20-DFC6-49EA-8D86-4BC28FC8F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69">
            <a:extLst xmlns:a="http://schemas.openxmlformats.org/drawingml/2006/main">
              <a:ext uri="{FF2B5EF4-FFF2-40B4-BE49-F238E27FC236}">
                <a16:creationId xmlns:a16="http://schemas.microsoft.com/office/drawing/2014/main" id="{5EFEEBF2-7793-4AD7-AD69-8AE576C6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470">
            <a:extLst xmlns:a="http://schemas.openxmlformats.org/drawingml/2006/main">
              <a:ext uri="{FF2B5EF4-FFF2-40B4-BE49-F238E27FC236}">
                <a16:creationId xmlns:a16="http://schemas.microsoft.com/office/drawing/2014/main" id="{C92CF328-3855-4CFD-B971-1D1049A4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1860">
            <a:extLst xmlns:a="http://schemas.openxmlformats.org/drawingml/2006/main">
              <a:ext uri="{FF2B5EF4-FFF2-40B4-BE49-F238E27FC236}">
                <a16:creationId xmlns:a16="http://schemas.microsoft.com/office/drawing/2014/main" id="{2454B9EC-4846-41DC-AB49-F728E3FF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85f7f1f461e4d2c"/>
              </a:rPr>
              <a:t>Antigravity Skills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38287165e14480f"/>
              </a:rPr>
              <a:t>Codex Skills ↗</a:t>
            </a:r>
          </a:p>
        </p:txBody>
      </p:sp>
      <p:sp>
        <p:nvSpPr>
          <p:cNvPr id="23" name="shape-1925">
            <a:extLst xmlns:a="http://schemas.openxmlformats.org/drawingml/2006/main">
              <a:ext uri="{FF2B5EF4-FFF2-40B4-BE49-F238E27FC236}">
                <a16:creationId xmlns:a16="http://schemas.microsoft.com/office/drawing/2014/main" id="{1477E7A2-2E35-4DE0-BFAC-EA697226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df593ff0843a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926">
            <a:extLst xmlns:a="http://schemas.openxmlformats.org/drawingml/2006/main">
              <a:ext uri="{FF2B5EF4-FFF2-40B4-BE49-F238E27FC236}">
                <a16:creationId xmlns:a16="http://schemas.microsoft.com/office/drawing/2014/main" id="{3DC4EF86-7475-4DAB-B99B-DD603CE5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6568045928465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927">
            <a:extLst xmlns:a="http://schemas.openxmlformats.org/drawingml/2006/main">
              <a:ext uri="{FF2B5EF4-FFF2-40B4-BE49-F238E27FC236}">
                <a16:creationId xmlns:a16="http://schemas.microsoft.com/office/drawing/2014/main" id="{40D09C1C-257A-41A0-8A87-FD9A4AA8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98122709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471">
            <a:extLst xmlns:a="http://schemas.openxmlformats.org/drawingml/2006/main">
              <a:ext uri="{FF2B5EF4-FFF2-40B4-BE49-F238E27FC236}">
                <a16:creationId xmlns:a16="http://schemas.microsoft.com/office/drawing/2014/main" id="{76DA8A2B-192A-4712-88D1-1AA31634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472">
            <a:extLst xmlns:a="http://schemas.openxmlformats.org/drawingml/2006/main">
              <a:ext uri="{FF2B5EF4-FFF2-40B4-BE49-F238E27FC236}">
                <a16:creationId xmlns:a16="http://schemas.microsoft.com/office/drawing/2014/main" id="{6C31C20F-8FC9-4C3E-86DB-641F11A3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473">
            <a:extLst xmlns:a="http://schemas.openxmlformats.org/drawingml/2006/main">
              <a:ext uri="{FF2B5EF4-FFF2-40B4-BE49-F238E27FC236}">
                <a16:creationId xmlns:a16="http://schemas.microsoft.com/office/drawing/2014/main" id="{A17919F5-45EA-4C2D-93D9-B5B2CFA1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474">
            <a:extLst xmlns:a="http://schemas.openxmlformats.org/drawingml/2006/main">
              <a:ext uri="{FF2B5EF4-FFF2-40B4-BE49-F238E27FC236}">
                <a16:creationId xmlns:a16="http://schemas.microsoft.com/office/drawing/2014/main" id="{53B7DD1C-9792-4219-9F07-653B9A340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475">
            <a:extLst xmlns:a="http://schemas.openxmlformats.org/drawingml/2006/main">
              <a:ext uri="{FF2B5EF4-FFF2-40B4-BE49-F238E27FC236}">
                <a16:creationId xmlns:a16="http://schemas.microsoft.com/office/drawing/2014/main" id="{8A9C9288-13FF-4FA3-B6AA-AEF5FC545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47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7" name="text-1477">
            <a:extLst xmlns:a="http://schemas.openxmlformats.org/drawingml/2006/main">
              <a:ext uri="{FF2B5EF4-FFF2-40B4-BE49-F238E27FC236}">
                <a16:creationId xmlns:a16="http://schemas.microsoft.com/office/drawing/2014/main" id="{1AB751F0-7461-47D9-AC94-1172D6D5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49059D4-56AC-4C63-8615-B8595CDB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1862">
            <a:extLst xmlns:a="http://schemas.openxmlformats.org/drawingml/2006/main">
              <a:ext uri="{FF2B5EF4-FFF2-40B4-BE49-F238E27FC236}">
                <a16:creationId xmlns:a16="http://schemas.microsoft.com/office/drawing/2014/main" id="{9CDA6F0A-4B00-4F6B-8BFA-FEB88A3C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36669ebdfd2408a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2d56e93af12444d"/>
              </a:rPr>
              <a:t>Codex ↗</a:t>
            </a:r>
          </a:p>
        </p:txBody>
      </p:sp>
      <p:sp>
        <p:nvSpPr>
          <p:cNvPr id="10" name="shape-1930">
            <a:extLst xmlns:a="http://schemas.openxmlformats.org/drawingml/2006/main">
              <a:ext uri="{FF2B5EF4-FFF2-40B4-BE49-F238E27FC236}">
                <a16:creationId xmlns:a16="http://schemas.microsoft.com/office/drawing/2014/main" id="{3EC2B180-AE0E-40D9-97CA-99FABBE1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4d258635b2493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931">
            <a:extLst xmlns:a="http://schemas.openxmlformats.org/drawingml/2006/main">
              <a:ext uri="{FF2B5EF4-FFF2-40B4-BE49-F238E27FC236}">
                <a16:creationId xmlns:a16="http://schemas.microsoft.com/office/drawing/2014/main" id="{2FF813DF-D2EF-4702-8D5D-E240CAAD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d8555418094b9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932">
            <a:extLst xmlns:a="http://schemas.openxmlformats.org/drawingml/2006/main">
              <a:ext uri="{FF2B5EF4-FFF2-40B4-BE49-F238E27FC236}">
                <a16:creationId xmlns:a16="http://schemas.microsoft.com/office/drawing/2014/main" id="{069FBB0B-E1A8-41CE-8730-98B24AF7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7513035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478">
            <a:extLst xmlns:a="http://schemas.openxmlformats.org/drawingml/2006/main">
              <a:ext uri="{FF2B5EF4-FFF2-40B4-BE49-F238E27FC236}">
                <a16:creationId xmlns:a16="http://schemas.microsoft.com/office/drawing/2014/main" id="{8AAEEC1A-4EB3-4964-B9A3-070B3005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3512DA-8506-4F3B-A5EF-4701E8DE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47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80">
            <a:extLst xmlns:a="http://schemas.openxmlformats.org/drawingml/2006/main">
              <a:ext uri="{FF2B5EF4-FFF2-40B4-BE49-F238E27FC236}">
                <a16:creationId xmlns:a16="http://schemas.microsoft.com/office/drawing/2014/main" id="{B9CD7F31-7768-42E3-8760-E82002C7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7E15079-D223-43C0-8D68-3AD07BBC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1481">
            <a:extLst xmlns:a="http://schemas.openxmlformats.org/drawingml/2006/main">
              <a:ext uri="{FF2B5EF4-FFF2-40B4-BE49-F238E27FC236}">
                <a16:creationId xmlns:a16="http://schemas.microsoft.com/office/drawing/2014/main" id="{25F63400-E2E6-45E2-93A0-CB6661F7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482">
            <a:extLst xmlns:a="http://schemas.openxmlformats.org/drawingml/2006/main">
              <a:ext uri="{FF2B5EF4-FFF2-40B4-BE49-F238E27FC236}">
                <a16:creationId xmlns:a16="http://schemas.microsoft.com/office/drawing/2014/main" id="{BEA10324-B8F9-4CBD-9330-5C740466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483">
            <a:extLst xmlns:a="http://schemas.openxmlformats.org/drawingml/2006/main">
              <a:ext uri="{FF2B5EF4-FFF2-40B4-BE49-F238E27FC236}">
                <a16:creationId xmlns:a16="http://schemas.microsoft.com/office/drawing/2014/main" id="{F9F411E5-D2F2-4660-AD37-C211EE731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484">
            <a:extLst xmlns:a="http://schemas.openxmlformats.org/drawingml/2006/main">
              <a:ext uri="{FF2B5EF4-FFF2-40B4-BE49-F238E27FC236}">
                <a16:creationId xmlns:a16="http://schemas.microsoft.com/office/drawing/2014/main" id="{585DF2BC-0ECC-48E7-A72D-23F7A4B6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485">
            <a:extLst xmlns:a="http://schemas.openxmlformats.org/drawingml/2006/main">
              <a:ext uri="{FF2B5EF4-FFF2-40B4-BE49-F238E27FC236}">
                <a16:creationId xmlns:a16="http://schemas.microsoft.com/office/drawing/2014/main" id="{5555D87C-3D15-4DF6-81A9-9F294447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486">
            <a:extLst xmlns:a="http://schemas.openxmlformats.org/drawingml/2006/main">
              <a:ext uri="{FF2B5EF4-FFF2-40B4-BE49-F238E27FC236}">
                <a16:creationId xmlns:a16="http://schemas.microsoft.com/office/drawing/2014/main" id="{87667BF3-E3BA-4068-B592-15A55CB03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487">
            <a:extLst xmlns:a="http://schemas.openxmlformats.org/drawingml/2006/main">
              <a:ext uri="{FF2B5EF4-FFF2-40B4-BE49-F238E27FC236}">
                <a16:creationId xmlns:a16="http://schemas.microsoft.com/office/drawing/2014/main" id="{514921D1-401E-4BFD-A5C3-CCC8DB40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488">
            <a:extLst xmlns:a="http://schemas.openxmlformats.org/drawingml/2006/main">
              <a:ext uri="{FF2B5EF4-FFF2-40B4-BE49-F238E27FC236}">
                <a16:creationId xmlns:a16="http://schemas.microsoft.com/office/drawing/2014/main" id="{56ED4E13-5670-4413-ABDE-247CC9DD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489">
            <a:extLst xmlns:a="http://schemas.openxmlformats.org/drawingml/2006/main">
              <a:ext uri="{FF2B5EF4-FFF2-40B4-BE49-F238E27FC236}">
                <a16:creationId xmlns:a16="http://schemas.microsoft.com/office/drawing/2014/main" id="{61BBAC04-C055-4B9C-9130-5FC02385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sp>
        <p:nvSpPr>
          <p:cNvPr id="17" name="text-1490">
            <a:extLst xmlns:a="http://schemas.openxmlformats.org/drawingml/2006/main">
              <a:ext uri="{FF2B5EF4-FFF2-40B4-BE49-F238E27FC236}">
                <a16:creationId xmlns:a16="http://schemas.microsoft.com/office/drawing/2014/main" id="{E1C7FD9E-FB7E-4B36-804F-DA4EB505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491">
            <a:extLst xmlns:a="http://schemas.openxmlformats.org/drawingml/2006/main">
              <a:ext uri="{FF2B5EF4-FFF2-40B4-BE49-F238E27FC236}">
                <a16:creationId xmlns:a16="http://schemas.microsoft.com/office/drawing/2014/main" id="{F8DE554A-AC0B-43ED-8B5A-183B7D2B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492">
            <a:extLst xmlns:a="http://schemas.openxmlformats.org/drawingml/2006/main">
              <a:ext uri="{FF2B5EF4-FFF2-40B4-BE49-F238E27FC236}">
                <a16:creationId xmlns:a16="http://schemas.microsoft.com/office/drawing/2014/main" id="{A0B3DB38-52BA-4F49-8B90-48D9F81AC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9F94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2" name="text-1493">
            <a:extLst xmlns:a="http://schemas.openxmlformats.org/drawingml/2006/main">
              <a:ext uri="{FF2B5EF4-FFF2-40B4-BE49-F238E27FC236}">
                <a16:creationId xmlns:a16="http://schemas.microsoft.com/office/drawing/2014/main" id="{FE70CEF7-144E-49ED-B36E-FEABA618C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1863">
            <a:extLst xmlns:a="http://schemas.openxmlformats.org/drawingml/2006/main">
              <a:ext uri="{FF2B5EF4-FFF2-40B4-BE49-F238E27FC236}">
                <a16:creationId xmlns:a16="http://schemas.microsoft.com/office/drawing/2014/main" id="{6863D89E-E0BF-49DE-A761-48734DC56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19826d3baf4387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32ade7e30f84027"/>
              </a:rPr>
              <a:t>Codex ↗</a:t>
            </a:r>
          </a:p>
        </p:txBody>
      </p:sp>
      <p:sp>
        <p:nvSpPr>
          <p:cNvPr id="24" name="shape-1933">
            <a:extLst xmlns:a="http://schemas.openxmlformats.org/drawingml/2006/main">
              <a:ext uri="{FF2B5EF4-FFF2-40B4-BE49-F238E27FC236}">
                <a16:creationId xmlns:a16="http://schemas.microsoft.com/office/drawing/2014/main" id="{FF1836F0-DA65-40AE-9871-8EDF07AF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375439b802406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1934">
            <a:extLst xmlns:a="http://schemas.openxmlformats.org/drawingml/2006/main">
              <a:ext uri="{FF2B5EF4-FFF2-40B4-BE49-F238E27FC236}">
                <a16:creationId xmlns:a16="http://schemas.microsoft.com/office/drawing/2014/main" id="{1638D3B1-9A82-4893-A90A-F8DDC373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23c6a52749493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1935">
            <a:extLst xmlns:a="http://schemas.openxmlformats.org/drawingml/2006/main">
              <a:ext uri="{FF2B5EF4-FFF2-40B4-BE49-F238E27FC236}">
                <a16:creationId xmlns:a16="http://schemas.microsoft.com/office/drawing/2014/main" id="{3AF5DAFD-E434-4917-9CE3-4B5F05A6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37934721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-1494">
            <a:extLst xmlns:a="http://schemas.openxmlformats.org/drawingml/2006/main">
              <a:ext uri="{FF2B5EF4-FFF2-40B4-BE49-F238E27FC236}">
                <a16:creationId xmlns:a16="http://schemas.microsoft.com/office/drawing/2014/main" id="{6EFA4C53-6CF8-42C6-BF0D-5BA6A362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63A28A-E9DA-4CCB-8D4F-C93B5855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56" name="shape-149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496">
            <a:extLst xmlns:a="http://schemas.openxmlformats.org/drawingml/2006/main">
              <a:ext uri="{FF2B5EF4-FFF2-40B4-BE49-F238E27FC236}">
                <a16:creationId xmlns:a16="http://schemas.microsoft.com/office/drawing/2014/main" id="{9C936CD3-7624-4659-8534-746BA11A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93895A7-AEDE-43E5-84BB-10F95725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1497">
            <a:extLst xmlns:a="http://schemas.openxmlformats.org/drawingml/2006/main">
              <a:ext uri="{FF2B5EF4-FFF2-40B4-BE49-F238E27FC236}">
                <a16:creationId xmlns:a16="http://schemas.microsoft.com/office/drawing/2014/main" id="{9A35CC94-5985-4EAB-BEA2-364841E9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498">
            <a:extLst xmlns:a="http://schemas.openxmlformats.org/drawingml/2006/main">
              <a:ext uri="{FF2B5EF4-FFF2-40B4-BE49-F238E27FC236}">
                <a16:creationId xmlns:a16="http://schemas.microsoft.com/office/drawing/2014/main" id="{250BFAF3-6E02-46DB-8B09-5FFCE222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499">
            <a:extLst xmlns:a="http://schemas.openxmlformats.org/drawingml/2006/main">
              <a:ext uri="{FF2B5EF4-FFF2-40B4-BE49-F238E27FC236}">
                <a16:creationId xmlns:a16="http://schemas.microsoft.com/office/drawing/2014/main" id="{F3478421-04E4-405E-85AD-EEB6B13C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00">
            <a:extLst xmlns:a="http://schemas.openxmlformats.org/drawingml/2006/main">
              <a:ext uri="{FF2B5EF4-FFF2-40B4-BE49-F238E27FC236}">
                <a16:creationId xmlns:a16="http://schemas.microsoft.com/office/drawing/2014/main" id="{878C05CA-9E9F-499F-B701-763749EB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10" name="text-1501">
            <a:extLst xmlns:a="http://schemas.openxmlformats.org/drawingml/2006/main">
              <a:ext uri="{FF2B5EF4-FFF2-40B4-BE49-F238E27FC236}">
                <a16:creationId xmlns:a16="http://schemas.microsoft.com/office/drawing/2014/main" id="{A2FE9082-9670-44F3-8EFF-5EC53AD4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11" name="text-1502">
            <a:extLst xmlns:a="http://schemas.openxmlformats.org/drawingml/2006/main">
              <a:ext uri="{FF2B5EF4-FFF2-40B4-BE49-F238E27FC236}">
                <a16:creationId xmlns:a16="http://schemas.microsoft.com/office/drawing/2014/main" id="{86605402-2BFB-4CF7-BE25-CE917DD8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503">
            <a:extLst xmlns:a="http://schemas.openxmlformats.org/drawingml/2006/main">
              <a:ext uri="{FF2B5EF4-FFF2-40B4-BE49-F238E27FC236}">
                <a16:creationId xmlns:a16="http://schemas.microsoft.com/office/drawing/2014/main" id="{CB9A2D1C-FE34-42CE-A9B8-5CD01449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504">
            <a:extLst xmlns:a="http://schemas.openxmlformats.org/drawingml/2006/main">
              <a:ext uri="{FF2B5EF4-FFF2-40B4-BE49-F238E27FC236}">
                <a16:creationId xmlns:a16="http://schemas.microsoft.com/office/drawing/2014/main" id="{B8B8C242-7F03-459B-A67B-19880431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505">
            <a:extLst xmlns:a="http://schemas.openxmlformats.org/drawingml/2006/main">
              <a:ext uri="{FF2B5EF4-FFF2-40B4-BE49-F238E27FC236}">
                <a16:creationId xmlns:a16="http://schemas.microsoft.com/office/drawing/2014/main" id="{E4CEA48E-5988-44EF-ADB7-6A9076EE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506">
            <a:extLst xmlns:a="http://schemas.openxmlformats.org/drawingml/2006/main">
              <a:ext uri="{FF2B5EF4-FFF2-40B4-BE49-F238E27FC236}">
                <a16:creationId xmlns:a16="http://schemas.microsoft.com/office/drawing/2014/main" id="{F434FDD9-23C2-4E36-9BEB-117AE0FF9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6" name="text-1507">
            <a:extLst xmlns:a="http://schemas.openxmlformats.org/drawingml/2006/main">
              <a:ext uri="{FF2B5EF4-FFF2-40B4-BE49-F238E27FC236}">
                <a16:creationId xmlns:a16="http://schemas.microsoft.com/office/drawing/2014/main" id="{7B1BF132-B5BD-4853-A38A-DB930435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7" name="text-1508">
            <a:extLst xmlns:a="http://schemas.openxmlformats.org/drawingml/2006/main">
              <a:ext uri="{FF2B5EF4-FFF2-40B4-BE49-F238E27FC236}">
                <a16:creationId xmlns:a16="http://schemas.microsoft.com/office/drawing/2014/main" id="{F0CE6D03-EC09-44BD-B68E-5B87600C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509">
            <a:extLst xmlns:a="http://schemas.openxmlformats.org/drawingml/2006/main">
              <a:ext uri="{FF2B5EF4-FFF2-40B4-BE49-F238E27FC236}">
                <a16:creationId xmlns:a16="http://schemas.microsoft.com/office/drawing/2014/main" id="{75F6EA9F-9540-4D9C-BF7B-4E20077D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510">
            <a:extLst xmlns:a="http://schemas.openxmlformats.org/drawingml/2006/main">
              <a:ext uri="{FF2B5EF4-FFF2-40B4-BE49-F238E27FC236}">
                <a16:creationId xmlns:a16="http://schemas.microsoft.com/office/drawing/2014/main" id="{F3304E0E-80AC-4F5B-8AA6-2442D0A1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511">
            <a:extLst xmlns:a="http://schemas.openxmlformats.org/drawingml/2006/main">
              <a:ext uri="{FF2B5EF4-FFF2-40B4-BE49-F238E27FC236}">
                <a16:creationId xmlns:a16="http://schemas.microsoft.com/office/drawing/2014/main" id="{A073D8A8-E17D-4869-A1A5-F619B0A3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512">
            <a:extLst xmlns:a="http://schemas.openxmlformats.org/drawingml/2006/main">
              <a:ext uri="{FF2B5EF4-FFF2-40B4-BE49-F238E27FC236}">
                <a16:creationId xmlns:a16="http://schemas.microsoft.com/office/drawing/2014/main" id="{560863E1-95EF-4E99-91A8-9BFFFBF98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22" name="text-1513">
            <a:extLst xmlns:a="http://schemas.openxmlformats.org/drawingml/2006/main">
              <a:ext uri="{FF2B5EF4-FFF2-40B4-BE49-F238E27FC236}">
                <a16:creationId xmlns:a16="http://schemas.microsoft.com/office/drawing/2014/main" id="{5B196E07-4978-44B4-8FA5-3C62C62A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23" name="text-1514">
            <a:extLst xmlns:a="http://schemas.openxmlformats.org/drawingml/2006/main">
              <a:ext uri="{FF2B5EF4-FFF2-40B4-BE49-F238E27FC236}">
                <a16:creationId xmlns:a16="http://schemas.microsoft.com/office/drawing/2014/main" id="{3DCE72D4-26A4-499E-978F-C6414E7D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515">
            <a:extLst xmlns:a="http://schemas.openxmlformats.org/drawingml/2006/main">
              <a:ext uri="{FF2B5EF4-FFF2-40B4-BE49-F238E27FC236}">
                <a16:creationId xmlns:a16="http://schemas.microsoft.com/office/drawing/2014/main" id="{91560B03-62F7-4CD1-A475-72810EFE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516">
            <a:extLst xmlns:a="http://schemas.openxmlformats.org/drawingml/2006/main">
              <a:ext uri="{FF2B5EF4-FFF2-40B4-BE49-F238E27FC236}">
                <a16:creationId xmlns:a16="http://schemas.microsoft.com/office/drawing/2014/main" id="{B78ABB65-A1DD-426E-8486-F4F4BBA6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517">
            <a:extLst xmlns:a="http://schemas.openxmlformats.org/drawingml/2006/main">
              <a:ext uri="{FF2B5EF4-FFF2-40B4-BE49-F238E27FC236}">
                <a16:creationId xmlns:a16="http://schemas.microsoft.com/office/drawing/2014/main" id="{BE6CC4C8-C734-412A-AF71-87C2C757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518">
            <a:extLst xmlns:a="http://schemas.openxmlformats.org/drawingml/2006/main">
              <a:ext uri="{FF2B5EF4-FFF2-40B4-BE49-F238E27FC236}">
                <a16:creationId xmlns:a16="http://schemas.microsoft.com/office/drawing/2014/main" id="{144EC450-580A-4913-AD74-EEA8A346B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8" name="text-1519">
            <a:extLst xmlns:a="http://schemas.openxmlformats.org/drawingml/2006/main">
              <a:ext uri="{FF2B5EF4-FFF2-40B4-BE49-F238E27FC236}">
                <a16:creationId xmlns:a16="http://schemas.microsoft.com/office/drawing/2014/main" id="{5D83724E-9808-4717-A483-20EA64BE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9" name="text-1520">
            <a:extLst xmlns:a="http://schemas.openxmlformats.org/drawingml/2006/main">
              <a:ext uri="{FF2B5EF4-FFF2-40B4-BE49-F238E27FC236}">
                <a16:creationId xmlns:a16="http://schemas.microsoft.com/office/drawing/2014/main" id="{7DCE4C01-EEA1-4F56-809F-BE2F4145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521">
            <a:extLst xmlns:a="http://schemas.openxmlformats.org/drawingml/2006/main">
              <a:ext uri="{FF2B5EF4-FFF2-40B4-BE49-F238E27FC236}">
                <a16:creationId xmlns:a16="http://schemas.microsoft.com/office/drawing/2014/main" id="{E265926F-048F-4220-9C29-0E5DFE13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522">
            <a:extLst xmlns:a="http://schemas.openxmlformats.org/drawingml/2006/main">
              <a:ext uri="{FF2B5EF4-FFF2-40B4-BE49-F238E27FC236}">
                <a16:creationId xmlns:a16="http://schemas.microsoft.com/office/drawing/2014/main" id="{8014A1DC-C6A9-4C6A-968D-56A533F8E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523">
            <a:extLst xmlns:a="http://schemas.openxmlformats.org/drawingml/2006/main">
              <a:ext uri="{FF2B5EF4-FFF2-40B4-BE49-F238E27FC236}">
                <a16:creationId xmlns:a16="http://schemas.microsoft.com/office/drawing/2014/main" id="{AB8A1E2F-32B9-4C09-A9EB-EEA2A9E5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524">
            <a:extLst xmlns:a="http://schemas.openxmlformats.org/drawingml/2006/main">
              <a:ext uri="{FF2B5EF4-FFF2-40B4-BE49-F238E27FC236}">
                <a16:creationId xmlns:a16="http://schemas.microsoft.com/office/drawing/2014/main" id="{6C3B9FA1-4BEA-4AD7-A7F5-B6397617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34" name="text-1525">
            <a:extLst xmlns:a="http://schemas.openxmlformats.org/drawingml/2006/main">
              <a:ext uri="{FF2B5EF4-FFF2-40B4-BE49-F238E27FC236}">
                <a16:creationId xmlns:a16="http://schemas.microsoft.com/office/drawing/2014/main" id="{E1D53A86-6317-416F-ADEB-03E8837D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35" name="text-1526">
            <a:extLst xmlns:a="http://schemas.openxmlformats.org/drawingml/2006/main">
              <a:ext uri="{FF2B5EF4-FFF2-40B4-BE49-F238E27FC236}">
                <a16:creationId xmlns:a16="http://schemas.microsoft.com/office/drawing/2014/main" id="{0C9F9060-A40D-43B2-B8AD-665DD1BB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6" name="shape-1527">
            <a:extLst xmlns:a="http://schemas.openxmlformats.org/drawingml/2006/main">
              <a:ext uri="{FF2B5EF4-FFF2-40B4-BE49-F238E27FC236}">
                <a16:creationId xmlns:a16="http://schemas.microsoft.com/office/drawing/2014/main" id="{5462D478-5CE8-484B-8E84-859446BB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7" name="shape-1528">
            <a:extLst xmlns:a="http://schemas.openxmlformats.org/drawingml/2006/main">
              <a:ext uri="{FF2B5EF4-FFF2-40B4-BE49-F238E27FC236}">
                <a16:creationId xmlns:a16="http://schemas.microsoft.com/office/drawing/2014/main" id="{676E6D92-B676-47FF-828D-BFD3DC56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1529">
            <a:extLst xmlns:a="http://schemas.openxmlformats.org/drawingml/2006/main">
              <a:ext uri="{FF2B5EF4-FFF2-40B4-BE49-F238E27FC236}">
                <a16:creationId xmlns:a16="http://schemas.microsoft.com/office/drawing/2014/main" id="{929D6F41-9BDF-430A-9519-A42FE397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9" name="text-1530">
            <a:extLst xmlns:a="http://schemas.openxmlformats.org/drawingml/2006/main">
              <a:ext uri="{FF2B5EF4-FFF2-40B4-BE49-F238E27FC236}">
                <a16:creationId xmlns:a16="http://schemas.microsoft.com/office/drawing/2014/main" id="{D0923472-7AD8-4271-81A8-5584A443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40" name="text-1531">
            <a:extLst xmlns:a="http://schemas.openxmlformats.org/drawingml/2006/main">
              <a:ext uri="{FF2B5EF4-FFF2-40B4-BE49-F238E27FC236}">
                <a16:creationId xmlns:a16="http://schemas.microsoft.com/office/drawing/2014/main" id="{0D4B62A9-D4D5-4279-8EC9-000D81F0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41" name="text-1532">
            <a:extLst xmlns:a="http://schemas.openxmlformats.org/drawingml/2006/main">
              <a:ext uri="{FF2B5EF4-FFF2-40B4-BE49-F238E27FC236}">
                <a16:creationId xmlns:a16="http://schemas.microsoft.com/office/drawing/2014/main" id="{4399960D-EEFC-46C8-A724-B516FCE6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533">
            <a:extLst xmlns:a="http://schemas.openxmlformats.org/drawingml/2006/main">
              <a:ext uri="{FF2B5EF4-FFF2-40B4-BE49-F238E27FC236}">
                <a16:creationId xmlns:a16="http://schemas.microsoft.com/office/drawing/2014/main" id="{31186D44-6C95-42AE-B916-125387298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43" name="shape-1534">
            <a:extLst xmlns:a="http://schemas.openxmlformats.org/drawingml/2006/main">
              <a:ext uri="{FF2B5EF4-FFF2-40B4-BE49-F238E27FC236}">
                <a16:creationId xmlns:a16="http://schemas.microsoft.com/office/drawing/2014/main" id="{9D151538-D7E4-402D-A807-1DFAFE4E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1535">
            <a:extLst xmlns:a="http://schemas.openxmlformats.org/drawingml/2006/main">
              <a:ext uri="{FF2B5EF4-FFF2-40B4-BE49-F238E27FC236}">
                <a16:creationId xmlns:a16="http://schemas.microsoft.com/office/drawing/2014/main" id="{1B3FD864-33CC-447E-9FAC-D19DCE6C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5" name="text-1536">
            <a:extLst xmlns:a="http://schemas.openxmlformats.org/drawingml/2006/main">
              <a:ext uri="{FF2B5EF4-FFF2-40B4-BE49-F238E27FC236}">
                <a16:creationId xmlns:a16="http://schemas.microsoft.com/office/drawing/2014/main" id="{9ADD84B9-EB66-42F4-9DE9-E538DA7A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46" name="text-1537">
            <a:extLst xmlns:a="http://schemas.openxmlformats.org/drawingml/2006/main">
              <a:ext uri="{FF2B5EF4-FFF2-40B4-BE49-F238E27FC236}">
                <a16:creationId xmlns:a16="http://schemas.microsoft.com/office/drawing/2014/main" id="{12925DF2-61B2-4B4D-9C7B-F38F6F3D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47" name="text-1538">
            <a:extLst xmlns:a="http://schemas.openxmlformats.org/drawingml/2006/main">
              <a:ext uri="{FF2B5EF4-FFF2-40B4-BE49-F238E27FC236}">
                <a16:creationId xmlns:a16="http://schemas.microsoft.com/office/drawing/2014/main" id="{A2657A72-FDCD-48E3-9A40-235FF573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48" name="text-1864">
            <a:extLst xmlns:a="http://schemas.openxmlformats.org/drawingml/2006/main">
              <a:ext uri="{FF2B5EF4-FFF2-40B4-BE49-F238E27FC236}">
                <a16:creationId xmlns:a16="http://schemas.microsoft.com/office/drawing/2014/main" id="{BCD7D39C-96DB-4570-B9B7-33D1E63BD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162d065676a4d8c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df6d8f17c974459"/>
              </a:rPr>
              <a:t>Codex ↗</a:t>
            </a:r>
          </a:p>
        </p:txBody>
      </p:sp>
      <p:sp>
        <p:nvSpPr>
          <p:cNvPr id="49" name="shape-1936">
            <a:extLst xmlns:a="http://schemas.openxmlformats.org/drawingml/2006/main">
              <a:ext uri="{FF2B5EF4-FFF2-40B4-BE49-F238E27FC236}">
                <a16:creationId xmlns:a16="http://schemas.microsoft.com/office/drawing/2014/main" id="{53368A2A-A338-45B1-99C2-E4BB40FB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0b0e8e14446d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1" name="text-1937">
            <a:extLst xmlns:a="http://schemas.openxmlformats.org/drawingml/2006/main">
              <a:ext uri="{FF2B5EF4-FFF2-40B4-BE49-F238E27FC236}">
                <a16:creationId xmlns:a16="http://schemas.microsoft.com/office/drawing/2014/main" id="{76A19C5E-4B12-4722-920C-69447411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7044123f184ed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3" name="text-1938">
            <a:extLst xmlns:a="http://schemas.openxmlformats.org/drawingml/2006/main">
              <a:ext uri="{FF2B5EF4-FFF2-40B4-BE49-F238E27FC236}">
                <a16:creationId xmlns:a16="http://schemas.microsoft.com/office/drawing/2014/main" id="{3BC12221-7938-476C-97E9-23867021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72230430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539">
            <a:extLst xmlns:a="http://schemas.openxmlformats.org/drawingml/2006/main">
              <a:ext uri="{FF2B5EF4-FFF2-40B4-BE49-F238E27FC236}">
                <a16:creationId xmlns:a16="http://schemas.microsoft.com/office/drawing/2014/main" id="{16DA6497-38CD-4E84-A0E3-52175DA4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79F461-6683-40BA-9A3A-74D646A4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5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41">
            <a:extLst xmlns:a="http://schemas.openxmlformats.org/drawingml/2006/main">
              <a:ext uri="{FF2B5EF4-FFF2-40B4-BE49-F238E27FC236}">
                <a16:creationId xmlns:a16="http://schemas.microsoft.com/office/drawing/2014/main" id="{2E40D02B-ADE7-44C2-A71D-CED69786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A172A6F-0480-438A-8C15-FBF91EA8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542">
            <a:extLst xmlns:a="http://schemas.openxmlformats.org/drawingml/2006/main">
              <a:ext uri="{FF2B5EF4-FFF2-40B4-BE49-F238E27FC236}">
                <a16:creationId xmlns:a16="http://schemas.microsoft.com/office/drawing/2014/main" id="{2FD6E1F4-A2BE-4962-BE9C-D0650776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543">
            <a:extLst xmlns:a="http://schemas.openxmlformats.org/drawingml/2006/main">
              <a:ext uri="{FF2B5EF4-FFF2-40B4-BE49-F238E27FC236}">
                <a16:creationId xmlns:a16="http://schemas.microsoft.com/office/drawing/2014/main" id="{1A57D734-137D-41EB-B9BA-C11B03BE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544">
            <a:extLst xmlns:a="http://schemas.openxmlformats.org/drawingml/2006/main">
              <a:ext uri="{FF2B5EF4-FFF2-40B4-BE49-F238E27FC236}">
                <a16:creationId xmlns:a16="http://schemas.microsoft.com/office/drawing/2014/main" id="{D4B522D2-DA1B-49E3-9F96-C8B398B7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545">
            <a:extLst xmlns:a="http://schemas.openxmlformats.org/drawingml/2006/main">
              <a:ext uri="{FF2B5EF4-FFF2-40B4-BE49-F238E27FC236}">
                <a16:creationId xmlns:a16="http://schemas.microsoft.com/office/drawing/2014/main" id="{6EF111DD-5CFD-4B7D-AE74-4F82BFCB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546">
            <a:extLst xmlns:a="http://schemas.openxmlformats.org/drawingml/2006/main">
              <a:ext uri="{FF2B5EF4-FFF2-40B4-BE49-F238E27FC236}">
                <a16:creationId xmlns:a16="http://schemas.microsoft.com/office/drawing/2014/main" id="{6F0E7A57-DAE7-4222-B5DF-0C25FEDD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547">
            <a:extLst xmlns:a="http://schemas.openxmlformats.org/drawingml/2006/main">
              <a:ext uri="{FF2B5EF4-FFF2-40B4-BE49-F238E27FC236}">
                <a16:creationId xmlns:a16="http://schemas.microsoft.com/office/drawing/2014/main" id="{FBF5DD15-B57A-4324-9DDC-93A70859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548">
            <a:extLst xmlns:a="http://schemas.openxmlformats.org/drawingml/2006/main">
              <a:ext uri="{FF2B5EF4-FFF2-40B4-BE49-F238E27FC236}">
                <a16:creationId xmlns:a16="http://schemas.microsoft.com/office/drawing/2014/main" id="{358EBCE8-544B-4B0A-B781-8399D81AA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549">
            <a:extLst xmlns:a="http://schemas.openxmlformats.org/drawingml/2006/main">
              <a:ext uri="{FF2B5EF4-FFF2-40B4-BE49-F238E27FC236}">
                <a16:creationId xmlns:a16="http://schemas.microsoft.com/office/drawing/2014/main" id="{B660FDBD-6D5F-4D57-8770-0CE85227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550">
            <a:extLst xmlns:a="http://schemas.openxmlformats.org/drawingml/2006/main">
              <a:ext uri="{FF2B5EF4-FFF2-40B4-BE49-F238E27FC236}">
                <a16:creationId xmlns:a16="http://schemas.microsoft.com/office/drawing/2014/main" id="{ED484437-80A4-4211-A7DE-960930574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551">
            <a:extLst xmlns:a="http://schemas.openxmlformats.org/drawingml/2006/main">
              <a:ext uri="{FF2B5EF4-FFF2-40B4-BE49-F238E27FC236}">
                <a16:creationId xmlns:a16="http://schemas.microsoft.com/office/drawing/2014/main" id="{9D0D7405-17A2-4CDA-8B40-AFE21DE0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552">
            <a:extLst xmlns:a="http://schemas.openxmlformats.org/drawingml/2006/main">
              <a:ext uri="{FF2B5EF4-FFF2-40B4-BE49-F238E27FC236}">
                <a16:creationId xmlns:a16="http://schemas.microsoft.com/office/drawing/2014/main" id="{92FF04B6-31F8-4769-9FB6-A93303C4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553">
            <a:extLst xmlns:a="http://schemas.openxmlformats.org/drawingml/2006/main">
              <a:ext uri="{FF2B5EF4-FFF2-40B4-BE49-F238E27FC236}">
                <a16:creationId xmlns:a16="http://schemas.microsoft.com/office/drawing/2014/main" id="{42A37CB2-CC78-45E4-8E68-7109C0947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554">
            <a:extLst xmlns:a="http://schemas.openxmlformats.org/drawingml/2006/main">
              <a:ext uri="{FF2B5EF4-FFF2-40B4-BE49-F238E27FC236}">
                <a16:creationId xmlns:a16="http://schemas.microsoft.com/office/drawing/2014/main" id="{373ABB64-90B6-4F10-BF0D-E87B955F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555">
            <a:extLst xmlns:a="http://schemas.openxmlformats.org/drawingml/2006/main">
              <a:ext uri="{FF2B5EF4-FFF2-40B4-BE49-F238E27FC236}">
                <a16:creationId xmlns:a16="http://schemas.microsoft.com/office/drawing/2014/main" id="{345E734F-7039-49BB-A7E2-D969BFF2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556">
            <a:extLst xmlns:a="http://schemas.openxmlformats.org/drawingml/2006/main">
              <a:ext uri="{FF2B5EF4-FFF2-40B4-BE49-F238E27FC236}">
                <a16:creationId xmlns:a16="http://schemas.microsoft.com/office/drawing/2014/main" id="{2534F987-109D-4634-B350-81FE6068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557">
            <a:extLst xmlns:a="http://schemas.openxmlformats.org/drawingml/2006/main">
              <a:ext uri="{FF2B5EF4-FFF2-40B4-BE49-F238E27FC236}">
                <a16:creationId xmlns:a16="http://schemas.microsoft.com/office/drawing/2014/main" id="{D182E91C-56C5-46C4-BAB4-91A8DDF0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1865">
            <a:extLst xmlns:a="http://schemas.openxmlformats.org/drawingml/2006/main">
              <a:ext uri="{FF2B5EF4-FFF2-40B4-BE49-F238E27FC236}">
                <a16:creationId xmlns:a16="http://schemas.microsoft.com/office/drawing/2014/main" id="{E8B52FD5-9CF0-4198-A714-CC1A7AAF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b0be7fc9ef543aa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4483e083e6d4516"/>
              </a:rPr>
              <a:t>Codex ↗</a:t>
            </a:r>
          </a:p>
        </p:txBody>
      </p:sp>
      <p:sp>
        <p:nvSpPr>
          <p:cNvPr id="23" name="shape-1939">
            <a:extLst xmlns:a="http://schemas.openxmlformats.org/drawingml/2006/main">
              <a:ext uri="{FF2B5EF4-FFF2-40B4-BE49-F238E27FC236}">
                <a16:creationId xmlns:a16="http://schemas.microsoft.com/office/drawing/2014/main" id="{71AF1DEF-80B6-490D-BA06-DDA13E71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8931960b65436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940">
            <a:extLst xmlns:a="http://schemas.openxmlformats.org/drawingml/2006/main">
              <a:ext uri="{FF2B5EF4-FFF2-40B4-BE49-F238E27FC236}">
                <a16:creationId xmlns:a16="http://schemas.microsoft.com/office/drawing/2014/main" id="{0E0099B6-BC86-4601-9A19-DDF2F006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a3fe1092142e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941">
            <a:extLst xmlns:a="http://schemas.openxmlformats.org/drawingml/2006/main">
              <a:ext uri="{FF2B5EF4-FFF2-40B4-BE49-F238E27FC236}">
                <a16:creationId xmlns:a16="http://schemas.microsoft.com/office/drawing/2014/main" id="{F3B85DA3-89EC-4398-996D-8B7C588C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09974656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558">
            <a:extLst xmlns:a="http://schemas.openxmlformats.org/drawingml/2006/main">
              <a:ext uri="{FF2B5EF4-FFF2-40B4-BE49-F238E27FC236}">
                <a16:creationId xmlns:a16="http://schemas.microsoft.com/office/drawing/2014/main" id="{7CC1A566-DA9F-4193-B3AE-A5E381279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AF8BCA-54E2-4A14-A511-E358743A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5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60">
            <a:extLst xmlns:a="http://schemas.openxmlformats.org/drawingml/2006/main">
              <a:ext uri="{FF2B5EF4-FFF2-40B4-BE49-F238E27FC236}">
                <a16:creationId xmlns:a16="http://schemas.microsoft.com/office/drawing/2014/main" id="{27CFC5D5-5D4D-4C03-9D46-A2696708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DF96AD0-2296-4DCF-8A63-29037259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1561">
            <a:extLst xmlns:a="http://schemas.openxmlformats.org/drawingml/2006/main">
              <a:ext uri="{FF2B5EF4-FFF2-40B4-BE49-F238E27FC236}">
                <a16:creationId xmlns:a16="http://schemas.microsoft.com/office/drawing/2014/main" id="{615C690A-BEA8-4490-B106-AA682AE9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562">
            <a:extLst xmlns:a="http://schemas.openxmlformats.org/drawingml/2006/main">
              <a:ext uri="{FF2B5EF4-FFF2-40B4-BE49-F238E27FC236}">
                <a16:creationId xmlns:a16="http://schemas.microsoft.com/office/drawing/2014/main" id="{9ED359A9-1580-432D-8745-09E60D17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63">
            <a:extLst xmlns:a="http://schemas.openxmlformats.org/drawingml/2006/main">
              <a:ext uri="{FF2B5EF4-FFF2-40B4-BE49-F238E27FC236}">
                <a16:creationId xmlns:a16="http://schemas.microsoft.com/office/drawing/2014/main" id="{7372E201-68E7-40D0-9BC8-3DD8EF232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564">
            <a:extLst xmlns:a="http://schemas.openxmlformats.org/drawingml/2006/main">
              <a:ext uri="{FF2B5EF4-FFF2-40B4-BE49-F238E27FC236}">
                <a16:creationId xmlns:a16="http://schemas.microsoft.com/office/drawing/2014/main" id="{2C556A47-F98A-43F6-AA0A-B7452C2C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565">
            <a:extLst xmlns:a="http://schemas.openxmlformats.org/drawingml/2006/main">
              <a:ext uri="{FF2B5EF4-FFF2-40B4-BE49-F238E27FC236}">
                <a16:creationId xmlns:a16="http://schemas.microsoft.com/office/drawing/2014/main" id="{01F55439-C2B2-46E5-B30F-B5D46E58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566">
            <a:extLst xmlns:a="http://schemas.openxmlformats.org/drawingml/2006/main">
              <a:ext uri="{FF2B5EF4-FFF2-40B4-BE49-F238E27FC236}">
                <a16:creationId xmlns:a16="http://schemas.microsoft.com/office/drawing/2014/main" id="{58E2EEAD-7CA7-4E1E-959E-277A5FCB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67">
            <a:extLst xmlns:a="http://schemas.openxmlformats.org/drawingml/2006/main">
              <a:ext uri="{FF2B5EF4-FFF2-40B4-BE49-F238E27FC236}">
                <a16:creationId xmlns:a16="http://schemas.microsoft.com/office/drawing/2014/main" id="{97290FDF-43E8-433A-AB4B-863EC97B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568">
            <a:extLst xmlns:a="http://schemas.openxmlformats.org/drawingml/2006/main">
              <a:ext uri="{FF2B5EF4-FFF2-40B4-BE49-F238E27FC236}">
                <a16:creationId xmlns:a16="http://schemas.microsoft.com/office/drawing/2014/main" id="{5A8250CF-D410-4041-907E-57CC0007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569">
            <a:extLst xmlns:a="http://schemas.openxmlformats.org/drawingml/2006/main">
              <a:ext uri="{FF2B5EF4-FFF2-40B4-BE49-F238E27FC236}">
                <a16:creationId xmlns:a16="http://schemas.microsoft.com/office/drawing/2014/main" id="{EC7E6180-A52A-41E9-BA47-7D0C5CAA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570">
            <a:extLst xmlns:a="http://schemas.openxmlformats.org/drawingml/2006/main">
              <a:ext uri="{FF2B5EF4-FFF2-40B4-BE49-F238E27FC236}">
                <a16:creationId xmlns:a16="http://schemas.microsoft.com/office/drawing/2014/main" id="{C694B725-22DA-4C04-9587-F6EBA723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71">
            <a:extLst xmlns:a="http://schemas.openxmlformats.org/drawingml/2006/main">
              <a:ext uri="{FF2B5EF4-FFF2-40B4-BE49-F238E27FC236}">
                <a16:creationId xmlns:a16="http://schemas.microsoft.com/office/drawing/2014/main" id="{8830401B-701D-4ED2-A913-D92BDE71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572">
            <a:extLst xmlns:a="http://schemas.openxmlformats.org/drawingml/2006/main">
              <a:ext uri="{FF2B5EF4-FFF2-40B4-BE49-F238E27FC236}">
                <a16:creationId xmlns:a16="http://schemas.microsoft.com/office/drawing/2014/main" id="{5C57DCE9-5DD9-4C38-A2EB-F7D552C31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573">
            <a:extLst xmlns:a="http://schemas.openxmlformats.org/drawingml/2006/main">
              <a:ext uri="{FF2B5EF4-FFF2-40B4-BE49-F238E27FC236}">
                <a16:creationId xmlns:a16="http://schemas.microsoft.com/office/drawing/2014/main" id="{904DD6B8-9B4C-444C-8C1E-E01B2B7A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574">
            <a:extLst xmlns:a="http://schemas.openxmlformats.org/drawingml/2006/main">
              <a:ext uri="{FF2B5EF4-FFF2-40B4-BE49-F238E27FC236}">
                <a16:creationId xmlns:a16="http://schemas.microsoft.com/office/drawing/2014/main" id="{94AE0464-5804-4804-A39E-40A44C31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75">
            <a:extLst xmlns:a="http://schemas.openxmlformats.org/drawingml/2006/main">
              <a:ext uri="{FF2B5EF4-FFF2-40B4-BE49-F238E27FC236}">
                <a16:creationId xmlns:a16="http://schemas.microsoft.com/office/drawing/2014/main" id="{ED25F7E8-EBB0-4580-9BBE-84A114BF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576">
            <a:extLst xmlns:a="http://schemas.openxmlformats.org/drawingml/2006/main">
              <a:ext uri="{FF2B5EF4-FFF2-40B4-BE49-F238E27FC236}">
                <a16:creationId xmlns:a16="http://schemas.microsoft.com/office/drawing/2014/main" id="{A2ABACB6-7148-4608-98DB-DC683688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577">
            <a:extLst xmlns:a="http://schemas.openxmlformats.org/drawingml/2006/main">
              <a:ext uri="{FF2B5EF4-FFF2-40B4-BE49-F238E27FC236}">
                <a16:creationId xmlns:a16="http://schemas.microsoft.com/office/drawing/2014/main" id="{A2C8C6A0-87B9-40B2-BF9C-EE8A4B78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578">
            <a:extLst xmlns:a="http://schemas.openxmlformats.org/drawingml/2006/main">
              <a:ext uri="{FF2B5EF4-FFF2-40B4-BE49-F238E27FC236}">
                <a16:creationId xmlns:a16="http://schemas.microsoft.com/office/drawing/2014/main" id="{1648440B-A344-4BE5-A417-EE6782DA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579">
            <a:extLst xmlns:a="http://schemas.openxmlformats.org/drawingml/2006/main">
              <a:ext uri="{FF2B5EF4-FFF2-40B4-BE49-F238E27FC236}">
                <a16:creationId xmlns:a16="http://schemas.microsoft.com/office/drawing/2014/main" id="{50BB353A-48A2-4265-9309-AE4DD149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580">
            <a:extLst xmlns:a="http://schemas.openxmlformats.org/drawingml/2006/main">
              <a:ext uri="{FF2B5EF4-FFF2-40B4-BE49-F238E27FC236}">
                <a16:creationId xmlns:a16="http://schemas.microsoft.com/office/drawing/2014/main" id="{40550753-87D4-4971-86DD-E29E83A7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EECE7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B64DA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6B4A"/>
            </a:solidFill>
            <a:prstDash val="solid"/>
            <a:tailEnd type="arrow" w="sm" len="sm"/>
          </a:ln>
        </p:spPr>
      </p:cxnSp>
      <p:sp>
        <p:nvSpPr>
          <p:cNvPr id="29" name="text-1581">
            <a:extLst xmlns:a="http://schemas.openxmlformats.org/drawingml/2006/main">
              <a:ext uri="{FF2B5EF4-FFF2-40B4-BE49-F238E27FC236}">
                <a16:creationId xmlns:a16="http://schemas.microsoft.com/office/drawing/2014/main" id="{9850B127-A68D-42CC-9B0B-60293FFC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1866">
            <a:extLst xmlns:a="http://schemas.openxmlformats.org/drawingml/2006/main">
              <a:ext uri="{FF2B5EF4-FFF2-40B4-BE49-F238E27FC236}">
                <a16:creationId xmlns:a16="http://schemas.microsoft.com/office/drawing/2014/main" id="{69539813-A9BA-4EBE-9EDD-8EC436E7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8ef23264a694fca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4fb64bba55d44f9"/>
              </a:rPr>
              <a:t>Codex ↗</a:t>
            </a:r>
          </a:p>
        </p:txBody>
      </p:sp>
      <p:sp>
        <p:nvSpPr>
          <p:cNvPr id="31" name="shape-1942">
            <a:extLst xmlns:a="http://schemas.openxmlformats.org/drawingml/2006/main">
              <a:ext uri="{FF2B5EF4-FFF2-40B4-BE49-F238E27FC236}">
                <a16:creationId xmlns:a16="http://schemas.microsoft.com/office/drawing/2014/main" id="{FD8A9D2F-5CAE-4E83-8EF1-B74EACC3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b7d020b72482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943">
            <a:extLst xmlns:a="http://schemas.openxmlformats.org/drawingml/2006/main">
              <a:ext uri="{FF2B5EF4-FFF2-40B4-BE49-F238E27FC236}">
                <a16:creationId xmlns:a16="http://schemas.microsoft.com/office/drawing/2014/main" id="{E87D3DD0-9261-40BF-961C-09C3906F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ce6162f6a440d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944">
            <a:extLst xmlns:a="http://schemas.openxmlformats.org/drawingml/2006/main">
              <a:ext uri="{FF2B5EF4-FFF2-40B4-BE49-F238E27FC236}">
                <a16:creationId xmlns:a16="http://schemas.microsoft.com/office/drawing/2014/main" id="{D09C2D4E-89B2-4C0A-BA70-EC261295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1462904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582">
            <a:extLst xmlns:a="http://schemas.openxmlformats.org/drawingml/2006/main">
              <a:ext uri="{FF2B5EF4-FFF2-40B4-BE49-F238E27FC236}">
                <a16:creationId xmlns:a16="http://schemas.microsoft.com/office/drawing/2014/main" id="{AD8F10B8-ED2E-4039-9A56-7258DFF4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C82068C-FC06-464E-B65F-A2D67591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5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584">
            <a:extLst xmlns:a="http://schemas.openxmlformats.org/drawingml/2006/main">
              <a:ext uri="{FF2B5EF4-FFF2-40B4-BE49-F238E27FC236}">
                <a16:creationId xmlns:a16="http://schemas.microsoft.com/office/drawing/2014/main" id="{E8A6E3D5-4E73-4A03-AF89-EFF33380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161B255-5CA4-4414-8470-84CD9978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1585">
            <a:extLst xmlns:a="http://schemas.openxmlformats.org/drawingml/2006/main">
              <a:ext uri="{FF2B5EF4-FFF2-40B4-BE49-F238E27FC236}">
                <a16:creationId xmlns:a16="http://schemas.microsoft.com/office/drawing/2014/main" id="{55A904BF-51D7-4277-AA31-2EA5A199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586">
            <a:extLst xmlns:a="http://schemas.openxmlformats.org/drawingml/2006/main">
              <a:ext uri="{FF2B5EF4-FFF2-40B4-BE49-F238E27FC236}">
                <a16:creationId xmlns:a16="http://schemas.microsoft.com/office/drawing/2014/main" id="{E0C0CDA8-8F56-4113-9E48-074F72D3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587">
            <a:extLst xmlns:a="http://schemas.openxmlformats.org/drawingml/2006/main">
              <a:ext uri="{FF2B5EF4-FFF2-40B4-BE49-F238E27FC236}">
                <a16:creationId xmlns:a16="http://schemas.microsoft.com/office/drawing/2014/main" id="{51560926-9E55-479B-8C47-06F1E2F66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88">
            <a:extLst xmlns:a="http://schemas.openxmlformats.org/drawingml/2006/main">
              <a:ext uri="{FF2B5EF4-FFF2-40B4-BE49-F238E27FC236}">
                <a16:creationId xmlns:a16="http://schemas.microsoft.com/office/drawing/2014/main" id="{0FBAD897-680C-49EA-9AAA-1EA5518FA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589">
            <a:extLst xmlns:a="http://schemas.openxmlformats.org/drawingml/2006/main">
              <a:ext uri="{FF2B5EF4-FFF2-40B4-BE49-F238E27FC236}">
                <a16:creationId xmlns:a16="http://schemas.microsoft.com/office/drawing/2014/main" id="{85CB56DB-5F5A-4F08-93CD-B0012934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590">
            <a:extLst xmlns:a="http://schemas.openxmlformats.org/drawingml/2006/main">
              <a:ext uri="{FF2B5EF4-FFF2-40B4-BE49-F238E27FC236}">
                <a16:creationId xmlns:a16="http://schemas.microsoft.com/office/drawing/2014/main" id="{7C6D2E34-8FCE-40FC-B811-92EA42DF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591">
            <a:extLst xmlns:a="http://schemas.openxmlformats.org/drawingml/2006/main">
              <a:ext uri="{FF2B5EF4-FFF2-40B4-BE49-F238E27FC236}">
                <a16:creationId xmlns:a16="http://schemas.microsoft.com/office/drawing/2014/main" id="{792781A5-D612-41E7-A535-AE1BFCAB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592">
            <a:extLst xmlns:a="http://schemas.openxmlformats.org/drawingml/2006/main">
              <a:ext uri="{FF2B5EF4-FFF2-40B4-BE49-F238E27FC236}">
                <a16:creationId xmlns:a16="http://schemas.microsoft.com/office/drawing/2014/main" id="{31F0D803-6339-4D64-83A3-CF030A21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593">
            <a:extLst xmlns:a="http://schemas.openxmlformats.org/drawingml/2006/main">
              <a:ext uri="{FF2B5EF4-FFF2-40B4-BE49-F238E27FC236}">
                <a16:creationId xmlns:a16="http://schemas.microsoft.com/office/drawing/2014/main" id="{5CFC5679-E6E3-45EE-9932-39C64907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594">
            <a:extLst xmlns:a="http://schemas.openxmlformats.org/drawingml/2006/main">
              <a:ext uri="{FF2B5EF4-FFF2-40B4-BE49-F238E27FC236}">
                <a16:creationId xmlns:a16="http://schemas.microsoft.com/office/drawing/2014/main" id="{D5FEF037-C39C-41B0-B59A-E7F048E8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595">
            <a:extLst xmlns:a="http://schemas.openxmlformats.org/drawingml/2006/main">
              <a:ext uri="{FF2B5EF4-FFF2-40B4-BE49-F238E27FC236}">
                <a16:creationId xmlns:a16="http://schemas.microsoft.com/office/drawing/2014/main" id="{3D2ED6EF-A0ED-4129-9E86-CC0963FB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596">
            <a:extLst xmlns:a="http://schemas.openxmlformats.org/drawingml/2006/main">
              <a:ext uri="{FF2B5EF4-FFF2-40B4-BE49-F238E27FC236}">
                <a16:creationId xmlns:a16="http://schemas.microsoft.com/office/drawing/2014/main" id="{E5183583-0B8B-42D0-A7A2-EDB97747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597">
            <a:extLst xmlns:a="http://schemas.openxmlformats.org/drawingml/2006/main">
              <a:ext uri="{FF2B5EF4-FFF2-40B4-BE49-F238E27FC236}">
                <a16:creationId xmlns:a16="http://schemas.microsoft.com/office/drawing/2014/main" id="{546F0A16-ED8E-41EB-B105-08AFC221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1867">
            <a:extLst xmlns:a="http://schemas.openxmlformats.org/drawingml/2006/main">
              <a:ext uri="{FF2B5EF4-FFF2-40B4-BE49-F238E27FC236}">
                <a16:creationId xmlns:a16="http://schemas.microsoft.com/office/drawing/2014/main" id="{CFCEACE0-9204-4B27-A463-E8A87287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4426b313512440a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5eaf835730d4291"/>
              </a:rPr>
              <a:t>Codex ↗</a:t>
            </a:r>
          </a:p>
        </p:txBody>
      </p:sp>
      <p:sp>
        <p:nvSpPr>
          <p:cNvPr id="20" name="shape-1945">
            <a:extLst xmlns:a="http://schemas.openxmlformats.org/drawingml/2006/main">
              <a:ext uri="{FF2B5EF4-FFF2-40B4-BE49-F238E27FC236}">
                <a16:creationId xmlns:a16="http://schemas.microsoft.com/office/drawing/2014/main" id="{C9CD1BC2-9C52-4E13-AE6A-E6F557AA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d9414ff17447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946">
            <a:extLst xmlns:a="http://schemas.openxmlformats.org/drawingml/2006/main">
              <a:ext uri="{FF2B5EF4-FFF2-40B4-BE49-F238E27FC236}">
                <a16:creationId xmlns:a16="http://schemas.microsoft.com/office/drawing/2014/main" id="{D7561030-252F-4976-8ABE-5CFC3DDB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2ef1799139444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947">
            <a:extLst xmlns:a="http://schemas.openxmlformats.org/drawingml/2006/main">
              <a:ext uri="{FF2B5EF4-FFF2-40B4-BE49-F238E27FC236}">
                <a16:creationId xmlns:a16="http://schemas.microsoft.com/office/drawing/2014/main" id="{345EBFB5-BB3C-4497-BF73-4DF73269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63490972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598">
            <a:extLst xmlns:a="http://schemas.openxmlformats.org/drawingml/2006/main">
              <a:ext uri="{FF2B5EF4-FFF2-40B4-BE49-F238E27FC236}">
                <a16:creationId xmlns:a16="http://schemas.microsoft.com/office/drawing/2014/main" id="{3F3D6AD3-6B5E-45A5-87B8-167A27187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E58419-32DF-4119-970C-B35601C2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159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00">
            <a:extLst xmlns:a="http://schemas.openxmlformats.org/drawingml/2006/main">
              <a:ext uri="{FF2B5EF4-FFF2-40B4-BE49-F238E27FC236}">
                <a16:creationId xmlns:a16="http://schemas.microsoft.com/office/drawing/2014/main" id="{C38F0170-DC14-4390-B554-5C36E554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8C9735A-D70E-40B7-A8FA-2327F3A2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601">
            <a:extLst xmlns:a="http://schemas.openxmlformats.org/drawingml/2006/main">
              <a:ext uri="{FF2B5EF4-FFF2-40B4-BE49-F238E27FC236}">
                <a16:creationId xmlns:a16="http://schemas.microsoft.com/office/drawing/2014/main" id="{4FFD3D7D-FF06-4197-9022-26AED907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602">
            <a:extLst xmlns:a="http://schemas.openxmlformats.org/drawingml/2006/main">
              <a:ext uri="{FF2B5EF4-FFF2-40B4-BE49-F238E27FC236}">
                <a16:creationId xmlns:a16="http://schemas.microsoft.com/office/drawing/2014/main" id="{57EF8C97-7E61-4B2A-992F-16E98870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603">
            <a:extLst xmlns:a="http://schemas.openxmlformats.org/drawingml/2006/main">
              <a:ext uri="{FF2B5EF4-FFF2-40B4-BE49-F238E27FC236}">
                <a16:creationId xmlns:a16="http://schemas.microsoft.com/office/drawing/2014/main" id="{854E217A-89ED-426D-BF78-B53BDE3D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604">
            <a:extLst xmlns:a="http://schemas.openxmlformats.org/drawingml/2006/main">
              <a:ext uri="{FF2B5EF4-FFF2-40B4-BE49-F238E27FC236}">
                <a16:creationId xmlns:a16="http://schemas.microsoft.com/office/drawing/2014/main" id="{C89A1E8A-F7FF-4725-A6EF-84EC8955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605">
            <a:extLst xmlns:a="http://schemas.openxmlformats.org/drawingml/2006/main">
              <a:ext uri="{FF2B5EF4-FFF2-40B4-BE49-F238E27FC236}">
                <a16:creationId xmlns:a16="http://schemas.microsoft.com/office/drawing/2014/main" id="{C1D0FB58-C54D-4473-BA33-C8BE97B6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606">
            <a:extLst xmlns:a="http://schemas.openxmlformats.org/drawingml/2006/main">
              <a:ext uri="{FF2B5EF4-FFF2-40B4-BE49-F238E27FC236}">
                <a16:creationId xmlns:a16="http://schemas.microsoft.com/office/drawing/2014/main" id="{DCBA02AD-41EE-4882-BCA0-55A1F79A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607">
            <a:extLst xmlns:a="http://schemas.openxmlformats.org/drawingml/2006/main">
              <a:ext uri="{FF2B5EF4-FFF2-40B4-BE49-F238E27FC236}">
                <a16:creationId xmlns:a16="http://schemas.microsoft.com/office/drawing/2014/main" id="{D09691B6-1188-49EC-9377-26B0C83C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608">
            <a:extLst xmlns:a="http://schemas.openxmlformats.org/drawingml/2006/main">
              <a:ext uri="{FF2B5EF4-FFF2-40B4-BE49-F238E27FC236}">
                <a16:creationId xmlns:a16="http://schemas.microsoft.com/office/drawing/2014/main" id="{9AEF1C9E-70C8-4419-BD9E-6A7C2BB9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609">
            <a:extLst xmlns:a="http://schemas.openxmlformats.org/drawingml/2006/main">
              <a:ext uri="{FF2B5EF4-FFF2-40B4-BE49-F238E27FC236}">
                <a16:creationId xmlns:a16="http://schemas.microsoft.com/office/drawing/2014/main" id="{5D41D34D-5B0F-4792-AE62-0C97BB5E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610">
            <a:extLst xmlns:a="http://schemas.openxmlformats.org/drawingml/2006/main">
              <a:ext uri="{FF2B5EF4-FFF2-40B4-BE49-F238E27FC236}">
                <a16:creationId xmlns:a16="http://schemas.microsoft.com/office/drawing/2014/main" id="{0E961429-FFA3-4B96-8E82-6C0D1E0C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611">
            <a:extLst xmlns:a="http://schemas.openxmlformats.org/drawingml/2006/main">
              <a:ext uri="{FF2B5EF4-FFF2-40B4-BE49-F238E27FC236}">
                <a16:creationId xmlns:a16="http://schemas.microsoft.com/office/drawing/2014/main" id="{5FE75454-DCAC-4E79-A4DB-BFAC54FE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612">
            <a:extLst xmlns:a="http://schemas.openxmlformats.org/drawingml/2006/main">
              <a:ext uri="{FF2B5EF4-FFF2-40B4-BE49-F238E27FC236}">
                <a16:creationId xmlns:a16="http://schemas.microsoft.com/office/drawing/2014/main" id="{79C868FF-9779-4B52-9740-653C4014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613">
            <a:extLst xmlns:a="http://schemas.openxmlformats.org/drawingml/2006/main">
              <a:ext uri="{FF2B5EF4-FFF2-40B4-BE49-F238E27FC236}">
                <a16:creationId xmlns:a16="http://schemas.microsoft.com/office/drawing/2014/main" id="{A30C67C7-0B51-4F8A-AE50-631A0E6F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614">
            <a:extLst xmlns:a="http://schemas.openxmlformats.org/drawingml/2006/main">
              <a:ext uri="{FF2B5EF4-FFF2-40B4-BE49-F238E27FC236}">
                <a16:creationId xmlns:a16="http://schemas.microsoft.com/office/drawing/2014/main" id="{41729456-1765-492F-8D22-303FBA6B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615">
            <a:extLst xmlns:a="http://schemas.openxmlformats.org/drawingml/2006/main">
              <a:ext uri="{FF2B5EF4-FFF2-40B4-BE49-F238E27FC236}">
                <a16:creationId xmlns:a16="http://schemas.microsoft.com/office/drawing/2014/main" id="{E0C898DD-6585-47D8-A00E-9453E349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1616">
            <a:extLst xmlns:a="http://schemas.openxmlformats.org/drawingml/2006/main">
              <a:ext uri="{FF2B5EF4-FFF2-40B4-BE49-F238E27FC236}">
                <a16:creationId xmlns:a16="http://schemas.microsoft.com/office/drawing/2014/main" id="{C6A9BB23-E304-4B64-A6DF-4207B81E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1617">
            <a:extLst xmlns:a="http://schemas.openxmlformats.org/drawingml/2006/main">
              <a:ext uri="{FF2B5EF4-FFF2-40B4-BE49-F238E27FC236}">
                <a16:creationId xmlns:a16="http://schemas.microsoft.com/office/drawing/2014/main" id="{8E789915-DE28-4921-A8E1-8591D19C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618">
            <a:extLst xmlns:a="http://schemas.openxmlformats.org/drawingml/2006/main">
              <a:ext uri="{FF2B5EF4-FFF2-40B4-BE49-F238E27FC236}">
                <a16:creationId xmlns:a16="http://schemas.microsoft.com/office/drawing/2014/main" id="{272BF0EA-E27B-46BB-AAAF-438729B0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1619">
            <a:extLst xmlns:a="http://schemas.openxmlformats.org/drawingml/2006/main">
              <a:ext uri="{FF2B5EF4-FFF2-40B4-BE49-F238E27FC236}">
                <a16:creationId xmlns:a16="http://schemas.microsoft.com/office/drawing/2014/main" id="{86522B22-A207-488B-B96B-4BD37C9CA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1620">
            <a:extLst xmlns:a="http://schemas.openxmlformats.org/drawingml/2006/main">
              <a:ext uri="{FF2B5EF4-FFF2-40B4-BE49-F238E27FC236}">
                <a16:creationId xmlns:a16="http://schemas.microsoft.com/office/drawing/2014/main" id="{844805B6-0CDF-4645-98FF-5A55DF8F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1621">
            <a:extLst xmlns:a="http://schemas.openxmlformats.org/drawingml/2006/main">
              <a:ext uri="{FF2B5EF4-FFF2-40B4-BE49-F238E27FC236}">
                <a16:creationId xmlns:a16="http://schemas.microsoft.com/office/drawing/2014/main" id="{A58F7FF1-2609-4804-B54A-4339459D4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622">
            <a:extLst xmlns:a="http://schemas.openxmlformats.org/drawingml/2006/main">
              <a:ext uri="{FF2B5EF4-FFF2-40B4-BE49-F238E27FC236}">
                <a16:creationId xmlns:a16="http://schemas.microsoft.com/office/drawing/2014/main" id="{18A27344-7369-4214-B83A-68CDD9413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1623">
            <a:extLst xmlns:a="http://schemas.openxmlformats.org/drawingml/2006/main">
              <a:ext uri="{FF2B5EF4-FFF2-40B4-BE49-F238E27FC236}">
                <a16:creationId xmlns:a16="http://schemas.microsoft.com/office/drawing/2014/main" id="{4A61D3C6-A01D-4BF2-AE48-E8CFBBFC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1624">
            <a:extLst xmlns:a="http://schemas.openxmlformats.org/drawingml/2006/main">
              <a:ext uri="{FF2B5EF4-FFF2-40B4-BE49-F238E27FC236}">
                <a16:creationId xmlns:a16="http://schemas.microsoft.com/office/drawing/2014/main" id="{8FC7C676-9671-46B6-BB8A-144758A4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1868">
            <a:extLst xmlns:a="http://schemas.openxmlformats.org/drawingml/2006/main">
              <a:ext uri="{FF2B5EF4-FFF2-40B4-BE49-F238E27FC236}">
                <a16:creationId xmlns:a16="http://schemas.microsoft.com/office/drawing/2014/main" id="{169833E2-1CF3-4A2E-99E4-B32628F1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3b98d7469554e03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2ceecf45fd749ee"/>
              </a:rPr>
              <a:t>Codex ↗</a:t>
            </a:r>
          </a:p>
        </p:txBody>
      </p:sp>
      <p:sp>
        <p:nvSpPr>
          <p:cNvPr id="31" name="shape-1948">
            <a:extLst xmlns:a="http://schemas.openxmlformats.org/drawingml/2006/main">
              <a:ext uri="{FF2B5EF4-FFF2-40B4-BE49-F238E27FC236}">
                <a16:creationId xmlns:a16="http://schemas.microsoft.com/office/drawing/2014/main" id="{9098AC5F-8079-43F3-B682-0ECA3CD5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9881812f23415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949">
            <a:extLst xmlns:a="http://schemas.openxmlformats.org/drawingml/2006/main">
              <a:ext uri="{FF2B5EF4-FFF2-40B4-BE49-F238E27FC236}">
                <a16:creationId xmlns:a16="http://schemas.microsoft.com/office/drawing/2014/main" id="{87455D60-AD66-430B-8F55-42FBA6E40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6f39decd6f4e3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950">
            <a:extLst xmlns:a="http://schemas.openxmlformats.org/drawingml/2006/main">
              <a:ext uri="{FF2B5EF4-FFF2-40B4-BE49-F238E27FC236}">
                <a16:creationId xmlns:a16="http://schemas.microsoft.com/office/drawing/2014/main" id="{84875CAC-2D33-4913-B411-FF1766E1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29364000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625">
            <a:extLst xmlns:a="http://schemas.openxmlformats.org/drawingml/2006/main">
              <a:ext uri="{FF2B5EF4-FFF2-40B4-BE49-F238E27FC236}">
                <a16:creationId xmlns:a16="http://schemas.microsoft.com/office/drawing/2014/main" id="{2F78EE40-0861-4199-BF27-0E9D360B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EB5465-244F-48DE-9288-A483639E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162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27">
            <a:extLst xmlns:a="http://schemas.openxmlformats.org/drawingml/2006/main">
              <a:ext uri="{FF2B5EF4-FFF2-40B4-BE49-F238E27FC236}">
                <a16:creationId xmlns:a16="http://schemas.microsoft.com/office/drawing/2014/main" id="{2C18231C-2EE4-4603-BF38-6C99C8C3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FC5AD78-01CA-4F25-9D16-F13344AC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628">
            <a:extLst xmlns:a="http://schemas.openxmlformats.org/drawingml/2006/main">
              <a:ext uri="{FF2B5EF4-FFF2-40B4-BE49-F238E27FC236}">
                <a16:creationId xmlns:a16="http://schemas.microsoft.com/office/drawing/2014/main" id="{C24EE47C-E028-4237-B555-CE8538C7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629">
            <a:extLst xmlns:a="http://schemas.openxmlformats.org/drawingml/2006/main">
              <a:ext uri="{FF2B5EF4-FFF2-40B4-BE49-F238E27FC236}">
                <a16:creationId xmlns:a16="http://schemas.microsoft.com/office/drawing/2014/main" id="{AF98E419-6A7C-4C66-B7BB-18B7DDD22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630">
            <a:extLst xmlns:a="http://schemas.openxmlformats.org/drawingml/2006/main">
              <a:ext uri="{FF2B5EF4-FFF2-40B4-BE49-F238E27FC236}">
                <a16:creationId xmlns:a16="http://schemas.microsoft.com/office/drawing/2014/main" id="{939F66A6-C2E6-4FF8-9F8D-53E8BD3B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1631">
            <a:extLst xmlns:a="http://schemas.openxmlformats.org/drawingml/2006/main">
              <a:ext uri="{FF2B5EF4-FFF2-40B4-BE49-F238E27FC236}">
                <a16:creationId xmlns:a16="http://schemas.microsoft.com/office/drawing/2014/main" id="{2B1B0E53-06E1-4F73-9349-2DAB95E3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1632">
            <a:extLst xmlns:a="http://schemas.openxmlformats.org/drawingml/2006/main">
              <a:ext uri="{FF2B5EF4-FFF2-40B4-BE49-F238E27FC236}">
                <a16:creationId xmlns:a16="http://schemas.microsoft.com/office/drawing/2014/main" id="{47C051C3-6A7B-4D2F-B054-C4388371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633">
            <a:extLst xmlns:a="http://schemas.openxmlformats.org/drawingml/2006/main">
              <a:ext uri="{FF2B5EF4-FFF2-40B4-BE49-F238E27FC236}">
                <a16:creationId xmlns:a16="http://schemas.microsoft.com/office/drawing/2014/main" id="{892C670C-9A5B-4A2D-8B66-971A364E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634">
            <a:extLst xmlns:a="http://schemas.openxmlformats.org/drawingml/2006/main">
              <a:ext uri="{FF2B5EF4-FFF2-40B4-BE49-F238E27FC236}">
                <a16:creationId xmlns:a16="http://schemas.microsoft.com/office/drawing/2014/main" id="{92902213-9F25-4951-A210-2DEBA680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1635">
            <a:extLst xmlns:a="http://schemas.openxmlformats.org/drawingml/2006/main">
              <a:ext uri="{FF2B5EF4-FFF2-40B4-BE49-F238E27FC236}">
                <a16:creationId xmlns:a16="http://schemas.microsoft.com/office/drawing/2014/main" id="{591830D0-3534-4128-B071-CC96ECBE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1636">
            <a:extLst xmlns:a="http://schemas.openxmlformats.org/drawingml/2006/main">
              <a:ext uri="{FF2B5EF4-FFF2-40B4-BE49-F238E27FC236}">
                <a16:creationId xmlns:a16="http://schemas.microsoft.com/office/drawing/2014/main" id="{430FCC49-06A3-4EF1-B9EC-D0BA0971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637">
            <a:extLst xmlns:a="http://schemas.openxmlformats.org/drawingml/2006/main">
              <a:ext uri="{FF2B5EF4-FFF2-40B4-BE49-F238E27FC236}">
                <a16:creationId xmlns:a16="http://schemas.microsoft.com/office/drawing/2014/main" id="{807D9B50-671D-4F91-9A5F-934087C7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638">
            <a:extLst xmlns:a="http://schemas.openxmlformats.org/drawingml/2006/main">
              <a:ext uri="{FF2B5EF4-FFF2-40B4-BE49-F238E27FC236}">
                <a16:creationId xmlns:a16="http://schemas.microsoft.com/office/drawing/2014/main" id="{D78887A0-71EB-4627-BA8B-676D9E58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1639">
            <a:extLst xmlns:a="http://schemas.openxmlformats.org/drawingml/2006/main">
              <a:ext uri="{FF2B5EF4-FFF2-40B4-BE49-F238E27FC236}">
                <a16:creationId xmlns:a16="http://schemas.microsoft.com/office/drawing/2014/main" id="{65B03CEC-1F24-454D-A6FC-19A2CEC3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1640">
            <a:extLst xmlns:a="http://schemas.openxmlformats.org/drawingml/2006/main">
              <a:ext uri="{FF2B5EF4-FFF2-40B4-BE49-F238E27FC236}">
                <a16:creationId xmlns:a16="http://schemas.microsoft.com/office/drawing/2014/main" id="{1F76B80B-9CE0-438E-98E0-1F541EBE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641">
            <a:extLst xmlns:a="http://schemas.openxmlformats.org/drawingml/2006/main">
              <a:ext uri="{FF2B5EF4-FFF2-40B4-BE49-F238E27FC236}">
                <a16:creationId xmlns:a16="http://schemas.microsoft.com/office/drawing/2014/main" id="{AA2DB301-A204-42FF-B1C8-84116E99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642">
            <a:extLst xmlns:a="http://schemas.openxmlformats.org/drawingml/2006/main">
              <a:ext uri="{FF2B5EF4-FFF2-40B4-BE49-F238E27FC236}">
                <a16:creationId xmlns:a16="http://schemas.microsoft.com/office/drawing/2014/main" id="{A738C3D4-FEFB-4BEF-B8ED-B75FF08D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1643">
            <a:extLst xmlns:a="http://schemas.openxmlformats.org/drawingml/2006/main">
              <a:ext uri="{FF2B5EF4-FFF2-40B4-BE49-F238E27FC236}">
                <a16:creationId xmlns:a16="http://schemas.microsoft.com/office/drawing/2014/main" id="{3D0FDD00-5CA4-4D21-951F-2CF5E792D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1869">
            <a:extLst xmlns:a="http://schemas.openxmlformats.org/drawingml/2006/main">
              <a:ext uri="{FF2B5EF4-FFF2-40B4-BE49-F238E27FC236}">
                <a16:creationId xmlns:a16="http://schemas.microsoft.com/office/drawing/2014/main" id="{C77F45D7-B847-4CB8-9F84-B84D210E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666941ada534073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dd8dee0708c4b46"/>
              </a:rPr>
              <a:t>Codex ↗</a:t>
            </a:r>
          </a:p>
        </p:txBody>
      </p:sp>
      <p:sp>
        <p:nvSpPr>
          <p:cNvPr id="23" name="shape-1951">
            <a:extLst xmlns:a="http://schemas.openxmlformats.org/drawingml/2006/main">
              <a:ext uri="{FF2B5EF4-FFF2-40B4-BE49-F238E27FC236}">
                <a16:creationId xmlns:a16="http://schemas.microsoft.com/office/drawing/2014/main" id="{34CC4E1A-301C-40DD-A6E9-21B2CCF51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d0c1ac1a3e46a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952">
            <a:extLst xmlns:a="http://schemas.openxmlformats.org/drawingml/2006/main">
              <a:ext uri="{FF2B5EF4-FFF2-40B4-BE49-F238E27FC236}">
                <a16:creationId xmlns:a16="http://schemas.microsoft.com/office/drawing/2014/main" id="{81AA1B49-8A0D-4C95-947A-A5DD7B0D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f1f60dd13444e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953">
            <a:extLst xmlns:a="http://schemas.openxmlformats.org/drawingml/2006/main">
              <a:ext uri="{FF2B5EF4-FFF2-40B4-BE49-F238E27FC236}">
                <a16:creationId xmlns:a16="http://schemas.microsoft.com/office/drawing/2014/main" id="{F4C335E4-2A40-4386-8B93-36583A34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73635463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644">
            <a:extLst xmlns:a="http://schemas.openxmlformats.org/drawingml/2006/main">
              <a:ext uri="{FF2B5EF4-FFF2-40B4-BE49-F238E27FC236}">
                <a16:creationId xmlns:a16="http://schemas.microsoft.com/office/drawing/2014/main" id="{C5A6197C-9AC1-44C9-A9DD-E1BB6D6E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224971B-D7B7-4454-8C1A-BAD23F37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整合挑戰｜讓 Agent 回應一個可驗證的痛點</a:t>
            </a:r>
          </a:p>
        </p:txBody>
      </p:sp>
      <p:cxnSp>
        <p:nvCxnSpPr>
          <p:cNvPr id="27" name="shape-164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46">
            <a:extLst xmlns:a="http://schemas.openxmlformats.org/drawingml/2006/main">
              <a:ext uri="{FF2B5EF4-FFF2-40B4-BE49-F238E27FC236}">
                <a16:creationId xmlns:a16="http://schemas.microsoft.com/office/drawing/2014/main" id="{CA4A053F-E5C1-4871-BDDF-38804398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9717819-6CA1-4269-949F-F2F0D17C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text-1647">
            <a:extLst xmlns:a="http://schemas.openxmlformats.org/drawingml/2006/main">
              <a:ext uri="{FF2B5EF4-FFF2-40B4-BE49-F238E27FC236}">
                <a16:creationId xmlns:a16="http://schemas.microsoft.com/office/drawing/2014/main" id="{1D489011-E84D-4926-9BB8-02011197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648">
            <a:extLst xmlns:a="http://schemas.openxmlformats.org/drawingml/2006/main">
              <a:ext uri="{FF2B5EF4-FFF2-40B4-BE49-F238E27FC236}">
                <a16:creationId xmlns:a16="http://schemas.microsoft.com/office/drawing/2014/main" id="{2EA941CD-64D9-4566-9125-3AE83507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649">
            <a:extLst xmlns:a="http://schemas.openxmlformats.org/drawingml/2006/main">
              <a:ext uri="{FF2B5EF4-FFF2-40B4-BE49-F238E27FC236}">
                <a16:creationId xmlns:a16="http://schemas.microsoft.com/office/drawing/2014/main" id="{E0027357-C95C-4C6B-959D-B3B293C1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50">
            <a:extLst xmlns:a="http://schemas.openxmlformats.org/drawingml/2006/main">
              <a:ext uri="{FF2B5EF4-FFF2-40B4-BE49-F238E27FC236}">
                <a16:creationId xmlns:a16="http://schemas.microsoft.com/office/drawing/2014/main" id="{06B7FF80-7B84-4A5F-94E2-BE3A83C5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1651">
            <a:extLst xmlns:a="http://schemas.openxmlformats.org/drawingml/2006/main">
              <a:ext uri="{FF2B5EF4-FFF2-40B4-BE49-F238E27FC236}">
                <a16:creationId xmlns:a16="http://schemas.microsoft.com/office/drawing/2014/main" id="{7EB2906D-27C4-4D1E-BE0C-6D3D9C9B0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652">
            <a:extLst xmlns:a="http://schemas.openxmlformats.org/drawingml/2006/main">
              <a:ext uri="{FF2B5EF4-FFF2-40B4-BE49-F238E27FC236}">
                <a16:creationId xmlns:a16="http://schemas.microsoft.com/office/drawing/2014/main" id="{933CCBB6-A5E2-444C-81C4-27C42244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對上午作品或合成資料提出一項真實教學／研究痛點任務</a:t>
            </a:r>
          </a:p>
        </p:txBody>
      </p:sp>
      <p:sp>
        <p:nvSpPr>
          <p:cNvPr id="12" name="text-1653">
            <a:extLst xmlns:a="http://schemas.openxmlformats.org/drawingml/2006/main">
              <a:ext uri="{FF2B5EF4-FFF2-40B4-BE49-F238E27FC236}">
                <a16:creationId xmlns:a16="http://schemas.microsoft.com/office/drawing/2014/main" id="{96354DD1-C2D0-46E5-814F-80B8ED95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654">
            <a:extLst xmlns:a="http://schemas.openxmlformats.org/drawingml/2006/main">
              <a:ext uri="{FF2B5EF4-FFF2-40B4-BE49-F238E27FC236}">
                <a16:creationId xmlns:a16="http://schemas.microsoft.com/office/drawing/2014/main" id="{1F913730-40AC-43D4-B938-567544B0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1655">
            <a:extLst xmlns:a="http://schemas.openxmlformats.org/drawingml/2006/main">
              <a:ext uri="{FF2B5EF4-FFF2-40B4-BE49-F238E27FC236}">
                <a16:creationId xmlns:a16="http://schemas.microsoft.com/office/drawing/2014/main" id="{51B4E669-B79A-4B23-A84A-9BA5968F2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656">
            <a:extLst xmlns:a="http://schemas.openxmlformats.org/drawingml/2006/main">
              <a:ext uri="{FF2B5EF4-FFF2-40B4-BE49-F238E27FC236}">
                <a16:creationId xmlns:a16="http://schemas.microsoft.com/office/drawing/2014/main" id="{DC290298-BC72-42A3-882C-FE952BDCD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1657">
            <a:extLst xmlns:a="http://schemas.openxmlformats.org/drawingml/2006/main">
              <a:ext uri="{FF2B5EF4-FFF2-40B4-BE49-F238E27FC236}">
                <a16:creationId xmlns:a16="http://schemas.microsoft.com/office/drawing/2014/main" id="{02E83FDB-B716-41AB-88E5-B671E0CFB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7" name="text-1658">
            <a:extLst xmlns:a="http://schemas.openxmlformats.org/drawingml/2006/main">
              <a:ext uri="{FF2B5EF4-FFF2-40B4-BE49-F238E27FC236}">
                <a16:creationId xmlns:a16="http://schemas.microsoft.com/office/drawing/2014/main" id="{9C946BCF-E951-4945-86F4-928A5A0B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6B4A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659">
            <a:extLst xmlns:a="http://schemas.openxmlformats.org/drawingml/2006/main">
              <a:ext uri="{FF2B5EF4-FFF2-40B4-BE49-F238E27FC236}">
                <a16:creationId xmlns:a16="http://schemas.microsoft.com/office/drawing/2014/main" id="{25F0733F-3480-4FBF-9EC2-BE40BBDB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1870">
            <a:extLst xmlns:a="http://schemas.openxmlformats.org/drawingml/2006/main">
              <a:ext uri="{FF2B5EF4-FFF2-40B4-BE49-F238E27FC236}">
                <a16:creationId xmlns:a16="http://schemas.microsoft.com/office/drawing/2014/main" id="{19945302-8D7E-4484-858B-F807D9D7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d532ebf013748e9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fa8ece759894a69"/>
              </a:rPr>
              <a:t>Codex ↗</a:t>
            </a:r>
          </a:p>
        </p:txBody>
      </p:sp>
      <p:sp>
        <p:nvSpPr>
          <p:cNvPr id="20" name="shape-1954">
            <a:extLst xmlns:a="http://schemas.openxmlformats.org/drawingml/2006/main">
              <a:ext uri="{FF2B5EF4-FFF2-40B4-BE49-F238E27FC236}">
                <a16:creationId xmlns:a16="http://schemas.microsoft.com/office/drawing/2014/main" id="{6517793F-044E-4B05-96E2-5FAF14FC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a08fe7004f441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955">
            <a:extLst xmlns:a="http://schemas.openxmlformats.org/drawingml/2006/main">
              <a:ext uri="{FF2B5EF4-FFF2-40B4-BE49-F238E27FC236}">
                <a16:creationId xmlns:a16="http://schemas.microsoft.com/office/drawing/2014/main" id="{0FC89188-8B62-4D66-AC6F-D82BCB76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00880e0b344bc2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956">
            <a:extLst xmlns:a="http://schemas.openxmlformats.org/drawingml/2006/main">
              <a:ext uri="{FF2B5EF4-FFF2-40B4-BE49-F238E27FC236}">
                <a16:creationId xmlns:a16="http://schemas.microsoft.com/office/drawing/2014/main" id="{183A9BD9-360E-496D-A0C4-32031A71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12247470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660">
            <a:extLst xmlns:a="http://schemas.openxmlformats.org/drawingml/2006/main">
              <a:ext uri="{FF2B5EF4-FFF2-40B4-BE49-F238E27FC236}">
                <a16:creationId xmlns:a16="http://schemas.microsoft.com/office/drawing/2014/main" id="{B806A01B-87B5-4397-8FC0-363246EB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542FE9-0C11-40A2-A0C2-D6FF0EF9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16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62">
            <a:extLst xmlns:a="http://schemas.openxmlformats.org/drawingml/2006/main">
              <a:ext uri="{FF2B5EF4-FFF2-40B4-BE49-F238E27FC236}">
                <a16:creationId xmlns:a16="http://schemas.microsoft.com/office/drawing/2014/main" id="{8DAE0666-1842-45BE-9AD1-91FDC460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700CEE-59EF-4B59-B0A3-CE063744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1663">
            <a:extLst xmlns:a="http://schemas.openxmlformats.org/drawingml/2006/main">
              <a:ext uri="{FF2B5EF4-FFF2-40B4-BE49-F238E27FC236}">
                <a16:creationId xmlns:a16="http://schemas.microsoft.com/office/drawing/2014/main" id="{3D7211FB-28F1-4D45-98B2-AC98A956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664">
            <a:extLst xmlns:a="http://schemas.openxmlformats.org/drawingml/2006/main">
              <a:ext uri="{FF2B5EF4-FFF2-40B4-BE49-F238E27FC236}">
                <a16:creationId xmlns:a16="http://schemas.microsoft.com/office/drawing/2014/main" id="{C401C5F3-9902-45D9-A034-5A2FE14C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665">
            <a:extLst xmlns:a="http://schemas.openxmlformats.org/drawingml/2006/main">
              <a:ext uri="{FF2B5EF4-FFF2-40B4-BE49-F238E27FC236}">
                <a16:creationId xmlns:a16="http://schemas.microsoft.com/office/drawing/2014/main" id="{B5E43391-C1ED-4FC9-A87D-C6679E51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1666">
            <a:extLst xmlns:a="http://schemas.openxmlformats.org/drawingml/2006/main">
              <a:ext uri="{FF2B5EF4-FFF2-40B4-BE49-F238E27FC236}">
                <a16:creationId xmlns:a16="http://schemas.microsoft.com/office/drawing/2014/main" id="{E5B9493B-C041-4E38-9C25-75C0FE22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這個 Agent 任務是否回應真實教學／研究痛點？</a:t>
            </a:r>
          </a:p>
        </p:txBody>
      </p:sp>
      <p:sp>
        <p:nvSpPr>
          <p:cNvPr id="10" name="shape-1667">
            <a:extLst xmlns:a="http://schemas.openxmlformats.org/drawingml/2006/main">
              <a:ext uri="{FF2B5EF4-FFF2-40B4-BE49-F238E27FC236}">
                <a16:creationId xmlns:a16="http://schemas.microsoft.com/office/drawing/2014/main" id="{77DBAF03-17C0-4977-AB82-41CB4E48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668">
            <a:extLst xmlns:a="http://schemas.openxmlformats.org/drawingml/2006/main">
              <a:ext uri="{FF2B5EF4-FFF2-40B4-BE49-F238E27FC236}">
                <a16:creationId xmlns:a16="http://schemas.microsoft.com/office/drawing/2014/main" id="{5C80E3F0-D749-4192-9F37-C555862F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669">
            <a:extLst xmlns:a="http://schemas.openxmlformats.org/drawingml/2006/main">
              <a:ext uri="{FF2B5EF4-FFF2-40B4-BE49-F238E27FC236}">
                <a16:creationId xmlns:a16="http://schemas.microsoft.com/office/drawing/2014/main" id="{420221E3-5579-4439-A5B8-A9399CE7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1670">
            <a:extLst xmlns:a="http://schemas.openxmlformats.org/drawingml/2006/main">
              <a:ext uri="{FF2B5EF4-FFF2-40B4-BE49-F238E27FC236}">
                <a16:creationId xmlns:a16="http://schemas.microsoft.com/office/drawing/2014/main" id="{51618E22-7740-4232-BE2A-046D442A8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1671">
            <a:extLst xmlns:a="http://schemas.openxmlformats.org/drawingml/2006/main">
              <a:ext uri="{FF2B5EF4-FFF2-40B4-BE49-F238E27FC236}">
                <a16:creationId xmlns:a16="http://schemas.microsoft.com/office/drawing/2014/main" id="{3BDF63E6-A767-451E-AAF7-2F1E73C6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672">
            <a:extLst xmlns:a="http://schemas.openxmlformats.org/drawingml/2006/main">
              <a:ext uri="{FF2B5EF4-FFF2-40B4-BE49-F238E27FC236}">
                <a16:creationId xmlns:a16="http://schemas.microsoft.com/office/drawing/2014/main" id="{DCCF06EF-53C6-4104-9BD5-7B7F6310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673">
            <a:extLst xmlns:a="http://schemas.openxmlformats.org/drawingml/2006/main">
              <a:ext uri="{FF2B5EF4-FFF2-40B4-BE49-F238E27FC236}">
                <a16:creationId xmlns:a16="http://schemas.microsoft.com/office/drawing/2014/main" id="{6D364C66-39F1-4763-AEA3-F4DE248F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1674">
            <a:extLst xmlns:a="http://schemas.openxmlformats.org/drawingml/2006/main">
              <a:ext uri="{FF2B5EF4-FFF2-40B4-BE49-F238E27FC236}">
                <a16:creationId xmlns:a16="http://schemas.microsoft.com/office/drawing/2014/main" id="{FF3BA6C4-FD46-426F-9171-3D6C771C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1675">
            <a:extLst xmlns:a="http://schemas.openxmlformats.org/drawingml/2006/main">
              <a:ext uri="{FF2B5EF4-FFF2-40B4-BE49-F238E27FC236}">
                <a16:creationId xmlns:a16="http://schemas.microsoft.com/office/drawing/2014/main" id="{E679300B-D9E9-4766-8A72-42D6B246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676">
            <a:extLst xmlns:a="http://schemas.openxmlformats.org/drawingml/2006/main">
              <a:ext uri="{FF2B5EF4-FFF2-40B4-BE49-F238E27FC236}">
                <a16:creationId xmlns:a16="http://schemas.microsoft.com/office/drawing/2014/main" id="{3BBCA3A4-29CF-481D-AB04-A0A2A769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677">
            <a:extLst xmlns:a="http://schemas.openxmlformats.org/drawingml/2006/main">
              <a:ext uri="{FF2B5EF4-FFF2-40B4-BE49-F238E27FC236}">
                <a16:creationId xmlns:a16="http://schemas.microsoft.com/office/drawing/2014/main" id="{0EBF2325-00DD-4548-A35E-306BC043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1678">
            <a:extLst xmlns:a="http://schemas.openxmlformats.org/drawingml/2006/main">
              <a:ext uri="{FF2B5EF4-FFF2-40B4-BE49-F238E27FC236}">
                <a16:creationId xmlns:a16="http://schemas.microsoft.com/office/drawing/2014/main" id="{1588F969-1B33-4FD6-86EE-32F89B8C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1871">
            <a:extLst xmlns:a="http://schemas.openxmlformats.org/drawingml/2006/main">
              <a:ext uri="{FF2B5EF4-FFF2-40B4-BE49-F238E27FC236}">
                <a16:creationId xmlns:a16="http://schemas.microsoft.com/office/drawing/2014/main" id="{7C638CB4-AD8B-4B05-9C3A-93634B11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3deab2aa78b41f7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5f13a19c07445c6"/>
              </a:rPr>
              <a:t>Codex ↗</a:t>
            </a:r>
          </a:p>
        </p:txBody>
      </p:sp>
      <p:sp>
        <p:nvSpPr>
          <p:cNvPr id="23" name="shape-1957">
            <a:extLst xmlns:a="http://schemas.openxmlformats.org/drawingml/2006/main">
              <a:ext uri="{FF2B5EF4-FFF2-40B4-BE49-F238E27FC236}">
                <a16:creationId xmlns:a16="http://schemas.microsoft.com/office/drawing/2014/main" id="{E1447F69-0A36-40CE-9906-CA2DEA30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046e48a9a473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958">
            <a:extLst xmlns:a="http://schemas.openxmlformats.org/drawingml/2006/main">
              <a:ext uri="{FF2B5EF4-FFF2-40B4-BE49-F238E27FC236}">
                <a16:creationId xmlns:a16="http://schemas.microsoft.com/office/drawing/2014/main" id="{66FBAB25-22CC-4D76-B2C6-16CAEE25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97e3455900486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959">
            <a:extLst xmlns:a="http://schemas.openxmlformats.org/drawingml/2006/main">
              <a:ext uri="{FF2B5EF4-FFF2-40B4-BE49-F238E27FC236}">
                <a16:creationId xmlns:a16="http://schemas.microsoft.com/office/drawing/2014/main" id="{2ACCD63C-2546-4C59-BE3B-3038C282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120219152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679">
            <a:extLst xmlns:a="http://schemas.openxmlformats.org/drawingml/2006/main">
              <a:ext uri="{FF2B5EF4-FFF2-40B4-BE49-F238E27FC236}">
                <a16:creationId xmlns:a16="http://schemas.microsoft.com/office/drawing/2014/main" id="{448FE2F5-F5AA-40DC-A3AC-EC02C940F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D93355A-6A4F-4601-91A2-54B905AA0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16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681">
            <a:extLst xmlns:a="http://schemas.openxmlformats.org/drawingml/2006/main">
              <a:ext uri="{FF2B5EF4-FFF2-40B4-BE49-F238E27FC236}">
                <a16:creationId xmlns:a16="http://schemas.microsoft.com/office/drawing/2014/main" id="{55001D20-2B4C-4280-95AB-B26F34DBE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0A455CD-0C14-409B-9EA3-C84E38A26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sp>
        <p:nvSpPr>
          <p:cNvPr id="6" name="shape-1682">
            <a:extLst xmlns:a="http://schemas.openxmlformats.org/drawingml/2006/main">
              <a:ext uri="{FF2B5EF4-FFF2-40B4-BE49-F238E27FC236}">
                <a16:creationId xmlns:a16="http://schemas.microsoft.com/office/drawing/2014/main" id="{DD0B7B6E-DB7B-4FF3-8387-61BDE7DF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1683">
            <a:extLst xmlns:a="http://schemas.openxmlformats.org/drawingml/2006/main">
              <a:ext uri="{FF2B5EF4-FFF2-40B4-BE49-F238E27FC236}">
                <a16:creationId xmlns:a16="http://schemas.microsoft.com/office/drawing/2014/main" id="{3B9D4719-385D-42EB-A55C-BB0B76D9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84">
            <a:extLst xmlns:a="http://schemas.openxmlformats.org/drawingml/2006/main">
              <a:ext uri="{FF2B5EF4-FFF2-40B4-BE49-F238E27FC236}">
                <a16:creationId xmlns:a16="http://schemas.microsoft.com/office/drawing/2014/main" id="{5382D837-7A66-4ADA-8835-EFF253392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1685">
            <a:extLst xmlns:a="http://schemas.openxmlformats.org/drawingml/2006/main">
              <a:ext uri="{FF2B5EF4-FFF2-40B4-BE49-F238E27FC236}">
                <a16:creationId xmlns:a16="http://schemas.microsoft.com/office/drawing/2014/main" id="{58503680-E60B-4313-A1B5-FDD50882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1686">
            <a:extLst xmlns:a="http://schemas.openxmlformats.org/drawingml/2006/main">
              <a:ext uri="{FF2B5EF4-FFF2-40B4-BE49-F238E27FC236}">
                <a16:creationId xmlns:a16="http://schemas.microsoft.com/office/drawing/2014/main" id="{BCA2BF93-48EC-4710-85B6-7FB1A5EC7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1687">
            <a:extLst xmlns:a="http://schemas.openxmlformats.org/drawingml/2006/main">
              <a:ext uri="{FF2B5EF4-FFF2-40B4-BE49-F238E27FC236}">
                <a16:creationId xmlns:a16="http://schemas.microsoft.com/office/drawing/2014/main" id="{CD8E5312-9660-4A9B-81B5-C98F217F5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688">
            <a:extLst xmlns:a="http://schemas.openxmlformats.org/drawingml/2006/main">
              <a:ext uri="{FF2B5EF4-FFF2-40B4-BE49-F238E27FC236}">
                <a16:creationId xmlns:a16="http://schemas.microsoft.com/office/drawing/2014/main" id="{49A0DDD5-D5A2-4FB5-8AED-D2479B76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1689">
            <a:extLst xmlns:a="http://schemas.openxmlformats.org/drawingml/2006/main">
              <a:ext uri="{FF2B5EF4-FFF2-40B4-BE49-F238E27FC236}">
                <a16:creationId xmlns:a16="http://schemas.microsoft.com/office/drawing/2014/main" id="{D6E1B8E4-E642-4875-9EE4-4B341C3BC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1690">
            <a:extLst xmlns:a="http://schemas.openxmlformats.org/drawingml/2006/main">
              <a:ext uri="{FF2B5EF4-FFF2-40B4-BE49-F238E27FC236}">
                <a16:creationId xmlns:a16="http://schemas.microsoft.com/office/drawing/2014/main" id="{F6C11EC6-279F-438C-8DD8-3DF4B72C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1691">
            <a:extLst xmlns:a="http://schemas.openxmlformats.org/drawingml/2006/main">
              <a:ext uri="{FF2B5EF4-FFF2-40B4-BE49-F238E27FC236}">
                <a16:creationId xmlns:a16="http://schemas.microsoft.com/office/drawing/2014/main" id="{8D979423-AFA3-486E-83C5-3DA69A6B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692">
            <a:extLst xmlns:a="http://schemas.openxmlformats.org/drawingml/2006/main">
              <a:ext uri="{FF2B5EF4-FFF2-40B4-BE49-F238E27FC236}">
                <a16:creationId xmlns:a16="http://schemas.microsoft.com/office/drawing/2014/main" id="{D4712338-8447-4F46-897C-6094E5645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1693">
            <a:extLst xmlns:a="http://schemas.openxmlformats.org/drawingml/2006/main">
              <a:ext uri="{FF2B5EF4-FFF2-40B4-BE49-F238E27FC236}">
                <a16:creationId xmlns:a16="http://schemas.microsoft.com/office/drawing/2014/main" id="{07C96808-7224-4411-85AD-EAAB9460E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1694">
            <a:extLst xmlns:a="http://schemas.openxmlformats.org/drawingml/2006/main">
              <a:ext uri="{FF2B5EF4-FFF2-40B4-BE49-F238E27FC236}">
                <a16:creationId xmlns:a16="http://schemas.microsoft.com/office/drawing/2014/main" id="{297B1541-8CE1-4CA7-976B-7DE5762E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1695">
            <a:extLst xmlns:a="http://schemas.openxmlformats.org/drawingml/2006/main">
              <a:ext uri="{FF2B5EF4-FFF2-40B4-BE49-F238E27FC236}">
                <a16:creationId xmlns:a16="http://schemas.microsoft.com/office/drawing/2014/main" id="{36E34FCA-7C00-4946-8BE8-9CC304C8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696">
            <a:extLst xmlns:a="http://schemas.openxmlformats.org/drawingml/2006/main">
              <a:ext uri="{FF2B5EF4-FFF2-40B4-BE49-F238E27FC236}">
                <a16:creationId xmlns:a16="http://schemas.microsoft.com/office/drawing/2014/main" id="{9B62207D-C2F8-4605-86F5-027B6948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1697">
            <a:extLst xmlns:a="http://schemas.openxmlformats.org/drawingml/2006/main">
              <a:ext uri="{FF2B5EF4-FFF2-40B4-BE49-F238E27FC236}">
                <a16:creationId xmlns:a16="http://schemas.microsoft.com/office/drawing/2014/main" id="{CD6E4F69-91BF-4B66-A518-48B554D9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1698">
            <a:extLst xmlns:a="http://schemas.openxmlformats.org/drawingml/2006/main">
              <a:ext uri="{FF2B5EF4-FFF2-40B4-BE49-F238E27FC236}">
                <a16:creationId xmlns:a16="http://schemas.microsoft.com/office/drawing/2014/main" id="{3C2E4C83-A3AC-45BE-8A2A-526561598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1699">
            <a:extLst xmlns:a="http://schemas.openxmlformats.org/drawingml/2006/main">
              <a:ext uri="{FF2B5EF4-FFF2-40B4-BE49-F238E27FC236}">
                <a16:creationId xmlns:a16="http://schemas.microsoft.com/office/drawing/2014/main" id="{3D5012CF-30EC-4732-B1CA-EF74BA9E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700">
            <a:extLst xmlns:a="http://schemas.openxmlformats.org/drawingml/2006/main">
              <a:ext uri="{FF2B5EF4-FFF2-40B4-BE49-F238E27FC236}">
                <a16:creationId xmlns:a16="http://schemas.microsoft.com/office/drawing/2014/main" id="{A3EF7287-A2EF-4D20-82AB-8E104228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1701">
            <a:extLst xmlns:a="http://schemas.openxmlformats.org/drawingml/2006/main">
              <a:ext uri="{FF2B5EF4-FFF2-40B4-BE49-F238E27FC236}">
                <a16:creationId xmlns:a16="http://schemas.microsoft.com/office/drawing/2014/main" id="{5032DE45-E2DA-414E-AA0E-9896CE94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1702">
            <a:extLst xmlns:a="http://schemas.openxmlformats.org/drawingml/2006/main">
              <a:ext uri="{FF2B5EF4-FFF2-40B4-BE49-F238E27FC236}">
                <a16:creationId xmlns:a16="http://schemas.microsoft.com/office/drawing/2014/main" id="{42298A63-EC8C-4BE6-8007-A9982A17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1872">
            <a:extLst xmlns:a="http://schemas.openxmlformats.org/drawingml/2006/main">
              <a:ext uri="{FF2B5EF4-FFF2-40B4-BE49-F238E27FC236}">
                <a16:creationId xmlns:a16="http://schemas.microsoft.com/office/drawing/2014/main" id="{936E504D-526E-4F2A-B55E-FECAD811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aea40e4be694567"/>
              </a:rPr>
              <a:t>Antigravity ↗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1B64DA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ee9a8321d3446ab"/>
              </a:rPr>
              <a:t>Codex ↗</a:t>
            </a:r>
          </a:p>
        </p:txBody>
      </p:sp>
      <p:sp>
        <p:nvSpPr>
          <p:cNvPr id="28" name="shape-1960">
            <a:extLst xmlns:a="http://schemas.openxmlformats.org/drawingml/2006/main">
              <a:ext uri="{FF2B5EF4-FFF2-40B4-BE49-F238E27FC236}">
                <a16:creationId xmlns:a16="http://schemas.microsoft.com/office/drawing/2014/main" id="{E35F2F36-E153-484C-8B92-236D6C50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af947b94ac4e4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1961">
            <a:extLst xmlns:a="http://schemas.openxmlformats.org/drawingml/2006/main">
              <a:ext uri="{FF2B5EF4-FFF2-40B4-BE49-F238E27FC236}">
                <a16:creationId xmlns:a16="http://schemas.microsoft.com/office/drawing/2014/main" id="{2E69B45A-F647-496A-AC48-2E2DF94D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a14e85e7994c7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1962">
            <a:extLst xmlns:a="http://schemas.openxmlformats.org/drawingml/2006/main">
              <a:ext uri="{FF2B5EF4-FFF2-40B4-BE49-F238E27FC236}">
                <a16:creationId xmlns:a16="http://schemas.microsoft.com/office/drawing/2014/main" id="{2272D656-E143-43A6-BEF6-DEBD4ECBB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2398024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703">
            <a:extLst xmlns:a="http://schemas.openxmlformats.org/drawingml/2006/main">
              <a:ext uri="{FF2B5EF4-FFF2-40B4-BE49-F238E27FC236}">
                <a16:creationId xmlns:a16="http://schemas.microsoft.com/office/drawing/2014/main" id="{D0C240FD-2767-4E43-AD3D-1CFBF500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FROM ASSISTANT TO SUPERPOWER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5B261C-6189-44D7-8894-BBE6B876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時代：我們像擁有了超能力</a:t>
            </a:r>
          </a:p>
        </p:txBody>
      </p:sp>
      <p:cxnSp>
        <p:nvCxnSpPr>
          <p:cNvPr id="24" name="shape-17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05">
            <a:extLst xmlns:a="http://schemas.openxmlformats.org/drawingml/2006/main">
              <a:ext uri="{FF2B5EF4-FFF2-40B4-BE49-F238E27FC236}">
                <a16:creationId xmlns:a16="http://schemas.microsoft.com/office/drawing/2014/main" id="{B471A385-EB20-41C7-9C0E-19C42EB1D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6FB1875-15A6-4A0C-8506-713F43EC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706">
            <a:extLst xmlns:a="http://schemas.openxmlformats.org/drawingml/2006/main">
              <a:ext uri="{FF2B5EF4-FFF2-40B4-BE49-F238E27FC236}">
                <a16:creationId xmlns:a16="http://schemas.microsoft.com/office/drawing/2014/main" id="{1206101D-E8DD-4569-99CB-77CAA10F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707">
            <a:extLst xmlns:a="http://schemas.openxmlformats.org/drawingml/2006/main">
              <a:ext uri="{FF2B5EF4-FFF2-40B4-BE49-F238E27FC236}">
                <a16:creationId xmlns:a16="http://schemas.microsoft.com/office/drawing/2014/main" id="{B0098450-8539-4FAB-B567-39D393F52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708">
            <a:extLst xmlns:a="http://schemas.openxmlformats.org/drawingml/2006/main">
              <a:ext uri="{FF2B5EF4-FFF2-40B4-BE49-F238E27FC236}">
                <a16:creationId xmlns:a16="http://schemas.microsoft.com/office/drawing/2014/main" id="{3C30F41D-6732-4085-B78B-FE410EB5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能力被放大</a:t>
            </a:r>
          </a:p>
        </p:txBody>
      </p:sp>
      <p:sp>
        <p:nvSpPr>
          <p:cNvPr id="9" name="text-1709">
            <a:extLst xmlns:a="http://schemas.openxmlformats.org/drawingml/2006/main">
              <a:ext uri="{FF2B5EF4-FFF2-40B4-BE49-F238E27FC236}">
                <a16:creationId xmlns:a16="http://schemas.microsoft.com/office/drawing/2014/main" id="{DA038C7D-BA1C-404C-B4D5-9CE82AFF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完成以前想不到自己做得到的事，從執行者變成能推進整個工作的人。</a:t>
            </a:r>
          </a:p>
        </p:txBody>
      </p:sp>
      <p:sp>
        <p:nvSpPr>
          <p:cNvPr id="10" name="shape-1710">
            <a:extLst xmlns:a="http://schemas.openxmlformats.org/drawingml/2006/main">
              <a:ext uri="{FF2B5EF4-FFF2-40B4-BE49-F238E27FC236}">
                <a16:creationId xmlns:a16="http://schemas.microsoft.com/office/drawing/2014/main" id="{A7167640-4101-40FE-AC67-6C904B8D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711">
            <a:extLst xmlns:a="http://schemas.openxmlformats.org/drawingml/2006/main">
              <a:ext uri="{FF2B5EF4-FFF2-40B4-BE49-F238E27FC236}">
                <a16:creationId xmlns:a16="http://schemas.microsoft.com/office/drawing/2014/main" id="{65B47365-5BF1-480B-9061-51013A1B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712">
            <a:extLst xmlns:a="http://schemas.openxmlformats.org/drawingml/2006/main">
              <a:ext uri="{FF2B5EF4-FFF2-40B4-BE49-F238E27FC236}">
                <a16:creationId xmlns:a16="http://schemas.microsoft.com/office/drawing/2014/main" id="{B9C669C7-26D5-44FC-B0C9-BCF36396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新的可能感</a:t>
            </a:r>
          </a:p>
        </p:txBody>
      </p:sp>
      <p:sp>
        <p:nvSpPr>
          <p:cNvPr id="13" name="text-1713">
            <a:extLst xmlns:a="http://schemas.openxmlformats.org/drawingml/2006/main">
              <a:ext uri="{FF2B5EF4-FFF2-40B4-BE49-F238E27FC236}">
                <a16:creationId xmlns:a16="http://schemas.microsoft.com/office/drawing/2014/main" id="{001059B7-39FC-43D4-BD00-BD868D8A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「沒有你做不到的事，只有你想不到的事」成為一種強烈的行動感。</a:t>
            </a:r>
          </a:p>
        </p:txBody>
      </p:sp>
      <p:sp>
        <p:nvSpPr>
          <p:cNvPr id="14" name="shape-1714">
            <a:extLst xmlns:a="http://schemas.openxmlformats.org/drawingml/2006/main">
              <a:ext uri="{FF2B5EF4-FFF2-40B4-BE49-F238E27FC236}">
                <a16:creationId xmlns:a16="http://schemas.microsoft.com/office/drawing/2014/main" id="{90B538D7-9460-48E7-B06A-A8452CE3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715">
            <a:extLst xmlns:a="http://schemas.openxmlformats.org/drawingml/2006/main">
              <a:ext uri="{FF2B5EF4-FFF2-40B4-BE49-F238E27FC236}">
                <a16:creationId xmlns:a16="http://schemas.microsoft.com/office/drawing/2014/main" id="{863FB514-F89B-4AC4-8857-4AC1FA7B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716">
            <a:extLst xmlns:a="http://schemas.openxmlformats.org/drawingml/2006/main">
              <a:ext uri="{FF2B5EF4-FFF2-40B4-BE49-F238E27FC236}">
                <a16:creationId xmlns:a16="http://schemas.microsoft.com/office/drawing/2014/main" id="{A7A9046D-7C2D-4AE8-8D45-A348E747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一個人也能做大事</a:t>
            </a:r>
          </a:p>
        </p:txBody>
      </p:sp>
      <p:sp>
        <p:nvSpPr>
          <p:cNvPr id="17" name="text-1717">
            <a:extLst xmlns:a="http://schemas.openxmlformats.org/drawingml/2006/main">
              <a:ext uri="{FF2B5EF4-FFF2-40B4-BE49-F238E27FC236}">
                <a16:creationId xmlns:a16="http://schemas.microsoft.com/office/drawing/2014/main" id="{65B108A2-A5D3-4265-AFF2-8B161201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講者觀察：一人公司、一人獨角獸的想像，正被 Agent 重新打開。</a:t>
            </a:r>
          </a:p>
        </p:txBody>
      </p:sp>
      <p:sp>
        <p:nvSpPr>
          <p:cNvPr id="18" name="shape-1718">
            <a:extLst xmlns:a="http://schemas.openxmlformats.org/drawingml/2006/main">
              <a:ext uri="{FF2B5EF4-FFF2-40B4-BE49-F238E27FC236}">
                <a16:creationId xmlns:a16="http://schemas.microsoft.com/office/drawing/2014/main" id="{4E474DF6-F4F9-4DF8-B7C8-48CDAA282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719">
            <a:extLst xmlns:a="http://schemas.openxmlformats.org/drawingml/2006/main">
              <a:ext uri="{FF2B5EF4-FFF2-40B4-BE49-F238E27FC236}">
                <a16:creationId xmlns:a16="http://schemas.microsoft.com/office/drawing/2014/main" id="{BBE73280-3A02-496B-8E2E-87321B1D5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720">
            <a:extLst xmlns:a="http://schemas.openxmlformats.org/drawingml/2006/main">
              <a:ext uri="{FF2B5EF4-FFF2-40B4-BE49-F238E27FC236}">
                <a16:creationId xmlns:a16="http://schemas.microsoft.com/office/drawing/2014/main" id="{B8B1FDFB-E1E0-4620-B115-FDE366995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能力不等於責任全包</a:t>
            </a:r>
          </a:p>
        </p:txBody>
      </p:sp>
      <p:sp>
        <p:nvSpPr>
          <p:cNvPr id="21" name="text-1721">
            <a:extLst xmlns:a="http://schemas.openxmlformats.org/drawingml/2006/main">
              <a:ext uri="{FF2B5EF4-FFF2-40B4-BE49-F238E27FC236}">
                <a16:creationId xmlns:a16="http://schemas.microsoft.com/office/drawing/2014/main" id="{18F4F3BA-F5FF-41B3-8F5D-F9AFFC6A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力量變大之後，更要重新決定哪些事值得做、哪些事可以放下。</a:t>
            </a:r>
          </a:p>
        </p:txBody>
      </p:sp>
    </p:spTree>
    <p:extLst>
      <p:ext uri="{BB962C8B-B14F-4D97-AF65-F5344CB8AC3E}">
        <p14:creationId xmlns:p14="http://schemas.microsoft.com/office/powerpoint/2010/main" val="1530736866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1722">
            <a:extLst xmlns:a="http://schemas.openxmlformats.org/drawingml/2006/main">
              <a:ext uri="{FF2B5EF4-FFF2-40B4-BE49-F238E27FC236}">
                <a16:creationId xmlns:a16="http://schemas.microsoft.com/office/drawing/2014/main" id="{CA3E46DE-7ADE-4C1D-A054-92AF7460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DISCOVERY &amp; DOPAMINE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230E750-9F20-4F3C-BD7D-AF88CDC9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從「做不到」到「我可以」：一人公司的多巴胺時代</a:t>
            </a:r>
          </a:p>
        </p:txBody>
      </p:sp>
      <p:cxnSp>
        <p:nvCxnSpPr>
          <p:cNvPr id="14" name="shape-172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24">
            <a:extLst xmlns:a="http://schemas.openxmlformats.org/drawingml/2006/main">
              <a:ext uri="{FF2B5EF4-FFF2-40B4-BE49-F238E27FC236}">
                <a16:creationId xmlns:a16="http://schemas.microsoft.com/office/drawing/2014/main" id="{AC903AEA-87D4-4E1C-881F-F4C0AAE7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8A8D039-90C9-45BC-9AB6-AB50C29C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45</a:t>
            </a:r>
          </a:p>
        </p:txBody>
      </p:sp>
      <p:sp>
        <p:nvSpPr>
          <p:cNvPr id="6" name="shape-1725">
            <a:extLst xmlns:a="http://schemas.openxmlformats.org/drawingml/2006/main">
              <a:ext uri="{FF2B5EF4-FFF2-40B4-BE49-F238E27FC236}">
                <a16:creationId xmlns:a16="http://schemas.microsoft.com/office/drawing/2014/main" id="{995DBA9A-53FD-4B89-8343-50C58E510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726">
            <a:extLst xmlns:a="http://schemas.openxmlformats.org/drawingml/2006/main">
              <a:ext uri="{FF2B5EF4-FFF2-40B4-BE49-F238E27FC236}">
                <a16:creationId xmlns:a16="http://schemas.microsoft.com/office/drawing/2014/main" id="{7DC038C2-8C72-423E-AC48-D6BF06FA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727">
            <a:extLst xmlns:a="http://schemas.openxmlformats.org/drawingml/2006/main">
              <a:ext uri="{FF2B5EF4-FFF2-40B4-BE49-F238E27FC236}">
                <a16:creationId xmlns:a16="http://schemas.microsoft.com/office/drawing/2014/main" id="{7FA5CFA9-B3FF-4239-99EB-FEC00CE1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被打開的新大陸</a:t>
            </a:r>
          </a:p>
        </p:txBody>
      </p:sp>
      <p:sp>
        <p:nvSpPr>
          <p:cNvPr id="9" name="text-1728">
            <a:extLst xmlns:a="http://schemas.openxmlformats.org/drawingml/2006/main">
              <a:ext uri="{FF2B5EF4-FFF2-40B4-BE49-F238E27FC236}">
                <a16:creationId xmlns:a16="http://schemas.microsoft.com/office/drawing/2014/main" id="{D654F8DC-DE59-488D-A6A2-B514AE44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以前沒有 AI 的時候，我們常做到這裡就好。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有了 AI Agent，原本以為做不到的事，忽然可以拆解、委派、測試，再一步步完成。</a:t>
            </a:r>
          </a:p>
        </p:txBody>
      </p:sp>
      <p:sp>
        <p:nvSpPr>
          <p:cNvPr id="10" name="text-1729">
            <a:extLst xmlns:a="http://schemas.openxmlformats.org/drawingml/2006/main">
              <a:ext uri="{FF2B5EF4-FFF2-40B4-BE49-F238E27FC236}">
                <a16:creationId xmlns:a16="http://schemas.microsoft.com/office/drawing/2014/main" id="{D945F538-48B8-4DC0-BBFA-BD2E05E43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能力變強的代價</a:t>
            </a:r>
          </a:p>
        </p:txBody>
      </p:sp>
      <p:sp>
        <p:nvSpPr>
          <p:cNvPr id="11" name="text-1730">
            <a:extLst xmlns:a="http://schemas.openxmlformats.org/drawingml/2006/main">
              <a:ext uri="{FF2B5EF4-FFF2-40B4-BE49-F238E27FC236}">
                <a16:creationId xmlns:a16="http://schemas.microsoft.com/office/drawing/2014/main" id="{BABB814D-0F18-462E-84EC-0A52839A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發現自己還能做更多，會產生強烈的成就感與興奮感。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但如果沒有停下來重新選擇，可能把每一個新可能都變成新的待辦事項。</a:t>
            </a:r>
          </a:p>
        </p:txBody>
      </p:sp>
    </p:spTree>
    <p:extLst>
      <p:ext uri="{BB962C8B-B14F-4D97-AF65-F5344CB8AC3E}">
        <p14:creationId xmlns:p14="http://schemas.microsoft.com/office/powerpoint/2010/main" val="79541270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731">
            <a:extLst xmlns:a="http://schemas.openxmlformats.org/drawingml/2006/main">
              <a:ext uri="{FF2B5EF4-FFF2-40B4-BE49-F238E27FC236}">
                <a16:creationId xmlns:a16="http://schemas.microsoft.com/office/drawing/2014/main" id="{995AC251-9981-4E61-B000-9C50A26D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THE PRODUCTIVITY PARADOX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DAF0CA-02CF-4CE5-93ED-49037A46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效率提升 20 倍，為什麼人反而更忙？</a:t>
            </a:r>
          </a:p>
        </p:txBody>
      </p:sp>
      <p:cxnSp>
        <p:nvCxnSpPr>
          <p:cNvPr id="24" name="shape-17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33">
            <a:extLst xmlns:a="http://schemas.openxmlformats.org/drawingml/2006/main">
              <a:ext uri="{FF2B5EF4-FFF2-40B4-BE49-F238E27FC236}">
                <a16:creationId xmlns:a16="http://schemas.microsoft.com/office/drawing/2014/main" id="{9018A9FF-152B-4BB1-A4FA-5CD91E19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EA4B834-42DE-481E-9130-DFD95FF7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46</a:t>
            </a:r>
          </a:p>
        </p:txBody>
      </p:sp>
      <p:sp>
        <p:nvSpPr>
          <p:cNvPr id="6" name="shape-1734">
            <a:extLst xmlns:a="http://schemas.openxmlformats.org/drawingml/2006/main">
              <a:ext uri="{FF2B5EF4-FFF2-40B4-BE49-F238E27FC236}">
                <a16:creationId xmlns:a16="http://schemas.microsoft.com/office/drawing/2014/main" id="{DD175CF8-EA95-4882-92B6-42669F91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735">
            <a:extLst xmlns:a="http://schemas.openxmlformats.org/drawingml/2006/main">
              <a:ext uri="{FF2B5EF4-FFF2-40B4-BE49-F238E27FC236}">
                <a16:creationId xmlns:a16="http://schemas.microsoft.com/office/drawing/2014/main" id="{C6C0B93C-F5CF-471B-AF11-DEB7DDE0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736">
            <a:extLst xmlns:a="http://schemas.openxmlformats.org/drawingml/2006/main">
              <a:ext uri="{FF2B5EF4-FFF2-40B4-BE49-F238E27FC236}">
                <a16:creationId xmlns:a16="http://schemas.microsoft.com/office/drawing/2014/main" id="{1E6E0F38-3E19-41FE-9BBC-D51716AC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時間真的變多了</a:t>
            </a:r>
          </a:p>
        </p:txBody>
      </p:sp>
      <p:sp>
        <p:nvSpPr>
          <p:cNvPr id="9" name="text-1737">
            <a:extLst xmlns:a="http://schemas.openxmlformats.org/drawingml/2006/main">
              <a:ext uri="{FF2B5EF4-FFF2-40B4-BE49-F238E27FC236}">
                <a16:creationId xmlns:a16="http://schemas.microsoft.com/office/drawing/2014/main" id="{C8AAC1A2-5AE8-41B6-9ED8-418383F2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一件事可能只需要原本 1/10 甚至 1/20 的時間，效率提升至少 20 倍。</a:t>
            </a:r>
          </a:p>
        </p:txBody>
      </p:sp>
      <p:sp>
        <p:nvSpPr>
          <p:cNvPr id="10" name="shape-1738">
            <a:extLst xmlns:a="http://schemas.openxmlformats.org/drawingml/2006/main">
              <a:ext uri="{FF2B5EF4-FFF2-40B4-BE49-F238E27FC236}">
                <a16:creationId xmlns:a16="http://schemas.microsoft.com/office/drawing/2014/main" id="{3638FE49-E3A2-43A1-BA94-FF9ACA193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739">
            <a:extLst xmlns:a="http://schemas.openxmlformats.org/drawingml/2006/main">
              <a:ext uri="{FF2B5EF4-FFF2-40B4-BE49-F238E27FC236}">
                <a16:creationId xmlns:a16="http://schemas.microsoft.com/office/drawing/2014/main" id="{B3DE0FC4-8EA9-4474-B6E0-32825CEB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740">
            <a:extLst xmlns:a="http://schemas.openxmlformats.org/drawingml/2006/main">
              <a:ext uri="{FF2B5EF4-FFF2-40B4-BE49-F238E27FC236}">
                <a16:creationId xmlns:a16="http://schemas.microsoft.com/office/drawing/2014/main" id="{FBC4F614-7A9D-4ACE-BC90-707CFBA9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任務也跟著膨脹</a:t>
            </a:r>
          </a:p>
        </p:txBody>
      </p:sp>
      <p:sp>
        <p:nvSpPr>
          <p:cNvPr id="13" name="text-1741">
            <a:extLst xmlns:a="http://schemas.openxmlformats.org/drawingml/2006/main">
              <a:ext uri="{FF2B5EF4-FFF2-40B4-BE49-F238E27FC236}">
                <a16:creationId xmlns:a16="http://schemas.microsoft.com/office/drawing/2014/main" id="{5E046952-3078-435D-A88E-C7FFC558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省下來的時間，常被拿去安排更多優化、改良、版本與新點子。</a:t>
            </a:r>
          </a:p>
        </p:txBody>
      </p:sp>
      <p:sp>
        <p:nvSpPr>
          <p:cNvPr id="14" name="shape-1742">
            <a:extLst xmlns:a="http://schemas.openxmlformats.org/drawingml/2006/main">
              <a:ext uri="{FF2B5EF4-FFF2-40B4-BE49-F238E27FC236}">
                <a16:creationId xmlns:a16="http://schemas.microsoft.com/office/drawing/2014/main" id="{E23F50F3-6E8E-420F-BD7F-DCAA79E5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743">
            <a:extLst xmlns:a="http://schemas.openxmlformats.org/drawingml/2006/main">
              <a:ext uri="{FF2B5EF4-FFF2-40B4-BE49-F238E27FC236}">
                <a16:creationId xmlns:a16="http://schemas.microsoft.com/office/drawing/2014/main" id="{7F8F5093-C88B-47A0-9F04-C236A8C86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744">
            <a:extLst xmlns:a="http://schemas.openxmlformats.org/drawingml/2006/main">
              <a:ext uri="{FF2B5EF4-FFF2-40B4-BE49-F238E27FC236}">
                <a16:creationId xmlns:a16="http://schemas.microsoft.com/office/drawing/2014/main" id="{AAA9AAB3-3429-48F4-8ABD-265D55C1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忙不是 Agent 的錯</a:t>
            </a:r>
          </a:p>
        </p:txBody>
      </p:sp>
      <p:sp>
        <p:nvSpPr>
          <p:cNvPr id="17" name="text-1745">
            <a:extLst xmlns:a="http://schemas.openxmlformats.org/drawingml/2006/main">
              <a:ext uri="{FF2B5EF4-FFF2-40B4-BE49-F238E27FC236}">
                <a16:creationId xmlns:a16="http://schemas.microsoft.com/office/drawing/2014/main" id="{8B6FBFBF-D17C-43CE-84E8-1B6AE683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真正需要檢查的是：我們是否把所有能做的事，都誤認成應該做的事？</a:t>
            </a:r>
          </a:p>
        </p:txBody>
      </p:sp>
      <p:sp>
        <p:nvSpPr>
          <p:cNvPr id="18" name="shape-1746">
            <a:extLst xmlns:a="http://schemas.openxmlformats.org/drawingml/2006/main">
              <a:ext uri="{FF2B5EF4-FFF2-40B4-BE49-F238E27FC236}">
                <a16:creationId xmlns:a16="http://schemas.microsoft.com/office/drawing/2014/main" id="{6E4EBA19-CBD5-4816-A032-3EA213E8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747">
            <a:extLst xmlns:a="http://schemas.openxmlformats.org/drawingml/2006/main">
              <a:ext uri="{FF2B5EF4-FFF2-40B4-BE49-F238E27FC236}">
                <a16:creationId xmlns:a16="http://schemas.microsoft.com/office/drawing/2014/main" id="{D6AF1DFF-7828-4656-A915-64E6861F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748">
            <a:extLst xmlns:a="http://schemas.openxmlformats.org/drawingml/2006/main">
              <a:ext uri="{FF2B5EF4-FFF2-40B4-BE49-F238E27FC236}">
                <a16:creationId xmlns:a16="http://schemas.microsoft.com/office/drawing/2014/main" id="{3AB550BB-5442-4941-9A9D-82EBD2DB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重新定義完成</a:t>
            </a:r>
          </a:p>
        </p:txBody>
      </p:sp>
      <p:sp>
        <p:nvSpPr>
          <p:cNvPr id="21" name="text-1749">
            <a:extLst xmlns:a="http://schemas.openxmlformats.org/drawingml/2006/main">
              <a:ext uri="{FF2B5EF4-FFF2-40B4-BE49-F238E27FC236}">
                <a16:creationId xmlns:a16="http://schemas.microsoft.com/office/drawing/2014/main" id="{B8B6CA96-6A93-4A1E-A87B-9F2FD4DD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完成不只是做得更快，也包括知道何時停止、休息與把時間交還給生活。</a:t>
            </a:r>
          </a:p>
        </p:txBody>
      </p:sp>
    </p:spTree>
    <p:extLst>
      <p:ext uri="{BB962C8B-B14F-4D97-AF65-F5344CB8AC3E}">
        <p14:creationId xmlns:p14="http://schemas.microsoft.com/office/powerpoint/2010/main" val="1241353260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1750">
            <a:extLst xmlns:a="http://schemas.openxmlformats.org/drawingml/2006/main">
              <a:ext uri="{FF2B5EF4-FFF2-40B4-BE49-F238E27FC236}">
                <a16:creationId xmlns:a16="http://schemas.microsoft.com/office/drawing/2014/main" id="{A96DDB33-31D7-4048-901E-7D4EA7BD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WHO IS HARNESSING WHOM?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206393-5265-408D-B588-6064232E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誰在駕馭誰？Harness 的人生反思</a:t>
            </a:r>
          </a:p>
        </p:txBody>
      </p:sp>
      <p:cxnSp>
        <p:nvCxnSpPr>
          <p:cNvPr id="14" name="shape-175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52">
            <a:extLst xmlns:a="http://schemas.openxmlformats.org/drawingml/2006/main">
              <a:ext uri="{FF2B5EF4-FFF2-40B4-BE49-F238E27FC236}">
                <a16:creationId xmlns:a16="http://schemas.microsoft.com/office/drawing/2014/main" id="{0FA48717-3FE9-4BB7-A426-DDE95569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0313A32-AFB1-49E9-9D8F-DBA3ADC3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47</a:t>
            </a:r>
          </a:p>
        </p:txBody>
      </p:sp>
      <p:sp>
        <p:nvSpPr>
          <p:cNvPr id="6" name="shape-1753">
            <a:extLst xmlns:a="http://schemas.openxmlformats.org/drawingml/2006/main">
              <a:ext uri="{FF2B5EF4-FFF2-40B4-BE49-F238E27FC236}">
                <a16:creationId xmlns:a16="http://schemas.microsoft.com/office/drawing/2014/main" id="{D8B9670D-C725-4F3B-9C16-F01C3B232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754">
            <a:extLst xmlns:a="http://schemas.openxmlformats.org/drawingml/2006/main">
              <a:ext uri="{FF2B5EF4-FFF2-40B4-BE49-F238E27FC236}">
                <a16:creationId xmlns:a16="http://schemas.microsoft.com/office/drawing/2014/main" id="{BBEAE7F1-3FD0-437E-BABA-ED0BEE88E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2EDF8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8" name="text-1755">
            <a:extLst xmlns:a="http://schemas.openxmlformats.org/drawingml/2006/main">
              <a:ext uri="{FF2B5EF4-FFF2-40B4-BE49-F238E27FC236}">
                <a16:creationId xmlns:a16="http://schemas.microsoft.com/office/drawing/2014/main" id="{3DF0A7F3-9AD2-475D-8B7B-27BF74FE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我們原本的說法</a:t>
            </a:r>
          </a:p>
        </p:txBody>
      </p:sp>
      <p:sp>
        <p:nvSpPr>
          <p:cNvPr id="9" name="text-1756">
            <a:extLst xmlns:a="http://schemas.openxmlformats.org/drawingml/2006/main">
              <a:ext uri="{FF2B5EF4-FFF2-40B4-BE49-F238E27FC236}">
                <a16:creationId xmlns:a16="http://schemas.microsoft.com/office/drawing/2014/main" id="{728D1213-1E34-4B52-9FFF-F3900812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我們說要 harness Agent：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駕馭它、指派它、讓它長時間不中斷地完成工作。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人的目標、界線與最後決定，應該留在人的手上。</a:t>
            </a:r>
          </a:p>
        </p:txBody>
      </p:sp>
      <p:sp>
        <p:nvSpPr>
          <p:cNvPr id="10" name="text-1757">
            <a:extLst xmlns:a="http://schemas.openxmlformats.org/drawingml/2006/main">
              <a:ext uri="{FF2B5EF4-FFF2-40B4-BE49-F238E27FC236}">
                <a16:creationId xmlns:a16="http://schemas.microsoft.com/office/drawing/2014/main" id="{B93FB20A-8D76-4A6C-9F52-D556BA72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可能發生的反轉</a:t>
            </a:r>
          </a:p>
        </p:txBody>
      </p:sp>
      <p:sp>
        <p:nvSpPr>
          <p:cNvPr id="11" name="text-1758">
            <a:extLst xmlns:a="http://schemas.openxmlformats.org/drawingml/2006/main">
              <a:ext uri="{FF2B5EF4-FFF2-40B4-BE49-F238E27FC236}">
                <a16:creationId xmlns:a16="http://schemas.microsoft.com/office/drawing/2014/main" id="{D16C65DF-62D7-4F3B-ADFD-65C3E725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如果 Agent 讓我們攬下更多任務，日夜追逐下一個優化，明明是我們在使用工具，生活卻開始被工具的可能性牽著走。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這就是「誰在駕馭誰？」的提醒。</a:t>
            </a:r>
          </a:p>
        </p:txBody>
      </p:sp>
    </p:spTree>
    <p:extLst>
      <p:ext uri="{BB962C8B-B14F-4D97-AF65-F5344CB8AC3E}">
        <p14:creationId xmlns:p14="http://schemas.microsoft.com/office/powerpoint/2010/main" val="544587738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759">
            <a:extLst xmlns:a="http://schemas.openxmlformats.org/drawingml/2006/main">
              <a:ext uri="{FF2B5EF4-FFF2-40B4-BE49-F238E27FC236}">
                <a16:creationId xmlns:a16="http://schemas.microsoft.com/office/drawing/2014/main" id="{57CF3061-705C-4765-BE02-1E4B423D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POWER &amp; EMOTIONAL VALUE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7D0AE69-5100-4C3B-AE73-2154548D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帶來強大能力，也帶來情緒價值</a:t>
            </a:r>
          </a:p>
        </p:txBody>
      </p:sp>
      <p:cxnSp>
        <p:nvCxnSpPr>
          <p:cNvPr id="24" name="shape-17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61">
            <a:extLst xmlns:a="http://schemas.openxmlformats.org/drawingml/2006/main">
              <a:ext uri="{FF2B5EF4-FFF2-40B4-BE49-F238E27FC236}">
                <a16:creationId xmlns:a16="http://schemas.microsoft.com/office/drawing/2014/main" id="{17EF2F36-3C31-48E6-A512-723AD388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7C3BBAA-3B37-4884-B24E-5276A6FC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48</a:t>
            </a:r>
          </a:p>
        </p:txBody>
      </p:sp>
      <p:sp>
        <p:nvSpPr>
          <p:cNvPr id="6" name="shape-1762">
            <a:extLst xmlns:a="http://schemas.openxmlformats.org/drawingml/2006/main">
              <a:ext uri="{FF2B5EF4-FFF2-40B4-BE49-F238E27FC236}">
                <a16:creationId xmlns:a16="http://schemas.microsoft.com/office/drawing/2014/main" id="{DBED5065-6F89-4E1D-9E4F-6FA9E313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763">
            <a:extLst xmlns:a="http://schemas.openxmlformats.org/drawingml/2006/main">
              <a:ext uri="{FF2B5EF4-FFF2-40B4-BE49-F238E27FC236}">
                <a16:creationId xmlns:a16="http://schemas.microsoft.com/office/drawing/2014/main" id="{810C936D-34C5-4505-8117-6F16DEC7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764">
            <a:extLst xmlns:a="http://schemas.openxmlformats.org/drawingml/2006/main">
              <a:ext uri="{FF2B5EF4-FFF2-40B4-BE49-F238E27FC236}">
                <a16:creationId xmlns:a16="http://schemas.microsoft.com/office/drawing/2014/main" id="{193B291C-CB54-49E6-90BD-D14FA32BC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不用先是主管</a:t>
            </a:r>
          </a:p>
        </p:txBody>
      </p:sp>
      <p:sp>
        <p:nvSpPr>
          <p:cNvPr id="9" name="text-1765">
            <a:extLst xmlns:a="http://schemas.openxmlformats.org/drawingml/2006/main">
              <a:ext uri="{FF2B5EF4-FFF2-40B4-BE49-F238E27FC236}">
                <a16:creationId xmlns:a16="http://schemas.microsoft.com/office/drawing/2014/main" id="{71D9A033-B5D6-42F9-B4E8-48A41A8B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即使是基層員工或教師，也能像一位很會分派工作的主管，指派任務、拆解工作與追蹤進度。</a:t>
            </a:r>
          </a:p>
        </p:txBody>
      </p:sp>
      <p:sp>
        <p:nvSpPr>
          <p:cNvPr id="10" name="shape-1766">
            <a:extLst xmlns:a="http://schemas.openxmlformats.org/drawingml/2006/main">
              <a:ext uri="{FF2B5EF4-FFF2-40B4-BE49-F238E27FC236}">
                <a16:creationId xmlns:a16="http://schemas.microsoft.com/office/drawing/2014/main" id="{3FF71848-02AC-4B3C-9C90-D5EE04784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767">
            <a:extLst xmlns:a="http://schemas.openxmlformats.org/drawingml/2006/main">
              <a:ext uri="{FF2B5EF4-FFF2-40B4-BE49-F238E27FC236}">
                <a16:creationId xmlns:a16="http://schemas.microsoft.com/office/drawing/2014/main" id="{54124681-B299-40AD-B3A6-564CE3A6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768">
            <a:extLst xmlns:a="http://schemas.openxmlformats.org/drawingml/2006/main">
              <a:ext uri="{FF2B5EF4-FFF2-40B4-BE49-F238E27FC236}">
                <a16:creationId xmlns:a16="http://schemas.microsoft.com/office/drawing/2014/main" id="{CB31081E-4F30-4DE2-8FC6-D17D2FE2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隨時回應與陪伴</a:t>
            </a:r>
          </a:p>
        </p:txBody>
      </p:sp>
      <p:sp>
        <p:nvSpPr>
          <p:cNvPr id="13" name="text-1769">
            <a:extLst xmlns:a="http://schemas.openxmlformats.org/drawingml/2006/main">
              <a:ext uri="{FF2B5EF4-FFF2-40B4-BE49-F238E27FC236}">
                <a16:creationId xmlns:a16="http://schemas.microsoft.com/office/drawing/2014/main" id="{9212D809-6C51-48C2-B1C0-637FC332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在使用者的體感中，AI 常能即時回應、鼓勵與陪伴，讓人覺得自己能完成好多事。</a:t>
            </a:r>
          </a:p>
        </p:txBody>
      </p:sp>
      <p:sp>
        <p:nvSpPr>
          <p:cNvPr id="14" name="shape-1770">
            <a:extLst xmlns:a="http://schemas.openxmlformats.org/drawingml/2006/main">
              <a:ext uri="{FF2B5EF4-FFF2-40B4-BE49-F238E27FC236}">
                <a16:creationId xmlns:a16="http://schemas.microsoft.com/office/drawing/2014/main" id="{4BACCF21-412F-4890-A502-CA37703F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771">
            <a:extLst xmlns:a="http://schemas.openxmlformats.org/drawingml/2006/main">
              <a:ext uri="{FF2B5EF4-FFF2-40B4-BE49-F238E27FC236}">
                <a16:creationId xmlns:a16="http://schemas.microsoft.com/office/drawing/2014/main" id="{0BCA0743-1D52-47C1-B661-4B600304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772">
            <a:extLst xmlns:a="http://schemas.openxmlformats.org/drawingml/2006/main">
              <a:ext uri="{FF2B5EF4-FFF2-40B4-BE49-F238E27FC236}">
                <a16:creationId xmlns:a16="http://schemas.microsoft.com/office/drawing/2014/main" id="{51895479-2F0F-4D17-B4BA-D947FA86C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正面回饋很有力量</a:t>
            </a:r>
          </a:p>
        </p:txBody>
      </p:sp>
      <p:sp>
        <p:nvSpPr>
          <p:cNvPr id="17" name="text-1773">
            <a:extLst xmlns:a="http://schemas.openxmlformats.org/drawingml/2006/main">
              <a:ext uri="{FF2B5EF4-FFF2-40B4-BE49-F238E27FC236}">
                <a16:creationId xmlns:a16="http://schemas.microsoft.com/office/drawing/2014/main" id="{FC784E12-D579-44B2-8B92-AAC2BCDF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它不會像真實同事一樣抱怨或離職；但「AI 永遠給正面情緒價值」是使用感受，不是無條件保證。</a:t>
            </a:r>
          </a:p>
        </p:txBody>
      </p:sp>
      <p:sp>
        <p:nvSpPr>
          <p:cNvPr id="18" name="shape-1774">
            <a:extLst xmlns:a="http://schemas.openxmlformats.org/drawingml/2006/main">
              <a:ext uri="{FF2B5EF4-FFF2-40B4-BE49-F238E27FC236}">
                <a16:creationId xmlns:a16="http://schemas.microsoft.com/office/drawing/2014/main" id="{FCC97DF2-0FD7-4BBB-8ADB-1194BC74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775">
            <a:extLst xmlns:a="http://schemas.openxmlformats.org/drawingml/2006/main">
              <a:ext uri="{FF2B5EF4-FFF2-40B4-BE49-F238E27FC236}">
                <a16:creationId xmlns:a16="http://schemas.microsoft.com/office/drawing/2014/main" id="{FD377728-B10D-4255-A52F-36CBC1DD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776">
            <a:extLst xmlns:a="http://schemas.openxmlformats.org/drawingml/2006/main">
              <a:ext uri="{FF2B5EF4-FFF2-40B4-BE49-F238E27FC236}">
                <a16:creationId xmlns:a16="http://schemas.microsoft.com/office/drawing/2014/main" id="{D5C65FD7-8515-4394-992E-1FF1B3A5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人仍要負責關係</a:t>
            </a:r>
          </a:p>
        </p:txBody>
      </p:sp>
      <p:sp>
        <p:nvSpPr>
          <p:cNvPr id="21" name="text-1777">
            <a:extLst xmlns:a="http://schemas.openxmlformats.org/drawingml/2006/main">
              <a:ext uri="{FF2B5EF4-FFF2-40B4-BE49-F238E27FC236}">
                <a16:creationId xmlns:a16="http://schemas.microsoft.com/office/drawing/2014/main" id="{5DA2F4E5-7D5A-4B51-9C61-5ACD13FF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 AI 當成工作夥伴，不把家人、同儕與專業判斷交給它代替。</a:t>
            </a:r>
          </a:p>
        </p:txBody>
      </p:sp>
    </p:spTree>
    <p:extLst>
      <p:ext uri="{BB962C8B-B14F-4D97-AF65-F5344CB8AC3E}">
        <p14:creationId xmlns:p14="http://schemas.microsoft.com/office/powerpoint/2010/main" val="2107947047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778">
            <a:extLst xmlns:a="http://schemas.openxmlformats.org/drawingml/2006/main">
              <a:ext uri="{FF2B5EF4-FFF2-40B4-BE49-F238E27FC236}">
                <a16:creationId xmlns:a16="http://schemas.microsoft.com/office/drawing/2014/main" id="{1DAFF1CC-CD22-4AAB-805F-97B6CDC9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TIME RETURNED TO LIFE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79A1FE-B3BA-4B51-A264-F159CD038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把省下的時間還給人生：素養教育的所在</a:t>
            </a:r>
          </a:p>
        </p:txBody>
      </p:sp>
      <p:cxnSp>
        <p:nvCxnSpPr>
          <p:cNvPr id="38" name="shape-177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780">
            <a:extLst xmlns:a="http://schemas.openxmlformats.org/drawingml/2006/main">
              <a:ext uri="{FF2B5EF4-FFF2-40B4-BE49-F238E27FC236}">
                <a16:creationId xmlns:a16="http://schemas.microsoft.com/office/drawing/2014/main" id="{F894A22A-7100-41D7-A9E5-E3CD2A83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3AEB828-13EF-450B-9F6D-4403B907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49</a:t>
            </a:r>
          </a:p>
        </p:txBody>
      </p:sp>
      <p:sp>
        <p:nvSpPr>
          <p:cNvPr id="6" name="shape-1781">
            <a:extLst xmlns:a="http://schemas.openxmlformats.org/drawingml/2006/main">
              <a:ext uri="{FF2B5EF4-FFF2-40B4-BE49-F238E27FC236}">
                <a16:creationId xmlns:a16="http://schemas.microsoft.com/office/drawing/2014/main" id="{F7FD3A3D-9A18-45D0-BDC8-30BD3641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shape-1782">
            <a:extLst xmlns:a="http://schemas.openxmlformats.org/drawingml/2006/main">
              <a:ext uri="{FF2B5EF4-FFF2-40B4-BE49-F238E27FC236}">
                <a16:creationId xmlns:a16="http://schemas.microsoft.com/office/drawing/2014/main" id="{7D70B375-4807-4032-8E9C-B53FE606D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783">
            <a:extLst xmlns:a="http://schemas.openxmlformats.org/drawingml/2006/main">
              <a:ext uri="{FF2B5EF4-FFF2-40B4-BE49-F238E27FC236}">
                <a16:creationId xmlns:a16="http://schemas.microsoft.com/office/drawing/2014/main" id="{68AB3676-6175-4560-89DC-3275E8DE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4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784">
            <a:extLst xmlns:a="http://schemas.openxmlformats.org/drawingml/2006/main">
              <a:ext uri="{FF2B5EF4-FFF2-40B4-BE49-F238E27FC236}">
                <a16:creationId xmlns:a16="http://schemas.microsoft.com/office/drawing/2014/main" id="{DA3EF5C8-4FBE-4721-AE3E-6E120791D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培養興趣</a:t>
            </a:r>
          </a:p>
        </p:txBody>
      </p:sp>
      <p:sp>
        <p:nvSpPr>
          <p:cNvPr id="10" name="text-1785">
            <a:extLst xmlns:a="http://schemas.openxmlformats.org/drawingml/2006/main">
              <a:ext uri="{FF2B5EF4-FFF2-40B4-BE49-F238E27FC236}">
                <a16:creationId xmlns:a16="http://schemas.microsoft.com/office/drawing/2014/main" id="{C669EEAC-371C-4D36-8F39-73EE3837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探索工作與教學之外，過去沒有時間嘗試的路。</a:t>
            </a:r>
          </a:p>
        </p:txBody>
      </p:sp>
      <p:sp>
        <p:nvSpPr>
          <p:cNvPr id="11" name="text-1786">
            <a:extLst xmlns:a="http://schemas.openxmlformats.org/drawingml/2006/main">
              <a:ext uri="{FF2B5EF4-FFF2-40B4-BE49-F238E27FC236}">
                <a16:creationId xmlns:a16="http://schemas.microsoft.com/office/drawing/2014/main" id="{932F17BB-76CC-4E29-A14E-C8973315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87">
            <a:extLst xmlns:a="http://schemas.openxmlformats.org/drawingml/2006/main">
              <a:ext uri="{FF2B5EF4-FFF2-40B4-BE49-F238E27FC236}">
                <a16:creationId xmlns:a16="http://schemas.microsoft.com/office/drawing/2014/main" id="{A054147C-9463-4DDD-8480-76269196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3" name="shape-1788">
            <a:extLst xmlns:a="http://schemas.openxmlformats.org/drawingml/2006/main">
              <a:ext uri="{FF2B5EF4-FFF2-40B4-BE49-F238E27FC236}">
                <a16:creationId xmlns:a16="http://schemas.microsoft.com/office/drawing/2014/main" id="{FF7A78AB-7C55-4C50-8D2F-2E349F47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789">
            <a:extLst xmlns:a="http://schemas.openxmlformats.org/drawingml/2006/main">
              <a:ext uri="{FF2B5EF4-FFF2-40B4-BE49-F238E27FC236}">
                <a16:creationId xmlns:a16="http://schemas.microsoft.com/office/drawing/2014/main" id="{32652D53-41E5-47C6-BF9B-2FE4783D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9F9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790">
            <a:extLst xmlns:a="http://schemas.openxmlformats.org/drawingml/2006/main">
              <a:ext uri="{FF2B5EF4-FFF2-40B4-BE49-F238E27FC236}">
                <a16:creationId xmlns:a16="http://schemas.microsoft.com/office/drawing/2014/main" id="{1554909B-BD47-41EA-8EEE-F5B749CC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陪伴家人</a:t>
            </a:r>
          </a:p>
        </p:txBody>
      </p:sp>
      <p:sp>
        <p:nvSpPr>
          <p:cNvPr id="16" name="text-1791">
            <a:extLst xmlns:a="http://schemas.openxmlformats.org/drawingml/2006/main">
              <a:ext uri="{FF2B5EF4-FFF2-40B4-BE49-F238E27FC236}">
                <a16:creationId xmlns:a16="http://schemas.microsoft.com/office/drawing/2014/main" id="{03D379FA-1C02-4EFC-AAB4-8CB7DEC0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陪伴孩子與家人，參與孩子的成長過程。</a:t>
            </a:r>
          </a:p>
        </p:txBody>
      </p:sp>
      <p:sp>
        <p:nvSpPr>
          <p:cNvPr id="17" name="text-1792">
            <a:extLst xmlns:a="http://schemas.openxmlformats.org/drawingml/2006/main">
              <a:ext uri="{FF2B5EF4-FFF2-40B4-BE49-F238E27FC236}">
                <a16:creationId xmlns:a16="http://schemas.microsoft.com/office/drawing/2014/main" id="{342ECE03-B274-4E23-85F9-2A9378B84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793">
            <a:extLst xmlns:a="http://schemas.openxmlformats.org/drawingml/2006/main">
              <a:ext uri="{FF2B5EF4-FFF2-40B4-BE49-F238E27FC236}">
                <a16:creationId xmlns:a16="http://schemas.microsoft.com/office/drawing/2014/main" id="{8574798B-F537-4381-B16F-6B405B1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shape-1794">
            <a:extLst xmlns:a="http://schemas.openxmlformats.org/drawingml/2006/main">
              <a:ext uri="{FF2B5EF4-FFF2-40B4-BE49-F238E27FC236}">
                <a16:creationId xmlns:a16="http://schemas.microsoft.com/office/drawing/2014/main" id="{6AA8B42A-DF0C-4254-ACDD-726201EE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795">
            <a:extLst xmlns:a="http://schemas.openxmlformats.org/drawingml/2006/main">
              <a:ext uri="{FF2B5EF4-FFF2-40B4-BE49-F238E27FC236}">
                <a16:creationId xmlns:a16="http://schemas.microsoft.com/office/drawing/2014/main" id="{6BE64D19-FFF2-484E-8C9D-9A679AFA2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64D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796">
            <a:extLst xmlns:a="http://schemas.openxmlformats.org/drawingml/2006/main">
              <a:ext uri="{FF2B5EF4-FFF2-40B4-BE49-F238E27FC236}">
                <a16:creationId xmlns:a16="http://schemas.microsoft.com/office/drawing/2014/main" id="{9BAB0E23-5161-49F8-80AC-504147E9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深入交流</a:t>
            </a:r>
          </a:p>
        </p:txBody>
      </p:sp>
      <p:sp>
        <p:nvSpPr>
          <p:cNvPr id="22" name="text-1797">
            <a:extLst xmlns:a="http://schemas.openxmlformats.org/drawingml/2006/main">
              <a:ext uri="{FF2B5EF4-FFF2-40B4-BE49-F238E27FC236}">
                <a16:creationId xmlns:a16="http://schemas.microsoft.com/office/drawing/2014/main" id="{1439C8A3-E536-460B-9E8D-CCF54671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和同儕、同事好好聊天，重新建立理解與信任。</a:t>
            </a:r>
          </a:p>
        </p:txBody>
      </p:sp>
      <p:sp>
        <p:nvSpPr>
          <p:cNvPr id="23" name="text-1798">
            <a:extLst xmlns:a="http://schemas.openxmlformats.org/drawingml/2006/main">
              <a:ext uri="{FF2B5EF4-FFF2-40B4-BE49-F238E27FC236}">
                <a16:creationId xmlns:a16="http://schemas.microsoft.com/office/drawing/2014/main" id="{0752FDEC-061B-4C8D-8AC9-88DF025AB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799">
            <a:extLst xmlns:a="http://schemas.openxmlformats.org/drawingml/2006/main">
              <a:ext uri="{FF2B5EF4-FFF2-40B4-BE49-F238E27FC236}">
                <a16:creationId xmlns:a16="http://schemas.microsoft.com/office/drawing/2014/main" id="{1D1D9108-ED7D-4E0D-A5C2-EB23AC99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5" name="shape-1800">
            <a:extLst xmlns:a="http://schemas.openxmlformats.org/drawingml/2006/main">
              <a:ext uri="{FF2B5EF4-FFF2-40B4-BE49-F238E27FC236}">
                <a16:creationId xmlns:a16="http://schemas.microsoft.com/office/drawing/2014/main" id="{E8BD5604-2E7D-4A79-807C-16FCBD58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801">
            <a:extLst xmlns:a="http://schemas.openxmlformats.org/drawingml/2006/main">
              <a:ext uri="{FF2B5EF4-FFF2-40B4-BE49-F238E27FC236}">
                <a16:creationId xmlns:a16="http://schemas.microsoft.com/office/drawing/2014/main" id="{7F63E252-8983-4DCE-A824-1E67C7CE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802">
            <a:extLst xmlns:a="http://schemas.openxmlformats.org/drawingml/2006/main">
              <a:ext uri="{FF2B5EF4-FFF2-40B4-BE49-F238E27FC236}">
                <a16:creationId xmlns:a16="http://schemas.microsoft.com/office/drawing/2014/main" id="{F7C81429-4D90-4E74-826A-02570E7C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發展志向</a:t>
            </a:r>
          </a:p>
        </p:txBody>
      </p:sp>
      <p:sp>
        <p:nvSpPr>
          <p:cNvPr id="28" name="text-1803">
            <a:extLst xmlns:a="http://schemas.openxmlformats.org/drawingml/2006/main">
              <a:ext uri="{FF2B5EF4-FFF2-40B4-BE49-F238E27FC236}">
                <a16:creationId xmlns:a16="http://schemas.microsoft.com/office/drawing/2014/main" id="{87B0EDF9-D9C1-466E-B278-63A5CFE1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把時間投入職涯發展、個人興趣與真正重要的目標。</a:t>
            </a:r>
          </a:p>
        </p:txBody>
      </p:sp>
      <p:sp>
        <p:nvSpPr>
          <p:cNvPr id="29" name="text-1804">
            <a:extLst xmlns:a="http://schemas.openxmlformats.org/drawingml/2006/main">
              <a:ext uri="{FF2B5EF4-FFF2-40B4-BE49-F238E27FC236}">
                <a16:creationId xmlns:a16="http://schemas.microsoft.com/office/drawing/2014/main" id="{15D5F85D-0439-4D6B-B4D1-A0E1905F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805">
            <a:extLst xmlns:a="http://schemas.openxmlformats.org/drawingml/2006/main">
              <a:ext uri="{FF2B5EF4-FFF2-40B4-BE49-F238E27FC236}">
                <a16:creationId xmlns:a16="http://schemas.microsoft.com/office/drawing/2014/main" id="{A51D209B-EC2D-4571-AA69-3A7D4402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shape-1806">
            <a:extLst xmlns:a="http://schemas.openxmlformats.org/drawingml/2006/main">
              <a:ext uri="{FF2B5EF4-FFF2-40B4-BE49-F238E27FC236}">
                <a16:creationId xmlns:a16="http://schemas.microsoft.com/office/drawing/2014/main" id="{A7579953-8A4E-4248-BAC2-32BA0CD7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807">
            <a:extLst xmlns:a="http://schemas.openxmlformats.org/drawingml/2006/main">
              <a:ext uri="{FF2B5EF4-FFF2-40B4-BE49-F238E27FC236}">
                <a16:creationId xmlns:a16="http://schemas.microsoft.com/office/drawing/2014/main" id="{995E67B8-B614-4CC6-91F2-EA881FAB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808">
            <a:extLst xmlns:a="http://schemas.openxmlformats.org/drawingml/2006/main">
              <a:ext uri="{FF2B5EF4-FFF2-40B4-BE49-F238E27FC236}">
                <a16:creationId xmlns:a16="http://schemas.microsoft.com/office/drawing/2014/main" id="{EA701D30-1DF3-473B-91A9-BC08179BF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內化成生活</a:t>
            </a:r>
          </a:p>
        </p:txBody>
      </p:sp>
      <p:sp>
        <p:nvSpPr>
          <p:cNvPr id="34" name="text-1809">
            <a:extLst xmlns:a="http://schemas.openxmlformats.org/drawingml/2006/main">
              <a:ext uri="{FF2B5EF4-FFF2-40B4-BE49-F238E27FC236}">
                <a16:creationId xmlns:a16="http://schemas.microsoft.com/office/drawing/2014/main" id="{59524703-ACA2-4533-83B3-0A8C26CC2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讓 AI 能力服務人的關係、成長與人生意義。</a:t>
            </a:r>
          </a:p>
        </p:txBody>
      </p:sp>
      <p:sp>
        <p:nvSpPr>
          <p:cNvPr id="35" name="text-1810">
            <a:extLst xmlns:a="http://schemas.openxmlformats.org/drawingml/2006/main">
              <a:ext uri="{FF2B5EF4-FFF2-40B4-BE49-F238E27FC236}">
                <a16:creationId xmlns:a16="http://schemas.microsoft.com/office/drawing/2014/main" id="{8C42D959-BB13-4C76-BF91-9D15F90C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144652083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0F4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1811">
            <a:extLst xmlns:a="http://schemas.openxmlformats.org/drawingml/2006/main">
              <a:ext uri="{FF2B5EF4-FFF2-40B4-BE49-F238E27FC236}">
                <a16:creationId xmlns:a16="http://schemas.microsoft.com/office/drawing/2014/main" id="{54B17766-B49C-439B-961F-C22B5E40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1B64DA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55D2C99-D7BD-4A74-A553-279E4E73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41" name="shape-181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CD8E5"/>
            </a:solidFill>
            <a:prstDash val="solid"/>
          </a:ln>
        </p:spPr>
      </p:cxnSp>
      <p:sp>
        <p:nvSpPr>
          <p:cNvPr id="4" name="text-1813">
            <a:extLst xmlns:a="http://schemas.openxmlformats.org/drawingml/2006/main">
              <a:ext uri="{FF2B5EF4-FFF2-40B4-BE49-F238E27FC236}">
                <a16:creationId xmlns:a16="http://schemas.microsoft.com/office/drawing/2014/main" id="{E34FCD08-BC55-4717-AA7B-7EEDE075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E84D40-752F-491B-B8F0-2D5AB068F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486581"/>
                </a:solidFill>
                <a:latin typeface="Noto Sans TC"/>
                <a:ea typeface="Noto Sans TC"/>
                <a:cs typeface="Noto Sans TC"/>
              </a:rPr>
              <a:t>50</a:t>
            </a:r>
          </a:p>
        </p:txBody>
      </p:sp>
      <p:sp>
        <p:nvSpPr>
          <p:cNvPr id="6" name="shape-1814">
            <a:extLst xmlns:a="http://schemas.openxmlformats.org/drawingml/2006/main">
              <a:ext uri="{FF2B5EF4-FFF2-40B4-BE49-F238E27FC236}">
                <a16:creationId xmlns:a16="http://schemas.microsoft.com/office/drawing/2014/main" id="{552BFA55-33DF-42E3-9A72-E4155528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7" name="text-1815">
            <a:extLst xmlns:a="http://schemas.openxmlformats.org/drawingml/2006/main">
              <a:ext uri="{FF2B5EF4-FFF2-40B4-BE49-F238E27FC236}">
                <a16:creationId xmlns:a16="http://schemas.microsoft.com/office/drawing/2014/main" id="{0AADC478-2259-4F15-87A7-B9753A91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1816">
            <a:extLst xmlns:a="http://schemas.openxmlformats.org/drawingml/2006/main">
              <a:ext uri="{FF2B5EF4-FFF2-40B4-BE49-F238E27FC236}">
                <a16:creationId xmlns:a16="http://schemas.microsoft.com/office/drawing/2014/main" id="{7B3B0CA9-81C9-4F0D-AD28-A0E456A2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b017f275f23b449d"/>
              </a:rPr>
              <a:t>../START_HERE_研習資源導航.html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770b1b5b14b22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1817">
            <a:extLst xmlns:a="http://schemas.openxmlformats.org/drawingml/2006/main">
              <a:ext uri="{FF2B5EF4-FFF2-40B4-BE49-F238E27FC236}">
                <a16:creationId xmlns:a16="http://schemas.microsoft.com/office/drawing/2014/main" id="{2F67BF41-B83F-48B2-904B-4036CD38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1" name="text-1818">
            <a:extLst xmlns:a="http://schemas.openxmlformats.org/drawingml/2006/main">
              <a:ext uri="{FF2B5EF4-FFF2-40B4-BE49-F238E27FC236}">
                <a16:creationId xmlns:a16="http://schemas.microsoft.com/office/drawing/2014/main" id="{47C8AA28-9FE8-4901-8F15-8274D8CF9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1819">
            <a:extLst xmlns:a="http://schemas.openxmlformats.org/drawingml/2006/main">
              <a:ext uri="{FF2B5EF4-FFF2-40B4-BE49-F238E27FC236}">
                <a16:creationId xmlns:a16="http://schemas.microsoft.com/office/drawing/2014/main" id="{17E01315-7291-4112-BC7D-AC7476C7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fd35fc2c92054089"/>
              </a:rPr>
              <a:t>https://antigravity.google/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8d7266baba4989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1820">
            <a:extLst xmlns:a="http://schemas.openxmlformats.org/drawingml/2006/main">
              <a:ext uri="{FF2B5EF4-FFF2-40B4-BE49-F238E27FC236}">
                <a16:creationId xmlns:a16="http://schemas.microsoft.com/office/drawing/2014/main" id="{12AB13A8-C9A1-4845-A298-28A01437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5" name="text-1821">
            <a:extLst xmlns:a="http://schemas.openxmlformats.org/drawingml/2006/main">
              <a:ext uri="{FF2B5EF4-FFF2-40B4-BE49-F238E27FC236}">
                <a16:creationId xmlns:a16="http://schemas.microsoft.com/office/drawing/2014/main" id="{C74D3BBE-3ABD-4609-8737-C60068DC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1822">
            <a:extLst xmlns:a="http://schemas.openxmlformats.org/drawingml/2006/main">
              <a:ext uri="{FF2B5EF4-FFF2-40B4-BE49-F238E27FC236}">
                <a16:creationId xmlns:a16="http://schemas.microsoft.com/office/drawing/2014/main" id="{9D915F3D-BE5E-4DAD-AA41-BC71C423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195aea9dd35450c"/>
              </a:rPr>
              <a:t>https://chatgpt.com/codex/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eae2cfd32f434a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1823">
            <a:extLst xmlns:a="http://schemas.openxmlformats.org/drawingml/2006/main">
              <a:ext uri="{FF2B5EF4-FFF2-40B4-BE49-F238E27FC236}">
                <a16:creationId xmlns:a16="http://schemas.microsoft.com/office/drawing/2014/main" id="{259B3A14-B972-4FB2-957A-2BB2B6E0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19" name="text-1824">
            <a:extLst xmlns:a="http://schemas.openxmlformats.org/drawingml/2006/main">
              <a:ext uri="{FF2B5EF4-FFF2-40B4-BE49-F238E27FC236}">
                <a16:creationId xmlns:a16="http://schemas.microsoft.com/office/drawing/2014/main" id="{5F3C3860-DF24-4044-AFF5-08FE9DE1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開啟 Claude</a:t>
            </a:r>
          </a:p>
        </p:txBody>
      </p:sp>
      <p:sp>
        <p:nvSpPr>
          <p:cNvPr id="20" name="text-1825">
            <a:extLst xmlns:a="http://schemas.openxmlformats.org/drawingml/2006/main">
              <a:ext uri="{FF2B5EF4-FFF2-40B4-BE49-F238E27FC236}">
                <a16:creationId xmlns:a16="http://schemas.microsoft.com/office/drawing/2014/main" id="{C26976F3-8DFE-408C-B533-80434437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f59d7c34069143f8"/>
              </a:rPr>
              <a:t>https://claude.ai/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e4c45dab8f4701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1826">
            <a:extLst xmlns:a="http://schemas.openxmlformats.org/drawingml/2006/main">
              <a:ext uri="{FF2B5EF4-FFF2-40B4-BE49-F238E27FC236}">
                <a16:creationId xmlns:a16="http://schemas.microsoft.com/office/drawing/2014/main" id="{71AE778E-1F49-48A2-B9F2-5EEE55FF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3" name="text-1827">
            <a:extLst xmlns:a="http://schemas.openxmlformats.org/drawingml/2006/main">
              <a:ext uri="{FF2B5EF4-FFF2-40B4-BE49-F238E27FC236}">
                <a16:creationId xmlns:a16="http://schemas.microsoft.com/office/drawing/2014/main" id="{6D50684B-7E28-42DD-86E8-24FF8FED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4" name="text-1828">
            <a:extLst xmlns:a="http://schemas.openxmlformats.org/drawingml/2006/main">
              <a:ext uri="{FF2B5EF4-FFF2-40B4-BE49-F238E27FC236}">
                <a16:creationId xmlns:a16="http://schemas.microsoft.com/office/drawing/2014/main" id="{D49CB501-C5BA-4D44-8FFC-57C2EBFA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626d08a8d5034a47"/>
              </a:rPr>
              <a:t>https://codelabs.developers.google.com/getting-started-with-antigravity-skills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f68a7172b54d84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1829">
            <a:extLst xmlns:a="http://schemas.openxmlformats.org/drawingml/2006/main">
              <a:ext uri="{FF2B5EF4-FFF2-40B4-BE49-F238E27FC236}">
                <a16:creationId xmlns:a16="http://schemas.microsoft.com/office/drawing/2014/main" id="{5114E078-FA8C-4D30-B82C-C5156241E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27" name="text-1830">
            <a:extLst xmlns:a="http://schemas.openxmlformats.org/drawingml/2006/main">
              <a:ext uri="{FF2B5EF4-FFF2-40B4-BE49-F238E27FC236}">
                <a16:creationId xmlns:a16="http://schemas.microsoft.com/office/drawing/2014/main" id="{5ED242F2-80CC-4EF4-8A0C-FD004F25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提示詞快捷面板（同資料夾）</a:t>
            </a:r>
          </a:p>
        </p:txBody>
      </p:sp>
      <p:sp>
        <p:nvSpPr>
          <p:cNvPr id="28" name="text-1831">
            <a:extLst xmlns:a="http://schemas.openxmlformats.org/drawingml/2006/main">
              <a:ext uri="{FF2B5EF4-FFF2-40B4-BE49-F238E27FC236}">
                <a16:creationId xmlns:a16="http://schemas.microsoft.com/office/drawing/2014/main" id="{9DD9F0A8-4553-44CF-B60E-10A2E8EDE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df77f685e4e349e6"/>
              </a:rPr>
              <a:t>../04_實作工具/提示詞快捷面板_研習用.html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b4a9bcddf41aa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1832">
            <a:extLst xmlns:a="http://schemas.openxmlformats.org/drawingml/2006/main">
              <a:ext uri="{FF2B5EF4-FFF2-40B4-BE49-F238E27FC236}">
                <a16:creationId xmlns:a16="http://schemas.microsoft.com/office/drawing/2014/main" id="{367E7788-316F-41D9-A3D1-ACB3EAF3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1" name="text-1833">
            <a:extLst xmlns:a="http://schemas.openxmlformats.org/drawingml/2006/main">
              <a:ext uri="{FF2B5EF4-FFF2-40B4-BE49-F238E27FC236}">
                <a16:creationId xmlns:a16="http://schemas.microsoft.com/office/drawing/2014/main" id="{41D32F71-0B05-4539-BA54-59A4E532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32" name="text-1834">
            <a:extLst xmlns:a="http://schemas.openxmlformats.org/drawingml/2006/main">
              <a:ext uri="{FF2B5EF4-FFF2-40B4-BE49-F238E27FC236}">
                <a16:creationId xmlns:a16="http://schemas.microsoft.com/office/drawing/2014/main" id="{C9C61ED6-FAB1-4130-9255-4987D37D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06fb065efdf4130"/>
              </a:rPr>
              <a:t>https://cagoooo.github.io/Akai/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32114f29784f2c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1835">
            <a:extLst xmlns:a="http://schemas.openxmlformats.org/drawingml/2006/main">
              <a:ext uri="{FF2B5EF4-FFF2-40B4-BE49-F238E27FC236}">
                <a16:creationId xmlns:a16="http://schemas.microsoft.com/office/drawing/2014/main" id="{AE075873-67D0-43A8-9B8E-C29A3C21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8E5"/>
            </a:solidFill>
            <a:prstDash val="solid"/>
          </a:ln>
        </p:spPr>
      </p:sp>
      <p:sp>
        <p:nvSpPr>
          <p:cNvPr id="35" name="text-1836">
            <a:extLst xmlns:a="http://schemas.openxmlformats.org/drawingml/2006/main">
              <a:ext uri="{FF2B5EF4-FFF2-40B4-BE49-F238E27FC236}">
                <a16:creationId xmlns:a16="http://schemas.microsoft.com/office/drawing/2014/main" id="{80E2563D-2D9B-4E43-BF87-09EA64EA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36" name="text-1837">
            <a:extLst xmlns:a="http://schemas.openxmlformats.org/drawingml/2006/main">
              <a:ext uri="{FF2B5EF4-FFF2-40B4-BE49-F238E27FC236}">
                <a16:creationId xmlns:a16="http://schemas.microsoft.com/office/drawing/2014/main" id="{2291139B-2E61-4821-8F68-2E534541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1B64DA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92460f9a9cc94c40"/>
              </a:rPr>
              <a:t>https://www.iea.nl/sites/default/files/2025-10/GA66_PIRLS%202026.pdf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23f3fb56384bd6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text-1838">
            <a:extLst xmlns:a="http://schemas.openxmlformats.org/drawingml/2006/main">
              <a:ext uri="{FF2B5EF4-FFF2-40B4-BE49-F238E27FC236}">
                <a16:creationId xmlns:a16="http://schemas.microsoft.com/office/drawing/2014/main" id="{EAFDE444-FC0B-4C31-8D21-5CB9D00B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62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0F1E2E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1615086514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F1E2E"/>
      </a:dk1>
      <a:lt1>
        <a:srgbClr val="FFFFFF"/>
      </a:lt1>
      <a:dk2>
        <a:srgbClr val="F0F4F8"/>
      </a:dk2>
      <a:lt2>
        <a:srgbClr val="E2EDF8"/>
      </a:lt2>
      <a:accent1>
        <a:srgbClr val="1B64DA"/>
      </a:accent1>
      <a:accent2>
        <a:srgbClr val="FF6B4A"/>
      </a:accent2>
      <a:accent3>
        <a:srgbClr val="0E9F94"/>
      </a:accent3>
      <a:accent4>
        <a:srgbClr val="6366F1"/>
      </a:accent4>
      <a:accent5>
        <a:srgbClr val="F59E0B"/>
      </a:accent5>
      <a:accent6>
        <a:srgbClr val="10B981"/>
      </a:accent6>
      <a:hlink>
        <a:srgbClr val="1B64DA"/>
      </a:hlink>
      <a:folHlink>
        <a:srgbClr val="6366F1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2026-08-21T06:49:55.1460000Z</dcterms:created>
  <dcterms:modified xsi:type="dcterms:W3CDTF">2026-08-21T06:49:55.1460000Z</dcterms:modified>
</coreProperties>
</file>