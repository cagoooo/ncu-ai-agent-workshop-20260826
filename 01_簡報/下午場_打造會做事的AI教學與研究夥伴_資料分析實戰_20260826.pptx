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0333b6bff84cce" /><Relationship Type="http://schemas.openxmlformats.org/officeDocument/2006/relationships/extended-properties" Target="/docProps/app.xml" Id="R3cf47029f62f494c" /><Relationship Type="http://schemas.openxmlformats.org/officeDocument/2006/relationships/officeDocument" Target="/ppt/presentation.xml" Id="Rc3afa171f6cd44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f0881f10f24d31"/>
  </p:sldMasterIdLst>
  <p:notesMasterIdLst>
    <p:notesMasterId xmlns:r="http://schemas.openxmlformats.org/officeDocument/2006/relationships" r:id="Rafa8a01c3f7e44c9"/>
  </p:notesMasterIdLst>
  <p:sldIdLst>
    <p:sldId xmlns:r="http://schemas.openxmlformats.org/officeDocument/2006/relationships" id="256" r:id="R9f6de0709be043db"/>
    <p:sldId xmlns:r="http://schemas.openxmlformats.org/officeDocument/2006/relationships" id="257" r:id="Recc8e392ab524289"/>
    <p:sldId xmlns:r="http://schemas.openxmlformats.org/officeDocument/2006/relationships" id="258" r:id="Rc6cd77d91c4c431a"/>
    <p:sldId xmlns:r="http://schemas.openxmlformats.org/officeDocument/2006/relationships" id="259" r:id="Rff876e95c6bd4363"/>
    <p:sldId xmlns:r="http://schemas.openxmlformats.org/officeDocument/2006/relationships" id="260" r:id="R65f55fa9bd634316"/>
    <p:sldId xmlns:r="http://schemas.openxmlformats.org/officeDocument/2006/relationships" id="261" r:id="Rd2fb7e93ad604da6"/>
    <p:sldId xmlns:r="http://schemas.openxmlformats.org/officeDocument/2006/relationships" id="262" r:id="R80ad8264e97f42e4"/>
    <p:sldId xmlns:r="http://schemas.openxmlformats.org/officeDocument/2006/relationships" id="263" r:id="R871a6893484a4a84"/>
    <p:sldId xmlns:r="http://schemas.openxmlformats.org/officeDocument/2006/relationships" id="264" r:id="Ra6c0fb145d544b34"/>
    <p:sldId xmlns:r="http://schemas.openxmlformats.org/officeDocument/2006/relationships" id="265" r:id="Rac6f5bf90d6e4ae1"/>
    <p:sldId xmlns:r="http://schemas.openxmlformats.org/officeDocument/2006/relationships" id="266" r:id="R23ec08381b3340f3"/>
    <p:sldId xmlns:r="http://schemas.openxmlformats.org/officeDocument/2006/relationships" id="267" r:id="R8af1d73b6f2e4163"/>
    <p:sldId xmlns:r="http://schemas.openxmlformats.org/officeDocument/2006/relationships" id="268" r:id="Rdde2713c218149ed"/>
    <p:sldId xmlns:r="http://schemas.openxmlformats.org/officeDocument/2006/relationships" id="269" r:id="R8ff338258dd042f1"/>
    <p:sldId xmlns:r="http://schemas.openxmlformats.org/officeDocument/2006/relationships" id="270" r:id="R03a7e15386ed4a32"/>
    <p:sldId xmlns:r="http://schemas.openxmlformats.org/officeDocument/2006/relationships" id="271" r:id="R1f91c6479f7b4cf2"/>
    <p:sldId xmlns:r="http://schemas.openxmlformats.org/officeDocument/2006/relationships" id="272" r:id="R87e070bfa3a94bff"/>
    <p:sldId xmlns:r="http://schemas.openxmlformats.org/officeDocument/2006/relationships" id="273" r:id="Re403817cdf9048d2"/>
    <p:sldId xmlns:r="http://schemas.openxmlformats.org/officeDocument/2006/relationships" id="274" r:id="Re3c0f71751ba4354"/>
    <p:sldId xmlns:r="http://schemas.openxmlformats.org/officeDocument/2006/relationships" id="275" r:id="R33fab01804d9450f"/>
    <p:sldId xmlns:r="http://schemas.openxmlformats.org/officeDocument/2006/relationships" id="276" r:id="R5e0269cdf92c4ed4"/>
    <p:sldId xmlns:r="http://schemas.openxmlformats.org/officeDocument/2006/relationships" id="277" r:id="R5ffb895c84b346d2"/>
    <p:sldId xmlns:r="http://schemas.openxmlformats.org/officeDocument/2006/relationships" id="278" r:id="R18ea2ceda2244782"/>
    <p:sldId xmlns:r="http://schemas.openxmlformats.org/officeDocument/2006/relationships" id="279" r:id="R09010620e3ed4520"/>
    <p:sldId xmlns:r="http://schemas.openxmlformats.org/officeDocument/2006/relationships" id="280" r:id="R7a58e9ab188b47f2"/>
    <p:sldId xmlns:r="http://schemas.openxmlformats.org/officeDocument/2006/relationships" id="281" r:id="R5ed2bcabaf544612"/>
    <p:sldId xmlns:r="http://schemas.openxmlformats.org/officeDocument/2006/relationships" id="282" r:id="Rd066ccd34e374d46"/>
    <p:sldId xmlns:r="http://schemas.openxmlformats.org/officeDocument/2006/relationships" id="283" r:id="R76d7b8c14cbc46fd"/>
    <p:sldId xmlns:r="http://schemas.openxmlformats.org/officeDocument/2006/relationships" id="284" r:id="Ra07009c52ffc4455"/>
    <p:sldId xmlns:r="http://schemas.openxmlformats.org/officeDocument/2006/relationships" id="285" r:id="R2edb86c81cf0446b"/>
    <p:sldId xmlns:r="http://schemas.openxmlformats.org/officeDocument/2006/relationships" id="286" r:id="R5f5906d6dfd54075"/>
    <p:sldId xmlns:r="http://schemas.openxmlformats.org/officeDocument/2006/relationships" id="287" r:id="Rb2cb5a5aa5344258"/>
    <p:sldId xmlns:r="http://schemas.openxmlformats.org/officeDocument/2006/relationships" id="288" r:id="R8f6c49728f084c0f"/>
    <p:sldId xmlns:r="http://schemas.openxmlformats.org/officeDocument/2006/relationships" id="289" r:id="R91712c6685244283"/>
    <p:sldId xmlns:r="http://schemas.openxmlformats.org/officeDocument/2006/relationships" id="290" r:id="R7c5052ca8f174b7e"/>
    <p:sldId xmlns:r="http://schemas.openxmlformats.org/officeDocument/2006/relationships" id="291" r:id="R0aabbcbc3c054a77"/>
    <p:sldId xmlns:r="http://schemas.openxmlformats.org/officeDocument/2006/relationships" id="292" r:id="Rb9e7879705d945ac"/>
    <p:sldId xmlns:r="http://schemas.openxmlformats.org/officeDocument/2006/relationships" id="293" r:id="R1ea963ef4ce3439e"/>
    <p:sldId xmlns:r="http://schemas.openxmlformats.org/officeDocument/2006/relationships" id="294" r:id="Rc54e0e5ba53f48fd"/>
    <p:sldId xmlns:r="http://schemas.openxmlformats.org/officeDocument/2006/relationships" id="295" r:id="R9ddc6e4d3cb5441a"/>
    <p:sldId xmlns:r="http://schemas.openxmlformats.org/officeDocument/2006/relationships" id="296" r:id="R815b6e1e293a48fe"/>
    <p:sldId xmlns:r="http://schemas.openxmlformats.org/officeDocument/2006/relationships" id="297" r:id="R62d4258056e5499f"/>
    <p:sldId xmlns:r="http://schemas.openxmlformats.org/officeDocument/2006/relationships" id="298" r:id="Rce3afbd91e384385"/>
    <p:sldId xmlns:r="http://schemas.openxmlformats.org/officeDocument/2006/relationships" id="299" r:id="Rbb14cd4e699c46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a91aa7f61b4e4a" /><Relationship Type="http://schemas.openxmlformats.org/officeDocument/2006/relationships/slideMaster" Target="/ppt/slideMasters/slideMaster1.xml" Id="R74f0881f10f24d31" /><Relationship Type="http://schemas.openxmlformats.org/officeDocument/2006/relationships/notesMaster" Target="/ppt/notesMasters/notesMaster1.xml" Id="Rafa8a01c3f7e44c9" /><Relationship Type="http://schemas.openxmlformats.org/officeDocument/2006/relationships/presProps" Target="/ppt/presProps.xml" Id="R942bc292a1314c39" /><Relationship Type="http://schemas.openxmlformats.org/officeDocument/2006/relationships/tableStyles" Target="/ppt/tableStyles.xml" Id="Reec4492715664af4" /><Relationship Type="http://schemas.openxmlformats.org/officeDocument/2006/relationships/slide" Target="/ppt/slides/slide1.xml" Id="R9f6de0709be043db" /><Relationship Type="http://schemas.openxmlformats.org/officeDocument/2006/relationships/slide" Target="/ppt/slides/slide2.xml" Id="Recc8e392ab524289" /><Relationship Type="http://schemas.openxmlformats.org/officeDocument/2006/relationships/slide" Target="/ppt/slides/slide3.xml" Id="Rc6cd77d91c4c431a" /><Relationship Type="http://schemas.openxmlformats.org/officeDocument/2006/relationships/slide" Target="/ppt/slides/slide4.xml" Id="Rff876e95c6bd4363" /><Relationship Type="http://schemas.openxmlformats.org/officeDocument/2006/relationships/slide" Target="/ppt/slides/slide5.xml" Id="R65f55fa9bd634316" /><Relationship Type="http://schemas.openxmlformats.org/officeDocument/2006/relationships/slide" Target="/ppt/slides/slide6.xml" Id="Rd2fb7e93ad604da6" /><Relationship Type="http://schemas.openxmlformats.org/officeDocument/2006/relationships/slide" Target="/ppt/slides/slide7.xml" Id="R80ad8264e97f42e4" /><Relationship Type="http://schemas.openxmlformats.org/officeDocument/2006/relationships/slide" Target="/ppt/slides/slide8.xml" Id="R871a6893484a4a84" /><Relationship Type="http://schemas.openxmlformats.org/officeDocument/2006/relationships/slide" Target="/ppt/slides/slide9.xml" Id="Ra6c0fb145d544b34" /><Relationship Type="http://schemas.openxmlformats.org/officeDocument/2006/relationships/slide" Target="/ppt/slides/slide10.xml" Id="Rac6f5bf90d6e4ae1" /><Relationship Type="http://schemas.openxmlformats.org/officeDocument/2006/relationships/slide" Target="/ppt/slides/slide11.xml" Id="R23ec08381b3340f3" /><Relationship Type="http://schemas.openxmlformats.org/officeDocument/2006/relationships/slide" Target="/ppt/slides/slide12.xml" Id="R8af1d73b6f2e4163" /><Relationship Type="http://schemas.openxmlformats.org/officeDocument/2006/relationships/slide" Target="/ppt/slides/slide13.xml" Id="Rdde2713c218149ed" /><Relationship Type="http://schemas.openxmlformats.org/officeDocument/2006/relationships/slide" Target="/ppt/slides/slide14.xml" Id="R8ff338258dd042f1" /><Relationship Type="http://schemas.openxmlformats.org/officeDocument/2006/relationships/slide" Target="/ppt/slides/slide15.xml" Id="R03a7e15386ed4a32" /><Relationship Type="http://schemas.openxmlformats.org/officeDocument/2006/relationships/slide" Target="/ppt/slides/slide16.xml" Id="R1f91c6479f7b4cf2" /><Relationship Type="http://schemas.openxmlformats.org/officeDocument/2006/relationships/slide" Target="/ppt/slides/slide17.xml" Id="R87e070bfa3a94bff" /><Relationship Type="http://schemas.openxmlformats.org/officeDocument/2006/relationships/slide" Target="/ppt/slides/slide18.xml" Id="Re403817cdf9048d2" /><Relationship Type="http://schemas.openxmlformats.org/officeDocument/2006/relationships/slide" Target="/ppt/slides/slide19.xml" Id="Re3c0f71751ba4354" /><Relationship Type="http://schemas.openxmlformats.org/officeDocument/2006/relationships/slide" Target="/ppt/slides/slide20.xml" Id="R33fab01804d9450f" /><Relationship Type="http://schemas.openxmlformats.org/officeDocument/2006/relationships/slide" Target="/ppt/slides/slide21.xml" Id="R5e0269cdf92c4ed4" /><Relationship Type="http://schemas.openxmlformats.org/officeDocument/2006/relationships/slide" Target="/ppt/slides/slide22.xml" Id="R5ffb895c84b346d2" /><Relationship Type="http://schemas.openxmlformats.org/officeDocument/2006/relationships/slide" Target="/ppt/slides/slide23.xml" Id="R18ea2ceda2244782" /><Relationship Type="http://schemas.openxmlformats.org/officeDocument/2006/relationships/slide" Target="/ppt/slides/slide24.xml" Id="R09010620e3ed4520" /><Relationship Type="http://schemas.openxmlformats.org/officeDocument/2006/relationships/slide" Target="/ppt/slides/slide25.xml" Id="R7a58e9ab188b47f2" /><Relationship Type="http://schemas.openxmlformats.org/officeDocument/2006/relationships/slide" Target="/ppt/slides/slide26.xml" Id="R5ed2bcabaf544612" /><Relationship Type="http://schemas.openxmlformats.org/officeDocument/2006/relationships/slide" Target="/ppt/slides/slide27.xml" Id="Rd066ccd34e374d46" /><Relationship Type="http://schemas.openxmlformats.org/officeDocument/2006/relationships/slide" Target="/ppt/slides/slide28.xml" Id="R76d7b8c14cbc46fd" /><Relationship Type="http://schemas.openxmlformats.org/officeDocument/2006/relationships/slide" Target="/ppt/slides/slide29.xml" Id="Ra07009c52ffc4455" /><Relationship Type="http://schemas.openxmlformats.org/officeDocument/2006/relationships/slide" Target="/ppt/slides/slide30.xml" Id="R2edb86c81cf0446b" /><Relationship Type="http://schemas.openxmlformats.org/officeDocument/2006/relationships/slide" Target="/ppt/slides/slide31.xml" Id="R5f5906d6dfd54075" /><Relationship Type="http://schemas.openxmlformats.org/officeDocument/2006/relationships/slide" Target="/ppt/slides/slide32.xml" Id="Rb2cb5a5aa5344258" /><Relationship Type="http://schemas.openxmlformats.org/officeDocument/2006/relationships/slide" Target="/ppt/slides/slide33.xml" Id="R8f6c49728f084c0f" /><Relationship Type="http://schemas.openxmlformats.org/officeDocument/2006/relationships/slide" Target="/ppt/slides/slide34.xml" Id="R91712c6685244283" /><Relationship Type="http://schemas.openxmlformats.org/officeDocument/2006/relationships/slide" Target="/ppt/slides/slide35.xml" Id="R7c5052ca8f174b7e" /><Relationship Type="http://schemas.openxmlformats.org/officeDocument/2006/relationships/slide" Target="/ppt/slides/slide36.xml" Id="R0aabbcbc3c054a77" /><Relationship Type="http://schemas.openxmlformats.org/officeDocument/2006/relationships/slide" Target="/ppt/slides/slide37.xml" Id="Rb9e7879705d945ac" /><Relationship Type="http://schemas.openxmlformats.org/officeDocument/2006/relationships/slide" Target="/ppt/slides/slide38.xml" Id="R1ea963ef4ce3439e" /><Relationship Type="http://schemas.openxmlformats.org/officeDocument/2006/relationships/slide" Target="/ppt/slides/slide39.xml" Id="Rc54e0e5ba53f48fd" /><Relationship Type="http://schemas.openxmlformats.org/officeDocument/2006/relationships/slide" Target="/ppt/slides/slide40.xml" Id="R9ddc6e4d3cb5441a" /><Relationship Type="http://schemas.openxmlformats.org/officeDocument/2006/relationships/slide" Target="/ppt/slides/slide41.xml" Id="R815b6e1e293a48fe" /><Relationship Type="http://schemas.openxmlformats.org/officeDocument/2006/relationships/slide" Target="/ppt/slides/slide42.xml" Id="R62d4258056e5499f" /><Relationship Type="http://schemas.openxmlformats.org/officeDocument/2006/relationships/slide" Target="/ppt/slides/slide43.xml" Id="Rce3afbd91e384385" /><Relationship Type="http://schemas.openxmlformats.org/officeDocument/2006/relationships/slide" Target="/ppt/slides/slide44.xml" Id="Rbb14cd4e699c46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d8eb48b2b647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2b3cd8c90f4457" /><Relationship Type="http://schemas.openxmlformats.org/officeDocument/2006/relationships/notesMaster" Target="/ppt/notesMasters/notesMaster1.xml" Id="R4c5b27c38ad645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20c4f81b34c72" /><Relationship Type="http://schemas.openxmlformats.org/officeDocument/2006/relationships/notesMaster" Target="/ppt/notesMasters/notesMaster1.xml" Id="Ra5736987b35c43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78d0f31d8f4520" /><Relationship Type="http://schemas.openxmlformats.org/officeDocument/2006/relationships/notesMaster" Target="/ppt/notesMasters/notesMaster1.xml" Id="Rd70ef65bde7d4a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a2bd5fc9dc4d9e" /><Relationship Type="http://schemas.openxmlformats.org/officeDocument/2006/relationships/notesMaster" Target="/ppt/notesMasters/notesMaster1.xml" Id="Rf94c6fb796e748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d0a9bdde1d4f66" /><Relationship Type="http://schemas.openxmlformats.org/officeDocument/2006/relationships/notesMaster" Target="/ppt/notesMasters/notesMaster1.xml" Id="R1e67258930d041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1153fb10d34e53" /><Relationship Type="http://schemas.openxmlformats.org/officeDocument/2006/relationships/notesMaster" Target="/ppt/notesMasters/notesMaster1.xml" Id="R14886cfcd9a249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ac0fc32492498c" /><Relationship Type="http://schemas.openxmlformats.org/officeDocument/2006/relationships/notesMaster" Target="/ppt/notesMasters/notesMaster1.xml" Id="R75d775c328354c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827e2236044929" /><Relationship Type="http://schemas.openxmlformats.org/officeDocument/2006/relationships/notesMaster" Target="/ppt/notesMasters/notesMaster1.xml" Id="R6a6138d3e14a40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7999badc2f48d6" /><Relationship Type="http://schemas.openxmlformats.org/officeDocument/2006/relationships/notesMaster" Target="/ppt/notesMasters/notesMaster1.xml" Id="R4b6a84a7addc417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0cd6c8d10c34cc6" /><Relationship Type="http://schemas.openxmlformats.org/officeDocument/2006/relationships/notesMaster" Target="/ppt/notesMasters/notesMaster1.xml" Id="Rc832986549e647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8353ee319846d8" /><Relationship Type="http://schemas.openxmlformats.org/officeDocument/2006/relationships/notesMaster" Target="/ppt/notesMasters/notesMaster1.xml" Id="Rf056e3946dac4c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6a43424def4391" /><Relationship Type="http://schemas.openxmlformats.org/officeDocument/2006/relationships/notesMaster" Target="/ppt/notesMasters/notesMaster1.xml" Id="Rb39649e6813448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e56717d01747b4" /><Relationship Type="http://schemas.openxmlformats.org/officeDocument/2006/relationships/notesMaster" Target="/ppt/notesMasters/notesMaster1.xml" Id="Rdb097216eaf344e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29769128db42c4" /><Relationship Type="http://schemas.openxmlformats.org/officeDocument/2006/relationships/notesMaster" Target="/ppt/notesMasters/notesMaster1.xml" Id="R64407987804f4cb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ecb5db32f54c69" /><Relationship Type="http://schemas.openxmlformats.org/officeDocument/2006/relationships/notesMaster" Target="/ppt/notesMasters/notesMaster1.xml" Id="R117cb8b9ed0543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af812cc50040c6" /><Relationship Type="http://schemas.openxmlformats.org/officeDocument/2006/relationships/notesMaster" Target="/ppt/notesMasters/notesMaster1.xml" Id="R09db9e69744044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dc9e93998f4c6a" /><Relationship Type="http://schemas.openxmlformats.org/officeDocument/2006/relationships/notesMaster" Target="/ppt/notesMasters/notesMaster1.xml" Id="Rea97f6811a314ba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6f757f337644b5" /><Relationship Type="http://schemas.openxmlformats.org/officeDocument/2006/relationships/notesMaster" Target="/ppt/notesMasters/notesMaster1.xml" Id="R772036d5b35c42a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234827e6e6f41b8" /><Relationship Type="http://schemas.openxmlformats.org/officeDocument/2006/relationships/notesMaster" Target="/ppt/notesMasters/notesMaster1.xml" Id="R85dd61cae05e4f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906e67e03944dc3" /><Relationship Type="http://schemas.openxmlformats.org/officeDocument/2006/relationships/notesMaster" Target="/ppt/notesMasters/notesMaster1.xml" Id="R8fbaa06ca920458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7b73064bf664e16" /><Relationship Type="http://schemas.openxmlformats.org/officeDocument/2006/relationships/notesMaster" Target="/ppt/notesMasters/notesMaster1.xml" Id="R7d36b255a4f547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ad76969dc654749" /><Relationship Type="http://schemas.openxmlformats.org/officeDocument/2006/relationships/notesMaster" Target="/ppt/notesMasters/notesMaster1.xml" Id="R105abf7856e1461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b2c315f2cbb4843" /><Relationship Type="http://schemas.openxmlformats.org/officeDocument/2006/relationships/notesMaster" Target="/ppt/notesMasters/notesMaster1.xml" Id="R3432380f9d70423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614d53152d54d72" /><Relationship Type="http://schemas.openxmlformats.org/officeDocument/2006/relationships/notesMaster" Target="/ppt/notesMasters/notesMaster1.xml" Id="Rb0af264cc03e459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01fac5638744984" /><Relationship Type="http://schemas.openxmlformats.org/officeDocument/2006/relationships/notesMaster" Target="/ppt/notesMasters/notesMaster1.xml" Id="R014ebf8a8d0d4c2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2964373fb3d4809" /><Relationship Type="http://schemas.openxmlformats.org/officeDocument/2006/relationships/notesMaster" Target="/ppt/notesMasters/notesMaster1.xml" Id="R6a4a9e4e928b4a4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6a2e2173a1247a7" /><Relationship Type="http://schemas.openxmlformats.org/officeDocument/2006/relationships/notesMaster" Target="/ppt/notesMasters/notesMaster1.xml" Id="Rd650d6d8fc4341d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7e0424e1a904139" /><Relationship Type="http://schemas.openxmlformats.org/officeDocument/2006/relationships/notesMaster" Target="/ppt/notesMasters/notesMaster1.xml" Id="R3418f2754771486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de4ae3d59e14015" /><Relationship Type="http://schemas.openxmlformats.org/officeDocument/2006/relationships/notesMaster" Target="/ppt/notesMasters/notesMaster1.xml" Id="Rc0860bf90d5649e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2ce5ab10b624855" /><Relationship Type="http://schemas.openxmlformats.org/officeDocument/2006/relationships/notesMaster" Target="/ppt/notesMasters/notesMaster1.xml" Id="R56052c10cbd142f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db280be23d4d68" /><Relationship Type="http://schemas.openxmlformats.org/officeDocument/2006/relationships/notesMaster" Target="/ppt/notesMasters/notesMaster1.xml" Id="R47ae1aea8dbc4f7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365455bd9ca4041" /><Relationship Type="http://schemas.openxmlformats.org/officeDocument/2006/relationships/notesMaster" Target="/ppt/notesMasters/notesMaster1.xml" Id="Re9645fb56a544cd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2181e6fdb4544775" /><Relationship Type="http://schemas.openxmlformats.org/officeDocument/2006/relationships/notesMaster" Target="/ppt/notesMasters/notesMaster1.xml" Id="R715eac3841e24e8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00f9a09cf5a4c2c" /><Relationship Type="http://schemas.openxmlformats.org/officeDocument/2006/relationships/notesMaster" Target="/ppt/notesMasters/notesMaster1.xml" Id="Re4a89a87c2c348b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57c4ec4f70e4f3c" /><Relationship Type="http://schemas.openxmlformats.org/officeDocument/2006/relationships/notesMaster" Target="/ppt/notesMasters/notesMaster1.xml" Id="R972bb0334b8a40d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4be3d81c57048b6" /><Relationship Type="http://schemas.openxmlformats.org/officeDocument/2006/relationships/notesMaster" Target="/ppt/notesMasters/notesMaster1.xml" Id="R473b8029b1b3491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fbd94b516fe43da" /><Relationship Type="http://schemas.openxmlformats.org/officeDocument/2006/relationships/notesMaster" Target="/ppt/notesMasters/notesMaster1.xml" Id="R1ae3029fc36f4e0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8c006902cb545a9" /><Relationship Type="http://schemas.openxmlformats.org/officeDocument/2006/relationships/notesMaster" Target="/ppt/notesMasters/notesMaster1.xml" Id="R68d7d59480b6440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af2a01141594a0b" /><Relationship Type="http://schemas.openxmlformats.org/officeDocument/2006/relationships/notesMaster" Target="/ppt/notesMasters/notesMaster1.xml" Id="R0621c108bc25483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2e5c39b000f49d0" /><Relationship Type="http://schemas.openxmlformats.org/officeDocument/2006/relationships/notesMaster" Target="/ppt/notesMasters/notesMaster1.xml" Id="R09d766e8faf64100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fd1c6a8b3c34e3a" /><Relationship Type="http://schemas.openxmlformats.org/officeDocument/2006/relationships/notesMaster" Target="/ppt/notesMasters/notesMaster1.xml" Id="R86f7cecc34934ff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1fcc4bb3e784034" /><Relationship Type="http://schemas.openxmlformats.org/officeDocument/2006/relationships/notesMaster" Target="/ppt/notesMasters/notesMaster1.xml" Id="R4633b662bb6d405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383de2a5a6ed4203" /><Relationship Type="http://schemas.openxmlformats.org/officeDocument/2006/relationships/notesMaster" Target="/ppt/notesMasters/notesMaster1.xml" Id="R7a75a0b3ee7048d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e7d4f52599d4c46" /><Relationship Type="http://schemas.openxmlformats.org/officeDocument/2006/relationships/notesMaster" Target="/ppt/notesMasters/notesMaster1.xml" Id="R40074113507249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不要下誰全面勝出的結論。選擇標準是帳號、資料位置、任務類型、權限與團隊工作方式。最好用同一驗收規準比較。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file:///G:/Agent/Prompt/%E6%8F%90%E7%A4%BA%E8%A9%9E%E5%BF%AB%E6%8D%B7%E9%9D%A2%E6%9D%BF.html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554312ff14f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56652fc99244a7" /><Relationship Type="http://schemas.openxmlformats.org/officeDocument/2006/relationships/slideLayout" Target="/ppt/slideLayouts/slideLayout1.xml" Id="Raa077de4303841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077de4303841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b9ec626ae43d6" /><Relationship Type="http://schemas.openxmlformats.org/officeDocument/2006/relationships/image" Target="/ppt/media/image.png" Id="Re32e7498760d43b0" /><Relationship Type="http://schemas.openxmlformats.org/officeDocument/2006/relationships/notesSlide" Target="/ppt/notesSlides/notesSlide1.xml" Id="R4c3ff58fb6f246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6fa5667484b56" /><Relationship Type="http://schemas.openxmlformats.org/officeDocument/2006/relationships/notesSlide" Target="/ppt/notesSlides/notesSlide2.xml" Id="R7071a7837fe641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48a39ac91445f" /><Relationship Type="http://schemas.openxmlformats.org/officeDocument/2006/relationships/notesSlide" Target="/ppt/notesSlides/notesSlide3.xml" Id="Rec6a6358043d4e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cccacb8d004839" /><Relationship Type="http://schemas.openxmlformats.org/officeDocument/2006/relationships/notesSlide" Target="/ppt/notesSlides/notesSlide4.xml" Id="R45b29ffd0b154b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a6d7513a224f1a" /><Relationship Type="http://schemas.openxmlformats.org/officeDocument/2006/relationships/notesSlide" Target="/ppt/notesSlides/notesSlide5.xml" Id="Rbd79d92e685f42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3cd1856de4ed6" /><Relationship Type="http://schemas.openxmlformats.org/officeDocument/2006/relationships/notesSlide" Target="/ppt/notesSlides/notesSlide6.xml" Id="Rb30be61b41684c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5746e75c74c93" /><Relationship Type="http://schemas.openxmlformats.org/officeDocument/2006/relationships/notesSlide" Target="/ppt/notesSlides/notesSlide7.xml" Id="Rbcc60cc9ab0947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7aacf7c12456c" /><Relationship Type="http://schemas.openxmlformats.org/officeDocument/2006/relationships/hyperlink" Target="https://cagoooo.github.io/Akai/tool/73/" TargetMode="External" Id="R3ab4d34ff4c5476f" /><Relationship Type="http://schemas.openxmlformats.org/officeDocument/2006/relationships/image" Target="/ppt/media/image2.png" Id="R089650d2261e4b99" /><Relationship Type="http://schemas.openxmlformats.org/officeDocument/2006/relationships/hyperlink" Target="https://cagoooo.github.io/filter/" TargetMode="External" Id="Re1f501a87c694b42" /><Relationship Type="http://schemas.openxmlformats.org/officeDocument/2006/relationships/image" Target="/ppt/media/image3.png" Id="R381308bf1c6c4c3c" /><Relationship Type="http://schemas.openxmlformats.org/officeDocument/2006/relationships/hyperlink" Target="https://cagoooo.github.io/Akai/tool/87/" TargetMode="External" Id="R2e5f5fd89cda4470" /><Relationship Type="http://schemas.openxmlformats.org/officeDocument/2006/relationships/image" Target="/ppt/media/image4.png" Id="R0e86d4465d5a4b9b" /><Relationship Type="http://schemas.openxmlformats.org/officeDocument/2006/relationships/hyperlink" Target="https://cagoooo.github.io/pirls-questioncraft/" TargetMode="External" Id="Rf5e00859630c43a6" /><Relationship Type="http://schemas.openxmlformats.org/officeDocument/2006/relationships/image" Target="/ppt/media/image5.png" Id="Rcf8e3485260d4593" /><Relationship Type="http://schemas.openxmlformats.org/officeDocument/2006/relationships/hyperlink" Target="https://cagoooo.github.io/Akai/tool/103/" TargetMode="External" Id="Rbaaf6efaf3a04e22" /><Relationship Type="http://schemas.openxmlformats.org/officeDocument/2006/relationships/image" Target="/ppt/media/image6.png" Id="R896fa41a76de404c" /><Relationship Type="http://schemas.openxmlformats.org/officeDocument/2006/relationships/hyperlink" Target="https://cagoooo.github.io/PlayRight/" TargetMode="External" Id="Rf4d630f6d49845f0" /><Relationship Type="http://schemas.openxmlformats.org/officeDocument/2006/relationships/image" Target="/ppt/media/image7.png" Id="R809cfbed79c84182" /><Relationship Type="http://schemas.openxmlformats.org/officeDocument/2006/relationships/notesSlide" Target="/ppt/notesSlides/notesSlide8.xml" Id="Rdf0b408169354e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e95b58d264ac1" /><Relationship Type="http://schemas.openxmlformats.org/officeDocument/2006/relationships/hyperlink" Target="https://cagoooo.github.io/Akai/tool/105/" TargetMode="External" Id="Rebf107b9ad9147ba" /><Relationship Type="http://schemas.openxmlformats.org/officeDocument/2006/relationships/image" Target="/ppt/media/image8.png" Id="Rbda487fde9dd47bc" /><Relationship Type="http://schemas.openxmlformats.org/officeDocument/2006/relationships/hyperlink" Target="https://cagoooo.github.io/taic-edu/" TargetMode="External" Id="Rd845cf4dd05442db" /><Relationship Type="http://schemas.openxmlformats.org/officeDocument/2006/relationships/image" Target="/ppt/media/image9.png" Id="R3fcc69311e324fbc" /><Relationship Type="http://schemas.openxmlformats.org/officeDocument/2006/relationships/hyperlink" Target="https://cagoooo.github.io/Akai/tool/123/" TargetMode="External" Id="R25c9e5c0acce4078" /><Relationship Type="http://schemas.openxmlformats.org/officeDocument/2006/relationships/image" Target="/ppt/media/image10.png" Id="R1a4de305f4df4d79" /><Relationship Type="http://schemas.openxmlformats.org/officeDocument/2006/relationships/hyperlink" Target="https://cagoooo.github.io/smes-web-migration/" TargetMode="External" Id="R61cacac48ffb4f03" /><Relationship Type="http://schemas.openxmlformats.org/officeDocument/2006/relationships/image" Target="/ppt/media/image11.png" Id="R42fbf25f0c664c7d" /><Relationship Type="http://schemas.openxmlformats.org/officeDocument/2006/relationships/hyperlink" Target="https://cagoooo.github.io/Akai/tool/88/" TargetMode="External" Id="R2df9037e6e474fe8" /><Relationship Type="http://schemas.openxmlformats.org/officeDocument/2006/relationships/image" Target="/ppt/media/image12.png" Id="R792ad54be95c416b" /><Relationship Type="http://schemas.openxmlformats.org/officeDocument/2006/relationships/hyperlink" Target="https://cagoooo.github.io/JHScurriculum/" TargetMode="External" Id="R056d1c4735ca4380" /><Relationship Type="http://schemas.openxmlformats.org/officeDocument/2006/relationships/image" Target="/ppt/media/image13.png" Id="R341965e4ae634da0" /><Relationship Type="http://schemas.openxmlformats.org/officeDocument/2006/relationships/notesSlide" Target="/ppt/notesSlides/notesSlide9.xml" Id="R28389f2154e4466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0ae4dd2fc49a2" /><Relationship Type="http://schemas.openxmlformats.org/officeDocument/2006/relationships/hyperlink" Target="https://antigravity.google/" TargetMode="External" Id="R0a7dfbf373554bd0" /><Relationship Type="http://schemas.openxmlformats.org/officeDocument/2006/relationships/image" Target="/ppt/media/image14.png" Id="R01786c9b509a4677" /><Relationship Type="http://schemas.openxmlformats.org/officeDocument/2006/relationships/notesSlide" Target="/ppt/notesSlides/notesSlide10.xml" Id="R83189e5455b348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7355a9f30747d6" /><Relationship Type="http://schemas.openxmlformats.org/officeDocument/2006/relationships/hyperlink" Target="https://antigravity.google/" TargetMode="External" Id="R0dfd6f98c11e4f2f" /><Relationship Type="http://schemas.openxmlformats.org/officeDocument/2006/relationships/image" Target="/ppt/media/image15.png" Id="R43ea756e0bc9447d" /><Relationship Type="http://schemas.openxmlformats.org/officeDocument/2006/relationships/notesSlide" Target="/ppt/notesSlides/notesSlide11.xml" Id="R6afd1a6b8e644f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46968d26e440f" /><Relationship Type="http://schemas.openxmlformats.org/officeDocument/2006/relationships/hyperlink" Target="https://antigravity.google/" TargetMode="External" Id="Rb60cdaac1edc4a13" /><Relationship Type="http://schemas.openxmlformats.org/officeDocument/2006/relationships/image" Target="/ppt/media/image16.png" Id="R9bf86a2e420c47a9" /><Relationship Type="http://schemas.openxmlformats.org/officeDocument/2006/relationships/notesSlide" Target="/ppt/notesSlides/notesSlide12.xml" Id="Rcbf927d1ec5642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70f2575d9420b" /><Relationship Type="http://schemas.openxmlformats.org/officeDocument/2006/relationships/hyperlink" Target="https://antigravity.google/" TargetMode="External" Id="R2f89d3b85ca646ff" /><Relationship Type="http://schemas.openxmlformats.org/officeDocument/2006/relationships/image" Target="/ppt/media/image17.png" Id="R6131dd9818a24f23" /><Relationship Type="http://schemas.openxmlformats.org/officeDocument/2006/relationships/notesSlide" Target="/ppt/notesSlides/notesSlide13.xml" Id="Ref367f24a23a43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b27070c574ab2" /><Relationship Type="http://schemas.openxmlformats.org/officeDocument/2006/relationships/hyperlink" Target="https://antigravity.google/" TargetMode="External" Id="R661f8985f01a48d4" /><Relationship Type="http://schemas.openxmlformats.org/officeDocument/2006/relationships/image" Target="/ppt/media/image18.png" Id="R2d38ff6034324a74" /><Relationship Type="http://schemas.openxmlformats.org/officeDocument/2006/relationships/notesSlide" Target="/ppt/notesSlides/notesSlide14.xml" Id="R1b8aaabc636947e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b6100e8c049e8" /><Relationship Type="http://schemas.openxmlformats.org/officeDocument/2006/relationships/hyperlink" Target="https://antigravity.google/" TargetMode="External" Id="R0fc59b97c8b24086" /><Relationship Type="http://schemas.openxmlformats.org/officeDocument/2006/relationships/image" Target="/ppt/media/image19.png" Id="R3d2b1d34e80248d2" /><Relationship Type="http://schemas.openxmlformats.org/officeDocument/2006/relationships/notesSlide" Target="/ppt/notesSlides/notesSlide15.xml" Id="Rb4fa75dbd76045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866dd551742da" /><Relationship Type="http://schemas.openxmlformats.org/officeDocument/2006/relationships/hyperlink" Target="https://antigravity.google/" TargetMode="External" Id="R3b51a1743335476d" /><Relationship Type="http://schemas.openxmlformats.org/officeDocument/2006/relationships/image" Target="/ppt/media/image20.png" Id="R84f845df50f64685" /><Relationship Type="http://schemas.openxmlformats.org/officeDocument/2006/relationships/notesSlide" Target="/ppt/notesSlides/notesSlide16.xml" Id="R57c51629c9b04a6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6e0ca4c1143d4" /><Relationship Type="http://schemas.openxmlformats.org/officeDocument/2006/relationships/hyperlink" Target="https://chatgpt.com/codex/" TargetMode="External" Id="R7b6583d6a84f45bf" /><Relationship Type="http://schemas.openxmlformats.org/officeDocument/2006/relationships/image" Target="/ppt/media/image21.png" Id="R665aff6116dc492b" /><Relationship Type="http://schemas.openxmlformats.org/officeDocument/2006/relationships/notesSlide" Target="/ppt/notesSlides/notesSlide17.xml" Id="Rdc568eba655f433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3629328394b94" /><Relationship Type="http://schemas.openxmlformats.org/officeDocument/2006/relationships/hyperlink" Target="https://chatgpt.com/codex/" TargetMode="External" Id="Ra95982c830e0487e" /><Relationship Type="http://schemas.openxmlformats.org/officeDocument/2006/relationships/image" Target="/ppt/media/image22.png" Id="R6c2db80ee09a4beb" /><Relationship Type="http://schemas.openxmlformats.org/officeDocument/2006/relationships/notesSlide" Target="/ppt/notesSlides/notesSlide18.xml" Id="Rb68f29df624c479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871801cd24b45" /><Relationship Type="http://schemas.openxmlformats.org/officeDocument/2006/relationships/hyperlink" Target="https://chatgpt.com/codex/" TargetMode="External" Id="Rdc6d8a9238ef4bf6" /><Relationship Type="http://schemas.openxmlformats.org/officeDocument/2006/relationships/image" Target="/ppt/media/image23.png" Id="R79462151eb564b50" /><Relationship Type="http://schemas.openxmlformats.org/officeDocument/2006/relationships/notesSlide" Target="/ppt/notesSlides/notesSlide19.xml" Id="R5379df0c4194410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41fa46f984c5e" /><Relationship Type="http://schemas.openxmlformats.org/officeDocument/2006/relationships/hyperlink" Target="https://chatgpt.com/codex/" TargetMode="External" Id="Re92d210ff9c34180" /><Relationship Type="http://schemas.openxmlformats.org/officeDocument/2006/relationships/image" Target="/ppt/media/image24.png" Id="R9437555a63f041e5" /><Relationship Type="http://schemas.openxmlformats.org/officeDocument/2006/relationships/notesSlide" Target="/ppt/notesSlides/notesSlide20.xml" Id="Re98c8d2d90cb4ca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bfa479d05f4fa2" /><Relationship Type="http://schemas.openxmlformats.org/officeDocument/2006/relationships/hyperlink" Target="https://chatgpt.com/codex/" TargetMode="External" Id="R93ccc76e7f9840da" /><Relationship Type="http://schemas.openxmlformats.org/officeDocument/2006/relationships/image" Target="/ppt/media/image25.png" Id="R6a215eb8001544d1" /><Relationship Type="http://schemas.openxmlformats.org/officeDocument/2006/relationships/notesSlide" Target="/ppt/notesSlides/notesSlide21.xml" Id="R9bb4cc08a63f45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5d4d82b534166" /><Relationship Type="http://schemas.openxmlformats.org/officeDocument/2006/relationships/hyperlink" Target="https://antigravity.google/" TargetMode="External" Id="R008da246a99b4890" /><Relationship Type="http://schemas.openxmlformats.org/officeDocument/2006/relationships/hyperlink" Target="https://chatgpt.com/codex/" TargetMode="External" Id="R1c2d7cecab68408b" /><Relationship Type="http://schemas.openxmlformats.org/officeDocument/2006/relationships/image" Target="/ppt/media/image26.png" Id="Rb458619807ed4802" /><Relationship Type="http://schemas.openxmlformats.org/officeDocument/2006/relationships/image" Target="/ppt/media/image27.png" Id="R6d55780ecff14308" /><Relationship Type="http://schemas.openxmlformats.org/officeDocument/2006/relationships/notesSlide" Target="/ppt/notesSlides/notesSlide22.xml" Id="R14aea85931624ad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4ab91a5144987" /><Relationship Type="http://schemas.openxmlformats.org/officeDocument/2006/relationships/hyperlink" Target="https://codelabs.developers.google.com/getting-started-with-antigravity-skills" TargetMode="External" Id="Rd77d253cc5094b73" /><Relationship Type="http://schemas.openxmlformats.org/officeDocument/2006/relationships/hyperlink" Target="https://learn.chatgpt.com/docs/build-skills" TargetMode="External" Id="Ra1378b6a2da04eb3" /><Relationship Type="http://schemas.openxmlformats.org/officeDocument/2006/relationships/image" Target="/ppt/media/image28.png" Id="Rb277800f488e4cea" /><Relationship Type="http://schemas.openxmlformats.org/officeDocument/2006/relationships/image" Target="/ppt/media/image29.png" Id="R25a64722551347da" /><Relationship Type="http://schemas.openxmlformats.org/officeDocument/2006/relationships/notesSlide" Target="/ppt/notesSlides/notesSlide23.xml" Id="R7f7781365f894df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fab2e959e4c10" /><Relationship Type="http://schemas.openxmlformats.org/officeDocument/2006/relationships/hyperlink" Target="https://codelabs.developers.google.com/getting-started-with-antigravity-skills" TargetMode="External" Id="R33f3cbc02c704e2b" /><Relationship Type="http://schemas.openxmlformats.org/officeDocument/2006/relationships/hyperlink" Target="https://learn.chatgpt.com/docs/build-skills" TargetMode="External" Id="R3c3af1391c0f4f84" /><Relationship Type="http://schemas.openxmlformats.org/officeDocument/2006/relationships/image" Target="/ppt/media/image30.png" Id="R5ee9f8352bbc40aa" /><Relationship Type="http://schemas.openxmlformats.org/officeDocument/2006/relationships/image" Target="/ppt/media/image31.png" Id="Rd6a503a080cb4be7" /><Relationship Type="http://schemas.openxmlformats.org/officeDocument/2006/relationships/notesSlide" Target="/ppt/notesSlides/notesSlide24.xml" Id="Rb15316c35f634ac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952aadbff4cc8" /><Relationship Type="http://schemas.openxmlformats.org/officeDocument/2006/relationships/image" Target="/ppt/media/image32.png" Id="Rc85e60e0bf5e46ab" /><Relationship Type="http://schemas.openxmlformats.org/officeDocument/2006/relationships/hyperlink" Target="../04_&#23526;&#20316;&#24037;&#20855;/&#25552;&#31034;&#35422;&#24555;&#25463;&#38754;&#26495;_&#30740;&#32722;&#29992;.html" TargetMode="External" Id="Rbc92bcb0f3c24cf7" /><Relationship Type="http://schemas.openxmlformats.org/officeDocument/2006/relationships/image" Target="/ppt/media/image33.png" Id="R194db6e4315546e6" /><Relationship Type="http://schemas.openxmlformats.org/officeDocument/2006/relationships/notesSlide" Target="/ppt/notesSlides/notesSlide25.xml" Id="Rbc4fa484f6394b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146d07d4f4df3" /><Relationship Type="http://schemas.openxmlformats.org/officeDocument/2006/relationships/hyperlink" Target="https://codelabs.developers.google.com/getting-started-with-antigravity-skills" TargetMode="External" Id="Rd906279b00034f8b" /><Relationship Type="http://schemas.openxmlformats.org/officeDocument/2006/relationships/hyperlink" Target="https://learn.chatgpt.com/docs/build-skills" TargetMode="External" Id="Re81589651c9e47c2" /><Relationship Type="http://schemas.openxmlformats.org/officeDocument/2006/relationships/image" Target="/ppt/media/image34.png" Id="Rc1e793b7caab41bd" /><Relationship Type="http://schemas.openxmlformats.org/officeDocument/2006/relationships/image" Target="/ppt/media/image35.png" Id="R541eba21826d4800" /><Relationship Type="http://schemas.openxmlformats.org/officeDocument/2006/relationships/notesSlide" Target="/ppt/notesSlides/notesSlide26.xml" Id="R77a998eae5f74ed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f1d83790ee41e0" /><Relationship Type="http://schemas.openxmlformats.org/officeDocument/2006/relationships/hyperlink" Target="https://codelabs.developers.google.com/getting-started-with-antigravity-skills" TargetMode="External" Id="R2eb712a9c65b4880" /><Relationship Type="http://schemas.openxmlformats.org/officeDocument/2006/relationships/hyperlink" Target="https://learn.chatgpt.com/docs/build-skills" TargetMode="External" Id="R5dfbfd4309924bae" /><Relationship Type="http://schemas.openxmlformats.org/officeDocument/2006/relationships/image" Target="/ppt/media/image36.png" Id="R4b5c1cfecbd546eb" /><Relationship Type="http://schemas.openxmlformats.org/officeDocument/2006/relationships/image" Target="/ppt/media/image37.png" Id="R06642d75bf8643aa" /><Relationship Type="http://schemas.openxmlformats.org/officeDocument/2006/relationships/notesSlide" Target="/ppt/notesSlides/notesSlide27.xml" Id="R8e5b39f51efd4ac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616960fcc414d" /><Relationship Type="http://schemas.openxmlformats.org/officeDocument/2006/relationships/hyperlink" Target="https://codelabs.developers.google.com/getting-started-with-antigravity-skills" TargetMode="External" Id="R6b855d6702484248" /><Relationship Type="http://schemas.openxmlformats.org/officeDocument/2006/relationships/hyperlink" Target="https://learn.chatgpt.com/docs/build-skills" TargetMode="External" Id="Rb9e5cf98dbe9453c" /><Relationship Type="http://schemas.openxmlformats.org/officeDocument/2006/relationships/image" Target="/ppt/media/image38.png" Id="Rc178af157ac04134" /><Relationship Type="http://schemas.openxmlformats.org/officeDocument/2006/relationships/image" Target="/ppt/media/image39.png" Id="Rc9339ee856594f30" /><Relationship Type="http://schemas.openxmlformats.org/officeDocument/2006/relationships/notesSlide" Target="/ppt/notesSlides/notesSlide28.xml" Id="R7bab7354ce6d48f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7805afafe4088" /><Relationship Type="http://schemas.openxmlformats.org/officeDocument/2006/relationships/hyperlink" Target="https://codelabs.developers.google.com/getting-started-with-antigravity-skills" TargetMode="External" Id="R567fdb1df5894ca0" /><Relationship Type="http://schemas.openxmlformats.org/officeDocument/2006/relationships/hyperlink" Target="https://learn.chatgpt.com/docs/build-skills" TargetMode="External" Id="Rfe038edbe49b4d32" /><Relationship Type="http://schemas.openxmlformats.org/officeDocument/2006/relationships/image" Target="/ppt/media/image40.png" Id="Re00e0c1c91d642bd" /><Relationship Type="http://schemas.openxmlformats.org/officeDocument/2006/relationships/image" Target="/ppt/media/image41.png" Id="R2db37d41f0d44ec3" /><Relationship Type="http://schemas.openxmlformats.org/officeDocument/2006/relationships/notesSlide" Target="/ppt/notesSlides/notesSlide29.xml" Id="R978b7d51136a43d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bbf3b06d2460e" /><Relationship Type="http://schemas.openxmlformats.org/officeDocument/2006/relationships/hyperlink" Target="https://codelabs.developers.google.com/getting-started-with-antigravity-skills" TargetMode="External" Id="R3a2a410665974c03" /><Relationship Type="http://schemas.openxmlformats.org/officeDocument/2006/relationships/hyperlink" Target="https://learn.chatgpt.com/docs/build-skills" TargetMode="External" Id="R80d72daf2fbd4e2d" /><Relationship Type="http://schemas.openxmlformats.org/officeDocument/2006/relationships/image" Target="/ppt/media/image42.png" Id="R3783cc250a114c4e" /><Relationship Type="http://schemas.openxmlformats.org/officeDocument/2006/relationships/image" Target="/ppt/media/image43.png" Id="R52d1e2acc3bf46ad" /><Relationship Type="http://schemas.openxmlformats.org/officeDocument/2006/relationships/notesSlide" Target="/ppt/notesSlides/notesSlide30.xml" Id="Rfeeba45ffd9a4cd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97b8e02e54812" /><Relationship Type="http://schemas.openxmlformats.org/officeDocument/2006/relationships/hyperlink" Target="https://codelabs.developers.google.com/getting-started-with-antigravity-skills" TargetMode="External" Id="R7c77957b4dba473b" /><Relationship Type="http://schemas.openxmlformats.org/officeDocument/2006/relationships/hyperlink" Target="https://learn.chatgpt.com/docs/build-skills" TargetMode="External" Id="R659434f0dd9245d7" /><Relationship Type="http://schemas.openxmlformats.org/officeDocument/2006/relationships/image" Target="/ppt/media/image44.png" Id="R47aa3193be5a49f9" /><Relationship Type="http://schemas.openxmlformats.org/officeDocument/2006/relationships/image" Target="/ppt/media/image45.png" Id="R19ba75a7616e4595" /><Relationship Type="http://schemas.openxmlformats.org/officeDocument/2006/relationships/notesSlide" Target="/ppt/notesSlides/notesSlide31.xml" Id="R677adba769754c5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44c58b9a141ec" /><Relationship Type="http://schemas.openxmlformats.org/officeDocument/2006/relationships/hyperlink" Target="https://codelabs.developers.google.com/getting-started-with-antigravity-skills" TargetMode="External" Id="R8cd2bc1c20fd48ee" /><Relationship Type="http://schemas.openxmlformats.org/officeDocument/2006/relationships/hyperlink" Target="https://learn.chatgpt.com/docs/build-skills" TargetMode="External" Id="Rd8f8032ca73343d2" /><Relationship Type="http://schemas.openxmlformats.org/officeDocument/2006/relationships/image" Target="/ppt/media/image46.png" Id="Rb1e0fa2661694367" /><Relationship Type="http://schemas.openxmlformats.org/officeDocument/2006/relationships/image" Target="/ppt/media/image47.png" Id="Ra3cf6071e02b4571" /><Relationship Type="http://schemas.openxmlformats.org/officeDocument/2006/relationships/notesSlide" Target="/ppt/notesSlides/notesSlide32.xml" Id="R33eddc8356ed40b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b4aa22071480d" /><Relationship Type="http://schemas.openxmlformats.org/officeDocument/2006/relationships/hyperlink" Target="https://antigravity.google/" TargetMode="External" Id="Re8a3fc5972114fbd" /><Relationship Type="http://schemas.openxmlformats.org/officeDocument/2006/relationships/hyperlink" Target="https://chatgpt.com/codex/" TargetMode="External" Id="R98f5a9e0666b4e73" /><Relationship Type="http://schemas.openxmlformats.org/officeDocument/2006/relationships/image" Target="/ppt/media/image48.png" Id="R1059a85af68445c3" /><Relationship Type="http://schemas.openxmlformats.org/officeDocument/2006/relationships/image" Target="/ppt/media/image49.png" Id="R7ffcb43a74fa4771" /><Relationship Type="http://schemas.openxmlformats.org/officeDocument/2006/relationships/notesSlide" Target="/ppt/notesSlides/notesSlide33.xml" Id="R3912ed404778490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e76b83a7f4ab7" /><Relationship Type="http://schemas.openxmlformats.org/officeDocument/2006/relationships/hyperlink" Target="https://antigravity.google/" TargetMode="External" Id="Rdd132e27c95f41b2" /><Relationship Type="http://schemas.openxmlformats.org/officeDocument/2006/relationships/hyperlink" Target="https://chatgpt.com/codex/" TargetMode="External" Id="R943bffc4118e4582" /><Relationship Type="http://schemas.openxmlformats.org/officeDocument/2006/relationships/image" Target="/ppt/media/image50.png" Id="R4ec50aef1ef745e8" /><Relationship Type="http://schemas.openxmlformats.org/officeDocument/2006/relationships/image" Target="/ppt/media/image51.png" Id="R354868aad00d440b" /><Relationship Type="http://schemas.openxmlformats.org/officeDocument/2006/relationships/notesSlide" Target="/ppt/notesSlides/notesSlide34.xml" Id="R6ae92fd5158241b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bcef359af45fb" /><Relationship Type="http://schemas.openxmlformats.org/officeDocument/2006/relationships/hyperlink" Target="https://antigravity.google/" TargetMode="External" Id="R200cb6d5654347d8" /><Relationship Type="http://schemas.openxmlformats.org/officeDocument/2006/relationships/hyperlink" Target="https://chatgpt.com/codex/" TargetMode="External" Id="Rb923a3460e264e4c" /><Relationship Type="http://schemas.openxmlformats.org/officeDocument/2006/relationships/image" Target="/ppt/media/image52.png" Id="R24d26804f79a430f" /><Relationship Type="http://schemas.openxmlformats.org/officeDocument/2006/relationships/image" Target="/ppt/media/image53.png" Id="R714348f971764e97" /><Relationship Type="http://schemas.openxmlformats.org/officeDocument/2006/relationships/notesSlide" Target="/ppt/notesSlides/notesSlide35.xml" Id="Rc1640184b45d4f3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1c4c00be24e81" /><Relationship Type="http://schemas.openxmlformats.org/officeDocument/2006/relationships/hyperlink" Target="https://antigravity.google/" TargetMode="External" Id="R53442c29f8f249ed" /><Relationship Type="http://schemas.openxmlformats.org/officeDocument/2006/relationships/hyperlink" Target="https://chatgpt.com/codex/" TargetMode="External" Id="Rf411ef510ca244a4" /><Relationship Type="http://schemas.openxmlformats.org/officeDocument/2006/relationships/image" Target="/ppt/media/image54.png" Id="Rc3760cc3cb5b4b9f" /><Relationship Type="http://schemas.openxmlformats.org/officeDocument/2006/relationships/image" Target="/ppt/media/image55.png" Id="R4f3955cd00164ef9" /><Relationship Type="http://schemas.openxmlformats.org/officeDocument/2006/relationships/notesSlide" Target="/ppt/notesSlides/notesSlide36.xml" Id="Rc10812d6ef6a467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6a62830ec4959" /><Relationship Type="http://schemas.openxmlformats.org/officeDocument/2006/relationships/hyperlink" Target="https://antigravity.google/" TargetMode="External" Id="Rc5944f20fc924d94" /><Relationship Type="http://schemas.openxmlformats.org/officeDocument/2006/relationships/hyperlink" Target="https://chatgpt.com/codex/" TargetMode="External" Id="R7887da6303e847d2" /><Relationship Type="http://schemas.openxmlformats.org/officeDocument/2006/relationships/image" Target="/ppt/media/image56.png" Id="Re4b51a1fba9047e0" /><Relationship Type="http://schemas.openxmlformats.org/officeDocument/2006/relationships/image" Target="/ppt/media/image57.png" Id="R7213e77c337f499e" /><Relationship Type="http://schemas.openxmlformats.org/officeDocument/2006/relationships/notesSlide" Target="/ppt/notesSlides/notesSlide37.xml" Id="Rfa59e6fa41c44c4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081fe8e384978" /><Relationship Type="http://schemas.openxmlformats.org/officeDocument/2006/relationships/hyperlink" Target="https://antigravity.google/" TargetMode="External" Id="R4bf8892734c44072" /><Relationship Type="http://schemas.openxmlformats.org/officeDocument/2006/relationships/hyperlink" Target="https://chatgpt.com/codex/" TargetMode="External" Id="Raf45aa3317454d18" /><Relationship Type="http://schemas.openxmlformats.org/officeDocument/2006/relationships/image" Target="/ppt/media/image58.png" Id="R2f37d459f14c4fdd" /><Relationship Type="http://schemas.openxmlformats.org/officeDocument/2006/relationships/image" Target="/ppt/media/image59.png" Id="R7be06477730a4d68" /><Relationship Type="http://schemas.openxmlformats.org/officeDocument/2006/relationships/notesSlide" Target="/ppt/notesSlides/notesSlide38.xml" Id="R7231961ed0b5411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8f6591eb5c4069" /><Relationship Type="http://schemas.openxmlformats.org/officeDocument/2006/relationships/hyperlink" Target="https://antigravity.google/" TargetMode="External" Id="R3f3c540dd6f44bb9" /><Relationship Type="http://schemas.openxmlformats.org/officeDocument/2006/relationships/hyperlink" Target="https://chatgpt.com/codex/" TargetMode="External" Id="Rb64737402e824822" /><Relationship Type="http://schemas.openxmlformats.org/officeDocument/2006/relationships/image" Target="/ppt/media/image60.png" Id="Red480f2364004819" /><Relationship Type="http://schemas.openxmlformats.org/officeDocument/2006/relationships/image" Target="/ppt/media/image61.png" Id="R51afc549cc3c4131" /><Relationship Type="http://schemas.openxmlformats.org/officeDocument/2006/relationships/notesSlide" Target="/ppt/notesSlides/notesSlide39.xml" Id="Rde5c0c517d7a425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b309402884419b" /><Relationship Type="http://schemas.openxmlformats.org/officeDocument/2006/relationships/hyperlink" Target="https://antigravity.google/" TargetMode="External" Id="R404f82891f134bd8" /><Relationship Type="http://schemas.openxmlformats.org/officeDocument/2006/relationships/hyperlink" Target="https://chatgpt.com/codex/" TargetMode="External" Id="R6c4fb41994094d10" /><Relationship Type="http://schemas.openxmlformats.org/officeDocument/2006/relationships/image" Target="/ppt/media/image62.png" Id="R859d3b5f63c94ab2" /><Relationship Type="http://schemas.openxmlformats.org/officeDocument/2006/relationships/image" Target="/ppt/media/image63.png" Id="Rcc8b47da9e394f0f" /><Relationship Type="http://schemas.openxmlformats.org/officeDocument/2006/relationships/notesSlide" Target="/ppt/notesSlides/notesSlide40.xml" Id="R93e6dedf298e464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5d73c4fdb45e4" /><Relationship Type="http://schemas.openxmlformats.org/officeDocument/2006/relationships/hyperlink" Target="https://antigravity.google/" TargetMode="External" Id="R0e5c7bf4ee234494" /><Relationship Type="http://schemas.openxmlformats.org/officeDocument/2006/relationships/hyperlink" Target="https://chatgpt.com/codex/" TargetMode="External" Id="R31a21a5b3fb14f71" /><Relationship Type="http://schemas.openxmlformats.org/officeDocument/2006/relationships/image" Target="/ppt/media/image64.png" Id="R787961bbaf1746d0" /><Relationship Type="http://schemas.openxmlformats.org/officeDocument/2006/relationships/image" Target="/ppt/media/image65.png" Id="R52d52c29f7124ae4" /><Relationship Type="http://schemas.openxmlformats.org/officeDocument/2006/relationships/notesSlide" Target="/ppt/notesSlides/notesSlide41.xml" Id="Rf37346770b2d458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b625fef57d4626" /><Relationship Type="http://schemas.openxmlformats.org/officeDocument/2006/relationships/hyperlink" Target="https://antigravity.google/" TargetMode="External" Id="R11cef7d8d38b42e4" /><Relationship Type="http://schemas.openxmlformats.org/officeDocument/2006/relationships/hyperlink" Target="https://chatgpt.com/codex/" TargetMode="External" Id="R7b48c5b257c94f1d" /><Relationship Type="http://schemas.openxmlformats.org/officeDocument/2006/relationships/image" Target="/ppt/media/image66.png" Id="R31c114f61fc44e5d" /><Relationship Type="http://schemas.openxmlformats.org/officeDocument/2006/relationships/image" Target="/ppt/media/image67.png" Id="Rb5e44b9f41714a4f" /><Relationship Type="http://schemas.openxmlformats.org/officeDocument/2006/relationships/notesSlide" Target="/ppt/notesSlides/notesSlide42.xml" Id="R8a066acc1cb044d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533e33bba474b" /><Relationship Type="http://schemas.openxmlformats.org/officeDocument/2006/relationships/hyperlink" Target="https://antigravity.google/" TargetMode="External" Id="R75bf4f3f20104ad3" /><Relationship Type="http://schemas.openxmlformats.org/officeDocument/2006/relationships/hyperlink" Target="https://chatgpt.com/codex/" TargetMode="External" Id="Re141521591584fdc" /><Relationship Type="http://schemas.openxmlformats.org/officeDocument/2006/relationships/image" Target="/ppt/media/image68.png" Id="R62f02c6f54a34cb3" /><Relationship Type="http://schemas.openxmlformats.org/officeDocument/2006/relationships/image" Target="/ppt/media/image69.png" Id="R700bf070cff144e9" /><Relationship Type="http://schemas.openxmlformats.org/officeDocument/2006/relationships/notesSlide" Target="/ppt/notesSlides/notesSlide43.xml" Id="Re75a5c3878af4ba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b071961bd4b65" /><Relationship Type="http://schemas.openxmlformats.org/officeDocument/2006/relationships/hyperlink" Target="../START_HERE_&#30740;&#32722;&#36039;&#28304;&#23566;&#33322;.html" TargetMode="External" Id="Rb5d2bb468a3240db" /><Relationship Type="http://schemas.openxmlformats.org/officeDocument/2006/relationships/image" Target="/ppt/media/image70.png" Id="Ra35bfcea93a04e69" /><Relationship Type="http://schemas.openxmlformats.org/officeDocument/2006/relationships/hyperlink" Target="https://antigravity.google/" TargetMode="External" Id="R528307b35b1c4efc" /><Relationship Type="http://schemas.openxmlformats.org/officeDocument/2006/relationships/image" Target="/ppt/media/image71.png" Id="Rac62517cda5e452a" /><Relationship Type="http://schemas.openxmlformats.org/officeDocument/2006/relationships/hyperlink" Target="https://chatgpt.com/codex/" TargetMode="External" Id="Rdb26d6ebca6d4d9a" /><Relationship Type="http://schemas.openxmlformats.org/officeDocument/2006/relationships/image" Target="/ppt/media/image72.png" Id="R4089333c54214b38" /><Relationship Type="http://schemas.openxmlformats.org/officeDocument/2006/relationships/hyperlink" Target="https://codelabs.developers.google.com/getting-started-with-antigravity-skills" TargetMode="External" Id="R425c61b4d7b84d79" /><Relationship Type="http://schemas.openxmlformats.org/officeDocument/2006/relationships/image" Target="/ppt/media/image73.png" Id="R6d910ec5ecaf4b9f" /><Relationship Type="http://schemas.openxmlformats.org/officeDocument/2006/relationships/hyperlink" Target="../04_&#23526;&#20316;&#24037;&#20855;/&#25552;&#31034;&#35422;&#24555;&#25463;&#38754;&#26495;_&#30740;&#32722;&#29992;.html" TargetMode="External" Id="R23c7b7ab5d4f4591" /><Relationship Type="http://schemas.openxmlformats.org/officeDocument/2006/relationships/image" Target="/ppt/media/image74.png" Id="R0ce9d2a3d14d49d2" /><Relationship Type="http://schemas.openxmlformats.org/officeDocument/2006/relationships/hyperlink" Target="https://cagoooo.github.io/Akai/" TargetMode="External" Id="R2fc73abbdf6a47c3" /><Relationship Type="http://schemas.openxmlformats.org/officeDocument/2006/relationships/image" Target="/ppt/media/image75.png" Id="R87078bd848424a94" /><Relationship Type="http://schemas.openxmlformats.org/officeDocument/2006/relationships/hyperlink" Target="https://www.iea.nl/sites/default/files/2025-10/GA66_PIRLS%202026.pdf" TargetMode="External" Id="R4edb510c2fb04658" /><Relationship Type="http://schemas.openxmlformats.org/officeDocument/2006/relationships/image" Target="/ppt/media/image76.png" Id="R0fe37b8d540e47f6" /><Relationship Type="http://schemas.openxmlformats.org/officeDocument/2006/relationships/notesSlide" Target="/ppt/notesSlides/notesSlide44.xml" Id="R0f63f90c079247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e7498760d43b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13">
            <a:extLst xmlns:a="http://schemas.openxmlformats.org/drawingml/2006/main">
              <a:ext uri="{FF2B5EF4-FFF2-40B4-BE49-F238E27FC236}">
                <a16:creationId xmlns:a16="http://schemas.microsoft.com/office/drawing/2014/main" id="{E586956F-8455-4BFC-94DA-FFF9B6C8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14">
            <a:extLst xmlns:a="http://schemas.openxmlformats.org/drawingml/2006/main">
              <a:ext uri="{FF2B5EF4-FFF2-40B4-BE49-F238E27FC236}">
                <a16:creationId xmlns:a16="http://schemas.microsoft.com/office/drawing/2014/main" id="{FEAA2AE9-A965-46E8-8D00-61E093A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15">
            <a:extLst xmlns:a="http://schemas.openxmlformats.org/drawingml/2006/main">
              <a:ext uri="{FF2B5EF4-FFF2-40B4-BE49-F238E27FC236}">
                <a16:creationId xmlns:a16="http://schemas.microsoft.com/office/drawing/2014/main" id="{423E59E4-180B-45D1-8F5B-09A90AB6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16">
            <a:extLst xmlns:a="http://schemas.openxmlformats.org/drawingml/2006/main">
              <a:ext uri="{FF2B5EF4-FFF2-40B4-BE49-F238E27FC236}">
                <a16:creationId xmlns:a16="http://schemas.microsoft.com/office/drawing/2014/main" id="{A0C576E0-D2C4-472D-AFF6-764C4639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Antigravity、Codex、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與資料分析實戰</a:t>
            </a:r>
          </a:p>
        </p:txBody>
      </p:sp>
      <p:sp>
        <p:nvSpPr>
          <p:cNvPr id="6" name="shape-717">
            <a:extLst xmlns:a="http://schemas.openxmlformats.org/drawingml/2006/main">
              <a:ext uri="{FF2B5EF4-FFF2-40B4-BE49-F238E27FC236}">
                <a16:creationId xmlns:a16="http://schemas.microsoft.com/office/drawing/2014/main" id="{F1DBF6CA-EE81-4581-AC27-5B0E2BA0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18">
            <a:extLst xmlns:a="http://schemas.openxmlformats.org/drawingml/2006/main">
              <a:ext uri="{FF2B5EF4-FFF2-40B4-BE49-F238E27FC236}">
                <a16:creationId xmlns:a16="http://schemas.microsoft.com/office/drawing/2014/main" id="{4E6DF7F1-F854-4323-87BF-44133BAA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19">
            <a:extLst xmlns:a="http://schemas.openxmlformats.org/drawingml/2006/main">
              <a:ext uri="{FF2B5EF4-FFF2-40B4-BE49-F238E27FC236}">
                <a16:creationId xmlns:a16="http://schemas.microsoft.com/office/drawing/2014/main" id="{86A3D14E-BDC5-422B-BF94-0AAF61AF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3772395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20">
            <a:extLst xmlns:a="http://schemas.openxmlformats.org/drawingml/2006/main">
              <a:ext uri="{FF2B5EF4-FFF2-40B4-BE49-F238E27FC236}">
                <a16:creationId xmlns:a16="http://schemas.microsoft.com/office/drawing/2014/main" id="{D7BFCB44-AC76-408B-BB86-FEC83CE2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3BD17E-2D4C-472F-AD81-4EF4E9D5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2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22">
            <a:extLst xmlns:a="http://schemas.openxmlformats.org/drawingml/2006/main">
              <a:ext uri="{FF2B5EF4-FFF2-40B4-BE49-F238E27FC236}">
                <a16:creationId xmlns:a16="http://schemas.microsoft.com/office/drawing/2014/main" id="{437CAE8B-5A25-495D-9E6A-B2843F76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5DBB90-39BA-4E5F-AD93-7C2F9C86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23">
            <a:extLst xmlns:a="http://schemas.openxmlformats.org/drawingml/2006/main">
              <a:ext uri="{FF2B5EF4-FFF2-40B4-BE49-F238E27FC236}">
                <a16:creationId xmlns:a16="http://schemas.microsoft.com/office/drawing/2014/main" id="{26490623-67E2-4BD0-87A8-5B18B2C9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24">
            <a:extLst xmlns:a="http://schemas.openxmlformats.org/drawingml/2006/main">
              <a:ext uri="{FF2B5EF4-FFF2-40B4-BE49-F238E27FC236}">
                <a16:creationId xmlns:a16="http://schemas.microsoft.com/office/drawing/2014/main" id="{EDBF480F-7273-43F7-BBBC-637604A6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25">
            <a:extLst xmlns:a="http://schemas.openxmlformats.org/drawingml/2006/main">
              <a:ext uri="{FF2B5EF4-FFF2-40B4-BE49-F238E27FC236}">
                <a16:creationId xmlns:a16="http://schemas.microsoft.com/office/drawing/2014/main" id="{5EBB1549-2B58-4166-874B-307DBEA2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26">
            <a:extLst xmlns:a="http://schemas.openxmlformats.org/drawingml/2006/main">
              <a:ext uri="{FF2B5EF4-FFF2-40B4-BE49-F238E27FC236}">
                <a16:creationId xmlns:a16="http://schemas.microsoft.com/office/drawing/2014/main" id="{DCB1A3F4-4151-4662-A03F-C89D7CAD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27">
            <a:extLst xmlns:a="http://schemas.openxmlformats.org/drawingml/2006/main">
              <a:ext uri="{FF2B5EF4-FFF2-40B4-BE49-F238E27FC236}">
                <a16:creationId xmlns:a16="http://schemas.microsoft.com/office/drawing/2014/main" id="{A1D2C0A0-9E3C-4320-9633-82888671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28">
            <a:extLst xmlns:a="http://schemas.openxmlformats.org/drawingml/2006/main">
              <a:ext uri="{FF2B5EF4-FFF2-40B4-BE49-F238E27FC236}">
                <a16:creationId xmlns:a16="http://schemas.microsoft.com/office/drawing/2014/main" id="{D6DC2C66-4D5F-486B-AAFB-C31159E6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9">
            <a:extLst xmlns:a="http://schemas.openxmlformats.org/drawingml/2006/main">
              <a:ext uri="{FF2B5EF4-FFF2-40B4-BE49-F238E27FC236}">
                <a16:creationId xmlns:a16="http://schemas.microsoft.com/office/drawing/2014/main" id="{762E91C0-F666-45F6-B4A0-E2C42988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完成兩次任務</a:t>
            </a:r>
          </a:p>
        </p:txBody>
      </p:sp>
      <p:sp>
        <p:nvSpPr>
          <p:cNvPr id="13" name="text-730">
            <a:extLst xmlns:a="http://schemas.openxmlformats.org/drawingml/2006/main">
              <a:ext uri="{FF2B5EF4-FFF2-40B4-BE49-F238E27FC236}">
                <a16:creationId xmlns:a16="http://schemas.microsoft.com/office/drawing/2014/main" id="{2E41AF05-CE0C-47A7-8030-3D46991D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在 Antigravity 與 Codex 至少各跑一個可驗證任務。</a:t>
            </a:r>
          </a:p>
        </p:txBody>
      </p:sp>
      <p:sp>
        <p:nvSpPr>
          <p:cNvPr id="14" name="shape-731">
            <a:extLst xmlns:a="http://schemas.openxmlformats.org/drawingml/2006/main">
              <a:ext uri="{FF2B5EF4-FFF2-40B4-BE49-F238E27FC236}">
                <a16:creationId xmlns:a16="http://schemas.microsoft.com/office/drawing/2014/main" id="{0C9D2D79-FF1F-4AC0-B0C6-7737B2DF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32">
            <a:extLst xmlns:a="http://schemas.openxmlformats.org/drawingml/2006/main">
              <a:ext uri="{FF2B5EF4-FFF2-40B4-BE49-F238E27FC236}">
                <a16:creationId xmlns:a16="http://schemas.microsoft.com/office/drawing/2014/main" id="{D74E700E-150D-4CD9-B766-4C86BBBF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33">
            <a:extLst xmlns:a="http://schemas.openxmlformats.org/drawingml/2006/main">
              <a:ext uri="{FF2B5EF4-FFF2-40B4-BE49-F238E27FC236}">
                <a16:creationId xmlns:a16="http://schemas.microsoft.com/office/drawing/2014/main" id="{8C2C7D68-CE25-4952-A53A-3F9C3231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34">
            <a:extLst xmlns:a="http://schemas.openxmlformats.org/drawingml/2006/main">
              <a:ext uri="{FF2B5EF4-FFF2-40B4-BE49-F238E27FC236}">
                <a16:creationId xmlns:a16="http://schemas.microsoft.com/office/drawing/2014/main" id="{C94FDC8A-934D-4E8B-AD39-7A974F22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35">
            <a:extLst xmlns:a="http://schemas.openxmlformats.org/drawingml/2006/main">
              <a:ext uri="{FF2B5EF4-FFF2-40B4-BE49-F238E27FC236}">
                <a16:creationId xmlns:a16="http://schemas.microsoft.com/office/drawing/2014/main" id="{4E3FFE5D-5038-42B8-80BD-9C285975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36">
            <a:extLst xmlns:a="http://schemas.openxmlformats.org/drawingml/2006/main">
              <a:ext uri="{FF2B5EF4-FFF2-40B4-BE49-F238E27FC236}">
                <a16:creationId xmlns:a16="http://schemas.microsoft.com/office/drawing/2014/main" id="{D24DAD6A-0447-4CA2-918B-7B43C2FF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37">
            <a:extLst xmlns:a="http://schemas.openxmlformats.org/drawingml/2006/main">
              <a:ext uri="{FF2B5EF4-FFF2-40B4-BE49-F238E27FC236}">
                <a16:creationId xmlns:a16="http://schemas.microsoft.com/office/drawing/2014/main" id="{F8C27447-C84D-4AA7-AFA9-F0EA353B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38">
            <a:extLst xmlns:a="http://schemas.openxmlformats.org/drawingml/2006/main">
              <a:ext uri="{FF2B5EF4-FFF2-40B4-BE49-F238E27FC236}">
                <a16:creationId xmlns:a16="http://schemas.microsoft.com/office/drawing/2014/main" id="{608EF221-A477-46E6-B07F-18E61B21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7283354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739">
            <a:extLst xmlns:a="http://schemas.openxmlformats.org/drawingml/2006/main">
              <a:ext uri="{FF2B5EF4-FFF2-40B4-BE49-F238E27FC236}">
                <a16:creationId xmlns:a16="http://schemas.microsoft.com/office/drawing/2014/main" id="{E79F2E85-D6FB-419A-AEDD-A3B1F19C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AF8CD50-F544-429D-94C2-2753B3B9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37" name="shape-7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1">
            <a:extLst xmlns:a="http://schemas.openxmlformats.org/drawingml/2006/main">
              <a:ext uri="{FF2B5EF4-FFF2-40B4-BE49-F238E27FC236}">
                <a16:creationId xmlns:a16="http://schemas.microsoft.com/office/drawing/2014/main" id="{ABCBB2C3-E9FC-4BCE-8563-F8F82D87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51A4A8-9E9A-4EFC-BBF0-0E6EE21B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742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43">
            <a:extLst xmlns:a="http://schemas.openxmlformats.org/drawingml/2006/main">
              <a:ext uri="{FF2B5EF4-FFF2-40B4-BE49-F238E27FC236}">
                <a16:creationId xmlns:a16="http://schemas.microsoft.com/office/drawing/2014/main" id="{06C8B114-6DCF-4E46-A51F-62C0148C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44">
            <a:extLst xmlns:a="http://schemas.openxmlformats.org/drawingml/2006/main">
              <a:ext uri="{FF2B5EF4-FFF2-40B4-BE49-F238E27FC236}">
                <a16:creationId xmlns:a16="http://schemas.microsoft.com/office/drawing/2014/main" id="{947D3392-D4B9-48F0-83AF-0BCFDD5E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45">
            <a:extLst xmlns:a="http://schemas.openxmlformats.org/drawingml/2006/main">
              <a:ext uri="{FF2B5EF4-FFF2-40B4-BE49-F238E27FC236}">
                <a16:creationId xmlns:a16="http://schemas.microsoft.com/office/drawing/2014/main" id="{B4524BF7-8C3F-4471-92B9-B77402C3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46">
            <a:extLst xmlns:a="http://schemas.openxmlformats.org/drawingml/2006/main">
              <a:ext uri="{FF2B5EF4-FFF2-40B4-BE49-F238E27FC236}">
                <a16:creationId xmlns:a16="http://schemas.microsoft.com/office/drawing/2014/main" id="{AC9DDD7C-FC4F-4613-B5FA-56314A98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47">
            <a:extLst xmlns:a="http://schemas.openxmlformats.org/drawingml/2006/main">
              <a:ext uri="{FF2B5EF4-FFF2-40B4-BE49-F238E27FC236}">
                <a16:creationId xmlns:a16="http://schemas.microsoft.com/office/drawing/2014/main" id="{7123F367-6F96-464C-93C1-619625F1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48">
            <a:extLst xmlns:a="http://schemas.openxmlformats.org/drawingml/2006/main">
              <a:ext uri="{FF2B5EF4-FFF2-40B4-BE49-F238E27FC236}">
                <a16:creationId xmlns:a16="http://schemas.microsoft.com/office/drawing/2014/main" id="{870A1410-9113-4F72-BCC3-508F318B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20–50</a:t>
            </a:r>
          </a:p>
        </p:txBody>
      </p:sp>
      <p:sp>
        <p:nvSpPr>
          <p:cNvPr id="13" name="text-749">
            <a:extLst xmlns:a="http://schemas.openxmlformats.org/drawingml/2006/main">
              <a:ext uri="{FF2B5EF4-FFF2-40B4-BE49-F238E27FC236}">
                <a16:creationId xmlns:a16="http://schemas.microsoft.com/office/drawing/2014/main" id="{D7EB5F1E-1B6F-4E1F-A291-4FBB0055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50">
            <a:extLst xmlns:a="http://schemas.openxmlformats.org/drawingml/2006/main">
              <a:ext uri="{FF2B5EF4-FFF2-40B4-BE49-F238E27FC236}">
                <a16:creationId xmlns:a16="http://schemas.microsoft.com/office/drawing/2014/main" id="{7FFD8136-8AB8-4DF6-AAB0-70DB87F4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51">
            <a:extLst xmlns:a="http://schemas.openxmlformats.org/drawingml/2006/main">
              <a:ext uri="{FF2B5EF4-FFF2-40B4-BE49-F238E27FC236}">
                <a16:creationId xmlns:a16="http://schemas.microsoft.com/office/drawing/2014/main" id="{F565A1FC-5741-43C3-8A68-3F9E880C1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52">
            <a:extLst xmlns:a="http://schemas.openxmlformats.org/drawingml/2006/main">
              <a:ext uri="{FF2B5EF4-FFF2-40B4-BE49-F238E27FC236}">
                <a16:creationId xmlns:a16="http://schemas.microsoft.com/office/drawing/2014/main" id="{F2548445-8A4A-4BB0-A262-0C671001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50–80</a:t>
            </a:r>
          </a:p>
        </p:txBody>
      </p:sp>
      <p:sp>
        <p:nvSpPr>
          <p:cNvPr id="17" name="text-753">
            <a:extLst xmlns:a="http://schemas.openxmlformats.org/drawingml/2006/main">
              <a:ext uri="{FF2B5EF4-FFF2-40B4-BE49-F238E27FC236}">
                <a16:creationId xmlns:a16="http://schemas.microsoft.com/office/drawing/2014/main" id="{3390147F-ABB8-40CE-AEDA-8E8FC436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8" name="text-754">
            <a:extLst xmlns:a="http://schemas.openxmlformats.org/drawingml/2006/main">
              <a:ext uri="{FF2B5EF4-FFF2-40B4-BE49-F238E27FC236}">
                <a16:creationId xmlns:a16="http://schemas.microsoft.com/office/drawing/2014/main" id="{1032A452-EF5C-4DF6-AE7A-659C51B3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19" name="shape-755">
            <a:extLst xmlns:a="http://schemas.openxmlformats.org/drawingml/2006/main">
              <a:ext uri="{FF2B5EF4-FFF2-40B4-BE49-F238E27FC236}">
                <a16:creationId xmlns:a16="http://schemas.microsoft.com/office/drawing/2014/main" id="{BAF7291D-3EE0-4C8C-B6A6-BC8418A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56">
            <a:extLst xmlns:a="http://schemas.openxmlformats.org/drawingml/2006/main">
              <a:ext uri="{FF2B5EF4-FFF2-40B4-BE49-F238E27FC236}">
                <a16:creationId xmlns:a16="http://schemas.microsoft.com/office/drawing/2014/main" id="{7E78FB7B-A68F-4856-B259-E667547D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757">
            <a:extLst xmlns:a="http://schemas.openxmlformats.org/drawingml/2006/main">
              <a:ext uri="{FF2B5EF4-FFF2-40B4-BE49-F238E27FC236}">
                <a16:creationId xmlns:a16="http://schemas.microsoft.com/office/drawing/2014/main" id="{D91FAC55-48C7-46BC-A45E-A539882F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758">
            <a:extLst xmlns:a="http://schemas.openxmlformats.org/drawingml/2006/main">
              <a:ext uri="{FF2B5EF4-FFF2-40B4-BE49-F238E27FC236}">
                <a16:creationId xmlns:a16="http://schemas.microsoft.com/office/drawing/2014/main" id="{23AA5A7A-4F92-4B2B-A5AB-9A236D7E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3" name="shape-759">
            <a:extLst xmlns:a="http://schemas.openxmlformats.org/drawingml/2006/main">
              <a:ext uri="{FF2B5EF4-FFF2-40B4-BE49-F238E27FC236}">
                <a16:creationId xmlns:a16="http://schemas.microsoft.com/office/drawing/2014/main" id="{DFBE2CF4-CFBA-4BB5-8F8F-21B7182D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60">
            <a:extLst xmlns:a="http://schemas.openxmlformats.org/drawingml/2006/main">
              <a:ext uri="{FF2B5EF4-FFF2-40B4-BE49-F238E27FC236}">
                <a16:creationId xmlns:a16="http://schemas.microsoft.com/office/drawing/2014/main" id="{380805FB-925E-49A3-A47B-19AFC167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761">
            <a:extLst xmlns:a="http://schemas.openxmlformats.org/drawingml/2006/main">
              <a:ext uri="{FF2B5EF4-FFF2-40B4-BE49-F238E27FC236}">
                <a16:creationId xmlns:a16="http://schemas.microsoft.com/office/drawing/2014/main" id="{77811329-62DF-4688-9B04-266CC8F3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26" name="text-762">
            <a:extLst xmlns:a="http://schemas.openxmlformats.org/drawingml/2006/main">
              <a:ext uri="{FF2B5EF4-FFF2-40B4-BE49-F238E27FC236}">
                <a16:creationId xmlns:a16="http://schemas.microsoft.com/office/drawing/2014/main" id="{ADC7F130-04EF-4164-873B-E3C25F01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27" name="shape-763">
            <a:extLst xmlns:a="http://schemas.openxmlformats.org/drawingml/2006/main">
              <a:ext uri="{FF2B5EF4-FFF2-40B4-BE49-F238E27FC236}">
                <a16:creationId xmlns:a16="http://schemas.microsoft.com/office/drawing/2014/main" id="{B1A4B8A9-4081-4133-B5A2-C2A4C0C4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64">
            <a:extLst xmlns:a="http://schemas.openxmlformats.org/drawingml/2006/main">
              <a:ext uri="{FF2B5EF4-FFF2-40B4-BE49-F238E27FC236}">
                <a16:creationId xmlns:a16="http://schemas.microsoft.com/office/drawing/2014/main" id="{3E84DB22-2D29-42A0-8BF5-0D06C5C1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135–160</a:t>
            </a:r>
          </a:p>
        </p:txBody>
      </p:sp>
      <p:sp>
        <p:nvSpPr>
          <p:cNvPr id="29" name="text-765">
            <a:extLst xmlns:a="http://schemas.openxmlformats.org/drawingml/2006/main">
              <a:ext uri="{FF2B5EF4-FFF2-40B4-BE49-F238E27FC236}">
                <a16:creationId xmlns:a16="http://schemas.microsoft.com/office/drawing/2014/main" id="{BF62EC34-CF35-4F20-8997-18F7C53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0" name="text-766">
            <a:extLst xmlns:a="http://schemas.openxmlformats.org/drawingml/2006/main">
              <a:ext uri="{FF2B5EF4-FFF2-40B4-BE49-F238E27FC236}">
                <a16:creationId xmlns:a16="http://schemas.microsoft.com/office/drawing/2014/main" id="{29D34BC0-BAD1-49E3-9C63-1A886C4A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1" name="shape-767">
            <a:extLst xmlns:a="http://schemas.openxmlformats.org/drawingml/2006/main">
              <a:ext uri="{FF2B5EF4-FFF2-40B4-BE49-F238E27FC236}">
                <a16:creationId xmlns:a16="http://schemas.microsoft.com/office/drawing/2014/main" id="{0ECE8C18-41DE-4226-9FEB-276FF3C9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68">
            <a:extLst xmlns:a="http://schemas.openxmlformats.org/drawingml/2006/main">
              <a:ext uri="{FF2B5EF4-FFF2-40B4-BE49-F238E27FC236}">
                <a16:creationId xmlns:a16="http://schemas.microsoft.com/office/drawing/2014/main" id="{E6E28696-A9CF-4922-B048-3270BC26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3" name="text-769">
            <a:extLst xmlns:a="http://schemas.openxmlformats.org/drawingml/2006/main">
              <a:ext uri="{FF2B5EF4-FFF2-40B4-BE49-F238E27FC236}">
                <a16:creationId xmlns:a16="http://schemas.microsoft.com/office/drawing/2014/main" id="{F6AFBF55-83F4-452C-ADE7-6A9D2F0C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4" name="text-770">
            <a:extLst xmlns:a="http://schemas.openxmlformats.org/drawingml/2006/main">
              <a:ext uri="{FF2B5EF4-FFF2-40B4-BE49-F238E27FC236}">
                <a16:creationId xmlns:a16="http://schemas.microsoft.com/office/drawing/2014/main" id="{BB7260D8-E711-49A5-83DA-A81E8B15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7034104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71">
            <a:extLst xmlns:a="http://schemas.openxmlformats.org/drawingml/2006/main">
              <a:ext uri="{FF2B5EF4-FFF2-40B4-BE49-F238E27FC236}">
                <a16:creationId xmlns:a16="http://schemas.microsoft.com/office/drawing/2014/main" id="{DEA25563-F718-4569-BD42-0BC50D5D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8AEB3F-B02A-4F2B-BF77-7E935664D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73">
            <a:extLst xmlns:a="http://schemas.openxmlformats.org/drawingml/2006/main">
              <a:ext uri="{FF2B5EF4-FFF2-40B4-BE49-F238E27FC236}">
                <a16:creationId xmlns:a16="http://schemas.microsoft.com/office/drawing/2014/main" id="{31B3D0F1-C312-40E4-898D-3C7187A7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96488A-5319-47B7-95F1-6A325865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74">
            <a:extLst xmlns:a="http://schemas.openxmlformats.org/drawingml/2006/main">
              <a:ext uri="{FF2B5EF4-FFF2-40B4-BE49-F238E27FC236}">
                <a16:creationId xmlns:a16="http://schemas.microsoft.com/office/drawing/2014/main" id="{DE2F66BE-CAB5-44E8-BBED-00B1B80E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775">
            <a:extLst xmlns:a="http://schemas.openxmlformats.org/drawingml/2006/main">
              <a:ext uri="{FF2B5EF4-FFF2-40B4-BE49-F238E27FC236}">
                <a16:creationId xmlns:a16="http://schemas.microsoft.com/office/drawing/2014/main" id="{D217F2ED-236B-495D-AAF5-7406B617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76">
            <a:extLst xmlns:a="http://schemas.openxmlformats.org/drawingml/2006/main">
              <a:ext uri="{FF2B5EF4-FFF2-40B4-BE49-F238E27FC236}">
                <a16:creationId xmlns:a16="http://schemas.microsoft.com/office/drawing/2014/main" id="{C7BCAAE1-22AE-460C-B025-D5ED9563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77">
            <a:extLst xmlns:a="http://schemas.openxmlformats.org/drawingml/2006/main">
              <a:ext uri="{FF2B5EF4-FFF2-40B4-BE49-F238E27FC236}">
                <a16:creationId xmlns:a16="http://schemas.microsoft.com/office/drawing/2014/main" id="{8AA6BC9B-E506-4400-946F-52135FCD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778">
            <a:extLst xmlns:a="http://schemas.openxmlformats.org/drawingml/2006/main">
              <a:ext uri="{FF2B5EF4-FFF2-40B4-BE49-F238E27FC236}">
                <a16:creationId xmlns:a16="http://schemas.microsoft.com/office/drawing/2014/main" id="{591629C6-11F8-41AB-98AB-66516F94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779">
            <a:extLst xmlns:a="http://schemas.openxmlformats.org/drawingml/2006/main">
              <a:ext uri="{FF2B5EF4-FFF2-40B4-BE49-F238E27FC236}">
                <a16:creationId xmlns:a16="http://schemas.microsoft.com/office/drawing/2014/main" id="{3BFCF0AF-0899-4185-A04C-10C964FF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0">
            <a:extLst xmlns:a="http://schemas.openxmlformats.org/drawingml/2006/main">
              <a:ext uri="{FF2B5EF4-FFF2-40B4-BE49-F238E27FC236}">
                <a16:creationId xmlns:a16="http://schemas.microsoft.com/office/drawing/2014/main" id="{CB2C1362-E7AC-4345-BB8A-4BD84CC5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781">
            <a:extLst xmlns:a="http://schemas.openxmlformats.org/drawingml/2006/main">
              <a:ext uri="{FF2B5EF4-FFF2-40B4-BE49-F238E27FC236}">
                <a16:creationId xmlns:a16="http://schemas.microsoft.com/office/drawing/2014/main" id="{78046E31-F36D-40D7-B044-E73E5094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82">
            <a:extLst xmlns:a="http://schemas.openxmlformats.org/drawingml/2006/main">
              <a:ext uri="{FF2B5EF4-FFF2-40B4-BE49-F238E27FC236}">
                <a16:creationId xmlns:a16="http://schemas.microsoft.com/office/drawing/2014/main" id="{8BCA3F8B-8F1C-4395-B689-D923A24B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83">
            <a:extLst xmlns:a="http://schemas.openxmlformats.org/drawingml/2006/main">
              <a:ext uri="{FF2B5EF4-FFF2-40B4-BE49-F238E27FC236}">
                <a16:creationId xmlns:a16="http://schemas.microsoft.com/office/drawing/2014/main" id="{B9378590-F1DF-4FCC-8A6B-7FE7AAC3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784">
            <a:extLst xmlns:a="http://schemas.openxmlformats.org/drawingml/2006/main">
              <a:ext uri="{FF2B5EF4-FFF2-40B4-BE49-F238E27FC236}">
                <a16:creationId xmlns:a16="http://schemas.microsoft.com/office/drawing/2014/main" id="{B224B16D-CCEC-4AC1-868F-1CB729DF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785">
            <a:extLst xmlns:a="http://schemas.openxmlformats.org/drawingml/2006/main">
              <a:ext uri="{FF2B5EF4-FFF2-40B4-BE49-F238E27FC236}">
                <a16:creationId xmlns:a16="http://schemas.microsoft.com/office/drawing/2014/main" id="{5495F24F-F85E-47F2-BD9C-F88123F4B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86">
            <a:extLst xmlns:a="http://schemas.openxmlformats.org/drawingml/2006/main">
              <a:ext uri="{FF2B5EF4-FFF2-40B4-BE49-F238E27FC236}">
                <a16:creationId xmlns:a16="http://schemas.microsoft.com/office/drawing/2014/main" id="{F2858D68-CE32-4BC8-B2DF-35E1E410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787">
            <a:extLst xmlns:a="http://schemas.openxmlformats.org/drawingml/2006/main">
              <a:ext uri="{FF2B5EF4-FFF2-40B4-BE49-F238E27FC236}">
                <a16:creationId xmlns:a16="http://schemas.microsoft.com/office/drawing/2014/main" id="{D495EC05-A7A0-4235-813B-96D26F44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88">
            <a:extLst xmlns:a="http://schemas.openxmlformats.org/drawingml/2006/main">
              <a:ext uri="{FF2B5EF4-FFF2-40B4-BE49-F238E27FC236}">
                <a16:creationId xmlns:a16="http://schemas.microsoft.com/office/drawing/2014/main" id="{D7894AD0-5458-47F9-8E52-DB713A70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89">
            <a:extLst xmlns:a="http://schemas.openxmlformats.org/drawingml/2006/main">
              <a:ext uri="{FF2B5EF4-FFF2-40B4-BE49-F238E27FC236}">
                <a16:creationId xmlns:a16="http://schemas.microsoft.com/office/drawing/2014/main" id="{0A4E6B99-2C70-4A86-BB62-ABE62EC2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790">
            <a:extLst xmlns:a="http://schemas.openxmlformats.org/drawingml/2006/main">
              <a:ext uri="{FF2B5EF4-FFF2-40B4-BE49-F238E27FC236}">
                <a16:creationId xmlns:a16="http://schemas.microsoft.com/office/drawing/2014/main" id="{4B83F326-9735-4BAA-8A1F-9D727CD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791">
            <a:extLst xmlns:a="http://schemas.openxmlformats.org/drawingml/2006/main">
              <a:ext uri="{FF2B5EF4-FFF2-40B4-BE49-F238E27FC236}">
                <a16:creationId xmlns:a16="http://schemas.microsoft.com/office/drawing/2014/main" id="{DBBAE9FF-7901-443C-B0B4-606EB852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92">
            <a:extLst xmlns:a="http://schemas.openxmlformats.org/drawingml/2006/main">
              <a:ext uri="{FF2B5EF4-FFF2-40B4-BE49-F238E27FC236}">
                <a16:creationId xmlns:a16="http://schemas.microsoft.com/office/drawing/2014/main" id="{46B4AB2F-EA92-4002-A001-39D92B2D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793">
            <a:extLst xmlns:a="http://schemas.openxmlformats.org/drawingml/2006/main">
              <a:ext uri="{FF2B5EF4-FFF2-40B4-BE49-F238E27FC236}">
                <a16:creationId xmlns:a16="http://schemas.microsoft.com/office/drawing/2014/main" id="{39DCC019-CA35-4963-8848-1A5CB338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94">
            <a:extLst xmlns:a="http://schemas.openxmlformats.org/drawingml/2006/main">
              <a:ext uri="{FF2B5EF4-FFF2-40B4-BE49-F238E27FC236}">
                <a16:creationId xmlns:a16="http://schemas.microsoft.com/office/drawing/2014/main" id="{2668794F-2467-4DDA-BC2F-625F2907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95">
            <a:extLst xmlns:a="http://schemas.openxmlformats.org/drawingml/2006/main">
              <a:ext uri="{FF2B5EF4-FFF2-40B4-BE49-F238E27FC236}">
                <a16:creationId xmlns:a16="http://schemas.microsoft.com/office/drawing/2014/main" id="{73A20A68-C230-4B70-982B-61687B08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796">
            <a:extLst xmlns:a="http://schemas.openxmlformats.org/drawingml/2006/main">
              <a:ext uri="{FF2B5EF4-FFF2-40B4-BE49-F238E27FC236}">
                <a16:creationId xmlns:a16="http://schemas.microsoft.com/office/drawing/2014/main" id="{68C546CA-6DA2-4C1B-BB32-AFEB7F3E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797">
            <a:extLst xmlns:a="http://schemas.openxmlformats.org/drawingml/2006/main">
              <a:ext uri="{FF2B5EF4-FFF2-40B4-BE49-F238E27FC236}">
                <a16:creationId xmlns:a16="http://schemas.microsoft.com/office/drawing/2014/main" id="{48AC70E4-234E-44B5-960A-B4EE9310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8104094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98">
            <a:extLst xmlns:a="http://schemas.openxmlformats.org/drawingml/2006/main">
              <a:ext uri="{FF2B5EF4-FFF2-40B4-BE49-F238E27FC236}">
                <a16:creationId xmlns:a16="http://schemas.microsoft.com/office/drawing/2014/main" id="{374F0684-DFE0-40D6-A724-D3F9BE67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F5725B-2FBB-4094-89C9-249CFBFE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7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00">
            <a:extLst xmlns:a="http://schemas.openxmlformats.org/drawingml/2006/main">
              <a:ext uri="{FF2B5EF4-FFF2-40B4-BE49-F238E27FC236}">
                <a16:creationId xmlns:a16="http://schemas.microsoft.com/office/drawing/2014/main" id="{5B196883-D1EF-4160-A22D-3A999E6D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020257-382B-4B73-8156-3295FC18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01">
            <a:extLst xmlns:a="http://schemas.openxmlformats.org/drawingml/2006/main">
              <a:ext uri="{FF2B5EF4-FFF2-40B4-BE49-F238E27FC236}">
                <a16:creationId xmlns:a16="http://schemas.microsoft.com/office/drawing/2014/main" id="{DBE8B57F-C077-4A6F-BD74-7829CBAE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2">
            <a:extLst xmlns:a="http://schemas.openxmlformats.org/drawingml/2006/main">
              <a:ext uri="{FF2B5EF4-FFF2-40B4-BE49-F238E27FC236}">
                <a16:creationId xmlns:a16="http://schemas.microsoft.com/office/drawing/2014/main" id="{32107359-71BC-4707-AEF5-D9BA9A03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3">
            <a:extLst xmlns:a="http://schemas.openxmlformats.org/drawingml/2006/main">
              <a:ext uri="{FF2B5EF4-FFF2-40B4-BE49-F238E27FC236}">
                <a16:creationId xmlns:a16="http://schemas.microsoft.com/office/drawing/2014/main" id="{5901DAF8-116F-477A-BBBE-7715D6EA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4">
            <a:extLst xmlns:a="http://schemas.openxmlformats.org/drawingml/2006/main">
              <a:ext uri="{FF2B5EF4-FFF2-40B4-BE49-F238E27FC236}">
                <a16:creationId xmlns:a16="http://schemas.microsoft.com/office/drawing/2014/main" id="{D5B19A0F-DB2A-4AB5-85DD-1886218EE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05">
            <a:extLst xmlns:a="http://schemas.openxmlformats.org/drawingml/2006/main">
              <a:ext uri="{FF2B5EF4-FFF2-40B4-BE49-F238E27FC236}">
                <a16:creationId xmlns:a16="http://schemas.microsoft.com/office/drawing/2014/main" id="{A478F794-5300-44B5-9E66-84CB4B98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06">
            <a:extLst xmlns:a="http://schemas.openxmlformats.org/drawingml/2006/main">
              <a:ext uri="{FF2B5EF4-FFF2-40B4-BE49-F238E27FC236}">
                <a16:creationId xmlns:a16="http://schemas.microsoft.com/office/drawing/2014/main" id="{9D5D1D97-C11E-4D4D-9D73-E0168D9F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7">
            <a:extLst xmlns:a="http://schemas.openxmlformats.org/drawingml/2006/main">
              <a:ext uri="{FF2B5EF4-FFF2-40B4-BE49-F238E27FC236}">
                <a16:creationId xmlns:a16="http://schemas.microsoft.com/office/drawing/2014/main" id="{A2221B4B-0EE5-4F43-ADEC-8A75C13D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08">
            <a:extLst xmlns:a="http://schemas.openxmlformats.org/drawingml/2006/main">
              <a:ext uri="{FF2B5EF4-FFF2-40B4-BE49-F238E27FC236}">
                <a16:creationId xmlns:a16="http://schemas.microsoft.com/office/drawing/2014/main" id="{762F6249-8C4F-4729-B421-BD3EB603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9">
            <a:extLst xmlns:a="http://schemas.openxmlformats.org/drawingml/2006/main">
              <a:ext uri="{FF2B5EF4-FFF2-40B4-BE49-F238E27FC236}">
                <a16:creationId xmlns:a16="http://schemas.microsoft.com/office/drawing/2014/main" id="{7239BA71-E5EF-456C-954D-F45CDEC7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0">
            <a:extLst xmlns:a="http://schemas.openxmlformats.org/drawingml/2006/main">
              <a:ext uri="{FF2B5EF4-FFF2-40B4-BE49-F238E27FC236}">
                <a16:creationId xmlns:a16="http://schemas.microsoft.com/office/drawing/2014/main" id="{35BCFB8A-3956-4146-9D28-1C81CCE4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11">
            <a:extLst xmlns:a="http://schemas.openxmlformats.org/drawingml/2006/main">
              <a:ext uri="{FF2B5EF4-FFF2-40B4-BE49-F238E27FC236}">
                <a16:creationId xmlns:a16="http://schemas.microsoft.com/office/drawing/2014/main" id="{13A16921-34EE-4B92-BE3D-B82EC8DF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12">
            <a:extLst xmlns:a="http://schemas.openxmlformats.org/drawingml/2006/main">
              <a:ext uri="{FF2B5EF4-FFF2-40B4-BE49-F238E27FC236}">
                <a16:creationId xmlns:a16="http://schemas.microsoft.com/office/drawing/2014/main" id="{A4E7A144-2432-4A7D-B2B7-72FD852D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3">
            <a:extLst xmlns:a="http://schemas.openxmlformats.org/drawingml/2006/main">
              <a:ext uri="{FF2B5EF4-FFF2-40B4-BE49-F238E27FC236}">
                <a16:creationId xmlns:a16="http://schemas.microsoft.com/office/drawing/2014/main" id="{0EA333CB-585C-4B59-AEB0-C0D6DE41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4">
            <a:extLst xmlns:a="http://schemas.openxmlformats.org/drawingml/2006/main">
              <a:ext uri="{FF2B5EF4-FFF2-40B4-BE49-F238E27FC236}">
                <a16:creationId xmlns:a16="http://schemas.microsoft.com/office/drawing/2014/main" id="{B0035C04-D2F4-4AFE-A359-17E68D12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5">
            <a:extLst xmlns:a="http://schemas.openxmlformats.org/drawingml/2006/main">
              <a:ext uri="{FF2B5EF4-FFF2-40B4-BE49-F238E27FC236}">
                <a16:creationId xmlns:a16="http://schemas.microsoft.com/office/drawing/2014/main" id="{7EC3E863-7823-4F49-95B0-CFF57A45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16">
            <a:extLst xmlns:a="http://schemas.openxmlformats.org/drawingml/2006/main">
              <a:ext uri="{FF2B5EF4-FFF2-40B4-BE49-F238E27FC236}">
                <a16:creationId xmlns:a16="http://schemas.microsoft.com/office/drawing/2014/main" id="{D2EC596C-966A-46D3-9ECB-1C4E5A56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17">
            <a:extLst xmlns:a="http://schemas.openxmlformats.org/drawingml/2006/main">
              <a:ext uri="{FF2B5EF4-FFF2-40B4-BE49-F238E27FC236}">
                <a16:creationId xmlns:a16="http://schemas.microsoft.com/office/drawing/2014/main" id="{7BC7D892-A081-4697-BB35-90D49769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18">
            <a:extLst xmlns:a="http://schemas.openxmlformats.org/drawingml/2006/main">
              <a:ext uri="{FF2B5EF4-FFF2-40B4-BE49-F238E27FC236}">
                <a16:creationId xmlns:a16="http://schemas.microsoft.com/office/drawing/2014/main" id="{4EE02172-E421-4E50-9D6C-66008B92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9">
            <a:extLst xmlns:a="http://schemas.openxmlformats.org/drawingml/2006/main">
              <a:ext uri="{FF2B5EF4-FFF2-40B4-BE49-F238E27FC236}">
                <a16:creationId xmlns:a16="http://schemas.microsoft.com/office/drawing/2014/main" id="{B26BD237-ACE8-4196-AA55-2CDBDEBE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20">
            <a:extLst xmlns:a="http://schemas.openxmlformats.org/drawingml/2006/main">
              <a:ext uri="{FF2B5EF4-FFF2-40B4-BE49-F238E27FC236}">
                <a16:creationId xmlns:a16="http://schemas.microsoft.com/office/drawing/2014/main" id="{9185F74C-B917-4F68-AB2A-2B064FE2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21">
            <a:extLst xmlns:a="http://schemas.openxmlformats.org/drawingml/2006/main">
              <a:ext uri="{FF2B5EF4-FFF2-40B4-BE49-F238E27FC236}">
                <a16:creationId xmlns:a16="http://schemas.microsoft.com/office/drawing/2014/main" id="{81CAE8F5-F74C-4AF4-8D76-2EE2145B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2">
            <a:extLst xmlns:a="http://schemas.openxmlformats.org/drawingml/2006/main">
              <a:ext uri="{FF2B5EF4-FFF2-40B4-BE49-F238E27FC236}">
                <a16:creationId xmlns:a16="http://schemas.microsoft.com/office/drawing/2014/main" id="{09E28CE0-73EB-4923-A305-BAAE4ADB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23">
            <a:extLst xmlns:a="http://schemas.openxmlformats.org/drawingml/2006/main">
              <a:ext uri="{FF2B5EF4-FFF2-40B4-BE49-F238E27FC236}">
                <a16:creationId xmlns:a16="http://schemas.microsoft.com/office/drawing/2014/main" id="{CD9CEF67-FD64-4F7C-99E1-B1BEF028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24">
            <a:extLst xmlns:a="http://schemas.openxmlformats.org/drawingml/2006/main">
              <a:ext uri="{FF2B5EF4-FFF2-40B4-BE49-F238E27FC236}">
                <a16:creationId xmlns:a16="http://schemas.microsoft.com/office/drawing/2014/main" id="{67E60CCA-9D9C-4E8D-BAE2-2AE28940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25">
            <a:extLst xmlns:a="http://schemas.openxmlformats.org/drawingml/2006/main">
              <a:ext uri="{FF2B5EF4-FFF2-40B4-BE49-F238E27FC236}">
                <a16:creationId xmlns:a16="http://schemas.microsoft.com/office/drawing/2014/main" id="{C9C73311-F96E-4727-830C-ABF4157D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26">
            <a:extLst xmlns:a="http://schemas.openxmlformats.org/drawingml/2006/main">
              <a:ext uri="{FF2B5EF4-FFF2-40B4-BE49-F238E27FC236}">
                <a16:creationId xmlns:a16="http://schemas.microsoft.com/office/drawing/2014/main" id="{556ECFF0-5294-4CA8-BEED-803A8B78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27">
            <a:extLst xmlns:a="http://schemas.openxmlformats.org/drawingml/2006/main">
              <a:ext uri="{FF2B5EF4-FFF2-40B4-BE49-F238E27FC236}">
                <a16:creationId xmlns:a16="http://schemas.microsoft.com/office/drawing/2014/main" id="{FDF0EC71-FF3A-4BF9-BF8E-B9CED7DF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28">
            <a:extLst xmlns:a="http://schemas.openxmlformats.org/drawingml/2006/main">
              <a:ext uri="{FF2B5EF4-FFF2-40B4-BE49-F238E27FC236}">
                <a16:creationId xmlns:a16="http://schemas.microsoft.com/office/drawing/2014/main" id="{703389C5-B572-403D-9B10-F60A21D5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29">
            <a:extLst xmlns:a="http://schemas.openxmlformats.org/drawingml/2006/main">
              <a:ext uri="{FF2B5EF4-FFF2-40B4-BE49-F238E27FC236}">
                <a16:creationId xmlns:a16="http://schemas.microsoft.com/office/drawing/2014/main" id="{C03F994B-0A8D-4D8B-8F20-A06D72BD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30">
            <a:extLst xmlns:a="http://schemas.openxmlformats.org/drawingml/2006/main">
              <a:ext uri="{FF2B5EF4-FFF2-40B4-BE49-F238E27FC236}">
                <a16:creationId xmlns:a16="http://schemas.microsoft.com/office/drawing/2014/main" id="{655B16D2-EB70-4E49-995D-5D565208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9314039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31">
            <a:extLst xmlns:a="http://schemas.openxmlformats.org/drawingml/2006/main">
              <a:ext uri="{FF2B5EF4-FFF2-40B4-BE49-F238E27FC236}">
                <a16:creationId xmlns:a16="http://schemas.microsoft.com/office/drawing/2014/main" id="{4524A8A0-BC80-48B0-9FBA-F665225A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820F58-AD18-431E-A1FA-175618DB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33">
            <a:extLst xmlns:a="http://schemas.openxmlformats.org/drawingml/2006/main">
              <a:ext uri="{FF2B5EF4-FFF2-40B4-BE49-F238E27FC236}">
                <a16:creationId xmlns:a16="http://schemas.microsoft.com/office/drawing/2014/main" id="{ACA546F0-40F0-4F31-A1CB-D1490039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34C2C0-B94B-4B6A-B42D-A034D6B9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34">
            <a:extLst xmlns:a="http://schemas.openxmlformats.org/drawingml/2006/main">
              <a:ext uri="{FF2B5EF4-FFF2-40B4-BE49-F238E27FC236}">
                <a16:creationId xmlns:a16="http://schemas.microsoft.com/office/drawing/2014/main" id="{C0F23466-38F8-482C-B3F8-D6726CDB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35">
            <a:extLst xmlns:a="http://schemas.openxmlformats.org/drawingml/2006/main">
              <a:ext uri="{FF2B5EF4-FFF2-40B4-BE49-F238E27FC236}">
                <a16:creationId xmlns:a16="http://schemas.microsoft.com/office/drawing/2014/main" id="{99F41B21-B622-4440-BD59-62B3A23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36">
            <a:extLst xmlns:a="http://schemas.openxmlformats.org/drawingml/2006/main">
              <a:ext uri="{FF2B5EF4-FFF2-40B4-BE49-F238E27FC236}">
                <a16:creationId xmlns:a16="http://schemas.microsoft.com/office/drawing/2014/main" id="{D3EAF34C-A201-4011-88D3-4A69712C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37">
            <a:extLst xmlns:a="http://schemas.openxmlformats.org/drawingml/2006/main">
              <a:ext uri="{FF2B5EF4-FFF2-40B4-BE49-F238E27FC236}">
                <a16:creationId xmlns:a16="http://schemas.microsoft.com/office/drawing/2014/main" id="{0750B1A8-5490-4895-A3F4-E755FFAD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38">
            <a:extLst xmlns:a="http://schemas.openxmlformats.org/drawingml/2006/main">
              <a:ext uri="{FF2B5EF4-FFF2-40B4-BE49-F238E27FC236}">
                <a16:creationId xmlns:a16="http://schemas.microsoft.com/office/drawing/2014/main" id="{CC6264F5-C035-4E77-96C8-FD9EA627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39">
            <a:extLst xmlns:a="http://schemas.openxmlformats.org/drawingml/2006/main">
              <a:ext uri="{FF2B5EF4-FFF2-40B4-BE49-F238E27FC236}">
                <a16:creationId xmlns:a16="http://schemas.microsoft.com/office/drawing/2014/main" id="{3250C361-DAB2-4D99-A90B-C56DDD08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40">
            <a:extLst xmlns:a="http://schemas.openxmlformats.org/drawingml/2006/main">
              <a:ext uri="{FF2B5EF4-FFF2-40B4-BE49-F238E27FC236}">
                <a16:creationId xmlns:a16="http://schemas.microsoft.com/office/drawing/2014/main" id="{A57A445D-A8F4-472D-BB2E-448005AE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41">
            <a:extLst xmlns:a="http://schemas.openxmlformats.org/drawingml/2006/main">
              <a:ext uri="{FF2B5EF4-FFF2-40B4-BE49-F238E27FC236}">
                <a16:creationId xmlns:a16="http://schemas.microsoft.com/office/drawing/2014/main" id="{BBBBEB16-752B-448E-8AD7-E51E123A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42">
            <a:extLst xmlns:a="http://schemas.openxmlformats.org/drawingml/2006/main">
              <a:ext uri="{FF2B5EF4-FFF2-40B4-BE49-F238E27FC236}">
                <a16:creationId xmlns:a16="http://schemas.microsoft.com/office/drawing/2014/main" id="{248502E4-D881-49CE-BF58-F7DB4CB9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43">
            <a:extLst xmlns:a="http://schemas.openxmlformats.org/drawingml/2006/main">
              <a:ext uri="{FF2B5EF4-FFF2-40B4-BE49-F238E27FC236}">
                <a16:creationId xmlns:a16="http://schemas.microsoft.com/office/drawing/2014/main" id="{2078004E-A94E-4E56-9CED-59BC920B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44">
            <a:extLst xmlns:a="http://schemas.openxmlformats.org/drawingml/2006/main">
              <a:ext uri="{FF2B5EF4-FFF2-40B4-BE49-F238E27FC236}">
                <a16:creationId xmlns:a16="http://schemas.microsoft.com/office/drawing/2014/main" id="{7A51B32A-62D2-4436-B454-1FD8C1E0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45">
            <a:extLst xmlns:a="http://schemas.openxmlformats.org/drawingml/2006/main">
              <a:ext uri="{FF2B5EF4-FFF2-40B4-BE49-F238E27FC236}">
                <a16:creationId xmlns:a16="http://schemas.microsoft.com/office/drawing/2014/main" id="{AE5E7B47-5909-4485-B669-560458DB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4123034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46">
            <a:extLst xmlns:a="http://schemas.openxmlformats.org/drawingml/2006/main">
              <a:ext uri="{FF2B5EF4-FFF2-40B4-BE49-F238E27FC236}">
                <a16:creationId xmlns:a16="http://schemas.microsoft.com/office/drawing/2014/main" id="{FA68312C-CF5B-4E70-83B5-54195DD5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836F30-6DD2-4551-8952-60FA14C1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48">
            <a:extLst xmlns:a="http://schemas.openxmlformats.org/drawingml/2006/main">
              <a:ext uri="{FF2B5EF4-FFF2-40B4-BE49-F238E27FC236}">
                <a16:creationId xmlns:a16="http://schemas.microsoft.com/office/drawing/2014/main" id="{72783CFD-5066-40A8-9244-56BB51A5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7F759C7-E45C-41C9-ACAC-13E28DC0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49">
            <a:extLst xmlns:a="http://schemas.openxmlformats.org/drawingml/2006/main">
              <a:ext uri="{FF2B5EF4-FFF2-40B4-BE49-F238E27FC236}">
                <a16:creationId xmlns:a16="http://schemas.microsoft.com/office/drawing/2014/main" id="{589A8B8C-7229-40A2-BD6A-C47F58F4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50">
            <a:extLst xmlns:a="http://schemas.openxmlformats.org/drawingml/2006/main">
              <a:ext uri="{FF2B5EF4-FFF2-40B4-BE49-F238E27FC236}">
                <a16:creationId xmlns:a16="http://schemas.microsoft.com/office/drawing/2014/main" id="{B1D4DE1D-FF9E-43C2-9A7A-64802D83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51">
            <a:extLst xmlns:a="http://schemas.openxmlformats.org/drawingml/2006/main">
              <a:ext uri="{FF2B5EF4-FFF2-40B4-BE49-F238E27FC236}">
                <a16:creationId xmlns:a16="http://schemas.microsoft.com/office/drawing/2014/main" id="{CEAC5038-30EC-4E56-A140-E13AAD7C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52">
            <a:extLst xmlns:a="http://schemas.openxmlformats.org/drawingml/2006/main">
              <a:ext uri="{FF2B5EF4-FFF2-40B4-BE49-F238E27FC236}">
                <a16:creationId xmlns:a16="http://schemas.microsoft.com/office/drawing/2014/main" id="{67404880-D30E-4178-986E-6F84E0E9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53">
            <a:extLst xmlns:a="http://schemas.openxmlformats.org/drawingml/2006/main">
              <a:ext uri="{FF2B5EF4-FFF2-40B4-BE49-F238E27FC236}">
                <a16:creationId xmlns:a16="http://schemas.microsoft.com/office/drawing/2014/main" id="{AAE596E7-D9A0-44FD-A29E-106B2B89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54">
            <a:extLst xmlns:a="http://schemas.openxmlformats.org/drawingml/2006/main">
              <a:ext uri="{FF2B5EF4-FFF2-40B4-BE49-F238E27FC236}">
                <a16:creationId xmlns:a16="http://schemas.microsoft.com/office/drawing/2014/main" id="{3C7CFD89-DB6F-4F24-8362-003BE59B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55">
            <a:extLst xmlns:a="http://schemas.openxmlformats.org/drawingml/2006/main">
              <a:ext uri="{FF2B5EF4-FFF2-40B4-BE49-F238E27FC236}">
                <a16:creationId xmlns:a16="http://schemas.microsoft.com/office/drawing/2014/main" id="{5572F02C-E3BB-4AB6-B77F-8530A388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56">
            <a:extLst xmlns:a="http://schemas.openxmlformats.org/drawingml/2006/main">
              <a:ext uri="{FF2B5EF4-FFF2-40B4-BE49-F238E27FC236}">
                <a16:creationId xmlns:a16="http://schemas.microsoft.com/office/drawing/2014/main" id="{7EB675B9-B3C2-4749-95C6-A403AEAD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57">
            <a:extLst xmlns:a="http://schemas.openxmlformats.org/drawingml/2006/main">
              <a:ext uri="{FF2B5EF4-FFF2-40B4-BE49-F238E27FC236}">
                <a16:creationId xmlns:a16="http://schemas.microsoft.com/office/drawing/2014/main" id="{C9CCCB05-5EAC-4B14-82C7-4E06F9E1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58">
            <a:extLst xmlns:a="http://schemas.openxmlformats.org/drawingml/2006/main">
              <a:ext uri="{FF2B5EF4-FFF2-40B4-BE49-F238E27FC236}">
                <a16:creationId xmlns:a16="http://schemas.microsoft.com/office/drawing/2014/main" id="{0F391987-8340-4DC0-862B-45F06CEF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6405321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59">
            <a:extLst xmlns:a="http://schemas.openxmlformats.org/drawingml/2006/main">
              <a:ext uri="{FF2B5EF4-FFF2-40B4-BE49-F238E27FC236}">
                <a16:creationId xmlns:a16="http://schemas.microsoft.com/office/drawing/2014/main" id="{ED660FFE-CA5B-446B-A2F4-B01DC6AC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B24E7F-AB6D-4B17-860A-1D7E73C4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1">
            <a:extLst xmlns:a="http://schemas.openxmlformats.org/drawingml/2006/main">
              <a:ext uri="{FF2B5EF4-FFF2-40B4-BE49-F238E27FC236}">
                <a16:creationId xmlns:a16="http://schemas.microsoft.com/office/drawing/2014/main" id="{D4F6BAB4-3FE3-4BC2-9D7D-9F48E808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20397F-5B4B-46E4-83E4-E2D9A07D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62">
            <a:extLst xmlns:a="http://schemas.openxmlformats.org/drawingml/2006/main">
              <a:ext uri="{FF2B5EF4-FFF2-40B4-BE49-F238E27FC236}">
                <a16:creationId xmlns:a16="http://schemas.microsoft.com/office/drawing/2014/main" id="{8828D712-19CC-4B05-B227-FD3C0965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63">
            <a:extLst xmlns:a="http://schemas.openxmlformats.org/drawingml/2006/main">
              <a:ext uri="{FF2B5EF4-FFF2-40B4-BE49-F238E27FC236}">
                <a16:creationId xmlns:a16="http://schemas.microsoft.com/office/drawing/2014/main" id="{98C01EDF-F768-4E05-A8F4-7C654FF6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64">
            <a:extLst xmlns:a="http://schemas.openxmlformats.org/drawingml/2006/main">
              <a:ext uri="{FF2B5EF4-FFF2-40B4-BE49-F238E27FC236}">
                <a16:creationId xmlns:a16="http://schemas.microsoft.com/office/drawing/2014/main" id="{F8C0EC11-2F1F-4C92-A8AE-B1A2005D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65">
            <a:extLst xmlns:a="http://schemas.openxmlformats.org/drawingml/2006/main">
              <a:ext uri="{FF2B5EF4-FFF2-40B4-BE49-F238E27FC236}">
                <a16:creationId xmlns:a16="http://schemas.microsoft.com/office/drawing/2014/main" id="{D9A3639F-065A-4CE4-B624-A63A26A4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66">
            <a:extLst xmlns:a="http://schemas.openxmlformats.org/drawingml/2006/main">
              <a:ext uri="{FF2B5EF4-FFF2-40B4-BE49-F238E27FC236}">
                <a16:creationId xmlns:a16="http://schemas.microsoft.com/office/drawing/2014/main" id="{A580285F-DC59-45BE-B999-B717E7DC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67">
            <a:extLst xmlns:a="http://schemas.openxmlformats.org/drawingml/2006/main">
              <a:ext uri="{FF2B5EF4-FFF2-40B4-BE49-F238E27FC236}">
                <a16:creationId xmlns:a16="http://schemas.microsoft.com/office/drawing/2014/main" id="{4924384E-56AA-4971-A3AB-472B9F97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b4d34ff4c5476f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650d2261e4b99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68">
            <a:extLst xmlns:a="http://schemas.openxmlformats.org/drawingml/2006/main">
              <a:ext uri="{FF2B5EF4-FFF2-40B4-BE49-F238E27FC236}">
                <a16:creationId xmlns:a16="http://schemas.microsoft.com/office/drawing/2014/main" id="{27D0B753-2A4E-4DF3-8B08-31F6CD5B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f501a87c694b42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308bf1c6c4c3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69">
            <a:extLst xmlns:a="http://schemas.openxmlformats.org/drawingml/2006/main">
              <a:ext uri="{FF2B5EF4-FFF2-40B4-BE49-F238E27FC236}">
                <a16:creationId xmlns:a16="http://schemas.microsoft.com/office/drawing/2014/main" id="{5016E09F-0C20-4A8E-A25C-0DEB3665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70">
            <a:extLst xmlns:a="http://schemas.openxmlformats.org/drawingml/2006/main">
              <a:ext uri="{FF2B5EF4-FFF2-40B4-BE49-F238E27FC236}">
                <a16:creationId xmlns:a16="http://schemas.microsoft.com/office/drawing/2014/main" id="{81334AD9-BD0F-4B26-A49C-31E28B5A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71">
            <a:extLst xmlns:a="http://schemas.openxmlformats.org/drawingml/2006/main">
              <a:ext uri="{FF2B5EF4-FFF2-40B4-BE49-F238E27FC236}">
                <a16:creationId xmlns:a16="http://schemas.microsoft.com/office/drawing/2014/main" id="{96FB4B24-BC0F-4CB1-9C7C-13ADB5E8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72">
            <a:extLst xmlns:a="http://schemas.openxmlformats.org/drawingml/2006/main">
              <a:ext uri="{FF2B5EF4-FFF2-40B4-BE49-F238E27FC236}">
                <a16:creationId xmlns:a16="http://schemas.microsoft.com/office/drawing/2014/main" id="{5778AFD3-3C23-4C47-A8CC-C8718558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73">
            <a:extLst xmlns:a="http://schemas.openxmlformats.org/drawingml/2006/main">
              <a:ext uri="{FF2B5EF4-FFF2-40B4-BE49-F238E27FC236}">
                <a16:creationId xmlns:a16="http://schemas.microsoft.com/office/drawing/2014/main" id="{50A122D6-873D-4D51-BE52-16B3778D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5f5fd89cda4470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6d4465d5a4b9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74">
            <a:extLst xmlns:a="http://schemas.openxmlformats.org/drawingml/2006/main">
              <a:ext uri="{FF2B5EF4-FFF2-40B4-BE49-F238E27FC236}">
                <a16:creationId xmlns:a16="http://schemas.microsoft.com/office/drawing/2014/main" id="{8DEBD4E6-36BC-4E2D-BABE-308779D7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e00859630c43a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8e3485260d4593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875">
            <a:extLst xmlns:a="http://schemas.openxmlformats.org/drawingml/2006/main">
              <a:ext uri="{FF2B5EF4-FFF2-40B4-BE49-F238E27FC236}">
                <a16:creationId xmlns:a16="http://schemas.microsoft.com/office/drawing/2014/main" id="{259835CF-81FC-41B5-93F2-A700DDF8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76">
            <a:extLst xmlns:a="http://schemas.openxmlformats.org/drawingml/2006/main">
              <a:ext uri="{FF2B5EF4-FFF2-40B4-BE49-F238E27FC236}">
                <a16:creationId xmlns:a16="http://schemas.microsoft.com/office/drawing/2014/main" id="{091DA2A3-DAD3-4CF8-B42B-0A340467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877">
            <a:extLst xmlns:a="http://schemas.openxmlformats.org/drawingml/2006/main">
              <a:ext uri="{FF2B5EF4-FFF2-40B4-BE49-F238E27FC236}">
                <a16:creationId xmlns:a16="http://schemas.microsoft.com/office/drawing/2014/main" id="{6120C783-AF9C-4914-A89E-95389D5A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878">
            <a:extLst xmlns:a="http://schemas.openxmlformats.org/drawingml/2006/main">
              <a:ext uri="{FF2B5EF4-FFF2-40B4-BE49-F238E27FC236}">
                <a16:creationId xmlns:a16="http://schemas.microsoft.com/office/drawing/2014/main" id="{04276495-4F10-4906-9091-1C4075AF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879">
            <a:extLst xmlns:a="http://schemas.openxmlformats.org/drawingml/2006/main">
              <a:ext uri="{FF2B5EF4-FFF2-40B4-BE49-F238E27FC236}">
                <a16:creationId xmlns:a16="http://schemas.microsoft.com/office/drawing/2014/main" id="{A9D9C162-3BED-4440-81DE-2CD97021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aaf6efaf3a04e22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fa41a76de404c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880">
            <a:extLst xmlns:a="http://schemas.openxmlformats.org/drawingml/2006/main">
              <a:ext uri="{FF2B5EF4-FFF2-40B4-BE49-F238E27FC236}">
                <a16:creationId xmlns:a16="http://schemas.microsoft.com/office/drawing/2014/main" id="{9FC664C2-CF0D-407C-8359-A98AA361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d630f6d49845f0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9cfbed79c8418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6989336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1">
            <a:extLst xmlns:a="http://schemas.openxmlformats.org/drawingml/2006/main">
              <a:ext uri="{FF2B5EF4-FFF2-40B4-BE49-F238E27FC236}">
                <a16:creationId xmlns:a16="http://schemas.microsoft.com/office/drawing/2014/main" id="{7C73015E-7F30-4DF2-9489-7CEDB7E6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A2EA6E-87F8-4438-A725-8BB897DC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8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3">
            <a:extLst xmlns:a="http://schemas.openxmlformats.org/drawingml/2006/main">
              <a:ext uri="{FF2B5EF4-FFF2-40B4-BE49-F238E27FC236}">
                <a16:creationId xmlns:a16="http://schemas.microsoft.com/office/drawing/2014/main" id="{0ED9B06E-9177-4D0A-AA95-2A64972E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DC8C32-8F73-4B5D-931E-0BC03906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884">
            <a:extLst xmlns:a="http://schemas.openxmlformats.org/drawingml/2006/main">
              <a:ext uri="{FF2B5EF4-FFF2-40B4-BE49-F238E27FC236}">
                <a16:creationId xmlns:a16="http://schemas.microsoft.com/office/drawing/2014/main" id="{EE85F0E1-AF59-4922-BEFF-22B52335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885">
            <a:extLst xmlns:a="http://schemas.openxmlformats.org/drawingml/2006/main">
              <a:ext uri="{FF2B5EF4-FFF2-40B4-BE49-F238E27FC236}">
                <a16:creationId xmlns:a16="http://schemas.microsoft.com/office/drawing/2014/main" id="{3CA019AC-B023-4B0C-BB3F-E10AA34E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86">
            <a:extLst xmlns:a="http://schemas.openxmlformats.org/drawingml/2006/main">
              <a:ext uri="{FF2B5EF4-FFF2-40B4-BE49-F238E27FC236}">
                <a16:creationId xmlns:a16="http://schemas.microsoft.com/office/drawing/2014/main" id="{473B3827-B4F0-4A73-83AD-1E023829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887">
            <a:extLst xmlns:a="http://schemas.openxmlformats.org/drawingml/2006/main">
              <a:ext uri="{FF2B5EF4-FFF2-40B4-BE49-F238E27FC236}">
                <a16:creationId xmlns:a16="http://schemas.microsoft.com/office/drawing/2014/main" id="{A6057F39-EBF5-4A50-A023-5B136319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888">
            <a:extLst xmlns:a="http://schemas.openxmlformats.org/drawingml/2006/main">
              <a:ext uri="{FF2B5EF4-FFF2-40B4-BE49-F238E27FC236}">
                <a16:creationId xmlns:a16="http://schemas.microsoft.com/office/drawing/2014/main" id="{AD208768-B6A6-46D5-AAB9-D25AF8AF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889">
            <a:extLst xmlns:a="http://schemas.openxmlformats.org/drawingml/2006/main">
              <a:ext uri="{FF2B5EF4-FFF2-40B4-BE49-F238E27FC236}">
                <a16:creationId xmlns:a16="http://schemas.microsoft.com/office/drawing/2014/main" id="{42C20A32-78B9-4C5B-8A5C-96E92934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f107b9ad9147b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487fde9dd47bc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0">
            <a:extLst xmlns:a="http://schemas.openxmlformats.org/drawingml/2006/main">
              <a:ext uri="{FF2B5EF4-FFF2-40B4-BE49-F238E27FC236}">
                <a16:creationId xmlns:a16="http://schemas.microsoft.com/office/drawing/2014/main" id="{0F4974B1-D2F8-4FD3-ADD6-98C9CF10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45cf4dd05442db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c69311e324fb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1">
            <a:extLst xmlns:a="http://schemas.openxmlformats.org/drawingml/2006/main">
              <a:ext uri="{FF2B5EF4-FFF2-40B4-BE49-F238E27FC236}">
                <a16:creationId xmlns:a16="http://schemas.microsoft.com/office/drawing/2014/main" id="{281B6994-4AA8-4680-B2B6-20898DE6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2">
            <a:extLst xmlns:a="http://schemas.openxmlformats.org/drawingml/2006/main">
              <a:ext uri="{FF2B5EF4-FFF2-40B4-BE49-F238E27FC236}">
                <a16:creationId xmlns:a16="http://schemas.microsoft.com/office/drawing/2014/main" id="{6BF4AA7C-B9B5-445A-B773-65AE6E6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893">
            <a:extLst xmlns:a="http://schemas.openxmlformats.org/drawingml/2006/main">
              <a:ext uri="{FF2B5EF4-FFF2-40B4-BE49-F238E27FC236}">
                <a16:creationId xmlns:a16="http://schemas.microsoft.com/office/drawing/2014/main" id="{A86DD799-8285-4DFC-88CD-EA459FA6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894">
            <a:extLst xmlns:a="http://schemas.openxmlformats.org/drawingml/2006/main">
              <a:ext uri="{FF2B5EF4-FFF2-40B4-BE49-F238E27FC236}">
                <a16:creationId xmlns:a16="http://schemas.microsoft.com/office/drawing/2014/main" id="{41CBB98D-8DA7-4CE2-87F8-57072ACE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895">
            <a:extLst xmlns:a="http://schemas.openxmlformats.org/drawingml/2006/main">
              <a:ext uri="{FF2B5EF4-FFF2-40B4-BE49-F238E27FC236}">
                <a16:creationId xmlns:a16="http://schemas.microsoft.com/office/drawing/2014/main" id="{CDEE3471-E3D8-40CF-928F-C16FBF2B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c9e5c0acce407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de305f4df4d79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96">
            <a:extLst xmlns:a="http://schemas.openxmlformats.org/drawingml/2006/main">
              <a:ext uri="{FF2B5EF4-FFF2-40B4-BE49-F238E27FC236}">
                <a16:creationId xmlns:a16="http://schemas.microsoft.com/office/drawing/2014/main" id="{77F9CF4F-0791-4B11-9E3C-49817397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cacac48ffb4f03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bf25f0c664c7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897">
            <a:extLst xmlns:a="http://schemas.openxmlformats.org/drawingml/2006/main">
              <a:ext uri="{FF2B5EF4-FFF2-40B4-BE49-F238E27FC236}">
                <a16:creationId xmlns:a16="http://schemas.microsoft.com/office/drawing/2014/main" id="{E370F818-C9CF-4735-A6C7-32EC2D31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98">
            <a:extLst xmlns:a="http://schemas.openxmlformats.org/drawingml/2006/main">
              <a:ext uri="{FF2B5EF4-FFF2-40B4-BE49-F238E27FC236}">
                <a16:creationId xmlns:a16="http://schemas.microsoft.com/office/drawing/2014/main" id="{4687B462-B0DD-4452-B03C-679FC7B9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899">
            <a:extLst xmlns:a="http://schemas.openxmlformats.org/drawingml/2006/main">
              <a:ext uri="{FF2B5EF4-FFF2-40B4-BE49-F238E27FC236}">
                <a16:creationId xmlns:a16="http://schemas.microsoft.com/office/drawing/2014/main" id="{D092E0F6-5BED-4E30-8704-AD9B987D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00">
            <a:extLst xmlns:a="http://schemas.openxmlformats.org/drawingml/2006/main">
              <a:ext uri="{FF2B5EF4-FFF2-40B4-BE49-F238E27FC236}">
                <a16:creationId xmlns:a16="http://schemas.microsoft.com/office/drawing/2014/main" id="{C5EED246-2D23-45B2-BF66-E9A0A1C3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01">
            <a:extLst xmlns:a="http://schemas.openxmlformats.org/drawingml/2006/main">
              <a:ext uri="{FF2B5EF4-FFF2-40B4-BE49-F238E27FC236}">
                <a16:creationId xmlns:a16="http://schemas.microsoft.com/office/drawing/2014/main" id="{DBD87642-4602-4EDE-AC22-6668CF35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f9037e6e474fe8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ad54be95c416b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2">
            <a:extLst xmlns:a="http://schemas.openxmlformats.org/drawingml/2006/main">
              <a:ext uri="{FF2B5EF4-FFF2-40B4-BE49-F238E27FC236}">
                <a16:creationId xmlns:a16="http://schemas.microsoft.com/office/drawing/2014/main" id="{B078D382-74B7-4281-84BF-E40666B8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6d1c4735ca4380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965e4ae634da0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0307427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03">
            <a:extLst xmlns:a="http://schemas.openxmlformats.org/drawingml/2006/main">
              <a:ext uri="{FF2B5EF4-FFF2-40B4-BE49-F238E27FC236}">
                <a16:creationId xmlns:a16="http://schemas.microsoft.com/office/drawing/2014/main" id="{A1200B6A-64FE-4DF0-8B30-4989AC66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04">
            <a:extLst xmlns:a="http://schemas.openxmlformats.org/drawingml/2006/main">
              <a:ext uri="{FF2B5EF4-FFF2-40B4-BE49-F238E27FC236}">
                <a16:creationId xmlns:a16="http://schemas.microsoft.com/office/drawing/2014/main" id="{CF74F119-36CF-49CD-A25C-9B83634A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05">
            <a:extLst xmlns:a="http://schemas.openxmlformats.org/drawingml/2006/main">
              <a:ext uri="{FF2B5EF4-FFF2-40B4-BE49-F238E27FC236}">
                <a16:creationId xmlns:a16="http://schemas.microsoft.com/office/drawing/2014/main" id="{255A0990-486F-4455-82C1-6012C596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06">
            <a:extLst xmlns:a="http://schemas.openxmlformats.org/drawingml/2006/main">
              <a:ext uri="{FF2B5EF4-FFF2-40B4-BE49-F238E27FC236}">
                <a16:creationId xmlns:a16="http://schemas.microsoft.com/office/drawing/2014/main" id="{0EDDE9FC-A108-460C-9DB9-90D2077C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07">
            <a:extLst xmlns:a="http://schemas.openxmlformats.org/drawingml/2006/main">
              <a:ext uri="{FF2B5EF4-FFF2-40B4-BE49-F238E27FC236}">
                <a16:creationId xmlns:a16="http://schemas.microsoft.com/office/drawing/2014/main" id="{3BB7F9F4-8615-4CB4-B982-365E6816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9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909">
            <a:extLst xmlns:a="http://schemas.openxmlformats.org/drawingml/2006/main">
              <a:ext uri="{FF2B5EF4-FFF2-40B4-BE49-F238E27FC236}">
                <a16:creationId xmlns:a16="http://schemas.microsoft.com/office/drawing/2014/main" id="{9434DCE9-020F-42A1-97ED-43D688AB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2E4F327-DE3D-4A07-B1D4-A7A397F3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9" name="text-1564">
            <a:extLst xmlns:a="http://schemas.openxmlformats.org/drawingml/2006/main">
              <a:ext uri="{FF2B5EF4-FFF2-40B4-BE49-F238E27FC236}">
                <a16:creationId xmlns:a16="http://schemas.microsoft.com/office/drawing/2014/main" id="{75104A19-E927-419D-BF2D-F66FEFF2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a7dfbf373554bd0"/>
              </a:rPr>
              <a:t>開啟 Antigravity ↗</a:t>
            </a:r>
          </a:p>
        </p:txBody>
      </p:sp>
      <p:sp>
        <p:nvSpPr>
          <p:cNvPr id="10" name="shape-1598">
            <a:extLst xmlns:a="http://schemas.openxmlformats.org/drawingml/2006/main">
              <a:ext uri="{FF2B5EF4-FFF2-40B4-BE49-F238E27FC236}">
                <a16:creationId xmlns:a16="http://schemas.microsoft.com/office/drawing/2014/main" id="{2DD1E39D-5574-4D64-A0F0-E9D3A565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86c9b509a467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599">
            <a:extLst xmlns:a="http://schemas.openxmlformats.org/drawingml/2006/main">
              <a:ext uri="{FF2B5EF4-FFF2-40B4-BE49-F238E27FC236}">
                <a16:creationId xmlns:a16="http://schemas.microsoft.com/office/drawing/2014/main" id="{8FE8E717-CDDA-4350-A8AE-654F4F7B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190932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10">
            <a:extLst xmlns:a="http://schemas.openxmlformats.org/drawingml/2006/main">
              <a:ext uri="{FF2B5EF4-FFF2-40B4-BE49-F238E27FC236}">
                <a16:creationId xmlns:a16="http://schemas.microsoft.com/office/drawing/2014/main" id="{ABD58ED0-C355-43E0-AE60-0F71E95C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EBAAFE-517E-448B-93B0-3E98E770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12">
            <a:extLst xmlns:a="http://schemas.openxmlformats.org/drawingml/2006/main">
              <a:ext uri="{FF2B5EF4-FFF2-40B4-BE49-F238E27FC236}">
                <a16:creationId xmlns:a16="http://schemas.microsoft.com/office/drawing/2014/main" id="{07B68081-AD83-4C2B-AFFF-0D65340E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A36D9D-27C2-4474-A9E5-6B1D8856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13">
            <a:extLst xmlns:a="http://schemas.openxmlformats.org/drawingml/2006/main">
              <a:ext uri="{FF2B5EF4-FFF2-40B4-BE49-F238E27FC236}">
                <a16:creationId xmlns:a16="http://schemas.microsoft.com/office/drawing/2014/main" id="{E980D25F-1170-4823-B355-1717EEB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14">
            <a:extLst xmlns:a="http://schemas.openxmlformats.org/drawingml/2006/main">
              <a:ext uri="{FF2B5EF4-FFF2-40B4-BE49-F238E27FC236}">
                <a16:creationId xmlns:a16="http://schemas.microsoft.com/office/drawing/2014/main" id="{52D60064-9A13-4BE4-A534-D9CEE025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15">
            <a:extLst xmlns:a="http://schemas.openxmlformats.org/drawingml/2006/main">
              <a:ext uri="{FF2B5EF4-FFF2-40B4-BE49-F238E27FC236}">
                <a16:creationId xmlns:a16="http://schemas.microsoft.com/office/drawing/2014/main" id="{C0A3D029-0711-4139-99D9-F73CF4D0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16">
            <a:extLst xmlns:a="http://schemas.openxmlformats.org/drawingml/2006/main">
              <a:ext uri="{FF2B5EF4-FFF2-40B4-BE49-F238E27FC236}">
                <a16:creationId xmlns:a16="http://schemas.microsoft.com/office/drawing/2014/main" id="{1F460C5A-FEDC-4D71-AAB7-3ED66E1D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17">
            <a:extLst xmlns:a="http://schemas.openxmlformats.org/drawingml/2006/main">
              <a:ext uri="{FF2B5EF4-FFF2-40B4-BE49-F238E27FC236}">
                <a16:creationId xmlns:a16="http://schemas.microsoft.com/office/drawing/2014/main" id="{5E44B3A6-179B-466A-9626-A7999F7F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18">
            <a:extLst xmlns:a="http://schemas.openxmlformats.org/drawingml/2006/main">
              <a:ext uri="{FF2B5EF4-FFF2-40B4-BE49-F238E27FC236}">
                <a16:creationId xmlns:a16="http://schemas.microsoft.com/office/drawing/2014/main" id="{BA94EEA2-B858-40E7-9006-ED637961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565">
            <a:extLst xmlns:a="http://schemas.openxmlformats.org/drawingml/2006/main">
              <a:ext uri="{FF2B5EF4-FFF2-40B4-BE49-F238E27FC236}">
                <a16:creationId xmlns:a16="http://schemas.microsoft.com/office/drawing/2014/main" id="{B17CAD97-1741-456A-9CC7-F4103833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fd6f98c11e4f2f"/>
              </a:rPr>
              <a:t>開啟 Antigravity ↗</a:t>
            </a:r>
          </a:p>
        </p:txBody>
      </p:sp>
      <p:sp>
        <p:nvSpPr>
          <p:cNvPr id="13" name="shape-1600">
            <a:extLst xmlns:a="http://schemas.openxmlformats.org/drawingml/2006/main">
              <a:ext uri="{FF2B5EF4-FFF2-40B4-BE49-F238E27FC236}">
                <a16:creationId xmlns:a16="http://schemas.microsoft.com/office/drawing/2014/main" id="{C329138D-F799-43DF-8CD3-527368A2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a756e0bc9447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01">
            <a:extLst xmlns:a="http://schemas.openxmlformats.org/drawingml/2006/main">
              <a:ext uri="{FF2B5EF4-FFF2-40B4-BE49-F238E27FC236}">
                <a16:creationId xmlns:a16="http://schemas.microsoft.com/office/drawing/2014/main" id="{AF9454A2-351B-4420-BABB-37CBD797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543079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19">
            <a:extLst xmlns:a="http://schemas.openxmlformats.org/drawingml/2006/main">
              <a:ext uri="{FF2B5EF4-FFF2-40B4-BE49-F238E27FC236}">
                <a16:creationId xmlns:a16="http://schemas.microsoft.com/office/drawing/2014/main" id="{E1A1573A-71C9-446E-B2CA-87A9D25B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A88F8A-E224-4341-9751-289F39BA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1">
            <a:extLst xmlns:a="http://schemas.openxmlformats.org/drawingml/2006/main">
              <a:ext uri="{FF2B5EF4-FFF2-40B4-BE49-F238E27FC236}">
                <a16:creationId xmlns:a16="http://schemas.microsoft.com/office/drawing/2014/main" id="{D76A02DF-9EC0-48F9-8B4E-AC9B567B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811F41-B100-4BC1-98F5-A7FCB764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22">
            <a:extLst xmlns:a="http://schemas.openxmlformats.org/drawingml/2006/main">
              <a:ext uri="{FF2B5EF4-FFF2-40B4-BE49-F238E27FC236}">
                <a16:creationId xmlns:a16="http://schemas.microsoft.com/office/drawing/2014/main" id="{25902116-DF02-4818-9A82-DF6C6F59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23">
            <a:extLst xmlns:a="http://schemas.openxmlformats.org/drawingml/2006/main">
              <a:ext uri="{FF2B5EF4-FFF2-40B4-BE49-F238E27FC236}">
                <a16:creationId xmlns:a16="http://schemas.microsoft.com/office/drawing/2014/main" id="{83EBB4A3-2BC8-4811-8634-D4481570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24">
            <a:extLst xmlns:a="http://schemas.openxmlformats.org/drawingml/2006/main">
              <a:ext uri="{FF2B5EF4-FFF2-40B4-BE49-F238E27FC236}">
                <a16:creationId xmlns:a16="http://schemas.microsoft.com/office/drawing/2014/main" id="{15832075-4EBA-4BA4-B967-26E16539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25">
            <a:extLst xmlns:a="http://schemas.openxmlformats.org/drawingml/2006/main">
              <a:ext uri="{FF2B5EF4-FFF2-40B4-BE49-F238E27FC236}">
                <a16:creationId xmlns:a16="http://schemas.microsoft.com/office/drawing/2014/main" id="{CF2F7A02-7C32-4A3B-A827-C0F9F97E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26">
            <a:extLst xmlns:a="http://schemas.openxmlformats.org/drawingml/2006/main">
              <a:ext uri="{FF2B5EF4-FFF2-40B4-BE49-F238E27FC236}">
                <a16:creationId xmlns:a16="http://schemas.microsoft.com/office/drawing/2014/main" id="{3EA1F541-1299-4E91-AE40-2B3D11C3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27">
            <a:extLst xmlns:a="http://schemas.openxmlformats.org/drawingml/2006/main">
              <a:ext uri="{FF2B5EF4-FFF2-40B4-BE49-F238E27FC236}">
                <a16:creationId xmlns:a16="http://schemas.microsoft.com/office/drawing/2014/main" id="{41DB5FFE-F121-43D0-BA01-D2C38B76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28">
            <a:extLst xmlns:a="http://schemas.openxmlformats.org/drawingml/2006/main">
              <a:ext uri="{FF2B5EF4-FFF2-40B4-BE49-F238E27FC236}">
                <a16:creationId xmlns:a16="http://schemas.microsoft.com/office/drawing/2014/main" id="{026A93D5-F116-4E4A-89C4-1C4CD40F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29">
            <a:extLst xmlns:a="http://schemas.openxmlformats.org/drawingml/2006/main">
              <a:ext uri="{FF2B5EF4-FFF2-40B4-BE49-F238E27FC236}">
                <a16:creationId xmlns:a16="http://schemas.microsoft.com/office/drawing/2014/main" id="{C88BA09F-28B8-4F72-9C5A-07B853C9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30">
            <a:extLst xmlns:a="http://schemas.openxmlformats.org/drawingml/2006/main">
              <a:ext uri="{FF2B5EF4-FFF2-40B4-BE49-F238E27FC236}">
                <a16:creationId xmlns:a16="http://schemas.microsoft.com/office/drawing/2014/main" id="{EC544F0D-4CA7-4B12-A4DA-E5D7A41F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31">
            <a:extLst xmlns:a="http://schemas.openxmlformats.org/drawingml/2006/main">
              <a:ext uri="{FF2B5EF4-FFF2-40B4-BE49-F238E27FC236}">
                <a16:creationId xmlns:a16="http://schemas.microsoft.com/office/drawing/2014/main" id="{E15D39A4-186C-493C-AC5D-8B1BF892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32">
            <a:extLst xmlns:a="http://schemas.openxmlformats.org/drawingml/2006/main">
              <a:ext uri="{FF2B5EF4-FFF2-40B4-BE49-F238E27FC236}">
                <a16:creationId xmlns:a16="http://schemas.microsoft.com/office/drawing/2014/main" id="{05C65BC8-F8E0-430D-B382-48C7F91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33">
            <a:extLst xmlns:a="http://schemas.openxmlformats.org/drawingml/2006/main">
              <a:ext uri="{FF2B5EF4-FFF2-40B4-BE49-F238E27FC236}">
                <a16:creationId xmlns:a16="http://schemas.microsoft.com/office/drawing/2014/main" id="{C0AEDADF-F5CE-4276-A271-86535A55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34">
            <a:extLst xmlns:a="http://schemas.openxmlformats.org/drawingml/2006/main">
              <a:ext uri="{FF2B5EF4-FFF2-40B4-BE49-F238E27FC236}">
                <a16:creationId xmlns:a16="http://schemas.microsoft.com/office/drawing/2014/main" id="{CA80BF42-79A6-4896-A09B-13FFEED4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35">
            <a:extLst xmlns:a="http://schemas.openxmlformats.org/drawingml/2006/main">
              <a:ext uri="{FF2B5EF4-FFF2-40B4-BE49-F238E27FC236}">
                <a16:creationId xmlns:a16="http://schemas.microsoft.com/office/drawing/2014/main" id="{0E9D8BBA-0D78-4854-8E41-1CD6F45E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36">
            <a:extLst xmlns:a="http://schemas.openxmlformats.org/drawingml/2006/main">
              <a:ext uri="{FF2B5EF4-FFF2-40B4-BE49-F238E27FC236}">
                <a16:creationId xmlns:a16="http://schemas.microsoft.com/office/drawing/2014/main" id="{759ECCBF-32A7-470C-8BDF-A1F7DD9B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37">
            <a:extLst xmlns:a="http://schemas.openxmlformats.org/drawingml/2006/main">
              <a:ext uri="{FF2B5EF4-FFF2-40B4-BE49-F238E27FC236}">
                <a16:creationId xmlns:a16="http://schemas.microsoft.com/office/drawing/2014/main" id="{2BF6A839-BB89-47B6-95CB-4CAA328E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566">
            <a:extLst xmlns:a="http://schemas.openxmlformats.org/drawingml/2006/main">
              <a:ext uri="{FF2B5EF4-FFF2-40B4-BE49-F238E27FC236}">
                <a16:creationId xmlns:a16="http://schemas.microsoft.com/office/drawing/2014/main" id="{3397242F-1185-4D08-8183-78FBDEB4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60cdaac1edc4a13"/>
              </a:rPr>
              <a:t>開啟 Antigravity ↗</a:t>
            </a:r>
          </a:p>
        </p:txBody>
      </p:sp>
      <p:sp>
        <p:nvSpPr>
          <p:cNvPr id="23" name="shape-1602">
            <a:extLst xmlns:a="http://schemas.openxmlformats.org/drawingml/2006/main">
              <a:ext uri="{FF2B5EF4-FFF2-40B4-BE49-F238E27FC236}">
                <a16:creationId xmlns:a16="http://schemas.microsoft.com/office/drawing/2014/main" id="{E7D26622-7F07-4611-A816-31473C2E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86a2e420c47a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03">
            <a:extLst xmlns:a="http://schemas.openxmlformats.org/drawingml/2006/main">
              <a:ext uri="{FF2B5EF4-FFF2-40B4-BE49-F238E27FC236}">
                <a16:creationId xmlns:a16="http://schemas.microsoft.com/office/drawing/2014/main" id="{6DF29D12-2124-4D86-9AB3-076E4713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684959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38">
            <a:extLst xmlns:a="http://schemas.openxmlformats.org/drawingml/2006/main">
              <a:ext uri="{FF2B5EF4-FFF2-40B4-BE49-F238E27FC236}">
                <a16:creationId xmlns:a16="http://schemas.microsoft.com/office/drawing/2014/main" id="{863B1F17-011F-4DAD-9B26-A42B9F90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14110E-87B3-4EE1-BC99-4EF978AA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0">
            <a:extLst xmlns:a="http://schemas.openxmlformats.org/drawingml/2006/main">
              <a:ext uri="{FF2B5EF4-FFF2-40B4-BE49-F238E27FC236}">
                <a16:creationId xmlns:a16="http://schemas.microsoft.com/office/drawing/2014/main" id="{88CF08C7-38A7-4443-8E10-EF75C9E8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6CD4B14-415D-4878-A6DB-260E2ADB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41">
            <a:extLst xmlns:a="http://schemas.openxmlformats.org/drawingml/2006/main">
              <a:ext uri="{FF2B5EF4-FFF2-40B4-BE49-F238E27FC236}">
                <a16:creationId xmlns:a16="http://schemas.microsoft.com/office/drawing/2014/main" id="{18C7B83A-C682-488E-87F2-683584E5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42">
            <a:extLst xmlns:a="http://schemas.openxmlformats.org/drawingml/2006/main">
              <a:ext uri="{FF2B5EF4-FFF2-40B4-BE49-F238E27FC236}">
                <a16:creationId xmlns:a16="http://schemas.microsoft.com/office/drawing/2014/main" id="{D3C43E99-B280-4FC6-8D06-3843E8BC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43">
            <a:extLst xmlns:a="http://schemas.openxmlformats.org/drawingml/2006/main">
              <a:ext uri="{FF2B5EF4-FFF2-40B4-BE49-F238E27FC236}">
                <a16:creationId xmlns:a16="http://schemas.microsoft.com/office/drawing/2014/main" id="{A6F53B22-767A-47C2-A142-71D62E77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44">
            <a:extLst xmlns:a="http://schemas.openxmlformats.org/drawingml/2006/main">
              <a:ext uri="{FF2B5EF4-FFF2-40B4-BE49-F238E27FC236}">
                <a16:creationId xmlns:a16="http://schemas.microsoft.com/office/drawing/2014/main" id="{DB2D666F-2635-4EC3-88B9-DD8F3B72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45">
            <a:extLst xmlns:a="http://schemas.openxmlformats.org/drawingml/2006/main">
              <a:ext uri="{FF2B5EF4-FFF2-40B4-BE49-F238E27FC236}">
                <a16:creationId xmlns:a16="http://schemas.microsoft.com/office/drawing/2014/main" id="{4CAEFC2B-9DD4-4472-9A87-FC14B828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46">
            <a:extLst xmlns:a="http://schemas.openxmlformats.org/drawingml/2006/main">
              <a:ext uri="{FF2B5EF4-FFF2-40B4-BE49-F238E27FC236}">
                <a16:creationId xmlns:a16="http://schemas.microsoft.com/office/drawing/2014/main" id="{5661E4C0-BAFD-404A-AB16-9D42350F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47">
            <a:extLst xmlns:a="http://schemas.openxmlformats.org/drawingml/2006/main">
              <a:ext uri="{FF2B5EF4-FFF2-40B4-BE49-F238E27FC236}">
                <a16:creationId xmlns:a16="http://schemas.microsoft.com/office/drawing/2014/main" id="{3004C384-454B-4755-AFBB-59DBF654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48">
            <a:extLst xmlns:a="http://schemas.openxmlformats.org/drawingml/2006/main">
              <a:ext uri="{FF2B5EF4-FFF2-40B4-BE49-F238E27FC236}">
                <a16:creationId xmlns:a16="http://schemas.microsoft.com/office/drawing/2014/main" id="{293DB35D-7A76-4629-B3D6-3A9DFF1D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49">
            <a:extLst xmlns:a="http://schemas.openxmlformats.org/drawingml/2006/main">
              <a:ext uri="{FF2B5EF4-FFF2-40B4-BE49-F238E27FC236}">
                <a16:creationId xmlns:a16="http://schemas.microsoft.com/office/drawing/2014/main" id="{03F3473D-6D5B-4168-8E77-CC5E4F1F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50">
            <a:extLst xmlns:a="http://schemas.openxmlformats.org/drawingml/2006/main">
              <a:ext uri="{FF2B5EF4-FFF2-40B4-BE49-F238E27FC236}">
                <a16:creationId xmlns:a16="http://schemas.microsoft.com/office/drawing/2014/main" id="{058DF47D-26C1-4962-B218-A6FFC90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51">
            <a:extLst xmlns:a="http://schemas.openxmlformats.org/drawingml/2006/main">
              <a:ext uri="{FF2B5EF4-FFF2-40B4-BE49-F238E27FC236}">
                <a16:creationId xmlns:a16="http://schemas.microsoft.com/office/drawing/2014/main" id="{D241A3F1-FBF6-404A-BB72-1BBDFCFE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52">
            <a:extLst xmlns:a="http://schemas.openxmlformats.org/drawingml/2006/main">
              <a:ext uri="{FF2B5EF4-FFF2-40B4-BE49-F238E27FC236}">
                <a16:creationId xmlns:a16="http://schemas.microsoft.com/office/drawing/2014/main" id="{2B59211D-745F-4F34-894B-986E61AF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53">
            <a:extLst xmlns:a="http://schemas.openxmlformats.org/drawingml/2006/main">
              <a:ext uri="{FF2B5EF4-FFF2-40B4-BE49-F238E27FC236}">
                <a16:creationId xmlns:a16="http://schemas.microsoft.com/office/drawing/2014/main" id="{855B5952-92B7-465C-860E-A9317AA5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54">
            <a:extLst xmlns:a="http://schemas.openxmlformats.org/drawingml/2006/main">
              <a:ext uri="{FF2B5EF4-FFF2-40B4-BE49-F238E27FC236}">
                <a16:creationId xmlns:a16="http://schemas.microsoft.com/office/drawing/2014/main" id="{28414B48-7181-4DC3-BEC9-7F407FA2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55">
            <a:extLst xmlns:a="http://schemas.openxmlformats.org/drawingml/2006/main">
              <a:ext uri="{FF2B5EF4-FFF2-40B4-BE49-F238E27FC236}">
                <a16:creationId xmlns:a16="http://schemas.microsoft.com/office/drawing/2014/main" id="{6BEC7748-0A9A-4B4E-A484-12657B65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56">
            <a:extLst xmlns:a="http://schemas.openxmlformats.org/drawingml/2006/main">
              <a:ext uri="{FF2B5EF4-FFF2-40B4-BE49-F238E27FC236}">
                <a16:creationId xmlns:a16="http://schemas.microsoft.com/office/drawing/2014/main" id="{B5BE7648-298E-4435-BAFD-D7CBF0E4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567">
            <a:extLst xmlns:a="http://schemas.openxmlformats.org/drawingml/2006/main">
              <a:ext uri="{FF2B5EF4-FFF2-40B4-BE49-F238E27FC236}">
                <a16:creationId xmlns:a16="http://schemas.microsoft.com/office/drawing/2014/main" id="{E9802617-E4B0-41E1-AD31-28158EB2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89d3b85ca646ff"/>
              </a:rPr>
              <a:t>開啟 Antigravity ↗</a:t>
            </a:r>
          </a:p>
        </p:txBody>
      </p:sp>
      <p:sp>
        <p:nvSpPr>
          <p:cNvPr id="23" name="shape-1604">
            <a:extLst xmlns:a="http://schemas.openxmlformats.org/drawingml/2006/main">
              <a:ext uri="{FF2B5EF4-FFF2-40B4-BE49-F238E27FC236}">
                <a16:creationId xmlns:a16="http://schemas.microsoft.com/office/drawing/2014/main" id="{FC5FFA85-018E-4C56-A568-2BA8A399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1dd9818a24f2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05">
            <a:extLst xmlns:a="http://schemas.openxmlformats.org/drawingml/2006/main">
              <a:ext uri="{FF2B5EF4-FFF2-40B4-BE49-F238E27FC236}">
                <a16:creationId xmlns:a16="http://schemas.microsoft.com/office/drawing/2014/main" id="{145A54F1-918E-4F70-809E-FFDCEB29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293562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57">
            <a:extLst xmlns:a="http://schemas.openxmlformats.org/drawingml/2006/main">
              <a:ext uri="{FF2B5EF4-FFF2-40B4-BE49-F238E27FC236}">
                <a16:creationId xmlns:a16="http://schemas.microsoft.com/office/drawing/2014/main" id="{7ED1DCC9-7B2F-4D49-B725-823E8B25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048C99-1902-432A-817C-2569FEDC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5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59">
            <a:extLst xmlns:a="http://schemas.openxmlformats.org/drawingml/2006/main">
              <a:ext uri="{FF2B5EF4-FFF2-40B4-BE49-F238E27FC236}">
                <a16:creationId xmlns:a16="http://schemas.microsoft.com/office/drawing/2014/main" id="{F55A9887-297E-4687-B745-8517C2523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733609D-F4C3-45C1-B522-B778B1CE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60">
            <a:extLst xmlns:a="http://schemas.openxmlformats.org/drawingml/2006/main">
              <a:ext uri="{FF2B5EF4-FFF2-40B4-BE49-F238E27FC236}">
                <a16:creationId xmlns:a16="http://schemas.microsoft.com/office/drawing/2014/main" id="{C5F72E94-FF54-4198-A16C-149F3086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61">
            <a:extLst xmlns:a="http://schemas.openxmlformats.org/drawingml/2006/main">
              <a:ext uri="{FF2B5EF4-FFF2-40B4-BE49-F238E27FC236}">
                <a16:creationId xmlns:a16="http://schemas.microsoft.com/office/drawing/2014/main" id="{8F6A6043-DBBA-409F-A3B7-6C57C7CB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62">
            <a:extLst xmlns:a="http://schemas.openxmlformats.org/drawingml/2006/main">
              <a:ext uri="{FF2B5EF4-FFF2-40B4-BE49-F238E27FC236}">
                <a16:creationId xmlns:a16="http://schemas.microsoft.com/office/drawing/2014/main" id="{D3E7502B-AB20-4E5F-B092-B21174FEB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63">
            <a:extLst xmlns:a="http://schemas.openxmlformats.org/drawingml/2006/main">
              <a:ext uri="{FF2B5EF4-FFF2-40B4-BE49-F238E27FC236}">
                <a16:creationId xmlns:a16="http://schemas.microsoft.com/office/drawing/2014/main" id="{3A02008E-5366-4316-A4A7-FF487E3F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64">
            <a:extLst xmlns:a="http://schemas.openxmlformats.org/drawingml/2006/main">
              <a:ext uri="{FF2B5EF4-FFF2-40B4-BE49-F238E27FC236}">
                <a16:creationId xmlns:a16="http://schemas.microsoft.com/office/drawing/2014/main" id="{D3F8071D-2845-4D42-93F0-A5CC79D9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65">
            <a:extLst xmlns:a="http://schemas.openxmlformats.org/drawingml/2006/main">
              <a:ext uri="{FF2B5EF4-FFF2-40B4-BE49-F238E27FC236}">
                <a16:creationId xmlns:a16="http://schemas.microsoft.com/office/drawing/2014/main" id="{6B79F741-B487-4628-9A0C-9A3BA370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66">
            <a:extLst xmlns:a="http://schemas.openxmlformats.org/drawingml/2006/main">
              <a:ext uri="{FF2B5EF4-FFF2-40B4-BE49-F238E27FC236}">
                <a16:creationId xmlns:a16="http://schemas.microsoft.com/office/drawing/2014/main" id="{C333ECFE-7D67-46AF-91BB-A3986360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67">
            <a:extLst xmlns:a="http://schemas.openxmlformats.org/drawingml/2006/main">
              <a:ext uri="{FF2B5EF4-FFF2-40B4-BE49-F238E27FC236}">
                <a16:creationId xmlns:a16="http://schemas.microsoft.com/office/drawing/2014/main" id="{180F219A-4822-4091-9685-B9DBC6BE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68">
            <a:extLst xmlns:a="http://schemas.openxmlformats.org/drawingml/2006/main">
              <a:ext uri="{FF2B5EF4-FFF2-40B4-BE49-F238E27FC236}">
                <a16:creationId xmlns:a16="http://schemas.microsoft.com/office/drawing/2014/main" id="{8EA13497-69FB-4049-A4C8-19C3692C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69">
            <a:extLst xmlns:a="http://schemas.openxmlformats.org/drawingml/2006/main">
              <a:ext uri="{FF2B5EF4-FFF2-40B4-BE49-F238E27FC236}">
                <a16:creationId xmlns:a16="http://schemas.microsoft.com/office/drawing/2014/main" id="{A0A461AC-9769-416A-93B1-1256AA82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70">
            <a:extLst xmlns:a="http://schemas.openxmlformats.org/drawingml/2006/main">
              <a:ext uri="{FF2B5EF4-FFF2-40B4-BE49-F238E27FC236}">
                <a16:creationId xmlns:a16="http://schemas.microsoft.com/office/drawing/2014/main" id="{4EE132DA-CE5C-49BE-A28A-A08EAFC4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971">
            <a:extLst xmlns:a="http://schemas.openxmlformats.org/drawingml/2006/main">
              <a:ext uri="{FF2B5EF4-FFF2-40B4-BE49-F238E27FC236}">
                <a16:creationId xmlns:a16="http://schemas.microsoft.com/office/drawing/2014/main" id="{FF700808-B6B8-4CA3-BF44-BC2801FB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72">
            <a:extLst xmlns:a="http://schemas.openxmlformats.org/drawingml/2006/main">
              <a:ext uri="{FF2B5EF4-FFF2-40B4-BE49-F238E27FC236}">
                <a16:creationId xmlns:a16="http://schemas.microsoft.com/office/drawing/2014/main" id="{ABF47447-2505-4EE2-ADC5-DD702547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973">
            <a:extLst xmlns:a="http://schemas.openxmlformats.org/drawingml/2006/main">
              <a:ext uri="{FF2B5EF4-FFF2-40B4-BE49-F238E27FC236}">
                <a16:creationId xmlns:a16="http://schemas.microsoft.com/office/drawing/2014/main" id="{EC5D2F3A-837E-422A-A98E-2162A20F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74">
            <a:extLst xmlns:a="http://schemas.openxmlformats.org/drawingml/2006/main">
              <a:ext uri="{FF2B5EF4-FFF2-40B4-BE49-F238E27FC236}">
                <a16:creationId xmlns:a16="http://schemas.microsoft.com/office/drawing/2014/main" id="{7413C837-DE7B-4219-90CA-D9204EC9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75">
            <a:extLst xmlns:a="http://schemas.openxmlformats.org/drawingml/2006/main">
              <a:ext uri="{FF2B5EF4-FFF2-40B4-BE49-F238E27FC236}">
                <a16:creationId xmlns:a16="http://schemas.microsoft.com/office/drawing/2014/main" id="{32D7555C-8FC0-4706-BF56-812663D0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976">
            <a:extLst xmlns:a="http://schemas.openxmlformats.org/drawingml/2006/main">
              <a:ext uri="{FF2B5EF4-FFF2-40B4-BE49-F238E27FC236}">
                <a16:creationId xmlns:a16="http://schemas.microsoft.com/office/drawing/2014/main" id="{2B82F659-78CA-433B-B9E6-062A7828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977">
            <a:extLst xmlns:a="http://schemas.openxmlformats.org/drawingml/2006/main">
              <a:ext uri="{FF2B5EF4-FFF2-40B4-BE49-F238E27FC236}">
                <a16:creationId xmlns:a16="http://schemas.microsoft.com/office/drawing/2014/main" id="{2404415A-094E-40BC-9896-7C426F71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78">
            <a:extLst xmlns:a="http://schemas.openxmlformats.org/drawingml/2006/main">
              <a:ext uri="{FF2B5EF4-FFF2-40B4-BE49-F238E27FC236}">
                <a16:creationId xmlns:a16="http://schemas.microsoft.com/office/drawing/2014/main" id="{95EB50E2-AC4D-4049-BF79-18479277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979">
            <a:extLst xmlns:a="http://schemas.openxmlformats.org/drawingml/2006/main">
              <a:ext uri="{FF2B5EF4-FFF2-40B4-BE49-F238E27FC236}">
                <a16:creationId xmlns:a16="http://schemas.microsoft.com/office/drawing/2014/main" id="{3A733F4C-41FA-4767-9801-45F8BBF8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80">
            <a:extLst xmlns:a="http://schemas.openxmlformats.org/drawingml/2006/main">
              <a:ext uri="{FF2B5EF4-FFF2-40B4-BE49-F238E27FC236}">
                <a16:creationId xmlns:a16="http://schemas.microsoft.com/office/drawing/2014/main" id="{61D7E22D-B386-4496-AA2E-0BA28328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81">
            <a:extLst xmlns:a="http://schemas.openxmlformats.org/drawingml/2006/main">
              <a:ext uri="{FF2B5EF4-FFF2-40B4-BE49-F238E27FC236}">
                <a16:creationId xmlns:a16="http://schemas.microsoft.com/office/drawing/2014/main" id="{4A36BD38-485A-4249-942F-E90305F4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982">
            <a:extLst xmlns:a="http://schemas.openxmlformats.org/drawingml/2006/main">
              <a:ext uri="{FF2B5EF4-FFF2-40B4-BE49-F238E27FC236}">
                <a16:creationId xmlns:a16="http://schemas.microsoft.com/office/drawing/2014/main" id="{6906A61A-5E23-4C8E-AE89-75E6C369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983">
            <a:extLst xmlns:a="http://schemas.openxmlformats.org/drawingml/2006/main">
              <a:ext uri="{FF2B5EF4-FFF2-40B4-BE49-F238E27FC236}">
                <a16:creationId xmlns:a16="http://schemas.microsoft.com/office/drawing/2014/main" id="{78CABE68-6D74-4068-97C6-E3AC5DF0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84">
            <a:extLst xmlns:a="http://schemas.openxmlformats.org/drawingml/2006/main">
              <a:ext uri="{FF2B5EF4-FFF2-40B4-BE49-F238E27FC236}">
                <a16:creationId xmlns:a16="http://schemas.microsoft.com/office/drawing/2014/main" id="{3A9188DD-2367-4C41-8ABC-3A5940F3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985">
            <a:extLst xmlns:a="http://schemas.openxmlformats.org/drawingml/2006/main">
              <a:ext uri="{FF2B5EF4-FFF2-40B4-BE49-F238E27FC236}">
                <a16:creationId xmlns:a16="http://schemas.microsoft.com/office/drawing/2014/main" id="{F9623B19-3899-4F1E-B2F5-D2F900387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86">
            <a:extLst xmlns:a="http://schemas.openxmlformats.org/drawingml/2006/main">
              <a:ext uri="{FF2B5EF4-FFF2-40B4-BE49-F238E27FC236}">
                <a16:creationId xmlns:a16="http://schemas.microsoft.com/office/drawing/2014/main" id="{8158AC7F-837B-4D1B-B40E-6603A44F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87">
            <a:extLst xmlns:a="http://schemas.openxmlformats.org/drawingml/2006/main">
              <a:ext uri="{FF2B5EF4-FFF2-40B4-BE49-F238E27FC236}">
                <a16:creationId xmlns:a16="http://schemas.microsoft.com/office/drawing/2014/main" id="{43E80D51-7A1E-463E-A928-A40B7178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88">
            <a:extLst xmlns:a="http://schemas.openxmlformats.org/drawingml/2006/main">
              <a:ext uri="{FF2B5EF4-FFF2-40B4-BE49-F238E27FC236}">
                <a16:creationId xmlns:a16="http://schemas.microsoft.com/office/drawing/2014/main" id="{3B9B12DF-BF91-4517-B977-05531DA5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989">
            <a:extLst xmlns:a="http://schemas.openxmlformats.org/drawingml/2006/main">
              <a:ext uri="{FF2B5EF4-FFF2-40B4-BE49-F238E27FC236}">
                <a16:creationId xmlns:a16="http://schemas.microsoft.com/office/drawing/2014/main" id="{FD887B40-90E4-4161-9918-F8A4801B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990">
            <a:extLst xmlns:a="http://schemas.openxmlformats.org/drawingml/2006/main">
              <a:ext uri="{FF2B5EF4-FFF2-40B4-BE49-F238E27FC236}">
                <a16:creationId xmlns:a16="http://schemas.microsoft.com/office/drawing/2014/main" id="{A69BD75F-BBE0-4568-AD02-E493B865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991">
            <a:extLst xmlns:a="http://schemas.openxmlformats.org/drawingml/2006/main">
              <a:ext uri="{FF2B5EF4-FFF2-40B4-BE49-F238E27FC236}">
                <a16:creationId xmlns:a16="http://schemas.microsoft.com/office/drawing/2014/main" id="{70895B29-FAC1-4717-BD3C-7780F402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992">
            <a:extLst xmlns:a="http://schemas.openxmlformats.org/drawingml/2006/main">
              <a:ext uri="{FF2B5EF4-FFF2-40B4-BE49-F238E27FC236}">
                <a16:creationId xmlns:a16="http://schemas.microsoft.com/office/drawing/2014/main" id="{D3C1E022-F238-47AE-A9D3-18B90F80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993">
            <a:extLst xmlns:a="http://schemas.openxmlformats.org/drawingml/2006/main">
              <a:ext uri="{FF2B5EF4-FFF2-40B4-BE49-F238E27FC236}">
                <a16:creationId xmlns:a16="http://schemas.microsoft.com/office/drawing/2014/main" id="{53CED367-7DAF-465F-B8A7-E3CD7DE1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994">
            <a:extLst xmlns:a="http://schemas.openxmlformats.org/drawingml/2006/main">
              <a:ext uri="{FF2B5EF4-FFF2-40B4-BE49-F238E27FC236}">
                <a16:creationId xmlns:a16="http://schemas.microsoft.com/office/drawing/2014/main" id="{B4E2C7FC-396C-4CCF-B5AD-0371A401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995">
            <a:extLst xmlns:a="http://schemas.openxmlformats.org/drawingml/2006/main">
              <a:ext uri="{FF2B5EF4-FFF2-40B4-BE49-F238E27FC236}">
                <a16:creationId xmlns:a16="http://schemas.microsoft.com/office/drawing/2014/main" id="{9A4939AB-661E-4461-AF68-08B4A5FD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996">
            <a:extLst xmlns:a="http://schemas.openxmlformats.org/drawingml/2006/main">
              <a:ext uri="{FF2B5EF4-FFF2-40B4-BE49-F238E27FC236}">
                <a16:creationId xmlns:a16="http://schemas.microsoft.com/office/drawing/2014/main" id="{827591A0-1059-48C2-85E5-5AABD01C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997">
            <a:extLst xmlns:a="http://schemas.openxmlformats.org/drawingml/2006/main">
              <a:ext uri="{FF2B5EF4-FFF2-40B4-BE49-F238E27FC236}">
                <a16:creationId xmlns:a16="http://schemas.microsoft.com/office/drawing/2014/main" id="{05696EB3-A1AC-403C-97D6-E414BADF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998">
            <a:extLst xmlns:a="http://schemas.openxmlformats.org/drawingml/2006/main">
              <a:ext uri="{FF2B5EF4-FFF2-40B4-BE49-F238E27FC236}">
                <a16:creationId xmlns:a16="http://schemas.microsoft.com/office/drawing/2014/main" id="{A791D53C-1F9C-4546-99F1-84410411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999">
            <a:extLst xmlns:a="http://schemas.openxmlformats.org/drawingml/2006/main">
              <a:ext uri="{FF2B5EF4-FFF2-40B4-BE49-F238E27FC236}">
                <a16:creationId xmlns:a16="http://schemas.microsoft.com/office/drawing/2014/main" id="{15132158-170D-42A5-A779-D4C7242D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00">
            <a:extLst xmlns:a="http://schemas.openxmlformats.org/drawingml/2006/main">
              <a:ext uri="{FF2B5EF4-FFF2-40B4-BE49-F238E27FC236}">
                <a16:creationId xmlns:a16="http://schemas.microsoft.com/office/drawing/2014/main" id="{29B1BE47-EA59-4967-92BF-54DBD418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01">
            <a:extLst xmlns:a="http://schemas.openxmlformats.org/drawingml/2006/main">
              <a:ext uri="{FF2B5EF4-FFF2-40B4-BE49-F238E27FC236}">
                <a16:creationId xmlns:a16="http://schemas.microsoft.com/office/drawing/2014/main" id="{615A6A8A-7AF5-4995-B45E-CD98D9EA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02">
            <a:extLst xmlns:a="http://schemas.openxmlformats.org/drawingml/2006/main">
              <a:ext uri="{FF2B5EF4-FFF2-40B4-BE49-F238E27FC236}">
                <a16:creationId xmlns:a16="http://schemas.microsoft.com/office/drawing/2014/main" id="{9DA71855-7FB3-4F89-8770-56718AD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03">
            <a:extLst xmlns:a="http://schemas.openxmlformats.org/drawingml/2006/main">
              <a:ext uri="{FF2B5EF4-FFF2-40B4-BE49-F238E27FC236}">
                <a16:creationId xmlns:a16="http://schemas.microsoft.com/office/drawing/2014/main" id="{6E308FE8-8674-4A72-9A04-6F49474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04">
            <a:extLst xmlns:a="http://schemas.openxmlformats.org/drawingml/2006/main">
              <a:ext uri="{FF2B5EF4-FFF2-40B4-BE49-F238E27FC236}">
                <a16:creationId xmlns:a16="http://schemas.microsoft.com/office/drawing/2014/main" id="{23C907BF-5AC1-4A7D-957F-B794274E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05">
            <a:extLst xmlns:a="http://schemas.openxmlformats.org/drawingml/2006/main">
              <a:ext uri="{FF2B5EF4-FFF2-40B4-BE49-F238E27FC236}">
                <a16:creationId xmlns:a16="http://schemas.microsoft.com/office/drawing/2014/main" id="{9BB923C7-EE88-4CCE-83EB-F829B4D4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06">
            <a:extLst xmlns:a="http://schemas.openxmlformats.org/drawingml/2006/main">
              <a:ext uri="{FF2B5EF4-FFF2-40B4-BE49-F238E27FC236}">
                <a16:creationId xmlns:a16="http://schemas.microsoft.com/office/drawing/2014/main" id="{1A9EB445-262E-405D-AF44-28C2D617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568">
            <a:extLst xmlns:a="http://schemas.openxmlformats.org/drawingml/2006/main">
              <a:ext uri="{FF2B5EF4-FFF2-40B4-BE49-F238E27FC236}">
                <a16:creationId xmlns:a16="http://schemas.microsoft.com/office/drawing/2014/main" id="{36888DE1-CCB7-4E61-9CD3-611A0590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1f8985f01a48d4"/>
              </a:rPr>
              <a:t>開啟 Antigravity ↗</a:t>
            </a:r>
          </a:p>
        </p:txBody>
      </p:sp>
      <p:sp>
        <p:nvSpPr>
          <p:cNvPr id="54" name="shape-1606">
            <a:extLst xmlns:a="http://schemas.openxmlformats.org/drawingml/2006/main">
              <a:ext uri="{FF2B5EF4-FFF2-40B4-BE49-F238E27FC236}">
                <a16:creationId xmlns:a16="http://schemas.microsoft.com/office/drawing/2014/main" id="{32DB7E92-0AC4-4B4E-BA86-DDBD68E2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8ff6034324a7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07">
            <a:extLst xmlns:a="http://schemas.openxmlformats.org/drawingml/2006/main">
              <a:ext uri="{FF2B5EF4-FFF2-40B4-BE49-F238E27FC236}">
                <a16:creationId xmlns:a16="http://schemas.microsoft.com/office/drawing/2014/main" id="{574DEF5B-E628-4198-AD63-A4E41E73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651214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07">
            <a:extLst xmlns:a="http://schemas.openxmlformats.org/drawingml/2006/main">
              <a:ext uri="{FF2B5EF4-FFF2-40B4-BE49-F238E27FC236}">
                <a16:creationId xmlns:a16="http://schemas.microsoft.com/office/drawing/2014/main" id="{AF988C7B-636C-4D0B-B024-4C15BEB8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601312-3D01-47F6-84B4-3F139A99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09">
            <a:extLst xmlns:a="http://schemas.openxmlformats.org/drawingml/2006/main">
              <a:ext uri="{FF2B5EF4-FFF2-40B4-BE49-F238E27FC236}">
                <a16:creationId xmlns:a16="http://schemas.microsoft.com/office/drawing/2014/main" id="{C3A95456-086D-4711-AE02-9CF49F92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806634-936D-46D2-8BF8-8E5CC760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10">
            <a:extLst xmlns:a="http://schemas.openxmlformats.org/drawingml/2006/main">
              <a:ext uri="{FF2B5EF4-FFF2-40B4-BE49-F238E27FC236}">
                <a16:creationId xmlns:a16="http://schemas.microsoft.com/office/drawing/2014/main" id="{4FD6F109-7259-4526-8DA9-BCB8CD27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11">
            <a:extLst xmlns:a="http://schemas.openxmlformats.org/drawingml/2006/main">
              <a:ext uri="{FF2B5EF4-FFF2-40B4-BE49-F238E27FC236}">
                <a16:creationId xmlns:a16="http://schemas.microsoft.com/office/drawing/2014/main" id="{ACDFBA80-5E2D-4817-9647-1812FFFE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12">
            <a:extLst xmlns:a="http://schemas.openxmlformats.org/drawingml/2006/main">
              <a:ext uri="{FF2B5EF4-FFF2-40B4-BE49-F238E27FC236}">
                <a16:creationId xmlns:a16="http://schemas.microsoft.com/office/drawing/2014/main" id="{CA565FC5-A3A7-4374-897C-36299F77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13">
            <a:extLst xmlns:a="http://schemas.openxmlformats.org/drawingml/2006/main">
              <a:ext uri="{FF2B5EF4-FFF2-40B4-BE49-F238E27FC236}">
                <a16:creationId xmlns:a16="http://schemas.microsoft.com/office/drawing/2014/main" id="{0F092EEE-236F-4438-A068-D5E559A5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14">
            <a:extLst xmlns:a="http://schemas.openxmlformats.org/drawingml/2006/main">
              <a:ext uri="{FF2B5EF4-FFF2-40B4-BE49-F238E27FC236}">
                <a16:creationId xmlns:a16="http://schemas.microsoft.com/office/drawing/2014/main" id="{A2A88279-48D1-4EA9-A1DA-91A8E1E5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15">
            <a:extLst xmlns:a="http://schemas.openxmlformats.org/drawingml/2006/main">
              <a:ext uri="{FF2B5EF4-FFF2-40B4-BE49-F238E27FC236}">
                <a16:creationId xmlns:a16="http://schemas.microsoft.com/office/drawing/2014/main" id="{66AC0002-E0ED-4ED6-8522-D3DC2300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16">
            <a:extLst xmlns:a="http://schemas.openxmlformats.org/drawingml/2006/main">
              <a:ext uri="{FF2B5EF4-FFF2-40B4-BE49-F238E27FC236}">
                <a16:creationId xmlns:a16="http://schemas.microsoft.com/office/drawing/2014/main" id="{D6632F8E-A424-4EF2-B5E3-25EDC2F7E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17">
            <a:extLst xmlns:a="http://schemas.openxmlformats.org/drawingml/2006/main">
              <a:ext uri="{FF2B5EF4-FFF2-40B4-BE49-F238E27FC236}">
                <a16:creationId xmlns:a16="http://schemas.microsoft.com/office/drawing/2014/main" id="{27B6D40B-A054-47DF-8940-4CCB7200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18">
            <a:extLst xmlns:a="http://schemas.openxmlformats.org/drawingml/2006/main">
              <a:ext uri="{FF2B5EF4-FFF2-40B4-BE49-F238E27FC236}">
                <a16:creationId xmlns:a16="http://schemas.microsoft.com/office/drawing/2014/main" id="{D16D6D74-F877-401D-828E-4EA8503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19">
            <a:extLst xmlns:a="http://schemas.openxmlformats.org/drawingml/2006/main">
              <a:ext uri="{FF2B5EF4-FFF2-40B4-BE49-F238E27FC236}">
                <a16:creationId xmlns:a16="http://schemas.microsoft.com/office/drawing/2014/main" id="{636790C7-E6CB-4823-AA91-37D9380A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20">
            <a:extLst xmlns:a="http://schemas.openxmlformats.org/drawingml/2006/main">
              <a:ext uri="{FF2B5EF4-FFF2-40B4-BE49-F238E27FC236}">
                <a16:creationId xmlns:a16="http://schemas.microsoft.com/office/drawing/2014/main" id="{7FE14BDB-AFF1-4196-99E0-BD416947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21">
            <a:extLst xmlns:a="http://schemas.openxmlformats.org/drawingml/2006/main">
              <a:ext uri="{FF2B5EF4-FFF2-40B4-BE49-F238E27FC236}">
                <a16:creationId xmlns:a16="http://schemas.microsoft.com/office/drawing/2014/main" id="{F71AF28A-1FB7-4990-B0B3-B982120C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22">
            <a:extLst xmlns:a="http://schemas.openxmlformats.org/drawingml/2006/main">
              <a:ext uri="{FF2B5EF4-FFF2-40B4-BE49-F238E27FC236}">
                <a16:creationId xmlns:a16="http://schemas.microsoft.com/office/drawing/2014/main" id="{7EDF4AC3-B767-4280-A3EE-F0DAB212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23">
            <a:extLst xmlns:a="http://schemas.openxmlformats.org/drawingml/2006/main">
              <a:ext uri="{FF2B5EF4-FFF2-40B4-BE49-F238E27FC236}">
                <a16:creationId xmlns:a16="http://schemas.microsoft.com/office/drawing/2014/main" id="{8EF1E08F-03A4-414E-9E40-BED2C990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24">
            <a:extLst xmlns:a="http://schemas.openxmlformats.org/drawingml/2006/main">
              <a:ext uri="{FF2B5EF4-FFF2-40B4-BE49-F238E27FC236}">
                <a16:creationId xmlns:a16="http://schemas.microsoft.com/office/drawing/2014/main" id="{2099E6D7-021E-4249-A69D-ABF35CEB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25">
            <a:extLst xmlns:a="http://schemas.openxmlformats.org/drawingml/2006/main">
              <a:ext uri="{FF2B5EF4-FFF2-40B4-BE49-F238E27FC236}">
                <a16:creationId xmlns:a16="http://schemas.microsoft.com/office/drawing/2014/main" id="{1DD8FF97-D668-411F-819D-082EDEC8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569">
            <a:extLst xmlns:a="http://schemas.openxmlformats.org/drawingml/2006/main">
              <a:ext uri="{FF2B5EF4-FFF2-40B4-BE49-F238E27FC236}">
                <a16:creationId xmlns:a16="http://schemas.microsoft.com/office/drawing/2014/main" id="{7C8A5782-E2DB-4FA0-A019-F5FFF601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c59b97c8b24086"/>
              </a:rPr>
              <a:t>開啟 Antigravity ↗</a:t>
            </a:r>
          </a:p>
        </p:txBody>
      </p:sp>
      <p:sp>
        <p:nvSpPr>
          <p:cNvPr id="23" name="shape-1608">
            <a:extLst xmlns:a="http://schemas.openxmlformats.org/drawingml/2006/main">
              <a:ext uri="{FF2B5EF4-FFF2-40B4-BE49-F238E27FC236}">
                <a16:creationId xmlns:a16="http://schemas.microsoft.com/office/drawing/2014/main" id="{D240E72C-01D2-4DA8-B934-B7C00D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2b1d34e80248d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09">
            <a:extLst xmlns:a="http://schemas.openxmlformats.org/drawingml/2006/main">
              <a:ext uri="{FF2B5EF4-FFF2-40B4-BE49-F238E27FC236}">
                <a16:creationId xmlns:a16="http://schemas.microsoft.com/office/drawing/2014/main" id="{DF5B3D1D-62C7-4A9F-AEE0-055E95EA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19201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26">
            <a:extLst xmlns:a="http://schemas.openxmlformats.org/drawingml/2006/main">
              <a:ext uri="{FF2B5EF4-FFF2-40B4-BE49-F238E27FC236}">
                <a16:creationId xmlns:a16="http://schemas.microsoft.com/office/drawing/2014/main" id="{94517EA2-1D60-4410-A3DD-668E2254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FDC3A9-3C5C-4806-96FA-A965D10C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28">
            <a:extLst xmlns:a="http://schemas.openxmlformats.org/drawingml/2006/main">
              <a:ext uri="{FF2B5EF4-FFF2-40B4-BE49-F238E27FC236}">
                <a16:creationId xmlns:a16="http://schemas.microsoft.com/office/drawing/2014/main" id="{E514AD54-32D5-4F57-B6FE-D863F713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26656D-2BF8-4FA8-9122-5AB4F59C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29">
            <a:extLst xmlns:a="http://schemas.openxmlformats.org/drawingml/2006/main">
              <a:ext uri="{FF2B5EF4-FFF2-40B4-BE49-F238E27FC236}">
                <a16:creationId xmlns:a16="http://schemas.microsoft.com/office/drawing/2014/main" id="{54AB72B6-09F9-4534-B16D-9D1A4B91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30">
            <a:extLst xmlns:a="http://schemas.openxmlformats.org/drawingml/2006/main">
              <a:ext uri="{FF2B5EF4-FFF2-40B4-BE49-F238E27FC236}">
                <a16:creationId xmlns:a16="http://schemas.microsoft.com/office/drawing/2014/main" id="{BC35E7B0-A17D-4D7C-B4A3-8E0FB0FA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31">
            <a:extLst xmlns:a="http://schemas.openxmlformats.org/drawingml/2006/main">
              <a:ext uri="{FF2B5EF4-FFF2-40B4-BE49-F238E27FC236}">
                <a16:creationId xmlns:a16="http://schemas.microsoft.com/office/drawing/2014/main" id="{24F82DD8-1C7C-4EE8-85C1-6216625E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32">
            <a:extLst xmlns:a="http://schemas.openxmlformats.org/drawingml/2006/main">
              <a:ext uri="{FF2B5EF4-FFF2-40B4-BE49-F238E27FC236}">
                <a16:creationId xmlns:a16="http://schemas.microsoft.com/office/drawing/2014/main" id="{63AF8521-178D-47DD-9E00-556D8F21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33">
            <a:extLst xmlns:a="http://schemas.openxmlformats.org/drawingml/2006/main">
              <a:ext uri="{FF2B5EF4-FFF2-40B4-BE49-F238E27FC236}">
                <a16:creationId xmlns:a16="http://schemas.microsoft.com/office/drawing/2014/main" id="{ACAF90DA-562F-4671-89C6-8F235A71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34">
            <a:extLst xmlns:a="http://schemas.openxmlformats.org/drawingml/2006/main">
              <a:ext uri="{FF2B5EF4-FFF2-40B4-BE49-F238E27FC236}">
                <a16:creationId xmlns:a16="http://schemas.microsoft.com/office/drawing/2014/main" id="{E11E2529-F151-4931-B2C5-52FB9D90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35">
            <a:extLst xmlns:a="http://schemas.openxmlformats.org/drawingml/2006/main">
              <a:ext uri="{FF2B5EF4-FFF2-40B4-BE49-F238E27FC236}">
                <a16:creationId xmlns:a16="http://schemas.microsoft.com/office/drawing/2014/main" id="{A0F5244E-38B3-4AB2-89A9-9D0E0DDB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36">
            <a:extLst xmlns:a="http://schemas.openxmlformats.org/drawingml/2006/main">
              <a:ext uri="{FF2B5EF4-FFF2-40B4-BE49-F238E27FC236}">
                <a16:creationId xmlns:a16="http://schemas.microsoft.com/office/drawing/2014/main" id="{F7B64270-4F44-4636-BC2C-7B6CE481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37">
            <a:extLst xmlns:a="http://schemas.openxmlformats.org/drawingml/2006/main">
              <a:ext uri="{FF2B5EF4-FFF2-40B4-BE49-F238E27FC236}">
                <a16:creationId xmlns:a16="http://schemas.microsoft.com/office/drawing/2014/main" id="{37A3AD68-01F1-40B0-90CF-76B6E0A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38">
            <a:extLst xmlns:a="http://schemas.openxmlformats.org/drawingml/2006/main">
              <a:ext uri="{FF2B5EF4-FFF2-40B4-BE49-F238E27FC236}">
                <a16:creationId xmlns:a16="http://schemas.microsoft.com/office/drawing/2014/main" id="{BF2E24C5-D7F3-4D63-A643-F9381909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39">
            <a:extLst xmlns:a="http://schemas.openxmlformats.org/drawingml/2006/main">
              <a:ext uri="{FF2B5EF4-FFF2-40B4-BE49-F238E27FC236}">
                <a16:creationId xmlns:a16="http://schemas.microsoft.com/office/drawing/2014/main" id="{BEDDC9CE-A6D9-4E4F-81CB-75201E2D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40">
            <a:extLst xmlns:a="http://schemas.openxmlformats.org/drawingml/2006/main">
              <a:ext uri="{FF2B5EF4-FFF2-40B4-BE49-F238E27FC236}">
                <a16:creationId xmlns:a16="http://schemas.microsoft.com/office/drawing/2014/main" id="{90988697-3DED-451B-AA67-C6705535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41">
            <a:extLst xmlns:a="http://schemas.openxmlformats.org/drawingml/2006/main">
              <a:ext uri="{FF2B5EF4-FFF2-40B4-BE49-F238E27FC236}">
                <a16:creationId xmlns:a16="http://schemas.microsoft.com/office/drawing/2014/main" id="{E7163891-F5E6-4C72-BAD5-4534AC71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570">
            <a:extLst xmlns:a="http://schemas.openxmlformats.org/drawingml/2006/main">
              <a:ext uri="{FF2B5EF4-FFF2-40B4-BE49-F238E27FC236}">
                <a16:creationId xmlns:a16="http://schemas.microsoft.com/office/drawing/2014/main" id="{7CB56A81-F661-4668-ACEF-AC974E68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51a1743335476d"/>
              </a:rPr>
              <a:t>開啟 Antigravity ↗</a:t>
            </a:r>
          </a:p>
        </p:txBody>
      </p:sp>
      <p:sp>
        <p:nvSpPr>
          <p:cNvPr id="20" name="shape-1610">
            <a:extLst xmlns:a="http://schemas.openxmlformats.org/drawingml/2006/main">
              <a:ext uri="{FF2B5EF4-FFF2-40B4-BE49-F238E27FC236}">
                <a16:creationId xmlns:a16="http://schemas.microsoft.com/office/drawing/2014/main" id="{0EDB199E-9127-4D45-8277-D7582BB8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845df50f6468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11">
            <a:extLst xmlns:a="http://schemas.openxmlformats.org/drawingml/2006/main">
              <a:ext uri="{FF2B5EF4-FFF2-40B4-BE49-F238E27FC236}">
                <a16:creationId xmlns:a16="http://schemas.microsoft.com/office/drawing/2014/main" id="{3FB14E86-8A6C-42D6-885E-9789E19F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336177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042">
            <a:extLst xmlns:a="http://schemas.openxmlformats.org/drawingml/2006/main">
              <a:ext uri="{FF2B5EF4-FFF2-40B4-BE49-F238E27FC236}">
                <a16:creationId xmlns:a16="http://schemas.microsoft.com/office/drawing/2014/main" id="{6A640742-C81C-4070-9E12-06694CE2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43">
            <a:extLst xmlns:a="http://schemas.openxmlformats.org/drawingml/2006/main">
              <a:ext uri="{FF2B5EF4-FFF2-40B4-BE49-F238E27FC236}">
                <a16:creationId xmlns:a16="http://schemas.microsoft.com/office/drawing/2014/main" id="{C7851D6B-5285-48CF-8C0F-49D5082B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44">
            <a:extLst xmlns:a="http://schemas.openxmlformats.org/drawingml/2006/main">
              <a:ext uri="{FF2B5EF4-FFF2-40B4-BE49-F238E27FC236}">
                <a16:creationId xmlns:a16="http://schemas.microsoft.com/office/drawing/2014/main" id="{7FF05CB8-496A-4321-B122-1ACC6509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45">
            <a:extLst xmlns:a="http://schemas.openxmlformats.org/drawingml/2006/main">
              <a:ext uri="{FF2B5EF4-FFF2-40B4-BE49-F238E27FC236}">
                <a16:creationId xmlns:a16="http://schemas.microsoft.com/office/drawing/2014/main" id="{A3BEC623-6F9A-48EE-B0F6-04CFC2A4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46">
            <a:extLst xmlns:a="http://schemas.openxmlformats.org/drawingml/2006/main">
              <a:ext uri="{FF2B5EF4-FFF2-40B4-BE49-F238E27FC236}">
                <a16:creationId xmlns:a16="http://schemas.microsoft.com/office/drawing/2014/main" id="{D5A30E02-50C0-41FD-BC5F-B7D335D0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10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048">
            <a:extLst xmlns:a="http://schemas.openxmlformats.org/drawingml/2006/main">
              <a:ext uri="{FF2B5EF4-FFF2-40B4-BE49-F238E27FC236}">
                <a16:creationId xmlns:a16="http://schemas.microsoft.com/office/drawing/2014/main" id="{FA942150-BE99-4C88-82BC-BD398312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CA85F8-2461-4FD2-B190-3BDD2178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9" name="text-1571">
            <a:extLst xmlns:a="http://schemas.openxmlformats.org/drawingml/2006/main">
              <a:ext uri="{FF2B5EF4-FFF2-40B4-BE49-F238E27FC236}">
                <a16:creationId xmlns:a16="http://schemas.microsoft.com/office/drawing/2014/main" id="{47A75346-5EC7-4EF6-85D0-2F1F31A7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6583d6a84f45bf"/>
              </a:rPr>
              <a:t>開啟 Codex ↗</a:t>
            </a:r>
          </a:p>
        </p:txBody>
      </p:sp>
      <p:sp>
        <p:nvSpPr>
          <p:cNvPr id="10" name="shape-1612">
            <a:extLst xmlns:a="http://schemas.openxmlformats.org/drawingml/2006/main">
              <a:ext uri="{FF2B5EF4-FFF2-40B4-BE49-F238E27FC236}">
                <a16:creationId xmlns:a16="http://schemas.microsoft.com/office/drawing/2014/main" id="{09A4518A-255A-4CCB-80A5-28596099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aff6116dc492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13">
            <a:extLst xmlns:a="http://schemas.openxmlformats.org/drawingml/2006/main">
              <a:ext uri="{FF2B5EF4-FFF2-40B4-BE49-F238E27FC236}">
                <a16:creationId xmlns:a16="http://schemas.microsoft.com/office/drawing/2014/main" id="{1141B623-1D26-4E05-9565-7D347286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884677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49">
            <a:extLst xmlns:a="http://schemas.openxmlformats.org/drawingml/2006/main">
              <a:ext uri="{FF2B5EF4-FFF2-40B4-BE49-F238E27FC236}">
                <a16:creationId xmlns:a16="http://schemas.microsoft.com/office/drawing/2014/main" id="{08DA792C-953A-483F-9C82-D872ABBD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17A6E00-8B12-40F6-84A4-40620EBF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1">
            <a:extLst xmlns:a="http://schemas.openxmlformats.org/drawingml/2006/main">
              <a:ext uri="{FF2B5EF4-FFF2-40B4-BE49-F238E27FC236}">
                <a16:creationId xmlns:a16="http://schemas.microsoft.com/office/drawing/2014/main" id="{F819268F-1FCB-4447-8A78-E71B0DA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8FC05B-B239-42E3-9F1E-677734F0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52">
            <a:extLst xmlns:a="http://schemas.openxmlformats.org/drawingml/2006/main">
              <a:ext uri="{FF2B5EF4-FFF2-40B4-BE49-F238E27FC236}">
                <a16:creationId xmlns:a16="http://schemas.microsoft.com/office/drawing/2014/main" id="{C99339FB-88AA-435F-8CBB-CB4AFDA3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53">
            <a:extLst xmlns:a="http://schemas.openxmlformats.org/drawingml/2006/main">
              <a:ext uri="{FF2B5EF4-FFF2-40B4-BE49-F238E27FC236}">
                <a16:creationId xmlns:a16="http://schemas.microsoft.com/office/drawing/2014/main" id="{AF966F59-219A-4B2E-A0EC-253C2906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54">
            <a:extLst xmlns:a="http://schemas.openxmlformats.org/drawingml/2006/main">
              <a:ext uri="{FF2B5EF4-FFF2-40B4-BE49-F238E27FC236}">
                <a16:creationId xmlns:a16="http://schemas.microsoft.com/office/drawing/2014/main" id="{D02701EA-7B88-4F3D-B19C-DD43691D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55">
            <a:extLst xmlns:a="http://schemas.openxmlformats.org/drawingml/2006/main">
              <a:ext uri="{FF2B5EF4-FFF2-40B4-BE49-F238E27FC236}">
                <a16:creationId xmlns:a16="http://schemas.microsoft.com/office/drawing/2014/main" id="{D7E600BA-796A-4347-A40B-BDCA85F6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56">
            <a:extLst xmlns:a="http://schemas.openxmlformats.org/drawingml/2006/main">
              <a:ext uri="{FF2B5EF4-FFF2-40B4-BE49-F238E27FC236}">
                <a16:creationId xmlns:a16="http://schemas.microsoft.com/office/drawing/2014/main" id="{5C96963F-2803-48C7-8CD8-0C8E83D5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57">
            <a:extLst xmlns:a="http://schemas.openxmlformats.org/drawingml/2006/main">
              <a:ext uri="{FF2B5EF4-FFF2-40B4-BE49-F238E27FC236}">
                <a16:creationId xmlns:a16="http://schemas.microsoft.com/office/drawing/2014/main" id="{DFA10E8E-1677-4120-9931-035C20BF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58">
            <a:extLst xmlns:a="http://schemas.openxmlformats.org/drawingml/2006/main">
              <a:ext uri="{FF2B5EF4-FFF2-40B4-BE49-F238E27FC236}">
                <a16:creationId xmlns:a16="http://schemas.microsoft.com/office/drawing/2014/main" id="{7203593E-9974-47EE-9095-AD55A25C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59">
            <a:extLst xmlns:a="http://schemas.openxmlformats.org/drawingml/2006/main">
              <a:ext uri="{FF2B5EF4-FFF2-40B4-BE49-F238E27FC236}">
                <a16:creationId xmlns:a16="http://schemas.microsoft.com/office/drawing/2014/main" id="{8B0CF700-3BAC-473E-BFE0-080BF16A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60">
            <a:extLst xmlns:a="http://schemas.openxmlformats.org/drawingml/2006/main">
              <a:ext uri="{FF2B5EF4-FFF2-40B4-BE49-F238E27FC236}">
                <a16:creationId xmlns:a16="http://schemas.microsoft.com/office/drawing/2014/main" id="{700D508F-0A07-4613-91F0-CB02B650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61">
            <a:extLst xmlns:a="http://schemas.openxmlformats.org/drawingml/2006/main">
              <a:ext uri="{FF2B5EF4-FFF2-40B4-BE49-F238E27FC236}">
                <a16:creationId xmlns:a16="http://schemas.microsoft.com/office/drawing/2014/main" id="{50C2968B-BBC3-45C5-8877-5CD03719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62">
            <a:extLst xmlns:a="http://schemas.openxmlformats.org/drawingml/2006/main">
              <a:ext uri="{FF2B5EF4-FFF2-40B4-BE49-F238E27FC236}">
                <a16:creationId xmlns:a16="http://schemas.microsoft.com/office/drawing/2014/main" id="{38D2773F-E6B0-4F57-9841-D00F52C9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63">
            <a:extLst xmlns:a="http://schemas.openxmlformats.org/drawingml/2006/main">
              <a:ext uri="{FF2B5EF4-FFF2-40B4-BE49-F238E27FC236}">
                <a16:creationId xmlns:a16="http://schemas.microsoft.com/office/drawing/2014/main" id="{A6C7ECF6-F04C-4758-B2EF-E3921496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64">
            <a:extLst xmlns:a="http://schemas.openxmlformats.org/drawingml/2006/main">
              <a:ext uri="{FF2B5EF4-FFF2-40B4-BE49-F238E27FC236}">
                <a16:creationId xmlns:a16="http://schemas.microsoft.com/office/drawing/2014/main" id="{3EC6607D-B0CC-4AD7-B2EB-F1B849E7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65">
            <a:extLst xmlns:a="http://schemas.openxmlformats.org/drawingml/2006/main">
              <a:ext uri="{FF2B5EF4-FFF2-40B4-BE49-F238E27FC236}">
                <a16:creationId xmlns:a16="http://schemas.microsoft.com/office/drawing/2014/main" id="{C909DBFF-0484-49A0-B998-A96B938E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66">
            <a:extLst xmlns:a="http://schemas.openxmlformats.org/drawingml/2006/main">
              <a:ext uri="{FF2B5EF4-FFF2-40B4-BE49-F238E27FC236}">
                <a16:creationId xmlns:a16="http://schemas.microsoft.com/office/drawing/2014/main" id="{7D9FE638-4E16-43D2-BD6A-E2F34ED3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67">
            <a:extLst xmlns:a="http://schemas.openxmlformats.org/drawingml/2006/main">
              <a:ext uri="{FF2B5EF4-FFF2-40B4-BE49-F238E27FC236}">
                <a16:creationId xmlns:a16="http://schemas.microsoft.com/office/drawing/2014/main" id="{E561DD16-EDAA-4C5E-8843-94199D4C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068">
            <a:extLst xmlns:a="http://schemas.openxmlformats.org/drawingml/2006/main">
              <a:ext uri="{FF2B5EF4-FFF2-40B4-BE49-F238E27FC236}">
                <a16:creationId xmlns:a16="http://schemas.microsoft.com/office/drawing/2014/main" id="{3500E887-E875-40D3-8ECA-A7AC4F7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069">
            <a:extLst xmlns:a="http://schemas.openxmlformats.org/drawingml/2006/main">
              <a:ext uri="{FF2B5EF4-FFF2-40B4-BE49-F238E27FC236}">
                <a16:creationId xmlns:a16="http://schemas.microsoft.com/office/drawing/2014/main" id="{C32FE00C-CBB1-4EDA-A093-040AE52B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70">
            <a:extLst xmlns:a="http://schemas.openxmlformats.org/drawingml/2006/main">
              <a:ext uri="{FF2B5EF4-FFF2-40B4-BE49-F238E27FC236}">
                <a16:creationId xmlns:a16="http://schemas.microsoft.com/office/drawing/2014/main" id="{4F4BE7A7-2B81-4A82-BF07-AD55D1E4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71">
            <a:extLst xmlns:a="http://schemas.openxmlformats.org/drawingml/2006/main">
              <a:ext uri="{FF2B5EF4-FFF2-40B4-BE49-F238E27FC236}">
                <a16:creationId xmlns:a16="http://schemas.microsoft.com/office/drawing/2014/main" id="{5C45D5EE-D8E8-4736-9591-BA03E40F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72">
            <a:extLst xmlns:a="http://schemas.openxmlformats.org/drawingml/2006/main">
              <a:ext uri="{FF2B5EF4-FFF2-40B4-BE49-F238E27FC236}">
                <a16:creationId xmlns:a16="http://schemas.microsoft.com/office/drawing/2014/main" id="{3B16BEB5-AA32-4395-A52E-6190B957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73">
            <a:extLst xmlns:a="http://schemas.openxmlformats.org/drawingml/2006/main">
              <a:ext uri="{FF2B5EF4-FFF2-40B4-BE49-F238E27FC236}">
                <a16:creationId xmlns:a16="http://schemas.microsoft.com/office/drawing/2014/main" id="{4E3F43FE-7943-4CE1-B8AF-E4B8F31D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074">
            <a:extLst xmlns:a="http://schemas.openxmlformats.org/drawingml/2006/main">
              <a:ext uri="{FF2B5EF4-FFF2-40B4-BE49-F238E27FC236}">
                <a16:creationId xmlns:a16="http://schemas.microsoft.com/office/drawing/2014/main" id="{E269C718-69F5-44F0-9DDB-281573D1D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075">
            <a:extLst xmlns:a="http://schemas.openxmlformats.org/drawingml/2006/main">
              <a:ext uri="{FF2B5EF4-FFF2-40B4-BE49-F238E27FC236}">
                <a16:creationId xmlns:a16="http://schemas.microsoft.com/office/drawing/2014/main" id="{03FAD767-765B-440B-91AB-1E14E5E2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76">
            <a:extLst xmlns:a="http://schemas.openxmlformats.org/drawingml/2006/main">
              <a:ext uri="{FF2B5EF4-FFF2-40B4-BE49-F238E27FC236}">
                <a16:creationId xmlns:a16="http://schemas.microsoft.com/office/drawing/2014/main" id="{CFC992E2-F030-48C6-895A-45255BAC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77">
            <a:extLst xmlns:a="http://schemas.openxmlformats.org/drawingml/2006/main">
              <a:ext uri="{FF2B5EF4-FFF2-40B4-BE49-F238E27FC236}">
                <a16:creationId xmlns:a16="http://schemas.microsoft.com/office/drawing/2014/main" id="{7BD6B575-5DED-4AF5-823C-77D98BCC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78">
            <a:extLst xmlns:a="http://schemas.openxmlformats.org/drawingml/2006/main">
              <a:ext uri="{FF2B5EF4-FFF2-40B4-BE49-F238E27FC236}">
                <a16:creationId xmlns:a16="http://schemas.microsoft.com/office/drawing/2014/main" id="{23A1ABB2-B97E-453C-B612-681C3A55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79">
            <a:extLst xmlns:a="http://schemas.openxmlformats.org/drawingml/2006/main">
              <a:ext uri="{FF2B5EF4-FFF2-40B4-BE49-F238E27FC236}">
                <a16:creationId xmlns:a16="http://schemas.microsoft.com/office/drawing/2014/main" id="{45C14A70-6D7D-429B-A1D8-476207C1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080">
            <a:extLst xmlns:a="http://schemas.openxmlformats.org/drawingml/2006/main">
              <a:ext uri="{FF2B5EF4-FFF2-40B4-BE49-F238E27FC236}">
                <a16:creationId xmlns:a16="http://schemas.microsoft.com/office/drawing/2014/main" id="{D30CB471-094E-423E-BD6B-C5C6EBFB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081">
            <a:extLst xmlns:a="http://schemas.openxmlformats.org/drawingml/2006/main">
              <a:ext uri="{FF2B5EF4-FFF2-40B4-BE49-F238E27FC236}">
                <a16:creationId xmlns:a16="http://schemas.microsoft.com/office/drawing/2014/main" id="{65AC9033-3B08-48A1-A583-8B7AB36C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572">
            <a:extLst xmlns:a="http://schemas.openxmlformats.org/drawingml/2006/main">
              <a:ext uri="{FF2B5EF4-FFF2-40B4-BE49-F238E27FC236}">
                <a16:creationId xmlns:a16="http://schemas.microsoft.com/office/drawing/2014/main" id="{D88D51DD-BA8E-4BB5-9502-540FE3E5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5982c830e0487e"/>
              </a:rPr>
              <a:t>開啟 Codex ↗</a:t>
            </a:r>
          </a:p>
        </p:txBody>
      </p:sp>
      <p:sp>
        <p:nvSpPr>
          <p:cNvPr id="37" name="shape-1614">
            <a:extLst xmlns:a="http://schemas.openxmlformats.org/drawingml/2006/main">
              <a:ext uri="{FF2B5EF4-FFF2-40B4-BE49-F238E27FC236}">
                <a16:creationId xmlns:a16="http://schemas.microsoft.com/office/drawing/2014/main" id="{EE32BFB1-5260-4E3C-BBF8-B6A45D93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db80ee09a4be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15">
            <a:extLst xmlns:a="http://schemas.openxmlformats.org/drawingml/2006/main">
              <a:ext uri="{FF2B5EF4-FFF2-40B4-BE49-F238E27FC236}">
                <a16:creationId xmlns:a16="http://schemas.microsoft.com/office/drawing/2014/main" id="{78A3218A-64BF-4CB0-BF4C-19A036D1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231450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82">
            <a:extLst xmlns:a="http://schemas.openxmlformats.org/drawingml/2006/main">
              <a:ext uri="{FF2B5EF4-FFF2-40B4-BE49-F238E27FC236}">
                <a16:creationId xmlns:a16="http://schemas.microsoft.com/office/drawing/2014/main" id="{2695A452-44FC-4C39-A72D-36D6E80D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4D64C3-E518-449A-99B6-162C4841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0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84">
            <a:extLst xmlns:a="http://schemas.openxmlformats.org/drawingml/2006/main">
              <a:ext uri="{FF2B5EF4-FFF2-40B4-BE49-F238E27FC236}">
                <a16:creationId xmlns:a16="http://schemas.microsoft.com/office/drawing/2014/main" id="{D4E4D4B7-1000-42A5-912B-D1537332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172CB4-4BC1-40B3-B247-4CAD1C3E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085">
            <a:extLst xmlns:a="http://schemas.openxmlformats.org/drawingml/2006/main">
              <a:ext uri="{FF2B5EF4-FFF2-40B4-BE49-F238E27FC236}">
                <a16:creationId xmlns:a16="http://schemas.microsoft.com/office/drawing/2014/main" id="{D5B92769-EFD9-42E7-A5F5-B4B55AF1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086">
            <a:extLst xmlns:a="http://schemas.openxmlformats.org/drawingml/2006/main">
              <a:ext uri="{FF2B5EF4-FFF2-40B4-BE49-F238E27FC236}">
                <a16:creationId xmlns:a16="http://schemas.microsoft.com/office/drawing/2014/main" id="{AF90083E-933B-458C-9A34-236C206F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087">
            <a:extLst xmlns:a="http://schemas.openxmlformats.org/drawingml/2006/main">
              <a:ext uri="{FF2B5EF4-FFF2-40B4-BE49-F238E27FC236}">
                <a16:creationId xmlns:a16="http://schemas.microsoft.com/office/drawing/2014/main" id="{042064EF-E1FA-470B-B5DD-D26F7C14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088">
            <a:extLst xmlns:a="http://schemas.openxmlformats.org/drawingml/2006/main">
              <a:ext uri="{FF2B5EF4-FFF2-40B4-BE49-F238E27FC236}">
                <a16:creationId xmlns:a16="http://schemas.microsoft.com/office/drawing/2014/main" id="{E4E4EC79-8C1B-4CFB-8F69-018250B0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089">
            <a:extLst xmlns:a="http://schemas.openxmlformats.org/drawingml/2006/main">
              <a:ext uri="{FF2B5EF4-FFF2-40B4-BE49-F238E27FC236}">
                <a16:creationId xmlns:a16="http://schemas.microsoft.com/office/drawing/2014/main" id="{004A87C6-CCC8-4042-859C-EE2533CD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090">
            <a:extLst xmlns:a="http://schemas.openxmlformats.org/drawingml/2006/main">
              <a:ext uri="{FF2B5EF4-FFF2-40B4-BE49-F238E27FC236}">
                <a16:creationId xmlns:a16="http://schemas.microsoft.com/office/drawing/2014/main" id="{8A5FC375-F7CD-414D-859B-FFD8E8F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091">
            <a:extLst xmlns:a="http://schemas.openxmlformats.org/drawingml/2006/main">
              <a:ext uri="{FF2B5EF4-FFF2-40B4-BE49-F238E27FC236}">
                <a16:creationId xmlns:a16="http://schemas.microsoft.com/office/drawing/2014/main" id="{BF7D28B4-FE11-4465-AB65-B0646B2B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573">
            <a:extLst xmlns:a="http://schemas.openxmlformats.org/drawingml/2006/main">
              <a:ext uri="{FF2B5EF4-FFF2-40B4-BE49-F238E27FC236}">
                <a16:creationId xmlns:a16="http://schemas.microsoft.com/office/drawing/2014/main" id="{FD4ACD31-E1EB-4882-99A2-1CD06FB5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6d8a9238ef4bf6"/>
              </a:rPr>
              <a:t>開啟 Codex ↗</a:t>
            </a:r>
          </a:p>
        </p:txBody>
      </p:sp>
      <p:sp>
        <p:nvSpPr>
          <p:cNvPr id="14" name="shape-1616">
            <a:extLst xmlns:a="http://schemas.openxmlformats.org/drawingml/2006/main">
              <a:ext uri="{FF2B5EF4-FFF2-40B4-BE49-F238E27FC236}">
                <a16:creationId xmlns:a16="http://schemas.microsoft.com/office/drawing/2014/main" id="{753375BA-C309-4D3F-9FDD-4592025D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462151eb564b5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17">
            <a:extLst xmlns:a="http://schemas.openxmlformats.org/drawingml/2006/main">
              <a:ext uri="{FF2B5EF4-FFF2-40B4-BE49-F238E27FC236}">
                <a16:creationId xmlns:a16="http://schemas.microsoft.com/office/drawing/2014/main" id="{43F24709-877F-450C-A924-D1DA869B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440422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092">
            <a:extLst xmlns:a="http://schemas.openxmlformats.org/drawingml/2006/main">
              <a:ext uri="{FF2B5EF4-FFF2-40B4-BE49-F238E27FC236}">
                <a16:creationId xmlns:a16="http://schemas.microsoft.com/office/drawing/2014/main" id="{ACC2F5F4-4EC7-470D-BF27-6254770B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07AB1C-B19F-48EA-A40C-FAA42D43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0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94">
            <a:extLst xmlns:a="http://schemas.openxmlformats.org/drawingml/2006/main">
              <a:ext uri="{FF2B5EF4-FFF2-40B4-BE49-F238E27FC236}">
                <a16:creationId xmlns:a16="http://schemas.microsoft.com/office/drawing/2014/main" id="{A1410D20-1045-4C2F-A210-B748BD3D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E81169-4872-4504-81D8-7DCF7D96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095">
            <a:extLst xmlns:a="http://schemas.openxmlformats.org/drawingml/2006/main">
              <a:ext uri="{FF2B5EF4-FFF2-40B4-BE49-F238E27FC236}">
                <a16:creationId xmlns:a16="http://schemas.microsoft.com/office/drawing/2014/main" id="{F95E9275-9BB9-48F6-9CB5-BDA628ED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96">
            <a:extLst xmlns:a="http://schemas.openxmlformats.org/drawingml/2006/main">
              <a:ext uri="{FF2B5EF4-FFF2-40B4-BE49-F238E27FC236}">
                <a16:creationId xmlns:a16="http://schemas.microsoft.com/office/drawing/2014/main" id="{A5344DC6-1497-47CB-9566-259C0691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097">
            <a:extLst xmlns:a="http://schemas.openxmlformats.org/drawingml/2006/main">
              <a:ext uri="{FF2B5EF4-FFF2-40B4-BE49-F238E27FC236}">
                <a16:creationId xmlns:a16="http://schemas.microsoft.com/office/drawing/2014/main" id="{65E4F9B4-8679-491E-96ED-E8902C92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098">
            <a:extLst xmlns:a="http://schemas.openxmlformats.org/drawingml/2006/main">
              <a:ext uri="{FF2B5EF4-FFF2-40B4-BE49-F238E27FC236}">
                <a16:creationId xmlns:a16="http://schemas.microsoft.com/office/drawing/2014/main" id="{015D1C15-FC3F-4BC1-9289-5E4DA554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1099">
            <a:extLst xmlns:a="http://schemas.openxmlformats.org/drawingml/2006/main">
              <a:ext uri="{FF2B5EF4-FFF2-40B4-BE49-F238E27FC236}">
                <a16:creationId xmlns:a16="http://schemas.microsoft.com/office/drawing/2014/main" id="{CF1CA9AB-24BD-4B74-AE5F-AAAACBD9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00">
            <a:extLst xmlns:a="http://schemas.openxmlformats.org/drawingml/2006/main">
              <a:ext uri="{FF2B5EF4-FFF2-40B4-BE49-F238E27FC236}">
                <a16:creationId xmlns:a16="http://schemas.microsoft.com/office/drawing/2014/main" id="{7E9CA665-51BA-4BF9-AB3B-7C17749C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01">
            <a:extLst xmlns:a="http://schemas.openxmlformats.org/drawingml/2006/main">
              <a:ext uri="{FF2B5EF4-FFF2-40B4-BE49-F238E27FC236}">
                <a16:creationId xmlns:a16="http://schemas.microsoft.com/office/drawing/2014/main" id="{BBDB242D-F415-47E4-A936-6C990F2E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02">
            <a:extLst xmlns:a="http://schemas.openxmlformats.org/drawingml/2006/main">
              <a:ext uri="{FF2B5EF4-FFF2-40B4-BE49-F238E27FC236}">
                <a16:creationId xmlns:a16="http://schemas.microsoft.com/office/drawing/2014/main" id="{D388B39A-3F1E-4B7E-8395-07F25711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03">
            <a:extLst xmlns:a="http://schemas.openxmlformats.org/drawingml/2006/main">
              <a:ext uri="{FF2B5EF4-FFF2-40B4-BE49-F238E27FC236}">
                <a16:creationId xmlns:a16="http://schemas.microsoft.com/office/drawing/2014/main" id="{B9CEA110-0212-47DC-B37A-5950A0D4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04">
            <a:extLst xmlns:a="http://schemas.openxmlformats.org/drawingml/2006/main">
              <a:ext uri="{FF2B5EF4-FFF2-40B4-BE49-F238E27FC236}">
                <a16:creationId xmlns:a16="http://schemas.microsoft.com/office/drawing/2014/main" id="{563CE8BD-5504-4DE7-AC44-5699495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05">
            <a:extLst xmlns:a="http://schemas.openxmlformats.org/drawingml/2006/main">
              <a:ext uri="{FF2B5EF4-FFF2-40B4-BE49-F238E27FC236}">
                <a16:creationId xmlns:a16="http://schemas.microsoft.com/office/drawing/2014/main" id="{471F56F6-4FF8-4060-A11A-0F095D7A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06">
            <a:extLst xmlns:a="http://schemas.openxmlformats.org/drawingml/2006/main">
              <a:ext uri="{FF2B5EF4-FFF2-40B4-BE49-F238E27FC236}">
                <a16:creationId xmlns:a16="http://schemas.microsoft.com/office/drawing/2014/main" id="{C20E9400-C858-445A-AD7A-D3DFBA39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07">
            <a:extLst xmlns:a="http://schemas.openxmlformats.org/drawingml/2006/main">
              <a:ext uri="{FF2B5EF4-FFF2-40B4-BE49-F238E27FC236}">
                <a16:creationId xmlns:a16="http://schemas.microsoft.com/office/drawing/2014/main" id="{A811413F-F3F8-4D68-9303-15C07087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08">
            <a:extLst xmlns:a="http://schemas.openxmlformats.org/drawingml/2006/main">
              <a:ext uri="{FF2B5EF4-FFF2-40B4-BE49-F238E27FC236}">
                <a16:creationId xmlns:a16="http://schemas.microsoft.com/office/drawing/2014/main" id="{0CBE6495-A820-4135-83D5-892E904A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09">
            <a:extLst xmlns:a="http://schemas.openxmlformats.org/drawingml/2006/main">
              <a:ext uri="{FF2B5EF4-FFF2-40B4-BE49-F238E27FC236}">
                <a16:creationId xmlns:a16="http://schemas.microsoft.com/office/drawing/2014/main" id="{3D5B7B93-1050-4DCF-8E23-355DC662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10">
            <a:extLst xmlns:a="http://schemas.openxmlformats.org/drawingml/2006/main">
              <a:ext uri="{FF2B5EF4-FFF2-40B4-BE49-F238E27FC236}">
                <a16:creationId xmlns:a16="http://schemas.microsoft.com/office/drawing/2014/main" id="{C1F536B3-C54C-4C65-823B-7A70AFB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11">
            <a:extLst xmlns:a="http://schemas.openxmlformats.org/drawingml/2006/main">
              <a:ext uri="{FF2B5EF4-FFF2-40B4-BE49-F238E27FC236}">
                <a16:creationId xmlns:a16="http://schemas.microsoft.com/office/drawing/2014/main" id="{5372E5A9-9F00-456D-A3F0-15757126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12">
            <a:extLst xmlns:a="http://schemas.openxmlformats.org/drawingml/2006/main">
              <a:ext uri="{FF2B5EF4-FFF2-40B4-BE49-F238E27FC236}">
                <a16:creationId xmlns:a16="http://schemas.microsoft.com/office/drawing/2014/main" id="{70ECFD97-42EF-42FD-9FED-48782BD1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13">
            <a:extLst xmlns:a="http://schemas.openxmlformats.org/drawingml/2006/main">
              <a:ext uri="{FF2B5EF4-FFF2-40B4-BE49-F238E27FC236}">
                <a16:creationId xmlns:a16="http://schemas.microsoft.com/office/drawing/2014/main" id="{0958DB18-D032-46F1-A704-9EA31DAF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14">
            <a:extLst xmlns:a="http://schemas.openxmlformats.org/drawingml/2006/main">
              <a:ext uri="{FF2B5EF4-FFF2-40B4-BE49-F238E27FC236}">
                <a16:creationId xmlns:a16="http://schemas.microsoft.com/office/drawing/2014/main" id="{06C8B4A7-D1FE-46D4-A989-5E8C1A9D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15">
            <a:extLst xmlns:a="http://schemas.openxmlformats.org/drawingml/2006/main">
              <a:ext uri="{FF2B5EF4-FFF2-40B4-BE49-F238E27FC236}">
                <a16:creationId xmlns:a16="http://schemas.microsoft.com/office/drawing/2014/main" id="{65362C45-E620-4042-AFDB-E0455CB5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16">
            <a:extLst xmlns:a="http://schemas.openxmlformats.org/drawingml/2006/main">
              <a:ext uri="{FF2B5EF4-FFF2-40B4-BE49-F238E27FC236}">
                <a16:creationId xmlns:a16="http://schemas.microsoft.com/office/drawing/2014/main" id="{552B1B1D-1B74-41C4-A66C-A6D83114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17">
            <a:extLst xmlns:a="http://schemas.openxmlformats.org/drawingml/2006/main">
              <a:ext uri="{FF2B5EF4-FFF2-40B4-BE49-F238E27FC236}">
                <a16:creationId xmlns:a16="http://schemas.microsoft.com/office/drawing/2014/main" id="{F24B9714-4061-4055-A45A-F856FD48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18">
            <a:extLst xmlns:a="http://schemas.openxmlformats.org/drawingml/2006/main">
              <a:ext uri="{FF2B5EF4-FFF2-40B4-BE49-F238E27FC236}">
                <a16:creationId xmlns:a16="http://schemas.microsoft.com/office/drawing/2014/main" id="{02206BBE-0F4B-46CB-9CD6-A03239E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574">
            <a:extLst xmlns:a="http://schemas.openxmlformats.org/drawingml/2006/main">
              <a:ext uri="{FF2B5EF4-FFF2-40B4-BE49-F238E27FC236}">
                <a16:creationId xmlns:a16="http://schemas.microsoft.com/office/drawing/2014/main" id="{64A68A93-B54A-4A0B-9897-2CDDB877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2d210ff9c34180"/>
              </a:rPr>
              <a:t>開啟 Codex ↗</a:t>
            </a:r>
          </a:p>
        </p:txBody>
      </p:sp>
      <p:sp>
        <p:nvSpPr>
          <p:cNvPr id="31" name="shape-1618">
            <a:extLst xmlns:a="http://schemas.openxmlformats.org/drawingml/2006/main">
              <a:ext uri="{FF2B5EF4-FFF2-40B4-BE49-F238E27FC236}">
                <a16:creationId xmlns:a16="http://schemas.microsoft.com/office/drawing/2014/main" id="{E890EE13-A065-4AAF-9E32-6CA1B42B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7555a63f041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19">
            <a:extLst xmlns:a="http://schemas.openxmlformats.org/drawingml/2006/main">
              <a:ext uri="{FF2B5EF4-FFF2-40B4-BE49-F238E27FC236}">
                <a16:creationId xmlns:a16="http://schemas.microsoft.com/office/drawing/2014/main" id="{51545534-004C-4449-8A3A-0AB818B1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504815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19">
            <a:extLst xmlns:a="http://schemas.openxmlformats.org/drawingml/2006/main">
              <a:ext uri="{FF2B5EF4-FFF2-40B4-BE49-F238E27FC236}">
                <a16:creationId xmlns:a16="http://schemas.microsoft.com/office/drawing/2014/main" id="{17845624-57D4-43F4-8BFF-B32847EF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39490E-5FB8-44B5-A08C-1E6F1948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1">
            <a:extLst xmlns:a="http://schemas.openxmlformats.org/drawingml/2006/main">
              <a:ext uri="{FF2B5EF4-FFF2-40B4-BE49-F238E27FC236}">
                <a16:creationId xmlns:a16="http://schemas.microsoft.com/office/drawing/2014/main" id="{46859E91-4494-4CDD-A64D-6FEFD3F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C046C6-328E-4C26-A7EE-12A50D35E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22">
            <a:extLst xmlns:a="http://schemas.openxmlformats.org/drawingml/2006/main">
              <a:ext uri="{FF2B5EF4-FFF2-40B4-BE49-F238E27FC236}">
                <a16:creationId xmlns:a16="http://schemas.microsoft.com/office/drawing/2014/main" id="{E87A0A6F-8B04-4155-BC8B-C218E95C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23">
            <a:extLst xmlns:a="http://schemas.openxmlformats.org/drawingml/2006/main">
              <a:ext uri="{FF2B5EF4-FFF2-40B4-BE49-F238E27FC236}">
                <a16:creationId xmlns:a16="http://schemas.microsoft.com/office/drawing/2014/main" id="{31C55F93-2022-488F-9E49-B57124F8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24">
            <a:extLst xmlns:a="http://schemas.openxmlformats.org/drawingml/2006/main">
              <a:ext uri="{FF2B5EF4-FFF2-40B4-BE49-F238E27FC236}">
                <a16:creationId xmlns:a16="http://schemas.microsoft.com/office/drawing/2014/main" id="{3DC4CC2D-3A90-4DA6-B974-D331AC55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25">
            <a:extLst xmlns:a="http://schemas.openxmlformats.org/drawingml/2006/main">
              <a:ext uri="{FF2B5EF4-FFF2-40B4-BE49-F238E27FC236}">
                <a16:creationId xmlns:a16="http://schemas.microsoft.com/office/drawing/2014/main" id="{764FC412-5A4A-43D2-9105-F879EE6C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26">
            <a:extLst xmlns:a="http://schemas.openxmlformats.org/drawingml/2006/main">
              <a:ext uri="{FF2B5EF4-FFF2-40B4-BE49-F238E27FC236}">
                <a16:creationId xmlns:a16="http://schemas.microsoft.com/office/drawing/2014/main" id="{4A70287F-BA94-4CA6-A8C7-3AAF6380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27">
            <a:extLst xmlns:a="http://schemas.openxmlformats.org/drawingml/2006/main">
              <a:ext uri="{FF2B5EF4-FFF2-40B4-BE49-F238E27FC236}">
                <a16:creationId xmlns:a16="http://schemas.microsoft.com/office/drawing/2014/main" id="{814D234E-B9B3-49F6-89A3-D6537743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28">
            <a:extLst xmlns:a="http://schemas.openxmlformats.org/drawingml/2006/main">
              <a:ext uri="{FF2B5EF4-FFF2-40B4-BE49-F238E27FC236}">
                <a16:creationId xmlns:a16="http://schemas.microsoft.com/office/drawing/2014/main" id="{1BA1F0DC-0A2A-4E5D-80BF-8A9B221A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29">
            <a:extLst xmlns:a="http://schemas.openxmlformats.org/drawingml/2006/main">
              <a:ext uri="{FF2B5EF4-FFF2-40B4-BE49-F238E27FC236}">
                <a16:creationId xmlns:a16="http://schemas.microsoft.com/office/drawing/2014/main" id="{603A0E1E-8B8E-415A-98A1-A27853F0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30">
            <a:extLst xmlns:a="http://schemas.openxmlformats.org/drawingml/2006/main">
              <a:ext uri="{FF2B5EF4-FFF2-40B4-BE49-F238E27FC236}">
                <a16:creationId xmlns:a16="http://schemas.microsoft.com/office/drawing/2014/main" id="{C1957300-EFC2-43A5-8915-8F8A2549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31">
            <a:extLst xmlns:a="http://schemas.openxmlformats.org/drawingml/2006/main">
              <a:ext uri="{FF2B5EF4-FFF2-40B4-BE49-F238E27FC236}">
                <a16:creationId xmlns:a16="http://schemas.microsoft.com/office/drawing/2014/main" id="{6BA07257-3CD2-4F0A-9BA7-3EDBE4FC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32">
            <a:extLst xmlns:a="http://schemas.openxmlformats.org/drawingml/2006/main">
              <a:ext uri="{FF2B5EF4-FFF2-40B4-BE49-F238E27FC236}">
                <a16:creationId xmlns:a16="http://schemas.microsoft.com/office/drawing/2014/main" id="{DC403355-2545-48D8-B388-9CD588F3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33">
            <a:extLst xmlns:a="http://schemas.openxmlformats.org/drawingml/2006/main">
              <a:ext uri="{FF2B5EF4-FFF2-40B4-BE49-F238E27FC236}">
                <a16:creationId xmlns:a16="http://schemas.microsoft.com/office/drawing/2014/main" id="{4317FD38-52BA-405D-A102-EB75FC1B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34">
            <a:extLst xmlns:a="http://schemas.openxmlformats.org/drawingml/2006/main">
              <a:ext uri="{FF2B5EF4-FFF2-40B4-BE49-F238E27FC236}">
                <a16:creationId xmlns:a16="http://schemas.microsoft.com/office/drawing/2014/main" id="{A7471DEA-D5D2-4815-A6A7-7D4C53FA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575">
            <a:extLst xmlns:a="http://schemas.openxmlformats.org/drawingml/2006/main">
              <a:ext uri="{FF2B5EF4-FFF2-40B4-BE49-F238E27FC236}">
                <a16:creationId xmlns:a16="http://schemas.microsoft.com/office/drawing/2014/main" id="{75375943-1254-497E-AF7F-7F5636724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ccc76e7f9840da"/>
              </a:rPr>
              <a:t>開啟 Codex ↗</a:t>
            </a:r>
          </a:p>
        </p:txBody>
      </p:sp>
      <p:sp>
        <p:nvSpPr>
          <p:cNvPr id="20" name="shape-1620">
            <a:extLst xmlns:a="http://schemas.openxmlformats.org/drawingml/2006/main">
              <a:ext uri="{FF2B5EF4-FFF2-40B4-BE49-F238E27FC236}">
                <a16:creationId xmlns:a16="http://schemas.microsoft.com/office/drawing/2014/main" id="{3AD54D7C-43A5-425C-848F-7D528BF2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15eb8001544d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21">
            <a:extLst xmlns:a="http://schemas.openxmlformats.org/drawingml/2006/main">
              <a:ext uri="{FF2B5EF4-FFF2-40B4-BE49-F238E27FC236}">
                <a16:creationId xmlns:a16="http://schemas.microsoft.com/office/drawing/2014/main" id="{20AF5C56-E861-4B24-BEC3-9D2B69DB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058514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135">
            <a:extLst xmlns:a="http://schemas.openxmlformats.org/drawingml/2006/main">
              <a:ext uri="{FF2B5EF4-FFF2-40B4-BE49-F238E27FC236}">
                <a16:creationId xmlns:a16="http://schemas.microsoft.com/office/drawing/2014/main" id="{3AC9B236-3E86-4C54-8D07-AE88CA8A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CHOOSING THE TOOL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4C5529-4056-4A13-A58A-EF3BF26D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 或 Codex？用工作條件選</a:t>
            </a:r>
          </a:p>
        </p:txBody>
      </p:sp>
      <p:cxnSp>
        <p:nvCxnSpPr>
          <p:cNvPr id="26" name="shape-11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37">
            <a:extLst xmlns:a="http://schemas.openxmlformats.org/drawingml/2006/main">
              <a:ext uri="{FF2B5EF4-FFF2-40B4-BE49-F238E27FC236}">
                <a16:creationId xmlns:a16="http://schemas.microsoft.com/office/drawing/2014/main" id="{F45B646E-11CE-4286-BAA9-E057340E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E3B31B-23A5-4CA9-851B-F6FA2420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38">
            <a:extLst xmlns:a="http://schemas.openxmlformats.org/drawingml/2006/main">
              <a:ext uri="{FF2B5EF4-FFF2-40B4-BE49-F238E27FC236}">
                <a16:creationId xmlns:a16="http://schemas.microsoft.com/office/drawing/2014/main" id="{7D196292-6AF0-4983-999D-98D994BF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39">
            <a:extLst xmlns:a="http://schemas.openxmlformats.org/drawingml/2006/main">
              <a:ext uri="{FF2B5EF4-FFF2-40B4-BE49-F238E27FC236}">
                <a16:creationId xmlns:a16="http://schemas.microsoft.com/office/drawing/2014/main" id="{2BC9C6B0-B3DC-4C97-9972-78FEECCA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40">
            <a:extLst xmlns:a="http://schemas.openxmlformats.org/drawingml/2006/main">
              <a:ext uri="{FF2B5EF4-FFF2-40B4-BE49-F238E27FC236}">
                <a16:creationId xmlns:a16="http://schemas.microsoft.com/office/drawing/2014/main" id="{14EC22A3-99DF-4D4B-B7EE-46D1771B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141">
            <a:extLst xmlns:a="http://schemas.openxmlformats.org/drawingml/2006/main">
              <a:ext uri="{FF2B5EF4-FFF2-40B4-BE49-F238E27FC236}">
                <a16:creationId xmlns:a16="http://schemas.microsoft.com/office/drawing/2014/main" id="{E81ACC58-9D66-45C8-893C-CDE74304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生態與 Agent 工作區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適合 Google 訂閱者的實作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Skill 可封裝專業流程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依帳號與管理政策使用</a:t>
            </a:r>
          </a:p>
        </p:txBody>
      </p:sp>
      <p:sp>
        <p:nvSpPr>
          <p:cNvPr id="10" name="text-1142">
            <a:extLst xmlns:a="http://schemas.openxmlformats.org/drawingml/2006/main">
              <a:ext uri="{FF2B5EF4-FFF2-40B4-BE49-F238E27FC236}">
                <a16:creationId xmlns:a16="http://schemas.microsoft.com/office/drawing/2014/main" id="{95CC31D9-645C-4A27-A711-1965B1BD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1" name="text-1143">
            <a:extLst xmlns:a="http://schemas.openxmlformats.org/drawingml/2006/main">
              <a:ext uri="{FF2B5EF4-FFF2-40B4-BE49-F238E27FC236}">
                <a16:creationId xmlns:a16="http://schemas.microsoft.com/office/drawing/2014/main" id="{AD9D52AC-A695-4F68-BAFF-2E22B70F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 工作環境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善於處理檔案、專案與驗證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可重複套用工作流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依方案與權限使用</a:t>
            </a:r>
          </a:p>
        </p:txBody>
      </p:sp>
      <p:sp>
        <p:nvSpPr>
          <p:cNvPr id="12" name="text-1144">
            <a:extLst xmlns:a="http://schemas.openxmlformats.org/drawingml/2006/main">
              <a:ext uri="{FF2B5EF4-FFF2-40B4-BE49-F238E27FC236}">
                <a16:creationId xmlns:a16="http://schemas.microsoft.com/office/drawing/2014/main" id="{0474C61B-DFC4-4B9C-B3A0-73BDD88A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Google 生態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工作區與 Agent 協作</a:t>
            </a:r>
          </a:p>
        </p:txBody>
      </p:sp>
      <p:sp>
        <p:nvSpPr>
          <p:cNvPr id="13" name="text-1145">
            <a:extLst xmlns:a="http://schemas.openxmlformats.org/drawingml/2006/main">
              <a:ext uri="{FF2B5EF4-FFF2-40B4-BE49-F238E27FC236}">
                <a16:creationId xmlns:a16="http://schemas.microsoft.com/office/drawing/2014/main" id="{C0B2B5A6-6513-4003-8612-AEF9702C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2667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依帳號、資料、任務、權限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選最可驗證的路徑</a:t>
            </a:r>
          </a:p>
        </p:txBody>
      </p:sp>
      <p:sp>
        <p:nvSpPr>
          <p:cNvPr id="14" name="text-1146">
            <a:extLst xmlns:a="http://schemas.openxmlformats.org/drawingml/2006/main">
              <a:ext uri="{FF2B5EF4-FFF2-40B4-BE49-F238E27FC236}">
                <a16:creationId xmlns:a16="http://schemas.microsoft.com/office/drawing/2014/main" id="{6E746C29-79E7-4326-90FF-D95FEBE9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檔案、專案與測試</a:t>
            </a:r>
          </a:p>
        </p:txBody>
      </p:sp>
      <p:cxnSp>
        <p:nvCxnSpPr>
          <p:cNvPr id="38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9718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4295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1147">
            <a:extLst xmlns:a="http://schemas.openxmlformats.org/drawingml/2006/main">
              <a:ext uri="{FF2B5EF4-FFF2-40B4-BE49-F238E27FC236}">
                <a16:creationId xmlns:a16="http://schemas.microsoft.com/office/drawing/2014/main" id="{931B4285-15CC-4D1F-9B8F-0F77BD8F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選條件，不選品牌；同一驗收規準才能比較</a:t>
            </a:r>
          </a:p>
        </p:txBody>
      </p:sp>
      <p:sp>
        <p:nvSpPr>
          <p:cNvPr id="18" name="text-1576">
            <a:extLst xmlns:a="http://schemas.openxmlformats.org/drawingml/2006/main">
              <a:ext uri="{FF2B5EF4-FFF2-40B4-BE49-F238E27FC236}">
                <a16:creationId xmlns:a16="http://schemas.microsoft.com/office/drawing/2014/main" id="{28529203-621A-48ED-BCA8-0608227E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8da246a99b4890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2d7cecab68408b"/>
              </a:rPr>
              <a:t>Codex ↗</a:t>
            </a:r>
          </a:p>
        </p:txBody>
      </p:sp>
      <p:sp>
        <p:nvSpPr>
          <p:cNvPr id="19" name="shape-1622">
            <a:extLst xmlns:a="http://schemas.openxmlformats.org/drawingml/2006/main">
              <a:ext uri="{FF2B5EF4-FFF2-40B4-BE49-F238E27FC236}">
                <a16:creationId xmlns:a16="http://schemas.microsoft.com/office/drawing/2014/main" id="{7F6A4C9D-0502-4A44-83C8-EA7F118D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8619807ed480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1" name="text-1623">
            <a:extLst xmlns:a="http://schemas.openxmlformats.org/drawingml/2006/main">
              <a:ext uri="{FF2B5EF4-FFF2-40B4-BE49-F238E27FC236}">
                <a16:creationId xmlns:a16="http://schemas.microsoft.com/office/drawing/2014/main" id="{178F829D-44A4-4AF2-8629-1BDED065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5780ecff1430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3" name="text-1624">
            <a:extLst xmlns:a="http://schemas.openxmlformats.org/drawingml/2006/main">
              <a:ext uri="{FF2B5EF4-FFF2-40B4-BE49-F238E27FC236}">
                <a16:creationId xmlns:a16="http://schemas.microsoft.com/office/drawing/2014/main" id="{864EE55E-4790-4588-8FF1-EDBF4C95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9603642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48">
            <a:extLst xmlns:a="http://schemas.openxmlformats.org/drawingml/2006/main">
              <a:ext uri="{FF2B5EF4-FFF2-40B4-BE49-F238E27FC236}">
                <a16:creationId xmlns:a16="http://schemas.microsoft.com/office/drawing/2014/main" id="{43D64CB1-A92A-43D5-91FD-1B49BD32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49">
            <a:extLst xmlns:a="http://schemas.openxmlformats.org/drawingml/2006/main">
              <a:ext uri="{FF2B5EF4-FFF2-40B4-BE49-F238E27FC236}">
                <a16:creationId xmlns:a16="http://schemas.microsoft.com/office/drawing/2014/main" id="{F93975A2-8BEF-4ACA-9B37-99671F8E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50">
            <a:extLst xmlns:a="http://schemas.openxmlformats.org/drawingml/2006/main">
              <a:ext uri="{FF2B5EF4-FFF2-40B4-BE49-F238E27FC236}">
                <a16:creationId xmlns:a16="http://schemas.microsoft.com/office/drawing/2014/main" id="{82982AC6-84B6-408B-B963-270A37E8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51">
            <a:extLst xmlns:a="http://schemas.openxmlformats.org/drawingml/2006/main">
              <a:ext uri="{FF2B5EF4-FFF2-40B4-BE49-F238E27FC236}">
                <a16:creationId xmlns:a16="http://schemas.microsoft.com/office/drawing/2014/main" id="{67F0EF14-B826-44CD-B78A-ACCE6AA9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52">
            <a:extLst xmlns:a="http://schemas.openxmlformats.org/drawingml/2006/main">
              <a:ext uri="{FF2B5EF4-FFF2-40B4-BE49-F238E27FC236}">
                <a16:creationId xmlns:a16="http://schemas.microsoft.com/office/drawing/2014/main" id="{F9221213-B0F7-4E21-AF60-86585FE9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54">
            <a:extLst xmlns:a="http://schemas.openxmlformats.org/drawingml/2006/main">
              <a:ext uri="{FF2B5EF4-FFF2-40B4-BE49-F238E27FC236}">
                <a16:creationId xmlns:a16="http://schemas.microsoft.com/office/drawing/2014/main" id="{524510B7-D96F-466D-9F33-CC577443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539092-732B-4F6F-B13D-686BD361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577">
            <a:extLst xmlns:a="http://schemas.openxmlformats.org/drawingml/2006/main">
              <a:ext uri="{FF2B5EF4-FFF2-40B4-BE49-F238E27FC236}">
                <a16:creationId xmlns:a16="http://schemas.microsoft.com/office/drawing/2014/main" id="{A16F49DA-12B0-434E-A299-C6A4DBA2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7d253cc5094b7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378b6a2da04eb3"/>
              </a:rPr>
              <a:t>Codex Skills ↗</a:t>
            </a:r>
          </a:p>
        </p:txBody>
      </p:sp>
      <p:sp>
        <p:nvSpPr>
          <p:cNvPr id="10" name="shape-1625">
            <a:extLst xmlns:a="http://schemas.openxmlformats.org/drawingml/2006/main">
              <a:ext uri="{FF2B5EF4-FFF2-40B4-BE49-F238E27FC236}">
                <a16:creationId xmlns:a16="http://schemas.microsoft.com/office/drawing/2014/main" id="{BE5FDFD9-0C90-424D-98A3-40898750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7800f488e4ce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26">
            <a:extLst xmlns:a="http://schemas.openxmlformats.org/drawingml/2006/main">
              <a:ext uri="{FF2B5EF4-FFF2-40B4-BE49-F238E27FC236}">
                <a16:creationId xmlns:a16="http://schemas.microsoft.com/office/drawing/2014/main" id="{518A9239-559B-4FC1-A4B1-2C1CD088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a64722551347d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27">
            <a:extLst xmlns:a="http://schemas.openxmlformats.org/drawingml/2006/main">
              <a:ext uri="{FF2B5EF4-FFF2-40B4-BE49-F238E27FC236}">
                <a16:creationId xmlns:a16="http://schemas.microsoft.com/office/drawing/2014/main" id="{9CD37411-9971-4BA7-88C1-2DB578BC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8583168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55">
            <a:extLst xmlns:a="http://schemas.openxmlformats.org/drawingml/2006/main">
              <a:ext uri="{FF2B5EF4-FFF2-40B4-BE49-F238E27FC236}">
                <a16:creationId xmlns:a16="http://schemas.microsoft.com/office/drawing/2014/main" id="{1CB40636-1EF3-45EF-B474-0DF7948B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334BAF-0CCF-4F6F-B766-AACD3CE6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57">
            <a:extLst xmlns:a="http://schemas.openxmlformats.org/drawingml/2006/main">
              <a:ext uri="{FF2B5EF4-FFF2-40B4-BE49-F238E27FC236}">
                <a16:creationId xmlns:a16="http://schemas.microsoft.com/office/drawing/2014/main" id="{D0BD0788-BCCC-4CEE-B5E2-8BB0DA1F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19FC66-C584-400D-AC2F-A22A083F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58">
            <a:extLst xmlns:a="http://schemas.openxmlformats.org/drawingml/2006/main">
              <a:ext uri="{FF2B5EF4-FFF2-40B4-BE49-F238E27FC236}">
                <a16:creationId xmlns:a16="http://schemas.microsoft.com/office/drawing/2014/main" id="{22DD7D77-A78E-466C-BE30-7F8BE6D3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59">
            <a:extLst xmlns:a="http://schemas.openxmlformats.org/drawingml/2006/main">
              <a:ext uri="{FF2B5EF4-FFF2-40B4-BE49-F238E27FC236}">
                <a16:creationId xmlns:a16="http://schemas.microsoft.com/office/drawing/2014/main" id="{EB57A194-9F17-4690-B986-638E8645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60">
            <a:extLst xmlns:a="http://schemas.openxmlformats.org/drawingml/2006/main">
              <a:ext uri="{FF2B5EF4-FFF2-40B4-BE49-F238E27FC236}">
                <a16:creationId xmlns:a16="http://schemas.microsoft.com/office/drawing/2014/main" id="{A24CE748-61F6-4E93-B714-8AAF207D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61">
            <a:extLst xmlns:a="http://schemas.openxmlformats.org/drawingml/2006/main">
              <a:ext uri="{FF2B5EF4-FFF2-40B4-BE49-F238E27FC236}">
                <a16:creationId xmlns:a16="http://schemas.microsoft.com/office/drawing/2014/main" id="{76461DDE-E0ED-446D-9880-1EF8F83C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162">
            <a:extLst xmlns:a="http://schemas.openxmlformats.org/drawingml/2006/main">
              <a:ext uri="{FF2B5EF4-FFF2-40B4-BE49-F238E27FC236}">
                <a16:creationId xmlns:a16="http://schemas.microsoft.com/office/drawing/2014/main" id="{36B2872A-1A45-45ED-9068-44C98C74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163">
            <a:extLst xmlns:a="http://schemas.openxmlformats.org/drawingml/2006/main">
              <a:ext uri="{FF2B5EF4-FFF2-40B4-BE49-F238E27FC236}">
                <a16:creationId xmlns:a16="http://schemas.microsoft.com/office/drawing/2014/main" id="{F23D5DB4-2320-487A-8546-BF2000DE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578">
            <a:extLst xmlns:a="http://schemas.openxmlformats.org/drawingml/2006/main">
              <a:ext uri="{FF2B5EF4-FFF2-40B4-BE49-F238E27FC236}">
                <a16:creationId xmlns:a16="http://schemas.microsoft.com/office/drawing/2014/main" id="{8310B158-6050-4C31-9F86-87D04CAD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f3cbc02c704e2b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c3af1391c0f4f84"/>
              </a:rPr>
              <a:t>Codex Skills ↗</a:t>
            </a:r>
          </a:p>
        </p:txBody>
      </p:sp>
      <p:sp>
        <p:nvSpPr>
          <p:cNvPr id="13" name="shape-1628">
            <a:extLst xmlns:a="http://schemas.openxmlformats.org/drawingml/2006/main">
              <a:ext uri="{FF2B5EF4-FFF2-40B4-BE49-F238E27FC236}">
                <a16:creationId xmlns:a16="http://schemas.microsoft.com/office/drawing/2014/main" id="{FECF75C7-F671-446F-9B36-7DBB10DF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e9f8352bbc40a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29">
            <a:extLst xmlns:a="http://schemas.openxmlformats.org/drawingml/2006/main">
              <a:ext uri="{FF2B5EF4-FFF2-40B4-BE49-F238E27FC236}">
                <a16:creationId xmlns:a16="http://schemas.microsoft.com/office/drawing/2014/main" id="{EE4C8A32-D544-41A7-8C48-6FDC7067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503a080cb4be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30">
            <a:extLst xmlns:a="http://schemas.openxmlformats.org/drawingml/2006/main">
              <a:ext uri="{FF2B5EF4-FFF2-40B4-BE49-F238E27FC236}">
                <a16:creationId xmlns:a16="http://schemas.microsoft.com/office/drawing/2014/main" id="{10FC6BED-30D6-4196-B253-D3637F13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942741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64">
            <a:extLst xmlns:a="http://schemas.openxmlformats.org/drawingml/2006/main">
              <a:ext uri="{FF2B5EF4-FFF2-40B4-BE49-F238E27FC236}">
                <a16:creationId xmlns:a16="http://schemas.microsoft.com/office/drawing/2014/main" id="{A3B37645-F47E-40DD-B4B0-A1ABAA73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D5439D-79E0-4FAF-AEED-DB5A3900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1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6">
            <a:extLst xmlns:a="http://schemas.openxmlformats.org/drawingml/2006/main">
              <a:ext uri="{FF2B5EF4-FFF2-40B4-BE49-F238E27FC236}">
                <a16:creationId xmlns:a16="http://schemas.microsoft.com/office/drawing/2014/main" id="{712B9D1C-7D5B-4BDB-A072-C59700A3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347388-E59F-4FFA-AA69-388F8B88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5e60e0bf5e46ab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67">
            <a:extLst xmlns:a="http://schemas.openxmlformats.org/drawingml/2006/main">
              <a:ext uri="{FF2B5EF4-FFF2-40B4-BE49-F238E27FC236}">
                <a16:creationId xmlns:a16="http://schemas.microsoft.com/office/drawing/2014/main" id="{88042E7D-E061-43BE-878D-64E94D46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168">
            <a:extLst xmlns:a="http://schemas.openxmlformats.org/drawingml/2006/main">
              <a:ext uri="{FF2B5EF4-FFF2-40B4-BE49-F238E27FC236}">
                <a16:creationId xmlns:a16="http://schemas.microsoft.com/office/drawing/2014/main" id="{347CB7AE-639C-4228-A10A-7BE27FCB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586">
            <a:extLst xmlns:a="http://schemas.openxmlformats.org/drawingml/2006/main">
              <a:ext uri="{FF2B5EF4-FFF2-40B4-BE49-F238E27FC236}">
                <a16:creationId xmlns:a16="http://schemas.microsoft.com/office/drawing/2014/main" id="{872D6631-C351-459B-A310-CB411373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92bcb0f3c24cf7"/>
              </a:rPr>
              <a:t>開啟提示詞面板 ↗</a:t>
            </a:r>
          </a:p>
        </p:txBody>
      </p:sp>
      <p:sp>
        <p:nvSpPr>
          <p:cNvPr id="10" name="shape-1652">
            <a:extLst xmlns:a="http://schemas.openxmlformats.org/drawingml/2006/main">
              <a:ext uri="{FF2B5EF4-FFF2-40B4-BE49-F238E27FC236}">
                <a16:creationId xmlns:a16="http://schemas.microsoft.com/office/drawing/2014/main" id="{C130367A-D072-4681-BCDA-64410F33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4db6e4315546e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53">
            <a:extLst xmlns:a="http://schemas.openxmlformats.org/drawingml/2006/main">
              <a:ext uri="{FF2B5EF4-FFF2-40B4-BE49-F238E27FC236}">
                <a16:creationId xmlns:a16="http://schemas.microsoft.com/office/drawing/2014/main" id="{1A8F95CB-DE96-4707-AB11-21365D92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71507092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69">
            <a:extLst xmlns:a="http://schemas.openxmlformats.org/drawingml/2006/main">
              <a:ext uri="{FF2B5EF4-FFF2-40B4-BE49-F238E27FC236}">
                <a16:creationId xmlns:a16="http://schemas.microsoft.com/office/drawing/2014/main" id="{041CCF4E-2F61-4517-8B39-1AB4EE0F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8EFEA0-CEA6-4844-B8A1-41049C35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1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1">
            <a:extLst xmlns:a="http://schemas.openxmlformats.org/drawingml/2006/main">
              <a:ext uri="{FF2B5EF4-FFF2-40B4-BE49-F238E27FC236}">
                <a16:creationId xmlns:a16="http://schemas.microsoft.com/office/drawing/2014/main" id="{B91B6DC2-DD08-4105-A98E-9BDB660C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A43CFB-7EE3-4394-8039-0738C90D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172">
            <a:extLst xmlns:a="http://schemas.openxmlformats.org/drawingml/2006/main">
              <a:ext uri="{FF2B5EF4-FFF2-40B4-BE49-F238E27FC236}">
                <a16:creationId xmlns:a16="http://schemas.microsoft.com/office/drawing/2014/main" id="{B7309241-D4B6-4867-95C2-687A5F819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73">
            <a:extLst xmlns:a="http://schemas.openxmlformats.org/drawingml/2006/main">
              <a:ext uri="{FF2B5EF4-FFF2-40B4-BE49-F238E27FC236}">
                <a16:creationId xmlns:a16="http://schemas.microsoft.com/office/drawing/2014/main" id="{A6AF4ACF-79FA-4B09-BF5F-7404828B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174">
            <a:extLst xmlns:a="http://schemas.openxmlformats.org/drawingml/2006/main">
              <a:ext uri="{FF2B5EF4-FFF2-40B4-BE49-F238E27FC236}">
                <a16:creationId xmlns:a16="http://schemas.microsoft.com/office/drawing/2014/main" id="{854727F0-89C8-49C1-AF2A-48CDE95B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175">
            <a:extLst xmlns:a="http://schemas.openxmlformats.org/drawingml/2006/main">
              <a:ext uri="{FF2B5EF4-FFF2-40B4-BE49-F238E27FC236}">
                <a16:creationId xmlns:a16="http://schemas.microsoft.com/office/drawing/2014/main" id="{9CE5E2A9-BFC2-400F-92E7-5CDCF1AD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176">
            <a:extLst xmlns:a="http://schemas.openxmlformats.org/drawingml/2006/main">
              <a:ext uri="{FF2B5EF4-FFF2-40B4-BE49-F238E27FC236}">
                <a16:creationId xmlns:a16="http://schemas.microsoft.com/office/drawing/2014/main" id="{0F1F01FB-254D-488C-8EA4-D7BFA8AC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77">
            <a:extLst xmlns:a="http://schemas.openxmlformats.org/drawingml/2006/main">
              <a:ext uri="{FF2B5EF4-FFF2-40B4-BE49-F238E27FC236}">
                <a16:creationId xmlns:a16="http://schemas.microsoft.com/office/drawing/2014/main" id="{E896AEAA-1D1D-452D-83B8-EB400FBE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178">
            <a:extLst xmlns:a="http://schemas.openxmlformats.org/drawingml/2006/main">
              <a:ext uri="{FF2B5EF4-FFF2-40B4-BE49-F238E27FC236}">
                <a16:creationId xmlns:a16="http://schemas.microsoft.com/office/drawing/2014/main" id="{FD33D9C3-13E7-4B3D-9922-820BCBD7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179">
            <a:extLst xmlns:a="http://schemas.openxmlformats.org/drawingml/2006/main">
              <a:ext uri="{FF2B5EF4-FFF2-40B4-BE49-F238E27FC236}">
                <a16:creationId xmlns:a16="http://schemas.microsoft.com/office/drawing/2014/main" id="{2BA7DBF4-BCD5-4BAB-A13F-CF3B8029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180">
            <a:extLst xmlns:a="http://schemas.openxmlformats.org/drawingml/2006/main">
              <a:ext uri="{FF2B5EF4-FFF2-40B4-BE49-F238E27FC236}">
                <a16:creationId xmlns:a16="http://schemas.microsoft.com/office/drawing/2014/main" id="{A8E0EE6A-3E5B-4469-88E3-2466C66A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81">
            <a:extLst xmlns:a="http://schemas.openxmlformats.org/drawingml/2006/main">
              <a:ext uri="{FF2B5EF4-FFF2-40B4-BE49-F238E27FC236}">
                <a16:creationId xmlns:a16="http://schemas.microsoft.com/office/drawing/2014/main" id="{487967E1-8128-4B2C-9B3F-8740904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182">
            <a:extLst xmlns:a="http://schemas.openxmlformats.org/drawingml/2006/main">
              <a:ext uri="{FF2B5EF4-FFF2-40B4-BE49-F238E27FC236}">
                <a16:creationId xmlns:a16="http://schemas.microsoft.com/office/drawing/2014/main" id="{0932AEB8-01E4-48EA-93CD-0B9D1163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183">
            <a:extLst xmlns:a="http://schemas.openxmlformats.org/drawingml/2006/main">
              <a:ext uri="{FF2B5EF4-FFF2-40B4-BE49-F238E27FC236}">
                <a16:creationId xmlns:a16="http://schemas.microsoft.com/office/drawing/2014/main" id="{FEDB6FD3-B593-40BB-9C90-0542032E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184">
            <a:extLst xmlns:a="http://schemas.openxmlformats.org/drawingml/2006/main">
              <a:ext uri="{FF2B5EF4-FFF2-40B4-BE49-F238E27FC236}">
                <a16:creationId xmlns:a16="http://schemas.microsoft.com/office/drawing/2014/main" id="{7413DEC6-252D-4E5E-A6CB-84F7CA1E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85">
            <a:extLst xmlns:a="http://schemas.openxmlformats.org/drawingml/2006/main">
              <a:ext uri="{FF2B5EF4-FFF2-40B4-BE49-F238E27FC236}">
                <a16:creationId xmlns:a16="http://schemas.microsoft.com/office/drawing/2014/main" id="{10C52003-19FB-4333-86C5-F049BEEF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186">
            <a:extLst xmlns:a="http://schemas.openxmlformats.org/drawingml/2006/main">
              <a:ext uri="{FF2B5EF4-FFF2-40B4-BE49-F238E27FC236}">
                <a16:creationId xmlns:a16="http://schemas.microsoft.com/office/drawing/2014/main" id="{81179DE6-DE9C-46A2-A849-2A378DF4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187">
            <a:extLst xmlns:a="http://schemas.openxmlformats.org/drawingml/2006/main">
              <a:ext uri="{FF2B5EF4-FFF2-40B4-BE49-F238E27FC236}">
                <a16:creationId xmlns:a16="http://schemas.microsoft.com/office/drawing/2014/main" id="{3DFD69A8-BC39-492C-9C64-1723506C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579">
            <a:extLst xmlns:a="http://schemas.openxmlformats.org/drawingml/2006/main">
              <a:ext uri="{FF2B5EF4-FFF2-40B4-BE49-F238E27FC236}">
                <a16:creationId xmlns:a16="http://schemas.microsoft.com/office/drawing/2014/main" id="{EC05B1DC-7924-482C-8BA6-8425967E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06279b00034f8b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1589651c9e47c2"/>
              </a:rPr>
              <a:t>Codex Skills ↗</a:t>
            </a:r>
          </a:p>
        </p:txBody>
      </p:sp>
      <p:sp>
        <p:nvSpPr>
          <p:cNvPr id="23" name="shape-1631">
            <a:extLst xmlns:a="http://schemas.openxmlformats.org/drawingml/2006/main">
              <a:ext uri="{FF2B5EF4-FFF2-40B4-BE49-F238E27FC236}">
                <a16:creationId xmlns:a16="http://schemas.microsoft.com/office/drawing/2014/main" id="{FA7F523C-9824-42C0-ACF7-46126776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793b7caab41b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32">
            <a:extLst xmlns:a="http://schemas.openxmlformats.org/drawingml/2006/main">
              <a:ext uri="{FF2B5EF4-FFF2-40B4-BE49-F238E27FC236}">
                <a16:creationId xmlns:a16="http://schemas.microsoft.com/office/drawing/2014/main" id="{3FB7FF54-D1DA-452E-84B2-4279F445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eba21826d480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33">
            <a:extLst xmlns:a="http://schemas.openxmlformats.org/drawingml/2006/main">
              <a:ext uri="{FF2B5EF4-FFF2-40B4-BE49-F238E27FC236}">
                <a16:creationId xmlns:a16="http://schemas.microsoft.com/office/drawing/2014/main" id="{9E5DECE9-0F19-49FB-BD3A-9DEC818B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0061935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188">
            <a:extLst xmlns:a="http://schemas.openxmlformats.org/drawingml/2006/main">
              <a:ext uri="{FF2B5EF4-FFF2-40B4-BE49-F238E27FC236}">
                <a16:creationId xmlns:a16="http://schemas.microsoft.com/office/drawing/2014/main" id="{3A847463-BD3F-4190-B24D-56E4D072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C6CA85-5548-4A3D-8BBD-C7E5BEEA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1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0">
            <a:extLst xmlns:a="http://schemas.openxmlformats.org/drawingml/2006/main">
              <a:ext uri="{FF2B5EF4-FFF2-40B4-BE49-F238E27FC236}">
                <a16:creationId xmlns:a16="http://schemas.microsoft.com/office/drawing/2014/main" id="{A7F1ECD2-177A-44F2-A8FB-E1BE5EBB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9B5889-09E4-4F51-A773-F3461C89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191">
            <a:extLst xmlns:a="http://schemas.openxmlformats.org/drawingml/2006/main">
              <a:ext uri="{FF2B5EF4-FFF2-40B4-BE49-F238E27FC236}">
                <a16:creationId xmlns:a16="http://schemas.microsoft.com/office/drawing/2014/main" id="{8899EBE5-2B93-48C1-86A9-0397E8AD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92">
            <a:extLst xmlns:a="http://schemas.openxmlformats.org/drawingml/2006/main">
              <a:ext uri="{FF2B5EF4-FFF2-40B4-BE49-F238E27FC236}">
                <a16:creationId xmlns:a16="http://schemas.microsoft.com/office/drawing/2014/main" id="{E1C25DA1-D9BA-436B-A860-578E7EB5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193">
            <a:extLst xmlns:a="http://schemas.openxmlformats.org/drawingml/2006/main">
              <a:ext uri="{FF2B5EF4-FFF2-40B4-BE49-F238E27FC236}">
                <a16:creationId xmlns:a16="http://schemas.microsoft.com/office/drawing/2014/main" id="{39EDE179-7056-4D60-9D9D-8649D8AC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194">
            <a:extLst xmlns:a="http://schemas.openxmlformats.org/drawingml/2006/main">
              <a:ext uri="{FF2B5EF4-FFF2-40B4-BE49-F238E27FC236}">
                <a16:creationId xmlns:a16="http://schemas.microsoft.com/office/drawing/2014/main" id="{8619EB6D-F949-45BC-A9EC-7775CD4B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195">
            <a:extLst xmlns:a="http://schemas.openxmlformats.org/drawingml/2006/main">
              <a:ext uri="{FF2B5EF4-FFF2-40B4-BE49-F238E27FC236}">
                <a16:creationId xmlns:a16="http://schemas.microsoft.com/office/drawing/2014/main" id="{A5829B2E-1F71-48B8-B625-85D2981F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96">
            <a:extLst xmlns:a="http://schemas.openxmlformats.org/drawingml/2006/main">
              <a:ext uri="{FF2B5EF4-FFF2-40B4-BE49-F238E27FC236}">
                <a16:creationId xmlns:a16="http://schemas.microsoft.com/office/drawing/2014/main" id="{03DC06EA-1E4A-4A6F-BCAA-1CD0075B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197">
            <a:extLst xmlns:a="http://schemas.openxmlformats.org/drawingml/2006/main">
              <a:ext uri="{FF2B5EF4-FFF2-40B4-BE49-F238E27FC236}">
                <a16:creationId xmlns:a16="http://schemas.microsoft.com/office/drawing/2014/main" id="{962E7896-0740-4B8F-859A-BB648F4E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198">
            <a:extLst xmlns:a="http://schemas.openxmlformats.org/drawingml/2006/main">
              <a:ext uri="{FF2B5EF4-FFF2-40B4-BE49-F238E27FC236}">
                <a16:creationId xmlns:a16="http://schemas.microsoft.com/office/drawing/2014/main" id="{20ACF26A-11F7-479C-953F-E6F629EA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199">
            <a:extLst xmlns:a="http://schemas.openxmlformats.org/drawingml/2006/main">
              <a:ext uri="{FF2B5EF4-FFF2-40B4-BE49-F238E27FC236}">
                <a16:creationId xmlns:a16="http://schemas.microsoft.com/office/drawing/2014/main" id="{0750D5EE-43AE-46B9-9E54-A3E21A23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00">
            <a:extLst xmlns:a="http://schemas.openxmlformats.org/drawingml/2006/main">
              <a:ext uri="{FF2B5EF4-FFF2-40B4-BE49-F238E27FC236}">
                <a16:creationId xmlns:a16="http://schemas.microsoft.com/office/drawing/2014/main" id="{91558A9C-4887-45B7-BF25-1286D7A7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01">
            <a:extLst xmlns:a="http://schemas.openxmlformats.org/drawingml/2006/main">
              <a:ext uri="{FF2B5EF4-FFF2-40B4-BE49-F238E27FC236}">
                <a16:creationId xmlns:a16="http://schemas.microsoft.com/office/drawing/2014/main" id="{4D4FAA43-9580-4AAF-93DE-F2B029FC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02">
            <a:extLst xmlns:a="http://schemas.openxmlformats.org/drawingml/2006/main">
              <a:ext uri="{FF2B5EF4-FFF2-40B4-BE49-F238E27FC236}">
                <a16:creationId xmlns:a16="http://schemas.microsoft.com/office/drawing/2014/main" id="{47F365A6-9F88-4F74-8DF7-8B966570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03">
            <a:extLst xmlns:a="http://schemas.openxmlformats.org/drawingml/2006/main">
              <a:ext uri="{FF2B5EF4-FFF2-40B4-BE49-F238E27FC236}">
                <a16:creationId xmlns:a16="http://schemas.microsoft.com/office/drawing/2014/main" id="{1DD3BEA5-41CB-427A-A647-DBAF6E85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04">
            <a:extLst xmlns:a="http://schemas.openxmlformats.org/drawingml/2006/main">
              <a:ext uri="{FF2B5EF4-FFF2-40B4-BE49-F238E27FC236}">
                <a16:creationId xmlns:a16="http://schemas.microsoft.com/office/drawing/2014/main" id="{9442A993-B288-42D0-A178-0F0A56FE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05">
            <a:extLst xmlns:a="http://schemas.openxmlformats.org/drawingml/2006/main">
              <a:ext uri="{FF2B5EF4-FFF2-40B4-BE49-F238E27FC236}">
                <a16:creationId xmlns:a16="http://schemas.microsoft.com/office/drawing/2014/main" id="{53B97CE8-B6B1-4BA3-B7CF-88B13CEA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06">
            <a:extLst xmlns:a="http://schemas.openxmlformats.org/drawingml/2006/main">
              <a:ext uri="{FF2B5EF4-FFF2-40B4-BE49-F238E27FC236}">
                <a16:creationId xmlns:a16="http://schemas.microsoft.com/office/drawing/2014/main" id="{B4871768-9F08-4A56-BA59-31CA8D56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07">
            <a:extLst xmlns:a="http://schemas.openxmlformats.org/drawingml/2006/main">
              <a:ext uri="{FF2B5EF4-FFF2-40B4-BE49-F238E27FC236}">
                <a16:creationId xmlns:a16="http://schemas.microsoft.com/office/drawing/2014/main" id="{B6F24FBC-2313-4309-AD10-AF48588D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08">
            <a:extLst xmlns:a="http://schemas.openxmlformats.org/drawingml/2006/main">
              <a:ext uri="{FF2B5EF4-FFF2-40B4-BE49-F238E27FC236}">
                <a16:creationId xmlns:a16="http://schemas.microsoft.com/office/drawing/2014/main" id="{64849080-6F39-4443-B2F6-288A2B64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09">
            <a:extLst xmlns:a="http://schemas.openxmlformats.org/drawingml/2006/main">
              <a:ext uri="{FF2B5EF4-FFF2-40B4-BE49-F238E27FC236}">
                <a16:creationId xmlns:a16="http://schemas.microsoft.com/office/drawing/2014/main" id="{309891ED-BEF3-440F-A126-748667C6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10">
            <a:extLst xmlns:a="http://schemas.openxmlformats.org/drawingml/2006/main">
              <a:ext uri="{FF2B5EF4-FFF2-40B4-BE49-F238E27FC236}">
                <a16:creationId xmlns:a16="http://schemas.microsoft.com/office/drawing/2014/main" id="{04B655D0-5917-4781-B967-167E0FBC5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11">
            <a:extLst xmlns:a="http://schemas.openxmlformats.org/drawingml/2006/main">
              <a:ext uri="{FF2B5EF4-FFF2-40B4-BE49-F238E27FC236}">
                <a16:creationId xmlns:a16="http://schemas.microsoft.com/office/drawing/2014/main" id="{9334E175-65C8-4652-B544-0F613DA85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12">
            <a:extLst xmlns:a="http://schemas.openxmlformats.org/drawingml/2006/main">
              <a:ext uri="{FF2B5EF4-FFF2-40B4-BE49-F238E27FC236}">
                <a16:creationId xmlns:a16="http://schemas.microsoft.com/office/drawing/2014/main" id="{D573A0B2-9E57-4D7C-B4EE-5F1B0232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13">
            <a:extLst xmlns:a="http://schemas.openxmlformats.org/drawingml/2006/main">
              <a:ext uri="{FF2B5EF4-FFF2-40B4-BE49-F238E27FC236}">
                <a16:creationId xmlns:a16="http://schemas.microsoft.com/office/drawing/2014/main" id="{0292C94F-5ABC-4262-9C5C-E333072F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14">
            <a:extLst xmlns:a="http://schemas.openxmlformats.org/drawingml/2006/main">
              <a:ext uri="{FF2B5EF4-FFF2-40B4-BE49-F238E27FC236}">
                <a16:creationId xmlns:a16="http://schemas.microsoft.com/office/drawing/2014/main" id="{0560EA15-5A17-4936-A8EF-F60432D9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580">
            <a:extLst xmlns:a="http://schemas.openxmlformats.org/drawingml/2006/main">
              <a:ext uri="{FF2B5EF4-FFF2-40B4-BE49-F238E27FC236}">
                <a16:creationId xmlns:a16="http://schemas.microsoft.com/office/drawing/2014/main" id="{C5AE845F-C684-4AA5-89C8-9D9E75EE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b712a9c65b488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fbfd4309924bae"/>
              </a:rPr>
              <a:t>Codex Skills ↗</a:t>
            </a:r>
          </a:p>
        </p:txBody>
      </p:sp>
      <p:sp>
        <p:nvSpPr>
          <p:cNvPr id="31" name="shape-1634">
            <a:extLst xmlns:a="http://schemas.openxmlformats.org/drawingml/2006/main">
              <a:ext uri="{FF2B5EF4-FFF2-40B4-BE49-F238E27FC236}">
                <a16:creationId xmlns:a16="http://schemas.microsoft.com/office/drawing/2014/main" id="{4C0E412F-DFED-420C-900C-653E8F8D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c1cfecbd546e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35">
            <a:extLst xmlns:a="http://schemas.openxmlformats.org/drawingml/2006/main">
              <a:ext uri="{FF2B5EF4-FFF2-40B4-BE49-F238E27FC236}">
                <a16:creationId xmlns:a16="http://schemas.microsoft.com/office/drawing/2014/main" id="{8AB09C54-BB33-4F66-83C1-F2326EC8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42d75bf8643a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36">
            <a:extLst xmlns:a="http://schemas.openxmlformats.org/drawingml/2006/main">
              <a:ext uri="{FF2B5EF4-FFF2-40B4-BE49-F238E27FC236}">
                <a16:creationId xmlns:a16="http://schemas.microsoft.com/office/drawing/2014/main" id="{0794B742-D333-4F3E-BE2F-96DA08EE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393547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15">
            <a:extLst xmlns:a="http://schemas.openxmlformats.org/drawingml/2006/main">
              <a:ext uri="{FF2B5EF4-FFF2-40B4-BE49-F238E27FC236}">
                <a16:creationId xmlns:a16="http://schemas.microsoft.com/office/drawing/2014/main" id="{2793B827-F4B9-4741-820F-2DA0B50E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69C243-85DA-4511-875E-A43C1B79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17">
            <a:extLst xmlns:a="http://schemas.openxmlformats.org/drawingml/2006/main">
              <a:ext uri="{FF2B5EF4-FFF2-40B4-BE49-F238E27FC236}">
                <a16:creationId xmlns:a16="http://schemas.microsoft.com/office/drawing/2014/main" id="{3419F62F-543C-44E3-8BE3-3CF90F5C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DBF22C-4E23-44FD-8508-A7F1B884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18">
            <a:extLst xmlns:a="http://schemas.openxmlformats.org/drawingml/2006/main">
              <a:ext uri="{FF2B5EF4-FFF2-40B4-BE49-F238E27FC236}">
                <a16:creationId xmlns:a16="http://schemas.microsoft.com/office/drawing/2014/main" id="{BF662238-6920-4AB8-A2A9-E5FE1EF4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19">
            <a:extLst xmlns:a="http://schemas.openxmlformats.org/drawingml/2006/main">
              <a:ext uri="{FF2B5EF4-FFF2-40B4-BE49-F238E27FC236}">
                <a16:creationId xmlns:a16="http://schemas.microsoft.com/office/drawing/2014/main" id="{B603962C-11ED-4504-ABE8-5A6769B3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20">
            <a:extLst xmlns:a="http://schemas.openxmlformats.org/drawingml/2006/main">
              <a:ext uri="{FF2B5EF4-FFF2-40B4-BE49-F238E27FC236}">
                <a16:creationId xmlns:a16="http://schemas.microsoft.com/office/drawing/2014/main" id="{5C76C41E-54C6-40B8-94EC-47AA6F4C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21">
            <a:extLst xmlns:a="http://schemas.openxmlformats.org/drawingml/2006/main">
              <a:ext uri="{FF2B5EF4-FFF2-40B4-BE49-F238E27FC236}">
                <a16:creationId xmlns:a16="http://schemas.microsoft.com/office/drawing/2014/main" id="{A7BA08BE-228D-44AE-B3B6-E706B8C3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22">
            <a:extLst xmlns:a="http://schemas.openxmlformats.org/drawingml/2006/main">
              <a:ext uri="{FF2B5EF4-FFF2-40B4-BE49-F238E27FC236}">
                <a16:creationId xmlns:a16="http://schemas.microsoft.com/office/drawing/2014/main" id="{21C3D8FA-6E8C-4AF2-A37B-E5B805A2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23">
            <a:extLst xmlns:a="http://schemas.openxmlformats.org/drawingml/2006/main">
              <a:ext uri="{FF2B5EF4-FFF2-40B4-BE49-F238E27FC236}">
                <a16:creationId xmlns:a16="http://schemas.microsoft.com/office/drawing/2014/main" id="{E96E0C26-008E-40FE-84CF-E0E9E2EA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24">
            <a:extLst xmlns:a="http://schemas.openxmlformats.org/drawingml/2006/main">
              <a:ext uri="{FF2B5EF4-FFF2-40B4-BE49-F238E27FC236}">
                <a16:creationId xmlns:a16="http://schemas.microsoft.com/office/drawing/2014/main" id="{ADFA9CC7-23C6-4C67-8E31-5269A978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25">
            <a:extLst xmlns:a="http://schemas.openxmlformats.org/drawingml/2006/main">
              <a:ext uri="{FF2B5EF4-FFF2-40B4-BE49-F238E27FC236}">
                <a16:creationId xmlns:a16="http://schemas.microsoft.com/office/drawing/2014/main" id="{38BC9381-DAAF-4A20-AE75-C54CC1A5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26">
            <a:extLst xmlns:a="http://schemas.openxmlformats.org/drawingml/2006/main">
              <a:ext uri="{FF2B5EF4-FFF2-40B4-BE49-F238E27FC236}">
                <a16:creationId xmlns:a16="http://schemas.microsoft.com/office/drawing/2014/main" id="{8907C75C-1D55-4BED-A1E0-89B4E6EC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27">
            <a:extLst xmlns:a="http://schemas.openxmlformats.org/drawingml/2006/main">
              <a:ext uri="{FF2B5EF4-FFF2-40B4-BE49-F238E27FC236}">
                <a16:creationId xmlns:a16="http://schemas.microsoft.com/office/drawing/2014/main" id="{99488435-5AED-4C32-B291-8AE9569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28">
            <a:extLst xmlns:a="http://schemas.openxmlformats.org/drawingml/2006/main">
              <a:ext uri="{FF2B5EF4-FFF2-40B4-BE49-F238E27FC236}">
                <a16:creationId xmlns:a16="http://schemas.microsoft.com/office/drawing/2014/main" id="{F067835C-D0A7-4EAE-BC22-F66842DA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29">
            <a:extLst xmlns:a="http://schemas.openxmlformats.org/drawingml/2006/main">
              <a:ext uri="{FF2B5EF4-FFF2-40B4-BE49-F238E27FC236}">
                <a16:creationId xmlns:a16="http://schemas.microsoft.com/office/drawing/2014/main" id="{AA2C31E8-3749-4364-9ED3-1EF5CE3B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30">
            <a:extLst xmlns:a="http://schemas.openxmlformats.org/drawingml/2006/main">
              <a:ext uri="{FF2B5EF4-FFF2-40B4-BE49-F238E27FC236}">
                <a16:creationId xmlns:a16="http://schemas.microsoft.com/office/drawing/2014/main" id="{E045D21C-91D0-407D-9384-8782322E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31">
            <a:extLst xmlns:a="http://schemas.openxmlformats.org/drawingml/2006/main">
              <a:ext uri="{FF2B5EF4-FFF2-40B4-BE49-F238E27FC236}">
                <a16:creationId xmlns:a16="http://schemas.microsoft.com/office/drawing/2014/main" id="{0E1BB635-6DA3-4746-9650-6E9013D9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32">
            <a:extLst xmlns:a="http://schemas.openxmlformats.org/drawingml/2006/main">
              <a:ext uri="{FF2B5EF4-FFF2-40B4-BE49-F238E27FC236}">
                <a16:creationId xmlns:a16="http://schemas.microsoft.com/office/drawing/2014/main" id="{1069FB3F-1663-4B66-9A90-082E9901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33">
            <a:extLst xmlns:a="http://schemas.openxmlformats.org/drawingml/2006/main">
              <a:ext uri="{FF2B5EF4-FFF2-40B4-BE49-F238E27FC236}">
                <a16:creationId xmlns:a16="http://schemas.microsoft.com/office/drawing/2014/main" id="{D45E2777-C040-4800-860B-38861DDB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34">
            <a:extLst xmlns:a="http://schemas.openxmlformats.org/drawingml/2006/main">
              <a:ext uri="{FF2B5EF4-FFF2-40B4-BE49-F238E27FC236}">
                <a16:creationId xmlns:a16="http://schemas.microsoft.com/office/drawing/2014/main" id="{A2D3A202-D9CF-402B-9B1A-84822A14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35">
            <a:extLst xmlns:a="http://schemas.openxmlformats.org/drawingml/2006/main">
              <a:ext uri="{FF2B5EF4-FFF2-40B4-BE49-F238E27FC236}">
                <a16:creationId xmlns:a16="http://schemas.microsoft.com/office/drawing/2014/main" id="{59D45E4D-9801-41D8-9621-6EE1F063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36">
            <a:extLst xmlns:a="http://schemas.openxmlformats.org/drawingml/2006/main">
              <a:ext uri="{FF2B5EF4-FFF2-40B4-BE49-F238E27FC236}">
                <a16:creationId xmlns:a16="http://schemas.microsoft.com/office/drawing/2014/main" id="{8A2B9F94-12AE-49A5-8573-1D090A8A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37">
            <a:extLst xmlns:a="http://schemas.openxmlformats.org/drawingml/2006/main">
              <a:ext uri="{FF2B5EF4-FFF2-40B4-BE49-F238E27FC236}">
                <a16:creationId xmlns:a16="http://schemas.microsoft.com/office/drawing/2014/main" id="{B9D91696-D643-42E0-9FEF-3B387BD9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38">
            <a:extLst xmlns:a="http://schemas.openxmlformats.org/drawingml/2006/main">
              <a:ext uri="{FF2B5EF4-FFF2-40B4-BE49-F238E27FC236}">
                <a16:creationId xmlns:a16="http://schemas.microsoft.com/office/drawing/2014/main" id="{9EE51832-DBE1-4E7B-A74D-01400707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39">
            <a:extLst xmlns:a="http://schemas.openxmlformats.org/drawingml/2006/main">
              <a:ext uri="{FF2B5EF4-FFF2-40B4-BE49-F238E27FC236}">
                <a16:creationId xmlns:a16="http://schemas.microsoft.com/office/drawing/2014/main" id="{B0B5825B-E124-42A8-B4EA-F825B42D5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40">
            <a:extLst xmlns:a="http://schemas.openxmlformats.org/drawingml/2006/main">
              <a:ext uri="{FF2B5EF4-FFF2-40B4-BE49-F238E27FC236}">
                <a16:creationId xmlns:a16="http://schemas.microsoft.com/office/drawing/2014/main" id="{203674B9-1EED-40C0-AC96-DF4D06A8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41">
            <a:extLst xmlns:a="http://schemas.openxmlformats.org/drawingml/2006/main">
              <a:ext uri="{FF2B5EF4-FFF2-40B4-BE49-F238E27FC236}">
                <a16:creationId xmlns:a16="http://schemas.microsoft.com/office/drawing/2014/main" id="{CF87EB13-5ABA-4F2A-AA19-1E85BEC7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581">
            <a:extLst xmlns:a="http://schemas.openxmlformats.org/drawingml/2006/main">
              <a:ext uri="{FF2B5EF4-FFF2-40B4-BE49-F238E27FC236}">
                <a16:creationId xmlns:a16="http://schemas.microsoft.com/office/drawing/2014/main" id="{C82CE879-67E5-479A-8E19-FBAA8E52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855d6702484248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e5cf98dbe9453c"/>
              </a:rPr>
              <a:t>Codex Skills ↗</a:t>
            </a:r>
          </a:p>
        </p:txBody>
      </p:sp>
      <p:sp>
        <p:nvSpPr>
          <p:cNvPr id="31" name="shape-1637">
            <a:extLst xmlns:a="http://schemas.openxmlformats.org/drawingml/2006/main">
              <a:ext uri="{FF2B5EF4-FFF2-40B4-BE49-F238E27FC236}">
                <a16:creationId xmlns:a16="http://schemas.microsoft.com/office/drawing/2014/main" id="{3B2C72A4-717C-4B05-AA1A-0AB500D1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8af157ac0413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38">
            <a:extLst xmlns:a="http://schemas.openxmlformats.org/drawingml/2006/main">
              <a:ext uri="{FF2B5EF4-FFF2-40B4-BE49-F238E27FC236}">
                <a16:creationId xmlns:a16="http://schemas.microsoft.com/office/drawing/2014/main" id="{C70733DE-69FA-41FA-871C-D651CAFA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39ee856594f3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39">
            <a:extLst xmlns:a="http://schemas.openxmlformats.org/drawingml/2006/main">
              <a:ext uri="{FF2B5EF4-FFF2-40B4-BE49-F238E27FC236}">
                <a16:creationId xmlns:a16="http://schemas.microsoft.com/office/drawing/2014/main" id="{8D36A645-572D-463B-9447-B6E65AE4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107687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42">
            <a:extLst xmlns:a="http://schemas.openxmlformats.org/drawingml/2006/main">
              <a:ext uri="{FF2B5EF4-FFF2-40B4-BE49-F238E27FC236}">
                <a16:creationId xmlns:a16="http://schemas.microsoft.com/office/drawing/2014/main" id="{449B1D55-45E1-409D-8BAB-42E904D5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9E4617-7F68-4839-B813-917C5A1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44">
            <a:extLst xmlns:a="http://schemas.openxmlformats.org/drawingml/2006/main">
              <a:ext uri="{FF2B5EF4-FFF2-40B4-BE49-F238E27FC236}">
                <a16:creationId xmlns:a16="http://schemas.microsoft.com/office/drawing/2014/main" id="{4B13D054-A668-4343-A6E5-194D461B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97CC92-670B-43D8-B1D8-39998C7D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45">
            <a:extLst xmlns:a="http://schemas.openxmlformats.org/drawingml/2006/main">
              <a:ext uri="{FF2B5EF4-FFF2-40B4-BE49-F238E27FC236}">
                <a16:creationId xmlns:a16="http://schemas.microsoft.com/office/drawing/2014/main" id="{29EE4DD9-BC37-46FC-B6C3-9450387B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46">
            <a:extLst xmlns:a="http://schemas.openxmlformats.org/drawingml/2006/main">
              <a:ext uri="{FF2B5EF4-FFF2-40B4-BE49-F238E27FC236}">
                <a16:creationId xmlns:a16="http://schemas.microsoft.com/office/drawing/2014/main" id="{E8B84E02-BC57-4D4E-A949-DCF2746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47">
            <a:extLst xmlns:a="http://schemas.openxmlformats.org/drawingml/2006/main">
              <a:ext uri="{FF2B5EF4-FFF2-40B4-BE49-F238E27FC236}">
                <a16:creationId xmlns:a16="http://schemas.microsoft.com/office/drawing/2014/main" id="{0E8720A0-D367-49F1-8E30-C17D3EE8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48">
            <a:extLst xmlns:a="http://schemas.openxmlformats.org/drawingml/2006/main">
              <a:ext uri="{FF2B5EF4-FFF2-40B4-BE49-F238E27FC236}">
                <a16:creationId xmlns:a16="http://schemas.microsoft.com/office/drawing/2014/main" id="{DDF01813-5BB2-4E63-85AB-4074274F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49">
            <a:extLst xmlns:a="http://schemas.openxmlformats.org/drawingml/2006/main">
              <a:ext uri="{FF2B5EF4-FFF2-40B4-BE49-F238E27FC236}">
                <a16:creationId xmlns:a16="http://schemas.microsoft.com/office/drawing/2014/main" id="{C9505A95-7923-447C-B031-4C733694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50">
            <a:extLst xmlns:a="http://schemas.openxmlformats.org/drawingml/2006/main">
              <a:ext uri="{FF2B5EF4-FFF2-40B4-BE49-F238E27FC236}">
                <a16:creationId xmlns:a16="http://schemas.microsoft.com/office/drawing/2014/main" id="{DA5DDF51-B393-4161-B8E9-D04EBEAE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51">
            <a:extLst xmlns:a="http://schemas.openxmlformats.org/drawingml/2006/main">
              <a:ext uri="{FF2B5EF4-FFF2-40B4-BE49-F238E27FC236}">
                <a16:creationId xmlns:a16="http://schemas.microsoft.com/office/drawing/2014/main" id="{02F6C0A1-318B-441E-B3D4-D0656285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582">
            <a:extLst xmlns:a="http://schemas.openxmlformats.org/drawingml/2006/main">
              <a:ext uri="{FF2B5EF4-FFF2-40B4-BE49-F238E27FC236}">
                <a16:creationId xmlns:a16="http://schemas.microsoft.com/office/drawing/2014/main" id="{38C34D87-E0DD-4495-A7C5-4B0863B7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7fdb1df5894ca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038edbe49b4d32"/>
              </a:rPr>
              <a:t>Codex Skills ↗</a:t>
            </a:r>
          </a:p>
        </p:txBody>
      </p:sp>
      <p:sp>
        <p:nvSpPr>
          <p:cNvPr id="14" name="shape-1640">
            <a:extLst xmlns:a="http://schemas.openxmlformats.org/drawingml/2006/main">
              <a:ext uri="{FF2B5EF4-FFF2-40B4-BE49-F238E27FC236}">
                <a16:creationId xmlns:a16="http://schemas.microsoft.com/office/drawing/2014/main" id="{CB764E48-B960-45C0-8739-2D2768A5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e0c1c91d642b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41">
            <a:extLst xmlns:a="http://schemas.openxmlformats.org/drawingml/2006/main">
              <a:ext uri="{FF2B5EF4-FFF2-40B4-BE49-F238E27FC236}">
                <a16:creationId xmlns:a16="http://schemas.microsoft.com/office/drawing/2014/main" id="{CA18BF5C-A8B1-4D4C-A2E8-F17A4C4A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37d41f0d44ec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42">
            <a:extLst xmlns:a="http://schemas.openxmlformats.org/drawingml/2006/main">
              <a:ext uri="{FF2B5EF4-FFF2-40B4-BE49-F238E27FC236}">
                <a16:creationId xmlns:a16="http://schemas.microsoft.com/office/drawing/2014/main" id="{2F8ACF08-F12B-4222-9DDA-49D349CE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1808280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52">
            <a:extLst xmlns:a="http://schemas.openxmlformats.org/drawingml/2006/main">
              <a:ext uri="{FF2B5EF4-FFF2-40B4-BE49-F238E27FC236}">
                <a16:creationId xmlns:a16="http://schemas.microsoft.com/office/drawing/2014/main" id="{8EF057EA-39C8-4DCE-B2ED-4AE56B56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8FF527-7B5B-4E84-BD97-21CE5172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4">
            <a:extLst xmlns:a="http://schemas.openxmlformats.org/drawingml/2006/main">
              <a:ext uri="{FF2B5EF4-FFF2-40B4-BE49-F238E27FC236}">
                <a16:creationId xmlns:a16="http://schemas.microsoft.com/office/drawing/2014/main" id="{0A0EBBC5-B8D9-4D18-A955-5FC0EA84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F4C05C-C5A7-4A85-B1D1-3A6F32A6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55">
            <a:extLst xmlns:a="http://schemas.openxmlformats.org/drawingml/2006/main">
              <a:ext uri="{FF2B5EF4-FFF2-40B4-BE49-F238E27FC236}">
                <a16:creationId xmlns:a16="http://schemas.microsoft.com/office/drawing/2014/main" id="{8F81B940-507B-4F71-A073-C37089C1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56">
            <a:extLst xmlns:a="http://schemas.openxmlformats.org/drawingml/2006/main">
              <a:ext uri="{FF2B5EF4-FFF2-40B4-BE49-F238E27FC236}">
                <a16:creationId xmlns:a16="http://schemas.microsoft.com/office/drawing/2014/main" id="{F80DB0CA-D3E4-4582-91FE-8CC9417F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57">
            <a:extLst xmlns:a="http://schemas.openxmlformats.org/drawingml/2006/main">
              <a:ext uri="{FF2B5EF4-FFF2-40B4-BE49-F238E27FC236}">
                <a16:creationId xmlns:a16="http://schemas.microsoft.com/office/drawing/2014/main" id="{009B0482-3413-4F97-8DA7-F58E6B63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58">
            <a:extLst xmlns:a="http://schemas.openxmlformats.org/drawingml/2006/main">
              <a:ext uri="{FF2B5EF4-FFF2-40B4-BE49-F238E27FC236}">
                <a16:creationId xmlns:a16="http://schemas.microsoft.com/office/drawing/2014/main" id="{D1C61E7B-0B3A-4DC7-B820-2F45B91D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59">
            <a:extLst xmlns:a="http://schemas.openxmlformats.org/drawingml/2006/main">
              <a:ext uri="{FF2B5EF4-FFF2-40B4-BE49-F238E27FC236}">
                <a16:creationId xmlns:a16="http://schemas.microsoft.com/office/drawing/2014/main" id="{FF5A4777-F882-449C-B081-250052F5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60">
            <a:extLst xmlns:a="http://schemas.openxmlformats.org/drawingml/2006/main">
              <a:ext uri="{FF2B5EF4-FFF2-40B4-BE49-F238E27FC236}">
                <a16:creationId xmlns:a16="http://schemas.microsoft.com/office/drawing/2014/main" id="{508A1521-F891-4957-B5C6-70C9781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61">
            <a:extLst xmlns:a="http://schemas.openxmlformats.org/drawingml/2006/main">
              <a:ext uri="{FF2B5EF4-FFF2-40B4-BE49-F238E27FC236}">
                <a16:creationId xmlns:a16="http://schemas.microsoft.com/office/drawing/2014/main" id="{BFCEA3D9-6F97-4DE0-A062-1D5D0B6D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262">
            <a:extLst xmlns:a="http://schemas.openxmlformats.org/drawingml/2006/main">
              <a:ext uri="{FF2B5EF4-FFF2-40B4-BE49-F238E27FC236}">
                <a16:creationId xmlns:a16="http://schemas.microsoft.com/office/drawing/2014/main" id="{3861689C-43F8-4619-90B3-7353DDA7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263">
            <a:extLst xmlns:a="http://schemas.openxmlformats.org/drawingml/2006/main">
              <a:ext uri="{FF2B5EF4-FFF2-40B4-BE49-F238E27FC236}">
                <a16:creationId xmlns:a16="http://schemas.microsoft.com/office/drawing/2014/main" id="{A44EF336-7CDD-4412-8A26-F0A4FAD1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64">
            <a:extLst xmlns:a="http://schemas.openxmlformats.org/drawingml/2006/main">
              <a:ext uri="{FF2B5EF4-FFF2-40B4-BE49-F238E27FC236}">
                <a16:creationId xmlns:a16="http://schemas.microsoft.com/office/drawing/2014/main" id="{65ECAE60-97E7-41DE-84BF-62258FFB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65">
            <a:extLst xmlns:a="http://schemas.openxmlformats.org/drawingml/2006/main">
              <a:ext uri="{FF2B5EF4-FFF2-40B4-BE49-F238E27FC236}">
                <a16:creationId xmlns:a16="http://schemas.microsoft.com/office/drawing/2014/main" id="{43EA0908-9A65-4C34-AC2D-A9C86E1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266">
            <a:extLst xmlns:a="http://schemas.openxmlformats.org/drawingml/2006/main">
              <a:ext uri="{FF2B5EF4-FFF2-40B4-BE49-F238E27FC236}">
                <a16:creationId xmlns:a16="http://schemas.microsoft.com/office/drawing/2014/main" id="{673DB2D0-6473-4EFE-8188-185C12F8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267">
            <a:extLst xmlns:a="http://schemas.openxmlformats.org/drawingml/2006/main">
              <a:ext uri="{FF2B5EF4-FFF2-40B4-BE49-F238E27FC236}">
                <a16:creationId xmlns:a16="http://schemas.microsoft.com/office/drawing/2014/main" id="{1F50BA46-8F8E-494A-9FC0-59CE36A6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268">
            <a:extLst xmlns:a="http://schemas.openxmlformats.org/drawingml/2006/main">
              <a:ext uri="{FF2B5EF4-FFF2-40B4-BE49-F238E27FC236}">
                <a16:creationId xmlns:a16="http://schemas.microsoft.com/office/drawing/2014/main" id="{4B481E0B-53F9-4FE2-A6E8-8C8BF205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269">
            <a:extLst xmlns:a="http://schemas.openxmlformats.org/drawingml/2006/main">
              <a:ext uri="{FF2B5EF4-FFF2-40B4-BE49-F238E27FC236}">
                <a16:creationId xmlns:a16="http://schemas.microsoft.com/office/drawing/2014/main" id="{6EAF3721-E25A-4152-9FEA-E89FB31D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270">
            <a:extLst xmlns:a="http://schemas.openxmlformats.org/drawingml/2006/main">
              <a:ext uri="{FF2B5EF4-FFF2-40B4-BE49-F238E27FC236}">
                <a16:creationId xmlns:a16="http://schemas.microsoft.com/office/drawing/2014/main" id="{FF1033A0-4C4D-4C1E-85EA-F33E2263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271">
            <a:extLst xmlns:a="http://schemas.openxmlformats.org/drawingml/2006/main">
              <a:ext uri="{FF2B5EF4-FFF2-40B4-BE49-F238E27FC236}">
                <a16:creationId xmlns:a16="http://schemas.microsoft.com/office/drawing/2014/main" id="{F9E03C69-E2E7-4178-82E2-70058D0A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583">
            <a:extLst xmlns:a="http://schemas.openxmlformats.org/drawingml/2006/main">
              <a:ext uri="{FF2B5EF4-FFF2-40B4-BE49-F238E27FC236}">
                <a16:creationId xmlns:a16="http://schemas.microsoft.com/office/drawing/2014/main" id="{58F81863-D8A3-416C-B4F5-D2F3F660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2a410665974c0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d72daf2fbd4e2d"/>
              </a:rPr>
              <a:t>Codex Skills ↗</a:t>
            </a:r>
          </a:p>
        </p:txBody>
      </p:sp>
      <p:sp>
        <p:nvSpPr>
          <p:cNvPr id="27" name="shape-1643">
            <a:extLst xmlns:a="http://schemas.openxmlformats.org/drawingml/2006/main">
              <a:ext uri="{FF2B5EF4-FFF2-40B4-BE49-F238E27FC236}">
                <a16:creationId xmlns:a16="http://schemas.microsoft.com/office/drawing/2014/main" id="{9DCB9867-E075-4BB9-8AAB-B616B530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3cc250a114c4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44">
            <a:extLst xmlns:a="http://schemas.openxmlformats.org/drawingml/2006/main">
              <a:ext uri="{FF2B5EF4-FFF2-40B4-BE49-F238E27FC236}">
                <a16:creationId xmlns:a16="http://schemas.microsoft.com/office/drawing/2014/main" id="{7A608019-6F50-4692-834C-509D708E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1e2acc3bf46a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45">
            <a:extLst xmlns:a="http://schemas.openxmlformats.org/drawingml/2006/main">
              <a:ext uri="{FF2B5EF4-FFF2-40B4-BE49-F238E27FC236}">
                <a16:creationId xmlns:a16="http://schemas.microsoft.com/office/drawing/2014/main" id="{511A1657-E457-48B3-9F48-EE7F6814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0945350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272">
            <a:extLst xmlns:a="http://schemas.openxmlformats.org/drawingml/2006/main">
              <a:ext uri="{FF2B5EF4-FFF2-40B4-BE49-F238E27FC236}">
                <a16:creationId xmlns:a16="http://schemas.microsoft.com/office/drawing/2014/main" id="{B710FC31-76C3-4F94-93C9-BB5E51D6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21FF2A-EB7A-4C77-84D8-72CF309C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2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74">
            <a:extLst xmlns:a="http://schemas.openxmlformats.org/drawingml/2006/main">
              <a:ext uri="{FF2B5EF4-FFF2-40B4-BE49-F238E27FC236}">
                <a16:creationId xmlns:a16="http://schemas.microsoft.com/office/drawing/2014/main" id="{E7864A83-6201-4C6F-8457-3003ABAA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113F46-4F4F-4F6C-9B21-55DD3FCF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275">
            <a:extLst xmlns:a="http://schemas.openxmlformats.org/drawingml/2006/main">
              <a:ext uri="{FF2B5EF4-FFF2-40B4-BE49-F238E27FC236}">
                <a16:creationId xmlns:a16="http://schemas.microsoft.com/office/drawing/2014/main" id="{A1305A21-34ED-404D-B131-532A5B38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76">
            <a:extLst xmlns:a="http://schemas.openxmlformats.org/drawingml/2006/main">
              <a:ext uri="{FF2B5EF4-FFF2-40B4-BE49-F238E27FC236}">
                <a16:creationId xmlns:a16="http://schemas.microsoft.com/office/drawing/2014/main" id="{02BAE2B4-9661-4C90-BE00-9083BBE5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77">
            <a:extLst xmlns:a="http://schemas.openxmlformats.org/drawingml/2006/main">
              <a:ext uri="{FF2B5EF4-FFF2-40B4-BE49-F238E27FC236}">
                <a16:creationId xmlns:a16="http://schemas.microsoft.com/office/drawing/2014/main" id="{79A748C3-7D03-4413-9950-89A490C1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78">
            <a:extLst xmlns:a="http://schemas.openxmlformats.org/drawingml/2006/main">
              <a:ext uri="{FF2B5EF4-FFF2-40B4-BE49-F238E27FC236}">
                <a16:creationId xmlns:a16="http://schemas.microsoft.com/office/drawing/2014/main" id="{9F0B70CE-2273-42B3-896F-16E31010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279">
            <a:extLst xmlns:a="http://schemas.openxmlformats.org/drawingml/2006/main">
              <a:ext uri="{FF2B5EF4-FFF2-40B4-BE49-F238E27FC236}">
                <a16:creationId xmlns:a16="http://schemas.microsoft.com/office/drawing/2014/main" id="{49E6FDD5-99B5-4732-A1F9-6C6B4D5E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80">
            <a:extLst xmlns:a="http://schemas.openxmlformats.org/drawingml/2006/main">
              <a:ext uri="{FF2B5EF4-FFF2-40B4-BE49-F238E27FC236}">
                <a16:creationId xmlns:a16="http://schemas.microsoft.com/office/drawing/2014/main" id="{0DF42581-FFEA-4A85-8C86-82350AB0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281">
            <a:extLst xmlns:a="http://schemas.openxmlformats.org/drawingml/2006/main">
              <a:ext uri="{FF2B5EF4-FFF2-40B4-BE49-F238E27FC236}">
                <a16:creationId xmlns:a16="http://schemas.microsoft.com/office/drawing/2014/main" id="{344B7D48-5F35-458B-BC50-CAD2843D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82">
            <a:extLst xmlns:a="http://schemas.openxmlformats.org/drawingml/2006/main">
              <a:ext uri="{FF2B5EF4-FFF2-40B4-BE49-F238E27FC236}">
                <a16:creationId xmlns:a16="http://schemas.microsoft.com/office/drawing/2014/main" id="{448494BF-5612-4150-A2BF-811C87D7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283">
            <a:extLst xmlns:a="http://schemas.openxmlformats.org/drawingml/2006/main">
              <a:ext uri="{FF2B5EF4-FFF2-40B4-BE49-F238E27FC236}">
                <a16:creationId xmlns:a16="http://schemas.microsoft.com/office/drawing/2014/main" id="{F89EAA43-CEC5-4F9B-9B4A-DF6F757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84">
            <a:extLst xmlns:a="http://schemas.openxmlformats.org/drawingml/2006/main">
              <a:ext uri="{FF2B5EF4-FFF2-40B4-BE49-F238E27FC236}">
                <a16:creationId xmlns:a16="http://schemas.microsoft.com/office/drawing/2014/main" id="{76D7272D-B760-4856-B78E-5422ABF3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285">
            <a:extLst xmlns:a="http://schemas.openxmlformats.org/drawingml/2006/main">
              <a:ext uri="{FF2B5EF4-FFF2-40B4-BE49-F238E27FC236}">
                <a16:creationId xmlns:a16="http://schemas.microsoft.com/office/drawing/2014/main" id="{23B7EB6C-CB4D-42F1-996F-B14539E4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86">
            <a:extLst xmlns:a="http://schemas.openxmlformats.org/drawingml/2006/main">
              <a:ext uri="{FF2B5EF4-FFF2-40B4-BE49-F238E27FC236}">
                <a16:creationId xmlns:a16="http://schemas.microsoft.com/office/drawing/2014/main" id="{AB0039E8-66A1-46AD-AF6E-0A5BE0B7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87">
            <a:extLst xmlns:a="http://schemas.openxmlformats.org/drawingml/2006/main">
              <a:ext uri="{FF2B5EF4-FFF2-40B4-BE49-F238E27FC236}">
                <a16:creationId xmlns:a16="http://schemas.microsoft.com/office/drawing/2014/main" id="{882DFD99-A36C-4534-A993-01924ECC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584">
            <a:extLst xmlns:a="http://schemas.openxmlformats.org/drawingml/2006/main">
              <a:ext uri="{FF2B5EF4-FFF2-40B4-BE49-F238E27FC236}">
                <a16:creationId xmlns:a16="http://schemas.microsoft.com/office/drawing/2014/main" id="{8D5A16BD-CD25-4437-B59F-5C7143D7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77957b4dba473b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9434f0dd9245d7"/>
              </a:rPr>
              <a:t>Codex Skills ↗</a:t>
            </a:r>
          </a:p>
        </p:txBody>
      </p:sp>
      <p:sp>
        <p:nvSpPr>
          <p:cNvPr id="20" name="shape-1646">
            <a:extLst xmlns:a="http://schemas.openxmlformats.org/drawingml/2006/main">
              <a:ext uri="{FF2B5EF4-FFF2-40B4-BE49-F238E27FC236}">
                <a16:creationId xmlns:a16="http://schemas.microsoft.com/office/drawing/2014/main" id="{55E2E6CB-09AB-456F-B73F-DA286578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a3193be5a49f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47">
            <a:extLst xmlns:a="http://schemas.openxmlformats.org/drawingml/2006/main">
              <a:ext uri="{FF2B5EF4-FFF2-40B4-BE49-F238E27FC236}">
                <a16:creationId xmlns:a16="http://schemas.microsoft.com/office/drawing/2014/main" id="{B496474C-1E52-4C75-BB50-7E7D961A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ba75a7616e459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48">
            <a:extLst xmlns:a="http://schemas.openxmlformats.org/drawingml/2006/main">
              <a:ext uri="{FF2B5EF4-FFF2-40B4-BE49-F238E27FC236}">
                <a16:creationId xmlns:a16="http://schemas.microsoft.com/office/drawing/2014/main" id="{41DB03D4-2C62-4701-86EC-5BC82315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3326622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88">
            <a:extLst xmlns:a="http://schemas.openxmlformats.org/drawingml/2006/main">
              <a:ext uri="{FF2B5EF4-FFF2-40B4-BE49-F238E27FC236}">
                <a16:creationId xmlns:a16="http://schemas.microsoft.com/office/drawing/2014/main" id="{8CCE50C5-197C-47C1-B4B7-056EB555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05D02E-5E96-44D7-995D-99C2CECB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2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90">
            <a:extLst xmlns:a="http://schemas.openxmlformats.org/drawingml/2006/main">
              <a:ext uri="{FF2B5EF4-FFF2-40B4-BE49-F238E27FC236}">
                <a16:creationId xmlns:a16="http://schemas.microsoft.com/office/drawing/2014/main" id="{3A345B58-CEE5-42C4-AE11-A646B6A5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F77BC4-C697-43D7-AB9C-4BF66B88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291">
            <a:extLst xmlns:a="http://schemas.openxmlformats.org/drawingml/2006/main">
              <a:ext uri="{FF2B5EF4-FFF2-40B4-BE49-F238E27FC236}">
                <a16:creationId xmlns:a16="http://schemas.microsoft.com/office/drawing/2014/main" id="{E9186F4C-13F4-4DFF-B246-3E1E3F54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92">
            <a:extLst xmlns:a="http://schemas.openxmlformats.org/drawingml/2006/main">
              <a:ext uri="{FF2B5EF4-FFF2-40B4-BE49-F238E27FC236}">
                <a16:creationId xmlns:a16="http://schemas.microsoft.com/office/drawing/2014/main" id="{08E1FF96-2590-4C6C-A987-4342F592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93">
            <a:extLst xmlns:a="http://schemas.openxmlformats.org/drawingml/2006/main">
              <a:ext uri="{FF2B5EF4-FFF2-40B4-BE49-F238E27FC236}">
                <a16:creationId xmlns:a16="http://schemas.microsoft.com/office/drawing/2014/main" id="{9215CA7C-AFFE-4AE0-A384-6558BC65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294">
            <a:extLst xmlns:a="http://schemas.openxmlformats.org/drawingml/2006/main">
              <a:ext uri="{FF2B5EF4-FFF2-40B4-BE49-F238E27FC236}">
                <a16:creationId xmlns:a16="http://schemas.microsoft.com/office/drawing/2014/main" id="{88F570E2-BE74-438F-B453-B1AA66BD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295">
            <a:extLst xmlns:a="http://schemas.openxmlformats.org/drawingml/2006/main">
              <a:ext uri="{FF2B5EF4-FFF2-40B4-BE49-F238E27FC236}">
                <a16:creationId xmlns:a16="http://schemas.microsoft.com/office/drawing/2014/main" id="{47ABA92E-B94B-4BDB-80DE-6E7B937B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96">
            <a:extLst xmlns:a="http://schemas.openxmlformats.org/drawingml/2006/main">
              <a:ext uri="{FF2B5EF4-FFF2-40B4-BE49-F238E27FC236}">
                <a16:creationId xmlns:a16="http://schemas.microsoft.com/office/drawing/2014/main" id="{B0CF9D40-5C9E-424E-A9FC-07C8E40B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97">
            <a:extLst xmlns:a="http://schemas.openxmlformats.org/drawingml/2006/main">
              <a:ext uri="{FF2B5EF4-FFF2-40B4-BE49-F238E27FC236}">
                <a16:creationId xmlns:a16="http://schemas.microsoft.com/office/drawing/2014/main" id="{8FC71ECD-2016-4897-8C71-6159A60E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298">
            <a:extLst xmlns:a="http://schemas.openxmlformats.org/drawingml/2006/main">
              <a:ext uri="{FF2B5EF4-FFF2-40B4-BE49-F238E27FC236}">
                <a16:creationId xmlns:a16="http://schemas.microsoft.com/office/drawing/2014/main" id="{9C568659-AA8D-4E29-AAAA-D2479D2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299">
            <a:extLst xmlns:a="http://schemas.openxmlformats.org/drawingml/2006/main">
              <a:ext uri="{FF2B5EF4-FFF2-40B4-BE49-F238E27FC236}">
                <a16:creationId xmlns:a16="http://schemas.microsoft.com/office/drawing/2014/main" id="{EA386B07-E057-4C9E-8523-6559007A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00">
            <a:extLst xmlns:a="http://schemas.openxmlformats.org/drawingml/2006/main">
              <a:ext uri="{FF2B5EF4-FFF2-40B4-BE49-F238E27FC236}">
                <a16:creationId xmlns:a16="http://schemas.microsoft.com/office/drawing/2014/main" id="{7C62D1B4-4BC0-42EC-A933-AF7CFBFA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01">
            <a:extLst xmlns:a="http://schemas.openxmlformats.org/drawingml/2006/main">
              <a:ext uri="{FF2B5EF4-FFF2-40B4-BE49-F238E27FC236}">
                <a16:creationId xmlns:a16="http://schemas.microsoft.com/office/drawing/2014/main" id="{DC51F707-79D7-4B98-9A2E-7354B5D2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02">
            <a:extLst xmlns:a="http://schemas.openxmlformats.org/drawingml/2006/main">
              <a:ext uri="{FF2B5EF4-FFF2-40B4-BE49-F238E27FC236}">
                <a16:creationId xmlns:a16="http://schemas.microsoft.com/office/drawing/2014/main" id="{9C93BCA5-39A0-4ABD-A623-CAAC879D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03">
            <a:extLst xmlns:a="http://schemas.openxmlformats.org/drawingml/2006/main">
              <a:ext uri="{FF2B5EF4-FFF2-40B4-BE49-F238E27FC236}">
                <a16:creationId xmlns:a16="http://schemas.microsoft.com/office/drawing/2014/main" id="{08685729-7EF1-471A-9F7E-80051884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04">
            <a:extLst xmlns:a="http://schemas.openxmlformats.org/drawingml/2006/main">
              <a:ext uri="{FF2B5EF4-FFF2-40B4-BE49-F238E27FC236}">
                <a16:creationId xmlns:a16="http://schemas.microsoft.com/office/drawing/2014/main" id="{59AD4B2C-6A9F-43EC-B160-035455D9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05">
            <a:extLst xmlns:a="http://schemas.openxmlformats.org/drawingml/2006/main">
              <a:ext uri="{FF2B5EF4-FFF2-40B4-BE49-F238E27FC236}">
                <a16:creationId xmlns:a16="http://schemas.microsoft.com/office/drawing/2014/main" id="{A4A799F6-21E3-4EBF-A039-E8E131BD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06">
            <a:extLst xmlns:a="http://schemas.openxmlformats.org/drawingml/2006/main">
              <a:ext uri="{FF2B5EF4-FFF2-40B4-BE49-F238E27FC236}">
                <a16:creationId xmlns:a16="http://schemas.microsoft.com/office/drawing/2014/main" id="{FFDC7F72-6C3E-4048-A6E4-D8C05EF7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585">
            <a:extLst xmlns:a="http://schemas.openxmlformats.org/drawingml/2006/main">
              <a:ext uri="{FF2B5EF4-FFF2-40B4-BE49-F238E27FC236}">
                <a16:creationId xmlns:a16="http://schemas.microsoft.com/office/drawing/2014/main" id="{881C982B-429A-45A4-941E-5BD9116D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d2bc1c20fd48ee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f8032ca73343d2"/>
              </a:rPr>
              <a:t>Codex Skills ↗</a:t>
            </a:r>
          </a:p>
        </p:txBody>
      </p:sp>
      <p:sp>
        <p:nvSpPr>
          <p:cNvPr id="23" name="shape-1649">
            <a:extLst xmlns:a="http://schemas.openxmlformats.org/drawingml/2006/main">
              <a:ext uri="{FF2B5EF4-FFF2-40B4-BE49-F238E27FC236}">
                <a16:creationId xmlns:a16="http://schemas.microsoft.com/office/drawing/2014/main" id="{BE9339B6-E85B-4386-A520-1B56FD27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e0fa266169436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50">
            <a:extLst xmlns:a="http://schemas.openxmlformats.org/drawingml/2006/main">
              <a:ext uri="{FF2B5EF4-FFF2-40B4-BE49-F238E27FC236}">
                <a16:creationId xmlns:a16="http://schemas.microsoft.com/office/drawing/2014/main" id="{FAAC4512-D9F3-49FD-A886-D3DC241A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f6071e02b457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51">
            <a:extLst xmlns:a="http://schemas.openxmlformats.org/drawingml/2006/main">
              <a:ext uri="{FF2B5EF4-FFF2-40B4-BE49-F238E27FC236}">
                <a16:creationId xmlns:a16="http://schemas.microsoft.com/office/drawing/2014/main" id="{42E5B52D-5BD4-4872-A46E-AA69E7A4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73350605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07">
            <a:extLst xmlns:a="http://schemas.openxmlformats.org/drawingml/2006/main">
              <a:ext uri="{FF2B5EF4-FFF2-40B4-BE49-F238E27FC236}">
                <a16:creationId xmlns:a16="http://schemas.microsoft.com/office/drawing/2014/main" id="{ABF9D394-2279-4C40-BAD3-1CC02BD2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08">
            <a:extLst xmlns:a="http://schemas.openxmlformats.org/drawingml/2006/main">
              <a:ext uri="{FF2B5EF4-FFF2-40B4-BE49-F238E27FC236}">
                <a16:creationId xmlns:a16="http://schemas.microsoft.com/office/drawing/2014/main" id="{9FC6B289-288D-4B9B-A38F-F6B7E95A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09">
            <a:extLst xmlns:a="http://schemas.openxmlformats.org/drawingml/2006/main">
              <a:ext uri="{FF2B5EF4-FFF2-40B4-BE49-F238E27FC236}">
                <a16:creationId xmlns:a16="http://schemas.microsoft.com/office/drawing/2014/main" id="{21521ED6-1DF1-4FE4-87FC-7A81E243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10">
            <a:extLst xmlns:a="http://schemas.openxmlformats.org/drawingml/2006/main">
              <a:ext uri="{FF2B5EF4-FFF2-40B4-BE49-F238E27FC236}">
                <a16:creationId xmlns:a16="http://schemas.microsoft.com/office/drawing/2014/main" id="{30ADDBB7-5A2D-4A31-9B65-2127872A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11">
            <a:extLst xmlns:a="http://schemas.openxmlformats.org/drawingml/2006/main">
              <a:ext uri="{FF2B5EF4-FFF2-40B4-BE49-F238E27FC236}">
                <a16:creationId xmlns:a16="http://schemas.microsoft.com/office/drawing/2014/main" id="{DC808348-9F0B-4D2C-9B96-E065E992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13">
            <a:extLst xmlns:a="http://schemas.openxmlformats.org/drawingml/2006/main">
              <a:ext uri="{FF2B5EF4-FFF2-40B4-BE49-F238E27FC236}">
                <a16:creationId xmlns:a16="http://schemas.microsoft.com/office/drawing/2014/main" id="{DBBB1421-8AA3-4D3A-AA4D-64D13BBE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0F396E-2075-4BA4-AFAC-5DF51FE1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587">
            <a:extLst xmlns:a="http://schemas.openxmlformats.org/drawingml/2006/main">
              <a:ext uri="{FF2B5EF4-FFF2-40B4-BE49-F238E27FC236}">
                <a16:creationId xmlns:a16="http://schemas.microsoft.com/office/drawing/2014/main" id="{48129124-CC76-4F1C-8DB3-9629D68C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a3fc5972114fb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f5a9e0666b4e73"/>
              </a:rPr>
              <a:t>Codex ↗</a:t>
            </a:r>
          </a:p>
        </p:txBody>
      </p:sp>
      <p:sp>
        <p:nvSpPr>
          <p:cNvPr id="10" name="shape-1654">
            <a:extLst xmlns:a="http://schemas.openxmlformats.org/drawingml/2006/main">
              <a:ext uri="{FF2B5EF4-FFF2-40B4-BE49-F238E27FC236}">
                <a16:creationId xmlns:a16="http://schemas.microsoft.com/office/drawing/2014/main" id="{929BF023-FB4A-4B91-A335-66E238BB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9a85af68445c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55">
            <a:extLst xmlns:a="http://schemas.openxmlformats.org/drawingml/2006/main">
              <a:ext uri="{FF2B5EF4-FFF2-40B4-BE49-F238E27FC236}">
                <a16:creationId xmlns:a16="http://schemas.microsoft.com/office/drawing/2014/main" id="{26AFFCAC-FBDA-4D32-8EC8-DDD2CFE9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fcb43a74fa477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56">
            <a:extLst xmlns:a="http://schemas.openxmlformats.org/drawingml/2006/main">
              <a:ext uri="{FF2B5EF4-FFF2-40B4-BE49-F238E27FC236}">
                <a16:creationId xmlns:a16="http://schemas.microsoft.com/office/drawing/2014/main" id="{C74694DE-B26F-4C25-8B2C-B3D3645F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15991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14">
            <a:extLst xmlns:a="http://schemas.openxmlformats.org/drawingml/2006/main">
              <a:ext uri="{FF2B5EF4-FFF2-40B4-BE49-F238E27FC236}">
                <a16:creationId xmlns:a16="http://schemas.microsoft.com/office/drawing/2014/main" id="{B1482AEA-F942-446B-83D0-A3157946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5A8F65-33D9-4987-8CF4-94A4141B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6">
            <a:extLst xmlns:a="http://schemas.openxmlformats.org/drawingml/2006/main">
              <a:ext uri="{FF2B5EF4-FFF2-40B4-BE49-F238E27FC236}">
                <a16:creationId xmlns:a16="http://schemas.microsoft.com/office/drawing/2014/main" id="{E547F0C0-E38F-49D5-9F58-A1A4D1C5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984917-DDCB-4214-ACBE-203AE2CA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17">
            <a:extLst xmlns:a="http://schemas.openxmlformats.org/drawingml/2006/main">
              <a:ext uri="{FF2B5EF4-FFF2-40B4-BE49-F238E27FC236}">
                <a16:creationId xmlns:a16="http://schemas.microsoft.com/office/drawing/2014/main" id="{919475F5-DF6B-485C-86E3-4C595B06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18">
            <a:extLst xmlns:a="http://schemas.openxmlformats.org/drawingml/2006/main">
              <a:ext uri="{FF2B5EF4-FFF2-40B4-BE49-F238E27FC236}">
                <a16:creationId xmlns:a16="http://schemas.microsoft.com/office/drawing/2014/main" id="{62F577F2-A8A0-4577-8974-E0CBFC7D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19">
            <a:extLst xmlns:a="http://schemas.openxmlformats.org/drawingml/2006/main">
              <a:ext uri="{FF2B5EF4-FFF2-40B4-BE49-F238E27FC236}">
                <a16:creationId xmlns:a16="http://schemas.microsoft.com/office/drawing/2014/main" id="{D4833B1D-1CB1-4158-8E76-43218108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20">
            <a:extLst xmlns:a="http://schemas.openxmlformats.org/drawingml/2006/main">
              <a:ext uri="{FF2B5EF4-FFF2-40B4-BE49-F238E27FC236}">
                <a16:creationId xmlns:a16="http://schemas.microsoft.com/office/drawing/2014/main" id="{8E799C6D-17BD-4EF1-B4C2-2E0041CB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21">
            <a:extLst xmlns:a="http://schemas.openxmlformats.org/drawingml/2006/main">
              <a:ext uri="{FF2B5EF4-FFF2-40B4-BE49-F238E27FC236}">
                <a16:creationId xmlns:a16="http://schemas.microsoft.com/office/drawing/2014/main" id="{B7EEA7AF-13A5-4CC6-9FDD-AF2CEB3D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22">
            <a:extLst xmlns:a="http://schemas.openxmlformats.org/drawingml/2006/main">
              <a:ext uri="{FF2B5EF4-FFF2-40B4-BE49-F238E27FC236}">
                <a16:creationId xmlns:a16="http://schemas.microsoft.com/office/drawing/2014/main" id="{02298195-439D-43E3-80D6-14A63269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23">
            <a:extLst xmlns:a="http://schemas.openxmlformats.org/drawingml/2006/main">
              <a:ext uri="{FF2B5EF4-FFF2-40B4-BE49-F238E27FC236}">
                <a16:creationId xmlns:a16="http://schemas.microsoft.com/office/drawing/2014/main" id="{2D107F83-E284-4F4D-8047-513EB0A1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24">
            <a:extLst xmlns:a="http://schemas.openxmlformats.org/drawingml/2006/main">
              <a:ext uri="{FF2B5EF4-FFF2-40B4-BE49-F238E27FC236}">
                <a16:creationId xmlns:a16="http://schemas.microsoft.com/office/drawing/2014/main" id="{08B89D4B-0F87-4671-9B70-E5E203FE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25">
            <a:extLst xmlns:a="http://schemas.openxmlformats.org/drawingml/2006/main">
              <a:ext uri="{FF2B5EF4-FFF2-40B4-BE49-F238E27FC236}">
                <a16:creationId xmlns:a16="http://schemas.microsoft.com/office/drawing/2014/main" id="{94CBF5AC-FDAF-42BA-993A-D37CA27B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26">
            <a:extLst xmlns:a="http://schemas.openxmlformats.org/drawingml/2006/main">
              <a:ext uri="{FF2B5EF4-FFF2-40B4-BE49-F238E27FC236}">
                <a16:creationId xmlns:a16="http://schemas.microsoft.com/office/drawing/2014/main" id="{2ABC43F2-2080-4B2C-93EC-8033D2DD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27">
            <a:extLst xmlns:a="http://schemas.openxmlformats.org/drawingml/2006/main">
              <a:ext uri="{FF2B5EF4-FFF2-40B4-BE49-F238E27FC236}">
                <a16:creationId xmlns:a16="http://schemas.microsoft.com/office/drawing/2014/main" id="{1C87D2B1-98DE-40F1-91AF-D45CE9BE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28">
            <a:extLst xmlns:a="http://schemas.openxmlformats.org/drawingml/2006/main">
              <a:ext uri="{FF2B5EF4-FFF2-40B4-BE49-F238E27FC236}">
                <a16:creationId xmlns:a16="http://schemas.microsoft.com/office/drawing/2014/main" id="{53C12F08-F912-4D53-A0E1-FA99FB2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29">
            <a:extLst xmlns:a="http://schemas.openxmlformats.org/drawingml/2006/main">
              <a:ext uri="{FF2B5EF4-FFF2-40B4-BE49-F238E27FC236}">
                <a16:creationId xmlns:a16="http://schemas.microsoft.com/office/drawing/2014/main" id="{0A3EC640-800C-4FC8-8ABD-9EB62C54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588">
            <a:extLst xmlns:a="http://schemas.openxmlformats.org/drawingml/2006/main">
              <a:ext uri="{FF2B5EF4-FFF2-40B4-BE49-F238E27FC236}">
                <a16:creationId xmlns:a16="http://schemas.microsoft.com/office/drawing/2014/main" id="{791362C6-8124-4B87-BFDE-4B9882F9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132e27c95f41b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3bffc4118e4582"/>
              </a:rPr>
              <a:t>Codex ↗</a:t>
            </a:r>
          </a:p>
        </p:txBody>
      </p:sp>
      <p:sp>
        <p:nvSpPr>
          <p:cNvPr id="24" name="shape-1657">
            <a:extLst xmlns:a="http://schemas.openxmlformats.org/drawingml/2006/main">
              <a:ext uri="{FF2B5EF4-FFF2-40B4-BE49-F238E27FC236}">
                <a16:creationId xmlns:a16="http://schemas.microsoft.com/office/drawing/2014/main" id="{DDBC501B-2738-48F6-A2C5-60676264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50aef1ef745e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658">
            <a:extLst xmlns:a="http://schemas.openxmlformats.org/drawingml/2006/main">
              <a:ext uri="{FF2B5EF4-FFF2-40B4-BE49-F238E27FC236}">
                <a16:creationId xmlns:a16="http://schemas.microsoft.com/office/drawing/2014/main" id="{B7C824B2-9EE5-4B01-B7D8-D4852CA8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4868aad00d440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659">
            <a:extLst xmlns:a="http://schemas.openxmlformats.org/drawingml/2006/main">
              <a:ext uri="{FF2B5EF4-FFF2-40B4-BE49-F238E27FC236}">
                <a16:creationId xmlns:a16="http://schemas.microsoft.com/office/drawing/2014/main" id="{1E414568-9C34-4557-8063-47163B0F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5120694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30">
            <a:extLst xmlns:a="http://schemas.openxmlformats.org/drawingml/2006/main">
              <a:ext uri="{FF2B5EF4-FFF2-40B4-BE49-F238E27FC236}">
                <a16:creationId xmlns:a16="http://schemas.microsoft.com/office/drawing/2014/main" id="{489912C1-89A2-4860-8BE0-04EA42BE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5EE0127-B6AF-41F8-BF8B-335852A8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32">
            <a:extLst xmlns:a="http://schemas.openxmlformats.org/drawingml/2006/main">
              <a:ext uri="{FF2B5EF4-FFF2-40B4-BE49-F238E27FC236}">
                <a16:creationId xmlns:a16="http://schemas.microsoft.com/office/drawing/2014/main" id="{33DA505C-0700-45EC-9239-4D8E60C9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325E6C-D0CA-460F-B74B-7E605062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33">
            <a:extLst xmlns:a="http://schemas.openxmlformats.org/drawingml/2006/main">
              <a:ext uri="{FF2B5EF4-FFF2-40B4-BE49-F238E27FC236}">
                <a16:creationId xmlns:a16="http://schemas.microsoft.com/office/drawing/2014/main" id="{A7C0CF77-DB3A-4EDD-AEDB-799DC843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34">
            <a:extLst xmlns:a="http://schemas.openxmlformats.org/drawingml/2006/main">
              <a:ext uri="{FF2B5EF4-FFF2-40B4-BE49-F238E27FC236}">
                <a16:creationId xmlns:a16="http://schemas.microsoft.com/office/drawing/2014/main" id="{F1BC6A8A-0B4E-4B2E-B50D-A168A456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35">
            <a:extLst xmlns:a="http://schemas.openxmlformats.org/drawingml/2006/main">
              <a:ext uri="{FF2B5EF4-FFF2-40B4-BE49-F238E27FC236}">
                <a16:creationId xmlns:a16="http://schemas.microsoft.com/office/drawing/2014/main" id="{803A542E-106A-49BD-B965-F3981370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36">
            <a:extLst xmlns:a="http://schemas.openxmlformats.org/drawingml/2006/main">
              <a:ext uri="{FF2B5EF4-FFF2-40B4-BE49-F238E27FC236}">
                <a16:creationId xmlns:a16="http://schemas.microsoft.com/office/drawing/2014/main" id="{9DC68572-BFD1-4CDB-AFF3-915AE304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37">
            <a:extLst xmlns:a="http://schemas.openxmlformats.org/drawingml/2006/main">
              <a:ext uri="{FF2B5EF4-FFF2-40B4-BE49-F238E27FC236}">
                <a16:creationId xmlns:a16="http://schemas.microsoft.com/office/drawing/2014/main" id="{AD321954-BB27-439F-B89A-75E92DE7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38">
            <a:extLst xmlns:a="http://schemas.openxmlformats.org/drawingml/2006/main">
              <a:ext uri="{FF2B5EF4-FFF2-40B4-BE49-F238E27FC236}">
                <a16:creationId xmlns:a16="http://schemas.microsoft.com/office/drawing/2014/main" id="{5B2A1500-B23D-4869-9B1F-E1B02762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39">
            <a:extLst xmlns:a="http://schemas.openxmlformats.org/drawingml/2006/main">
              <a:ext uri="{FF2B5EF4-FFF2-40B4-BE49-F238E27FC236}">
                <a16:creationId xmlns:a16="http://schemas.microsoft.com/office/drawing/2014/main" id="{5368E5AF-67DC-48B1-B947-2D8ED4D8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40">
            <a:extLst xmlns:a="http://schemas.openxmlformats.org/drawingml/2006/main">
              <a:ext uri="{FF2B5EF4-FFF2-40B4-BE49-F238E27FC236}">
                <a16:creationId xmlns:a16="http://schemas.microsoft.com/office/drawing/2014/main" id="{BA8398F5-05CA-4DB8-862A-56516955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41">
            <a:extLst xmlns:a="http://schemas.openxmlformats.org/drawingml/2006/main">
              <a:ext uri="{FF2B5EF4-FFF2-40B4-BE49-F238E27FC236}">
                <a16:creationId xmlns:a16="http://schemas.microsoft.com/office/drawing/2014/main" id="{7427B6AC-2580-4D31-95DC-B6F31367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42">
            <a:extLst xmlns:a="http://schemas.openxmlformats.org/drawingml/2006/main">
              <a:ext uri="{FF2B5EF4-FFF2-40B4-BE49-F238E27FC236}">
                <a16:creationId xmlns:a16="http://schemas.microsoft.com/office/drawing/2014/main" id="{BFC30F10-79A0-43B7-886B-5422A075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43">
            <a:extLst xmlns:a="http://schemas.openxmlformats.org/drawingml/2006/main">
              <a:ext uri="{FF2B5EF4-FFF2-40B4-BE49-F238E27FC236}">
                <a16:creationId xmlns:a16="http://schemas.microsoft.com/office/drawing/2014/main" id="{D79B849C-A9D5-4F6E-968A-CE0279AA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44">
            <a:extLst xmlns:a="http://schemas.openxmlformats.org/drawingml/2006/main">
              <a:ext uri="{FF2B5EF4-FFF2-40B4-BE49-F238E27FC236}">
                <a16:creationId xmlns:a16="http://schemas.microsoft.com/office/drawing/2014/main" id="{07BC939B-5245-4E7A-9D50-EBAD233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45">
            <a:extLst xmlns:a="http://schemas.openxmlformats.org/drawingml/2006/main">
              <a:ext uri="{FF2B5EF4-FFF2-40B4-BE49-F238E27FC236}">
                <a16:creationId xmlns:a16="http://schemas.microsoft.com/office/drawing/2014/main" id="{A6F08A2D-0E79-40E6-A0DB-8264D3B6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46">
            <a:extLst xmlns:a="http://schemas.openxmlformats.org/drawingml/2006/main">
              <a:ext uri="{FF2B5EF4-FFF2-40B4-BE49-F238E27FC236}">
                <a16:creationId xmlns:a16="http://schemas.microsoft.com/office/drawing/2014/main" id="{9330AE8C-62BE-4293-8695-207E4B87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47">
            <a:extLst xmlns:a="http://schemas.openxmlformats.org/drawingml/2006/main">
              <a:ext uri="{FF2B5EF4-FFF2-40B4-BE49-F238E27FC236}">
                <a16:creationId xmlns:a16="http://schemas.microsoft.com/office/drawing/2014/main" id="{12860035-5753-4691-8A69-B27BF0BB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48">
            <a:extLst xmlns:a="http://schemas.openxmlformats.org/drawingml/2006/main">
              <a:ext uri="{FF2B5EF4-FFF2-40B4-BE49-F238E27FC236}">
                <a16:creationId xmlns:a16="http://schemas.microsoft.com/office/drawing/2014/main" id="{4A878417-70F9-42EA-9850-A227C720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49">
            <a:extLst xmlns:a="http://schemas.openxmlformats.org/drawingml/2006/main">
              <a:ext uri="{FF2B5EF4-FFF2-40B4-BE49-F238E27FC236}">
                <a16:creationId xmlns:a16="http://schemas.microsoft.com/office/drawing/2014/main" id="{E2243D6C-7EE4-4922-B3D2-67EFE6FB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50">
            <a:extLst xmlns:a="http://schemas.openxmlformats.org/drawingml/2006/main">
              <a:ext uri="{FF2B5EF4-FFF2-40B4-BE49-F238E27FC236}">
                <a16:creationId xmlns:a16="http://schemas.microsoft.com/office/drawing/2014/main" id="{E97C0EEB-F957-4922-911D-C9C35733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51">
            <a:extLst xmlns:a="http://schemas.openxmlformats.org/drawingml/2006/main">
              <a:ext uri="{FF2B5EF4-FFF2-40B4-BE49-F238E27FC236}">
                <a16:creationId xmlns:a16="http://schemas.microsoft.com/office/drawing/2014/main" id="{CC8061EC-7120-4F11-B69A-960C7F8E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52">
            <a:extLst xmlns:a="http://schemas.openxmlformats.org/drawingml/2006/main">
              <a:ext uri="{FF2B5EF4-FFF2-40B4-BE49-F238E27FC236}">
                <a16:creationId xmlns:a16="http://schemas.microsoft.com/office/drawing/2014/main" id="{D17BD660-0FAE-437E-A003-5B6BAE529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53">
            <a:extLst xmlns:a="http://schemas.openxmlformats.org/drawingml/2006/main">
              <a:ext uri="{FF2B5EF4-FFF2-40B4-BE49-F238E27FC236}">
                <a16:creationId xmlns:a16="http://schemas.microsoft.com/office/drawing/2014/main" id="{8567B0B0-F425-4458-8A92-CB89857C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54">
            <a:extLst xmlns:a="http://schemas.openxmlformats.org/drawingml/2006/main">
              <a:ext uri="{FF2B5EF4-FFF2-40B4-BE49-F238E27FC236}">
                <a16:creationId xmlns:a16="http://schemas.microsoft.com/office/drawing/2014/main" id="{A69DF9C5-BAD1-4723-BDDF-D28BD948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55">
            <a:extLst xmlns:a="http://schemas.openxmlformats.org/drawingml/2006/main">
              <a:ext uri="{FF2B5EF4-FFF2-40B4-BE49-F238E27FC236}">
                <a16:creationId xmlns:a16="http://schemas.microsoft.com/office/drawing/2014/main" id="{6A9CA8B3-226D-4146-91DB-A8E21B70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56">
            <a:extLst xmlns:a="http://schemas.openxmlformats.org/drawingml/2006/main">
              <a:ext uri="{FF2B5EF4-FFF2-40B4-BE49-F238E27FC236}">
                <a16:creationId xmlns:a16="http://schemas.microsoft.com/office/drawing/2014/main" id="{FE37FA68-44FC-4DAC-82E1-B2311C30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57">
            <a:extLst xmlns:a="http://schemas.openxmlformats.org/drawingml/2006/main">
              <a:ext uri="{FF2B5EF4-FFF2-40B4-BE49-F238E27FC236}">
                <a16:creationId xmlns:a16="http://schemas.microsoft.com/office/drawing/2014/main" id="{E94CA89C-DA91-433D-96E9-79EA216C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58">
            <a:extLst xmlns:a="http://schemas.openxmlformats.org/drawingml/2006/main">
              <a:ext uri="{FF2B5EF4-FFF2-40B4-BE49-F238E27FC236}">
                <a16:creationId xmlns:a16="http://schemas.microsoft.com/office/drawing/2014/main" id="{97EFF402-385C-4C18-BAD3-E5B785E9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59">
            <a:extLst xmlns:a="http://schemas.openxmlformats.org/drawingml/2006/main">
              <a:ext uri="{FF2B5EF4-FFF2-40B4-BE49-F238E27FC236}">
                <a16:creationId xmlns:a16="http://schemas.microsoft.com/office/drawing/2014/main" id="{1BB75558-5D2B-4EF4-ADF1-F3F57C2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60">
            <a:extLst xmlns:a="http://schemas.openxmlformats.org/drawingml/2006/main">
              <a:ext uri="{FF2B5EF4-FFF2-40B4-BE49-F238E27FC236}">
                <a16:creationId xmlns:a16="http://schemas.microsoft.com/office/drawing/2014/main" id="{F8098671-F636-40EC-964C-50845535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61">
            <a:extLst xmlns:a="http://schemas.openxmlformats.org/drawingml/2006/main">
              <a:ext uri="{FF2B5EF4-FFF2-40B4-BE49-F238E27FC236}">
                <a16:creationId xmlns:a16="http://schemas.microsoft.com/office/drawing/2014/main" id="{DA790561-4BE0-437D-B1EA-98EC3DBD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362">
            <a:extLst xmlns:a="http://schemas.openxmlformats.org/drawingml/2006/main">
              <a:ext uri="{FF2B5EF4-FFF2-40B4-BE49-F238E27FC236}">
                <a16:creationId xmlns:a16="http://schemas.microsoft.com/office/drawing/2014/main" id="{E095A983-0B96-4843-99BC-C247A68C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363">
            <a:extLst xmlns:a="http://schemas.openxmlformats.org/drawingml/2006/main">
              <a:ext uri="{FF2B5EF4-FFF2-40B4-BE49-F238E27FC236}">
                <a16:creationId xmlns:a16="http://schemas.microsoft.com/office/drawing/2014/main" id="{DE44FA75-12C4-405F-8224-21B47B37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364">
            <a:extLst xmlns:a="http://schemas.openxmlformats.org/drawingml/2006/main">
              <a:ext uri="{FF2B5EF4-FFF2-40B4-BE49-F238E27FC236}">
                <a16:creationId xmlns:a16="http://schemas.microsoft.com/office/drawing/2014/main" id="{2CFEE201-A05F-45E8-BF42-594AED89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365">
            <a:extLst xmlns:a="http://schemas.openxmlformats.org/drawingml/2006/main">
              <a:ext uri="{FF2B5EF4-FFF2-40B4-BE49-F238E27FC236}">
                <a16:creationId xmlns:a16="http://schemas.microsoft.com/office/drawing/2014/main" id="{B283E535-2F26-4DCE-ADF4-21137F72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366">
            <a:extLst xmlns:a="http://schemas.openxmlformats.org/drawingml/2006/main">
              <a:ext uri="{FF2B5EF4-FFF2-40B4-BE49-F238E27FC236}">
                <a16:creationId xmlns:a16="http://schemas.microsoft.com/office/drawing/2014/main" id="{403736AE-61A0-41FC-B8BB-7BE7C33D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367">
            <a:extLst xmlns:a="http://schemas.openxmlformats.org/drawingml/2006/main">
              <a:ext uri="{FF2B5EF4-FFF2-40B4-BE49-F238E27FC236}">
                <a16:creationId xmlns:a16="http://schemas.microsoft.com/office/drawing/2014/main" id="{A741B21E-F69D-401F-8D21-8334297B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368">
            <a:extLst xmlns:a="http://schemas.openxmlformats.org/drawingml/2006/main">
              <a:ext uri="{FF2B5EF4-FFF2-40B4-BE49-F238E27FC236}">
                <a16:creationId xmlns:a16="http://schemas.microsoft.com/office/drawing/2014/main" id="{8F7DF9B1-2E78-41A4-BE06-43747491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369">
            <a:extLst xmlns:a="http://schemas.openxmlformats.org/drawingml/2006/main">
              <a:ext uri="{FF2B5EF4-FFF2-40B4-BE49-F238E27FC236}">
                <a16:creationId xmlns:a16="http://schemas.microsoft.com/office/drawing/2014/main" id="{4757309B-1EC2-4482-954F-E6D665C2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370">
            <a:extLst xmlns:a="http://schemas.openxmlformats.org/drawingml/2006/main">
              <a:ext uri="{FF2B5EF4-FFF2-40B4-BE49-F238E27FC236}">
                <a16:creationId xmlns:a16="http://schemas.microsoft.com/office/drawing/2014/main" id="{D5BE245C-C843-49A0-AE1A-0E013F2B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371">
            <a:extLst xmlns:a="http://schemas.openxmlformats.org/drawingml/2006/main">
              <a:ext uri="{FF2B5EF4-FFF2-40B4-BE49-F238E27FC236}">
                <a16:creationId xmlns:a16="http://schemas.microsoft.com/office/drawing/2014/main" id="{9F38B2B7-C2FF-468F-A5E4-A124FEB3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372">
            <a:extLst xmlns:a="http://schemas.openxmlformats.org/drawingml/2006/main">
              <a:ext uri="{FF2B5EF4-FFF2-40B4-BE49-F238E27FC236}">
                <a16:creationId xmlns:a16="http://schemas.microsoft.com/office/drawing/2014/main" id="{777C5975-9DD2-428A-B203-7904B483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373">
            <a:extLst xmlns:a="http://schemas.openxmlformats.org/drawingml/2006/main">
              <a:ext uri="{FF2B5EF4-FFF2-40B4-BE49-F238E27FC236}">
                <a16:creationId xmlns:a16="http://schemas.microsoft.com/office/drawing/2014/main" id="{3327D608-B3A3-4AF7-97AC-B8C4CE2E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374">
            <a:extLst xmlns:a="http://schemas.openxmlformats.org/drawingml/2006/main">
              <a:ext uri="{FF2B5EF4-FFF2-40B4-BE49-F238E27FC236}">
                <a16:creationId xmlns:a16="http://schemas.microsoft.com/office/drawing/2014/main" id="{910AE3D1-5E20-4573-AF6E-13011957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589">
            <a:extLst xmlns:a="http://schemas.openxmlformats.org/drawingml/2006/main">
              <a:ext uri="{FF2B5EF4-FFF2-40B4-BE49-F238E27FC236}">
                <a16:creationId xmlns:a16="http://schemas.microsoft.com/office/drawing/2014/main" id="{B453008B-8383-4D62-9167-D6CD9F10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00cb6d5654347d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923a3460e264e4c"/>
              </a:rPr>
              <a:t>Codex ↗</a:t>
            </a:r>
          </a:p>
        </p:txBody>
      </p:sp>
      <p:sp>
        <p:nvSpPr>
          <p:cNvPr id="49" name="shape-1660">
            <a:extLst xmlns:a="http://schemas.openxmlformats.org/drawingml/2006/main">
              <a:ext uri="{FF2B5EF4-FFF2-40B4-BE49-F238E27FC236}">
                <a16:creationId xmlns:a16="http://schemas.microsoft.com/office/drawing/2014/main" id="{1F2A598C-0BF7-42D9-B688-D0DD295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26804f79a430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661">
            <a:extLst xmlns:a="http://schemas.openxmlformats.org/drawingml/2006/main">
              <a:ext uri="{FF2B5EF4-FFF2-40B4-BE49-F238E27FC236}">
                <a16:creationId xmlns:a16="http://schemas.microsoft.com/office/drawing/2014/main" id="{28706897-1008-4B10-BD80-345E425E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348f971764e9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662">
            <a:extLst xmlns:a="http://schemas.openxmlformats.org/drawingml/2006/main">
              <a:ext uri="{FF2B5EF4-FFF2-40B4-BE49-F238E27FC236}">
                <a16:creationId xmlns:a16="http://schemas.microsoft.com/office/drawing/2014/main" id="{7E891D63-13E9-4EA3-B654-D080757F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433212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75">
            <a:extLst xmlns:a="http://schemas.openxmlformats.org/drawingml/2006/main">
              <a:ext uri="{FF2B5EF4-FFF2-40B4-BE49-F238E27FC236}">
                <a16:creationId xmlns:a16="http://schemas.microsoft.com/office/drawing/2014/main" id="{3E4CFA60-742A-4A76-B942-3AA5A8FC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037DD6-05E8-4623-8E55-2E3A72C6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3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77">
            <a:extLst xmlns:a="http://schemas.openxmlformats.org/drawingml/2006/main">
              <a:ext uri="{FF2B5EF4-FFF2-40B4-BE49-F238E27FC236}">
                <a16:creationId xmlns:a16="http://schemas.microsoft.com/office/drawing/2014/main" id="{6942513C-5CCA-4D02-BB25-A8207266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E51F01-8785-49FF-B00B-18D06B9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378">
            <a:extLst xmlns:a="http://schemas.openxmlformats.org/drawingml/2006/main">
              <a:ext uri="{FF2B5EF4-FFF2-40B4-BE49-F238E27FC236}">
                <a16:creationId xmlns:a16="http://schemas.microsoft.com/office/drawing/2014/main" id="{261C6463-C93C-41E3-9C4A-00574514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79">
            <a:extLst xmlns:a="http://schemas.openxmlformats.org/drawingml/2006/main">
              <a:ext uri="{FF2B5EF4-FFF2-40B4-BE49-F238E27FC236}">
                <a16:creationId xmlns:a16="http://schemas.microsoft.com/office/drawing/2014/main" id="{BE59440F-D57F-4A4F-AD6B-055B7D08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380">
            <a:extLst xmlns:a="http://schemas.openxmlformats.org/drawingml/2006/main">
              <a:ext uri="{FF2B5EF4-FFF2-40B4-BE49-F238E27FC236}">
                <a16:creationId xmlns:a16="http://schemas.microsoft.com/office/drawing/2014/main" id="{F609112E-634B-4673-95BC-7E601A5A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381">
            <a:extLst xmlns:a="http://schemas.openxmlformats.org/drawingml/2006/main">
              <a:ext uri="{FF2B5EF4-FFF2-40B4-BE49-F238E27FC236}">
                <a16:creationId xmlns:a16="http://schemas.microsoft.com/office/drawing/2014/main" id="{E67098F3-A569-4B09-94C6-BA3C3909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382">
            <a:extLst xmlns:a="http://schemas.openxmlformats.org/drawingml/2006/main">
              <a:ext uri="{FF2B5EF4-FFF2-40B4-BE49-F238E27FC236}">
                <a16:creationId xmlns:a16="http://schemas.microsoft.com/office/drawing/2014/main" id="{4ECD8CB0-E6E4-403A-966E-7FC5B6D2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83">
            <a:extLst xmlns:a="http://schemas.openxmlformats.org/drawingml/2006/main">
              <a:ext uri="{FF2B5EF4-FFF2-40B4-BE49-F238E27FC236}">
                <a16:creationId xmlns:a16="http://schemas.microsoft.com/office/drawing/2014/main" id="{116A1E82-7196-43EC-8BB1-85C8316B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384">
            <a:extLst xmlns:a="http://schemas.openxmlformats.org/drawingml/2006/main">
              <a:ext uri="{FF2B5EF4-FFF2-40B4-BE49-F238E27FC236}">
                <a16:creationId xmlns:a16="http://schemas.microsoft.com/office/drawing/2014/main" id="{05F589B2-2AF7-4AB3-AE9B-5E969B39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385">
            <a:extLst xmlns:a="http://schemas.openxmlformats.org/drawingml/2006/main">
              <a:ext uri="{FF2B5EF4-FFF2-40B4-BE49-F238E27FC236}">
                <a16:creationId xmlns:a16="http://schemas.microsoft.com/office/drawing/2014/main" id="{73A25767-1454-4354-BE55-EE1D5911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386">
            <a:extLst xmlns:a="http://schemas.openxmlformats.org/drawingml/2006/main">
              <a:ext uri="{FF2B5EF4-FFF2-40B4-BE49-F238E27FC236}">
                <a16:creationId xmlns:a16="http://schemas.microsoft.com/office/drawing/2014/main" id="{E31E82E1-6763-4D8B-9D09-CE1D7428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87">
            <a:extLst xmlns:a="http://schemas.openxmlformats.org/drawingml/2006/main">
              <a:ext uri="{FF2B5EF4-FFF2-40B4-BE49-F238E27FC236}">
                <a16:creationId xmlns:a16="http://schemas.microsoft.com/office/drawing/2014/main" id="{ED073612-D20E-4360-AB87-133472B8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388">
            <a:extLst xmlns:a="http://schemas.openxmlformats.org/drawingml/2006/main">
              <a:ext uri="{FF2B5EF4-FFF2-40B4-BE49-F238E27FC236}">
                <a16:creationId xmlns:a16="http://schemas.microsoft.com/office/drawing/2014/main" id="{67D68128-9CBB-4CD0-B792-35F6E2F36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389">
            <a:extLst xmlns:a="http://schemas.openxmlformats.org/drawingml/2006/main">
              <a:ext uri="{FF2B5EF4-FFF2-40B4-BE49-F238E27FC236}">
                <a16:creationId xmlns:a16="http://schemas.microsoft.com/office/drawing/2014/main" id="{6C672018-2969-4468-B765-9AC08DC7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390">
            <a:extLst xmlns:a="http://schemas.openxmlformats.org/drawingml/2006/main">
              <a:ext uri="{FF2B5EF4-FFF2-40B4-BE49-F238E27FC236}">
                <a16:creationId xmlns:a16="http://schemas.microsoft.com/office/drawing/2014/main" id="{F140F257-16FB-48F2-B78A-E55661A3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91">
            <a:extLst xmlns:a="http://schemas.openxmlformats.org/drawingml/2006/main">
              <a:ext uri="{FF2B5EF4-FFF2-40B4-BE49-F238E27FC236}">
                <a16:creationId xmlns:a16="http://schemas.microsoft.com/office/drawing/2014/main" id="{F62ED6E0-01E8-483F-9DAB-E6A00599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392">
            <a:extLst xmlns:a="http://schemas.openxmlformats.org/drawingml/2006/main">
              <a:ext uri="{FF2B5EF4-FFF2-40B4-BE49-F238E27FC236}">
                <a16:creationId xmlns:a16="http://schemas.microsoft.com/office/drawing/2014/main" id="{247C471E-284D-4E90-A15E-6036EA6E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393">
            <a:extLst xmlns:a="http://schemas.openxmlformats.org/drawingml/2006/main">
              <a:ext uri="{FF2B5EF4-FFF2-40B4-BE49-F238E27FC236}">
                <a16:creationId xmlns:a16="http://schemas.microsoft.com/office/drawing/2014/main" id="{7AFD0AF7-643A-4E6B-A74C-21248897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590">
            <a:extLst xmlns:a="http://schemas.openxmlformats.org/drawingml/2006/main">
              <a:ext uri="{FF2B5EF4-FFF2-40B4-BE49-F238E27FC236}">
                <a16:creationId xmlns:a16="http://schemas.microsoft.com/office/drawing/2014/main" id="{62434A91-A868-4C9E-AEBC-8738672B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442c29f8f249e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11ef510ca244a4"/>
              </a:rPr>
              <a:t>Codex ↗</a:t>
            </a:r>
          </a:p>
        </p:txBody>
      </p:sp>
      <p:sp>
        <p:nvSpPr>
          <p:cNvPr id="23" name="shape-1663">
            <a:extLst xmlns:a="http://schemas.openxmlformats.org/drawingml/2006/main">
              <a:ext uri="{FF2B5EF4-FFF2-40B4-BE49-F238E27FC236}">
                <a16:creationId xmlns:a16="http://schemas.microsoft.com/office/drawing/2014/main" id="{E4AE448F-723F-4664-83D4-C5C40EEE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760cc3cb5b4b9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64">
            <a:extLst xmlns:a="http://schemas.openxmlformats.org/drawingml/2006/main">
              <a:ext uri="{FF2B5EF4-FFF2-40B4-BE49-F238E27FC236}">
                <a16:creationId xmlns:a16="http://schemas.microsoft.com/office/drawing/2014/main" id="{F836DD7D-B2A6-4C7E-9202-7D1C1A33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955cd00164ef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65">
            <a:extLst xmlns:a="http://schemas.openxmlformats.org/drawingml/2006/main">
              <a:ext uri="{FF2B5EF4-FFF2-40B4-BE49-F238E27FC236}">
                <a16:creationId xmlns:a16="http://schemas.microsoft.com/office/drawing/2014/main" id="{EE24E7F6-A6E5-4339-8C31-8E7149B3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4582947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94">
            <a:extLst xmlns:a="http://schemas.openxmlformats.org/drawingml/2006/main">
              <a:ext uri="{FF2B5EF4-FFF2-40B4-BE49-F238E27FC236}">
                <a16:creationId xmlns:a16="http://schemas.microsoft.com/office/drawing/2014/main" id="{D0AFF214-6B54-446E-A2B0-3FD881FE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DE5C7B-9407-4938-8699-55CDDCBC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3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96">
            <a:extLst xmlns:a="http://schemas.openxmlformats.org/drawingml/2006/main">
              <a:ext uri="{FF2B5EF4-FFF2-40B4-BE49-F238E27FC236}">
                <a16:creationId xmlns:a16="http://schemas.microsoft.com/office/drawing/2014/main" id="{9278C1A4-355A-4E4B-B3E5-6F0E8B08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CDCC69-E97D-49D8-B1C7-D7D8E6E2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397">
            <a:extLst xmlns:a="http://schemas.openxmlformats.org/drawingml/2006/main">
              <a:ext uri="{FF2B5EF4-FFF2-40B4-BE49-F238E27FC236}">
                <a16:creationId xmlns:a16="http://schemas.microsoft.com/office/drawing/2014/main" id="{F9A82E56-DC58-4037-AD49-6C3F8D48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98">
            <a:extLst xmlns:a="http://schemas.openxmlformats.org/drawingml/2006/main">
              <a:ext uri="{FF2B5EF4-FFF2-40B4-BE49-F238E27FC236}">
                <a16:creationId xmlns:a16="http://schemas.microsoft.com/office/drawing/2014/main" id="{1400470B-9414-4CAA-BAA0-6E1D8C8B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99">
            <a:extLst xmlns:a="http://schemas.openxmlformats.org/drawingml/2006/main">
              <a:ext uri="{FF2B5EF4-FFF2-40B4-BE49-F238E27FC236}">
                <a16:creationId xmlns:a16="http://schemas.microsoft.com/office/drawing/2014/main" id="{D42AD19F-B494-4E3E-977A-409FB86C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00">
            <a:extLst xmlns:a="http://schemas.openxmlformats.org/drawingml/2006/main">
              <a:ext uri="{FF2B5EF4-FFF2-40B4-BE49-F238E27FC236}">
                <a16:creationId xmlns:a16="http://schemas.microsoft.com/office/drawing/2014/main" id="{B0BE6121-DD95-4028-BDE1-86589B6B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01">
            <a:extLst xmlns:a="http://schemas.openxmlformats.org/drawingml/2006/main">
              <a:ext uri="{FF2B5EF4-FFF2-40B4-BE49-F238E27FC236}">
                <a16:creationId xmlns:a16="http://schemas.microsoft.com/office/drawing/2014/main" id="{D1926D40-5421-479B-90EC-046B52B0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02">
            <a:extLst xmlns:a="http://schemas.openxmlformats.org/drawingml/2006/main">
              <a:ext uri="{FF2B5EF4-FFF2-40B4-BE49-F238E27FC236}">
                <a16:creationId xmlns:a16="http://schemas.microsoft.com/office/drawing/2014/main" id="{4E2AC2BB-1656-439A-9A8B-5C6A3CC0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03">
            <a:extLst xmlns:a="http://schemas.openxmlformats.org/drawingml/2006/main">
              <a:ext uri="{FF2B5EF4-FFF2-40B4-BE49-F238E27FC236}">
                <a16:creationId xmlns:a16="http://schemas.microsoft.com/office/drawing/2014/main" id="{C0BD85FA-39D2-4EA2-AD69-22DCD3A2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04">
            <a:extLst xmlns:a="http://schemas.openxmlformats.org/drawingml/2006/main">
              <a:ext uri="{FF2B5EF4-FFF2-40B4-BE49-F238E27FC236}">
                <a16:creationId xmlns:a16="http://schemas.microsoft.com/office/drawing/2014/main" id="{590D0D32-A274-4E3A-BA32-B9A0F69A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05">
            <a:extLst xmlns:a="http://schemas.openxmlformats.org/drawingml/2006/main">
              <a:ext uri="{FF2B5EF4-FFF2-40B4-BE49-F238E27FC236}">
                <a16:creationId xmlns:a16="http://schemas.microsoft.com/office/drawing/2014/main" id="{691EB933-9CFB-436B-926D-3BD21467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06">
            <a:extLst xmlns:a="http://schemas.openxmlformats.org/drawingml/2006/main">
              <a:ext uri="{FF2B5EF4-FFF2-40B4-BE49-F238E27FC236}">
                <a16:creationId xmlns:a16="http://schemas.microsoft.com/office/drawing/2014/main" id="{F651633D-3B5F-4408-8DE2-B337DDFB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07">
            <a:extLst xmlns:a="http://schemas.openxmlformats.org/drawingml/2006/main">
              <a:ext uri="{FF2B5EF4-FFF2-40B4-BE49-F238E27FC236}">
                <a16:creationId xmlns:a16="http://schemas.microsoft.com/office/drawing/2014/main" id="{1551E042-F1E7-475C-8F74-932A5E8B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08">
            <a:extLst xmlns:a="http://schemas.openxmlformats.org/drawingml/2006/main">
              <a:ext uri="{FF2B5EF4-FFF2-40B4-BE49-F238E27FC236}">
                <a16:creationId xmlns:a16="http://schemas.microsoft.com/office/drawing/2014/main" id="{2E403F6A-BBE4-41A0-9B41-F426DCF2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09">
            <a:extLst xmlns:a="http://schemas.openxmlformats.org/drawingml/2006/main">
              <a:ext uri="{FF2B5EF4-FFF2-40B4-BE49-F238E27FC236}">
                <a16:creationId xmlns:a16="http://schemas.microsoft.com/office/drawing/2014/main" id="{E65FE62C-5A81-49AC-9B65-CBDEBD81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10">
            <a:extLst xmlns:a="http://schemas.openxmlformats.org/drawingml/2006/main">
              <a:ext uri="{FF2B5EF4-FFF2-40B4-BE49-F238E27FC236}">
                <a16:creationId xmlns:a16="http://schemas.microsoft.com/office/drawing/2014/main" id="{B0A1A25F-DC08-4DD5-994F-A32C69B8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11">
            <a:extLst xmlns:a="http://schemas.openxmlformats.org/drawingml/2006/main">
              <a:ext uri="{FF2B5EF4-FFF2-40B4-BE49-F238E27FC236}">
                <a16:creationId xmlns:a16="http://schemas.microsoft.com/office/drawing/2014/main" id="{D41D2AF9-DD43-4D18-A47D-192F2A34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12">
            <a:extLst xmlns:a="http://schemas.openxmlformats.org/drawingml/2006/main">
              <a:ext uri="{FF2B5EF4-FFF2-40B4-BE49-F238E27FC236}">
                <a16:creationId xmlns:a16="http://schemas.microsoft.com/office/drawing/2014/main" id="{2E69CB6C-0868-4339-A257-F85B4443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13">
            <a:extLst xmlns:a="http://schemas.openxmlformats.org/drawingml/2006/main">
              <a:ext uri="{FF2B5EF4-FFF2-40B4-BE49-F238E27FC236}">
                <a16:creationId xmlns:a16="http://schemas.microsoft.com/office/drawing/2014/main" id="{528AA12A-8D90-4495-A4B8-8493FEEB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14">
            <a:extLst xmlns:a="http://schemas.openxmlformats.org/drawingml/2006/main">
              <a:ext uri="{FF2B5EF4-FFF2-40B4-BE49-F238E27FC236}">
                <a16:creationId xmlns:a16="http://schemas.microsoft.com/office/drawing/2014/main" id="{67B2F503-6240-4D41-B5D0-667AC849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15">
            <a:extLst xmlns:a="http://schemas.openxmlformats.org/drawingml/2006/main">
              <a:ext uri="{FF2B5EF4-FFF2-40B4-BE49-F238E27FC236}">
                <a16:creationId xmlns:a16="http://schemas.microsoft.com/office/drawing/2014/main" id="{47A4CB2B-E210-4B97-AB39-7269A583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16">
            <a:extLst xmlns:a="http://schemas.openxmlformats.org/drawingml/2006/main">
              <a:ext uri="{FF2B5EF4-FFF2-40B4-BE49-F238E27FC236}">
                <a16:creationId xmlns:a16="http://schemas.microsoft.com/office/drawing/2014/main" id="{5515A228-1813-4671-83A7-C6A63A41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17">
            <a:extLst xmlns:a="http://schemas.openxmlformats.org/drawingml/2006/main">
              <a:ext uri="{FF2B5EF4-FFF2-40B4-BE49-F238E27FC236}">
                <a16:creationId xmlns:a16="http://schemas.microsoft.com/office/drawing/2014/main" id="{8A18A846-3D72-49AA-995C-62465209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591">
            <a:extLst xmlns:a="http://schemas.openxmlformats.org/drawingml/2006/main">
              <a:ext uri="{FF2B5EF4-FFF2-40B4-BE49-F238E27FC236}">
                <a16:creationId xmlns:a16="http://schemas.microsoft.com/office/drawing/2014/main" id="{A55AE1E2-B1C0-436C-91F5-49875BBC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5944f20fc924d9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887da6303e847d2"/>
              </a:rPr>
              <a:t>Codex ↗</a:t>
            </a:r>
          </a:p>
        </p:txBody>
      </p:sp>
      <p:sp>
        <p:nvSpPr>
          <p:cNvPr id="31" name="shape-1666">
            <a:extLst xmlns:a="http://schemas.openxmlformats.org/drawingml/2006/main">
              <a:ext uri="{FF2B5EF4-FFF2-40B4-BE49-F238E27FC236}">
                <a16:creationId xmlns:a16="http://schemas.microsoft.com/office/drawing/2014/main" id="{3D2851B5-4549-4285-98BA-FE5C1A3F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b51a1fba9047e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67">
            <a:extLst xmlns:a="http://schemas.openxmlformats.org/drawingml/2006/main">
              <a:ext uri="{FF2B5EF4-FFF2-40B4-BE49-F238E27FC236}">
                <a16:creationId xmlns:a16="http://schemas.microsoft.com/office/drawing/2014/main" id="{77EA7E8D-63C4-4317-B0F3-B5B6E36C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3e77c337f499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68">
            <a:extLst xmlns:a="http://schemas.openxmlformats.org/drawingml/2006/main">
              <a:ext uri="{FF2B5EF4-FFF2-40B4-BE49-F238E27FC236}">
                <a16:creationId xmlns:a16="http://schemas.microsoft.com/office/drawing/2014/main" id="{DA687324-A288-4692-ACA0-9055D4CC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7449626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18">
            <a:extLst xmlns:a="http://schemas.openxmlformats.org/drawingml/2006/main">
              <a:ext uri="{FF2B5EF4-FFF2-40B4-BE49-F238E27FC236}">
                <a16:creationId xmlns:a16="http://schemas.microsoft.com/office/drawing/2014/main" id="{3EE1432E-4DD1-4155-9416-0FF900A1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17DA98-5F57-4E3E-A04F-E65390B2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20">
            <a:extLst xmlns:a="http://schemas.openxmlformats.org/drawingml/2006/main">
              <a:ext uri="{FF2B5EF4-FFF2-40B4-BE49-F238E27FC236}">
                <a16:creationId xmlns:a16="http://schemas.microsoft.com/office/drawing/2014/main" id="{9DDCB415-3CF6-4031-B6BE-6B76CD34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AFFFD7-3620-46C1-9C27-AB117BF7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21">
            <a:extLst xmlns:a="http://schemas.openxmlformats.org/drawingml/2006/main">
              <a:ext uri="{FF2B5EF4-FFF2-40B4-BE49-F238E27FC236}">
                <a16:creationId xmlns:a16="http://schemas.microsoft.com/office/drawing/2014/main" id="{B2A631D5-7B3E-4547-8939-1E5A48C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22">
            <a:extLst xmlns:a="http://schemas.openxmlformats.org/drawingml/2006/main">
              <a:ext uri="{FF2B5EF4-FFF2-40B4-BE49-F238E27FC236}">
                <a16:creationId xmlns:a16="http://schemas.microsoft.com/office/drawing/2014/main" id="{014C8592-ECE7-415C-835F-6B1C225C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23">
            <a:extLst xmlns:a="http://schemas.openxmlformats.org/drawingml/2006/main">
              <a:ext uri="{FF2B5EF4-FFF2-40B4-BE49-F238E27FC236}">
                <a16:creationId xmlns:a16="http://schemas.microsoft.com/office/drawing/2014/main" id="{62211AA3-6AB0-4CEC-BE33-9B924C93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24">
            <a:extLst xmlns:a="http://schemas.openxmlformats.org/drawingml/2006/main">
              <a:ext uri="{FF2B5EF4-FFF2-40B4-BE49-F238E27FC236}">
                <a16:creationId xmlns:a16="http://schemas.microsoft.com/office/drawing/2014/main" id="{D8437D02-B53E-40FD-A43D-662D9297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25">
            <a:extLst xmlns:a="http://schemas.openxmlformats.org/drawingml/2006/main">
              <a:ext uri="{FF2B5EF4-FFF2-40B4-BE49-F238E27FC236}">
                <a16:creationId xmlns:a16="http://schemas.microsoft.com/office/drawing/2014/main" id="{A15DC9B8-7055-4683-8FC7-1DEB12E0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26">
            <a:extLst xmlns:a="http://schemas.openxmlformats.org/drawingml/2006/main">
              <a:ext uri="{FF2B5EF4-FFF2-40B4-BE49-F238E27FC236}">
                <a16:creationId xmlns:a16="http://schemas.microsoft.com/office/drawing/2014/main" id="{3F953703-6B22-4490-B045-C26A59D8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27">
            <a:extLst xmlns:a="http://schemas.openxmlformats.org/drawingml/2006/main">
              <a:ext uri="{FF2B5EF4-FFF2-40B4-BE49-F238E27FC236}">
                <a16:creationId xmlns:a16="http://schemas.microsoft.com/office/drawing/2014/main" id="{006A8E78-E6A8-4BBA-95AB-36DF3B20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28">
            <a:extLst xmlns:a="http://schemas.openxmlformats.org/drawingml/2006/main">
              <a:ext uri="{FF2B5EF4-FFF2-40B4-BE49-F238E27FC236}">
                <a16:creationId xmlns:a16="http://schemas.microsoft.com/office/drawing/2014/main" id="{93AA78A7-6137-4181-AB66-9900722C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29">
            <a:extLst xmlns:a="http://schemas.openxmlformats.org/drawingml/2006/main">
              <a:ext uri="{FF2B5EF4-FFF2-40B4-BE49-F238E27FC236}">
                <a16:creationId xmlns:a16="http://schemas.microsoft.com/office/drawing/2014/main" id="{7D2C5DBD-2DCD-4CB1-835B-45788A6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30">
            <a:extLst xmlns:a="http://schemas.openxmlformats.org/drawingml/2006/main">
              <a:ext uri="{FF2B5EF4-FFF2-40B4-BE49-F238E27FC236}">
                <a16:creationId xmlns:a16="http://schemas.microsoft.com/office/drawing/2014/main" id="{587F11EC-1003-4424-95CD-9E285D53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31">
            <a:extLst xmlns:a="http://schemas.openxmlformats.org/drawingml/2006/main">
              <a:ext uri="{FF2B5EF4-FFF2-40B4-BE49-F238E27FC236}">
                <a16:creationId xmlns:a16="http://schemas.microsoft.com/office/drawing/2014/main" id="{69D388CF-E1C6-4219-871C-251C3526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32">
            <a:extLst xmlns:a="http://schemas.openxmlformats.org/drawingml/2006/main">
              <a:ext uri="{FF2B5EF4-FFF2-40B4-BE49-F238E27FC236}">
                <a16:creationId xmlns:a16="http://schemas.microsoft.com/office/drawing/2014/main" id="{A201BBB9-4F62-4F38-A315-D34D7D0D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33">
            <a:extLst xmlns:a="http://schemas.openxmlformats.org/drawingml/2006/main">
              <a:ext uri="{FF2B5EF4-FFF2-40B4-BE49-F238E27FC236}">
                <a16:creationId xmlns:a16="http://schemas.microsoft.com/office/drawing/2014/main" id="{EECD66C8-70FF-45E3-8ACE-430A722F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592">
            <a:extLst xmlns:a="http://schemas.openxmlformats.org/drawingml/2006/main">
              <a:ext uri="{FF2B5EF4-FFF2-40B4-BE49-F238E27FC236}">
                <a16:creationId xmlns:a16="http://schemas.microsoft.com/office/drawing/2014/main" id="{C3587CDA-5764-47EF-A659-82864B36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f8892734c4407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45aa3317454d18"/>
              </a:rPr>
              <a:t>Codex ↗</a:t>
            </a:r>
          </a:p>
        </p:txBody>
      </p:sp>
      <p:sp>
        <p:nvSpPr>
          <p:cNvPr id="20" name="shape-1669">
            <a:extLst xmlns:a="http://schemas.openxmlformats.org/drawingml/2006/main">
              <a:ext uri="{FF2B5EF4-FFF2-40B4-BE49-F238E27FC236}">
                <a16:creationId xmlns:a16="http://schemas.microsoft.com/office/drawing/2014/main" id="{CA5F00D8-511E-40F2-A5FC-F2CDC851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7d459f14c4fd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70">
            <a:extLst xmlns:a="http://schemas.openxmlformats.org/drawingml/2006/main">
              <a:ext uri="{FF2B5EF4-FFF2-40B4-BE49-F238E27FC236}">
                <a16:creationId xmlns:a16="http://schemas.microsoft.com/office/drawing/2014/main" id="{6FD4E9D3-E569-4601-98FF-FCAFC7A5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06477730a4d6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71">
            <a:extLst xmlns:a="http://schemas.openxmlformats.org/drawingml/2006/main">
              <a:ext uri="{FF2B5EF4-FFF2-40B4-BE49-F238E27FC236}">
                <a16:creationId xmlns:a16="http://schemas.microsoft.com/office/drawing/2014/main" id="{52EADB87-86EB-452E-B0B0-7FFEB90A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970605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34">
            <a:extLst xmlns:a="http://schemas.openxmlformats.org/drawingml/2006/main">
              <a:ext uri="{FF2B5EF4-FFF2-40B4-BE49-F238E27FC236}">
                <a16:creationId xmlns:a16="http://schemas.microsoft.com/office/drawing/2014/main" id="{9911D961-A5EB-479E-BFE5-D5797388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93D854-066B-45AB-8ECD-7A9BE5C2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6">
            <a:extLst xmlns:a="http://schemas.openxmlformats.org/drawingml/2006/main">
              <a:ext uri="{FF2B5EF4-FFF2-40B4-BE49-F238E27FC236}">
                <a16:creationId xmlns:a16="http://schemas.microsoft.com/office/drawing/2014/main" id="{79249F56-12F6-4762-AB54-AB0FDA2B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A7BA96-5CCE-4FC9-ACD6-42645DCA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37">
            <a:extLst xmlns:a="http://schemas.openxmlformats.org/drawingml/2006/main">
              <a:ext uri="{FF2B5EF4-FFF2-40B4-BE49-F238E27FC236}">
                <a16:creationId xmlns:a16="http://schemas.microsoft.com/office/drawing/2014/main" id="{550BE591-B1B7-4C07-9949-CAAF8DB5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8">
            <a:extLst xmlns:a="http://schemas.openxmlformats.org/drawingml/2006/main">
              <a:ext uri="{FF2B5EF4-FFF2-40B4-BE49-F238E27FC236}">
                <a16:creationId xmlns:a16="http://schemas.microsoft.com/office/drawing/2014/main" id="{0F045859-C4A7-4D0B-88F9-1D902AC0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9">
            <a:extLst xmlns:a="http://schemas.openxmlformats.org/drawingml/2006/main">
              <a:ext uri="{FF2B5EF4-FFF2-40B4-BE49-F238E27FC236}">
                <a16:creationId xmlns:a16="http://schemas.microsoft.com/office/drawing/2014/main" id="{46A29435-E483-47D4-A0C7-21B787B0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40">
            <a:extLst xmlns:a="http://schemas.openxmlformats.org/drawingml/2006/main">
              <a:ext uri="{FF2B5EF4-FFF2-40B4-BE49-F238E27FC236}">
                <a16:creationId xmlns:a16="http://schemas.microsoft.com/office/drawing/2014/main" id="{34FC32E1-FB07-4ABF-9923-5A9E842E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41">
            <a:extLst xmlns:a="http://schemas.openxmlformats.org/drawingml/2006/main">
              <a:ext uri="{FF2B5EF4-FFF2-40B4-BE49-F238E27FC236}">
                <a16:creationId xmlns:a16="http://schemas.microsoft.com/office/drawing/2014/main" id="{644FF37F-5830-4378-B634-B0045FC7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2">
            <a:extLst xmlns:a="http://schemas.openxmlformats.org/drawingml/2006/main">
              <a:ext uri="{FF2B5EF4-FFF2-40B4-BE49-F238E27FC236}">
                <a16:creationId xmlns:a16="http://schemas.microsoft.com/office/drawing/2014/main" id="{1BB607F0-8135-4ADF-8889-A815F829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3">
            <a:extLst xmlns:a="http://schemas.openxmlformats.org/drawingml/2006/main">
              <a:ext uri="{FF2B5EF4-FFF2-40B4-BE49-F238E27FC236}">
                <a16:creationId xmlns:a16="http://schemas.microsoft.com/office/drawing/2014/main" id="{12637FBF-B018-483F-AFD5-CF885A5C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44">
            <a:extLst xmlns:a="http://schemas.openxmlformats.org/drawingml/2006/main">
              <a:ext uri="{FF2B5EF4-FFF2-40B4-BE49-F238E27FC236}">
                <a16:creationId xmlns:a16="http://schemas.microsoft.com/office/drawing/2014/main" id="{C58E6260-6CFF-41C3-B3FB-0A56DDA8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45">
            <a:extLst xmlns:a="http://schemas.openxmlformats.org/drawingml/2006/main">
              <a:ext uri="{FF2B5EF4-FFF2-40B4-BE49-F238E27FC236}">
                <a16:creationId xmlns:a16="http://schemas.microsoft.com/office/drawing/2014/main" id="{971EFEC3-5BEB-475B-A76A-2CD69EBD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6">
            <a:extLst xmlns:a="http://schemas.openxmlformats.org/drawingml/2006/main">
              <a:ext uri="{FF2B5EF4-FFF2-40B4-BE49-F238E27FC236}">
                <a16:creationId xmlns:a16="http://schemas.microsoft.com/office/drawing/2014/main" id="{B0783BEB-A2C9-4DF0-A49A-F22201C0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7">
            <a:extLst xmlns:a="http://schemas.openxmlformats.org/drawingml/2006/main">
              <a:ext uri="{FF2B5EF4-FFF2-40B4-BE49-F238E27FC236}">
                <a16:creationId xmlns:a16="http://schemas.microsoft.com/office/drawing/2014/main" id="{B63E61E8-F9F2-4C10-A90E-8E1DF076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48">
            <a:extLst xmlns:a="http://schemas.openxmlformats.org/drawingml/2006/main">
              <a:ext uri="{FF2B5EF4-FFF2-40B4-BE49-F238E27FC236}">
                <a16:creationId xmlns:a16="http://schemas.microsoft.com/office/drawing/2014/main" id="{7DFAAC32-3381-4214-AEB1-A8749D81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49">
            <a:extLst xmlns:a="http://schemas.openxmlformats.org/drawingml/2006/main">
              <a:ext uri="{FF2B5EF4-FFF2-40B4-BE49-F238E27FC236}">
                <a16:creationId xmlns:a16="http://schemas.microsoft.com/office/drawing/2014/main" id="{A4E20913-81B2-4C31-8F42-E74DD92C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50">
            <a:extLst xmlns:a="http://schemas.openxmlformats.org/drawingml/2006/main">
              <a:ext uri="{FF2B5EF4-FFF2-40B4-BE49-F238E27FC236}">
                <a16:creationId xmlns:a16="http://schemas.microsoft.com/office/drawing/2014/main" id="{891C9F5C-A597-4079-AE39-98FC05B5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51">
            <a:extLst xmlns:a="http://schemas.openxmlformats.org/drawingml/2006/main">
              <a:ext uri="{FF2B5EF4-FFF2-40B4-BE49-F238E27FC236}">
                <a16:creationId xmlns:a16="http://schemas.microsoft.com/office/drawing/2014/main" id="{E3C5595D-AD05-4E59-8A5A-93663C9E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52">
            <a:extLst xmlns:a="http://schemas.openxmlformats.org/drawingml/2006/main">
              <a:ext uri="{FF2B5EF4-FFF2-40B4-BE49-F238E27FC236}">
                <a16:creationId xmlns:a16="http://schemas.microsoft.com/office/drawing/2014/main" id="{3DAB5B58-5681-4E7D-8B2D-481B54AA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53">
            <a:extLst xmlns:a="http://schemas.openxmlformats.org/drawingml/2006/main">
              <a:ext uri="{FF2B5EF4-FFF2-40B4-BE49-F238E27FC236}">
                <a16:creationId xmlns:a16="http://schemas.microsoft.com/office/drawing/2014/main" id="{EBA866E0-827E-4AB1-9B01-38FF3D0E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54">
            <a:extLst xmlns:a="http://schemas.openxmlformats.org/drawingml/2006/main">
              <a:ext uri="{FF2B5EF4-FFF2-40B4-BE49-F238E27FC236}">
                <a16:creationId xmlns:a16="http://schemas.microsoft.com/office/drawing/2014/main" id="{A7C58DAC-13F6-46E9-AE8C-CC8D60A9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55">
            <a:extLst xmlns:a="http://schemas.openxmlformats.org/drawingml/2006/main">
              <a:ext uri="{FF2B5EF4-FFF2-40B4-BE49-F238E27FC236}">
                <a16:creationId xmlns:a16="http://schemas.microsoft.com/office/drawing/2014/main" id="{CE4A3891-E38B-4FFC-8BFF-877B492C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56">
            <a:extLst xmlns:a="http://schemas.openxmlformats.org/drawingml/2006/main">
              <a:ext uri="{FF2B5EF4-FFF2-40B4-BE49-F238E27FC236}">
                <a16:creationId xmlns:a16="http://schemas.microsoft.com/office/drawing/2014/main" id="{4E6AC150-287F-46EC-9264-23C0E584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57">
            <a:extLst xmlns:a="http://schemas.openxmlformats.org/drawingml/2006/main">
              <a:ext uri="{FF2B5EF4-FFF2-40B4-BE49-F238E27FC236}">
                <a16:creationId xmlns:a16="http://schemas.microsoft.com/office/drawing/2014/main" id="{CDB855F0-4BB2-4668-9220-74A6B367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58">
            <a:extLst xmlns:a="http://schemas.openxmlformats.org/drawingml/2006/main">
              <a:ext uri="{FF2B5EF4-FFF2-40B4-BE49-F238E27FC236}">
                <a16:creationId xmlns:a16="http://schemas.microsoft.com/office/drawing/2014/main" id="{59A4593B-3A20-41D1-A979-067AB237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59">
            <a:extLst xmlns:a="http://schemas.openxmlformats.org/drawingml/2006/main">
              <a:ext uri="{FF2B5EF4-FFF2-40B4-BE49-F238E27FC236}">
                <a16:creationId xmlns:a16="http://schemas.microsoft.com/office/drawing/2014/main" id="{CCFA47FA-98E9-4B48-9D1E-2B716E5D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60">
            <a:extLst xmlns:a="http://schemas.openxmlformats.org/drawingml/2006/main">
              <a:ext uri="{FF2B5EF4-FFF2-40B4-BE49-F238E27FC236}">
                <a16:creationId xmlns:a16="http://schemas.microsoft.com/office/drawing/2014/main" id="{30FF83AA-1760-43B5-9A74-90EB51E6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593">
            <a:extLst xmlns:a="http://schemas.openxmlformats.org/drawingml/2006/main">
              <a:ext uri="{FF2B5EF4-FFF2-40B4-BE49-F238E27FC236}">
                <a16:creationId xmlns:a16="http://schemas.microsoft.com/office/drawing/2014/main" id="{EA5B02B9-7752-45B0-BBCA-743449D0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3c540dd6f44bb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64737402e824822"/>
              </a:rPr>
              <a:t>Codex ↗</a:t>
            </a:r>
          </a:p>
        </p:txBody>
      </p:sp>
      <p:sp>
        <p:nvSpPr>
          <p:cNvPr id="31" name="shape-1672">
            <a:extLst xmlns:a="http://schemas.openxmlformats.org/drawingml/2006/main">
              <a:ext uri="{FF2B5EF4-FFF2-40B4-BE49-F238E27FC236}">
                <a16:creationId xmlns:a16="http://schemas.microsoft.com/office/drawing/2014/main" id="{2537A47C-D409-4296-98BA-EF943C80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480f236400481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3">
            <a:extLst xmlns:a="http://schemas.openxmlformats.org/drawingml/2006/main">
              <a:ext uri="{FF2B5EF4-FFF2-40B4-BE49-F238E27FC236}">
                <a16:creationId xmlns:a16="http://schemas.microsoft.com/office/drawing/2014/main" id="{D312C647-6BCB-4297-BCFC-DA31068C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fc549cc3c413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74">
            <a:extLst xmlns:a="http://schemas.openxmlformats.org/drawingml/2006/main">
              <a:ext uri="{FF2B5EF4-FFF2-40B4-BE49-F238E27FC236}">
                <a16:creationId xmlns:a16="http://schemas.microsoft.com/office/drawing/2014/main" id="{578D5971-B5DF-4C34-BAF3-85BF3E40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2676736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61">
            <a:extLst xmlns:a="http://schemas.openxmlformats.org/drawingml/2006/main">
              <a:ext uri="{FF2B5EF4-FFF2-40B4-BE49-F238E27FC236}">
                <a16:creationId xmlns:a16="http://schemas.microsoft.com/office/drawing/2014/main" id="{FCCA9D0C-E97C-47D4-8B97-15D08C0B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9CE051-4646-441C-8399-05C10223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4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63">
            <a:extLst xmlns:a="http://schemas.openxmlformats.org/drawingml/2006/main">
              <a:ext uri="{FF2B5EF4-FFF2-40B4-BE49-F238E27FC236}">
                <a16:creationId xmlns:a16="http://schemas.microsoft.com/office/drawing/2014/main" id="{22D227C6-2619-4370-963F-590BE28B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824C44-0138-451B-98F1-9F84C49F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464">
            <a:extLst xmlns:a="http://schemas.openxmlformats.org/drawingml/2006/main">
              <a:ext uri="{FF2B5EF4-FFF2-40B4-BE49-F238E27FC236}">
                <a16:creationId xmlns:a16="http://schemas.microsoft.com/office/drawing/2014/main" id="{E5E67FFA-C4F3-4392-AC1B-2419852B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65">
            <a:extLst xmlns:a="http://schemas.openxmlformats.org/drawingml/2006/main">
              <a:ext uri="{FF2B5EF4-FFF2-40B4-BE49-F238E27FC236}">
                <a16:creationId xmlns:a16="http://schemas.microsoft.com/office/drawing/2014/main" id="{B107B955-44E0-4C22-AC9C-63ECE4D3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66">
            <a:extLst xmlns:a="http://schemas.openxmlformats.org/drawingml/2006/main">
              <a:ext uri="{FF2B5EF4-FFF2-40B4-BE49-F238E27FC236}">
                <a16:creationId xmlns:a16="http://schemas.microsoft.com/office/drawing/2014/main" id="{0F3641ED-818C-45D3-AB27-4C12C7E7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467">
            <a:extLst xmlns:a="http://schemas.openxmlformats.org/drawingml/2006/main">
              <a:ext uri="{FF2B5EF4-FFF2-40B4-BE49-F238E27FC236}">
                <a16:creationId xmlns:a16="http://schemas.microsoft.com/office/drawing/2014/main" id="{19EF6DA1-A248-4828-98AE-C515BB0C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468">
            <a:extLst xmlns:a="http://schemas.openxmlformats.org/drawingml/2006/main">
              <a:ext uri="{FF2B5EF4-FFF2-40B4-BE49-F238E27FC236}">
                <a16:creationId xmlns:a16="http://schemas.microsoft.com/office/drawing/2014/main" id="{A0E75DA4-9C40-4202-8997-E8F2EA4E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69">
            <a:extLst xmlns:a="http://schemas.openxmlformats.org/drawingml/2006/main">
              <a:ext uri="{FF2B5EF4-FFF2-40B4-BE49-F238E27FC236}">
                <a16:creationId xmlns:a16="http://schemas.microsoft.com/office/drawing/2014/main" id="{76F5F335-BC00-47CF-8C0A-2EE6C1DA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70">
            <a:extLst xmlns:a="http://schemas.openxmlformats.org/drawingml/2006/main">
              <a:ext uri="{FF2B5EF4-FFF2-40B4-BE49-F238E27FC236}">
                <a16:creationId xmlns:a16="http://schemas.microsoft.com/office/drawing/2014/main" id="{8A4E24EE-A732-418C-819E-82E94531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471">
            <a:extLst xmlns:a="http://schemas.openxmlformats.org/drawingml/2006/main">
              <a:ext uri="{FF2B5EF4-FFF2-40B4-BE49-F238E27FC236}">
                <a16:creationId xmlns:a16="http://schemas.microsoft.com/office/drawing/2014/main" id="{92B04864-896E-4C74-9451-8EC30B26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472">
            <a:extLst xmlns:a="http://schemas.openxmlformats.org/drawingml/2006/main">
              <a:ext uri="{FF2B5EF4-FFF2-40B4-BE49-F238E27FC236}">
                <a16:creationId xmlns:a16="http://schemas.microsoft.com/office/drawing/2014/main" id="{3DF5F6AF-F442-4B32-9C35-39FEB788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73">
            <a:extLst xmlns:a="http://schemas.openxmlformats.org/drawingml/2006/main">
              <a:ext uri="{FF2B5EF4-FFF2-40B4-BE49-F238E27FC236}">
                <a16:creationId xmlns:a16="http://schemas.microsoft.com/office/drawing/2014/main" id="{BAA55C6D-7886-4BC9-8EB3-660C5482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74">
            <a:extLst xmlns:a="http://schemas.openxmlformats.org/drawingml/2006/main">
              <a:ext uri="{FF2B5EF4-FFF2-40B4-BE49-F238E27FC236}">
                <a16:creationId xmlns:a16="http://schemas.microsoft.com/office/drawing/2014/main" id="{00B6D9E4-409A-46DB-8D00-2F9968D3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475">
            <a:extLst xmlns:a="http://schemas.openxmlformats.org/drawingml/2006/main">
              <a:ext uri="{FF2B5EF4-FFF2-40B4-BE49-F238E27FC236}">
                <a16:creationId xmlns:a16="http://schemas.microsoft.com/office/drawing/2014/main" id="{EA623816-5B2D-47C9-87FA-9C3EA2AE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476">
            <a:extLst xmlns:a="http://schemas.openxmlformats.org/drawingml/2006/main">
              <a:ext uri="{FF2B5EF4-FFF2-40B4-BE49-F238E27FC236}">
                <a16:creationId xmlns:a16="http://schemas.microsoft.com/office/drawing/2014/main" id="{A8E8C906-1EE3-4FF5-9175-EABFCF6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77">
            <a:extLst xmlns:a="http://schemas.openxmlformats.org/drawingml/2006/main">
              <a:ext uri="{FF2B5EF4-FFF2-40B4-BE49-F238E27FC236}">
                <a16:creationId xmlns:a16="http://schemas.microsoft.com/office/drawing/2014/main" id="{7338AD4E-6C33-4567-86F6-8CADF1FC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78">
            <a:extLst xmlns:a="http://schemas.openxmlformats.org/drawingml/2006/main">
              <a:ext uri="{FF2B5EF4-FFF2-40B4-BE49-F238E27FC236}">
                <a16:creationId xmlns:a16="http://schemas.microsoft.com/office/drawing/2014/main" id="{034443CB-5A45-4457-99C9-CD357E3F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479">
            <a:extLst xmlns:a="http://schemas.openxmlformats.org/drawingml/2006/main">
              <a:ext uri="{FF2B5EF4-FFF2-40B4-BE49-F238E27FC236}">
                <a16:creationId xmlns:a16="http://schemas.microsoft.com/office/drawing/2014/main" id="{DA3D9C6A-7514-4932-B292-28906E0A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594">
            <a:extLst xmlns:a="http://schemas.openxmlformats.org/drawingml/2006/main">
              <a:ext uri="{FF2B5EF4-FFF2-40B4-BE49-F238E27FC236}">
                <a16:creationId xmlns:a16="http://schemas.microsoft.com/office/drawing/2014/main" id="{07D1F283-2DED-4BC2-9BF7-607D9F43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4f82891f134bd8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4fb41994094d10"/>
              </a:rPr>
              <a:t>Codex ↗</a:t>
            </a:r>
          </a:p>
        </p:txBody>
      </p:sp>
      <p:sp>
        <p:nvSpPr>
          <p:cNvPr id="23" name="shape-1675">
            <a:extLst xmlns:a="http://schemas.openxmlformats.org/drawingml/2006/main">
              <a:ext uri="{FF2B5EF4-FFF2-40B4-BE49-F238E27FC236}">
                <a16:creationId xmlns:a16="http://schemas.microsoft.com/office/drawing/2014/main" id="{EC30B100-BD2B-40FE-9FA5-07376AED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d3b5f63c94ab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6">
            <a:extLst xmlns:a="http://schemas.openxmlformats.org/drawingml/2006/main">
              <a:ext uri="{FF2B5EF4-FFF2-40B4-BE49-F238E27FC236}">
                <a16:creationId xmlns:a16="http://schemas.microsoft.com/office/drawing/2014/main" id="{5CE3DAAC-41B0-4853-84D2-8C32B85E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b47da9e394f0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7">
            <a:extLst xmlns:a="http://schemas.openxmlformats.org/drawingml/2006/main">
              <a:ext uri="{FF2B5EF4-FFF2-40B4-BE49-F238E27FC236}">
                <a16:creationId xmlns:a16="http://schemas.microsoft.com/office/drawing/2014/main" id="{9E7F3D2D-0094-4869-9D38-48B3543D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0135137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80">
            <a:extLst xmlns:a="http://schemas.openxmlformats.org/drawingml/2006/main">
              <a:ext uri="{FF2B5EF4-FFF2-40B4-BE49-F238E27FC236}">
                <a16:creationId xmlns:a16="http://schemas.microsoft.com/office/drawing/2014/main" id="{D97BE4D6-D159-48D5-BBF4-F0C84DB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E67121-8771-470B-B0E9-034AF87F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7" name="shape-14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82">
            <a:extLst xmlns:a="http://schemas.openxmlformats.org/drawingml/2006/main">
              <a:ext uri="{FF2B5EF4-FFF2-40B4-BE49-F238E27FC236}">
                <a16:creationId xmlns:a16="http://schemas.microsoft.com/office/drawing/2014/main" id="{7AC05BC2-B917-45D9-A94B-2242D427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54F94F-0FDB-462D-AA14-7F7950FC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483">
            <a:extLst xmlns:a="http://schemas.openxmlformats.org/drawingml/2006/main">
              <a:ext uri="{FF2B5EF4-FFF2-40B4-BE49-F238E27FC236}">
                <a16:creationId xmlns:a16="http://schemas.microsoft.com/office/drawing/2014/main" id="{9C7CBED5-E85D-4475-90CB-5A0D947D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84">
            <a:extLst xmlns:a="http://schemas.openxmlformats.org/drawingml/2006/main">
              <a:ext uri="{FF2B5EF4-FFF2-40B4-BE49-F238E27FC236}">
                <a16:creationId xmlns:a16="http://schemas.microsoft.com/office/drawing/2014/main" id="{A915B4DE-B4A1-452C-8113-4DCD99BE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85">
            <a:extLst xmlns:a="http://schemas.openxmlformats.org/drawingml/2006/main">
              <a:ext uri="{FF2B5EF4-FFF2-40B4-BE49-F238E27FC236}">
                <a16:creationId xmlns:a16="http://schemas.microsoft.com/office/drawing/2014/main" id="{0C857B33-15EF-47DE-B7AE-0C19477E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86">
            <a:extLst xmlns:a="http://schemas.openxmlformats.org/drawingml/2006/main">
              <a:ext uri="{FF2B5EF4-FFF2-40B4-BE49-F238E27FC236}">
                <a16:creationId xmlns:a16="http://schemas.microsoft.com/office/drawing/2014/main" id="{C1CB7F45-11D5-4580-A704-BFA2DF87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487">
            <a:extLst xmlns:a="http://schemas.openxmlformats.org/drawingml/2006/main">
              <a:ext uri="{FF2B5EF4-FFF2-40B4-BE49-F238E27FC236}">
                <a16:creationId xmlns:a16="http://schemas.microsoft.com/office/drawing/2014/main" id="{C3450FFD-528C-40C0-A43A-C733890F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88">
            <a:extLst xmlns:a="http://schemas.openxmlformats.org/drawingml/2006/main">
              <a:ext uri="{FF2B5EF4-FFF2-40B4-BE49-F238E27FC236}">
                <a16:creationId xmlns:a16="http://schemas.microsoft.com/office/drawing/2014/main" id="{44A1A1E2-D489-4798-87CF-830B996D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489">
            <a:extLst xmlns:a="http://schemas.openxmlformats.org/drawingml/2006/main">
              <a:ext uri="{FF2B5EF4-FFF2-40B4-BE49-F238E27FC236}">
                <a16:creationId xmlns:a16="http://schemas.microsoft.com/office/drawing/2014/main" id="{4E9FD4F3-C979-43CA-AE90-060B4DAC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90">
            <a:extLst xmlns:a="http://schemas.openxmlformats.org/drawingml/2006/main">
              <a:ext uri="{FF2B5EF4-FFF2-40B4-BE49-F238E27FC236}">
                <a16:creationId xmlns:a16="http://schemas.microsoft.com/office/drawing/2014/main" id="{B5316642-AF17-42B1-A876-A505154C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491">
            <a:extLst xmlns:a="http://schemas.openxmlformats.org/drawingml/2006/main">
              <a:ext uri="{FF2B5EF4-FFF2-40B4-BE49-F238E27FC236}">
                <a16:creationId xmlns:a16="http://schemas.microsoft.com/office/drawing/2014/main" id="{B8B4A250-6E26-47A2-B98D-855528D1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92">
            <a:extLst xmlns:a="http://schemas.openxmlformats.org/drawingml/2006/main">
              <a:ext uri="{FF2B5EF4-FFF2-40B4-BE49-F238E27FC236}">
                <a16:creationId xmlns:a16="http://schemas.microsoft.com/office/drawing/2014/main" id="{B5D15B80-F528-4E17-9BD4-528E7BAB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493">
            <a:extLst xmlns:a="http://schemas.openxmlformats.org/drawingml/2006/main">
              <a:ext uri="{FF2B5EF4-FFF2-40B4-BE49-F238E27FC236}">
                <a16:creationId xmlns:a16="http://schemas.microsoft.com/office/drawing/2014/main" id="{EF604CBA-965A-4E4D-A6BC-D937B555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94">
            <a:extLst xmlns:a="http://schemas.openxmlformats.org/drawingml/2006/main">
              <a:ext uri="{FF2B5EF4-FFF2-40B4-BE49-F238E27FC236}">
                <a16:creationId xmlns:a16="http://schemas.microsoft.com/office/drawing/2014/main" id="{08116AF9-4155-4AF4-9E29-A0DE6B42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95">
            <a:extLst xmlns:a="http://schemas.openxmlformats.org/drawingml/2006/main">
              <a:ext uri="{FF2B5EF4-FFF2-40B4-BE49-F238E27FC236}">
                <a16:creationId xmlns:a16="http://schemas.microsoft.com/office/drawing/2014/main" id="{0F35BB22-344E-405C-815A-AFE4DADA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595">
            <a:extLst xmlns:a="http://schemas.openxmlformats.org/drawingml/2006/main">
              <a:ext uri="{FF2B5EF4-FFF2-40B4-BE49-F238E27FC236}">
                <a16:creationId xmlns:a16="http://schemas.microsoft.com/office/drawing/2014/main" id="{64284322-0981-41BE-9550-D9F94627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5c7bf4ee23449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a21a5b3fb14f71"/>
              </a:rPr>
              <a:t>Codex ↗</a:t>
            </a:r>
          </a:p>
        </p:txBody>
      </p:sp>
      <p:sp>
        <p:nvSpPr>
          <p:cNvPr id="20" name="shape-1678">
            <a:extLst xmlns:a="http://schemas.openxmlformats.org/drawingml/2006/main">
              <a:ext uri="{FF2B5EF4-FFF2-40B4-BE49-F238E27FC236}">
                <a16:creationId xmlns:a16="http://schemas.microsoft.com/office/drawing/2014/main" id="{B0C6020E-4557-4787-B28B-D81D6F27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961bbaf1746d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79">
            <a:extLst xmlns:a="http://schemas.openxmlformats.org/drawingml/2006/main">
              <a:ext uri="{FF2B5EF4-FFF2-40B4-BE49-F238E27FC236}">
                <a16:creationId xmlns:a16="http://schemas.microsoft.com/office/drawing/2014/main" id="{40FA2D1E-798D-48C8-9275-771CB64E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52c29f7124ae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80">
            <a:extLst xmlns:a="http://schemas.openxmlformats.org/drawingml/2006/main">
              <a:ext uri="{FF2B5EF4-FFF2-40B4-BE49-F238E27FC236}">
                <a16:creationId xmlns:a16="http://schemas.microsoft.com/office/drawing/2014/main" id="{0083A040-4386-4D17-9E24-4EA989CEB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4204522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96">
            <a:extLst xmlns:a="http://schemas.openxmlformats.org/drawingml/2006/main">
              <a:ext uri="{FF2B5EF4-FFF2-40B4-BE49-F238E27FC236}">
                <a16:creationId xmlns:a16="http://schemas.microsoft.com/office/drawing/2014/main" id="{71CDDD07-3400-4F5B-972D-8076A505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78DE46-01BA-41B5-9040-7309268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4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98">
            <a:extLst xmlns:a="http://schemas.openxmlformats.org/drawingml/2006/main">
              <a:ext uri="{FF2B5EF4-FFF2-40B4-BE49-F238E27FC236}">
                <a16:creationId xmlns:a16="http://schemas.microsoft.com/office/drawing/2014/main" id="{5A7D11E4-7CC6-4B03-A79B-C8B343F2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09FF2DE-323E-4D7F-9FF6-311A1591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499">
            <a:extLst xmlns:a="http://schemas.openxmlformats.org/drawingml/2006/main">
              <a:ext uri="{FF2B5EF4-FFF2-40B4-BE49-F238E27FC236}">
                <a16:creationId xmlns:a16="http://schemas.microsoft.com/office/drawing/2014/main" id="{C7D56E49-5B7E-4F63-8C44-5BEB84B6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00">
            <a:extLst xmlns:a="http://schemas.openxmlformats.org/drawingml/2006/main">
              <a:ext uri="{FF2B5EF4-FFF2-40B4-BE49-F238E27FC236}">
                <a16:creationId xmlns:a16="http://schemas.microsoft.com/office/drawing/2014/main" id="{EA047633-F4F3-4E4E-B979-0A0638A28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01">
            <a:extLst xmlns:a="http://schemas.openxmlformats.org/drawingml/2006/main">
              <a:ext uri="{FF2B5EF4-FFF2-40B4-BE49-F238E27FC236}">
                <a16:creationId xmlns:a16="http://schemas.microsoft.com/office/drawing/2014/main" id="{E1C8C345-FB02-47F7-8E2B-14A1F30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02">
            <a:extLst xmlns:a="http://schemas.openxmlformats.org/drawingml/2006/main">
              <a:ext uri="{FF2B5EF4-FFF2-40B4-BE49-F238E27FC236}">
                <a16:creationId xmlns:a16="http://schemas.microsoft.com/office/drawing/2014/main" id="{0482CDFA-07CD-45B1-BF57-CFF73B36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503">
            <a:extLst xmlns:a="http://schemas.openxmlformats.org/drawingml/2006/main">
              <a:ext uri="{FF2B5EF4-FFF2-40B4-BE49-F238E27FC236}">
                <a16:creationId xmlns:a16="http://schemas.microsoft.com/office/drawing/2014/main" id="{BF1F8B0D-A540-43C2-A933-43DBBBB2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04">
            <a:extLst xmlns:a="http://schemas.openxmlformats.org/drawingml/2006/main">
              <a:ext uri="{FF2B5EF4-FFF2-40B4-BE49-F238E27FC236}">
                <a16:creationId xmlns:a16="http://schemas.microsoft.com/office/drawing/2014/main" id="{899434BB-0DCA-41EC-8036-040E6463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5">
            <a:extLst xmlns:a="http://schemas.openxmlformats.org/drawingml/2006/main">
              <a:ext uri="{FF2B5EF4-FFF2-40B4-BE49-F238E27FC236}">
                <a16:creationId xmlns:a16="http://schemas.microsoft.com/office/drawing/2014/main" id="{3961B856-F2A5-43F4-9283-3E2D0951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06">
            <a:extLst xmlns:a="http://schemas.openxmlformats.org/drawingml/2006/main">
              <a:ext uri="{FF2B5EF4-FFF2-40B4-BE49-F238E27FC236}">
                <a16:creationId xmlns:a16="http://schemas.microsoft.com/office/drawing/2014/main" id="{34FF1BB0-6209-449F-863F-E2E0D444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07">
            <a:extLst xmlns:a="http://schemas.openxmlformats.org/drawingml/2006/main">
              <a:ext uri="{FF2B5EF4-FFF2-40B4-BE49-F238E27FC236}">
                <a16:creationId xmlns:a16="http://schemas.microsoft.com/office/drawing/2014/main" id="{5D96AD57-7D82-4E20-B185-3DD97B5C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08">
            <a:extLst xmlns:a="http://schemas.openxmlformats.org/drawingml/2006/main">
              <a:ext uri="{FF2B5EF4-FFF2-40B4-BE49-F238E27FC236}">
                <a16:creationId xmlns:a16="http://schemas.microsoft.com/office/drawing/2014/main" id="{C7F7D4D0-70C8-4DFB-B283-825EC7C5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09">
            <a:extLst xmlns:a="http://schemas.openxmlformats.org/drawingml/2006/main">
              <a:ext uri="{FF2B5EF4-FFF2-40B4-BE49-F238E27FC236}">
                <a16:creationId xmlns:a16="http://schemas.microsoft.com/office/drawing/2014/main" id="{31B0AF95-5FC5-4D60-8896-7DCD3A4E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10">
            <a:extLst xmlns:a="http://schemas.openxmlformats.org/drawingml/2006/main">
              <a:ext uri="{FF2B5EF4-FFF2-40B4-BE49-F238E27FC236}">
                <a16:creationId xmlns:a16="http://schemas.microsoft.com/office/drawing/2014/main" id="{D47ACACD-104D-485A-9782-EE502940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11">
            <a:extLst xmlns:a="http://schemas.openxmlformats.org/drawingml/2006/main">
              <a:ext uri="{FF2B5EF4-FFF2-40B4-BE49-F238E27FC236}">
                <a16:creationId xmlns:a16="http://schemas.microsoft.com/office/drawing/2014/main" id="{36BB938D-102C-4F68-8454-162BE984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12">
            <a:extLst xmlns:a="http://schemas.openxmlformats.org/drawingml/2006/main">
              <a:ext uri="{FF2B5EF4-FFF2-40B4-BE49-F238E27FC236}">
                <a16:creationId xmlns:a16="http://schemas.microsoft.com/office/drawing/2014/main" id="{A09BA880-3DF4-4D7C-908F-CBA654ED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13">
            <a:extLst xmlns:a="http://schemas.openxmlformats.org/drawingml/2006/main">
              <a:ext uri="{FF2B5EF4-FFF2-40B4-BE49-F238E27FC236}">
                <a16:creationId xmlns:a16="http://schemas.microsoft.com/office/drawing/2014/main" id="{64C73886-C911-4FF6-9A28-04ED7B91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14">
            <a:extLst xmlns:a="http://schemas.openxmlformats.org/drawingml/2006/main">
              <a:ext uri="{FF2B5EF4-FFF2-40B4-BE49-F238E27FC236}">
                <a16:creationId xmlns:a16="http://schemas.microsoft.com/office/drawing/2014/main" id="{49C1F419-3C16-4238-9FD6-96A29D00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596">
            <a:extLst xmlns:a="http://schemas.openxmlformats.org/drawingml/2006/main">
              <a:ext uri="{FF2B5EF4-FFF2-40B4-BE49-F238E27FC236}">
                <a16:creationId xmlns:a16="http://schemas.microsoft.com/office/drawing/2014/main" id="{F6FDC05D-8E03-41A1-B827-1B06BC8A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cef7d8d38b42e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b48c5b257c94f1d"/>
              </a:rPr>
              <a:t>Codex ↗</a:t>
            </a:r>
          </a:p>
        </p:txBody>
      </p:sp>
      <p:sp>
        <p:nvSpPr>
          <p:cNvPr id="23" name="shape-1681">
            <a:extLst xmlns:a="http://schemas.openxmlformats.org/drawingml/2006/main">
              <a:ext uri="{FF2B5EF4-FFF2-40B4-BE49-F238E27FC236}">
                <a16:creationId xmlns:a16="http://schemas.microsoft.com/office/drawing/2014/main" id="{6A960B0A-70F4-458D-96D4-B0190426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114f61fc44e5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82">
            <a:extLst xmlns:a="http://schemas.openxmlformats.org/drawingml/2006/main">
              <a:ext uri="{FF2B5EF4-FFF2-40B4-BE49-F238E27FC236}">
                <a16:creationId xmlns:a16="http://schemas.microsoft.com/office/drawing/2014/main" id="{332259B5-971C-4603-A3EF-19ED5D1B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44b9f41714a4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83">
            <a:extLst xmlns:a="http://schemas.openxmlformats.org/drawingml/2006/main">
              <a:ext uri="{FF2B5EF4-FFF2-40B4-BE49-F238E27FC236}">
                <a16:creationId xmlns:a16="http://schemas.microsoft.com/office/drawing/2014/main" id="{092F1104-365C-48EE-8ABF-9332005E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982242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15">
            <a:extLst xmlns:a="http://schemas.openxmlformats.org/drawingml/2006/main">
              <a:ext uri="{FF2B5EF4-FFF2-40B4-BE49-F238E27FC236}">
                <a16:creationId xmlns:a16="http://schemas.microsoft.com/office/drawing/2014/main" id="{346984F9-6899-4F1B-96D9-33A21027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2BB2B8-FADA-4F1C-8AF4-6AA54011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17">
            <a:extLst xmlns:a="http://schemas.openxmlformats.org/drawingml/2006/main">
              <a:ext uri="{FF2B5EF4-FFF2-40B4-BE49-F238E27FC236}">
                <a16:creationId xmlns:a16="http://schemas.microsoft.com/office/drawing/2014/main" id="{3B8B28B2-7544-4F62-8A24-39F6CF78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79B8C7-3DBB-4162-908B-93B49106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1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19">
            <a:extLst xmlns:a="http://schemas.openxmlformats.org/drawingml/2006/main">
              <a:ext uri="{FF2B5EF4-FFF2-40B4-BE49-F238E27FC236}">
                <a16:creationId xmlns:a16="http://schemas.microsoft.com/office/drawing/2014/main" id="{7793835D-9551-4B45-B0CC-FDDB0CD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20">
            <a:extLst xmlns:a="http://schemas.openxmlformats.org/drawingml/2006/main">
              <a:ext uri="{FF2B5EF4-FFF2-40B4-BE49-F238E27FC236}">
                <a16:creationId xmlns:a16="http://schemas.microsoft.com/office/drawing/2014/main" id="{F152FB73-4BA4-4FFB-9B4A-CD95F678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21">
            <a:extLst xmlns:a="http://schemas.openxmlformats.org/drawingml/2006/main">
              <a:ext uri="{FF2B5EF4-FFF2-40B4-BE49-F238E27FC236}">
                <a16:creationId xmlns:a16="http://schemas.microsoft.com/office/drawing/2014/main" id="{9C2B5797-B1BF-4E57-B9AD-D9B5E165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22">
            <a:extLst xmlns:a="http://schemas.openxmlformats.org/drawingml/2006/main">
              <a:ext uri="{FF2B5EF4-FFF2-40B4-BE49-F238E27FC236}">
                <a16:creationId xmlns:a16="http://schemas.microsoft.com/office/drawing/2014/main" id="{06B7CA7E-023C-487A-9AE7-0A73F5A9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23">
            <a:extLst xmlns:a="http://schemas.openxmlformats.org/drawingml/2006/main">
              <a:ext uri="{FF2B5EF4-FFF2-40B4-BE49-F238E27FC236}">
                <a16:creationId xmlns:a16="http://schemas.microsoft.com/office/drawing/2014/main" id="{063924FA-F66F-4810-8D20-569DC98B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24">
            <a:extLst xmlns:a="http://schemas.openxmlformats.org/drawingml/2006/main">
              <a:ext uri="{FF2B5EF4-FFF2-40B4-BE49-F238E27FC236}">
                <a16:creationId xmlns:a16="http://schemas.microsoft.com/office/drawing/2014/main" id="{8B00E3ED-4D94-4ACC-A230-F6F265AD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25">
            <a:extLst xmlns:a="http://schemas.openxmlformats.org/drawingml/2006/main">
              <a:ext uri="{FF2B5EF4-FFF2-40B4-BE49-F238E27FC236}">
                <a16:creationId xmlns:a16="http://schemas.microsoft.com/office/drawing/2014/main" id="{86834190-8EC6-4F19-A88C-1ACC328F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26">
            <a:extLst xmlns:a="http://schemas.openxmlformats.org/drawingml/2006/main">
              <a:ext uri="{FF2B5EF4-FFF2-40B4-BE49-F238E27FC236}">
                <a16:creationId xmlns:a16="http://schemas.microsoft.com/office/drawing/2014/main" id="{2736705B-0C98-4AA7-9E4F-2649DF43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27">
            <a:extLst xmlns:a="http://schemas.openxmlformats.org/drawingml/2006/main">
              <a:ext uri="{FF2B5EF4-FFF2-40B4-BE49-F238E27FC236}">
                <a16:creationId xmlns:a16="http://schemas.microsoft.com/office/drawing/2014/main" id="{68AF1914-ACE9-45ED-AF4D-EA3295CC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28">
            <a:extLst xmlns:a="http://schemas.openxmlformats.org/drawingml/2006/main">
              <a:ext uri="{FF2B5EF4-FFF2-40B4-BE49-F238E27FC236}">
                <a16:creationId xmlns:a16="http://schemas.microsoft.com/office/drawing/2014/main" id="{471E342F-115B-47D3-8DF8-8D4EB87D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29">
            <a:extLst xmlns:a="http://schemas.openxmlformats.org/drawingml/2006/main">
              <a:ext uri="{FF2B5EF4-FFF2-40B4-BE49-F238E27FC236}">
                <a16:creationId xmlns:a16="http://schemas.microsoft.com/office/drawing/2014/main" id="{C5AC03FE-F5E9-4C18-B1EB-235693B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30">
            <a:extLst xmlns:a="http://schemas.openxmlformats.org/drawingml/2006/main">
              <a:ext uri="{FF2B5EF4-FFF2-40B4-BE49-F238E27FC236}">
                <a16:creationId xmlns:a16="http://schemas.microsoft.com/office/drawing/2014/main" id="{14792D77-118B-4B0B-936D-A880AA63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31">
            <a:extLst xmlns:a="http://schemas.openxmlformats.org/drawingml/2006/main">
              <a:ext uri="{FF2B5EF4-FFF2-40B4-BE49-F238E27FC236}">
                <a16:creationId xmlns:a16="http://schemas.microsoft.com/office/drawing/2014/main" id="{515A249B-FF69-438A-B9EF-C8ED30DF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32">
            <a:extLst xmlns:a="http://schemas.openxmlformats.org/drawingml/2006/main">
              <a:ext uri="{FF2B5EF4-FFF2-40B4-BE49-F238E27FC236}">
                <a16:creationId xmlns:a16="http://schemas.microsoft.com/office/drawing/2014/main" id="{918FE1AD-2D8A-4B17-9E9C-A6B88856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33">
            <a:extLst xmlns:a="http://schemas.openxmlformats.org/drawingml/2006/main">
              <a:ext uri="{FF2B5EF4-FFF2-40B4-BE49-F238E27FC236}">
                <a16:creationId xmlns:a16="http://schemas.microsoft.com/office/drawing/2014/main" id="{3AEDFA22-9A14-409E-9A04-D92BEFD8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34">
            <a:extLst xmlns:a="http://schemas.openxmlformats.org/drawingml/2006/main">
              <a:ext uri="{FF2B5EF4-FFF2-40B4-BE49-F238E27FC236}">
                <a16:creationId xmlns:a16="http://schemas.microsoft.com/office/drawing/2014/main" id="{8D766803-0E55-497F-B83E-D00648A0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35">
            <a:extLst xmlns:a="http://schemas.openxmlformats.org/drawingml/2006/main">
              <a:ext uri="{FF2B5EF4-FFF2-40B4-BE49-F238E27FC236}">
                <a16:creationId xmlns:a16="http://schemas.microsoft.com/office/drawing/2014/main" id="{105157E3-6709-42E7-AA50-BBAE24EB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36">
            <a:extLst xmlns:a="http://schemas.openxmlformats.org/drawingml/2006/main">
              <a:ext uri="{FF2B5EF4-FFF2-40B4-BE49-F238E27FC236}">
                <a16:creationId xmlns:a16="http://schemas.microsoft.com/office/drawing/2014/main" id="{00C70F26-6BE5-424D-9841-D2E4C08F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37">
            <a:extLst xmlns:a="http://schemas.openxmlformats.org/drawingml/2006/main">
              <a:ext uri="{FF2B5EF4-FFF2-40B4-BE49-F238E27FC236}">
                <a16:creationId xmlns:a16="http://schemas.microsoft.com/office/drawing/2014/main" id="{D6A34FD0-711B-46AB-A4B6-E11DF58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38">
            <a:extLst xmlns:a="http://schemas.openxmlformats.org/drawingml/2006/main">
              <a:ext uri="{FF2B5EF4-FFF2-40B4-BE49-F238E27FC236}">
                <a16:creationId xmlns:a16="http://schemas.microsoft.com/office/drawing/2014/main" id="{2CF81498-4101-434B-8DA7-05CF93B1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597">
            <a:extLst xmlns:a="http://schemas.openxmlformats.org/drawingml/2006/main">
              <a:ext uri="{FF2B5EF4-FFF2-40B4-BE49-F238E27FC236}">
                <a16:creationId xmlns:a16="http://schemas.microsoft.com/office/drawing/2014/main" id="{0A859751-5674-4FAB-A3DC-1C478F14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bf4f3f20104ad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41521591584fdc"/>
              </a:rPr>
              <a:t>Codex ↗</a:t>
            </a:r>
          </a:p>
        </p:txBody>
      </p:sp>
      <p:sp>
        <p:nvSpPr>
          <p:cNvPr id="28" name="shape-1684">
            <a:extLst xmlns:a="http://schemas.openxmlformats.org/drawingml/2006/main">
              <a:ext uri="{FF2B5EF4-FFF2-40B4-BE49-F238E27FC236}">
                <a16:creationId xmlns:a16="http://schemas.microsoft.com/office/drawing/2014/main" id="{227EBFFA-9CD0-4A5A-9369-EBE80F5C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02c6f54a34cb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685">
            <a:extLst xmlns:a="http://schemas.openxmlformats.org/drawingml/2006/main">
              <a:ext uri="{FF2B5EF4-FFF2-40B4-BE49-F238E27FC236}">
                <a16:creationId xmlns:a16="http://schemas.microsoft.com/office/drawing/2014/main" id="{8E608B70-7EC8-417D-826E-0286EA73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0bf070cff144e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686">
            <a:extLst xmlns:a="http://schemas.openxmlformats.org/drawingml/2006/main">
              <a:ext uri="{FF2B5EF4-FFF2-40B4-BE49-F238E27FC236}">
                <a16:creationId xmlns:a16="http://schemas.microsoft.com/office/drawing/2014/main" id="{40E3A4B9-6EEF-4821-9BE9-6D61377C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8532463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539">
            <a:extLst xmlns:a="http://schemas.openxmlformats.org/drawingml/2006/main">
              <a:ext uri="{FF2B5EF4-FFF2-40B4-BE49-F238E27FC236}">
                <a16:creationId xmlns:a16="http://schemas.microsoft.com/office/drawing/2014/main" id="{AD5ACB29-38BD-4D3F-B669-64433305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7D392A-FCCB-4EDD-B0C4-319A08BB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37" name="shape-15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41">
            <a:extLst xmlns:a="http://schemas.openxmlformats.org/drawingml/2006/main">
              <a:ext uri="{FF2B5EF4-FFF2-40B4-BE49-F238E27FC236}">
                <a16:creationId xmlns:a16="http://schemas.microsoft.com/office/drawing/2014/main" id="{B1367820-9DE2-4A0C-9EBB-61E0194C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28CC50-2309-489D-9DFC-1D10A334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42">
            <a:extLst xmlns:a="http://schemas.openxmlformats.org/drawingml/2006/main">
              <a:ext uri="{FF2B5EF4-FFF2-40B4-BE49-F238E27FC236}">
                <a16:creationId xmlns:a16="http://schemas.microsoft.com/office/drawing/2014/main" id="{70E40CA2-782A-4CC8-A72C-B9150F14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43">
            <a:extLst xmlns:a="http://schemas.openxmlformats.org/drawingml/2006/main">
              <a:ext uri="{FF2B5EF4-FFF2-40B4-BE49-F238E27FC236}">
                <a16:creationId xmlns:a16="http://schemas.microsoft.com/office/drawing/2014/main" id="{6D293DC8-1BFA-4B23-B1B1-CC1C09DD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44">
            <a:extLst xmlns:a="http://schemas.openxmlformats.org/drawingml/2006/main">
              <a:ext uri="{FF2B5EF4-FFF2-40B4-BE49-F238E27FC236}">
                <a16:creationId xmlns:a16="http://schemas.microsoft.com/office/drawing/2014/main" id="{88F2AA73-E2E6-490C-AEA8-862A1FED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5d2bb468a3240db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bfcea93a04e69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45">
            <a:extLst xmlns:a="http://schemas.openxmlformats.org/drawingml/2006/main">
              <a:ext uri="{FF2B5EF4-FFF2-40B4-BE49-F238E27FC236}">
                <a16:creationId xmlns:a16="http://schemas.microsoft.com/office/drawing/2014/main" id="{34A42B7F-D193-4AE7-9B7B-08DCB6C14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6">
            <a:extLst xmlns:a="http://schemas.openxmlformats.org/drawingml/2006/main">
              <a:ext uri="{FF2B5EF4-FFF2-40B4-BE49-F238E27FC236}">
                <a16:creationId xmlns:a16="http://schemas.microsoft.com/office/drawing/2014/main" id="{D96DBC6F-E8B7-44A8-A0F3-8F9CA45E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47">
            <a:extLst xmlns:a="http://schemas.openxmlformats.org/drawingml/2006/main">
              <a:ext uri="{FF2B5EF4-FFF2-40B4-BE49-F238E27FC236}">
                <a16:creationId xmlns:a16="http://schemas.microsoft.com/office/drawing/2014/main" id="{19717561-B445-4E00-957C-57BD0E7D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28307b35b1c4efc"/>
              </a:rPr>
              <a:t>https://antigravity.google/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2517cda5e452a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48">
            <a:extLst xmlns:a="http://schemas.openxmlformats.org/drawingml/2006/main">
              <a:ext uri="{FF2B5EF4-FFF2-40B4-BE49-F238E27FC236}">
                <a16:creationId xmlns:a16="http://schemas.microsoft.com/office/drawing/2014/main" id="{8B86EDE2-1AB7-4D5E-A020-B1F36FF1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49">
            <a:extLst xmlns:a="http://schemas.openxmlformats.org/drawingml/2006/main">
              <a:ext uri="{FF2B5EF4-FFF2-40B4-BE49-F238E27FC236}">
                <a16:creationId xmlns:a16="http://schemas.microsoft.com/office/drawing/2014/main" id="{B4AEE12F-DA1C-406B-BEC9-A02ADF34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50">
            <a:extLst xmlns:a="http://schemas.openxmlformats.org/drawingml/2006/main">
              <a:ext uri="{FF2B5EF4-FFF2-40B4-BE49-F238E27FC236}">
                <a16:creationId xmlns:a16="http://schemas.microsoft.com/office/drawing/2014/main" id="{75911A85-D456-4170-9C89-133717D0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b26d6ebca6d4d9a"/>
              </a:rPr>
              <a:t>https://chatgpt.com/codex/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89333c54214b38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51">
            <a:extLst xmlns:a="http://schemas.openxmlformats.org/drawingml/2006/main">
              <a:ext uri="{FF2B5EF4-FFF2-40B4-BE49-F238E27FC236}">
                <a16:creationId xmlns:a16="http://schemas.microsoft.com/office/drawing/2014/main" id="{FAE40647-F7ED-410E-9107-86106C1D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2">
            <a:extLst xmlns:a="http://schemas.openxmlformats.org/drawingml/2006/main">
              <a:ext uri="{FF2B5EF4-FFF2-40B4-BE49-F238E27FC236}">
                <a16:creationId xmlns:a16="http://schemas.microsoft.com/office/drawing/2014/main" id="{BC7F9FEE-B9A9-4382-AC77-3957A435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0" name="text-1553">
            <a:extLst xmlns:a="http://schemas.openxmlformats.org/drawingml/2006/main">
              <a:ext uri="{FF2B5EF4-FFF2-40B4-BE49-F238E27FC236}">
                <a16:creationId xmlns:a16="http://schemas.microsoft.com/office/drawing/2014/main" id="{4C86DACB-B587-44DD-9B65-FEAD8B96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25c61b4d7b84d79"/>
              </a:rPr>
              <a:t>https://codelabs.developers.google.com/getting-started-with-antigravity-skills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10ec5ecaf4b9f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54">
            <a:extLst xmlns:a="http://schemas.openxmlformats.org/drawingml/2006/main">
              <a:ext uri="{FF2B5EF4-FFF2-40B4-BE49-F238E27FC236}">
                <a16:creationId xmlns:a16="http://schemas.microsoft.com/office/drawing/2014/main" id="{A9BB078D-BEEB-4C2F-BE0C-29EE1F58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55">
            <a:extLst xmlns:a="http://schemas.openxmlformats.org/drawingml/2006/main">
              <a:ext uri="{FF2B5EF4-FFF2-40B4-BE49-F238E27FC236}">
                <a16:creationId xmlns:a16="http://schemas.microsoft.com/office/drawing/2014/main" id="{947374D5-DB50-482E-9707-166F4990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4" name="text-1556">
            <a:extLst xmlns:a="http://schemas.openxmlformats.org/drawingml/2006/main">
              <a:ext uri="{FF2B5EF4-FFF2-40B4-BE49-F238E27FC236}">
                <a16:creationId xmlns:a16="http://schemas.microsoft.com/office/drawing/2014/main" id="{E2E7B286-57D1-4DB1-9D85-CE9CA950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3c7b7ab5d4f4591"/>
              </a:rPr>
              <a:t>../04_實作工具/提示詞快捷面板_研習用.html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9d2a3d14d49d2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57">
            <a:extLst xmlns:a="http://schemas.openxmlformats.org/drawingml/2006/main">
              <a:ext uri="{FF2B5EF4-FFF2-40B4-BE49-F238E27FC236}">
                <a16:creationId xmlns:a16="http://schemas.microsoft.com/office/drawing/2014/main" id="{A00206BC-829E-4F63-AB11-AA989C2A2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58">
            <a:extLst xmlns:a="http://schemas.openxmlformats.org/drawingml/2006/main">
              <a:ext uri="{FF2B5EF4-FFF2-40B4-BE49-F238E27FC236}">
                <a16:creationId xmlns:a16="http://schemas.microsoft.com/office/drawing/2014/main" id="{EF2B0309-A646-485D-B030-597C480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28" name="text-1559">
            <a:extLst xmlns:a="http://schemas.openxmlformats.org/drawingml/2006/main">
              <a:ext uri="{FF2B5EF4-FFF2-40B4-BE49-F238E27FC236}">
                <a16:creationId xmlns:a16="http://schemas.microsoft.com/office/drawing/2014/main" id="{B2AFA4D9-9C9B-4C34-A157-96F03CB7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fc73abbdf6a47c3"/>
              </a:rPr>
              <a:t>https://cagoooo.github.io/Akai/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78bd848424a94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60">
            <a:extLst xmlns:a="http://schemas.openxmlformats.org/drawingml/2006/main">
              <a:ext uri="{FF2B5EF4-FFF2-40B4-BE49-F238E27FC236}">
                <a16:creationId xmlns:a16="http://schemas.microsoft.com/office/drawing/2014/main" id="{22B8ED82-30AB-483B-AF0C-73DE5AF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61">
            <a:extLst xmlns:a="http://schemas.openxmlformats.org/drawingml/2006/main">
              <a:ext uri="{FF2B5EF4-FFF2-40B4-BE49-F238E27FC236}">
                <a16:creationId xmlns:a16="http://schemas.microsoft.com/office/drawing/2014/main" id="{BFE0ADE5-15B0-4020-B3AE-15A20C72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2" name="text-1562">
            <a:extLst xmlns:a="http://schemas.openxmlformats.org/drawingml/2006/main">
              <a:ext uri="{FF2B5EF4-FFF2-40B4-BE49-F238E27FC236}">
                <a16:creationId xmlns:a16="http://schemas.microsoft.com/office/drawing/2014/main" id="{C80F9A7A-236D-4139-9EC9-259855C1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edb510c2fb04658"/>
              </a:rPr>
              <a:t>https://www.iea.nl/sites/default/files/2025-10/GA66_PIRLS%202026.pdf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37b8d540e47f6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1563">
            <a:extLst xmlns:a="http://schemas.openxmlformats.org/drawingml/2006/main">
              <a:ext uri="{FF2B5EF4-FFF2-40B4-BE49-F238E27FC236}">
                <a16:creationId xmlns:a16="http://schemas.microsoft.com/office/drawing/2014/main" id="{779CA518-E2FB-44B2-92EE-16D4B6FD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875557397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2026-08-13T02:53:40.5670000Z</dcterms:created>
  <dcterms:modified xsi:type="dcterms:W3CDTF">2026-08-13T02:53:40.5670000Z</dcterms:modified>
</coreProperties>
</file>