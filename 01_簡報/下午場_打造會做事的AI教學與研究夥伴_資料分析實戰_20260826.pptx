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56b584b29a40dd" /><Relationship Type="http://schemas.openxmlformats.org/officeDocument/2006/relationships/extended-properties" Target="/docProps/app.xml" Id="R22eedfa12b694cf9" /><Relationship Type="http://schemas.openxmlformats.org/officeDocument/2006/relationships/officeDocument" Target="/ppt/presentation.xml" Id="R3791842a22c349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4d488ed6964c64"/>
  </p:sldMasterIdLst>
  <p:notesMasterIdLst>
    <p:notesMasterId xmlns:r="http://schemas.openxmlformats.org/officeDocument/2006/relationships" r:id="R87115dc071134f06"/>
  </p:notesMasterIdLst>
  <p:sldIdLst>
    <p:sldId xmlns:r="http://schemas.openxmlformats.org/officeDocument/2006/relationships" id="256" r:id="Ra66025b71fdb426c"/>
    <p:sldId xmlns:r="http://schemas.openxmlformats.org/officeDocument/2006/relationships" id="257" r:id="R44e083b7ee524328"/>
    <p:sldId xmlns:r="http://schemas.openxmlformats.org/officeDocument/2006/relationships" id="258" r:id="R8f5707f9270644c9"/>
    <p:sldId xmlns:r="http://schemas.openxmlformats.org/officeDocument/2006/relationships" id="259" r:id="R5160f3ca6913458b"/>
    <p:sldId xmlns:r="http://schemas.openxmlformats.org/officeDocument/2006/relationships" id="260" r:id="Rc8c829261bf044c6"/>
    <p:sldId xmlns:r="http://schemas.openxmlformats.org/officeDocument/2006/relationships" id="261" r:id="R9aa817d39e064b75"/>
    <p:sldId xmlns:r="http://schemas.openxmlformats.org/officeDocument/2006/relationships" id="262" r:id="R6f3537f4825e443e"/>
    <p:sldId xmlns:r="http://schemas.openxmlformats.org/officeDocument/2006/relationships" id="263" r:id="R0279ae2d002e405d"/>
    <p:sldId xmlns:r="http://schemas.openxmlformats.org/officeDocument/2006/relationships" id="264" r:id="Rd07466766bf04166"/>
    <p:sldId xmlns:r="http://schemas.openxmlformats.org/officeDocument/2006/relationships" id="265" r:id="R5b599eff8db14899"/>
    <p:sldId xmlns:r="http://schemas.openxmlformats.org/officeDocument/2006/relationships" id="266" r:id="Rddcc77996f7c4995"/>
    <p:sldId xmlns:r="http://schemas.openxmlformats.org/officeDocument/2006/relationships" id="267" r:id="R74e550eed6384829"/>
    <p:sldId xmlns:r="http://schemas.openxmlformats.org/officeDocument/2006/relationships" id="268" r:id="R661666f7832e4c98"/>
    <p:sldId xmlns:r="http://schemas.openxmlformats.org/officeDocument/2006/relationships" id="269" r:id="R8299ef4b6cde4201"/>
    <p:sldId xmlns:r="http://schemas.openxmlformats.org/officeDocument/2006/relationships" id="270" r:id="Red507909bfc2432b"/>
    <p:sldId xmlns:r="http://schemas.openxmlformats.org/officeDocument/2006/relationships" id="271" r:id="Rce22dbbff2ba4709"/>
    <p:sldId xmlns:r="http://schemas.openxmlformats.org/officeDocument/2006/relationships" id="272" r:id="R19815ddb9aa64df4"/>
    <p:sldId xmlns:r="http://schemas.openxmlformats.org/officeDocument/2006/relationships" id="273" r:id="Rc8d9bce3465b41d2"/>
    <p:sldId xmlns:r="http://schemas.openxmlformats.org/officeDocument/2006/relationships" id="274" r:id="R84c8d828c74c4ba4"/>
    <p:sldId xmlns:r="http://schemas.openxmlformats.org/officeDocument/2006/relationships" id="275" r:id="Rf73f757bed89424f"/>
    <p:sldId xmlns:r="http://schemas.openxmlformats.org/officeDocument/2006/relationships" id="276" r:id="R6c43dc62665d4b86"/>
    <p:sldId xmlns:r="http://schemas.openxmlformats.org/officeDocument/2006/relationships" id="277" r:id="R0fb0d58fce73418d"/>
    <p:sldId xmlns:r="http://schemas.openxmlformats.org/officeDocument/2006/relationships" id="278" r:id="Rc933126976794e14"/>
    <p:sldId xmlns:r="http://schemas.openxmlformats.org/officeDocument/2006/relationships" id="279" r:id="Read2a4e8f48e44cd"/>
    <p:sldId xmlns:r="http://schemas.openxmlformats.org/officeDocument/2006/relationships" id="280" r:id="R61533c62dba34112"/>
    <p:sldId xmlns:r="http://schemas.openxmlformats.org/officeDocument/2006/relationships" id="281" r:id="R51718cfd184347da"/>
    <p:sldId xmlns:r="http://schemas.openxmlformats.org/officeDocument/2006/relationships" id="282" r:id="Re6241910bfa142ec"/>
    <p:sldId xmlns:r="http://schemas.openxmlformats.org/officeDocument/2006/relationships" id="283" r:id="R2bf1db48dccb4a82"/>
    <p:sldId xmlns:r="http://schemas.openxmlformats.org/officeDocument/2006/relationships" id="284" r:id="R8caa509179924ecd"/>
    <p:sldId xmlns:r="http://schemas.openxmlformats.org/officeDocument/2006/relationships" id="285" r:id="R88abbd4b98384a4e"/>
    <p:sldId xmlns:r="http://schemas.openxmlformats.org/officeDocument/2006/relationships" id="286" r:id="Ra84c47ff917c464a"/>
    <p:sldId xmlns:r="http://schemas.openxmlformats.org/officeDocument/2006/relationships" id="287" r:id="R61eb2dd5a0bd4d37"/>
    <p:sldId xmlns:r="http://schemas.openxmlformats.org/officeDocument/2006/relationships" id="288" r:id="Rffaea57973b54f35"/>
    <p:sldId xmlns:r="http://schemas.openxmlformats.org/officeDocument/2006/relationships" id="289" r:id="R0ece0796a5ee4aae"/>
    <p:sldId xmlns:r="http://schemas.openxmlformats.org/officeDocument/2006/relationships" id="290" r:id="Ra21856d1f5444d4b"/>
    <p:sldId xmlns:r="http://schemas.openxmlformats.org/officeDocument/2006/relationships" id="291" r:id="R52d72ea6bd3b4b50"/>
    <p:sldId xmlns:r="http://schemas.openxmlformats.org/officeDocument/2006/relationships" id="292" r:id="R30cdbd3538ed446d"/>
    <p:sldId xmlns:r="http://schemas.openxmlformats.org/officeDocument/2006/relationships" id="293" r:id="Rb045ad28387c4a4a"/>
    <p:sldId xmlns:r="http://schemas.openxmlformats.org/officeDocument/2006/relationships" id="294" r:id="R8e27f41d70ba46d9"/>
    <p:sldId xmlns:r="http://schemas.openxmlformats.org/officeDocument/2006/relationships" id="295" r:id="Rf643ea7f198f40e5"/>
    <p:sldId xmlns:r="http://schemas.openxmlformats.org/officeDocument/2006/relationships" id="296" r:id="R17440b814cc14acc"/>
    <p:sldId xmlns:r="http://schemas.openxmlformats.org/officeDocument/2006/relationships" id="297" r:id="Rf19280939148409a"/>
    <p:sldId xmlns:r="http://schemas.openxmlformats.org/officeDocument/2006/relationships" id="298" r:id="R5bdd3b147a8044dd"/>
    <p:sldId xmlns:r="http://schemas.openxmlformats.org/officeDocument/2006/relationships" id="299" r:id="R4ad8f46628344e6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22fa818e984490" /><Relationship Type="http://schemas.openxmlformats.org/officeDocument/2006/relationships/slideMaster" Target="/ppt/slideMasters/slideMaster1.xml" Id="Ra24d488ed6964c64" /><Relationship Type="http://schemas.openxmlformats.org/officeDocument/2006/relationships/notesMaster" Target="/ppt/notesMasters/notesMaster1.xml" Id="R87115dc071134f06" /><Relationship Type="http://schemas.openxmlformats.org/officeDocument/2006/relationships/presProps" Target="/ppt/presProps.xml" Id="R1e47386796484681" /><Relationship Type="http://schemas.openxmlformats.org/officeDocument/2006/relationships/tableStyles" Target="/ppt/tableStyles.xml" Id="R4e33e68ff7d34465" /><Relationship Type="http://schemas.openxmlformats.org/officeDocument/2006/relationships/slide" Target="/ppt/slides/slide1.xml" Id="Ra66025b71fdb426c" /><Relationship Type="http://schemas.openxmlformats.org/officeDocument/2006/relationships/slide" Target="/ppt/slides/slide2.xml" Id="R44e083b7ee524328" /><Relationship Type="http://schemas.openxmlformats.org/officeDocument/2006/relationships/slide" Target="/ppt/slides/slide3.xml" Id="R8f5707f9270644c9" /><Relationship Type="http://schemas.openxmlformats.org/officeDocument/2006/relationships/slide" Target="/ppt/slides/slide4.xml" Id="R5160f3ca6913458b" /><Relationship Type="http://schemas.openxmlformats.org/officeDocument/2006/relationships/slide" Target="/ppt/slides/slide5.xml" Id="Rc8c829261bf044c6" /><Relationship Type="http://schemas.openxmlformats.org/officeDocument/2006/relationships/slide" Target="/ppt/slides/slide6.xml" Id="R9aa817d39e064b75" /><Relationship Type="http://schemas.openxmlformats.org/officeDocument/2006/relationships/slide" Target="/ppt/slides/slide7.xml" Id="R6f3537f4825e443e" /><Relationship Type="http://schemas.openxmlformats.org/officeDocument/2006/relationships/slide" Target="/ppt/slides/slide8.xml" Id="R0279ae2d002e405d" /><Relationship Type="http://schemas.openxmlformats.org/officeDocument/2006/relationships/slide" Target="/ppt/slides/slide9.xml" Id="Rd07466766bf04166" /><Relationship Type="http://schemas.openxmlformats.org/officeDocument/2006/relationships/slide" Target="/ppt/slides/slide10.xml" Id="R5b599eff8db14899" /><Relationship Type="http://schemas.openxmlformats.org/officeDocument/2006/relationships/slide" Target="/ppt/slides/slide11.xml" Id="Rddcc77996f7c4995" /><Relationship Type="http://schemas.openxmlformats.org/officeDocument/2006/relationships/slide" Target="/ppt/slides/slide12.xml" Id="R74e550eed6384829" /><Relationship Type="http://schemas.openxmlformats.org/officeDocument/2006/relationships/slide" Target="/ppt/slides/slide13.xml" Id="R661666f7832e4c98" /><Relationship Type="http://schemas.openxmlformats.org/officeDocument/2006/relationships/slide" Target="/ppt/slides/slide14.xml" Id="R8299ef4b6cde4201" /><Relationship Type="http://schemas.openxmlformats.org/officeDocument/2006/relationships/slide" Target="/ppt/slides/slide15.xml" Id="Red507909bfc2432b" /><Relationship Type="http://schemas.openxmlformats.org/officeDocument/2006/relationships/slide" Target="/ppt/slides/slide16.xml" Id="Rce22dbbff2ba4709" /><Relationship Type="http://schemas.openxmlformats.org/officeDocument/2006/relationships/slide" Target="/ppt/slides/slide17.xml" Id="R19815ddb9aa64df4" /><Relationship Type="http://schemas.openxmlformats.org/officeDocument/2006/relationships/slide" Target="/ppt/slides/slide18.xml" Id="Rc8d9bce3465b41d2" /><Relationship Type="http://schemas.openxmlformats.org/officeDocument/2006/relationships/slide" Target="/ppt/slides/slide19.xml" Id="R84c8d828c74c4ba4" /><Relationship Type="http://schemas.openxmlformats.org/officeDocument/2006/relationships/slide" Target="/ppt/slides/slide20.xml" Id="Rf73f757bed89424f" /><Relationship Type="http://schemas.openxmlformats.org/officeDocument/2006/relationships/slide" Target="/ppt/slides/slide21.xml" Id="R6c43dc62665d4b86" /><Relationship Type="http://schemas.openxmlformats.org/officeDocument/2006/relationships/slide" Target="/ppt/slides/slide22.xml" Id="R0fb0d58fce73418d" /><Relationship Type="http://schemas.openxmlformats.org/officeDocument/2006/relationships/slide" Target="/ppt/slides/slide23.xml" Id="Rc933126976794e14" /><Relationship Type="http://schemas.openxmlformats.org/officeDocument/2006/relationships/slide" Target="/ppt/slides/slide24.xml" Id="Read2a4e8f48e44cd" /><Relationship Type="http://schemas.openxmlformats.org/officeDocument/2006/relationships/slide" Target="/ppt/slides/slide25.xml" Id="R61533c62dba34112" /><Relationship Type="http://schemas.openxmlformats.org/officeDocument/2006/relationships/slide" Target="/ppt/slides/slide26.xml" Id="R51718cfd184347da" /><Relationship Type="http://schemas.openxmlformats.org/officeDocument/2006/relationships/slide" Target="/ppt/slides/slide27.xml" Id="Re6241910bfa142ec" /><Relationship Type="http://schemas.openxmlformats.org/officeDocument/2006/relationships/slide" Target="/ppt/slides/slide28.xml" Id="R2bf1db48dccb4a82" /><Relationship Type="http://schemas.openxmlformats.org/officeDocument/2006/relationships/slide" Target="/ppt/slides/slide29.xml" Id="R8caa509179924ecd" /><Relationship Type="http://schemas.openxmlformats.org/officeDocument/2006/relationships/slide" Target="/ppt/slides/slide30.xml" Id="R88abbd4b98384a4e" /><Relationship Type="http://schemas.openxmlformats.org/officeDocument/2006/relationships/slide" Target="/ppt/slides/slide31.xml" Id="Ra84c47ff917c464a" /><Relationship Type="http://schemas.openxmlformats.org/officeDocument/2006/relationships/slide" Target="/ppt/slides/slide32.xml" Id="R61eb2dd5a0bd4d37" /><Relationship Type="http://schemas.openxmlformats.org/officeDocument/2006/relationships/slide" Target="/ppt/slides/slide33.xml" Id="Rffaea57973b54f35" /><Relationship Type="http://schemas.openxmlformats.org/officeDocument/2006/relationships/slide" Target="/ppt/slides/slide34.xml" Id="R0ece0796a5ee4aae" /><Relationship Type="http://schemas.openxmlformats.org/officeDocument/2006/relationships/slide" Target="/ppt/slides/slide35.xml" Id="Ra21856d1f5444d4b" /><Relationship Type="http://schemas.openxmlformats.org/officeDocument/2006/relationships/slide" Target="/ppt/slides/slide36.xml" Id="R52d72ea6bd3b4b50" /><Relationship Type="http://schemas.openxmlformats.org/officeDocument/2006/relationships/slide" Target="/ppt/slides/slide37.xml" Id="R30cdbd3538ed446d" /><Relationship Type="http://schemas.openxmlformats.org/officeDocument/2006/relationships/slide" Target="/ppt/slides/slide38.xml" Id="Rb045ad28387c4a4a" /><Relationship Type="http://schemas.openxmlformats.org/officeDocument/2006/relationships/slide" Target="/ppt/slides/slide39.xml" Id="R8e27f41d70ba46d9" /><Relationship Type="http://schemas.openxmlformats.org/officeDocument/2006/relationships/slide" Target="/ppt/slides/slide40.xml" Id="Rf643ea7f198f40e5" /><Relationship Type="http://schemas.openxmlformats.org/officeDocument/2006/relationships/slide" Target="/ppt/slides/slide41.xml" Id="R17440b814cc14acc" /><Relationship Type="http://schemas.openxmlformats.org/officeDocument/2006/relationships/slide" Target="/ppt/slides/slide42.xml" Id="Rf19280939148409a" /><Relationship Type="http://schemas.openxmlformats.org/officeDocument/2006/relationships/slide" Target="/ppt/slides/slide43.xml" Id="R5bdd3b147a8044dd" /><Relationship Type="http://schemas.openxmlformats.org/officeDocument/2006/relationships/slide" Target="/ppt/slides/slide44.xml" Id="R4ad8f46628344e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6e1dc1f41449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eccc77589d4789" /><Relationship Type="http://schemas.openxmlformats.org/officeDocument/2006/relationships/notesMaster" Target="/ppt/notesMasters/notesMaster1.xml" Id="Rb64109b70a8248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c624f21b7f44b1" /><Relationship Type="http://schemas.openxmlformats.org/officeDocument/2006/relationships/notesMaster" Target="/ppt/notesMasters/notesMaster1.xml" Id="R29348cace85e4a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506de37b6f45e5" /><Relationship Type="http://schemas.openxmlformats.org/officeDocument/2006/relationships/notesMaster" Target="/ppt/notesMasters/notesMaster1.xml" Id="R293fa55acf2048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190b3ff49b4ec0" /><Relationship Type="http://schemas.openxmlformats.org/officeDocument/2006/relationships/notesMaster" Target="/ppt/notesMasters/notesMaster1.xml" Id="Rb211631963a545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fab358464d540f4" /><Relationship Type="http://schemas.openxmlformats.org/officeDocument/2006/relationships/notesMaster" Target="/ppt/notesMasters/notesMaster1.xml" Id="R85d353608c5441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cf3e04037f4c62" /><Relationship Type="http://schemas.openxmlformats.org/officeDocument/2006/relationships/notesMaster" Target="/ppt/notesMasters/notesMaster1.xml" Id="R8b7e781e41cf4ed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30675b49a854e5c" /><Relationship Type="http://schemas.openxmlformats.org/officeDocument/2006/relationships/notesMaster" Target="/ppt/notesMasters/notesMaster1.xml" Id="Rfe5e433af66549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765a0e45a04b54" /><Relationship Type="http://schemas.openxmlformats.org/officeDocument/2006/relationships/notesMaster" Target="/ppt/notesMasters/notesMaster1.xml" Id="R89e81852ee87406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b8d7ce01cb4a20" /><Relationship Type="http://schemas.openxmlformats.org/officeDocument/2006/relationships/notesMaster" Target="/ppt/notesMasters/notesMaster1.xml" Id="R30478c71cc5d4d5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4683d7687a145a2" /><Relationship Type="http://schemas.openxmlformats.org/officeDocument/2006/relationships/notesMaster" Target="/ppt/notesMasters/notesMaster1.xml" Id="Rb5478bdfc90a4dc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b01bad43ed943cb" /><Relationship Type="http://schemas.openxmlformats.org/officeDocument/2006/relationships/notesMaster" Target="/ppt/notesMasters/notesMaster1.xml" Id="R3761ef553fd14be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c1484ac908c4937" /><Relationship Type="http://schemas.openxmlformats.org/officeDocument/2006/relationships/notesMaster" Target="/ppt/notesMasters/notesMaster1.xml" Id="Rba11343492c6463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f9bc3467dbc4183" /><Relationship Type="http://schemas.openxmlformats.org/officeDocument/2006/relationships/notesMaster" Target="/ppt/notesMasters/notesMaster1.xml" Id="R18792227cac84d9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0d5bb167f184928" /><Relationship Type="http://schemas.openxmlformats.org/officeDocument/2006/relationships/notesMaster" Target="/ppt/notesMasters/notesMaster1.xml" Id="R732269bbccea43f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1185acc3def4800" /><Relationship Type="http://schemas.openxmlformats.org/officeDocument/2006/relationships/notesMaster" Target="/ppt/notesMasters/notesMaster1.xml" Id="R23f701787dda4ac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ee564981c07477b" /><Relationship Type="http://schemas.openxmlformats.org/officeDocument/2006/relationships/notesMaster" Target="/ppt/notesMasters/notesMaster1.xml" Id="R4adbe8998f49412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16d5989364b4b56" /><Relationship Type="http://schemas.openxmlformats.org/officeDocument/2006/relationships/notesMaster" Target="/ppt/notesMasters/notesMaster1.xml" Id="Rb5c7238526464ae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90a3d229f7f45e8" /><Relationship Type="http://schemas.openxmlformats.org/officeDocument/2006/relationships/notesMaster" Target="/ppt/notesMasters/notesMaster1.xml" Id="R9aa1764498b848b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6ee7f1da93145ca" /><Relationship Type="http://schemas.openxmlformats.org/officeDocument/2006/relationships/notesMaster" Target="/ppt/notesMasters/notesMaster1.xml" Id="Re6843c95941d47f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81d6471db744018" /><Relationship Type="http://schemas.openxmlformats.org/officeDocument/2006/relationships/notesMaster" Target="/ppt/notesMasters/notesMaster1.xml" Id="R8587d002db9f471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2621bb4bbb3451f" /><Relationship Type="http://schemas.openxmlformats.org/officeDocument/2006/relationships/notesMaster" Target="/ppt/notesMasters/notesMaster1.xml" Id="Rd1d5e4ca61bd4b6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9188f97f88a4df7" /><Relationship Type="http://schemas.openxmlformats.org/officeDocument/2006/relationships/notesMaster" Target="/ppt/notesMasters/notesMaster1.xml" Id="R482cd278dfdc40f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a1301b5553f45d5" /><Relationship Type="http://schemas.openxmlformats.org/officeDocument/2006/relationships/notesMaster" Target="/ppt/notesMasters/notesMaster1.xml" Id="Rc01f10606b034a1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05cd2a5fae84f7b" /><Relationship Type="http://schemas.openxmlformats.org/officeDocument/2006/relationships/notesMaster" Target="/ppt/notesMasters/notesMaster1.xml" Id="Rbfb032a8a1fc4c9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b535a101f9346cf" /><Relationship Type="http://schemas.openxmlformats.org/officeDocument/2006/relationships/notesMaster" Target="/ppt/notesMasters/notesMaster1.xml" Id="R5f65127100af459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ca6496645b94030" /><Relationship Type="http://schemas.openxmlformats.org/officeDocument/2006/relationships/notesMaster" Target="/ppt/notesMasters/notesMaster1.xml" Id="Re15b76ebcec349e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1045447bf4e4a61" /><Relationship Type="http://schemas.openxmlformats.org/officeDocument/2006/relationships/notesMaster" Target="/ppt/notesMasters/notesMaster1.xml" Id="Rd4ee1318727f4e9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b854f47747a46b4" /><Relationship Type="http://schemas.openxmlformats.org/officeDocument/2006/relationships/notesMaster" Target="/ppt/notesMasters/notesMaster1.xml" Id="Rb2b73f79df7144a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79aad5f1cb44e70" /><Relationship Type="http://schemas.openxmlformats.org/officeDocument/2006/relationships/notesMaster" Target="/ppt/notesMasters/notesMaster1.xml" Id="Raed82a0add7b466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a2fc93949fc48b5" /><Relationship Type="http://schemas.openxmlformats.org/officeDocument/2006/relationships/notesMaster" Target="/ppt/notesMasters/notesMaster1.xml" Id="R6b24c1f5f1614f2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99b4200c6414a4f" /><Relationship Type="http://schemas.openxmlformats.org/officeDocument/2006/relationships/notesMaster" Target="/ppt/notesMasters/notesMaster1.xml" Id="Rac6075a3ef3e456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0e67b12dcf04ed9" /><Relationship Type="http://schemas.openxmlformats.org/officeDocument/2006/relationships/notesMaster" Target="/ppt/notesMasters/notesMaster1.xml" Id="R5beb7c2d86034b2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dcdfb88a41024665" /><Relationship Type="http://schemas.openxmlformats.org/officeDocument/2006/relationships/notesMaster" Target="/ppt/notesMasters/notesMaster1.xml" Id="R13a3c23a848c477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0eabb6e345b4078" /><Relationship Type="http://schemas.openxmlformats.org/officeDocument/2006/relationships/notesMaster" Target="/ppt/notesMasters/notesMaster1.xml" Id="R1c5b83a9e3aa41f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4da08f3dcea48fa" /><Relationship Type="http://schemas.openxmlformats.org/officeDocument/2006/relationships/notesMaster" Target="/ppt/notesMasters/notesMaster1.xml" Id="R68bddc4e0134443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1ce5618cb764c53" /><Relationship Type="http://schemas.openxmlformats.org/officeDocument/2006/relationships/notesMaster" Target="/ppt/notesMasters/notesMaster1.xml" Id="R171431f7c400441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ea467d859879401d" /><Relationship Type="http://schemas.openxmlformats.org/officeDocument/2006/relationships/notesMaster" Target="/ppt/notesMasters/notesMaster1.xml" Id="R22e9312243b24f3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5c09275e51c64f35" /><Relationship Type="http://schemas.openxmlformats.org/officeDocument/2006/relationships/notesMaster" Target="/ppt/notesMasters/notesMaster1.xml" Id="R35c71c1a4e9d412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c6835ccf9ad43e7" /><Relationship Type="http://schemas.openxmlformats.org/officeDocument/2006/relationships/notesMaster" Target="/ppt/notesMasters/notesMaster1.xml" Id="R430c077136314217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61f3b283711d483a" /><Relationship Type="http://schemas.openxmlformats.org/officeDocument/2006/relationships/notesMaster" Target="/ppt/notesMasters/notesMaster1.xml" Id="R0ce5ffcede094fa9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ead5780e0d9493c" /><Relationship Type="http://schemas.openxmlformats.org/officeDocument/2006/relationships/notesMaster" Target="/ppt/notesMasters/notesMaster1.xml" Id="R312de109926d4cd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dbe4c000ab2b40cb" /><Relationship Type="http://schemas.openxmlformats.org/officeDocument/2006/relationships/notesMaster" Target="/ppt/notesMasters/notesMaster1.xml" Id="Rbd01a245712849d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d3e4a4634bf4ce4" /><Relationship Type="http://schemas.openxmlformats.org/officeDocument/2006/relationships/notesMaster" Target="/ppt/notesMasters/notesMaster1.xml" Id="R83fd86143bba418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522d39ce335e474b" /><Relationship Type="http://schemas.openxmlformats.org/officeDocument/2006/relationships/notesMaster" Target="/ppt/notesMasters/notesMaster1.xml" Id="R6114a50fa4c347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說明下午不是程式設計課，而是任務設計、權限判斷與成果驗證課。沒有 Google 訂閱的參與者可在 Codex 完成主要任務，Antigravity 採同組共作。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提醒每一段都沿用上午作品與同一個教學／研究痛點與問題。參與者不需要重新發想題目。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用一個例子說明：『告訴我如何改網站』是對話；『依我的規則產出設計建議』是助理；『讀取專案、修改、測試、交付』才是 Agent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要求參與者之後每次都問：Agent 的完成證據在哪裡？若只有一段漂亮說明，工作還沒有完成。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先讀取與分析通常風險較低；公開、刪除與替人做決策需要明確授權。請參與者把『需要我確認後才做』寫入任務限制。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請每組建立一個專案資料夾，放入上午成果、需求說明與素材。Agent 需要可讀的工作區，不要只靠聊天記憶。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這三個案例分別支援學生資料、PIRLS 評量與 Agent Skills 的實作討論。先判斷輸入資料、規則與驗收，再決定交給哪個 Agent。本次資料依據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https://cagoooo.github.io/Akai/tool/73/</a:t>
            </a:r>
          </a:p>
          <a:p xmlns:a="http://schemas.openxmlformats.org/drawingml/2006/main">
            <a:r>
              <a:t>- https://cagoooo.github.io/filter/</a:t>
            </a:r>
          </a:p>
          <a:p xmlns:a="http://schemas.openxmlformats.org/drawingml/2006/main">
            <a:r>
              <a:t>- https://cagoooo.github.io/Akai/tool/87/</a:t>
            </a:r>
          </a:p>
          <a:p xmlns:a="http://schemas.openxmlformats.org/drawingml/2006/main">
            <a:r>
              <a:t>- https://cagoooo.github.io/pirls-questioncraft/</a:t>
            </a:r>
          </a:p>
          <a:p xmlns:a="http://schemas.openxmlformats.org/drawingml/2006/main">
            <a:r>
              <a:t>- https://cagoooo.github.io/Akai/tool/103/</a:t>
            </a:r>
          </a:p>
          <a:p xmlns:a="http://schemas.openxmlformats.org/drawingml/2006/main">
            <a:r>
              <a:t>- https://cagoooo.github.io/PlayRight/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三個案例分別對應研究資料、無障礙檢核與規準式 AI 審查。請參與者比較：哪些步驟能交給 Agent，哪些判斷必須保留人工責任。本次資料依據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https://cagoooo.github.io/Akai/tool/105/</a:t>
            </a:r>
          </a:p>
          <a:p xmlns:a="http://schemas.openxmlformats.org/drawingml/2006/main">
            <a:r>
              <a:t>- https://cagoooo.github.io/taic-edu/</a:t>
            </a:r>
          </a:p>
          <a:p xmlns:a="http://schemas.openxmlformats.org/drawingml/2006/main">
            <a:r>
              <a:t>- https://cagoooo.github.io/Akai/tool/123/</a:t>
            </a:r>
          </a:p>
          <a:p xmlns:a="http://schemas.openxmlformats.org/drawingml/2006/main">
            <a:r>
              <a:t>- https://cagoooo.github.io/smes-web-migration/</a:t>
            </a:r>
          </a:p>
          <a:p xmlns:a="http://schemas.openxmlformats.org/drawingml/2006/main">
            <a:r>
              <a:t>- https://cagoooo.github.io/Akai/tool/88/</a:t>
            </a:r>
          </a:p>
          <a:p xmlns:a="http://schemas.openxmlformats.org/drawingml/2006/main">
            <a:r>
              <a:t>- https://cagoooo.github.io/JHScurriculum/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章節轉場。Antigravity 實作以同組共作為主，實際可用功能依現場帳號方案與管理政策為準。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將 Antigravity 描述為可啟動、監看與協調 AI agents 活動的中央指揮中心。教學上最重要的是任務與驗收，而不是介面按鈕。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示範先請 Agent 閱讀並摘要專案，不立即修改。讓參與者建立『先觀察，再授權』的操作節奏。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請每組照四句話改成自己的任務。若任務無法在 20 分鐘內驗收，先縮小範圍。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示範任務可選：修正 RWD、加入一個形成性回饋、改善無障礙標籤。刻意要求 Agent 不要發布，讓權限邊界可見。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請參與者對示範結果追問：『你實際跑了什麼？』『哪一項沒有驗證？』培養證據導向，而不是相信完成宣告。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每組只做一項改善。若工具不可用，觀察員可用任務簡報與驗收規準進行紙上模擬，之後在 Codex 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轉場：用同一個任務進入 Codex，比較工作方式與成果證據，而不是比較誰的回答比較像人。模型與方案會變動；本次以 GPT-5.6 Luna＋Max 作為講師的成本效益示範取向。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示範如何把一個模糊要求改成可驗證任務。強調 Codex 可以處理檔案與專案工作，但使用者仍需界定範圍與權限。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這段可直接複製給 Codex，再把目標換成各組需求。若 Agent 建議超出範圍，先縮小任務，不要一路追加。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六欄不是要寫長文，而是讓 Agent 有足夠上下文完成閉環。請每組把剛才四句任務補成六欄。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若不希望修改原檔，先複製到練習資料夾或明確要求只讀分析。可用 GPT-5.6 Luna 並開啟 Max 強度作為成本效益示範；操作完用一句話回答：哪個工具的工作回報最容易查證？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這張是工作坊的工具選擇框架，不是永久排名。Claude 的代碼穩定與 Token 消耗是講師實務觀察；Opus 5 僅在講師帳號當期可見時作為選項提示，官方可查的模型與能力、價格請以 Anthropic 最新公告為準。Codex 的 Luna 與 Max 取向依 OpenAI 官方模型與方案說明；Antigravity 的 Gemini 3.6 Flash 速度與額度依 Google 產品與帳號方案變化。免費 Antigravity 約三輪對話的限制是講師過往實測，不是官方保證。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https://www.anthropic.com/news/claude-sonnet-5</a:t>
            </a:r>
          </a:p>
          <a:p xmlns:a="http://schemas.openxmlformats.org/drawingml/2006/main">
            <a:r>
              <a:t>- https://www.anthropic.com/news/claude-opus-4-8</a:t>
            </a:r>
          </a:p>
          <a:p xmlns:a="http://schemas.openxmlformats.org/drawingml/2006/main">
            <a:r>
              <a:t>- https://www.anthropic.com/news/claude-fable-5-mythos-5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https://ai.google.dev/gemini-api/docs/models/gemini-3.6-flash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轉場：提示詞解決這一次；Skill 保存一套可重複、可維護、可驗證的做法。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強調 Skill 是輕量、開放的 Agent 能力擴充格式，並以按需載入減少上下文飽和與工具膨脹。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這是使用者提供的真實提示詞庫：目前畫面顯示 51 筆、9 大分類。現場每組先挑一筆最常用的，不從空白開始。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https://cagoooo.github.io/ncu-ai-agent-workshop-20260826/04_%E5%AF%A6%E4%BD%9C%E5%B7%A5%E5%85%B7/%E6%8F%90%E7%A4%BA%E8%A9%9E%E5%BF%AB%E6%8D%B7%E9%9D%A2%E6%9D%BF_%E7%A0%94%E7%BF%92%E7%94%A8.html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四問有三個『是』就值得做 Skill；只有一個『是』，先留在提示詞面板。避免把每句常用語都包成 Skill。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每組從六例或完整提示詞庫選一個。升級時一定要補上：輸入材料、步驟、禁止事項、驗收條件與需要人工確認的動作。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不是每個 Skill 都要四個資料夾。先從 SKILL.md 開始，只有當內容能降低重複、提高穩定性時才增加 references、scripts 或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本工作坊採跨平台相容規格：YAML frontmatter 只放 name 與 description。正文用命令式步驟，並把人工授權邊界寫明。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比喻成課程平台：首頁只放導航，進入單元才讀教學內容，需要時才下載附件。Skill 不應把整個知識庫一次塞進主文。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建議兩人分工：一人當 Skill 作者，一人當陌生使用者。測試者不看原提示詞，只用自然語句提出需求，觀察 Agent 是否正確啟用流程。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把測試結果記成兩欄，不要求輸出一模一樣；要求核心規則、授權邊界與驗收一致。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這一段使用工作坊自製的 PIRLS 風格合成資料，不是真實學生資料，也不是正式 PIRLS 題目。重點是 AI 輔助研究流程、編碼可靠性與資料治理。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選擇題與簡答題需要不同分析方法。不要讓 AI 先自由閱讀所有回覆再自行發明分類；先建立資料字典、答案鍵與逐題 scoring guide。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https://www.iea.nl/publications/teachers-resources/putting-pirls-use-classrooms-across-globe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要求每一步保留輸入、輸出與狀態。簡答初編的輸出至少包含 student_id、ai_code、evidence_excerpt、rationale、confidence、needs_human_review。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這張不是主張直接把正式評分交給 AI，而是說明國際評量也採『人工主流程＋AI 平行研究』的審慎路徑。工作坊內只做研究性初編與群體分析。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正式研究可再加入雙評分者、抽樣比例與一致性統計。PIRLS／TIMSS 技術流程重視明確 scoring guides、評分訓練與獨立雙評以記錄 reliability。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https://timssandpirls.bc.edu/timss2019/methods/pdf/TIMSS-2019-MP-Technical-Report.pdf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練習檔位於成果資料夾：PIRLS風格_學生資料_AI分析練習.csv、PIRLS風格_簡答題編碼規準.txt；最後才提供講師用人工參考編碼。禁止一開始把參考答案交給 AI。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請每位教授圈一個 30 天內最想驗證的領域。選擇標準是高頻、耗時、可檢查，不是最炫。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請各組在自己的 Skill 加上一條最重要的安全規則。學生資料 Skill 必須明確要求去識別化、資料最小化、人工複核與用途限制。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可選任務：課程網站上線前總檢、閱讀資料互動導讀、字幕品質檢查、GitHub Pages 部署計畫、PIRLS 風格學生資料分析。今天不要求公開發布。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秒展示，回饋者用四項各給一個勾或問號。若是學生資料案例，再加問：資料是否去識別？AI 編碼是否有人工複核？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請每位教授寫下：哪一門課、哪一個任務、成功的量化或質化證據、哪一天回顧。學生資料任務要先用合成或去識別資料驗證。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https://claude.ai/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../04_實作工具/提示詞快捷面板_研習用.html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d284d1392e47e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b37886d14048c9" /><Relationship Type="http://schemas.openxmlformats.org/officeDocument/2006/relationships/slideLayout" Target="/ppt/slideLayouts/slideLayout1.xml" Id="R42f7db9edb704ef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f7db9edb704ef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43825995c44fe" /><Relationship Type="http://schemas.openxmlformats.org/officeDocument/2006/relationships/image" Target="/ppt/media/image.png" Id="Raedad00d7dd941bc" /><Relationship Type="http://schemas.openxmlformats.org/officeDocument/2006/relationships/notesSlide" Target="/ppt/notesSlides/notesSlide1.xml" Id="R866ce802f4894d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a5937fda254bd7" /><Relationship Type="http://schemas.openxmlformats.org/officeDocument/2006/relationships/notesSlide" Target="/ppt/notesSlides/notesSlide2.xml" Id="Rbf453045136f45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63fc086db04130" /><Relationship Type="http://schemas.openxmlformats.org/officeDocument/2006/relationships/notesSlide" Target="/ppt/notesSlides/notesSlide3.xml" Id="Re376e8f508024a3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ab7aaae75c4d79" /><Relationship Type="http://schemas.openxmlformats.org/officeDocument/2006/relationships/notesSlide" Target="/ppt/notesSlides/notesSlide4.xml" Id="Rea1add6b0a4644b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44e57ca5724b9f" /><Relationship Type="http://schemas.openxmlformats.org/officeDocument/2006/relationships/notesSlide" Target="/ppt/notesSlides/notesSlide5.xml" Id="R020e2c2e556c45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b229e6b504f2e" /><Relationship Type="http://schemas.openxmlformats.org/officeDocument/2006/relationships/notesSlide" Target="/ppt/notesSlides/notesSlide6.xml" Id="R4f02851de02e40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cd808cf694ccc" /><Relationship Type="http://schemas.openxmlformats.org/officeDocument/2006/relationships/notesSlide" Target="/ppt/notesSlides/notesSlide7.xml" Id="R94edcb775ecb4b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90902bc79248ce" /><Relationship Type="http://schemas.openxmlformats.org/officeDocument/2006/relationships/hyperlink" Target="https://cagoooo.github.io/Akai/tool/73/" TargetMode="External" Id="R32fb2e9250364157" /><Relationship Type="http://schemas.openxmlformats.org/officeDocument/2006/relationships/image" Target="/ppt/media/image2.png" Id="Rfcd6ca00df844a5d" /><Relationship Type="http://schemas.openxmlformats.org/officeDocument/2006/relationships/hyperlink" Target="https://cagoooo.github.io/filter/" TargetMode="External" Id="Rc22daf5fb8b34971" /><Relationship Type="http://schemas.openxmlformats.org/officeDocument/2006/relationships/image" Target="/ppt/media/image3.png" Id="Rb1f7cad1c83f43f5" /><Relationship Type="http://schemas.openxmlformats.org/officeDocument/2006/relationships/hyperlink" Target="https://cagoooo.github.io/Akai/tool/87/" TargetMode="External" Id="Rb780aae972374960" /><Relationship Type="http://schemas.openxmlformats.org/officeDocument/2006/relationships/image" Target="/ppt/media/image4.png" Id="R6d7f57c8ae0f4c01" /><Relationship Type="http://schemas.openxmlformats.org/officeDocument/2006/relationships/hyperlink" Target="https://cagoooo.github.io/pirls-questioncraft/" TargetMode="External" Id="Rac5d5d2224bf440e" /><Relationship Type="http://schemas.openxmlformats.org/officeDocument/2006/relationships/image" Target="/ppt/media/image5.png" Id="R9f1d2292e13540ba" /><Relationship Type="http://schemas.openxmlformats.org/officeDocument/2006/relationships/hyperlink" Target="https://cagoooo.github.io/Akai/tool/103/" TargetMode="External" Id="Rf73bf25a67b74122" /><Relationship Type="http://schemas.openxmlformats.org/officeDocument/2006/relationships/image" Target="/ppt/media/image6.png" Id="Rc5d6175dcfd24145" /><Relationship Type="http://schemas.openxmlformats.org/officeDocument/2006/relationships/hyperlink" Target="https://cagoooo.github.io/PlayRight/" TargetMode="External" Id="Ra39776ccbad74473" /><Relationship Type="http://schemas.openxmlformats.org/officeDocument/2006/relationships/image" Target="/ppt/media/image7.png" Id="R50490a7c05874216" /><Relationship Type="http://schemas.openxmlformats.org/officeDocument/2006/relationships/notesSlide" Target="/ppt/notesSlides/notesSlide8.xml" Id="Rd96411f6e59a4be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d2335a4e5448cd" /><Relationship Type="http://schemas.openxmlformats.org/officeDocument/2006/relationships/hyperlink" Target="https://cagoooo.github.io/Akai/tool/105/" TargetMode="External" Id="Recd259d276334354" /><Relationship Type="http://schemas.openxmlformats.org/officeDocument/2006/relationships/image" Target="/ppt/media/image8.png" Id="R673bb29a24e14dbc" /><Relationship Type="http://schemas.openxmlformats.org/officeDocument/2006/relationships/hyperlink" Target="https://cagoooo.github.io/taic-edu/" TargetMode="External" Id="R61b521c2c55d414a" /><Relationship Type="http://schemas.openxmlformats.org/officeDocument/2006/relationships/image" Target="/ppt/media/image9.png" Id="R5c42af34e76f4d4f" /><Relationship Type="http://schemas.openxmlformats.org/officeDocument/2006/relationships/hyperlink" Target="https://cagoooo.github.io/Akai/tool/123/" TargetMode="External" Id="Rd6a1d505c61c4e23" /><Relationship Type="http://schemas.openxmlformats.org/officeDocument/2006/relationships/image" Target="/ppt/media/image10.png" Id="R86fabb9d9237437e" /><Relationship Type="http://schemas.openxmlformats.org/officeDocument/2006/relationships/hyperlink" Target="https://cagoooo.github.io/smes-web-migration/" TargetMode="External" Id="R0a972f8184814892" /><Relationship Type="http://schemas.openxmlformats.org/officeDocument/2006/relationships/image" Target="/ppt/media/image11.png" Id="Rd4a8a6397a244704" /><Relationship Type="http://schemas.openxmlformats.org/officeDocument/2006/relationships/hyperlink" Target="https://cagoooo.github.io/Akai/tool/88/" TargetMode="External" Id="R0fbdf40846e944cd" /><Relationship Type="http://schemas.openxmlformats.org/officeDocument/2006/relationships/image" Target="/ppt/media/image12.png" Id="R9772832a01c047cb" /><Relationship Type="http://schemas.openxmlformats.org/officeDocument/2006/relationships/hyperlink" Target="https://cagoooo.github.io/JHScurriculum/" TargetMode="External" Id="R438d998039914c81" /><Relationship Type="http://schemas.openxmlformats.org/officeDocument/2006/relationships/image" Target="/ppt/media/image13.png" Id="Reda2d8d5742d447a" /><Relationship Type="http://schemas.openxmlformats.org/officeDocument/2006/relationships/notesSlide" Target="/ppt/notesSlides/notesSlide9.xml" Id="R9f2479f6bb224a7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7ccc1bfec5473a" /><Relationship Type="http://schemas.openxmlformats.org/officeDocument/2006/relationships/hyperlink" Target="https://antigravity.google/" TargetMode="External" Id="Rdad9ad2d243b4b7a" /><Relationship Type="http://schemas.openxmlformats.org/officeDocument/2006/relationships/image" Target="/ppt/media/image14.png" Id="R88339b11477c4d20" /><Relationship Type="http://schemas.openxmlformats.org/officeDocument/2006/relationships/notesSlide" Target="/ppt/notesSlides/notesSlide10.xml" Id="R1b9b59a73d864d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737ebd012f4913" /><Relationship Type="http://schemas.openxmlformats.org/officeDocument/2006/relationships/hyperlink" Target="https://antigravity.google/" TargetMode="External" Id="R5d562ec488f14ef3" /><Relationship Type="http://schemas.openxmlformats.org/officeDocument/2006/relationships/image" Target="/ppt/media/image15.png" Id="R09d68f1d71ea4533" /><Relationship Type="http://schemas.openxmlformats.org/officeDocument/2006/relationships/notesSlide" Target="/ppt/notesSlides/notesSlide11.xml" Id="R89490f405f2a487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ab3190241249c6" /><Relationship Type="http://schemas.openxmlformats.org/officeDocument/2006/relationships/hyperlink" Target="https://antigravity.google/" TargetMode="External" Id="Rf038655fdd4f4b3f" /><Relationship Type="http://schemas.openxmlformats.org/officeDocument/2006/relationships/image" Target="/ppt/media/image16.png" Id="Raf60eb37fc334e1d" /><Relationship Type="http://schemas.openxmlformats.org/officeDocument/2006/relationships/notesSlide" Target="/ppt/notesSlides/notesSlide12.xml" Id="Rd877a4458770470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5ec8f8c82b4f9f" /><Relationship Type="http://schemas.openxmlformats.org/officeDocument/2006/relationships/hyperlink" Target="https://antigravity.google/" TargetMode="External" Id="R0e4c1092eea84e90" /><Relationship Type="http://schemas.openxmlformats.org/officeDocument/2006/relationships/image" Target="/ppt/media/image17.png" Id="R7bde6adddb9a45a2" /><Relationship Type="http://schemas.openxmlformats.org/officeDocument/2006/relationships/notesSlide" Target="/ppt/notesSlides/notesSlide13.xml" Id="R51ebe55bfdce432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6895163dd43f0" /><Relationship Type="http://schemas.openxmlformats.org/officeDocument/2006/relationships/hyperlink" Target="https://antigravity.google/" TargetMode="External" Id="R8e2ec6a9ca574829" /><Relationship Type="http://schemas.openxmlformats.org/officeDocument/2006/relationships/image" Target="/ppt/media/image18.png" Id="R175ec935e5b24ddf" /><Relationship Type="http://schemas.openxmlformats.org/officeDocument/2006/relationships/notesSlide" Target="/ppt/notesSlides/notesSlide14.xml" Id="Rf40c06583fdc477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bbbb4ae3c24206" /><Relationship Type="http://schemas.openxmlformats.org/officeDocument/2006/relationships/hyperlink" Target="https://antigravity.google/" TargetMode="External" Id="R2e8630f08e7f4dad" /><Relationship Type="http://schemas.openxmlformats.org/officeDocument/2006/relationships/image" Target="/ppt/media/image19.png" Id="R7b54bb669bbe474c" /><Relationship Type="http://schemas.openxmlformats.org/officeDocument/2006/relationships/notesSlide" Target="/ppt/notesSlides/notesSlide15.xml" Id="R74753a0efb854a3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99dfb4377b4976" /><Relationship Type="http://schemas.openxmlformats.org/officeDocument/2006/relationships/hyperlink" Target="https://antigravity.google/" TargetMode="External" Id="R7024d28c7a18435a" /><Relationship Type="http://schemas.openxmlformats.org/officeDocument/2006/relationships/image" Target="/ppt/media/image20.png" Id="R9187c2210d844690" /><Relationship Type="http://schemas.openxmlformats.org/officeDocument/2006/relationships/notesSlide" Target="/ppt/notesSlides/notesSlide16.xml" Id="R180d08e86f864a3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6bdf3c37334c1c" /><Relationship Type="http://schemas.openxmlformats.org/officeDocument/2006/relationships/hyperlink" Target="https://chatgpt.com/codex/" TargetMode="External" Id="R90e9af6a42f4483c" /><Relationship Type="http://schemas.openxmlformats.org/officeDocument/2006/relationships/image" Target="/ppt/media/image21.png" Id="R54bcc21ca4ae440e" /><Relationship Type="http://schemas.openxmlformats.org/officeDocument/2006/relationships/notesSlide" Target="/ppt/notesSlides/notesSlide17.xml" Id="R2f6908e5bbd9429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5eb1c7a50e4902" /><Relationship Type="http://schemas.openxmlformats.org/officeDocument/2006/relationships/hyperlink" Target="https://chatgpt.com/codex/" TargetMode="External" Id="R9c9d9fb397fe4f25" /><Relationship Type="http://schemas.openxmlformats.org/officeDocument/2006/relationships/image" Target="/ppt/media/image22.png" Id="R933e7bc3cc2d4e6c" /><Relationship Type="http://schemas.openxmlformats.org/officeDocument/2006/relationships/notesSlide" Target="/ppt/notesSlides/notesSlide18.xml" Id="R13e23853028a478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64404941e344cc" /><Relationship Type="http://schemas.openxmlformats.org/officeDocument/2006/relationships/hyperlink" Target="https://chatgpt.com/codex/" TargetMode="External" Id="R23f8d5d8107c4004" /><Relationship Type="http://schemas.openxmlformats.org/officeDocument/2006/relationships/image" Target="/ppt/media/image23.png" Id="R058385872ff34802" /><Relationship Type="http://schemas.openxmlformats.org/officeDocument/2006/relationships/notesSlide" Target="/ppt/notesSlides/notesSlide19.xml" Id="Rec186e621991415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35ae6f2a454354" /><Relationship Type="http://schemas.openxmlformats.org/officeDocument/2006/relationships/hyperlink" Target="https://chatgpt.com/codex/" TargetMode="External" Id="R4542cd7d991c4fa7" /><Relationship Type="http://schemas.openxmlformats.org/officeDocument/2006/relationships/image" Target="/ppt/media/image24.png" Id="R698421bd28214642" /><Relationship Type="http://schemas.openxmlformats.org/officeDocument/2006/relationships/notesSlide" Target="/ppt/notesSlides/notesSlide20.xml" Id="R42c3fdcbf3c74b0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de0cb399b34f05" /><Relationship Type="http://schemas.openxmlformats.org/officeDocument/2006/relationships/hyperlink" Target="https://chatgpt.com/codex/" TargetMode="External" Id="R39689cfd7fa94a61" /><Relationship Type="http://schemas.openxmlformats.org/officeDocument/2006/relationships/image" Target="/ppt/media/image25.png" Id="Rd248eb4ae38841c7" /><Relationship Type="http://schemas.openxmlformats.org/officeDocument/2006/relationships/notesSlide" Target="/ppt/notesSlides/notesSlide21.xml" Id="R30b2e41afbc3421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0c181a946b4e27" /><Relationship Type="http://schemas.openxmlformats.org/officeDocument/2006/relationships/hyperlink" Target="https://antigravity.google/" TargetMode="External" Id="Rf6e65f3009f64dc8" /><Relationship Type="http://schemas.openxmlformats.org/officeDocument/2006/relationships/hyperlink" Target="https://chatgpt.com/codex/" TargetMode="External" Id="R4879eb3617a54ee5" /><Relationship Type="http://schemas.openxmlformats.org/officeDocument/2006/relationships/hyperlink" Target="https://claude.ai/" TargetMode="External" Id="R6b652105598c44ee" /><Relationship Type="http://schemas.openxmlformats.org/officeDocument/2006/relationships/image" Target="/ppt/media/image26.png" Id="Red1ee994943c4f39" /><Relationship Type="http://schemas.openxmlformats.org/officeDocument/2006/relationships/image" Target="/ppt/media/image27.png" Id="Rbabd5648531949a2" /><Relationship Type="http://schemas.openxmlformats.org/officeDocument/2006/relationships/image" Target="/ppt/media/image28.png" Id="R9c4c0c714ff14271" /><Relationship Type="http://schemas.openxmlformats.org/officeDocument/2006/relationships/notesSlide" Target="/ppt/notesSlides/notesSlide22.xml" Id="Rfbb5a82645094a6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77eb506a904579" /><Relationship Type="http://schemas.openxmlformats.org/officeDocument/2006/relationships/hyperlink" Target="https://codelabs.developers.google.com/getting-started-with-antigravity-skills" TargetMode="External" Id="Rb7acb6b9f67242f0" /><Relationship Type="http://schemas.openxmlformats.org/officeDocument/2006/relationships/hyperlink" Target="https://learn.chatgpt.com/docs/build-skills" TargetMode="External" Id="R40e96971608d4117" /><Relationship Type="http://schemas.openxmlformats.org/officeDocument/2006/relationships/image" Target="/ppt/media/image29.png" Id="R1ec5fba2e8394606" /><Relationship Type="http://schemas.openxmlformats.org/officeDocument/2006/relationships/image" Target="/ppt/media/image30.png" Id="Re89e9208c6684aeb" /><Relationship Type="http://schemas.openxmlformats.org/officeDocument/2006/relationships/notesSlide" Target="/ppt/notesSlides/notesSlide23.xml" Id="Rf3a4c696c6904ab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854a8543254cbe" /><Relationship Type="http://schemas.openxmlformats.org/officeDocument/2006/relationships/hyperlink" Target="https://codelabs.developers.google.com/getting-started-with-antigravity-skills" TargetMode="External" Id="R697a59c79df74aa0" /><Relationship Type="http://schemas.openxmlformats.org/officeDocument/2006/relationships/hyperlink" Target="https://learn.chatgpt.com/docs/build-skills" TargetMode="External" Id="Reeb28e5c085c4063" /><Relationship Type="http://schemas.openxmlformats.org/officeDocument/2006/relationships/image" Target="/ppt/media/image31.png" Id="Ra3e73835fc4146c8" /><Relationship Type="http://schemas.openxmlformats.org/officeDocument/2006/relationships/image" Target="/ppt/media/image32.png" Id="Rc501f0eb77e5431f" /><Relationship Type="http://schemas.openxmlformats.org/officeDocument/2006/relationships/notesSlide" Target="/ppt/notesSlides/notesSlide24.xml" Id="R94041648261d4fd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74d384539a46d1" /><Relationship Type="http://schemas.openxmlformats.org/officeDocument/2006/relationships/image" Target="/ppt/media/image33.png" Id="Rb6fb9436a2534805" /><Relationship Type="http://schemas.openxmlformats.org/officeDocument/2006/relationships/hyperlink" Target="../04_&#23526;&#20316;&#24037;&#20855;/&#25552;&#31034;&#35422;&#24555;&#25463;&#38754;&#26495;_&#30740;&#32722;&#29992;.html" TargetMode="External" Id="Rb24efed9997842a8" /><Relationship Type="http://schemas.openxmlformats.org/officeDocument/2006/relationships/image" Target="/ppt/media/image34.png" Id="Radf020b5fddd4159" /><Relationship Type="http://schemas.openxmlformats.org/officeDocument/2006/relationships/notesSlide" Target="/ppt/notesSlides/notesSlide25.xml" Id="Rd59a12e90cbb4c6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e4e31e90614bdd" /><Relationship Type="http://schemas.openxmlformats.org/officeDocument/2006/relationships/hyperlink" Target="https://codelabs.developers.google.com/getting-started-with-antigravity-skills" TargetMode="External" Id="R064614ab84484b96" /><Relationship Type="http://schemas.openxmlformats.org/officeDocument/2006/relationships/hyperlink" Target="https://learn.chatgpt.com/docs/build-skills" TargetMode="External" Id="R4d6c5d7486014e94" /><Relationship Type="http://schemas.openxmlformats.org/officeDocument/2006/relationships/image" Target="/ppt/media/image35.png" Id="Rca369ba4b22f45d9" /><Relationship Type="http://schemas.openxmlformats.org/officeDocument/2006/relationships/image" Target="/ppt/media/image36.png" Id="R8239d13e53d749f9" /><Relationship Type="http://schemas.openxmlformats.org/officeDocument/2006/relationships/notesSlide" Target="/ppt/notesSlides/notesSlide26.xml" Id="R4281d3e0fb5941f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bd35bf6be24b1b" /><Relationship Type="http://schemas.openxmlformats.org/officeDocument/2006/relationships/hyperlink" Target="https://codelabs.developers.google.com/getting-started-with-antigravity-skills" TargetMode="External" Id="Rda7a11b0bb9b44da" /><Relationship Type="http://schemas.openxmlformats.org/officeDocument/2006/relationships/hyperlink" Target="https://learn.chatgpt.com/docs/build-skills" TargetMode="External" Id="R09c474f3bad84d61" /><Relationship Type="http://schemas.openxmlformats.org/officeDocument/2006/relationships/image" Target="/ppt/media/image37.png" Id="R90de11ebefa64734" /><Relationship Type="http://schemas.openxmlformats.org/officeDocument/2006/relationships/image" Target="/ppt/media/image38.png" Id="Rf2260b7397e84607" /><Relationship Type="http://schemas.openxmlformats.org/officeDocument/2006/relationships/notesSlide" Target="/ppt/notesSlides/notesSlide27.xml" Id="R2346b274a9384d6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17902399bb4f06" /><Relationship Type="http://schemas.openxmlformats.org/officeDocument/2006/relationships/hyperlink" Target="https://codelabs.developers.google.com/getting-started-with-antigravity-skills" TargetMode="External" Id="R7409c96829414cd7" /><Relationship Type="http://schemas.openxmlformats.org/officeDocument/2006/relationships/hyperlink" Target="https://learn.chatgpt.com/docs/build-skills" TargetMode="External" Id="Rd4fa2f54c34944a2" /><Relationship Type="http://schemas.openxmlformats.org/officeDocument/2006/relationships/image" Target="/ppt/media/image39.png" Id="R9f180eb5a4da49c0" /><Relationship Type="http://schemas.openxmlformats.org/officeDocument/2006/relationships/image" Target="/ppt/media/image40.png" Id="R708bc4fb06504189" /><Relationship Type="http://schemas.openxmlformats.org/officeDocument/2006/relationships/notesSlide" Target="/ppt/notesSlides/notesSlide28.xml" Id="Rfa58c2a66d354f2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9bb80c8c44985" /><Relationship Type="http://schemas.openxmlformats.org/officeDocument/2006/relationships/hyperlink" Target="https://codelabs.developers.google.com/getting-started-with-antigravity-skills" TargetMode="External" Id="R519190e569a8468d" /><Relationship Type="http://schemas.openxmlformats.org/officeDocument/2006/relationships/hyperlink" Target="https://learn.chatgpt.com/docs/build-skills" TargetMode="External" Id="R44d0b35647814459" /><Relationship Type="http://schemas.openxmlformats.org/officeDocument/2006/relationships/image" Target="/ppt/media/image41.png" Id="Ra224ef5dd2e44a5b" /><Relationship Type="http://schemas.openxmlformats.org/officeDocument/2006/relationships/image" Target="/ppt/media/image42.png" Id="Rc91d85b06ba140ab" /><Relationship Type="http://schemas.openxmlformats.org/officeDocument/2006/relationships/notesSlide" Target="/ppt/notesSlides/notesSlide29.xml" Id="Rf1227dcca7d24df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478eb184ad413f" /><Relationship Type="http://schemas.openxmlformats.org/officeDocument/2006/relationships/hyperlink" Target="https://codelabs.developers.google.com/getting-started-with-antigravity-skills" TargetMode="External" Id="R60d050a6b9a64e9a" /><Relationship Type="http://schemas.openxmlformats.org/officeDocument/2006/relationships/hyperlink" Target="https://learn.chatgpt.com/docs/build-skills" TargetMode="External" Id="R1b10d559fe284820" /><Relationship Type="http://schemas.openxmlformats.org/officeDocument/2006/relationships/image" Target="/ppt/media/image43.png" Id="R043443872d234d74" /><Relationship Type="http://schemas.openxmlformats.org/officeDocument/2006/relationships/image" Target="/ppt/media/image44.png" Id="R72fb38de2a064dfd" /><Relationship Type="http://schemas.openxmlformats.org/officeDocument/2006/relationships/notesSlide" Target="/ppt/notesSlides/notesSlide30.xml" Id="Rc15430bbe5a647b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1d8e1cce1c48bf" /><Relationship Type="http://schemas.openxmlformats.org/officeDocument/2006/relationships/hyperlink" Target="https://codelabs.developers.google.com/getting-started-with-antigravity-skills" TargetMode="External" Id="R73c816d23cc74117" /><Relationship Type="http://schemas.openxmlformats.org/officeDocument/2006/relationships/hyperlink" Target="https://learn.chatgpt.com/docs/build-skills" TargetMode="External" Id="Rff7ecdb1fa774bef" /><Relationship Type="http://schemas.openxmlformats.org/officeDocument/2006/relationships/image" Target="/ppt/media/image45.png" Id="R5046aae9d7494082" /><Relationship Type="http://schemas.openxmlformats.org/officeDocument/2006/relationships/image" Target="/ppt/media/image46.png" Id="Rc9c8f5c25a224038" /><Relationship Type="http://schemas.openxmlformats.org/officeDocument/2006/relationships/notesSlide" Target="/ppt/notesSlides/notesSlide31.xml" Id="R132fbda7c55b433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cbeff227624a78" /><Relationship Type="http://schemas.openxmlformats.org/officeDocument/2006/relationships/hyperlink" Target="https://codelabs.developers.google.com/getting-started-with-antigravity-skills" TargetMode="External" Id="R102ea6de327c4ccc" /><Relationship Type="http://schemas.openxmlformats.org/officeDocument/2006/relationships/hyperlink" Target="https://learn.chatgpt.com/docs/build-skills" TargetMode="External" Id="Rdba250f6ee7b449b" /><Relationship Type="http://schemas.openxmlformats.org/officeDocument/2006/relationships/image" Target="/ppt/media/image47.png" Id="Re4dfa74031ae4c70" /><Relationship Type="http://schemas.openxmlformats.org/officeDocument/2006/relationships/image" Target="/ppt/media/image48.png" Id="R5fb23a6b91b44485" /><Relationship Type="http://schemas.openxmlformats.org/officeDocument/2006/relationships/notesSlide" Target="/ppt/notesSlides/notesSlide32.xml" Id="Rb9ceb2a924c9482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76391567bd42ee" /><Relationship Type="http://schemas.openxmlformats.org/officeDocument/2006/relationships/hyperlink" Target="https://antigravity.google/" TargetMode="External" Id="R3b77af60bb464e94" /><Relationship Type="http://schemas.openxmlformats.org/officeDocument/2006/relationships/hyperlink" Target="https://chatgpt.com/codex/" TargetMode="External" Id="R1960a3f680b648ca" /><Relationship Type="http://schemas.openxmlformats.org/officeDocument/2006/relationships/image" Target="/ppt/media/image49.png" Id="Rdd8c2b6148da42be" /><Relationship Type="http://schemas.openxmlformats.org/officeDocument/2006/relationships/image" Target="/ppt/media/image50.png" Id="R13edf03d7b9447b7" /><Relationship Type="http://schemas.openxmlformats.org/officeDocument/2006/relationships/notesSlide" Target="/ppt/notesSlides/notesSlide33.xml" Id="R2141290f6e76486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7e8c21db964ba1" /><Relationship Type="http://schemas.openxmlformats.org/officeDocument/2006/relationships/hyperlink" Target="https://antigravity.google/" TargetMode="External" Id="R5e0ac444ad584f7a" /><Relationship Type="http://schemas.openxmlformats.org/officeDocument/2006/relationships/hyperlink" Target="https://chatgpt.com/codex/" TargetMode="External" Id="R73e8d395f3ad4858" /><Relationship Type="http://schemas.openxmlformats.org/officeDocument/2006/relationships/image" Target="/ppt/media/image51.png" Id="R2ee56cf0cd114eaf" /><Relationship Type="http://schemas.openxmlformats.org/officeDocument/2006/relationships/image" Target="/ppt/media/image52.png" Id="R09e073b437da4dd3" /><Relationship Type="http://schemas.openxmlformats.org/officeDocument/2006/relationships/notesSlide" Target="/ppt/notesSlides/notesSlide34.xml" Id="R7ca31abf5e4a430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5d58a629ee4406" /><Relationship Type="http://schemas.openxmlformats.org/officeDocument/2006/relationships/hyperlink" Target="https://antigravity.google/" TargetMode="External" Id="R6177f8ae8b90403e" /><Relationship Type="http://schemas.openxmlformats.org/officeDocument/2006/relationships/hyperlink" Target="https://chatgpt.com/codex/" TargetMode="External" Id="Rc25e93fd94474079" /><Relationship Type="http://schemas.openxmlformats.org/officeDocument/2006/relationships/image" Target="/ppt/media/image53.png" Id="Rca3e0054c5594248" /><Relationship Type="http://schemas.openxmlformats.org/officeDocument/2006/relationships/image" Target="/ppt/media/image54.png" Id="R3194b81e794b472b" /><Relationship Type="http://schemas.openxmlformats.org/officeDocument/2006/relationships/notesSlide" Target="/ppt/notesSlides/notesSlide35.xml" Id="Ra31496dac4974a0f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676aaddeda4061" /><Relationship Type="http://schemas.openxmlformats.org/officeDocument/2006/relationships/hyperlink" Target="https://antigravity.google/" TargetMode="External" Id="R407d93ecb1f34c56" /><Relationship Type="http://schemas.openxmlformats.org/officeDocument/2006/relationships/hyperlink" Target="https://chatgpt.com/codex/" TargetMode="External" Id="R5d6fdd4ad53e467e" /><Relationship Type="http://schemas.openxmlformats.org/officeDocument/2006/relationships/image" Target="/ppt/media/image55.png" Id="Rca8d9102116749f2" /><Relationship Type="http://schemas.openxmlformats.org/officeDocument/2006/relationships/image" Target="/ppt/media/image56.png" Id="R1ca7dded93524d6e" /><Relationship Type="http://schemas.openxmlformats.org/officeDocument/2006/relationships/notesSlide" Target="/ppt/notesSlides/notesSlide36.xml" Id="R06099f1a8da54d1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65db9162b0488c" /><Relationship Type="http://schemas.openxmlformats.org/officeDocument/2006/relationships/hyperlink" Target="https://antigravity.google/" TargetMode="External" Id="R3657e4d0596e4885" /><Relationship Type="http://schemas.openxmlformats.org/officeDocument/2006/relationships/hyperlink" Target="https://chatgpt.com/codex/" TargetMode="External" Id="R9fec4ab486af4be5" /><Relationship Type="http://schemas.openxmlformats.org/officeDocument/2006/relationships/image" Target="/ppt/media/image57.png" Id="R88c493c3af0e46ff" /><Relationship Type="http://schemas.openxmlformats.org/officeDocument/2006/relationships/image" Target="/ppt/media/image58.png" Id="R256cc363b83e4e8e" /><Relationship Type="http://schemas.openxmlformats.org/officeDocument/2006/relationships/notesSlide" Target="/ppt/notesSlides/notesSlide37.xml" Id="Rd304362469d44a76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c05393e6594e60" /><Relationship Type="http://schemas.openxmlformats.org/officeDocument/2006/relationships/hyperlink" Target="https://antigravity.google/" TargetMode="External" Id="Ra4963382f8054991" /><Relationship Type="http://schemas.openxmlformats.org/officeDocument/2006/relationships/hyperlink" Target="https://chatgpt.com/codex/" TargetMode="External" Id="R39f716520d6e4515" /><Relationship Type="http://schemas.openxmlformats.org/officeDocument/2006/relationships/image" Target="/ppt/media/image59.png" Id="R956e5517fb5e41e7" /><Relationship Type="http://schemas.openxmlformats.org/officeDocument/2006/relationships/image" Target="/ppt/media/image60.png" Id="R36d20e2bc5604e84" /><Relationship Type="http://schemas.openxmlformats.org/officeDocument/2006/relationships/notesSlide" Target="/ppt/notesSlides/notesSlide38.xml" Id="R5c5fc0c44ea84790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c0207ad7584b9e" /><Relationship Type="http://schemas.openxmlformats.org/officeDocument/2006/relationships/hyperlink" Target="https://antigravity.google/" TargetMode="External" Id="Ra71382bc7c1442d1" /><Relationship Type="http://schemas.openxmlformats.org/officeDocument/2006/relationships/hyperlink" Target="https://chatgpt.com/codex/" TargetMode="External" Id="Re1549e5c51464a30" /><Relationship Type="http://schemas.openxmlformats.org/officeDocument/2006/relationships/image" Target="/ppt/media/image61.png" Id="R3e4a6efa84a947fa" /><Relationship Type="http://schemas.openxmlformats.org/officeDocument/2006/relationships/image" Target="/ppt/media/image62.png" Id="R021eb0695d634d96" /><Relationship Type="http://schemas.openxmlformats.org/officeDocument/2006/relationships/notesSlide" Target="/ppt/notesSlides/notesSlide39.xml" Id="Re42d800dd19b49a9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31ff1c50224075" /><Relationship Type="http://schemas.openxmlformats.org/officeDocument/2006/relationships/hyperlink" Target="https://antigravity.google/" TargetMode="External" Id="Re859f64670904c7a" /><Relationship Type="http://schemas.openxmlformats.org/officeDocument/2006/relationships/hyperlink" Target="https://chatgpt.com/codex/" TargetMode="External" Id="R5875d5f910f44ce1" /><Relationship Type="http://schemas.openxmlformats.org/officeDocument/2006/relationships/image" Target="/ppt/media/image63.png" Id="R61f7efecc8ce464e" /><Relationship Type="http://schemas.openxmlformats.org/officeDocument/2006/relationships/image" Target="/ppt/media/image64.png" Id="Rf3da1f4d7f8b4cda" /><Relationship Type="http://schemas.openxmlformats.org/officeDocument/2006/relationships/notesSlide" Target="/ppt/notesSlides/notesSlide40.xml" Id="Rdb1325822b0b4d94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184fea4d604a78" /><Relationship Type="http://schemas.openxmlformats.org/officeDocument/2006/relationships/hyperlink" Target="https://antigravity.google/" TargetMode="External" Id="R30d23f83bed34c33" /><Relationship Type="http://schemas.openxmlformats.org/officeDocument/2006/relationships/hyperlink" Target="https://chatgpt.com/codex/" TargetMode="External" Id="Re6931b1d2b694f55" /><Relationship Type="http://schemas.openxmlformats.org/officeDocument/2006/relationships/image" Target="/ppt/media/image65.png" Id="Rb24661a9529e440d" /><Relationship Type="http://schemas.openxmlformats.org/officeDocument/2006/relationships/image" Target="/ppt/media/image66.png" Id="R527b0184c0124cbb" /><Relationship Type="http://schemas.openxmlformats.org/officeDocument/2006/relationships/notesSlide" Target="/ppt/notesSlides/notesSlide41.xml" Id="R1c0c569b0f7c4a18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d242c54dc94e29" /><Relationship Type="http://schemas.openxmlformats.org/officeDocument/2006/relationships/hyperlink" Target="https://antigravity.google/" TargetMode="External" Id="Rb701c09b6a5140af" /><Relationship Type="http://schemas.openxmlformats.org/officeDocument/2006/relationships/hyperlink" Target="https://chatgpt.com/codex/" TargetMode="External" Id="Rc568111bd7444e63" /><Relationship Type="http://schemas.openxmlformats.org/officeDocument/2006/relationships/image" Target="/ppt/media/image67.png" Id="R188830cf1e0447fd" /><Relationship Type="http://schemas.openxmlformats.org/officeDocument/2006/relationships/image" Target="/ppt/media/image68.png" Id="R7234a5284c8c43e0" /><Relationship Type="http://schemas.openxmlformats.org/officeDocument/2006/relationships/notesSlide" Target="/ppt/notesSlides/notesSlide42.xml" Id="R95648308c3f242ef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002fac55074d7a" /><Relationship Type="http://schemas.openxmlformats.org/officeDocument/2006/relationships/hyperlink" Target="https://antigravity.google/" TargetMode="External" Id="R5c5cedfdf5a34589" /><Relationship Type="http://schemas.openxmlformats.org/officeDocument/2006/relationships/hyperlink" Target="https://chatgpt.com/codex/" TargetMode="External" Id="Reeaaafb7c8064dab" /><Relationship Type="http://schemas.openxmlformats.org/officeDocument/2006/relationships/image" Target="/ppt/media/image69.png" Id="Rb0f4ea46d8bd4a6c" /><Relationship Type="http://schemas.openxmlformats.org/officeDocument/2006/relationships/image" Target="/ppt/media/image70.png" Id="R18dac317e74f4341" /><Relationship Type="http://schemas.openxmlformats.org/officeDocument/2006/relationships/notesSlide" Target="/ppt/notesSlides/notesSlide43.xml" Id="R33760e1b02404f5f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5e2217d8f044e7" /><Relationship Type="http://schemas.openxmlformats.org/officeDocument/2006/relationships/hyperlink" Target="../START_HERE_&#30740;&#32722;&#36039;&#28304;&#23566;&#33322;.html" TargetMode="External" Id="R2bccbd98f9464a67" /><Relationship Type="http://schemas.openxmlformats.org/officeDocument/2006/relationships/image" Target="/ppt/media/image71.png" Id="Re510bcbddbd24879" /><Relationship Type="http://schemas.openxmlformats.org/officeDocument/2006/relationships/hyperlink" Target="https://antigravity.google/" TargetMode="External" Id="R64a347e892844d44" /><Relationship Type="http://schemas.openxmlformats.org/officeDocument/2006/relationships/image" Target="/ppt/media/image72.png" Id="R6ed1d44ba38a45f2" /><Relationship Type="http://schemas.openxmlformats.org/officeDocument/2006/relationships/hyperlink" Target="https://chatgpt.com/codex/" TargetMode="External" Id="R55812980007f43ca" /><Relationship Type="http://schemas.openxmlformats.org/officeDocument/2006/relationships/image" Target="/ppt/media/image73.png" Id="R5df670384b524d49" /><Relationship Type="http://schemas.openxmlformats.org/officeDocument/2006/relationships/hyperlink" Target="https://claude.ai/" TargetMode="External" Id="Ra31fca9d97124f7a" /><Relationship Type="http://schemas.openxmlformats.org/officeDocument/2006/relationships/image" Target="/ppt/media/image74.png" Id="R7885ddf1d13c48d6" /><Relationship Type="http://schemas.openxmlformats.org/officeDocument/2006/relationships/hyperlink" Target="https://codelabs.developers.google.com/getting-started-with-antigravity-skills" TargetMode="External" Id="R8069cab289054b5b" /><Relationship Type="http://schemas.openxmlformats.org/officeDocument/2006/relationships/image" Target="/ppt/media/image75.png" Id="R2582060c8ea04854" /><Relationship Type="http://schemas.openxmlformats.org/officeDocument/2006/relationships/hyperlink" Target="../04_&#23526;&#20316;&#24037;&#20855;/&#25552;&#31034;&#35422;&#24555;&#25463;&#38754;&#26495;_&#30740;&#32722;&#29992;.html" TargetMode="External" Id="Ra96a15ed810b4cda" /><Relationship Type="http://schemas.openxmlformats.org/officeDocument/2006/relationships/image" Target="/ppt/media/image76.png" Id="Rddf5323f38884652" /><Relationship Type="http://schemas.openxmlformats.org/officeDocument/2006/relationships/hyperlink" Target="https://cagoooo.github.io/Akai/" TargetMode="External" Id="R3e7c5e12e0c442ba" /><Relationship Type="http://schemas.openxmlformats.org/officeDocument/2006/relationships/image" Target="/ppt/media/image77.png" Id="Re654eec70e9b4c69" /><Relationship Type="http://schemas.openxmlformats.org/officeDocument/2006/relationships/hyperlink" Target="https://www.iea.nl/sites/default/files/2025-10/GA66_PIRLS%202026.pdf" TargetMode="External" Id="Rd0519ecd9b0e4c4a" /><Relationship Type="http://schemas.openxmlformats.org/officeDocument/2006/relationships/image" Target="/ppt/media/image78.png" Id="R850b61d907cf4066" /><Relationship Type="http://schemas.openxmlformats.org/officeDocument/2006/relationships/notesSlide" Target="/ppt/notesSlides/notesSlide44.xml" Id="R51e517f1e0634eb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ad00d7dd941b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734">
            <a:extLst xmlns:a="http://schemas.openxmlformats.org/drawingml/2006/main">
              <a:ext uri="{FF2B5EF4-FFF2-40B4-BE49-F238E27FC236}">
                <a16:creationId xmlns:a16="http://schemas.microsoft.com/office/drawing/2014/main" id="{427BF624-CE54-4E09-BBBB-6919AC9A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735">
            <a:extLst xmlns:a="http://schemas.openxmlformats.org/drawingml/2006/main">
              <a:ext uri="{FF2B5EF4-FFF2-40B4-BE49-F238E27FC236}">
                <a16:creationId xmlns:a16="http://schemas.microsoft.com/office/drawing/2014/main" id="{8999CE92-A92C-4B87-904E-AB038276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736">
            <a:extLst xmlns:a="http://schemas.openxmlformats.org/drawingml/2006/main">
              <a:ext uri="{FF2B5EF4-FFF2-40B4-BE49-F238E27FC236}">
                <a16:creationId xmlns:a16="http://schemas.microsoft.com/office/drawing/2014/main" id="{D59EEDC0-829E-40A5-A50E-7E438A82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下午場｜13:00–16:00</a:t>
            </a:r>
          </a:p>
        </p:txBody>
      </p:sp>
      <p:sp>
        <p:nvSpPr>
          <p:cNvPr id="5" name="text-737">
            <a:extLst xmlns:a="http://schemas.openxmlformats.org/drawingml/2006/main">
              <a:ext uri="{FF2B5EF4-FFF2-40B4-BE49-F238E27FC236}">
                <a16:creationId xmlns:a16="http://schemas.microsoft.com/office/drawing/2014/main" id="{6E44AEDC-E619-478E-8219-5A886B66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04950"/>
            <a:ext cx="46291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打造會做事的 AI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教學與研究夥伴：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Antigravity／Codex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Claude／Agent Skills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資料分析實戰</a:t>
            </a:r>
          </a:p>
        </p:txBody>
      </p:sp>
      <p:sp>
        <p:nvSpPr>
          <p:cNvPr id="6" name="shape-738">
            <a:extLst xmlns:a="http://schemas.openxmlformats.org/drawingml/2006/main">
              <a:ext uri="{FF2B5EF4-FFF2-40B4-BE49-F238E27FC236}">
                <a16:creationId xmlns:a16="http://schemas.microsoft.com/office/drawing/2014/main" id="{B2A6D5D9-485F-4C08-84B5-5FE7FDA2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739">
            <a:extLst xmlns:a="http://schemas.openxmlformats.org/drawingml/2006/main">
              <a:ext uri="{FF2B5EF4-FFF2-40B4-BE49-F238E27FC236}">
                <a16:creationId xmlns:a16="http://schemas.microsoft.com/office/drawing/2014/main" id="{ECB326F8-228C-4ADF-8F8E-694B8EE1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29150"/>
            <a:ext cx="4629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40">
            <a:extLst xmlns:a="http://schemas.openxmlformats.org/drawingml/2006/main">
              <a:ext uri="{FF2B5EF4-FFF2-40B4-BE49-F238E27FC236}">
                <a16:creationId xmlns:a16="http://schemas.microsoft.com/office/drawing/2014/main" id="{47180D08-72D3-4B07-8258-20B067F1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3656776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741">
            <a:extLst xmlns:a="http://schemas.openxmlformats.org/drawingml/2006/main">
              <a:ext uri="{FF2B5EF4-FFF2-40B4-BE49-F238E27FC236}">
                <a16:creationId xmlns:a16="http://schemas.microsoft.com/office/drawing/2014/main" id="{24A9DB17-945A-4642-811F-F2107382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5EBF06-C195-4BD1-845A-2F35AF9C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下午離開前，你會有四項成果</a:t>
            </a:r>
          </a:p>
        </p:txBody>
      </p:sp>
      <p:cxnSp>
        <p:nvCxnSpPr>
          <p:cNvPr id="24" name="shape-7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43">
            <a:extLst xmlns:a="http://schemas.openxmlformats.org/drawingml/2006/main">
              <a:ext uri="{FF2B5EF4-FFF2-40B4-BE49-F238E27FC236}">
                <a16:creationId xmlns:a16="http://schemas.microsoft.com/office/drawing/2014/main" id="{9604175F-F134-440D-BBF2-3E3E76C5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98E2E06-2421-40A7-B87C-1D9A7D0E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744">
            <a:extLst xmlns:a="http://schemas.openxmlformats.org/drawingml/2006/main">
              <a:ext uri="{FF2B5EF4-FFF2-40B4-BE49-F238E27FC236}">
                <a16:creationId xmlns:a16="http://schemas.microsoft.com/office/drawing/2014/main" id="{1EF7581E-C594-4A60-A9B9-D8F8A1C1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745">
            <a:extLst xmlns:a="http://schemas.openxmlformats.org/drawingml/2006/main">
              <a:ext uri="{FF2B5EF4-FFF2-40B4-BE49-F238E27FC236}">
                <a16:creationId xmlns:a16="http://schemas.microsoft.com/office/drawing/2014/main" id="{00E9948B-DF73-4DBB-81CE-59B15712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746">
            <a:extLst xmlns:a="http://schemas.openxmlformats.org/drawingml/2006/main">
              <a:ext uri="{FF2B5EF4-FFF2-40B4-BE49-F238E27FC236}">
                <a16:creationId xmlns:a16="http://schemas.microsoft.com/office/drawing/2014/main" id="{AA8548DF-D2AA-4492-B266-82B22C69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看懂 Agent</a:t>
            </a:r>
          </a:p>
        </p:txBody>
      </p:sp>
      <p:sp>
        <p:nvSpPr>
          <p:cNvPr id="9" name="text-747">
            <a:extLst xmlns:a="http://schemas.openxmlformats.org/drawingml/2006/main">
              <a:ext uri="{FF2B5EF4-FFF2-40B4-BE49-F238E27FC236}">
                <a16:creationId xmlns:a16="http://schemas.microsoft.com/office/drawing/2014/main" id="{751CDC3F-FD6F-44A2-9F61-72C5C455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能分辨對話、助理與 Agent，知道何時必須人在迴路。</a:t>
            </a:r>
          </a:p>
        </p:txBody>
      </p:sp>
      <p:sp>
        <p:nvSpPr>
          <p:cNvPr id="10" name="shape-748">
            <a:extLst xmlns:a="http://schemas.openxmlformats.org/drawingml/2006/main">
              <a:ext uri="{FF2B5EF4-FFF2-40B4-BE49-F238E27FC236}">
                <a16:creationId xmlns:a16="http://schemas.microsoft.com/office/drawing/2014/main" id="{E95B8A54-2D53-4167-93DE-A2E0152AD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749">
            <a:extLst xmlns:a="http://schemas.openxmlformats.org/drawingml/2006/main">
              <a:ext uri="{FF2B5EF4-FFF2-40B4-BE49-F238E27FC236}">
                <a16:creationId xmlns:a16="http://schemas.microsoft.com/office/drawing/2014/main" id="{D8B85E4A-1D8B-4359-9003-3F3FA195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50">
            <a:extLst xmlns:a="http://schemas.openxmlformats.org/drawingml/2006/main">
              <a:ext uri="{FF2B5EF4-FFF2-40B4-BE49-F238E27FC236}">
                <a16:creationId xmlns:a16="http://schemas.microsoft.com/office/drawing/2014/main" id="{3F4D672A-F1C5-469A-8AED-E66204B8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建立工具策略</a:t>
            </a:r>
          </a:p>
        </p:txBody>
      </p:sp>
      <p:sp>
        <p:nvSpPr>
          <p:cNvPr id="13" name="text-751">
            <a:extLst xmlns:a="http://schemas.openxmlformats.org/drawingml/2006/main">
              <a:ext uri="{FF2B5EF4-FFF2-40B4-BE49-F238E27FC236}">
                <a16:creationId xmlns:a16="http://schemas.microsoft.com/office/drawing/2014/main" id="{3CC13A73-2E8A-4ADA-81C4-6852A332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Antigravity、Codex 與 Claude，依任務、額度與驗收證據選擇工具。</a:t>
            </a:r>
          </a:p>
        </p:txBody>
      </p:sp>
      <p:sp>
        <p:nvSpPr>
          <p:cNvPr id="14" name="shape-752">
            <a:extLst xmlns:a="http://schemas.openxmlformats.org/drawingml/2006/main">
              <a:ext uri="{FF2B5EF4-FFF2-40B4-BE49-F238E27FC236}">
                <a16:creationId xmlns:a16="http://schemas.microsoft.com/office/drawing/2014/main" id="{50B6DA37-1A7B-49D3-AC08-B16C9C912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753">
            <a:extLst xmlns:a="http://schemas.openxmlformats.org/drawingml/2006/main">
              <a:ext uri="{FF2B5EF4-FFF2-40B4-BE49-F238E27FC236}">
                <a16:creationId xmlns:a16="http://schemas.microsoft.com/office/drawing/2014/main" id="{03610077-39A5-46A5-A9B8-8075518F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54">
            <a:extLst xmlns:a="http://schemas.openxmlformats.org/drawingml/2006/main">
              <a:ext uri="{FF2B5EF4-FFF2-40B4-BE49-F238E27FC236}">
                <a16:creationId xmlns:a16="http://schemas.microsoft.com/office/drawing/2014/main" id="{4451491B-71AE-4CB4-B2E6-A6D8D3CD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完成一個 Skill</a:t>
            </a:r>
          </a:p>
        </p:txBody>
      </p:sp>
      <p:sp>
        <p:nvSpPr>
          <p:cNvPr id="17" name="text-755">
            <a:extLst xmlns:a="http://schemas.openxmlformats.org/drawingml/2006/main">
              <a:ext uri="{FF2B5EF4-FFF2-40B4-BE49-F238E27FC236}">
                <a16:creationId xmlns:a16="http://schemas.microsoft.com/office/drawing/2014/main" id="{B33856F4-DE44-4571-8E0D-81D48FB1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把教學或研究提示詞升級成可重複、可測試的工作流程。</a:t>
            </a:r>
          </a:p>
        </p:txBody>
      </p:sp>
      <p:sp>
        <p:nvSpPr>
          <p:cNvPr id="18" name="shape-756">
            <a:extLst xmlns:a="http://schemas.openxmlformats.org/drawingml/2006/main">
              <a:ext uri="{FF2B5EF4-FFF2-40B4-BE49-F238E27FC236}">
                <a16:creationId xmlns:a16="http://schemas.microsoft.com/office/drawing/2014/main" id="{A252AA25-D61F-47F0-AC54-655EEB45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757">
            <a:extLst xmlns:a="http://schemas.openxmlformats.org/drawingml/2006/main">
              <a:ext uri="{FF2B5EF4-FFF2-40B4-BE49-F238E27FC236}">
                <a16:creationId xmlns:a16="http://schemas.microsoft.com/office/drawing/2014/main" id="{CADB9F40-F325-4A4A-82C2-491921C4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758">
            <a:extLst xmlns:a="http://schemas.openxmlformats.org/drawingml/2006/main">
              <a:ext uri="{FF2B5EF4-FFF2-40B4-BE49-F238E27FC236}">
                <a16:creationId xmlns:a16="http://schemas.microsoft.com/office/drawing/2014/main" id="{95F710D6-38AF-4A3F-ADFA-1BBEA7AA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完成資料分析</a:t>
            </a:r>
          </a:p>
        </p:txBody>
      </p:sp>
      <p:sp>
        <p:nvSpPr>
          <p:cNvPr id="21" name="text-759">
            <a:extLst xmlns:a="http://schemas.openxmlformats.org/drawingml/2006/main">
              <a:ext uri="{FF2B5EF4-FFF2-40B4-BE49-F238E27FC236}">
                <a16:creationId xmlns:a16="http://schemas.microsoft.com/office/drawing/2014/main" id="{3C9E36C4-80F6-4FD0-9BB6-A11072BA2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以合成資料練習選擇題統計、簡答初編與人工複核。</a:t>
            </a:r>
          </a:p>
        </p:txBody>
      </p:sp>
    </p:spTree>
    <p:extLst>
      <p:ext uri="{BB962C8B-B14F-4D97-AF65-F5344CB8AC3E}">
        <p14:creationId xmlns:p14="http://schemas.microsoft.com/office/powerpoint/2010/main" val="10815954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760">
            <a:extLst xmlns:a="http://schemas.openxmlformats.org/drawingml/2006/main">
              <a:ext uri="{FF2B5EF4-FFF2-40B4-BE49-F238E27FC236}">
                <a16:creationId xmlns:a16="http://schemas.microsoft.com/office/drawing/2014/main" id="{F81BE763-B4AF-4D2F-83D0-73C7C776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29EF5D1-EEA1-46E0-A7A1-43CE3B7D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 180 分鐘：從操作到可重複流程</a:t>
            </a:r>
          </a:p>
        </p:txBody>
      </p:sp>
      <p:cxnSp>
        <p:nvCxnSpPr>
          <p:cNvPr id="41" name="shape-7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62">
            <a:extLst xmlns:a="http://schemas.openxmlformats.org/drawingml/2006/main">
              <a:ext uri="{FF2B5EF4-FFF2-40B4-BE49-F238E27FC236}">
                <a16:creationId xmlns:a16="http://schemas.microsoft.com/office/drawing/2014/main" id="{06349A74-7C57-4C38-B44B-8B0023A3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924CCED-67CC-4306-AD8A-B14B8BFB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44" name="shape-763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764">
            <a:extLst xmlns:a="http://schemas.openxmlformats.org/drawingml/2006/main">
              <a:ext uri="{FF2B5EF4-FFF2-40B4-BE49-F238E27FC236}">
                <a16:creationId xmlns:a16="http://schemas.microsoft.com/office/drawing/2014/main" id="{5D2B3B71-8E32-4BEF-9EFA-004B48B7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65">
            <a:extLst xmlns:a="http://schemas.openxmlformats.org/drawingml/2006/main">
              <a:ext uri="{FF2B5EF4-FFF2-40B4-BE49-F238E27FC236}">
                <a16:creationId xmlns:a16="http://schemas.microsoft.com/office/drawing/2014/main" id="{03F85574-1761-4518-BFB1-97BF15070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00–20</a:t>
            </a:r>
          </a:p>
        </p:txBody>
      </p:sp>
      <p:sp>
        <p:nvSpPr>
          <p:cNvPr id="9" name="text-766">
            <a:extLst xmlns:a="http://schemas.openxmlformats.org/drawingml/2006/main">
              <a:ext uri="{FF2B5EF4-FFF2-40B4-BE49-F238E27FC236}">
                <a16:creationId xmlns:a16="http://schemas.microsoft.com/office/drawing/2014/main" id="{180A8EAD-E66E-4903-AD10-F5361598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觀念</a:t>
            </a:r>
          </a:p>
        </p:txBody>
      </p:sp>
      <p:sp>
        <p:nvSpPr>
          <p:cNvPr id="10" name="text-767">
            <a:extLst xmlns:a="http://schemas.openxmlformats.org/drawingml/2006/main">
              <a:ext uri="{FF2B5EF4-FFF2-40B4-BE49-F238E27FC236}">
                <a16:creationId xmlns:a16="http://schemas.microsoft.com/office/drawing/2014/main" id="{2C8EB4DA-6C3A-4509-8D7A-FDF1DD4F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能力與風險</a:t>
            </a:r>
          </a:p>
        </p:txBody>
      </p:sp>
      <p:sp>
        <p:nvSpPr>
          <p:cNvPr id="11" name="shape-768">
            <a:extLst xmlns:a="http://schemas.openxmlformats.org/drawingml/2006/main">
              <a:ext uri="{FF2B5EF4-FFF2-40B4-BE49-F238E27FC236}">
                <a16:creationId xmlns:a16="http://schemas.microsoft.com/office/drawing/2014/main" id="{E2D7D0CB-8162-45DE-89F0-7435B6A4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769">
            <a:extLst xmlns:a="http://schemas.openxmlformats.org/drawingml/2006/main">
              <a:ext uri="{FF2B5EF4-FFF2-40B4-BE49-F238E27FC236}">
                <a16:creationId xmlns:a16="http://schemas.microsoft.com/office/drawing/2014/main" id="{0408F365-29C4-42C5-B266-3881B5DD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20–45</a:t>
            </a:r>
          </a:p>
        </p:txBody>
      </p:sp>
      <p:sp>
        <p:nvSpPr>
          <p:cNvPr id="13" name="text-770">
            <a:extLst xmlns:a="http://schemas.openxmlformats.org/drawingml/2006/main">
              <a:ext uri="{FF2B5EF4-FFF2-40B4-BE49-F238E27FC236}">
                <a16:creationId xmlns:a16="http://schemas.microsoft.com/office/drawing/2014/main" id="{0E303F0E-EE8E-4B1B-9877-EC0404A6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14" name="text-771">
            <a:extLst xmlns:a="http://schemas.openxmlformats.org/drawingml/2006/main">
              <a:ext uri="{FF2B5EF4-FFF2-40B4-BE49-F238E27FC236}">
                <a16:creationId xmlns:a16="http://schemas.microsoft.com/office/drawing/2014/main" id="{31B254C8-57AE-49F4-8BBF-E1B99E79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任務與證據</a:t>
            </a:r>
          </a:p>
        </p:txBody>
      </p:sp>
      <p:sp>
        <p:nvSpPr>
          <p:cNvPr id="15" name="shape-772">
            <a:extLst xmlns:a="http://schemas.openxmlformats.org/drawingml/2006/main">
              <a:ext uri="{FF2B5EF4-FFF2-40B4-BE49-F238E27FC236}">
                <a16:creationId xmlns:a16="http://schemas.microsoft.com/office/drawing/2014/main" id="{8F3BEEE8-2589-4363-9157-6BD1C62E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773">
            <a:extLst xmlns:a="http://schemas.openxmlformats.org/drawingml/2006/main">
              <a:ext uri="{FF2B5EF4-FFF2-40B4-BE49-F238E27FC236}">
                <a16:creationId xmlns:a16="http://schemas.microsoft.com/office/drawing/2014/main" id="{5D36810A-9041-42FA-81D3-DE635F10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45–70</a:t>
            </a:r>
          </a:p>
        </p:txBody>
      </p:sp>
      <p:sp>
        <p:nvSpPr>
          <p:cNvPr id="17" name="text-774">
            <a:extLst xmlns:a="http://schemas.openxmlformats.org/drawingml/2006/main">
              <a:ext uri="{FF2B5EF4-FFF2-40B4-BE49-F238E27FC236}">
                <a16:creationId xmlns:a16="http://schemas.microsoft.com/office/drawing/2014/main" id="{8D545B75-B607-4A29-A984-6CC1A4DE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8" name="text-775">
            <a:extLst xmlns:a="http://schemas.openxmlformats.org/drawingml/2006/main">
              <a:ext uri="{FF2B5EF4-FFF2-40B4-BE49-F238E27FC236}">
                <a16:creationId xmlns:a16="http://schemas.microsoft.com/office/drawing/2014/main" id="{25F9FA31-D92D-4BF8-86F6-3C7446CB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模型與成本</a:t>
            </a:r>
          </a:p>
        </p:txBody>
      </p:sp>
      <p:sp>
        <p:nvSpPr>
          <p:cNvPr id="19" name="shape-776">
            <a:extLst xmlns:a="http://schemas.openxmlformats.org/drawingml/2006/main">
              <a:ext uri="{FF2B5EF4-FFF2-40B4-BE49-F238E27FC236}">
                <a16:creationId xmlns:a16="http://schemas.microsoft.com/office/drawing/2014/main" id="{ABB98E65-8460-4FF0-BDF4-40E2B972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77">
            <a:extLst xmlns:a="http://schemas.openxmlformats.org/drawingml/2006/main">
              <a:ext uri="{FF2B5EF4-FFF2-40B4-BE49-F238E27FC236}">
                <a16:creationId xmlns:a16="http://schemas.microsoft.com/office/drawing/2014/main" id="{AB61504B-1697-42D7-81A4-1A0EB019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70–95</a:t>
            </a:r>
          </a:p>
        </p:txBody>
      </p:sp>
      <p:sp>
        <p:nvSpPr>
          <p:cNvPr id="21" name="text-778">
            <a:extLst xmlns:a="http://schemas.openxmlformats.org/drawingml/2006/main">
              <a:ext uri="{FF2B5EF4-FFF2-40B4-BE49-F238E27FC236}">
                <a16:creationId xmlns:a16="http://schemas.microsoft.com/office/drawing/2014/main" id="{F7F30C07-3DB4-4060-AD65-7CB91D7C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22" name="text-779">
            <a:extLst xmlns:a="http://schemas.openxmlformats.org/drawingml/2006/main">
              <a:ext uri="{FF2B5EF4-FFF2-40B4-BE49-F238E27FC236}">
                <a16:creationId xmlns:a16="http://schemas.microsoft.com/office/drawing/2014/main" id="{79AE8179-B982-4CA5-819A-1FCB6FCE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實作工作流</a:t>
            </a:r>
          </a:p>
        </p:txBody>
      </p:sp>
      <p:sp>
        <p:nvSpPr>
          <p:cNvPr id="23" name="shape-780">
            <a:extLst xmlns:a="http://schemas.openxmlformats.org/drawingml/2006/main">
              <a:ext uri="{FF2B5EF4-FFF2-40B4-BE49-F238E27FC236}">
                <a16:creationId xmlns:a16="http://schemas.microsoft.com/office/drawing/2014/main" id="{2E919C68-8667-446C-BAAE-BD964D34B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781">
            <a:extLst xmlns:a="http://schemas.openxmlformats.org/drawingml/2006/main">
              <a:ext uri="{FF2B5EF4-FFF2-40B4-BE49-F238E27FC236}">
                <a16:creationId xmlns:a16="http://schemas.microsoft.com/office/drawing/2014/main" id="{709729A4-041B-45BC-BD26-A15C2A8F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95–105</a:t>
            </a:r>
          </a:p>
        </p:txBody>
      </p:sp>
      <p:sp>
        <p:nvSpPr>
          <p:cNvPr id="25" name="text-782">
            <a:extLst xmlns:a="http://schemas.openxmlformats.org/drawingml/2006/main">
              <a:ext uri="{FF2B5EF4-FFF2-40B4-BE49-F238E27FC236}">
                <a16:creationId xmlns:a16="http://schemas.microsoft.com/office/drawing/2014/main" id="{C44EB15E-8F10-4697-AB81-A3398C38A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783">
            <a:extLst xmlns:a="http://schemas.openxmlformats.org/drawingml/2006/main">
              <a:ext uri="{FF2B5EF4-FFF2-40B4-BE49-F238E27FC236}">
                <a16:creationId xmlns:a16="http://schemas.microsoft.com/office/drawing/2014/main" id="{7274DBCB-DA48-4785-B55C-2E52E5D4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整理成果</a:t>
            </a:r>
          </a:p>
        </p:txBody>
      </p:sp>
      <p:sp>
        <p:nvSpPr>
          <p:cNvPr id="27" name="shape-784">
            <a:extLst xmlns:a="http://schemas.openxmlformats.org/drawingml/2006/main">
              <a:ext uri="{FF2B5EF4-FFF2-40B4-BE49-F238E27FC236}">
                <a16:creationId xmlns:a16="http://schemas.microsoft.com/office/drawing/2014/main" id="{74133815-C43D-4944-A193-618AA1DF8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785">
            <a:extLst xmlns:a="http://schemas.openxmlformats.org/drawingml/2006/main">
              <a:ext uri="{FF2B5EF4-FFF2-40B4-BE49-F238E27FC236}">
                <a16:creationId xmlns:a16="http://schemas.microsoft.com/office/drawing/2014/main" id="{B0885485-669D-46FE-B588-2D1573EF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105–140</a:t>
            </a:r>
          </a:p>
        </p:txBody>
      </p:sp>
      <p:sp>
        <p:nvSpPr>
          <p:cNvPr id="29" name="text-786">
            <a:extLst xmlns:a="http://schemas.openxmlformats.org/drawingml/2006/main">
              <a:ext uri="{FF2B5EF4-FFF2-40B4-BE49-F238E27FC236}">
                <a16:creationId xmlns:a16="http://schemas.microsoft.com/office/drawing/2014/main" id="{65A4E623-CC8E-4C28-A605-AD3456FD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0" name="text-787">
            <a:extLst xmlns:a="http://schemas.openxmlformats.org/drawingml/2006/main">
              <a:ext uri="{FF2B5EF4-FFF2-40B4-BE49-F238E27FC236}">
                <a16:creationId xmlns:a16="http://schemas.microsoft.com/office/drawing/2014/main" id="{F130DF2E-71C2-4973-BCD9-8F761D6E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提示詞升級</a:t>
            </a:r>
          </a:p>
        </p:txBody>
      </p:sp>
      <p:sp>
        <p:nvSpPr>
          <p:cNvPr id="31" name="shape-788">
            <a:extLst xmlns:a="http://schemas.openxmlformats.org/drawingml/2006/main">
              <a:ext uri="{FF2B5EF4-FFF2-40B4-BE49-F238E27FC236}">
                <a16:creationId xmlns:a16="http://schemas.microsoft.com/office/drawing/2014/main" id="{E89BDE9E-32A9-4540-9F72-90E5EFADA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789">
            <a:extLst xmlns:a="http://schemas.openxmlformats.org/drawingml/2006/main">
              <a:ext uri="{FF2B5EF4-FFF2-40B4-BE49-F238E27FC236}">
                <a16:creationId xmlns:a16="http://schemas.microsoft.com/office/drawing/2014/main" id="{FF20F350-543F-40F6-8809-335A5E4D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140–160</a:t>
            </a:r>
          </a:p>
        </p:txBody>
      </p:sp>
      <p:sp>
        <p:nvSpPr>
          <p:cNvPr id="33" name="text-790">
            <a:extLst xmlns:a="http://schemas.openxmlformats.org/drawingml/2006/main">
              <a:ext uri="{FF2B5EF4-FFF2-40B4-BE49-F238E27FC236}">
                <a16:creationId xmlns:a16="http://schemas.microsoft.com/office/drawing/2014/main" id="{7A852ED4-0CEF-4EB7-A1DB-B133BF99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學生資料</a:t>
            </a:r>
          </a:p>
        </p:txBody>
      </p:sp>
      <p:sp>
        <p:nvSpPr>
          <p:cNvPr id="34" name="text-791">
            <a:extLst xmlns:a="http://schemas.openxmlformats.org/drawingml/2006/main">
              <a:ext uri="{FF2B5EF4-FFF2-40B4-BE49-F238E27FC236}">
                <a16:creationId xmlns:a16="http://schemas.microsoft.com/office/drawing/2014/main" id="{F13DC569-F184-44A5-BB2B-FAF6893F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風格分析</a:t>
            </a:r>
          </a:p>
        </p:txBody>
      </p:sp>
      <p:sp>
        <p:nvSpPr>
          <p:cNvPr id="35" name="shape-792">
            <a:extLst xmlns:a="http://schemas.openxmlformats.org/drawingml/2006/main">
              <a:ext uri="{FF2B5EF4-FFF2-40B4-BE49-F238E27FC236}">
                <a16:creationId xmlns:a16="http://schemas.microsoft.com/office/drawing/2014/main" id="{C7E57920-04D9-4352-ACB2-A4D53B80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ext-793">
            <a:extLst xmlns:a="http://schemas.openxmlformats.org/drawingml/2006/main">
              <a:ext uri="{FF2B5EF4-FFF2-40B4-BE49-F238E27FC236}">
                <a16:creationId xmlns:a16="http://schemas.microsoft.com/office/drawing/2014/main" id="{1BBC81E0-D66E-48DE-A182-D1897671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160–180</a:t>
            </a:r>
          </a:p>
        </p:txBody>
      </p:sp>
      <p:sp>
        <p:nvSpPr>
          <p:cNvPr id="37" name="text-794">
            <a:extLst xmlns:a="http://schemas.openxmlformats.org/drawingml/2006/main">
              <a:ext uri="{FF2B5EF4-FFF2-40B4-BE49-F238E27FC236}">
                <a16:creationId xmlns:a16="http://schemas.microsoft.com/office/drawing/2014/main" id="{9D5297FF-7910-4931-93D7-B52959FF3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整合分享</a:t>
            </a:r>
          </a:p>
        </p:txBody>
      </p:sp>
      <p:sp>
        <p:nvSpPr>
          <p:cNvPr id="38" name="text-795">
            <a:extLst xmlns:a="http://schemas.openxmlformats.org/drawingml/2006/main">
              <a:ext uri="{FF2B5EF4-FFF2-40B4-BE49-F238E27FC236}">
                <a16:creationId xmlns:a16="http://schemas.microsoft.com/office/drawing/2014/main" id="{785472C4-4503-48ED-96AE-67852F23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可驗證交付</a:t>
            </a:r>
          </a:p>
        </p:txBody>
      </p:sp>
    </p:spTree>
    <p:extLst>
      <p:ext uri="{BB962C8B-B14F-4D97-AF65-F5344CB8AC3E}">
        <p14:creationId xmlns:p14="http://schemas.microsoft.com/office/powerpoint/2010/main" val="158610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796">
            <a:extLst xmlns:a="http://schemas.openxmlformats.org/drawingml/2006/main">
              <a:ext uri="{FF2B5EF4-FFF2-40B4-BE49-F238E27FC236}">
                <a16:creationId xmlns:a16="http://schemas.microsoft.com/office/drawing/2014/main" id="{F88C6FDF-5E11-4D81-A040-CA478DB4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CAPABILITY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20D542B-EC04-449A-AEA8-296B9809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對話、助理、Agent：差別在能否推進工作</a:t>
            </a:r>
          </a:p>
        </p:txBody>
      </p:sp>
      <p:cxnSp>
        <p:nvCxnSpPr>
          <p:cNvPr id="32" name="shape-79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98">
            <a:extLst xmlns:a="http://schemas.openxmlformats.org/drawingml/2006/main">
              <a:ext uri="{FF2B5EF4-FFF2-40B4-BE49-F238E27FC236}">
                <a16:creationId xmlns:a16="http://schemas.microsoft.com/office/drawing/2014/main" id="{832B4123-9ADA-450B-A477-09CAE2A8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4F27C96-4797-45AB-82B7-772E7B1C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799">
            <a:extLst xmlns:a="http://schemas.openxmlformats.org/drawingml/2006/main">
              <a:ext uri="{FF2B5EF4-FFF2-40B4-BE49-F238E27FC236}">
                <a16:creationId xmlns:a16="http://schemas.microsoft.com/office/drawing/2014/main" id="{9EDE9BC3-5E6A-4E10-B50E-A1903485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800">
            <a:extLst xmlns:a="http://schemas.openxmlformats.org/drawingml/2006/main">
              <a:ext uri="{FF2B5EF4-FFF2-40B4-BE49-F238E27FC236}">
                <a16:creationId xmlns:a16="http://schemas.microsoft.com/office/drawing/2014/main" id="{879AE0CF-1A03-4573-BBEE-42F08DC5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01">
            <a:extLst xmlns:a="http://schemas.openxmlformats.org/drawingml/2006/main">
              <a:ext uri="{FF2B5EF4-FFF2-40B4-BE49-F238E27FC236}">
                <a16:creationId xmlns:a16="http://schemas.microsoft.com/office/drawing/2014/main" id="{96297B4D-E25B-4F9E-9728-73330037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02">
            <a:extLst xmlns:a="http://schemas.openxmlformats.org/drawingml/2006/main">
              <a:ext uri="{FF2B5EF4-FFF2-40B4-BE49-F238E27FC236}">
                <a16:creationId xmlns:a16="http://schemas.microsoft.com/office/drawing/2014/main" id="{72E5B249-A3BF-4D57-927A-4CC8AA31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</a:t>
            </a:r>
          </a:p>
        </p:txBody>
      </p:sp>
      <p:sp>
        <p:nvSpPr>
          <p:cNvPr id="10" name="text-803">
            <a:extLst xmlns:a="http://schemas.openxmlformats.org/drawingml/2006/main">
              <a:ext uri="{FF2B5EF4-FFF2-40B4-BE49-F238E27FC236}">
                <a16:creationId xmlns:a16="http://schemas.microsoft.com/office/drawing/2014/main" id="{CCD346D6-940D-49D0-B2A9-E324B0EB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回答、解釋、發想</a:t>
            </a:r>
          </a:p>
        </p:txBody>
      </p:sp>
      <p:sp>
        <p:nvSpPr>
          <p:cNvPr id="11" name="text-804">
            <a:extLst xmlns:a="http://schemas.openxmlformats.org/drawingml/2006/main">
              <a:ext uri="{FF2B5EF4-FFF2-40B4-BE49-F238E27FC236}">
                <a16:creationId xmlns:a16="http://schemas.microsoft.com/office/drawing/2014/main" id="{A274FF88-514F-4B84-BEA2-78BB44E5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05">
            <a:extLst xmlns:a="http://schemas.openxmlformats.org/drawingml/2006/main">
              <a:ext uri="{FF2B5EF4-FFF2-40B4-BE49-F238E27FC236}">
                <a16:creationId xmlns:a16="http://schemas.microsoft.com/office/drawing/2014/main" id="{F57C47B7-26F9-43B2-AD8E-DF48AD07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806">
            <a:extLst xmlns:a="http://schemas.openxmlformats.org/drawingml/2006/main">
              <a:ext uri="{FF2B5EF4-FFF2-40B4-BE49-F238E27FC236}">
                <a16:creationId xmlns:a16="http://schemas.microsoft.com/office/drawing/2014/main" id="{898DC81E-F1EA-4573-B64C-FA937593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07">
            <a:extLst xmlns:a="http://schemas.openxmlformats.org/drawingml/2006/main">
              <a:ext uri="{FF2B5EF4-FFF2-40B4-BE49-F238E27FC236}">
                <a16:creationId xmlns:a16="http://schemas.microsoft.com/office/drawing/2014/main" id="{22E38C33-46ED-4E87-B948-E6233F50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08">
            <a:extLst xmlns:a="http://schemas.openxmlformats.org/drawingml/2006/main">
              <a:ext uri="{FF2B5EF4-FFF2-40B4-BE49-F238E27FC236}">
                <a16:creationId xmlns:a16="http://schemas.microsoft.com/office/drawing/2014/main" id="{6E9CD246-3DAF-47B7-8BDE-70250D3B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助理</a:t>
            </a:r>
          </a:p>
        </p:txBody>
      </p:sp>
      <p:sp>
        <p:nvSpPr>
          <p:cNvPr id="16" name="text-809">
            <a:extLst xmlns:a="http://schemas.openxmlformats.org/drawingml/2006/main">
              <a:ext uri="{FF2B5EF4-FFF2-40B4-BE49-F238E27FC236}">
                <a16:creationId xmlns:a16="http://schemas.microsoft.com/office/drawing/2014/main" id="{F4DB06C8-0121-443B-A942-B7B756B0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固定角色與格式</a:t>
            </a:r>
          </a:p>
        </p:txBody>
      </p:sp>
      <p:sp>
        <p:nvSpPr>
          <p:cNvPr id="17" name="text-810">
            <a:extLst xmlns:a="http://schemas.openxmlformats.org/drawingml/2006/main">
              <a:ext uri="{FF2B5EF4-FFF2-40B4-BE49-F238E27FC236}">
                <a16:creationId xmlns:a16="http://schemas.microsoft.com/office/drawing/2014/main" id="{192FB717-9FA2-4B2B-A81C-3B1F045C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11">
            <a:extLst xmlns:a="http://schemas.openxmlformats.org/drawingml/2006/main">
              <a:ext uri="{FF2B5EF4-FFF2-40B4-BE49-F238E27FC236}">
                <a16:creationId xmlns:a16="http://schemas.microsoft.com/office/drawing/2014/main" id="{48DC6C02-ED64-4447-B295-BF7D755E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812">
            <a:extLst xmlns:a="http://schemas.openxmlformats.org/drawingml/2006/main">
              <a:ext uri="{FF2B5EF4-FFF2-40B4-BE49-F238E27FC236}">
                <a16:creationId xmlns:a16="http://schemas.microsoft.com/office/drawing/2014/main" id="{A648B678-F4BD-474B-8F88-A27FD3DE5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13">
            <a:extLst xmlns:a="http://schemas.openxmlformats.org/drawingml/2006/main">
              <a:ext uri="{FF2B5EF4-FFF2-40B4-BE49-F238E27FC236}">
                <a16:creationId xmlns:a16="http://schemas.microsoft.com/office/drawing/2014/main" id="{39092EA0-0318-4C35-88CE-8DC9290F2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14">
            <a:extLst xmlns:a="http://schemas.openxmlformats.org/drawingml/2006/main">
              <a:ext uri="{FF2B5EF4-FFF2-40B4-BE49-F238E27FC236}">
                <a16:creationId xmlns:a16="http://schemas.microsoft.com/office/drawing/2014/main" id="{4B558FB5-98F8-4E63-AF84-DCDBB723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</a:t>
            </a:r>
          </a:p>
        </p:txBody>
      </p:sp>
      <p:sp>
        <p:nvSpPr>
          <p:cNvPr id="22" name="text-815">
            <a:extLst xmlns:a="http://schemas.openxmlformats.org/drawingml/2006/main">
              <a:ext uri="{FF2B5EF4-FFF2-40B4-BE49-F238E27FC236}">
                <a16:creationId xmlns:a16="http://schemas.microsoft.com/office/drawing/2014/main" id="{C8AC4BD1-9208-4DA4-97F9-C47A75CB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讀取環境、規劃、使用工具</a:t>
            </a:r>
          </a:p>
        </p:txBody>
      </p:sp>
      <p:sp>
        <p:nvSpPr>
          <p:cNvPr id="23" name="text-816">
            <a:extLst xmlns:a="http://schemas.openxmlformats.org/drawingml/2006/main">
              <a:ext uri="{FF2B5EF4-FFF2-40B4-BE49-F238E27FC236}">
                <a16:creationId xmlns:a16="http://schemas.microsoft.com/office/drawing/2014/main" id="{36E18748-7B76-4474-95EE-D677F60D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17">
            <a:extLst xmlns:a="http://schemas.openxmlformats.org/drawingml/2006/main">
              <a:ext uri="{FF2B5EF4-FFF2-40B4-BE49-F238E27FC236}">
                <a16:creationId xmlns:a16="http://schemas.microsoft.com/office/drawing/2014/main" id="{0008A2D9-E4CE-457D-94F8-4FB2CFEC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818">
            <a:extLst xmlns:a="http://schemas.openxmlformats.org/drawingml/2006/main">
              <a:ext uri="{FF2B5EF4-FFF2-40B4-BE49-F238E27FC236}">
                <a16:creationId xmlns:a16="http://schemas.microsoft.com/office/drawing/2014/main" id="{828810F2-BB51-401B-8A3B-3F0C398B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19">
            <a:extLst xmlns:a="http://schemas.openxmlformats.org/drawingml/2006/main">
              <a:ext uri="{FF2B5EF4-FFF2-40B4-BE49-F238E27FC236}">
                <a16:creationId xmlns:a16="http://schemas.microsoft.com/office/drawing/2014/main" id="{9BE0AEBB-5AE7-47AE-B43D-C94698146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20">
            <a:extLst xmlns:a="http://schemas.openxmlformats.org/drawingml/2006/main">
              <a:ext uri="{FF2B5EF4-FFF2-40B4-BE49-F238E27FC236}">
                <a16:creationId xmlns:a16="http://schemas.microsoft.com/office/drawing/2014/main" id="{CE0F8957-5477-4CE6-BE2E-75CAAE2E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可信 Agent</a:t>
            </a:r>
          </a:p>
        </p:txBody>
      </p:sp>
      <p:sp>
        <p:nvSpPr>
          <p:cNvPr id="28" name="text-821">
            <a:extLst xmlns:a="http://schemas.openxmlformats.org/drawingml/2006/main">
              <a:ext uri="{FF2B5EF4-FFF2-40B4-BE49-F238E27FC236}">
                <a16:creationId xmlns:a16="http://schemas.microsoft.com/office/drawing/2014/main" id="{C6DE6A08-716B-47A2-BB6C-27374439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驗證結果、回報限制、等待授權</a:t>
            </a:r>
          </a:p>
        </p:txBody>
      </p:sp>
      <p:sp>
        <p:nvSpPr>
          <p:cNvPr id="29" name="text-822">
            <a:extLst xmlns:a="http://schemas.openxmlformats.org/drawingml/2006/main">
              <a:ext uri="{FF2B5EF4-FFF2-40B4-BE49-F238E27FC236}">
                <a16:creationId xmlns:a16="http://schemas.microsoft.com/office/drawing/2014/main" id="{DB2E5904-CDF3-4074-B581-3205297A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6434232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823">
            <a:extLst xmlns:a="http://schemas.openxmlformats.org/drawingml/2006/main">
              <a:ext uri="{FF2B5EF4-FFF2-40B4-BE49-F238E27FC236}">
                <a16:creationId xmlns:a16="http://schemas.microsoft.com/office/drawing/2014/main" id="{024902FF-1784-4204-B611-4FCDE95D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73DA04-F6CA-44F3-AFEA-6E4185CD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五步循環：完成，不是只產生</a:t>
            </a:r>
          </a:p>
        </p:txBody>
      </p:sp>
      <p:cxnSp>
        <p:nvCxnSpPr>
          <p:cNvPr id="38" name="shape-82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25">
            <a:extLst xmlns:a="http://schemas.openxmlformats.org/drawingml/2006/main">
              <a:ext uri="{FF2B5EF4-FFF2-40B4-BE49-F238E27FC236}">
                <a16:creationId xmlns:a16="http://schemas.microsoft.com/office/drawing/2014/main" id="{E9FFCB14-3E26-466E-B646-B73EEFD5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3D6C2EC-F2BA-4C24-9B51-DEBA0288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826">
            <a:extLst xmlns:a="http://schemas.openxmlformats.org/drawingml/2006/main">
              <a:ext uri="{FF2B5EF4-FFF2-40B4-BE49-F238E27FC236}">
                <a16:creationId xmlns:a16="http://schemas.microsoft.com/office/drawing/2014/main" id="{601AE6F2-F6C2-4B7C-912A-F0204382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827">
            <a:extLst xmlns:a="http://schemas.openxmlformats.org/drawingml/2006/main">
              <a:ext uri="{FF2B5EF4-FFF2-40B4-BE49-F238E27FC236}">
                <a16:creationId xmlns:a16="http://schemas.microsoft.com/office/drawing/2014/main" id="{4CF47C5E-136A-42D0-9E45-494A50EA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28">
            <a:extLst xmlns:a="http://schemas.openxmlformats.org/drawingml/2006/main">
              <a:ext uri="{FF2B5EF4-FFF2-40B4-BE49-F238E27FC236}">
                <a16:creationId xmlns:a16="http://schemas.microsoft.com/office/drawing/2014/main" id="{7DEE2B3A-DAA1-4BCA-98B7-2D869114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29">
            <a:extLst xmlns:a="http://schemas.openxmlformats.org/drawingml/2006/main">
              <a:ext uri="{FF2B5EF4-FFF2-40B4-BE49-F238E27FC236}">
                <a16:creationId xmlns:a16="http://schemas.microsoft.com/office/drawing/2014/main" id="{E99AFB9F-159E-4208-BF42-06977BD4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10" name="text-830">
            <a:extLst xmlns:a="http://schemas.openxmlformats.org/drawingml/2006/main">
              <a:ext uri="{FF2B5EF4-FFF2-40B4-BE49-F238E27FC236}">
                <a16:creationId xmlns:a16="http://schemas.microsoft.com/office/drawing/2014/main" id="{803B861E-8D0E-4B44-B5AF-4E591457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確認目標與環境</a:t>
            </a:r>
          </a:p>
        </p:txBody>
      </p:sp>
      <p:sp>
        <p:nvSpPr>
          <p:cNvPr id="11" name="text-831">
            <a:extLst xmlns:a="http://schemas.openxmlformats.org/drawingml/2006/main">
              <a:ext uri="{FF2B5EF4-FFF2-40B4-BE49-F238E27FC236}">
                <a16:creationId xmlns:a16="http://schemas.microsoft.com/office/drawing/2014/main" id="{2FBF220A-B4A2-4A37-B87F-5CE2B98D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32">
            <a:extLst xmlns:a="http://schemas.openxmlformats.org/drawingml/2006/main">
              <a:ext uri="{FF2B5EF4-FFF2-40B4-BE49-F238E27FC236}">
                <a16:creationId xmlns:a16="http://schemas.microsoft.com/office/drawing/2014/main" id="{4E7EEB28-7911-4EB5-9103-55BFAB7A3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833">
            <a:extLst xmlns:a="http://schemas.openxmlformats.org/drawingml/2006/main">
              <a:ext uri="{FF2B5EF4-FFF2-40B4-BE49-F238E27FC236}">
                <a16:creationId xmlns:a16="http://schemas.microsoft.com/office/drawing/2014/main" id="{A2E451AF-D1E5-4B3B-8D48-A85B16F4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34">
            <a:extLst xmlns:a="http://schemas.openxmlformats.org/drawingml/2006/main">
              <a:ext uri="{FF2B5EF4-FFF2-40B4-BE49-F238E27FC236}">
                <a16:creationId xmlns:a16="http://schemas.microsoft.com/office/drawing/2014/main" id="{09CC692C-5303-4200-B06A-6D4EA36A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35">
            <a:extLst xmlns:a="http://schemas.openxmlformats.org/drawingml/2006/main">
              <a:ext uri="{FF2B5EF4-FFF2-40B4-BE49-F238E27FC236}">
                <a16:creationId xmlns:a16="http://schemas.microsoft.com/office/drawing/2014/main" id="{C87EAD08-17D2-4A4B-B42E-89B7FD5A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規劃</a:t>
            </a:r>
          </a:p>
        </p:txBody>
      </p:sp>
      <p:sp>
        <p:nvSpPr>
          <p:cNvPr id="16" name="text-836">
            <a:extLst xmlns:a="http://schemas.openxmlformats.org/drawingml/2006/main">
              <a:ext uri="{FF2B5EF4-FFF2-40B4-BE49-F238E27FC236}">
                <a16:creationId xmlns:a16="http://schemas.microsoft.com/office/drawing/2014/main" id="{3BF4603E-1DA3-45C5-9E01-67F49966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拆解步驟與風險</a:t>
            </a:r>
          </a:p>
        </p:txBody>
      </p:sp>
      <p:sp>
        <p:nvSpPr>
          <p:cNvPr id="17" name="text-837">
            <a:extLst xmlns:a="http://schemas.openxmlformats.org/drawingml/2006/main">
              <a:ext uri="{FF2B5EF4-FFF2-40B4-BE49-F238E27FC236}">
                <a16:creationId xmlns:a16="http://schemas.microsoft.com/office/drawing/2014/main" id="{23B9713C-8E27-4E8F-AFFE-5845CE54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38">
            <a:extLst xmlns:a="http://schemas.openxmlformats.org/drawingml/2006/main">
              <a:ext uri="{FF2B5EF4-FFF2-40B4-BE49-F238E27FC236}">
                <a16:creationId xmlns:a16="http://schemas.microsoft.com/office/drawing/2014/main" id="{CBE8F9FA-DAAB-4430-B3AC-64EEE735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839">
            <a:extLst xmlns:a="http://schemas.openxmlformats.org/drawingml/2006/main">
              <a:ext uri="{FF2B5EF4-FFF2-40B4-BE49-F238E27FC236}">
                <a16:creationId xmlns:a16="http://schemas.microsoft.com/office/drawing/2014/main" id="{0869EFCB-D7D1-40FB-A521-B1341A57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40">
            <a:extLst xmlns:a="http://schemas.openxmlformats.org/drawingml/2006/main">
              <a:ext uri="{FF2B5EF4-FFF2-40B4-BE49-F238E27FC236}">
                <a16:creationId xmlns:a16="http://schemas.microsoft.com/office/drawing/2014/main" id="{4790816D-B364-46F8-B9E1-9687809B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41">
            <a:extLst xmlns:a="http://schemas.openxmlformats.org/drawingml/2006/main">
              <a:ext uri="{FF2B5EF4-FFF2-40B4-BE49-F238E27FC236}">
                <a16:creationId xmlns:a16="http://schemas.microsoft.com/office/drawing/2014/main" id="{49A69680-DD34-411B-A335-6EB21E96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執行</a:t>
            </a:r>
          </a:p>
        </p:txBody>
      </p:sp>
      <p:sp>
        <p:nvSpPr>
          <p:cNvPr id="22" name="text-842">
            <a:extLst xmlns:a="http://schemas.openxmlformats.org/drawingml/2006/main">
              <a:ext uri="{FF2B5EF4-FFF2-40B4-BE49-F238E27FC236}">
                <a16:creationId xmlns:a16="http://schemas.microsoft.com/office/drawing/2014/main" id="{6689EE33-477F-4B4D-BDA2-15C73E1F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讀檔、寫檔、使用工具</a:t>
            </a:r>
          </a:p>
        </p:txBody>
      </p:sp>
      <p:sp>
        <p:nvSpPr>
          <p:cNvPr id="23" name="text-843">
            <a:extLst xmlns:a="http://schemas.openxmlformats.org/drawingml/2006/main">
              <a:ext uri="{FF2B5EF4-FFF2-40B4-BE49-F238E27FC236}">
                <a16:creationId xmlns:a16="http://schemas.microsoft.com/office/drawing/2014/main" id="{E0A547CB-B267-4519-85C5-F37D5ECA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44">
            <a:extLst xmlns:a="http://schemas.openxmlformats.org/drawingml/2006/main">
              <a:ext uri="{FF2B5EF4-FFF2-40B4-BE49-F238E27FC236}">
                <a16:creationId xmlns:a16="http://schemas.microsoft.com/office/drawing/2014/main" id="{3BD80703-319A-4FD2-B1E8-5DD1F786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845">
            <a:extLst xmlns:a="http://schemas.openxmlformats.org/drawingml/2006/main">
              <a:ext uri="{FF2B5EF4-FFF2-40B4-BE49-F238E27FC236}">
                <a16:creationId xmlns:a16="http://schemas.microsoft.com/office/drawing/2014/main" id="{B0451AF9-4FDE-4AB0-B556-638136B6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46">
            <a:extLst xmlns:a="http://schemas.openxmlformats.org/drawingml/2006/main">
              <a:ext uri="{FF2B5EF4-FFF2-40B4-BE49-F238E27FC236}">
                <a16:creationId xmlns:a16="http://schemas.microsoft.com/office/drawing/2014/main" id="{417162C5-D9CF-47A1-BED2-D18F889E6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47">
            <a:extLst xmlns:a="http://schemas.openxmlformats.org/drawingml/2006/main">
              <a:ext uri="{FF2B5EF4-FFF2-40B4-BE49-F238E27FC236}">
                <a16:creationId xmlns:a16="http://schemas.microsoft.com/office/drawing/2014/main" id="{F51526B8-0D0F-4D6B-AED7-CF1BCD560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驗證</a:t>
            </a:r>
          </a:p>
        </p:txBody>
      </p:sp>
      <p:sp>
        <p:nvSpPr>
          <p:cNvPr id="28" name="text-848">
            <a:extLst xmlns:a="http://schemas.openxmlformats.org/drawingml/2006/main">
              <a:ext uri="{FF2B5EF4-FFF2-40B4-BE49-F238E27FC236}">
                <a16:creationId xmlns:a16="http://schemas.microsoft.com/office/drawing/2014/main" id="{5FB75A58-7299-47AB-AB7A-1336118D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測試、畫面、差異</a:t>
            </a:r>
          </a:p>
        </p:txBody>
      </p:sp>
      <p:sp>
        <p:nvSpPr>
          <p:cNvPr id="29" name="text-849">
            <a:extLst xmlns:a="http://schemas.openxmlformats.org/drawingml/2006/main">
              <a:ext uri="{FF2B5EF4-FFF2-40B4-BE49-F238E27FC236}">
                <a16:creationId xmlns:a16="http://schemas.microsoft.com/office/drawing/2014/main" id="{F82F8375-1E55-46E2-947E-B1A40CB2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850">
            <a:extLst xmlns:a="http://schemas.openxmlformats.org/drawingml/2006/main">
              <a:ext uri="{FF2B5EF4-FFF2-40B4-BE49-F238E27FC236}">
                <a16:creationId xmlns:a16="http://schemas.microsoft.com/office/drawing/2014/main" id="{68906F39-06B9-4964-84C7-A488B647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851">
            <a:extLst xmlns:a="http://schemas.openxmlformats.org/drawingml/2006/main">
              <a:ext uri="{FF2B5EF4-FFF2-40B4-BE49-F238E27FC236}">
                <a16:creationId xmlns:a16="http://schemas.microsoft.com/office/drawing/2014/main" id="{FE19D8A6-9CDE-4F05-804D-90E4B4E4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852">
            <a:extLst xmlns:a="http://schemas.openxmlformats.org/drawingml/2006/main">
              <a:ext uri="{FF2B5EF4-FFF2-40B4-BE49-F238E27FC236}">
                <a16:creationId xmlns:a16="http://schemas.microsoft.com/office/drawing/2014/main" id="{1C35B928-E525-4A72-84A8-26497C28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853">
            <a:extLst xmlns:a="http://schemas.openxmlformats.org/drawingml/2006/main">
              <a:ext uri="{FF2B5EF4-FFF2-40B4-BE49-F238E27FC236}">
                <a16:creationId xmlns:a16="http://schemas.microsoft.com/office/drawing/2014/main" id="{7F99D48D-C299-4D15-82FD-422C50AD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854">
            <a:extLst xmlns:a="http://schemas.openxmlformats.org/drawingml/2006/main">
              <a:ext uri="{FF2B5EF4-FFF2-40B4-BE49-F238E27FC236}">
                <a16:creationId xmlns:a16="http://schemas.microsoft.com/office/drawing/2014/main" id="{709439E4-5C62-4249-A77E-F76E4EDA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成果、限制、下一步</a:t>
            </a:r>
          </a:p>
        </p:txBody>
      </p:sp>
      <p:sp>
        <p:nvSpPr>
          <p:cNvPr id="35" name="text-855">
            <a:extLst xmlns:a="http://schemas.openxmlformats.org/drawingml/2006/main">
              <a:ext uri="{FF2B5EF4-FFF2-40B4-BE49-F238E27FC236}">
                <a16:creationId xmlns:a16="http://schemas.microsoft.com/office/drawing/2014/main" id="{1212356F-610F-413A-A71A-C68CB890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6275704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56">
            <a:extLst xmlns:a="http://schemas.openxmlformats.org/drawingml/2006/main">
              <a:ext uri="{FF2B5EF4-FFF2-40B4-BE49-F238E27FC236}">
                <a16:creationId xmlns:a16="http://schemas.microsoft.com/office/drawing/2014/main" id="{9CB4B860-85A3-4D48-8DF2-C4F4439F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 CONTROL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8B7394-8220-4A86-BD7F-C93CB5547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人在迴路：三種情況一定要停一下</a:t>
            </a:r>
          </a:p>
        </p:txBody>
      </p:sp>
      <p:cxnSp>
        <p:nvCxnSpPr>
          <p:cNvPr id="20" name="shape-85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58">
            <a:extLst xmlns:a="http://schemas.openxmlformats.org/drawingml/2006/main">
              <a:ext uri="{FF2B5EF4-FFF2-40B4-BE49-F238E27FC236}">
                <a16:creationId xmlns:a16="http://schemas.microsoft.com/office/drawing/2014/main" id="{E535769F-F6E1-4D6F-A776-AECD3707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F18516E-34C6-4273-9232-52806D28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859">
            <a:extLst xmlns:a="http://schemas.openxmlformats.org/drawingml/2006/main">
              <a:ext uri="{FF2B5EF4-FFF2-40B4-BE49-F238E27FC236}">
                <a16:creationId xmlns:a16="http://schemas.microsoft.com/office/drawing/2014/main" id="{71BFBA3D-F65C-4306-A59F-2082F592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860">
            <a:extLst xmlns:a="http://schemas.openxmlformats.org/drawingml/2006/main">
              <a:ext uri="{FF2B5EF4-FFF2-40B4-BE49-F238E27FC236}">
                <a16:creationId xmlns:a16="http://schemas.microsoft.com/office/drawing/2014/main" id="{EC86FCFA-0A41-47AB-BF10-4F387DBB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STOP</a:t>
            </a:r>
          </a:p>
        </p:txBody>
      </p:sp>
      <p:sp>
        <p:nvSpPr>
          <p:cNvPr id="8" name="text-861">
            <a:extLst xmlns:a="http://schemas.openxmlformats.org/drawingml/2006/main">
              <a:ext uri="{FF2B5EF4-FFF2-40B4-BE49-F238E27FC236}">
                <a16:creationId xmlns:a16="http://schemas.microsoft.com/office/drawing/2014/main" id="{EECD5DE9-1341-46F4-BB38-9823F46F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不可逆</a:t>
            </a:r>
          </a:p>
        </p:txBody>
      </p:sp>
      <p:sp>
        <p:nvSpPr>
          <p:cNvPr id="9" name="text-862">
            <a:extLst xmlns:a="http://schemas.openxmlformats.org/drawingml/2006/main">
              <a:ext uri="{FF2B5EF4-FFF2-40B4-BE49-F238E27FC236}">
                <a16:creationId xmlns:a16="http://schemas.microsoft.com/office/drawing/2014/main" id="{300BF79F-1BEE-4FF2-B76F-9C9773C6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刪除、覆寫、公開發布、寄信、上傳、改權限。</a:t>
            </a:r>
          </a:p>
        </p:txBody>
      </p:sp>
      <p:sp>
        <p:nvSpPr>
          <p:cNvPr id="10" name="shape-863">
            <a:extLst xmlns:a="http://schemas.openxmlformats.org/drawingml/2006/main">
              <a:ext uri="{FF2B5EF4-FFF2-40B4-BE49-F238E27FC236}">
                <a16:creationId xmlns:a16="http://schemas.microsoft.com/office/drawing/2014/main" id="{59064F76-A843-4CD1-97F2-B5F805E1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864">
            <a:extLst xmlns:a="http://schemas.openxmlformats.org/drawingml/2006/main">
              <a:ext uri="{FF2B5EF4-FFF2-40B4-BE49-F238E27FC236}">
                <a16:creationId xmlns:a16="http://schemas.microsoft.com/office/drawing/2014/main" id="{E9844729-D5FB-4442-A55C-64D5FD36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SAFE</a:t>
            </a:r>
          </a:p>
        </p:txBody>
      </p:sp>
      <p:sp>
        <p:nvSpPr>
          <p:cNvPr id="12" name="text-865">
            <a:extLst xmlns:a="http://schemas.openxmlformats.org/drawingml/2006/main">
              <a:ext uri="{FF2B5EF4-FFF2-40B4-BE49-F238E27FC236}">
                <a16:creationId xmlns:a16="http://schemas.microsoft.com/office/drawing/2014/main" id="{F6501FAA-1915-44E9-AEF0-7657D1E5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敏感</a:t>
            </a:r>
          </a:p>
        </p:txBody>
      </p:sp>
      <p:sp>
        <p:nvSpPr>
          <p:cNvPr id="13" name="text-866">
            <a:extLst xmlns:a="http://schemas.openxmlformats.org/drawingml/2006/main">
              <a:ext uri="{FF2B5EF4-FFF2-40B4-BE49-F238E27FC236}">
                <a16:creationId xmlns:a16="http://schemas.microsoft.com/office/drawing/2014/main" id="{96B98ACA-6F11-4E51-B9BE-6603643D1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學生個資、成績、未公開研究、帳號與金鑰。</a:t>
            </a:r>
          </a:p>
        </p:txBody>
      </p:sp>
      <p:sp>
        <p:nvSpPr>
          <p:cNvPr id="14" name="shape-867">
            <a:extLst xmlns:a="http://schemas.openxmlformats.org/drawingml/2006/main">
              <a:ext uri="{FF2B5EF4-FFF2-40B4-BE49-F238E27FC236}">
                <a16:creationId xmlns:a16="http://schemas.microsoft.com/office/drawing/2014/main" id="{54C6C228-F824-4459-8C56-62F8FD70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868">
            <a:extLst xmlns:a="http://schemas.openxmlformats.org/drawingml/2006/main">
              <a:ext uri="{FF2B5EF4-FFF2-40B4-BE49-F238E27FC236}">
                <a16:creationId xmlns:a16="http://schemas.microsoft.com/office/drawing/2014/main" id="{B822FB0D-315B-4B26-ACC6-9996F58E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ASK</a:t>
            </a:r>
          </a:p>
        </p:txBody>
      </p:sp>
      <p:sp>
        <p:nvSpPr>
          <p:cNvPr id="16" name="text-869">
            <a:extLst xmlns:a="http://schemas.openxmlformats.org/drawingml/2006/main">
              <a:ext uri="{FF2B5EF4-FFF2-40B4-BE49-F238E27FC236}">
                <a16:creationId xmlns:a16="http://schemas.microsoft.com/office/drawing/2014/main" id="{104ED10F-D052-4283-BB5E-4A174D90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高影響</a:t>
            </a:r>
          </a:p>
        </p:txBody>
      </p:sp>
      <p:sp>
        <p:nvSpPr>
          <p:cNvPr id="17" name="text-870">
            <a:extLst xmlns:a="http://schemas.openxmlformats.org/drawingml/2006/main">
              <a:ext uri="{FF2B5EF4-FFF2-40B4-BE49-F238E27FC236}">
                <a16:creationId xmlns:a16="http://schemas.microsoft.com/office/drawing/2014/main" id="{FE31FBB0-577C-4C2F-88F5-3C2252B1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正式評量、行政決策、倫理或專業判斷。</a:t>
            </a:r>
          </a:p>
        </p:txBody>
      </p:sp>
    </p:spTree>
    <p:extLst>
      <p:ext uri="{BB962C8B-B14F-4D97-AF65-F5344CB8AC3E}">
        <p14:creationId xmlns:p14="http://schemas.microsoft.com/office/powerpoint/2010/main" val="11667662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71">
            <a:extLst xmlns:a="http://schemas.openxmlformats.org/drawingml/2006/main">
              <a:ext uri="{FF2B5EF4-FFF2-40B4-BE49-F238E27FC236}">
                <a16:creationId xmlns:a16="http://schemas.microsoft.com/office/drawing/2014/main" id="{BA2C4761-7FF0-42E2-A816-E67A42DE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CONTINUITY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9F51EEC-7436-40ED-BC3B-D28B5A6D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下午不重做：直接升級上午成果</a:t>
            </a:r>
          </a:p>
        </p:txBody>
      </p:sp>
      <p:cxnSp>
        <p:nvCxnSpPr>
          <p:cNvPr id="20" name="shape-87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73">
            <a:extLst xmlns:a="http://schemas.openxmlformats.org/drawingml/2006/main">
              <a:ext uri="{FF2B5EF4-FFF2-40B4-BE49-F238E27FC236}">
                <a16:creationId xmlns:a16="http://schemas.microsoft.com/office/drawing/2014/main" id="{A3281947-7479-42A8-89AE-4C9C6ED5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67F06CF-A3CE-48EA-9E09-E830D084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874">
            <a:extLst xmlns:a="http://schemas.openxmlformats.org/drawingml/2006/main">
              <a:ext uri="{FF2B5EF4-FFF2-40B4-BE49-F238E27FC236}">
                <a16:creationId xmlns:a16="http://schemas.microsoft.com/office/drawing/2014/main" id="{47AFBF19-D401-48DC-A7B2-4BD54C8E5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875">
            <a:extLst xmlns:a="http://schemas.openxmlformats.org/drawingml/2006/main">
              <a:ext uri="{FF2B5EF4-FFF2-40B4-BE49-F238E27FC236}">
                <a16:creationId xmlns:a16="http://schemas.microsoft.com/office/drawing/2014/main" id="{8C718825-2203-4AD5-AF3F-A788ADBF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76">
            <a:extLst xmlns:a="http://schemas.openxmlformats.org/drawingml/2006/main">
              <a:ext uri="{FF2B5EF4-FFF2-40B4-BE49-F238E27FC236}">
                <a16:creationId xmlns:a16="http://schemas.microsoft.com/office/drawing/2014/main" id="{EE61AEA1-A7E5-4F96-B5AD-BBF0060B5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上午已有</a:t>
            </a:r>
          </a:p>
        </p:txBody>
      </p:sp>
      <p:sp>
        <p:nvSpPr>
          <p:cNvPr id="9" name="text-877">
            <a:extLst xmlns:a="http://schemas.openxmlformats.org/drawingml/2006/main">
              <a:ext uri="{FF2B5EF4-FFF2-40B4-BE49-F238E27FC236}">
                <a16:creationId xmlns:a16="http://schemas.microsoft.com/office/drawing/2014/main" id="{DB7F541D-FB36-42CE-BCA8-E9732EE9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Gemini Notebook 來源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 教學方法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Canvas 互動原型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部署或分享連結</a:t>
            </a:r>
          </a:p>
        </p:txBody>
      </p:sp>
      <p:sp>
        <p:nvSpPr>
          <p:cNvPr id="10" name="text-878">
            <a:extLst xmlns:a="http://schemas.openxmlformats.org/drawingml/2006/main">
              <a:ext uri="{FF2B5EF4-FFF2-40B4-BE49-F238E27FC236}">
                <a16:creationId xmlns:a16="http://schemas.microsoft.com/office/drawing/2014/main" id="{20AE9AF9-1943-4FFD-9B8C-1A49E4E7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下午新增</a:t>
            </a:r>
          </a:p>
        </p:txBody>
      </p:sp>
      <p:sp>
        <p:nvSpPr>
          <p:cNvPr id="11" name="text-879">
            <a:extLst xmlns:a="http://schemas.openxmlformats.org/drawingml/2006/main">
              <a:ext uri="{FF2B5EF4-FFF2-40B4-BE49-F238E27FC236}">
                <a16:creationId xmlns:a16="http://schemas.microsoft.com/office/drawing/2014/main" id="{B8ED8E2F-A5B7-4ACF-89BD-3C90F554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專案資料夾與任務簡報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修改與測試證據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可重複使用的 Skill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跨工具驗證紀錄</a:t>
            </a:r>
          </a:p>
        </p:txBody>
      </p:sp>
      <p:sp>
        <p:nvSpPr>
          <p:cNvPr id="12" name="text-880">
            <a:extLst xmlns:a="http://schemas.openxmlformats.org/drawingml/2006/main">
              <a:ext uri="{FF2B5EF4-FFF2-40B4-BE49-F238E27FC236}">
                <a16:creationId xmlns:a16="http://schemas.microsoft.com/office/drawing/2014/main" id="{5FA4EC0D-B395-40FA-A418-4E1650CC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上午成果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來源、Gem、Canvas、連結</a:t>
            </a:r>
          </a:p>
        </p:txBody>
      </p:sp>
      <p:sp>
        <p:nvSpPr>
          <p:cNvPr id="13" name="text-881">
            <a:extLst xmlns:a="http://schemas.openxmlformats.org/drawingml/2006/main">
              <a:ext uri="{FF2B5EF4-FFF2-40B4-BE49-F238E27FC236}">
                <a16:creationId xmlns:a16="http://schemas.microsoft.com/office/drawing/2014/main" id="{654445BB-FDE2-4427-A7ED-04E5F705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同一個問題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繼續往下做</a:t>
            </a:r>
          </a:p>
        </p:txBody>
      </p:sp>
      <p:sp>
        <p:nvSpPr>
          <p:cNvPr id="14" name="text-882">
            <a:extLst xmlns:a="http://schemas.openxmlformats.org/drawingml/2006/main">
              <a:ext uri="{FF2B5EF4-FFF2-40B4-BE49-F238E27FC236}">
                <a16:creationId xmlns:a16="http://schemas.microsoft.com/office/drawing/2014/main" id="{EF6843FC-27EE-47D1-ACD3-7B8B9DB7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下午升級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任務、Skill、證據、驗證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181350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86625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17" name="text-883">
            <a:extLst xmlns:a="http://schemas.openxmlformats.org/drawingml/2006/main">
              <a:ext uri="{FF2B5EF4-FFF2-40B4-BE49-F238E27FC236}">
                <a16:creationId xmlns:a16="http://schemas.microsoft.com/office/drawing/2014/main" id="{364E4319-0693-42CD-9534-F1B57E2A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1975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不是重做，而是把作品變成可重複流程</a:t>
            </a:r>
          </a:p>
        </p:txBody>
      </p:sp>
    </p:spTree>
    <p:extLst>
      <p:ext uri="{BB962C8B-B14F-4D97-AF65-F5344CB8AC3E}">
        <p14:creationId xmlns:p14="http://schemas.microsoft.com/office/powerpoint/2010/main" val="511424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884">
            <a:extLst xmlns:a="http://schemas.openxmlformats.org/drawingml/2006/main">
              <a:ext uri="{FF2B5EF4-FFF2-40B4-BE49-F238E27FC236}">
                <a16:creationId xmlns:a16="http://schemas.microsoft.com/office/drawing/2014/main" id="{F5622A68-EE62-4F67-BD26-BC8966D1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47FD968-18E6-45EF-8FEA-92688911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阿凱老師實戰案例導航｜資料與 Agent Skills</a:t>
            </a:r>
          </a:p>
        </p:txBody>
      </p:sp>
      <p:cxnSp>
        <p:nvCxnSpPr>
          <p:cNvPr id="33" name="shape-88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86">
            <a:extLst xmlns:a="http://schemas.openxmlformats.org/drawingml/2006/main">
              <a:ext uri="{FF2B5EF4-FFF2-40B4-BE49-F238E27FC236}">
                <a16:creationId xmlns:a16="http://schemas.microsoft.com/office/drawing/2014/main" id="{5882C9C5-4F6D-41AA-BD34-E638FB7C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063FCF3-21CD-425F-845B-BC121E92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887">
            <a:extLst xmlns:a="http://schemas.openxmlformats.org/drawingml/2006/main">
              <a:ext uri="{FF2B5EF4-FFF2-40B4-BE49-F238E27FC236}">
                <a16:creationId xmlns:a16="http://schemas.microsoft.com/office/drawing/2014/main" id="{AD976E70-0C3E-4A1B-AD68-B55A3C95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從學生表現分析、PIRLS 評量設計到 Web Agent 技能，觀察可驗證的工作流程。</a:t>
            </a:r>
          </a:p>
        </p:txBody>
      </p:sp>
      <p:sp>
        <p:nvSpPr>
          <p:cNvPr id="7" name="shape-888">
            <a:extLst xmlns:a="http://schemas.openxmlformats.org/drawingml/2006/main">
              <a:ext uri="{FF2B5EF4-FFF2-40B4-BE49-F238E27FC236}">
                <a16:creationId xmlns:a16="http://schemas.microsoft.com/office/drawing/2014/main" id="{F4364552-E832-4058-990A-CBF69AAF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89">
            <a:extLst xmlns:a="http://schemas.openxmlformats.org/drawingml/2006/main">
              <a:ext uri="{FF2B5EF4-FFF2-40B4-BE49-F238E27FC236}">
                <a16:creationId xmlns:a16="http://schemas.microsoft.com/office/drawing/2014/main" id="{C1C6138E-8009-4104-BF50-E785FE9D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#73 · 學生資料分析</a:t>
            </a:r>
          </a:p>
        </p:txBody>
      </p:sp>
      <p:sp>
        <p:nvSpPr>
          <p:cNvPr id="9" name="text-890">
            <a:extLst xmlns:a="http://schemas.openxmlformats.org/drawingml/2006/main">
              <a:ext uri="{FF2B5EF4-FFF2-40B4-BE49-F238E27FC236}">
                <a16:creationId xmlns:a16="http://schemas.microsoft.com/office/drawing/2014/main" id="{C0B592B1-F234-4FAB-B7BA-94B49E32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國小期中考成績篩選工具</a:t>
            </a:r>
          </a:p>
        </p:txBody>
      </p:sp>
      <p:sp>
        <p:nvSpPr>
          <p:cNvPr id="10" name="text-891">
            <a:extLst xmlns:a="http://schemas.openxmlformats.org/drawingml/2006/main">
              <a:ext uri="{FF2B5EF4-FFF2-40B4-BE49-F238E27FC236}">
                <a16:creationId xmlns:a16="http://schemas.microsoft.com/office/drawing/2014/main" id="{B88033AC-551C-48D0-87E4-2E690795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快速查看成績分布與篩選結果，作為結構化學生資料分析的入門案例。</a:t>
            </a:r>
          </a:p>
        </p:txBody>
      </p:sp>
      <p:sp>
        <p:nvSpPr>
          <p:cNvPr id="11" name="text-892">
            <a:extLst xmlns:a="http://schemas.openxmlformats.org/drawingml/2006/main">
              <a:ext uri="{FF2B5EF4-FFF2-40B4-BE49-F238E27FC236}">
                <a16:creationId xmlns:a16="http://schemas.microsoft.com/office/drawing/2014/main" id="{9663B004-81F7-405E-A437-6993E514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2fb2e9250364157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d6ca00df844a5d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893">
            <a:extLst xmlns:a="http://schemas.openxmlformats.org/drawingml/2006/main">
              <a:ext uri="{FF2B5EF4-FFF2-40B4-BE49-F238E27FC236}">
                <a16:creationId xmlns:a16="http://schemas.microsoft.com/office/drawing/2014/main" id="{509E4BD5-60AA-4A5D-AA2B-57E5E079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22daf5fb8b34971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7cad1c83f43f5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894">
            <a:extLst xmlns:a="http://schemas.openxmlformats.org/drawingml/2006/main">
              <a:ext uri="{FF2B5EF4-FFF2-40B4-BE49-F238E27FC236}">
                <a16:creationId xmlns:a16="http://schemas.microsoft.com/office/drawing/2014/main" id="{A7B08265-32D5-41B9-BD47-A8895029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895">
            <a:extLst xmlns:a="http://schemas.openxmlformats.org/drawingml/2006/main">
              <a:ext uri="{FF2B5EF4-FFF2-40B4-BE49-F238E27FC236}">
                <a16:creationId xmlns:a16="http://schemas.microsoft.com/office/drawing/2014/main" id="{61C22ECF-D695-46EB-9E35-C46A6C87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#87 · PIRLS 評量</a:t>
            </a:r>
          </a:p>
        </p:txBody>
      </p:sp>
      <p:sp>
        <p:nvSpPr>
          <p:cNvPr id="17" name="text-896">
            <a:extLst xmlns:a="http://schemas.openxmlformats.org/drawingml/2006/main">
              <a:ext uri="{FF2B5EF4-FFF2-40B4-BE49-F238E27FC236}">
                <a16:creationId xmlns:a16="http://schemas.microsoft.com/office/drawing/2014/main" id="{27044EB1-C473-4FEB-9D98-C77204E2A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閱讀理解生成站 PRO</a:t>
            </a:r>
          </a:p>
        </p:txBody>
      </p:sp>
      <p:sp>
        <p:nvSpPr>
          <p:cNvPr id="18" name="text-897">
            <a:extLst xmlns:a="http://schemas.openxmlformats.org/drawingml/2006/main">
              <a:ext uri="{FF2B5EF4-FFF2-40B4-BE49-F238E27FC236}">
                <a16:creationId xmlns:a16="http://schemas.microsoft.com/office/drawing/2014/main" id="{71987FA2-F610-43A9-985B-74CA7D8F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依四層次生成提問與答案說明，銜接評量設計、規準與人工檢核。</a:t>
            </a:r>
          </a:p>
        </p:txBody>
      </p:sp>
      <p:sp>
        <p:nvSpPr>
          <p:cNvPr id="19" name="text-898">
            <a:extLst xmlns:a="http://schemas.openxmlformats.org/drawingml/2006/main">
              <a:ext uri="{FF2B5EF4-FFF2-40B4-BE49-F238E27FC236}">
                <a16:creationId xmlns:a16="http://schemas.microsoft.com/office/drawing/2014/main" id="{63395FAB-A8FA-4A24-80BD-A394BEB2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780aae972374960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7f57c8ae0f4c01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899">
            <a:extLst xmlns:a="http://schemas.openxmlformats.org/drawingml/2006/main">
              <a:ext uri="{FF2B5EF4-FFF2-40B4-BE49-F238E27FC236}">
                <a16:creationId xmlns:a16="http://schemas.microsoft.com/office/drawing/2014/main" id="{B8D91B25-1DB7-4EF2-B5D5-A4D46D91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c5d5d2224bf440e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1d2292e13540ba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900">
            <a:extLst xmlns:a="http://schemas.openxmlformats.org/drawingml/2006/main">
              <a:ext uri="{FF2B5EF4-FFF2-40B4-BE49-F238E27FC236}">
                <a16:creationId xmlns:a16="http://schemas.microsoft.com/office/drawing/2014/main" id="{BA6FFF33-556B-4290-87AE-7EEB3EC1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901">
            <a:extLst xmlns:a="http://schemas.openxmlformats.org/drawingml/2006/main">
              <a:ext uri="{FF2B5EF4-FFF2-40B4-BE49-F238E27FC236}">
                <a16:creationId xmlns:a16="http://schemas.microsoft.com/office/drawing/2014/main" id="{40F73F42-F0BD-42F3-B2A0-2ACD8CCC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#103 · 提示詞與 Skill</a:t>
            </a:r>
          </a:p>
        </p:txBody>
      </p:sp>
      <p:sp>
        <p:nvSpPr>
          <p:cNvPr id="25" name="text-902">
            <a:extLst xmlns:a="http://schemas.openxmlformats.org/drawingml/2006/main">
              <a:ext uri="{FF2B5EF4-FFF2-40B4-BE49-F238E27FC236}">
                <a16:creationId xmlns:a16="http://schemas.microsoft.com/office/drawing/2014/main" id="{2BBEB990-8F22-4AD7-B2D8-F3B79085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Agent 的 Web 技能雙引擎</a:t>
            </a:r>
          </a:p>
        </p:txBody>
      </p:sp>
      <p:sp>
        <p:nvSpPr>
          <p:cNvPr id="26" name="text-903">
            <a:extLst xmlns:a="http://schemas.openxmlformats.org/drawingml/2006/main">
              <a:ext uri="{FF2B5EF4-FFF2-40B4-BE49-F238E27FC236}">
                <a16:creationId xmlns:a16="http://schemas.microsoft.com/office/drawing/2014/main" id="{D3568229-A460-4C0D-8FC8-DA5FF627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 Playwright × Webwright 解釋 Agent 如何規劃、操作並回報證據。</a:t>
            </a:r>
          </a:p>
        </p:txBody>
      </p:sp>
      <p:sp>
        <p:nvSpPr>
          <p:cNvPr id="27" name="text-904">
            <a:extLst xmlns:a="http://schemas.openxmlformats.org/drawingml/2006/main">
              <a:ext uri="{FF2B5EF4-FFF2-40B4-BE49-F238E27FC236}">
                <a16:creationId xmlns:a16="http://schemas.microsoft.com/office/drawing/2014/main" id="{EB779C15-EDCB-458F-890B-D22FB5D5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73bf25a67b74122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d6175dcfd24145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905">
            <a:extLst xmlns:a="http://schemas.openxmlformats.org/drawingml/2006/main">
              <a:ext uri="{FF2B5EF4-FFF2-40B4-BE49-F238E27FC236}">
                <a16:creationId xmlns:a16="http://schemas.microsoft.com/office/drawing/2014/main" id="{F7EE9955-D8B0-4395-B9AA-A73C7428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39776ccbad74473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90a7c05874216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9757690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906">
            <a:extLst xmlns:a="http://schemas.openxmlformats.org/drawingml/2006/main">
              <a:ext uri="{FF2B5EF4-FFF2-40B4-BE49-F238E27FC236}">
                <a16:creationId xmlns:a16="http://schemas.microsoft.com/office/drawing/2014/main" id="{5160DB6E-D36C-4B36-BEC2-008511E3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E0ABCA-2620-444D-B0AD-25B6B1B2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阿凱老師實戰案例導航｜研究與驗證</a:t>
            </a:r>
          </a:p>
        </p:txBody>
      </p:sp>
      <p:cxnSp>
        <p:nvCxnSpPr>
          <p:cNvPr id="33" name="shape-9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08">
            <a:extLst xmlns:a="http://schemas.openxmlformats.org/drawingml/2006/main">
              <a:ext uri="{FF2B5EF4-FFF2-40B4-BE49-F238E27FC236}">
                <a16:creationId xmlns:a16="http://schemas.microsoft.com/office/drawing/2014/main" id="{399DDEAD-F6D0-4B64-973D-384183086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3E2A90-21F3-4F70-8CE8-34E064C3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909">
            <a:extLst xmlns:a="http://schemas.openxmlformats.org/drawingml/2006/main">
              <a:ext uri="{FF2B5EF4-FFF2-40B4-BE49-F238E27FC236}">
                <a16:creationId xmlns:a16="http://schemas.microsoft.com/office/drawing/2014/main" id="{934EA905-65D5-4E5A-B8A8-02B1C1600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把資料來源、審查規準、無障礙檢測與人工覆核組成可追查的 Agent 流程。</a:t>
            </a:r>
          </a:p>
        </p:txBody>
      </p:sp>
      <p:sp>
        <p:nvSpPr>
          <p:cNvPr id="7" name="shape-910">
            <a:extLst xmlns:a="http://schemas.openxmlformats.org/drawingml/2006/main">
              <a:ext uri="{FF2B5EF4-FFF2-40B4-BE49-F238E27FC236}">
                <a16:creationId xmlns:a16="http://schemas.microsoft.com/office/drawing/2014/main" id="{8C8D6B5C-057C-4EA5-9F6F-8325FC65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911">
            <a:extLst xmlns:a="http://schemas.openxmlformats.org/drawingml/2006/main">
              <a:ext uri="{FF2B5EF4-FFF2-40B4-BE49-F238E27FC236}">
                <a16:creationId xmlns:a16="http://schemas.microsoft.com/office/drawing/2014/main" id="{DDA151EA-FF88-453C-B59F-55E64257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#105 · 研究工作流程</a:t>
            </a:r>
          </a:p>
        </p:txBody>
      </p:sp>
      <p:sp>
        <p:nvSpPr>
          <p:cNvPr id="9" name="text-912">
            <a:extLst xmlns:a="http://schemas.openxmlformats.org/drawingml/2006/main">
              <a:ext uri="{FF2B5EF4-FFF2-40B4-BE49-F238E27FC236}">
                <a16:creationId xmlns:a16="http://schemas.microsoft.com/office/drawing/2014/main" id="{7C3E4FAC-00D2-4BA5-B68F-128332BD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臺灣主權 AI 訓練語料庫</a:t>
            </a:r>
          </a:p>
        </p:txBody>
      </p:sp>
      <p:sp>
        <p:nvSpPr>
          <p:cNvPr id="10" name="text-913">
            <a:extLst xmlns:a="http://schemas.openxmlformats.org/drawingml/2006/main">
              <a:ext uri="{FF2B5EF4-FFF2-40B4-BE49-F238E27FC236}">
                <a16:creationId xmlns:a16="http://schemas.microsoft.com/office/drawing/2014/main" id="{D574DD2C-77AA-4055-B07C-C3A71EB3F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4,554 筆開放語料依主題、課綱與授權整理，再轉化成教學研究素材。</a:t>
            </a:r>
          </a:p>
        </p:txBody>
      </p:sp>
      <p:sp>
        <p:nvSpPr>
          <p:cNvPr id="11" name="text-914">
            <a:extLst xmlns:a="http://schemas.openxmlformats.org/drawingml/2006/main">
              <a:ext uri="{FF2B5EF4-FFF2-40B4-BE49-F238E27FC236}">
                <a16:creationId xmlns:a16="http://schemas.microsoft.com/office/drawing/2014/main" id="{62893D5B-CAA0-4FCC-9EA4-FB81954E8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cd259d276334354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3bb29a24e14dbc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915">
            <a:extLst xmlns:a="http://schemas.openxmlformats.org/drawingml/2006/main">
              <a:ext uri="{FF2B5EF4-FFF2-40B4-BE49-F238E27FC236}">
                <a16:creationId xmlns:a16="http://schemas.microsoft.com/office/drawing/2014/main" id="{260EA0D0-8427-4ECC-9E87-225FA657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b521c2c55d414a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42af34e76f4d4f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916">
            <a:extLst xmlns:a="http://schemas.openxmlformats.org/drawingml/2006/main">
              <a:ext uri="{FF2B5EF4-FFF2-40B4-BE49-F238E27FC236}">
                <a16:creationId xmlns:a16="http://schemas.microsoft.com/office/drawing/2014/main" id="{3C4C125C-AF43-4B00-A130-35ED9A940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917">
            <a:extLst xmlns:a="http://schemas.openxmlformats.org/drawingml/2006/main">
              <a:ext uri="{FF2B5EF4-FFF2-40B4-BE49-F238E27FC236}">
                <a16:creationId xmlns:a16="http://schemas.microsoft.com/office/drawing/2014/main" id="{65FF8C6E-DE86-4986-ABE7-E20C1D89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#123 · RWD／無障礙</a:t>
            </a:r>
          </a:p>
        </p:txBody>
      </p:sp>
      <p:sp>
        <p:nvSpPr>
          <p:cNvPr id="17" name="text-918">
            <a:extLst xmlns:a="http://schemas.openxmlformats.org/drawingml/2006/main">
              <a:ext uri="{FF2B5EF4-FFF2-40B4-BE49-F238E27FC236}">
                <a16:creationId xmlns:a16="http://schemas.microsoft.com/office/drawing/2014/main" id="{3EAC6653-30E0-411A-B61F-8FD62318F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校網無障礙 AA 遷移操作平台</a:t>
            </a:r>
          </a:p>
        </p:txBody>
      </p:sp>
      <p:sp>
        <p:nvSpPr>
          <p:cNvPr id="18" name="text-919">
            <a:extLst xmlns:a="http://schemas.openxmlformats.org/drawingml/2006/main">
              <a:ext uri="{FF2B5EF4-FFF2-40B4-BE49-F238E27FC236}">
                <a16:creationId xmlns:a16="http://schemas.microsoft.com/office/drawing/2014/main" id="{F1F61D90-C687-4F8A-B5EA-2ABFEFEF4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 步遷移清單、對比度檢查與送審雷區，示範可驗證工作流程。</a:t>
            </a:r>
          </a:p>
        </p:txBody>
      </p:sp>
      <p:sp>
        <p:nvSpPr>
          <p:cNvPr id="19" name="text-920">
            <a:extLst xmlns:a="http://schemas.openxmlformats.org/drawingml/2006/main">
              <a:ext uri="{FF2B5EF4-FFF2-40B4-BE49-F238E27FC236}">
                <a16:creationId xmlns:a16="http://schemas.microsoft.com/office/drawing/2014/main" id="{0D7F00B3-52A6-47D9-8F99-AA483D7D2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6a1d505c61c4e23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fabb9d9237437e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921">
            <a:extLst xmlns:a="http://schemas.openxmlformats.org/drawingml/2006/main">
              <a:ext uri="{FF2B5EF4-FFF2-40B4-BE49-F238E27FC236}">
                <a16:creationId xmlns:a16="http://schemas.microsoft.com/office/drawing/2014/main" id="{6CFEB630-6711-4E38-8101-8CA4BC22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a972f8184814892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a8a6397a244704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922">
            <a:extLst xmlns:a="http://schemas.openxmlformats.org/drawingml/2006/main">
              <a:ext uri="{FF2B5EF4-FFF2-40B4-BE49-F238E27FC236}">
                <a16:creationId xmlns:a16="http://schemas.microsoft.com/office/drawing/2014/main" id="{7D57B4CE-5069-4C30-A1AC-9DD60F66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923">
            <a:extLst xmlns:a="http://schemas.openxmlformats.org/drawingml/2006/main">
              <a:ext uri="{FF2B5EF4-FFF2-40B4-BE49-F238E27FC236}">
                <a16:creationId xmlns:a16="http://schemas.microsoft.com/office/drawing/2014/main" id="{E4062445-D719-4E15-AF81-DF31E750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#88 · Agent 驗證</a:t>
            </a:r>
          </a:p>
        </p:txBody>
      </p:sp>
      <p:sp>
        <p:nvSpPr>
          <p:cNvPr id="25" name="text-924">
            <a:extLst xmlns:a="http://schemas.openxmlformats.org/drawingml/2006/main">
              <a:ext uri="{FF2B5EF4-FFF2-40B4-BE49-F238E27FC236}">
                <a16:creationId xmlns:a16="http://schemas.microsoft.com/office/drawing/2014/main" id="{F7430747-F5EB-4E62-9549-C1AA56469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國中課程計畫 AI 審查工具</a:t>
            </a:r>
          </a:p>
        </p:txBody>
      </p:sp>
      <p:sp>
        <p:nvSpPr>
          <p:cNvPr id="26" name="text-925">
            <a:extLst xmlns:a="http://schemas.openxmlformats.org/drawingml/2006/main">
              <a:ext uri="{FF2B5EF4-FFF2-40B4-BE49-F238E27FC236}">
                <a16:creationId xmlns:a16="http://schemas.microsoft.com/office/drawing/2014/main" id="{DDBE4EC2-0FF5-4337-8E54-31FF9D37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 40+ 審查標準逐項比對 PDF，示範規則、證據與人工覆核。</a:t>
            </a:r>
          </a:p>
        </p:txBody>
      </p:sp>
      <p:sp>
        <p:nvSpPr>
          <p:cNvPr id="27" name="text-926">
            <a:extLst xmlns:a="http://schemas.openxmlformats.org/drawingml/2006/main">
              <a:ext uri="{FF2B5EF4-FFF2-40B4-BE49-F238E27FC236}">
                <a16:creationId xmlns:a16="http://schemas.microsoft.com/office/drawing/2014/main" id="{2524AC13-D7E8-4AB9-9A13-0AE99CD5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fbdf40846e944cd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72832a01c047cb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927">
            <a:extLst xmlns:a="http://schemas.openxmlformats.org/drawingml/2006/main">
              <a:ext uri="{FF2B5EF4-FFF2-40B4-BE49-F238E27FC236}">
                <a16:creationId xmlns:a16="http://schemas.microsoft.com/office/drawing/2014/main" id="{D3EE6C9E-812E-4A94-8009-6C61A64F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38d998039914c81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2d8d5742d447a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2588873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928">
            <a:extLst xmlns:a="http://schemas.openxmlformats.org/drawingml/2006/main">
              <a:ext uri="{FF2B5EF4-FFF2-40B4-BE49-F238E27FC236}">
                <a16:creationId xmlns:a16="http://schemas.microsoft.com/office/drawing/2014/main" id="{525A0C56-233F-48BA-B6FB-AA1A9EAC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929">
            <a:extLst xmlns:a="http://schemas.openxmlformats.org/drawingml/2006/main">
              <a:ext uri="{FF2B5EF4-FFF2-40B4-BE49-F238E27FC236}">
                <a16:creationId xmlns:a16="http://schemas.microsoft.com/office/drawing/2014/main" id="{088FFE3D-75B3-4B4E-9791-C329D6FD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3" name="text-930">
            <a:extLst xmlns:a="http://schemas.openxmlformats.org/drawingml/2006/main">
              <a:ext uri="{FF2B5EF4-FFF2-40B4-BE49-F238E27FC236}">
                <a16:creationId xmlns:a16="http://schemas.microsoft.com/office/drawing/2014/main" id="{114DDBDC-850E-4D6B-9B9A-7C2636C0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把工作區變成 Agent 的中央指揮中心：交付任務、監看計畫、檢查產物與驗證證據。</a:t>
            </a:r>
          </a:p>
        </p:txBody>
      </p:sp>
      <p:sp>
        <p:nvSpPr>
          <p:cNvPr id="4" name="shape-931">
            <a:extLst xmlns:a="http://schemas.openxmlformats.org/drawingml/2006/main">
              <a:ext uri="{FF2B5EF4-FFF2-40B4-BE49-F238E27FC236}">
                <a16:creationId xmlns:a16="http://schemas.microsoft.com/office/drawing/2014/main" id="{2DE9A699-2BA9-4E44-A8ED-50FC635B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932">
            <a:extLst xmlns:a="http://schemas.openxmlformats.org/drawingml/2006/main">
              <a:ext uri="{FF2B5EF4-FFF2-40B4-BE49-F238E27FC236}">
                <a16:creationId xmlns:a16="http://schemas.microsoft.com/office/drawing/2014/main" id="{8CFC28C4-AB86-46B9-BA46-E055B702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933">
            <a:extLst xmlns:a="http://schemas.openxmlformats.org/drawingml/2006/main">
              <a:ext uri="{FF2B5EF4-FFF2-40B4-BE49-F238E27FC236}">
                <a16:creationId xmlns:a16="http://schemas.microsoft.com/office/drawing/2014/main" id="{DCCB8C75-448A-42FC-A846-E9C064E37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7" name="text-934">
            <a:extLst xmlns:a="http://schemas.openxmlformats.org/drawingml/2006/main">
              <a:ext uri="{FF2B5EF4-FFF2-40B4-BE49-F238E27FC236}">
                <a16:creationId xmlns:a16="http://schemas.microsoft.com/office/drawing/2014/main" id="{2CFED1F1-B0B0-473C-9EE7-BFBF8E080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✦</a:t>
            </a:r>
          </a:p>
        </p:txBody>
      </p:sp>
      <p:sp>
        <p:nvSpPr>
          <p:cNvPr id="8" name="text-935">
            <a:extLst xmlns:a="http://schemas.openxmlformats.org/drawingml/2006/main">
              <a:ext uri="{FF2B5EF4-FFF2-40B4-BE49-F238E27FC236}">
                <a16:creationId xmlns:a16="http://schemas.microsoft.com/office/drawing/2014/main" id="{B708F89A-BE49-4D0D-8647-F77E8C79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936">
            <a:extLst xmlns:a="http://schemas.openxmlformats.org/drawingml/2006/main">
              <a:ext uri="{FF2B5EF4-FFF2-40B4-BE49-F238E27FC236}">
                <a16:creationId xmlns:a16="http://schemas.microsoft.com/office/drawing/2014/main" id="{C4CC2F3D-EEC6-4A3E-9988-91EBE50F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Google Agent 工作區</a:t>
            </a:r>
          </a:p>
        </p:txBody>
      </p:sp>
      <p:cxnSp>
        <p:nvCxnSpPr>
          <p:cNvPr id="26" name="shape-93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11" name="text-938">
            <a:extLst xmlns:a="http://schemas.openxmlformats.org/drawingml/2006/main">
              <a:ext uri="{FF2B5EF4-FFF2-40B4-BE49-F238E27FC236}">
                <a16:creationId xmlns:a16="http://schemas.microsoft.com/office/drawing/2014/main" id="{C832205D-8254-4671-81E2-D8544DCF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CE04C0-AD91-4097-96B4-A3783F59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13" name="text-1605">
            <a:extLst xmlns:a="http://schemas.openxmlformats.org/drawingml/2006/main">
              <a:ext uri="{FF2B5EF4-FFF2-40B4-BE49-F238E27FC236}">
                <a16:creationId xmlns:a16="http://schemas.microsoft.com/office/drawing/2014/main" id="{1D7198A0-0824-4F0F-AE4D-5B9FAADD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ad9ad2d243b4b7a"/>
              </a:rPr>
              <a:t>開啟 Antigravity ↗</a:t>
            </a:r>
          </a:p>
        </p:txBody>
      </p:sp>
      <p:sp>
        <p:nvSpPr>
          <p:cNvPr id="14" name="shape-1639">
            <a:extLst xmlns:a="http://schemas.openxmlformats.org/drawingml/2006/main">
              <a:ext uri="{FF2B5EF4-FFF2-40B4-BE49-F238E27FC236}">
                <a16:creationId xmlns:a16="http://schemas.microsoft.com/office/drawing/2014/main" id="{858D8B0B-E0AB-422C-9FB5-8583BEE0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39b11477c4d2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640">
            <a:extLst xmlns:a="http://schemas.openxmlformats.org/drawingml/2006/main">
              <a:ext uri="{FF2B5EF4-FFF2-40B4-BE49-F238E27FC236}">
                <a16:creationId xmlns:a16="http://schemas.microsoft.com/office/drawing/2014/main" id="{170628BD-54FB-4C22-8B68-06BE2248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30908384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939">
            <a:extLst xmlns:a="http://schemas.openxmlformats.org/drawingml/2006/main">
              <a:ext uri="{FF2B5EF4-FFF2-40B4-BE49-F238E27FC236}">
                <a16:creationId xmlns:a16="http://schemas.microsoft.com/office/drawing/2014/main" id="{6E890BC5-4FF5-4E5C-8567-E8D37F40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AGENTIC DEVELOPMENT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C79C524-3BB1-4BC0-B367-7920F1A7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Antigravity：不是更大的聊天框</a:t>
            </a:r>
          </a:p>
        </p:txBody>
      </p:sp>
      <p:cxnSp>
        <p:nvCxnSpPr>
          <p:cNvPr id="18" name="shape-94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41">
            <a:extLst xmlns:a="http://schemas.openxmlformats.org/drawingml/2006/main">
              <a:ext uri="{FF2B5EF4-FFF2-40B4-BE49-F238E27FC236}">
                <a16:creationId xmlns:a16="http://schemas.microsoft.com/office/drawing/2014/main" id="{99390E13-A673-4A7D-8430-5610F7A6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CFA6F68-0E19-4DDB-BCC5-BFE5B1C3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942">
            <a:extLst xmlns:a="http://schemas.openxmlformats.org/drawingml/2006/main">
              <a:ext uri="{FF2B5EF4-FFF2-40B4-BE49-F238E27FC236}">
                <a16:creationId xmlns:a16="http://schemas.microsoft.com/office/drawing/2014/main" id="{8A3266FF-4C3F-4438-A218-ED3774D3A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943">
            <a:extLst xmlns:a="http://schemas.openxmlformats.org/drawingml/2006/main">
              <a:ext uri="{FF2B5EF4-FFF2-40B4-BE49-F238E27FC236}">
                <a16:creationId xmlns:a16="http://schemas.microsoft.com/office/drawing/2014/main" id="{CACD316B-BE4B-4138-9356-22028F0D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944">
            <a:extLst xmlns:a="http://schemas.openxmlformats.org/drawingml/2006/main">
              <a:ext uri="{FF2B5EF4-FFF2-40B4-BE49-F238E27FC236}">
                <a16:creationId xmlns:a16="http://schemas.microsoft.com/office/drawing/2014/main" id="{F4FE293E-3744-49F9-BEEC-4F4EA5C6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你提供</a:t>
            </a:r>
          </a:p>
        </p:txBody>
      </p:sp>
      <p:sp>
        <p:nvSpPr>
          <p:cNvPr id="9" name="text-945">
            <a:extLst xmlns:a="http://schemas.openxmlformats.org/drawingml/2006/main">
              <a:ext uri="{FF2B5EF4-FFF2-40B4-BE49-F238E27FC236}">
                <a16:creationId xmlns:a16="http://schemas.microsoft.com/office/drawing/2014/main" id="{37B20060-89CF-4B6D-BA47-9A7A3298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工作區與檔案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清楚的任務與限制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可驗收的完成條件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必要的授權</a:t>
            </a:r>
          </a:p>
        </p:txBody>
      </p:sp>
      <p:sp>
        <p:nvSpPr>
          <p:cNvPr id="10" name="text-946">
            <a:extLst xmlns:a="http://schemas.openxmlformats.org/drawingml/2006/main">
              <a:ext uri="{FF2B5EF4-FFF2-40B4-BE49-F238E27FC236}">
                <a16:creationId xmlns:a16="http://schemas.microsoft.com/office/drawing/2014/main" id="{A2C8EF31-EB5B-4491-A207-496B3B3E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推進</a:t>
            </a:r>
          </a:p>
        </p:txBody>
      </p:sp>
      <p:sp>
        <p:nvSpPr>
          <p:cNvPr id="11" name="text-947">
            <a:extLst xmlns:a="http://schemas.openxmlformats.org/drawingml/2006/main">
              <a:ext uri="{FF2B5EF4-FFF2-40B4-BE49-F238E27FC236}">
                <a16:creationId xmlns:a16="http://schemas.microsoft.com/office/drawing/2014/main" id="{E65B575D-0A70-41C4-8133-46EA3B81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建立計畫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使用檔案與工具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修改、執行與檢查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回報成果與阻礙</a:t>
            </a:r>
          </a:p>
        </p:txBody>
      </p:sp>
      <p:sp>
        <p:nvSpPr>
          <p:cNvPr id="12" name="text-1606">
            <a:extLst xmlns:a="http://schemas.openxmlformats.org/drawingml/2006/main">
              <a:ext uri="{FF2B5EF4-FFF2-40B4-BE49-F238E27FC236}">
                <a16:creationId xmlns:a16="http://schemas.microsoft.com/office/drawing/2014/main" id="{81D048F1-B41A-4553-97A4-2718B8DAE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d562ec488f14ef3"/>
              </a:rPr>
              <a:t>開啟 Antigravity ↗</a:t>
            </a:r>
          </a:p>
        </p:txBody>
      </p:sp>
      <p:sp>
        <p:nvSpPr>
          <p:cNvPr id="13" name="shape-1641">
            <a:extLst xmlns:a="http://schemas.openxmlformats.org/drawingml/2006/main">
              <a:ext uri="{FF2B5EF4-FFF2-40B4-BE49-F238E27FC236}">
                <a16:creationId xmlns:a16="http://schemas.microsoft.com/office/drawing/2014/main" id="{A6E223EC-73A0-4AD0-A1EB-961FE3221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d68f1d71ea453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1642">
            <a:extLst xmlns:a="http://schemas.openxmlformats.org/drawingml/2006/main">
              <a:ext uri="{FF2B5EF4-FFF2-40B4-BE49-F238E27FC236}">
                <a16:creationId xmlns:a16="http://schemas.microsoft.com/office/drawing/2014/main" id="{F68AB21A-6628-41DA-A063-7273754E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7895239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948">
            <a:extLst xmlns:a="http://schemas.openxmlformats.org/drawingml/2006/main">
              <a:ext uri="{FF2B5EF4-FFF2-40B4-BE49-F238E27FC236}">
                <a16:creationId xmlns:a16="http://schemas.microsoft.com/office/drawing/2014/main" id="{64A9D1FE-28CB-4E22-A7B9-C3906DDD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WORKSPACE ORIENTATION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5EF7B4D-C88F-48EE-813F-85B00780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進入工作區，先看四個地方</a:t>
            </a:r>
          </a:p>
        </p:txBody>
      </p:sp>
      <p:cxnSp>
        <p:nvCxnSpPr>
          <p:cNvPr id="28" name="shape-94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50">
            <a:extLst xmlns:a="http://schemas.openxmlformats.org/drawingml/2006/main">
              <a:ext uri="{FF2B5EF4-FFF2-40B4-BE49-F238E27FC236}">
                <a16:creationId xmlns:a16="http://schemas.microsoft.com/office/drawing/2014/main" id="{EF90BE82-9F80-42D8-B400-91809192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BA270C9-8324-4B98-AB4F-2C3182B9C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951">
            <a:extLst xmlns:a="http://schemas.openxmlformats.org/drawingml/2006/main">
              <a:ext uri="{FF2B5EF4-FFF2-40B4-BE49-F238E27FC236}">
                <a16:creationId xmlns:a16="http://schemas.microsoft.com/office/drawing/2014/main" id="{72BBF932-093C-482A-AEB9-9C1E52F3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52">
            <a:extLst xmlns:a="http://schemas.openxmlformats.org/drawingml/2006/main">
              <a:ext uri="{FF2B5EF4-FFF2-40B4-BE49-F238E27FC236}">
                <a16:creationId xmlns:a16="http://schemas.microsoft.com/office/drawing/2014/main" id="{B1A2836C-FC9A-434D-BDC5-50DC52EF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953">
            <a:extLst xmlns:a="http://schemas.openxmlformats.org/drawingml/2006/main">
              <a:ext uri="{FF2B5EF4-FFF2-40B4-BE49-F238E27FC236}">
                <a16:creationId xmlns:a16="http://schemas.microsoft.com/office/drawing/2014/main" id="{920CC92C-9545-4040-884D-246242B9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檔案</a:t>
            </a:r>
          </a:p>
        </p:txBody>
      </p:sp>
      <p:sp>
        <p:nvSpPr>
          <p:cNvPr id="9" name="text-954">
            <a:extLst xmlns:a="http://schemas.openxmlformats.org/drawingml/2006/main">
              <a:ext uri="{FF2B5EF4-FFF2-40B4-BE49-F238E27FC236}">
                <a16:creationId xmlns:a16="http://schemas.microsoft.com/office/drawing/2014/main" id="{6249F043-112B-489A-8540-079C123C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能看到哪些素材？是否把敏感檔案放錯位置？</a:t>
            </a:r>
          </a:p>
        </p:txBody>
      </p:sp>
      <p:sp>
        <p:nvSpPr>
          <p:cNvPr id="10" name="shape-955">
            <a:extLst xmlns:a="http://schemas.openxmlformats.org/drawingml/2006/main">
              <a:ext uri="{FF2B5EF4-FFF2-40B4-BE49-F238E27FC236}">
                <a16:creationId xmlns:a16="http://schemas.microsoft.com/office/drawing/2014/main" id="{EAC11919-99EE-4B3A-B21D-A345B97F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56">
            <a:extLst xmlns:a="http://schemas.openxmlformats.org/drawingml/2006/main">
              <a:ext uri="{FF2B5EF4-FFF2-40B4-BE49-F238E27FC236}">
                <a16:creationId xmlns:a16="http://schemas.microsoft.com/office/drawing/2014/main" id="{E5D05F66-9A03-48C5-99D2-767B8639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957">
            <a:extLst xmlns:a="http://schemas.openxmlformats.org/drawingml/2006/main">
              <a:ext uri="{FF2B5EF4-FFF2-40B4-BE49-F238E27FC236}">
                <a16:creationId xmlns:a16="http://schemas.microsoft.com/office/drawing/2014/main" id="{D2F6ECD5-BFC9-44E2-BB5C-B2C9E0E9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</a:t>
            </a:r>
          </a:p>
        </p:txBody>
      </p:sp>
      <p:sp>
        <p:nvSpPr>
          <p:cNvPr id="13" name="text-958">
            <a:extLst xmlns:a="http://schemas.openxmlformats.org/drawingml/2006/main">
              <a:ext uri="{FF2B5EF4-FFF2-40B4-BE49-F238E27FC236}">
                <a16:creationId xmlns:a16="http://schemas.microsoft.com/office/drawing/2014/main" id="{FF882746-B856-4CAA-818A-60B404291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目標是否單一、具體，且能在本工作區完成？</a:t>
            </a:r>
          </a:p>
        </p:txBody>
      </p:sp>
      <p:sp>
        <p:nvSpPr>
          <p:cNvPr id="14" name="shape-959">
            <a:extLst xmlns:a="http://schemas.openxmlformats.org/drawingml/2006/main">
              <a:ext uri="{FF2B5EF4-FFF2-40B4-BE49-F238E27FC236}">
                <a16:creationId xmlns:a16="http://schemas.microsoft.com/office/drawing/2014/main" id="{CA5985DE-14EB-4878-8B95-CB4E2246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60">
            <a:extLst xmlns:a="http://schemas.openxmlformats.org/drawingml/2006/main">
              <a:ext uri="{FF2B5EF4-FFF2-40B4-BE49-F238E27FC236}">
                <a16:creationId xmlns:a16="http://schemas.microsoft.com/office/drawing/2014/main" id="{FB27207C-9B1D-4D94-B22A-3457FA76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61">
            <a:extLst xmlns:a="http://schemas.openxmlformats.org/drawingml/2006/main">
              <a:ext uri="{FF2B5EF4-FFF2-40B4-BE49-F238E27FC236}">
                <a16:creationId xmlns:a16="http://schemas.microsoft.com/office/drawing/2014/main" id="{FBDDA7B2-CF82-4639-8618-A6458431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計畫</a:t>
            </a:r>
          </a:p>
        </p:txBody>
      </p:sp>
      <p:sp>
        <p:nvSpPr>
          <p:cNvPr id="17" name="text-962">
            <a:extLst xmlns:a="http://schemas.openxmlformats.org/drawingml/2006/main">
              <a:ext uri="{FF2B5EF4-FFF2-40B4-BE49-F238E27FC236}">
                <a16:creationId xmlns:a16="http://schemas.microsoft.com/office/drawing/2014/main" id="{074779F5-C663-47FF-912A-E1A1036A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步驟是否合理？哪一步需要授權或外部資訊？</a:t>
            </a:r>
          </a:p>
        </p:txBody>
      </p:sp>
      <p:sp>
        <p:nvSpPr>
          <p:cNvPr id="18" name="shape-963">
            <a:extLst xmlns:a="http://schemas.openxmlformats.org/drawingml/2006/main">
              <a:ext uri="{FF2B5EF4-FFF2-40B4-BE49-F238E27FC236}">
                <a16:creationId xmlns:a16="http://schemas.microsoft.com/office/drawing/2014/main" id="{7FDF229C-7A13-4568-A875-20BF1A7D3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964">
            <a:extLst xmlns:a="http://schemas.openxmlformats.org/drawingml/2006/main">
              <a:ext uri="{FF2B5EF4-FFF2-40B4-BE49-F238E27FC236}">
                <a16:creationId xmlns:a16="http://schemas.microsoft.com/office/drawing/2014/main" id="{13176A8E-FF81-4C31-AAA4-0DFA2450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65">
            <a:extLst xmlns:a="http://schemas.openxmlformats.org/drawingml/2006/main">
              <a:ext uri="{FF2B5EF4-FFF2-40B4-BE49-F238E27FC236}">
                <a16:creationId xmlns:a16="http://schemas.microsoft.com/office/drawing/2014/main" id="{DDA530C0-11F8-420D-A579-F55B2289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21" name="text-966">
            <a:extLst xmlns:a="http://schemas.openxmlformats.org/drawingml/2006/main">
              <a:ext uri="{FF2B5EF4-FFF2-40B4-BE49-F238E27FC236}">
                <a16:creationId xmlns:a16="http://schemas.microsoft.com/office/drawing/2014/main" id="{97ACEBB8-9424-40F4-963F-668EB1A6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有哪些變更、測試、畫面與仍未確認的項目？</a:t>
            </a:r>
          </a:p>
        </p:txBody>
      </p:sp>
      <p:sp>
        <p:nvSpPr>
          <p:cNvPr id="22" name="text-1607">
            <a:extLst xmlns:a="http://schemas.openxmlformats.org/drawingml/2006/main">
              <a:ext uri="{FF2B5EF4-FFF2-40B4-BE49-F238E27FC236}">
                <a16:creationId xmlns:a16="http://schemas.microsoft.com/office/drawing/2014/main" id="{39A6AF49-0C67-4C7E-8700-2D08045B6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038655fdd4f4b3f"/>
              </a:rPr>
              <a:t>開啟 Antigravity ↗</a:t>
            </a:r>
          </a:p>
        </p:txBody>
      </p:sp>
      <p:sp>
        <p:nvSpPr>
          <p:cNvPr id="23" name="shape-1643">
            <a:extLst xmlns:a="http://schemas.openxmlformats.org/drawingml/2006/main">
              <a:ext uri="{FF2B5EF4-FFF2-40B4-BE49-F238E27FC236}">
                <a16:creationId xmlns:a16="http://schemas.microsoft.com/office/drawing/2014/main" id="{8906C791-86AD-4D88-8946-AE40AE43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0eb37fc334e1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44">
            <a:extLst xmlns:a="http://schemas.openxmlformats.org/drawingml/2006/main">
              <a:ext uri="{FF2B5EF4-FFF2-40B4-BE49-F238E27FC236}">
                <a16:creationId xmlns:a16="http://schemas.microsoft.com/office/drawing/2014/main" id="{DCE4F828-36F5-4A0F-924B-186DA7F1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97562420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967">
            <a:extLst xmlns:a="http://schemas.openxmlformats.org/drawingml/2006/main">
              <a:ext uri="{FF2B5EF4-FFF2-40B4-BE49-F238E27FC236}">
                <a16:creationId xmlns:a16="http://schemas.microsoft.com/office/drawing/2014/main" id="{B386E68D-908C-4014-83CE-0C3AB2C7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BRIEF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973CC7-67C6-49CB-9483-2C6AB73B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第一個 Agent 任務：四句話就能清楚</a:t>
            </a:r>
          </a:p>
        </p:txBody>
      </p:sp>
      <p:cxnSp>
        <p:nvCxnSpPr>
          <p:cNvPr id="28" name="shape-9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69">
            <a:extLst xmlns:a="http://schemas.openxmlformats.org/drawingml/2006/main">
              <a:ext uri="{FF2B5EF4-FFF2-40B4-BE49-F238E27FC236}">
                <a16:creationId xmlns:a16="http://schemas.microsoft.com/office/drawing/2014/main" id="{6F0A7C66-028B-46B0-B3C4-AAB1E5AF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35E72D2-F5E6-4078-BBAA-7EED61D95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970">
            <a:extLst xmlns:a="http://schemas.openxmlformats.org/drawingml/2006/main">
              <a:ext uri="{FF2B5EF4-FFF2-40B4-BE49-F238E27FC236}">
                <a16:creationId xmlns:a16="http://schemas.microsoft.com/office/drawing/2014/main" id="{98520B37-C271-4698-AF8A-E28AC173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71">
            <a:extLst xmlns:a="http://schemas.openxmlformats.org/drawingml/2006/main">
              <a:ext uri="{FF2B5EF4-FFF2-40B4-BE49-F238E27FC236}">
                <a16:creationId xmlns:a16="http://schemas.microsoft.com/office/drawing/2014/main" id="{142294BB-5713-4067-BBCC-F69FA0FA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972">
            <a:extLst xmlns:a="http://schemas.openxmlformats.org/drawingml/2006/main">
              <a:ext uri="{FF2B5EF4-FFF2-40B4-BE49-F238E27FC236}">
                <a16:creationId xmlns:a16="http://schemas.microsoft.com/office/drawing/2014/main" id="{6FA4D7F0-065B-4D25-AECE-FB94E6704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目標</a:t>
            </a:r>
          </a:p>
        </p:txBody>
      </p:sp>
      <p:sp>
        <p:nvSpPr>
          <p:cNvPr id="9" name="text-973">
            <a:extLst xmlns:a="http://schemas.openxmlformats.org/drawingml/2006/main">
              <a:ext uri="{FF2B5EF4-FFF2-40B4-BE49-F238E27FC236}">
                <a16:creationId xmlns:a16="http://schemas.microsoft.com/office/drawing/2014/main" id="{A838DDF0-D65C-4346-80A7-4C34DBBF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把上午 Canvas 原型改善成可在手機使用的教學活動。</a:t>
            </a:r>
          </a:p>
        </p:txBody>
      </p:sp>
      <p:sp>
        <p:nvSpPr>
          <p:cNvPr id="10" name="shape-974">
            <a:extLst xmlns:a="http://schemas.openxmlformats.org/drawingml/2006/main">
              <a:ext uri="{FF2B5EF4-FFF2-40B4-BE49-F238E27FC236}">
                <a16:creationId xmlns:a16="http://schemas.microsoft.com/office/drawing/2014/main" id="{B7D63C9C-17B5-490A-A36D-F7ACC3ED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75">
            <a:extLst xmlns:a="http://schemas.openxmlformats.org/drawingml/2006/main">
              <a:ext uri="{FF2B5EF4-FFF2-40B4-BE49-F238E27FC236}">
                <a16:creationId xmlns:a16="http://schemas.microsoft.com/office/drawing/2014/main" id="{CDF65AB8-BCCD-43FA-AF3A-E989259E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976">
            <a:extLst xmlns:a="http://schemas.openxmlformats.org/drawingml/2006/main">
              <a:ext uri="{FF2B5EF4-FFF2-40B4-BE49-F238E27FC236}">
                <a16:creationId xmlns:a16="http://schemas.microsoft.com/office/drawing/2014/main" id="{BC723BFE-2654-408D-9021-6C5D3327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素材</a:t>
            </a:r>
          </a:p>
        </p:txBody>
      </p:sp>
      <p:sp>
        <p:nvSpPr>
          <p:cNvPr id="13" name="text-977">
            <a:extLst xmlns:a="http://schemas.openxmlformats.org/drawingml/2006/main">
              <a:ext uri="{FF2B5EF4-FFF2-40B4-BE49-F238E27FC236}">
                <a16:creationId xmlns:a16="http://schemas.microsoft.com/office/drawing/2014/main" id="{6C80CB16-FD28-4091-BA0F-2837BFC13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使用指定資料夾、截圖、課程文字與現有程式碼。</a:t>
            </a:r>
          </a:p>
        </p:txBody>
      </p:sp>
      <p:sp>
        <p:nvSpPr>
          <p:cNvPr id="14" name="shape-978">
            <a:extLst xmlns:a="http://schemas.openxmlformats.org/drawingml/2006/main">
              <a:ext uri="{FF2B5EF4-FFF2-40B4-BE49-F238E27FC236}">
                <a16:creationId xmlns:a16="http://schemas.microsoft.com/office/drawing/2014/main" id="{BBBEDF01-9817-4932-90A5-B5E679D4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79">
            <a:extLst xmlns:a="http://schemas.openxmlformats.org/drawingml/2006/main">
              <a:ext uri="{FF2B5EF4-FFF2-40B4-BE49-F238E27FC236}">
                <a16:creationId xmlns:a16="http://schemas.microsoft.com/office/drawing/2014/main" id="{DB3C7D7E-9C39-4473-89C1-AE2B5FF8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80">
            <a:extLst xmlns:a="http://schemas.openxmlformats.org/drawingml/2006/main">
              <a:ext uri="{FF2B5EF4-FFF2-40B4-BE49-F238E27FC236}">
                <a16:creationId xmlns:a16="http://schemas.microsoft.com/office/drawing/2014/main" id="{DBFE454F-554C-4802-AFAA-33959472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限制</a:t>
            </a:r>
          </a:p>
        </p:txBody>
      </p:sp>
      <p:sp>
        <p:nvSpPr>
          <p:cNvPr id="17" name="text-981">
            <a:extLst xmlns:a="http://schemas.openxmlformats.org/drawingml/2006/main">
              <a:ext uri="{FF2B5EF4-FFF2-40B4-BE49-F238E27FC236}">
                <a16:creationId xmlns:a16="http://schemas.microsoft.com/office/drawing/2014/main" id="{E3B86776-B5C1-4760-839A-34D573A7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不改核心內容、不放個資、不新增付費服務、不直接公開。</a:t>
            </a:r>
          </a:p>
        </p:txBody>
      </p:sp>
      <p:sp>
        <p:nvSpPr>
          <p:cNvPr id="18" name="shape-982">
            <a:extLst xmlns:a="http://schemas.openxmlformats.org/drawingml/2006/main">
              <a:ext uri="{FF2B5EF4-FFF2-40B4-BE49-F238E27FC236}">
                <a16:creationId xmlns:a16="http://schemas.microsoft.com/office/drawing/2014/main" id="{3126CC59-B069-4433-A611-5C47767D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983">
            <a:extLst xmlns:a="http://schemas.openxmlformats.org/drawingml/2006/main">
              <a:ext uri="{FF2B5EF4-FFF2-40B4-BE49-F238E27FC236}">
                <a16:creationId xmlns:a16="http://schemas.microsoft.com/office/drawing/2014/main" id="{56B1B1AC-E45E-4378-A7CF-5DD8563C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84">
            <a:extLst xmlns:a="http://schemas.openxmlformats.org/drawingml/2006/main">
              <a:ext uri="{FF2B5EF4-FFF2-40B4-BE49-F238E27FC236}">
                <a16:creationId xmlns:a16="http://schemas.microsoft.com/office/drawing/2014/main" id="{BDA9127B-0C58-4404-B150-4D49D17A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驗收</a:t>
            </a:r>
          </a:p>
        </p:txBody>
      </p:sp>
      <p:sp>
        <p:nvSpPr>
          <p:cNvPr id="21" name="text-985">
            <a:extLst xmlns:a="http://schemas.openxmlformats.org/drawingml/2006/main">
              <a:ext uri="{FF2B5EF4-FFF2-40B4-BE49-F238E27FC236}">
                <a16:creationId xmlns:a16="http://schemas.microsoft.com/office/drawing/2014/main" id="{46E418A3-BBD6-457E-81A8-91EDC862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完成桌機與手機測試，提供修改摘要與畫面證據。</a:t>
            </a:r>
          </a:p>
        </p:txBody>
      </p:sp>
      <p:sp>
        <p:nvSpPr>
          <p:cNvPr id="22" name="text-1608">
            <a:extLst xmlns:a="http://schemas.openxmlformats.org/drawingml/2006/main">
              <a:ext uri="{FF2B5EF4-FFF2-40B4-BE49-F238E27FC236}">
                <a16:creationId xmlns:a16="http://schemas.microsoft.com/office/drawing/2014/main" id="{467929BC-5AB3-4FAE-8654-B4EC80F6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e4c1092eea84e90"/>
              </a:rPr>
              <a:t>開啟 Antigravity ↗</a:t>
            </a:r>
          </a:p>
        </p:txBody>
      </p:sp>
      <p:sp>
        <p:nvSpPr>
          <p:cNvPr id="23" name="shape-1645">
            <a:extLst xmlns:a="http://schemas.openxmlformats.org/drawingml/2006/main">
              <a:ext uri="{FF2B5EF4-FFF2-40B4-BE49-F238E27FC236}">
                <a16:creationId xmlns:a16="http://schemas.microsoft.com/office/drawing/2014/main" id="{6A7A758E-337A-4A39-86B8-67CF94B25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de6adddb9a45a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46">
            <a:extLst xmlns:a="http://schemas.openxmlformats.org/drawingml/2006/main">
              <a:ext uri="{FF2B5EF4-FFF2-40B4-BE49-F238E27FC236}">
                <a16:creationId xmlns:a16="http://schemas.microsoft.com/office/drawing/2014/main" id="{EA597714-2063-43E8-AD66-1A1D0275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6051344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text-986">
            <a:extLst xmlns:a="http://schemas.openxmlformats.org/drawingml/2006/main">
              <a:ext uri="{FF2B5EF4-FFF2-40B4-BE49-F238E27FC236}">
                <a16:creationId xmlns:a16="http://schemas.microsoft.com/office/drawing/2014/main" id="{46509976-78FB-4928-9580-AD1A29DC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EB47EF-E298-42B1-9E11-CC34F391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示範：請 Agent 改作品，但保留控制權</a:t>
            </a:r>
          </a:p>
        </p:txBody>
      </p:sp>
      <p:cxnSp>
        <p:nvCxnSpPr>
          <p:cNvPr id="59" name="shape-9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88">
            <a:extLst xmlns:a="http://schemas.openxmlformats.org/drawingml/2006/main">
              <a:ext uri="{FF2B5EF4-FFF2-40B4-BE49-F238E27FC236}">
                <a16:creationId xmlns:a16="http://schemas.microsoft.com/office/drawing/2014/main" id="{7266226D-2CC6-4FF7-82F6-182B072F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E5AD2D4-F556-4F01-B52E-E8DF8C02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989">
            <a:extLst xmlns:a="http://schemas.openxmlformats.org/drawingml/2006/main">
              <a:ext uri="{FF2B5EF4-FFF2-40B4-BE49-F238E27FC236}">
                <a16:creationId xmlns:a16="http://schemas.microsoft.com/office/drawing/2014/main" id="{6F68D5B7-4281-4B58-B519-D247031B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990">
            <a:extLst xmlns:a="http://schemas.openxmlformats.org/drawingml/2006/main">
              <a:ext uri="{FF2B5EF4-FFF2-40B4-BE49-F238E27FC236}">
                <a16:creationId xmlns:a16="http://schemas.microsoft.com/office/drawing/2014/main" id="{EEC45F84-004F-4DEC-A4A1-BF2E3145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991">
            <a:extLst xmlns:a="http://schemas.openxmlformats.org/drawingml/2006/main">
              <a:ext uri="{FF2B5EF4-FFF2-40B4-BE49-F238E27FC236}">
                <a16:creationId xmlns:a16="http://schemas.microsoft.com/office/drawing/2014/main" id="{F4CCD520-A0BB-4CCE-A3AF-05143DDB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92">
            <a:extLst xmlns:a="http://schemas.openxmlformats.org/drawingml/2006/main">
              <a:ext uri="{FF2B5EF4-FFF2-40B4-BE49-F238E27FC236}">
                <a16:creationId xmlns:a16="http://schemas.microsoft.com/office/drawing/2014/main" id="{7FE850B1-59EF-4331-9CCE-536EAFBC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993">
            <a:extLst xmlns:a="http://schemas.openxmlformats.org/drawingml/2006/main">
              <a:ext uri="{FF2B5EF4-FFF2-40B4-BE49-F238E27FC236}">
                <a16:creationId xmlns:a16="http://schemas.microsoft.com/office/drawing/2014/main" id="{EC88924F-7509-401C-857F-039637CC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說明結構與問題</a:t>
            </a:r>
          </a:p>
        </p:txBody>
      </p:sp>
      <p:sp>
        <p:nvSpPr>
          <p:cNvPr id="11" name="text-994">
            <a:extLst xmlns:a="http://schemas.openxmlformats.org/drawingml/2006/main">
              <a:ext uri="{FF2B5EF4-FFF2-40B4-BE49-F238E27FC236}">
                <a16:creationId xmlns:a16="http://schemas.microsoft.com/office/drawing/2014/main" id="{7B726C73-0D0B-415E-8F81-803F6E67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995">
            <a:extLst xmlns:a="http://schemas.openxmlformats.org/drawingml/2006/main">
              <a:ext uri="{FF2B5EF4-FFF2-40B4-BE49-F238E27FC236}">
                <a16:creationId xmlns:a16="http://schemas.microsoft.com/office/drawing/2014/main" id="{1C7EA20D-523F-4661-80A3-DCC1197D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996">
            <a:extLst xmlns:a="http://schemas.openxmlformats.org/drawingml/2006/main">
              <a:ext uri="{FF2B5EF4-FFF2-40B4-BE49-F238E27FC236}">
                <a16:creationId xmlns:a16="http://schemas.microsoft.com/office/drawing/2014/main" id="{4EDCC2B6-1C81-4BC5-AB70-4C4F0E36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997">
            <a:extLst xmlns:a="http://schemas.openxmlformats.org/drawingml/2006/main">
              <a:ext uri="{FF2B5EF4-FFF2-40B4-BE49-F238E27FC236}">
                <a16:creationId xmlns:a16="http://schemas.microsoft.com/office/drawing/2014/main" id="{E0769205-2404-4257-9BE5-490A0815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998">
            <a:extLst xmlns:a="http://schemas.openxmlformats.org/drawingml/2006/main">
              <a:ext uri="{FF2B5EF4-FFF2-40B4-BE49-F238E27FC236}">
                <a16:creationId xmlns:a16="http://schemas.microsoft.com/office/drawing/2014/main" id="{1D8D247D-CF48-41FB-9385-25D1C953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提計畫</a:t>
            </a:r>
          </a:p>
        </p:txBody>
      </p:sp>
      <p:sp>
        <p:nvSpPr>
          <p:cNvPr id="16" name="text-999">
            <a:extLst xmlns:a="http://schemas.openxmlformats.org/drawingml/2006/main">
              <a:ext uri="{FF2B5EF4-FFF2-40B4-BE49-F238E27FC236}">
                <a16:creationId xmlns:a16="http://schemas.microsoft.com/office/drawing/2014/main" id="{1FC282D4-7370-4F77-8494-BDF1E3D0D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列修改與不修改</a:t>
            </a:r>
          </a:p>
        </p:txBody>
      </p:sp>
      <p:sp>
        <p:nvSpPr>
          <p:cNvPr id="17" name="text-1000">
            <a:extLst xmlns:a="http://schemas.openxmlformats.org/drawingml/2006/main">
              <a:ext uri="{FF2B5EF4-FFF2-40B4-BE49-F238E27FC236}">
                <a16:creationId xmlns:a16="http://schemas.microsoft.com/office/drawing/2014/main" id="{90895F1C-AA94-4C3F-9A13-4DCA8829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001">
            <a:extLst xmlns:a="http://schemas.openxmlformats.org/drawingml/2006/main">
              <a:ext uri="{FF2B5EF4-FFF2-40B4-BE49-F238E27FC236}">
                <a16:creationId xmlns:a16="http://schemas.microsoft.com/office/drawing/2014/main" id="{8FAB5AE6-E3EB-47C4-B219-640504AE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002">
            <a:extLst xmlns:a="http://schemas.openxmlformats.org/drawingml/2006/main">
              <a:ext uri="{FF2B5EF4-FFF2-40B4-BE49-F238E27FC236}">
                <a16:creationId xmlns:a16="http://schemas.microsoft.com/office/drawing/2014/main" id="{6EA81B85-630D-49E5-BE40-1849A237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003">
            <a:extLst xmlns:a="http://schemas.openxmlformats.org/drawingml/2006/main">
              <a:ext uri="{FF2B5EF4-FFF2-40B4-BE49-F238E27FC236}">
                <a16:creationId xmlns:a16="http://schemas.microsoft.com/office/drawing/2014/main" id="{E368D47B-5DCC-4B23-A06E-A59535B8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004">
            <a:extLst xmlns:a="http://schemas.openxmlformats.org/drawingml/2006/main">
              <a:ext uri="{FF2B5EF4-FFF2-40B4-BE49-F238E27FC236}">
                <a16:creationId xmlns:a16="http://schemas.microsoft.com/office/drawing/2014/main" id="{390D1517-902F-4618-A826-192A0D7E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</a:t>
            </a:r>
          </a:p>
        </p:txBody>
      </p:sp>
      <p:sp>
        <p:nvSpPr>
          <p:cNvPr id="22" name="text-1005">
            <a:extLst xmlns:a="http://schemas.openxmlformats.org/drawingml/2006/main">
              <a:ext uri="{FF2B5EF4-FFF2-40B4-BE49-F238E27FC236}">
                <a16:creationId xmlns:a16="http://schemas.microsoft.com/office/drawing/2014/main" id="{42C14D9C-2160-41F4-9F76-D0DD73E8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只改同意範圍</a:t>
            </a:r>
          </a:p>
        </p:txBody>
      </p:sp>
      <p:sp>
        <p:nvSpPr>
          <p:cNvPr id="23" name="text-1006">
            <a:extLst xmlns:a="http://schemas.openxmlformats.org/drawingml/2006/main">
              <a:ext uri="{FF2B5EF4-FFF2-40B4-BE49-F238E27FC236}">
                <a16:creationId xmlns:a16="http://schemas.microsoft.com/office/drawing/2014/main" id="{BF5A74B5-98E0-4BF8-A991-3A93FBAE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007">
            <a:extLst xmlns:a="http://schemas.openxmlformats.org/drawingml/2006/main">
              <a:ext uri="{FF2B5EF4-FFF2-40B4-BE49-F238E27FC236}">
                <a16:creationId xmlns:a16="http://schemas.microsoft.com/office/drawing/2014/main" id="{FFEEF84B-B45A-450C-8CAF-DCE4AA82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008">
            <a:extLst xmlns:a="http://schemas.openxmlformats.org/drawingml/2006/main">
              <a:ext uri="{FF2B5EF4-FFF2-40B4-BE49-F238E27FC236}">
                <a16:creationId xmlns:a16="http://schemas.microsoft.com/office/drawing/2014/main" id="{E27C160C-416E-43BA-8265-FE0F2DB9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009">
            <a:extLst xmlns:a="http://schemas.openxmlformats.org/drawingml/2006/main">
              <a:ext uri="{FF2B5EF4-FFF2-40B4-BE49-F238E27FC236}">
                <a16:creationId xmlns:a16="http://schemas.microsoft.com/office/drawing/2014/main" id="{2CC53842-FCFB-4FFC-9E04-D173F268F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010">
            <a:extLst xmlns:a="http://schemas.openxmlformats.org/drawingml/2006/main">
              <a:ext uri="{FF2B5EF4-FFF2-40B4-BE49-F238E27FC236}">
                <a16:creationId xmlns:a16="http://schemas.microsoft.com/office/drawing/2014/main" id="{2E2FAB60-91C9-4FE4-A10A-11958E45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</a:t>
            </a:r>
          </a:p>
        </p:txBody>
      </p:sp>
      <p:sp>
        <p:nvSpPr>
          <p:cNvPr id="28" name="text-1011">
            <a:extLst xmlns:a="http://schemas.openxmlformats.org/drawingml/2006/main">
              <a:ext uri="{FF2B5EF4-FFF2-40B4-BE49-F238E27FC236}">
                <a16:creationId xmlns:a16="http://schemas.microsoft.com/office/drawing/2014/main" id="{CFF88112-A1BF-4720-9C95-EBED75D4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桌機與手機流程</a:t>
            </a:r>
          </a:p>
        </p:txBody>
      </p:sp>
      <p:sp>
        <p:nvSpPr>
          <p:cNvPr id="29" name="text-1012">
            <a:extLst xmlns:a="http://schemas.openxmlformats.org/drawingml/2006/main">
              <a:ext uri="{FF2B5EF4-FFF2-40B4-BE49-F238E27FC236}">
                <a16:creationId xmlns:a16="http://schemas.microsoft.com/office/drawing/2014/main" id="{78208D7A-A3A2-44AC-B441-D7A2DFBE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013">
            <a:extLst xmlns:a="http://schemas.openxmlformats.org/drawingml/2006/main">
              <a:ext uri="{FF2B5EF4-FFF2-40B4-BE49-F238E27FC236}">
                <a16:creationId xmlns:a16="http://schemas.microsoft.com/office/drawing/2014/main" id="{2E6BB1E8-DC03-4428-BD99-74BAB07E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014">
            <a:extLst xmlns:a="http://schemas.openxmlformats.org/drawingml/2006/main">
              <a:ext uri="{FF2B5EF4-FFF2-40B4-BE49-F238E27FC236}">
                <a16:creationId xmlns:a16="http://schemas.microsoft.com/office/drawing/2014/main" id="{EE330734-C6A9-4F1B-B54E-862A88F8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015">
            <a:extLst xmlns:a="http://schemas.openxmlformats.org/drawingml/2006/main">
              <a:ext uri="{FF2B5EF4-FFF2-40B4-BE49-F238E27FC236}">
                <a16:creationId xmlns:a16="http://schemas.microsoft.com/office/drawing/2014/main" id="{253678B5-2082-4FDA-A3FB-16B98C1F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016">
            <a:extLst xmlns:a="http://schemas.openxmlformats.org/drawingml/2006/main">
              <a:ext uri="{FF2B5EF4-FFF2-40B4-BE49-F238E27FC236}">
                <a16:creationId xmlns:a16="http://schemas.microsoft.com/office/drawing/2014/main" id="{543052BA-BFD7-4868-8517-FA6EE39D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1017">
            <a:extLst xmlns:a="http://schemas.openxmlformats.org/drawingml/2006/main">
              <a:ext uri="{FF2B5EF4-FFF2-40B4-BE49-F238E27FC236}">
                <a16:creationId xmlns:a16="http://schemas.microsoft.com/office/drawing/2014/main" id="{62D453C4-D55C-4DDA-9DCF-563FACC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差異、證據、限制</a:t>
            </a:r>
          </a:p>
        </p:txBody>
      </p:sp>
      <p:sp>
        <p:nvSpPr>
          <p:cNvPr id="35" name="shape-1018">
            <a:extLst xmlns:a="http://schemas.openxmlformats.org/drawingml/2006/main">
              <a:ext uri="{FF2B5EF4-FFF2-40B4-BE49-F238E27FC236}">
                <a16:creationId xmlns:a16="http://schemas.microsoft.com/office/drawing/2014/main" id="{2B86F2DD-E898-4621-9B31-95C18DED9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11633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02B43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36" name="text-1019">
            <a:extLst xmlns:a="http://schemas.openxmlformats.org/drawingml/2006/main">
              <a:ext uri="{FF2B5EF4-FFF2-40B4-BE49-F238E27FC236}">
                <a16:creationId xmlns:a16="http://schemas.microsoft.com/office/drawing/2014/main" id="{E01F3F11-2D3A-4742-B0F5-DA386AFF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人在迴路</a:t>
            </a:r>
          </a:p>
        </p:txBody>
      </p:sp>
      <p:sp>
        <p:nvSpPr>
          <p:cNvPr id="37" name="text-1020">
            <a:extLst xmlns:a="http://schemas.openxmlformats.org/drawingml/2006/main">
              <a:ext uri="{FF2B5EF4-FFF2-40B4-BE49-F238E27FC236}">
                <a16:creationId xmlns:a16="http://schemas.microsoft.com/office/drawing/2014/main" id="{1DE0AE05-40E8-4486-8FDB-5AE58494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7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Agent 可以推進，但最後的範圍與發布決定仍由人保留</a:t>
            </a:r>
          </a:p>
        </p:txBody>
      </p:sp>
      <p:sp>
        <p:nvSpPr>
          <p:cNvPr id="38" name="shape-1021">
            <a:extLst xmlns:a="http://schemas.openxmlformats.org/drawingml/2006/main">
              <a:ext uri="{FF2B5EF4-FFF2-40B4-BE49-F238E27FC236}">
                <a16:creationId xmlns:a16="http://schemas.microsoft.com/office/drawing/2014/main" id="{7CAF63EB-5351-4AD7-AD56-8B9CB3D05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55A7FF"/>
            </a:solidFill>
            <a:prstDash val="solid"/>
          </a:ln>
        </p:spPr>
      </p:sp>
      <p:sp>
        <p:nvSpPr>
          <p:cNvPr id="39" name="text-1022">
            <a:extLst xmlns:a="http://schemas.openxmlformats.org/drawingml/2006/main">
              <a:ext uri="{FF2B5EF4-FFF2-40B4-BE49-F238E27FC236}">
                <a16:creationId xmlns:a16="http://schemas.microsoft.com/office/drawing/2014/main" id="{C2BC0A17-3AEE-4DA7-925E-B06F79E2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提案</a:t>
            </a:r>
          </a:p>
        </p:txBody>
      </p:sp>
      <p:sp>
        <p:nvSpPr>
          <p:cNvPr id="40" name="text-1023">
            <a:extLst xmlns:a="http://schemas.openxmlformats.org/drawingml/2006/main">
              <a:ext uri="{FF2B5EF4-FFF2-40B4-BE49-F238E27FC236}">
                <a16:creationId xmlns:a16="http://schemas.microsoft.com/office/drawing/2014/main" id="{30E18B0D-39E5-4831-93F0-0074FC12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先看計畫</a:t>
            </a:r>
          </a:p>
        </p:txBody>
      </p:sp>
      <p:sp>
        <p:nvSpPr>
          <p:cNvPr id="41" name="text-1024">
            <a:extLst xmlns:a="http://schemas.openxmlformats.org/drawingml/2006/main">
              <a:ext uri="{FF2B5EF4-FFF2-40B4-BE49-F238E27FC236}">
                <a16:creationId xmlns:a16="http://schemas.microsoft.com/office/drawing/2014/main" id="{D2D9E561-2476-4120-B637-3E71B42A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025">
            <a:extLst xmlns:a="http://schemas.openxmlformats.org/drawingml/2006/main">
              <a:ext uri="{FF2B5EF4-FFF2-40B4-BE49-F238E27FC236}">
                <a16:creationId xmlns:a16="http://schemas.microsoft.com/office/drawing/2014/main" id="{DCD9CEB9-4159-4FA2-A1E4-0886355A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2CD2C7"/>
            </a:solidFill>
            <a:prstDash val="solid"/>
          </a:ln>
        </p:spPr>
      </p:sp>
      <p:sp>
        <p:nvSpPr>
          <p:cNvPr id="43" name="text-1026">
            <a:extLst xmlns:a="http://schemas.openxmlformats.org/drawingml/2006/main">
              <a:ext uri="{FF2B5EF4-FFF2-40B4-BE49-F238E27FC236}">
                <a16:creationId xmlns:a16="http://schemas.microsoft.com/office/drawing/2014/main" id="{10CF761F-AF4A-4230-94B5-E22C2688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教師核准</a:t>
            </a:r>
          </a:p>
        </p:txBody>
      </p:sp>
      <p:sp>
        <p:nvSpPr>
          <p:cNvPr id="44" name="text-1027">
            <a:extLst xmlns:a="http://schemas.openxmlformats.org/drawingml/2006/main">
              <a:ext uri="{FF2B5EF4-FFF2-40B4-BE49-F238E27FC236}">
                <a16:creationId xmlns:a16="http://schemas.microsoft.com/office/drawing/2014/main" id="{9EE76314-35CD-4F68-84CD-D356CE32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確認範圍</a:t>
            </a:r>
          </a:p>
        </p:txBody>
      </p:sp>
      <p:sp>
        <p:nvSpPr>
          <p:cNvPr id="45" name="text-1028">
            <a:extLst xmlns:a="http://schemas.openxmlformats.org/drawingml/2006/main">
              <a:ext uri="{FF2B5EF4-FFF2-40B4-BE49-F238E27FC236}">
                <a16:creationId xmlns:a16="http://schemas.microsoft.com/office/drawing/2014/main" id="{F549DD79-C8E4-4423-81E2-D4D5C77E2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6" name="shape-1029">
            <a:extLst xmlns:a="http://schemas.openxmlformats.org/drawingml/2006/main">
              <a:ext uri="{FF2B5EF4-FFF2-40B4-BE49-F238E27FC236}">
                <a16:creationId xmlns:a16="http://schemas.microsoft.com/office/drawing/2014/main" id="{61B88614-22A5-4AEE-925C-F890CAEF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FF806D"/>
            </a:solidFill>
            <a:prstDash val="solid"/>
          </a:ln>
        </p:spPr>
      </p:sp>
      <p:sp>
        <p:nvSpPr>
          <p:cNvPr id="47" name="text-1030">
            <a:extLst xmlns:a="http://schemas.openxmlformats.org/drawingml/2006/main">
              <a:ext uri="{FF2B5EF4-FFF2-40B4-BE49-F238E27FC236}">
                <a16:creationId xmlns:a16="http://schemas.microsoft.com/office/drawing/2014/main" id="{CE38380A-D884-416F-AD10-6C710C73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測試驗證</a:t>
            </a:r>
          </a:p>
        </p:txBody>
      </p:sp>
      <p:sp>
        <p:nvSpPr>
          <p:cNvPr id="48" name="text-1031">
            <a:extLst xmlns:a="http://schemas.openxmlformats.org/drawingml/2006/main">
              <a:ext uri="{FF2B5EF4-FFF2-40B4-BE49-F238E27FC236}">
                <a16:creationId xmlns:a16="http://schemas.microsoft.com/office/drawing/2014/main" id="{5975116F-9483-4426-B4DF-9B02A01A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桌機 × 手機</a:t>
            </a:r>
          </a:p>
        </p:txBody>
      </p:sp>
      <p:sp>
        <p:nvSpPr>
          <p:cNvPr id="49" name="text-1032">
            <a:extLst xmlns:a="http://schemas.openxmlformats.org/drawingml/2006/main">
              <a:ext uri="{FF2B5EF4-FFF2-40B4-BE49-F238E27FC236}">
                <a16:creationId xmlns:a16="http://schemas.microsoft.com/office/drawing/2014/main" id="{E67721F2-0863-4598-9EF8-5CC4FFB1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50" name="shape-1033">
            <a:extLst xmlns:a="http://schemas.openxmlformats.org/drawingml/2006/main">
              <a:ext uri="{FF2B5EF4-FFF2-40B4-BE49-F238E27FC236}">
                <a16:creationId xmlns:a16="http://schemas.microsoft.com/office/drawing/2014/main" id="{0A2A9DA2-B692-49D2-A30D-A71A7247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AFC1D2"/>
            </a:solidFill>
            <a:prstDash val="solid"/>
          </a:ln>
        </p:spPr>
      </p:sp>
      <p:sp>
        <p:nvSpPr>
          <p:cNvPr id="51" name="text-1034">
            <a:extLst xmlns:a="http://schemas.openxmlformats.org/drawingml/2006/main">
              <a:ext uri="{FF2B5EF4-FFF2-40B4-BE49-F238E27FC236}">
                <a16:creationId xmlns:a16="http://schemas.microsoft.com/office/drawing/2014/main" id="{7A0EFC52-AD76-46AD-832B-C25B9E83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再決定交付</a:t>
            </a:r>
          </a:p>
        </p:txBody>
      </p:sp>
      <p:sp>
        <p:nvSpPr>
          <p:cNvPr id="52" name="text-1035">
            <a:extLst xmlns:a="http://schemas.openxmlformats.org/drawingml/2006/main">
              <a:ext uri="{FF2B5EF4-FFF2-40B4-BE49-F238E27FC236}">
                <a16:creationId xmlns:a16="http://schemas.microsoft.com/office/drawing/2014/main" id="{842EEA4F-8421-442B-B724-A2608B23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差異・證據・限制</a:t>
            </a:r>
          </a:p>
        </p:txBody>
      </p:sp>
      <p:sp>
        <p:nvSpPr>
          <p:cNvPr id="53" name="text-1609">
            <a:extLst xmlns:a="http://schemas.openxmlformats.org/drawingml/2006/main">
              <a:ext uri="{FF2B5EF4-FFF2-40B4-BE49-F238E27FC236}">
                <a16:creationId xmlns:a16="http://schemas.microsoft.com/office/drawing/2014/main" id="{889F04A8-47A3-4152-939E-518557BB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e2ec6a9ca574829"/>
              </a:rPr>
              <a:t>開啟 Antigravity ↗</a:t>
            </a:r>
          </a:p>
        </p:txBody>
      </p:sp>
      <p:sp>
        <p:nvSpPr>
          <p:cNvPr id="54" name="shape-1647">
            <a:extLst xmlns:a="http://schemas.openxmlformats.org/drawingml/2006/main">
              <a:ext uri="{FF2B5EF4-FFF2-40B4-BE49-F238E27FC236}">
                <a16:creationId xmlns:a16="http://schemas.microsoft.com/office/drawing/2014/main" id="{6FEA4C32-5B43-4162-A2AB-B52D025A1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5ec935e5b24dd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56" name="text-1648">
            <a:extLst xmlns:a="http://schemas.openxmlformats.org/drawingml/2006/main">
              <a:ext uri="{FF2B5EF4-FFF2-40B4-BE49-F238E27FC236}">
                <a16:creationId xmlns:a16="http://schemas.microsoft.com/office/drawing/2014/main" id="{544F17A1-DEE6-4C58-A570-480180BF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42240956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036">
            <a:extLst xmlns:a="http://schemas.openxmlformats.org/drawingml/2006/main">
              <a:ext uri="{FF2B5EF4-FFF2-40B4-BE49-F238E27FC236}">
                <a16:creationId xmlns:a16="http://schemas.microsoft.com/office/drawing/2014/main" id="{5EF6377E-F561-4C1C-B337-7C1327D6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417FCD4-FF92-44AC-9E10-E83C4B0B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的完成證據：四樣少一樣就要追問</a:t>
            </a:r>
          </a:p>
        </p:txBody>
      </p:sp>
      <p:cxnSp>
        <p:nvCxnSpPr>
          <p:cNvPr id="28" name="shape-103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38">
            <a:extLst xmlns:a="http://schemas.openxmlformats.org/drawingml/2006/main">
              <a:ext uri="{FF2B5EF4-FFF2-40B4-BE49-F238E27FC236}">
                <a16:creationId xmlns:a16="http://schemas.microsoft.com/office/drawing/2014/main" id="{EA502DFE-4017-4342-9800-F8ED701C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54DAE30-60CD-41B3-841E-167216F2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1039">
            <a:extLst xmlns:a="http://schemas.openxmlformats.org/drawingml/2006/main">
              <a:ext uri="{FF2B5EF4-FFF2-40B4-BE49-F238E27FC236}">
                <a16:creationId xmlns:a16="http://schemas.microsoft.com/office/drawing/2014/main" id="{FEFB500F-EF23-4A4D-ACFC-12A0EE74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40">
            <a:extLst xmlns:a="http://schemas.openxmlformats.org/drawingml/2006/main">
              <a:ext uri="{FF2B5EF4-FFF2-40B4-BE49-F238E27FC236}">
                <a16:creationId xmlns:a16="http://schemas.microsoft.com/office/drawing/2014/main" id="{924D74DC-7D38-4E07-841E-DA65F752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041">
            <a:extLst xmlns:a="http://schemas.openxmlformats.org/drawingml/2006/main">
              <a:ext uri="{FF2B5EF4-FFF2-40B4-BE49-F238E27FC236}">
                <a16:creationId xmlns:a16="http://schemas.microsoft.com/office/drawing/2014/main" id="{9EA9BB21-468C-4E30-9DC3-9B5D4B491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變更摘要</a:t>
            </a:r>
          </a:p>
        </p:txBody>
      </p:sp>
      <p:sp>
        <p:nvSpPr>
          <p:cNvPr id="9" name="text-1042">
            <a:extLst xmlns:a="http://schemas.openxmlformats.org/drawingml/2006/main">
              <a:ext uri="{FF2B5EF4-FFF2-40B4-BE49-F238E27FC236}">
                <a16:creationId xmlns:a16="http://schemas.microsoft.com/office/drawing/2014/main" id="{C34143AE-DF37-4EC2-8F38-67E5D4A62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改了哪些檔案、為什麼改、沒有改什麼。</a:t>
            </a:r>
          </a:p>
        </p:txBody>
      </p:sp>
      <p:sp>
        <p:nvSpPr>
          <p:cNvPr id="10" name="shape-1043">
            <a:extLst xmlns:a="http://schemas.openxmlformats.org/drawingml/2006/main">
              <a:ext uri="{FF2B5EF4-FFF2-40B4-BE49-F238E27FC236}">
                <a16:creationId xmlns:a16="http://schemas.microsoft.com/office/drawing/2014/main" id="{8AC15E0C-8999-4538-A61A-9F05159D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044">
            <a:extLst xmlns:a="http://schemas.openxmlformats.org/drawingml/2006/main">
              <a:ext uri="{FF2B5EF4-FFF2-40B4-BE49-F238E27FC236}">
                <a16:creationId xmlns:a16="http://schemas.microsoft.com/office/drawing/2014/main" id="{9BECF6F9-5E2F-4713-B362-1DEAC296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45">
            <a:extLst xmlns:a="http://schemas.openxmlformats.org/drawingml/2006/main">
              <a:ext uri="{FF2B5EF4-FFF2-40B4-BE49-F238E27FC236}">
                <a16:creationId xmlns:a16="http://schemas.microsoft.com/office/drawing/2014/main" id="{28654FD7-374E-4208-8535-264B56E98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測試結果</a:t>
            </a:r>
          </a:p>
        </p:txBody>
      </p:sp>
      <p:sp>
        <p:nvSpPr>
          <p:cNvPr id="13" name="text-1046">
            <a:extLst xmlns:a="http://schemas.openxmlformats.org/drawingml/2006/main">
              <a:ext uri="{FF2B5EF4-FFF2-40B4-BE49-F238E27FC236}">
                <a16:creationId xmlns:a16="http://schemas.microsoft.com/office/drawing/2014/main" id="{186B9D67-C6A5-43BA-8458-D2E0E067E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實際執行哪些檢查，結果是通過、失敗或未執行。</a:t>
            </a:r>
          </a:p>
        </p:txBody>
      </p:sp>
      <p:sp>
        <p:nvSpPr>
          <p:cNvPr id="14" name="shape-1047">
            <a:extLst xmlns:a="http://schemas.openxmlformats.org/drawingml/2006/main">
              <a:ext uri="{FF2B5EF4-FFF2-40B4-BE49-F238E27FC236}">
                <a16:creationId xmlns:a16="http://schemas.microsoft.com/office/drawing/2014/main" id="{669588B1-6D7A-4E4B-B101-9E3BBAB11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048">
            <a:extLst xmlns:a="http://schemas.openxmlformats.org/drawingml/2006/main">
              <a:ext uri="{FF2B5EF4-FFF2-40B4-BE49-F238E27FC236}">
                <a16:creationId xmlns:a16="http://schemas.microsoft.com/office/drawing/2014/main" id="{C457C04F-25A1-445F-BBAF-60C8D482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49">
            <a:extLst xmlns:a="http://schemas.openxmlformats.org/drawingml/2006/main">
              <a:ext uri="{FF2B5EF4-FFF2-40B4-BE49-F238E27FC236}">
                <a16:creationId xmlns:a16="http://schemas.microsoft.com/office/drawing/2014/main" id="{AB27A0F7-32E8-4FC4-9641-05368352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畫面證據</a:t>
            </a:r>
          </a:p>
        </p:txBody>
      </p:sp>
      <p:sp>
        <p:nvSpPr>
          <p:cNvPr id="17" name="text-1050">
            <a:extLst xmlns:a="http://schemas.openxmlformats.org/drawingml/2006/main">
              <a:ext uri="{FF2B5EF4-FFF2-40B4-BE49-F238E27FC236}">
                <a16:creationId xmlns:a16="http://schemas.microsoft.com/office/drawing/2014/main" id="{AD5D4250-0F65-432A-93AE-B2B270E5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用實際截圖或預覽驗證，不只描述應該長什麼樣。</a:t>
            </a:r>
          </a:p>
        </p:txBody>
      </p:sp>
      <p:sp>
        <p:nvSpPr>
          <p:cNvPr id="18" name="shape-1051">
            <a:extLst xmlns:a="http://schemas.openxmlformats.org/drawingml/2006/main">
              <a:ext uri="{FF2B5EF4-FFF2-40B4-BE49-F238E27FC236}">
                <a16:creationId xmlns:a16="http://schemas.microsoft.com/office/drawing/2014/main" id="{5E115CE0-788D-41D1-B332-DEBC6596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052">
            <a:extLst xmlns:a="http://schemas.openxmlformats.org/drawingml/2006/main">
              <a:ext uri="{FF2B5EF4-FFF2-40B4-BE49-F238E27FC236}">
                <a16:creationId xmlns:a16="http://schemas.microsoft.com/office/drawing/2014/main" id="{F58DB13B-954B-4198-9BC3-FD81FCB5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053">
            <a:extLst xmlns:a="http://schemas.openxmlformats.org/drawingml/2006/main">
              <a:ext uri="{FF2B5EF4-FFF2-40B4-BE49-F238E27FC236}">
                <a16:creationId xmlns:a16="http://schemas.microsoft.com/office/drawing/2014/main" id="{793C1FAF-9739-4962-8E62-ECAE83BD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已知限制</a:t>
            </a:r>
          </a:p>
        </p:txBody>
      </p:sp>
      <p:sp>
        <p:nvSpPr>
          <p:cNvPr id="21" name="text-1054">
            <a:extLst xmlns:a="http://schemas.openxmlformats.org/drawingml/2006/main">
              <a:ext uri="{FF2B5EF4-FFF2-40B4-BE49-F238E27FC236}">
                <a16:creationId xmlns:a16="http://schemas.microsoft.com/office/drawing/2014/main" id="{CF163C90-1626-4C1A-93DA-B32F51E4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哪些仍未確認、需要帳號、需要人工判斷或下一輪處理。</a:t>
            </a:r>
          </a:p>
        </p:txBody>
      </p:sp>
      <p:sp>
        <p:nvSpPr>
          <p:cNvPr id="22" name="text-1610">
            <a:extLst xmlns:a="http://schemas.openxmlformats.org/drawingml/2006/main">
              <a:ext uri="{FF2B5EF4-FFF2-40B4-BE49-F238E27FC236}">
                <a16:creationId xmlns:a16="http://schemas.microsoft.com/office/drawing/2014/main" id="{3C392CB8-F621-41E6-9E9F-5D24884A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e8630f08e7f4dad"/>
              </a:rPr>
              <a:t>開啟 Antigravity ↗</a:t>
            </a:r>
          </a:p>
        </p:txBody>
      </p:sp>
      <p:sp>
        <p:nvSpPr>
          <p:cNvPr id="23" name="shape-1649">
            <a:extLst xmlns:a="http://schemas.openxmlformats.org/drawingml/2006/main">
              <a:ext uri="{FF2B5EF4-FFF2-40B4-BE49-F238E27FC236}">
                <a16:creationId xmlns:a16="http://schemas.microsoft.com/office/drawing/2014/main" id="{F13A8E85-3B23-463D-A154-040D1BE3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54bb669bbe474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50">
            <a:extLst xmlns:a="http://schemas.openxmlformats.org/drawingml/2006/main">
              <a:ext uri="{FF2B5EF4-FFF2-40B4-BE49-F238E27FC236}">
                <a16:creationId xmlns:a16="http://schemas.microsoft.com/office/drawing/2014/main" id="{74F78388-1B82-4F9C-A921-0B4259DA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61960483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055">
            <a:extLst xmlns:a="http://schemas.openxmlformats.org/drawingml/2006/main">
              <a:ext uri="{FF2B5EF4-FFF2-40B4-BE49-F238E27FC236}">
                <a16:creationId xmlns:a16="http://schemas.microsoft.com/office/drawing/2014/main" id="{CC0859D1-1292-402E-9A18-5C5CD0B1B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EA8ADB-B5E4-4E82-8C90-4D173A94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A｜Antigravity 完成一個小而完整的任務</a:t>
            </a:r>
          </a:p>
        </p:txBody>
      </p:sp>
      <p:cxnSp>
        <p:nvCxnSpPr>
          <p:cNvPr id="25" name="shape-105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57">
            <a:extLst xmlns:a="http://schemas.openxmlformats.org/drawingml/2006/main">
              <a:ext uri="{FF2B5EF4-FFF2-40B4-BE49-F238E27FC236}">
                <a16:creationId xmlns:a16="http://schemas.microsoft.com/office/drawing/2014/main" id="{51945EA8-D2B3-4C51-88A5-21F2360C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FC12291-1DC6-4AEC-B182-5B9D595F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text-1058">
            <a:extLst xmlns:a="http://schemas.openxmlformats.org/drawingml/2006/main">
              <a:ext uri="{FF2B5EF4-FFF2-40B4-BE49-F238E27FC236}">
                <a16:creationId xmlns:a16="http://schemas.microsoft.com/office/drawing/2014/main" id="{E4AF4451-F782-4AF2-BA8E-0EC7676B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059">
            <a:extLst xmlns:a="http://schemas.openxmlformats.org/drawingml/2006/main">
              <a:ext uri="{FF2B5EF4-FFF2-40B4-BE49-F238E27FC236}">
                <a16:creationId xmlns:a16="http://schemas.microsoft.com/office/drawing/2014/main" id="{C6B2AA7E-DD72-4202-B7BA-C812CCDD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060">
            <a:extLst xmlns:a="http://schemas.openxmlformats.org/drawingml/2006/main">
              <a:ext uri="{FF2B5EF4-FFF2-40B4-BE49-F238E27FC236}">
                <a16:creationId xmlns:a16="http://schemas.microsoft.com/office/drawing/2014/main" id="{E46B8331-4949-47CA-9AB5-618305BF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61">
            <a:extLst xmlns:a="http://schemas.openxmlformats.org/drawingml/2006/main">
              <a:ext uri="{FF2B5EF4-FFF2-40B4-BE49-F238E27FC236}">
                <a16:creationId xmlns:a16="http://schemas.microsoft.com/office/drawing/2014/main" id="{11A8995D-8CDF-4BEC-963C-F1DF11DE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交付四句任務簡報</a:t>
            </a:r>
          </a:p>
        </p:txBody>
      </p:sp>
      <p:sp>
        <p:nvSpPr>
          <p:cNvPr id="10" name="text-1062">
            <a:extLst xmlns:a="http://schemas.openxmlformats.org/drawingml/2006/main">
              <a:ext uri="{FF2B5EF4-FFF2-40B4-BE49-F238E27FC236}">
                <a16:creationId xmlns:a16="http://schemas.microsoft.com/office/drawing/2014/main" id="{D5873B87-CEFE-4A61-B43B-ECFDBBBD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063">
            <a:extLst xmlns:a="http://schemas.openxmlformats.org/drawingml/2006/main">
              <a:ext uri="{FF2B5EF4-FFF2-40B4-BE49-F238E27FC236}">
                <a16:creationId xmlns:a16="http://schemas.microsoft.com/office/drawing/2014/main" id="{2B023C6B-5898-47BE-BF5A-D45DE110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先請 Agent 檢查並提出計畫</a:t>
            </a:r>
          </a:p>
        </p:txBody>
      </p:sp>
      <p:sp>
        <p:nvSpPr>
          <p:cNvPr id="12" name="text-1064">
            <a:extLst xmlns:a="http://schemas.openxmlformats.org/drawingml/2006/main">
              <a:ext uri="{FF2B5EF4-FFF2-40B4-BE49-F238E27FC236}">
                <a16:creationId xmlns:a16="http://schemas.microsoft.com/office/drawing/2014/main" id="{052ECD17-61CF-4859-8C9C-D020ABC8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065">
            <a:extLst xmlns:a="http://schemas.openxmlformats.org/drawingml/2006/main">
              <a:ext uri="{FF2B5EF4-FFF2-40B4-BE49-F238E27FC236}">
                <a16:creationId xmlns:a16="http://schemas.microsoft.com/office/drawing/2014/main" id="{8F127E76-F667-4001-B76E-023A40DC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確認範圍後執行</a:t>
            </a:r>
          </a:p>
        </p:txBody>
      </p:sp>
      <p:sp>
        <p:nvSpPr>
          <p:cNvPr id="14" name="text-1066">
            <a:extLst xmlns:a="http://schemas.openxmlformats.org/drawingml/2006/main">
              <a:ext uri="{FF2B5EF4-FFF2-40B4-BE49-F238E27FC236}">
                <a16:creationId xmlns:a16="http://schemas.microsoft.com/office/drawing/2014/main" id="{00752C61-9122-4569-A50D-51FAAEA4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067">
            <a:extLst xmlns:a="http://schemas.openxmlformats.org/drawingml/2006/main">
              <a:ext uri="{FF2B5EF4-FFF2-40B4-BE49-F238E27FC236}">
                <a16:creationId xmlns:a16="http://schemas.microsoft.com/office/drawing/2014/main" id="{09D5A3A3-BF15-49B7-B06B-415EEADE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取得變更、測試與限制</a:t>
            </a:r>
          </a:p>
        </p:txBody>
      </p:sp>
      <p:sp>
        <p:nvSpPr>
          <p:cNvPr id="16" name="shape-1068">
            <a:extLst xmlns:a="http://schemas.openxmlformats.org/drawingml/2006/main">
              <a:ext uri="{FF2B5EF4-FFF2-40B4-BE49-F238E27FC236}">
                <a16:creationId xmlns:a16="http://schemas.microsoft.com/office/drawing/2014/main" id="{2575C194-29B6-4621-9FA6-399AA328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069">
            <a:extLst xmlns:a="http://schemas.openxmlformats.org/drawingml/2006/main">
              <a:ext uri="{FF2B5EF4-FFF2-40B4-BE49-F238E27FC236}">
                <a16:creationId xmlns:a16="http://schemas.microsoft.com/office/drawing/2014/main" id="{EF0FE963-2C60-4BB0-B28E-339CC878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070">
            <a:extLst xmlns:a="http://schemas.openxmlformats.org/drawingml/2006/main">
              <a:ext uri="{FF2B5EF4-FFF2-40B4-BE49-F238E27FC236}">
                <a16:creationId xmlns:a16="http://schemas.microsoft.com/office/drawing/2014/main" id="{A2D81C63-51FC-4DC3-A179-851B92C4E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任務單一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沒有未授權發布</a:t>
            </a:r>
          </a:p>
        </p:txBody>
      </p:sp>
      <p:sp>
        <p:nvSpPr>
          <p:cNvPr id="19" name="text-1611">
            <a:extLst xmlns:a="http://schemas.openxmlformats.org/drawingml/2006/main">
              <a:ext uri="{FF2B5EF4-FFF2-40B4-BE49-F238E27FC236}">
                <a16:creationId xmlns:a16="http://schemas.microsoft.com/office/drawing/2014/main" id="{9822B7A6-4287-4720-BBBE-91ED2112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024d28c7a18435a"/>
              </a:rPr>
              <a:t>開啟 Antigravity ↗</a:t>
            </a:r>
          </a:p>
        </p:txBody>
      </p:sp>
      <p:sp>
        <p:nvSpPr>
          <p:cNvPr id="20" name="shape-1651">
            <a:extLst xmlns:a="http://schemas.openxmlformats.org/drawingml/2006/main">
              <a:ext uri="{FF2B5EF4-FFF2-40B4-BE49-F238E27FC236}">
                <a16:creationId xmlns:a16="http://schemas.microsoft.com/office/drawing/2014/main" id="{F1A7E8B7-1602-4667-AEBD-66D8EB12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87c2210d84469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652">
            <a:extLst xmlns:a="http://schemas.openxmlformats.org/drawingml/2006/main">
              <a:ext uri="{FF2B5EF4-FFF2-40B4-BE49-F238E27FC236}">
                <a16:creationId xmlns:a16="http://schemas.microsoft.com/office/drawing/2014/main" id="{BD758559-5D03-4393-BA68-5AF87C6B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9331129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71">
            <a:extLst xmlns:a="http://schemas.openxmlformats.org/drawingml/2006/main">
              <a:ext uri="{FF2B5EF4-FFF2-40B4-BE49-F238E27FC236}">
                <a16:creationId xmlns:a16="http://schemas.microsoft.com/office/drawing/2014/main" id="{3AC603CC-53D3-4C19-8EBB-79ED6A77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1072">
            <a:extLst xmlns:a="http://schemas.openxmlformats.org/drawingml/2006/main">
              <a:ext uri="{FF2B5EF4-FFF2-40B4-BE49-F238E27FC236}">
                <a16:creationId xmlns:a16="http://schemas.microsoft.com/office/drawing/2014/main" id="{C5FECF17-9D97-4729-A4CA-141AFE78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3" name="text-1073">
            <a:extLst xmlns:a="http://schemas.openxmlformats.org/drawingml/2006/main">
              <a:ext uri="{FF2B5EF4-FFF2-40B4-BE49-F238E27FC236}">
                <a16:creationId xmlns:a16="http://schemas.microsoft.com/office/drawing/2014/main" id="{F12A455D-51A5-44E4-846F-7DCF7E76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在你的工作區讀取脈絡、建立或修改檔案、執行檢查，並交付可追查的成果。</a:t>
            </a:r>
          </a:p>
        </p:txBody>
      </p:sp>
      <p:sp>
        <p:nvSpPr>
          <p:cNvPr id="4" name="shape-1074">
            <a:extLst xmlns:a="http://schemas.openxmlformats.org/drawingml/2006/main">
              <a:ext uri="{FF2B5EF4-FFF2-40B4-BE49-F238E27FC236}">
                <a16:creationId xmlns:a16="http://schemas.microsoft.com/office/drawing/2014/main" id="{A61C847D-57CD-42F0-8BB4-5CFB8616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075">
            <a:extLst xmlns:a="http://schemas.openxmlformats.org/drawingml/2006/main">
              <a:ext uri="{FF2B5EF4-FFF2-40B4-BE49-F238E27FC236}">
                <a16:creationId xmlns:a16="http://schemas.microsoft.com/office/drawing/2014/main" id="{BEA2B735-8BDE-4DD6-8B1C-A004F491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076">
            <a:extLst xmlns:a="http://schemas.openxmlformats.org/drawingml/2006/main">
              <a:ext uri="{FF2B5EF4-FFF2-40B4-BE49-F238E27FC236}">
                <a16:creationId xmlns:a16="http://schemas.microsoft.com/office/drawing/2014/main" id="{D5D9C838-E847-46DD-BDB8-7BA6D36B3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7" name="text-1077">
            <a:extLst xmlns:a="http://schemas.openxmlformats.org/drawingml/2006/main">
              <a:ext uri="{FF2B5EF4-FFF2-40B4-BE49-F238E27FC236}">
                <a16:creationId xmlns:a16="http://schemas.microsoft.com/office/drawing/2014/main" id="{91699FC8-6FCC-4946-8313-A4F9CB8A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&lt;&gt;</a:t>
            </a:r>
          </a:p>
        </p:txBody>
      </p:sp>
      <p:sp>
        <p:nvSpPr>
          <p:cNvPr id="8" name="text-1078">
            <a:extLst xmlns:a="http://schemas.openxmlformats.org/drawingml/2006/main">
              <a:ext uri="{FF2B5EF4-FFF2-40B4-BE49-F238E27FC236}">
                <a16:creationId xmlns:a16="http://schemas.microsoft.com/office/drawing/2014/main" id="{B491E3AA-AA49-42FF-A170-E2AC975F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9" name="text-1079">
            <a:extLst xmlns:a="http://schemas.openxmlformats.org/drawingml/2006/main">
              <a:ext uri="{FF2B5EF4-FFF2-40B4-BE49-F238E27FC236}">
                <a16:creationId xmlns:a16="http://schemas.microsoft.com/office/drawing/2014/main" id="{E6351F0B-A098-4F0A-9A32-E9B643B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ChatGPT Agent 工作區</a:t>
            </a:r>
          </a:p>
        </p:txBody>
      </p:sp>
      <p:cxnSp>
        <p:nvCxnSpPr>
          <p:cNvPr id="26" name="shape-108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11" name="text-1081">
            <a:extLst xmlns:a="http://schemas.openxmlformats.org/drawingml/2006/main">
              <a:ext uri="{FF2B5EF4-FFF2-40B4-BE49-F238E27FC236}">
                <a16:creationId xmlns:a16="http://schemas.microsoft.com/office/drawing/2014/main" id="{7764059C-471E-4DF0-8B9B-6AED6179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0D7E509-DF94-482C-A7B2-D3356819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13" name="text-1612">
            <a:extLst xmlns:a="http://schemas.openxmlformats.org/drawingml/2006/main">
              <a:ext uri="{FF2B5EF4-FFF2-40B4-BE49-F238E27FC236}">
                <a16:creationId xmlns:a16="http://schemas.microsoft.com/office/drawing/2014/main" id="{123CD0B2-AF39-419F-91F4-927C023BD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0e9af6a42f4483c"/>
              </a:rPr>
              <a:t>開啟 Codex ↗</a:t>
            </a:r>
          </a:p>
        </p:txBody>
      </p:sp>
      <p:sp>
        <p:nvSpPr>
          <p:cNvPr id="14" name="shape-1653">
            <a:extLst xmlns:a="http://schemas.openxmlformats.org/drawingml/2006/main">
              <a:ext uri="{FF2B5EF4-FFF2-40B4-BE49-F238E27FC236}">
                <a16:creationId xmlns:a16="http://schemas.microsoft.com/office/drawing/2014/main" id="{AE1C85CF-37A4-4142-A08A-C69BB08B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bcc21ca4ae440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654">
            <a:extLst xmlns:a="http://schemas.openxmlformats.org/drawingml/2006/main">
              <a:ext uri="{FF2B5EF4-FFF2-40B4-BE49-F238E27FC236}">
                <a16:creationId xmlns:a16="http://schemas.microsoft.com/office/drawing/2014/main" id="{3A3B7D87-BFF4-4931-A606-0BDB956A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4187167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text-1082">
            <a:extLst xmlns:a="http://schemas.openxmlformats.org/drawingml/2006/main">
              <a:ext uri="{FF2B5EF4-FFF2-40B4-BE49-F238E27FC236}">
                <a16:creationId xmlns:a16="http://schemas.microsoft.com/office/drawing/2014/main" id="{EF00C8FE-32EB-46FF-8A87-216D4045A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3AE774-9F60-4DC1-95AF-865A78CF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 實作工作流：先定位，再修改</a:t>
            </a:r>
          </a:p>
        </p:txBody>
      </p:sp>
      <p:cxnSp>
        <p:nvCxnSpPr>
          <p:cNvPr id="42" name="shape-10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84">
            <a:extLst xmlns:a="http://schemas.openxmlformats.org/drawingml/2006/main">
              <a:ext uri="{FF2B5EF4-FFF2-40B4-BE49-F238E27FC236}">
                <a16:creationId xmlns:a16="http://schemas.microsoft.com/office/drawing/2014/main" id="{52C2AA0C-CA78-48C7-90DC-C26E28EE5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D43846E-0AF3-4D15-8FFE-F728878C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1085">
            <a:extLst xmlns:a="http://schemas.openxmlformats.org/drawingml/2006/main">
              <a:ext uri="{FF2B5EF4-FFF2-40B4-BE49-F238E27FC236}">
                <a16:creationId xmlns:a16="http://schemas.microsoft.com/office/drawing/2014/main" id="{CFE6C439-BA90-4D7C-84AE-0D6916A5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086">
            <a:extLst xmlns:a="http://schemas.openxmlformats.org/drawingml/2006/main">
              <a:ext uri="{FF2B5EF4-FFF2-40B4-BE49-F238E27FC236}">
                <a16:creationId xmlns:a16="http://schemas.microsoft.com/office/drawing/2014/main" id="{BBE0E705-596F-4B4E-BA7A-844220CF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087">
            <a:extLst xmlns:a="http://schemas.openxmlformats.org/drawingml/2006/main">
              <a:ext uri="{FF2B5EF4-FFF2-40B4-BE49-F238E27FC236}">
                <a16:creationId xmlns:a16="http://schemas.microsoft.com/office/drawing/2014/main" id="{BEDBAE09-843F-4649-9C4A-B6725395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88">
            <a:extLst xmlns:a="http://schemas.openxmlformats.org/drawingml/2006/main">
              <a:ext uri="{FF2B5EF4-FFF2-40B4-BE49-F238E27FC236}">
                <a16:creationId xmlns:a16="http://schemas.microsoft.com/office/drawing/2014/main" id="{B5ACD2DE-C3F2-4987-B303-78638D31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開啟工作區</a:t>
            </a:r>
          </a:p>
        </p:txBody>
      </p:sp>
      <p:sp>
        <p:nvSpPr>
          <p:cNvPr id="10" name="text-1089">
            <a:extLst xmlns:a="http://schemas.openxmlformats.org/drawingml/2006/main">
              <a:ext uri="{FF2B5EF4-FFF2-40B4-BE49-F238E27FC236}">
                <a16:creationId xmlns:a16="http://schemas.microsoft.com/office/drawing/2014/main" id="{3110537E-9F9F-4D17-9CAC-BF5F5133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把素材放在清楚資料夾</a:t>
            </a:r>
          </a:p>
        </p:txBody>
      </p:sp>
      <p:sp>
        <p:nvSpPr>
          <p:cNvPr id="11" name="text-1090">
            <a:extLst xmlns:a="http://schemas.openxmlformats.org/drawingml/2006/main">
              <a:ext uri="{FF2B5EF4-FFF2-40B4-BE49-F238E27FC236}">
                <a16:creationId xmlns:a16="http://schemas.microsoft.com/office/drawing/2014/main" id="{AAA2A11F-1BF9-4B29-B120-836FC3CE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091">
            <a:extLst xmlns:a="http://schemas.openxmlformats.org/drawingml/2006/main">
              <a:ext uri="{FF2B5EF4-FFF2-40B4-BE49-F238E27FC236}">
                <a16:creationId xmlns:a16="http://schemas.microsoft.com/office/drawing/2014/main" id="{C7734C02-ABF4-4937-85C7-21A16CB9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092">
            <a:extLst xmlns:a="http://schemas.openxmlformats.org/drawingml/2006/main">
              <a:ext uri="{FF2B5EF4-FFF2-40B4-BE49-F238E27FC236}">
                <a16:creationId xmlns:a16="http://schemas.microsoft.com/office/drawing/2014/main" id="{57B1BD60-8F67-40FA-8A1D-5631F492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093">
            <a:extLst xmlns:a="http://schemas.openxmlformats.org/drawingml/2006/main">
              <a:ext uri="{FF2B5EF4-FFF2-40B4-BE49-F238E27FC236}">
                <a16:creationId xmlns:a16="http://schemas.microsoft.com/office/drawing/2014/main" id="{CD0DCD86-9578-4B9D-8507-0F3838D5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094">
            <a:extLst xmlns:a="http://schemas.openxmlformats.org/drawingml/2006/main">
              <a:ext uri="{FF2B5EF4-FFF2-40B4-BE49-F238E27FC236}">
                <a16:creationId xmlns:a16="http://schemas.microsoft.com/office/drawing/2014/main" id="{D0341FAB-1A32-42AB-A436-A6C13D56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描述任務</a:t>
            </a:r>
          </a:p>
        </p:txBody>
      </p:sp>
      <p:sp>
        <p:nvSpPr>
          <p:cNvPr id="16" name="text-1095">
            <a:extLst xmlns:a="http://schemas.openxmlformats.org/drawingml/2006/main">
              <a:ext uri="{FF2B5EF4-FFF2-40B4-BE49-F238E27FC236}">
                <a16:creationId xmlns:a16="http://schemas.microsoft.com/office/drawing/2014/main" id="{93F27D48-2A48-4266-AA4A-20770FBF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目標、限制、驗收</a:t>
            </a:r>
          </a:p>
        </p:txBody>
      </p:sp>
      <p:sp>
        <p:nvSpPr>
          <p:cNvPr id="17" name="text-1096">
            <a:extLst xmlns:a="http://schemas.openxmlformats.org/drawingml/2006/main">
              <a:ext uri="{FF2B5EF4-FFF2-40B4-BE49-F238E27FC236}">
                <a16:creationId xmlns:a16="http://schemas.microsoft.com/office/drawing/2014/main" id="{2CC7AA4D-BC95-473F-958E-6D49EEAB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097">
            <a:extLst xmlns:a="http://schemas.openxmlformats.org/drawingml/2006/main">
              <a:ext uri="{FF2B5EF4-FFF2-40B4-BE49-F238E27FC236}">
                <a16:creationId xmlns:a16="http://schemas.microsoft.com/office/drawing/2014/main" id="{99A10405-B59E-4AEF-A0FC-B3B58503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098">
            <a:extLst xmlns:a="http://schemas.openxmlformats.org/drawingml/2006/main">
              <a:ext uri="{FF2B5EF4-FFF2-40B4-BE49-F238E27FC236}">
                <a16:creationId xmlns:a16="http://schemas.microsoft.com/office/drawing/2014/main" id="{25FE6C19-995D-40AE-B04C-ED279BE5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099">
            <a:extLst xmlns:a="http://schemas.openxmlformats.org/drawingml/2006/main">
              <a:ext uri="{FF2B5EF4-FFF2-40B4-BE49-F238E27FC236}">
                <a16:creationId xmlns:a16="http://schemas.microsoft.com/office/drawing/2014/main" id="{C3A92B73-1EDF-48BE-99DC-940D40FB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100">
            <a:extLst xmlns:a="http://schemas.openxmlformats.org/drawingml/2006/main">
              <a:ext uri="{FF2B5EF4-FFF2-40B4-BE49-F238E27FC236}">
                <a16:creationId xmlns:a16="http://schemas.microsoft.com/office/drawing/2014/main" id="{97F7E0D1-54B3-494A-AAA2-132C2FA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觀察進度</a:t>
            </a:r>
          </a:p>
        </p:txBody>
      </p:sp>
      <p:sp>
        <p:nvSpPr>
          <p:cNvPr id="22" name="text-1101">
            <a:extLst xmlns:a="http://schemas.openxmlformats.org/drawingml/2006/main">
              <a:ext uri="{FF2B5EF4-FFF2-40B4-BE49-F238E27FC236}">
                <a16:creationId xmlns:a16="http://schemas.microsoft.com/office/drawing/2014/main" id="{0FF0F62D-4B94-4E1D-945A-9D6E4653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計畫、讀檔、工具使用</a:t>
            </a:r>
          </a:p>
        </p:txBody>
      </p:sp>
      <p:sp>
        <p:nvSpPr>
          <p:cNvPr id="23" name="text-1102">
            <a:extLst xmlns:a="http://schemas.openxmlformats.org/drawingml/2006/main">
              <a:ext uri="{FF2B5EF4-FFF2-40B4-BE49-F238E27FC236}">
                <a16:creationId xmlns:a16="http://schemas.microsoft.com/office/drawing/2014/main" id="{39C61941-2A4B-4FD4-B6B8-10AF8A17F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103">
            <a:extLst xmlns:a="http://schemas.openxmlformats.org/drawingml/2006/main">
              <a:ext uri="{FF2B5EF4-FFF2-40B4-BE49-F238E27FC236}">
                <a16:creationId xmlns:a16="http://schemas.microsoft.com/office/drawing/2014/main" id="{88C105F2-69FA-4A19-96F4-2E26A9D2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104">
            <a:extLst xmlns:a="http://schemas.openxmlformats.org/drawingml/2006/main">
              <a:ext uri="{FF2B5EF4-FFF2-40B4-BE49-F238E27FC236}">
                <a16:creationId xmlns:a16="http://schemas.microsoft.com/office/drawing/2014/main" id="{BA4C8D5F-F4D9-4217-8BA6-B3EB501B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105">
            <a:extLst xmlns:a="http://schemas.openxmlformats.org/drawingml/2006/main">
              <a:ext uri="{FF2B5EF4-FFF2-40B4-BE49-F238E27FC236}">
                <a16:creationId xmlns:a16="http://schemas.microsoft.com/office/drawing/2014/main" id="{E783BE65-B8AA-4092-96E3-0301CAD3E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106">
            <a:extLst xmlns:a="http://schemas.openxmlformats.org/drawingml/2006/main">
              <a:ext uri="{FF2B5EF4-FFF2-40B4-BE49-F238E27FC236}">
                <a16:creationId xmlns:a16="http://schemas.microsoft.com/office/drawing/2014/main" id="{DF6C666B-6866-426B-91DC-14711728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檢查成果</a:t>
            </a:r>
          </a:p>
        </p:txBody>
      </p:sp>
      <p:sp>
        <p:nvSpPr>
          <p:cNvPr id="28" name="text-1107">
            <a:extLst xmlns:a="http://schemas.openxmlformats.org/drawingml/2006/main">
              <a:ext uri="{FF2B5EF4-FFF2-40B4-BE49-F238E27FC236}">
                <a16:creationId xmlns:a16="http://schemas.microsoft.com/office/drawing/2014/main" id="{E79BCB97-9596-4041-B1F3-A8ECA499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檔案、測試、畫面、差異</a:t>
            </a:r>
          </a:p>
        </p:txBody>
      </p:sp>
      <p:sp>
        <p:nvSpPr>
          <p:cNvPr id="29" name="text-1108">
            <a:extLst xmlns:a="http://schemas.openxmlformats.org/drawingml/2006/main">
              <a:ext uri="{FF2B5EF4-FFF2-40B4-BE49-F238E27FC236}">
                <a16:creationId xmlns:a16="http://schemas.microsoft.com/office/drawing/2014/main" id="{63C8BC00-A3D9-4065-8F08-27CA94D7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109">
            <a:extLst xmlns:a="http://schemas.openxmlformats.org/drawingml/2006/main">
              <a:ext uri="{FF2B5EF4-FFF2-40B4-BE49-F238E27FC236}">
                <a16:creationId xmlns:a16="http://schemas.microsoft.com/office/drawing/2014/main" id="{CDA0C915-DFCE-4EF2-A395-3C6115D5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110">
            <a:extLst xmlns:a="http://schemas.openxmlformats.org/drawingml/2006/main">
              <a:ext uri="{FF2B5EF4-FFF2-40B4-BE49-F238E27FC236}">
                <a16:creationId xmlns:a16="http://schemas.microsoft.com/office/drawing/2014/main" id="{652D726A-89F2-41AC-A720-A316E1E3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111">
            <a:extLst xmlns:a="http://schemas.openxmlformats.org/drawingml/2006/main">
              <a:ext uri="{FF2B5EF4-FFF2-40B4-BE49-F238E27FC236}">
                <a16:creationId xmlns:a16="http://schemas.microsoft.com/office/drawing/2014/main" id="{6B12205E-E932-4354-850F-66298A1D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112">
            <a:extLst xmlns:a="http://schemas.openxmlformats.org/drawingml/2006/main">
              <a:ext uri="{FF2B5EF4-FFF2-40B4-BE49-F238E27FC236}">
                <a16:creationId xmlns:a16="http://schemas.microsoft.com/office/drawing/2014/main" id="{83451B60-2AE3-43D8-B6E0-C5FC546F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決定下一步</a:t>
            </a:r>
          </a:p>
        </p:txBody>
      </p:sp>
      <p:sp>
        <p:nvSpPr>
          <p:cNvPr id="34" name="text-1113">
            <a:extLst xmlns:a="http://schemas.openxmlformats.org/drawingml/2006/main">
              <a:ext uri="{FF2B5EF4-FFF2-40B4-BE49-F238E27FC236}">
                <a16:creationId xmlns:a16="http://schemas.microsoft.com/office/drawing/2014/main" id="{B2ABC524-7224-448F-99CF-A9912F32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接受、修正或停止</a:t>
            </a:r>
          </a:p>
        </p:txBody>
      </p:sp>
      <p:sp>
        <p:nvSpPr>
          <p:cNvPr id="35" name="text-1114">
            <a:extLst xmlns:a="http://schemas.openxmlformats.org/drawingml/2006/main">
              <a:ext uri="{FF2B5EF4-FFF2-40B4-BE49-F238E27FC236}">
                <a16:creationId xmlns:a16="http://schemas.microsoft.com/office/drawing/2014/main" id="{F3B7509F-FFA1-4B81-BF8B-9E9BAC8C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1613">
            <a:extLst xmlns:a="http://schemas.openxmlformats.org/drawingml/2006/main">
              <a:ext uri="{FF2B5EF4-FFF2-40B4-BE49-F238E27FC236}">
                <a16:creationId xmlns:a16="http://schemas.microsoft.com/office/drawing/2014/main" id="{1CAC4B66-9DE8-46BD-AAE3-045CC758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c9d9fb397fe4f25"/>
              </a:rPr>
              <a:t>開啟 Codex ↗</a:t>
            </a:r>
          </a:p>
        </p:txBody>
      </p:sp>
      <p:sp>
        <p:nvSpPr>
          <p:cNvPr id="37" name="shape-1655">
            <a:extLst xmlns:a="http://schemas.openxmlformats.org/drawingml/2006/main">
              <a:ext uri="{FF2B5EF4-FFF2-40B4-BE49-F238E27FC236}">
                <a16:creationId xmlns:a16="http://schemas.microsoft.com/office/drawing/2014/main" id="{42E11C67-E5AF-470A-BED8-3E8A378D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3e7bc3cc2d4e6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9" name="text-1656">
            <a:extLst xmlns:a="http://schemas.openxmlformats.org/drawingml/2006/main">
              <a:ext uri="{FF2B5EF4-FFF2-40B4-BE49-F238E27FC236}">
                <a16:creationId xmlns:a16="http://schemas.microsoft.com/office/drawing/2014/main" id="{ED25B4FD-2660-4F83-B8ED-FF68876C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17288779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115">
            <a:extLst xmlns:a="http://schemas.openxmlformats.org/drawingml/2006/main">
              <a:ext uri="{FF2B5EF4-FFF2-40B4-BE49-F238E27FC236}">
                <a16:creationId xmlns:a16="http://schemas.microsoft.com/office/drawing/2014/main" id="{6E289FC9-BE2C-48CD-B5F7-F7C233F1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96005E8-0982-4F10-A1EA-9A189930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同一任務在 Codex 中這樣下達</a:t>
            </a:r>
          </a:p>
        </p:txBody>
      </p:sp>
      <p:cxnSp>
        <p:nvCxnSpPr>
          <p:cNvPr id="19" name="shape-111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17">
            <a:extLst xmlns:a="http://schemas.openxmlformats.org/drawingml/2006/main">
              <a:ext uri="{FF2B5EF4-FFF2-40B4-BE49-F238E27FC236}">
                <a16:creationId xmlns:a16="http://schemas.microsoft.com/office/drawing/2014/main" id="{BA498F3A-014C-4D2F-9A3C-D03135D6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3430D0C-B587-45CD-AC70-B5784B99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1118">
            <a:extLst xmlns:a="http://schemas.openxmlformats.org/drawingml/2006/main">
              <a:ext uri="{FF2B5EF4-FFF2-40B4-BE49-F238E27FC236}">
                <a16:creationId xmlns:a16="http://schemas.microsoft.com/office/drawing/2014/main" id="{5AD6BB96-82C6-4A8E-8071-635F6D41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目標：改善這個課程互動網站的手機操作體驗。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範圍：只處理目前工作區中的 HTML、CSS、JS。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限制：不更動教學內容、不新增外部服務、不發布。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檢查結構與手機畫面。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說明最重要的 3 個問題與修正計畫。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實作後跑可行的檢查。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回報修改檔案、驗證證據與未確認項目。</a:t>
            </a:r>
          </a:p>
        </p:txBody>
      </p:sp>
      <p:sp>
        <p:nvSpPr>
          <p:cNvPr id="7" name="text-1119">
            <a:extLst xmlns:a="http://schemas.openxmlformats.org/drawingml/2006/main">
              <a:ext uri="{FF2B5EF4-FFF2-40B4-BE49-F238E27FC236}">
                <a16:creationId xmlns:a16="http://schemas.microsoft.com/office/drawing/2014/main" id="{2C2E959B-B48A-443D-9132-8EC301D9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明確邊界</a:t>
            </a:r>
          </a:p>
        </p:txBody>
      </p:sp>
      <p:sp>
        <p:nvSpPr>
          <p:cNvPr id="8" name="text-1120">
            <a:extLst xmlns:a="http://schemas.openxmlformats.org/drawingml/2006/main">
              <a:ext uri="{FF2B5EF4-FFF2-40B4-BE49-F238E27FC236}">
                <a16:creationId xmlns:a16="http://schemas.microsoft.com/office/drawing/2014/main" id="{43785CFA-5288-4F28-98D9-ED8048D3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檔案與動作的範圍要具體。</a:t>
            </a:r>
          </a:p>
        </p:txBody>
      </p:sp>
      <p:sp>
        <p:nvSpPr>
          <p:cNvPr id="9" name="text-1121">
            <a:extLst xmlns:a="http://schemas.openxmlformats.org/drawingml/2006/main">
              <a:ext uri="{FF2B5EF4-FFF2-40B4-BE49-F238E27FC236}">
                <a16:creationId xmlns:a16="http://schemas.microsoft.com/office/drawing/2014/main" id="{53A6413B-E6A1-444D-8E1C-A4D717C7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122">
            <a:extLst xmlns:a="http://schemas.openxmlformats.org/drawingml/2006/main">
              <a:ext uri="{FF2B5EF4-FFF2-40B4-BE49-F238E27FC236}">
                <a16:creationId xmlns:a16="http://schemas.microsoft.com/office/drawing/2014/main" id="{4BFC53C5-95AA-40FE-99E8-4AD493C4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先讀環境，避免憑空重寫。</a:t>
            </a:r>
          </a:p>
        </p:txBody>
      </p:sp>
      <p:sp>
        <p:nvSpPr>
          <p:cNvPr id="11" name="text-1123">
            <a:extLst xmlns:a="http://schemas.openxmlformats.org/drawingml/2006/main">
              <a:ext uri="{FF2B5EF4-FFF2-40B4-BE49-F238E27FC236}">
                <a16:creationId xmlns:a16="http://schemas.microsoft.com/office/drawing/2014/main" id="{BAF3E820-6FE6-4D3E-83F6-B6930FB3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驗收可見</a:t>
            </a:r>
          </a:p>
        </p:txBody>
      </p:sp>
      <p:sp>
        <p:nvSpPr>
          <p:cNvPr id="12" name="text-1124">
            <a:extLst xmlns:a="http://schemas.openxmlformats.org/drawingml/2006/main">
              <a:ext uri="{FF2B5EF4-FFF2-40B4-BE49-F238E27FC236}">
                <a16:creationId xmlns:a16="http://schemas.microsoft.com/office/drawing/2014/main" id="{F97A209D-9A6A-45A2-B279-E50D95BC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要求證據與未確認項目。</a:t>
            </a:r>
          </a:p>
        </p:txBody>
      </p:sp>
      <p:sp>
        <p:nvSpPr>
          <p:cNvPr id="13" name="text-1614">
            <a:extLst xmlns:a="http://schemas.openxmlformats.org/drawingml/2006/main">
              <a:ext uri="{FF2B5EF4-FFF2-40B4-BE49-F238E27FC236}">
                <a16:creationId xmlns:a16="http://schemas.microsoft.com/office/drawing/2014/main" id="{A0A9ADAF-7DAC-4B7E-A89C-6F03D5F6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3f8d5d8107c4004"/>
              </a:rPr>
              <a:t>開啟 Codex ↗</a:t>
            </a:r>
          </a:p>
        </p:txBody>
      </p:sp>
      <p:sp>
        <p:nvSpPr>
          <p:cNvPr id="14" name="shape-1657">
            <a:extLst xmlns:a="http://schemas.openxmlformats.org/drawingml/2006/main">
              <a:ext uri="{FF2B5EF4-FFF2-40B4-BE49-F238E27FC236}">
                <a16:creationId xmlns:a16="http://schemas.microsoft.com/office/drawing/2014/main" id="{9B9A2F43-85B2-41CC-9264-3AC52A44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8385872ff3480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658">
            <a:extLst xmlns:a="http://schemas.openxmlformats.org/drawingml/2006/main">
              <a:ext uri="{FF2B5EF4-FFF2-40B4-BE49-F238E27FC236}">
                <a16:creationId xmlns:a16="http://schemas.microsoft.com/office/drawing/2014/main" id="{0BDA4080-4DAA-4A45-8500-B563BE53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93331595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125">
            <a:extLst xmlns:a="http://schemas.openxmlformats.org/drawingml/2006/main">
              <a:ext uri="{FF2B5EF4-FFF2-40B4-BE49-F238E27FC236}">
                <a16:creationId xmlns:a16="http://schemas.microsoft.com/office/drawing/2014/main" id="{1638C0F7-8E79-4FFE-BFF0-BE20F26C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B1C965A-6BFF-42F3-ABCA-BD0570A25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好任務簡報的六個欄位</a:t>
            </a:r>
          </a:p>
        </p:txBody>
      </p:sp>
      <p:cxnSp>
        <p:nvCxnSpPr>
          <p:cNvPr id="36" name="shape-112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27">
            <a:extLst xmlns:a="http://schemas.openxmlformats.org/drawingml/2006/main">
              <a:ext uri="{FF2B5EF4-FFF2-40B4-BE49-F238E27FC236}">
                <a16:creationId xmlns:a16="http://schemas.microsoft.com/office/drawing/2014/main" id="{D94B501F-EA4E-41FA-8968-6AB181D3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1162D66-06B3-440A-B518-8286ACD3C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1128">
            <a:extLst xmlns:a="http://schemas.openxmlformats.org/drawingml/2006/main">
              <a:ext uri="{FF2B5EF4-FFF2-40B4-BE49-F238E27FC236}">
                <a16:creationId xmlns:a16="http://schemas.microsoft.com/office/drawing/2014/main" id="{ADCFB88B-D703-43CA-B478-8AF85C61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129">
            <a:extLst xmlns:a="http://schemas.openxmlformats.org/drawingml/2006/main">
              <a:ext uri="{FF2B5EF4-FFF2-40B4-BE49-F238E27FC236}">
                <a16:creationId xmlns:a16="http://schemas.microsoft.com/office/drawing/2014/main" id="{E23011E1-E39A-4177-92AF-8EBED899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1130">
            <a:extLst xmlns:a="http://schemas.openxmlformats.org/drawingml/2006/main">
              <a:ext uri="{FF2B5EF4-FFF2-40B4-BE49-F238E27FC236}">
                <a16:creationId xmlns:a16="http://schemas.microsoft.com/office/drawing/2014/main" id="{E0690C83-042D-4935-B668-156C6273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Why</a:t>
            </a:r>
          </a:p>
        </p:txBody>
      </p:sp>
      <p:sp>
        <p:nvSpPr>
          <p:cNvPr id="9" name="text-1131">
            <a:extLst xmlns:a="http://schemas.openxmlformats.org/drawingml/2006/main">
              <a:ext uri="{FF2B5EF4-FFF2-40B4-BE49-F238E27FC236}">
                <a16:creationId xmlns:a16="http://schemas.microsoft.com/office/drawing/2014/main" id="{836F21F3-A1A8-4651-A29D-F6A7203D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教學／研究痛點與使用者價值</a:t>
            </a:r>
          </a:p>
        </p:txBody>
      </p:sp>
      <p:sp>
        <p:nvSpPr>
          <p:cNvPr id="10" name="shape-1132">
            <a:extLst xmlns:a="http://schemas.openxmlformats.org/drawingml/2006/main">
              <a:ext uri="{FF2B5EF4-FFF2-40B4-BE49-F238E27FC236}">
                <a16:creationId xmlns:a16="http://schemas.microsoft.com/office/drawing/2014/main" id="{08ABF16C-A4DC-4C81-B88D-76DE9D87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33">
            <a:extLst xmlns:a="http://schemas.openxmlformats.org/drawingml/2006/main">
              <a:ext uri="{FF2B5EF4-FFF2-40B4-BE49-F238E27FC236}">
                <a16:creationId xmlns:a16="http://schemas.microsoft.com/office/drawing/2014/main" id="{237B0194-AA04-427D-B320-7A0D71F3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1134">
            <a:extLst xmlns:a="http://schemas.openxmlformats.org/drawingml/2006/main">
              <a:ext uri="{FF2B5EF4-FFF2-40B4-BE49-F238E27FC236}">
                <a16:creationId xmlns:a16="http://schemas.microsoft.com/office/drawing/2014/main" id="{FB22C5D7-BE87-4C42-BA7F-04B0AA73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13" name="text-1135">
            <a:extLst xmlns:a="http://schemas.openxmlformats.org/drawingml/2006/main">
              <a:ext uri="{FF2B5EF4-FFF2-40B4-BE49-F238E27FC236}">
                <a16:creationId xmlns:a16="http://schemas.microsoft.com/office/drawing/2014/main" id="{1A54246D-A9BC-48E0-9E1D-94D2CC91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要完成的具體成果</a:t>
            </a:r>
          </a:p>
        </p:txBody>
      </p:sp>
      <p:sp>
        <p:nvSpPr>
          <p:cNvPr id="14" name="shape-1136">
            <a:extLst xmlns:a="http://schemas.openxmlformats.org/drawingml/2006/main">
              <a:ext uri="{FF2B5EF4-FFF2-40B4-BE49-F238E27FC236}">
                <a16:creationId xmlns:a16="http://schemas.microsoft.com/office/drawing/2014/main" id="{59841387-2294-4A2F-90EA-E5B9FDE9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137">
            <a:extLst xmlns:a="http://schemas.openxmlformats.org/drawingml/2006/main">
              <a:ext uri="{FF2B5EF4-FFF2-40B4-BE49-F238E27FC236}">
                <a16:creationId xmlns:a16="http://schemas.microsoft.com/office/drawing/2014/main" id="{EAA4B631-E578-4AA8-84FF-E74B8240F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1138">
            <a:extLst xmlns:a="http://schemas.openxmlformats.org/drawingml/2006/main">
              <a:ext uri="{FF2B5EF4-FFF2-40B4-BE49-F238E27FC236}">
                <a16:creationId xmlns:a16="http://schemas.microsoft.com/office/drawing/2014/main" id="{9DBFE8BF-9B31-465B-B7C7-45434DF9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Where</a:t>
            </a:r>
          </a:p>
        </p:txBody>
      </p:sp>
      <p:sp>
        <p:nvSpPr>
          <p:cNvPr id="17" name="text-1139">
            <a:extLst xmlns:a="http://schemas.openxmlformats.org/drawingml/2006/main">
              <a:ext uri="{FF2B5EF4-FFF2-40B4-BE49-F238E27FC236}">
                <a16:creationId xmlns:a16="http://schemas.microsoft.com/office/drawing/2014/main" id="{D7503A92-6052-4FE8-B31D-97CAFADF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工作區、檔案與資料來源</a:t>
            </a:r>
          </a:p>
        </p:txBody>
      </p:sp>
      <p:sp>
        <p:nvSpPr>
          <p:cNvPr id="18" name="shape-1140">
            <a:extLst xmlns:a="http://schemas.openxmlformats.org/drawingml/2006/main">
              <a:ext uri="{FF2B5EF4-FFF2-40B4-BE49-F238E27FC236}">
                <a16:creationId xmlns:a16="http://schemas.microsoft.com/office/drawing/2014/main" id="{D0DC9CE8-ED46-4B9D-97CE-BE3F85CD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141">
            <a:extLst xmlns:a="http://schemas.openxmlformats.org/drawingml/2006/main">
              <a:ext uri="{FF2B5EF4-FFF2-40B4-BE49-F238E27FC236}">
                <a16:creationId xmlns:a16="http://schemas.microsoft.com/office/drawing/2014/main" id="{4CBE366D-1B52-44D9-9AC4-F82A82FB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1142">
            <a:extLst xmlns:a="http://schemas.openxmlformats.org/drawingml/2006/main">
              <a:ext uri="{FF2B5EF4-FFF2-40B4-BE49-F238E27FC236}">
                <a16:creationId xmlns:a16="http://schemas.microsoft.com/office/drawing/2014/main" id="{1D0B6B8F-D53B-4DCA-8294-A97AD05A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Limits</a:t>
            </a:r>
          </a:p>
        </p:txBody>
      </p:sp>
      <p:sp>
        <p:nvSpPr>
          <p:cNvPr id="21" name="text-1143">
            <a:extLst xmlns:a="http://schemas.openxmlformats.org/drawingml/2006/main">
              <a:ext uri="{FF2B5EF4-FFF2-40B4-BE49-F238E27FC236}">
                <a16:creationId xmlns:a16="http://schemas.microsoft.com/office/drawing/2014/main" id="{73A130FF-ED00-45EF-89A3-FADA5A0C8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不可改、不可公開、不可猜測</a:t>
            </a:r>
          </a:p>
        </p:txBody>
      </p:sp>
      <p:sp>
        <p:nvSpPr>
          <p:cNvPr id="22" name="shape-1144">
            <a:extLst xmlns:a="http://schemas.openxmlformats.org/drawingml/2006/main">
              <a:ext uri="{FF2B5EF4-FFF2-40B4-BE49-F238E27FC236}">
                <a16:creationId xmlns:a16="http://schemas.microsoft.com/office/drawing/2014/main" id="{D527A749-EABA-4E72-BF20-D76478F9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145">
            <a:extLst xmlns:a="http://schemas.openxmlformats.org/drawingml/2006/main">
              <a:ext uri="{FF2B5EF4-FFF2-40B4-BE49-F238E27FC236}">
                <a16:creationId xmlns:a16="http://schemas.microsoft.com/office/drawing/2014/main" id="{AED54906-6110-4F48-AEC1-2AED86D7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4" name="text-1146">
            <a:extLst xmlns:a="http://schemas.openxmlformats.org/drawingml/2006/main">
              <a:ext uri="{FF2B5EF4-FFF2-40B4-BE49-F238E27FC236}">
                <a16:creationId xmlns:a16="http://schemas.microsoft.com/office/drawing/2014/main" id="{94F70625-0646-4A7A-90D5-BA0BC799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Checks</a:t>
            </a:r>
          </a:p>
        </p:txBody>
      </p:sp>
      <p:sp>
        <p:nvSpPr>
          <p:cNvPr id="25" name="text-1147">
            <a:extLst xmlns:a="http://schemas.openxmlformats.org/drawingml/2006/main">
              <a:ext uri="{FF2B5EF4-FFF2-40B4-BE49-F238E27FC236}">
                <a16:creationId xmlns:a16="http://schemas.microsoft.com/office/drawing/2014/main" id="{90E60A3D-5C84-4AC0-9F37-536315F1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測試、畫面與內容檢核</a:t>
            </a:r>
          </a:p>
        </p:txBody>
      </p:sp>
      <p:sp>
        <p:nvSpPr>
          <p:cNvPr id="26" name="shape-1148">
            <a:extLst xmlns:a="http://schemas.openxmlformats.org/drawingml/2006/main">
              <a:ext uri="{FF2B5EF4-FFF2-40B4-BE49-F238E27FC236}">
                <a16:creationId xmlns:a16="http://schemas.microsoft.com/office/drawing/2014/main" id="{07CE3AD3-BF94-431F-B995-512C9C89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149">
            <a:extLst xmlns:a="http://schemas.openxmlformats.org/drawingml/2006/main">
              <a:ext uri="{FF2B5EF4-FFF2-40B4-BE49-F238E27FC236}">
                <a16:creationId xmlns:a16="http://schemas.microsoft.com/office/drawing/2014/main" id="{730D01A2-DF0B-4A39-A827-1D92D907B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8" name="text-1150">
            <a:extLst xmlns:a="http://schemas.openxmlformats.org/drawingml/2006/main">
              <a:ext uri="{FF2B5EF4-FFF2-40B4-BE49-F238E27FC236}">
                <a16:creationId xmlns:a16="http://schemas.microsoft.com/office/drawing/2014/main" id="{DB56454A-D0EC-4C52-B000-CE746532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Handoff</a:t>
            </a:r>
          </a:p>
        </p:txBody>
      </p:sp>
      <p:sp>
        <p:nvSpPr>
          <p:cNvPr id="29" name="text-1151">
            <a:extLst xmlns:a="http://schemas.openxmlformats.org/drawingml/2006/main">
              <a:ext uri="{FF2B5EF4-FFF2-40B4-BE49-F238E27FC236}">
                <a16:creationId xmlns:a16="http://schemas.microsoft.com/office/drawing/2014/main" id="{42217971-6874-42F3-8AE4-EE2483D0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成果、差異、限制、下一步</a:t>
            </a:r>
          </a:p>
        </p:txBody>
      </p:sp>
      <p:sp>
        <p:nvSpPr>
          <p:cNvPr id="30" name="text-1615">
            <a:extLst xmlns:a="http://schemas.openxmlformats.org/drawingml/2006/main">
              <a:ext uri="{FF2B5EF4-FFF2-40B4-BE49-F238E27FC236}">
                <a16:creationId xmlns:a16="http://schemas.microsoft.com/office/drawing/2014/main" id="{6BBD198D-D5A0-43CE-897F-401ADE5B0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542cd7d991c4fa7"/>
              </a:rPr>
              <a:t>開啟 Codex ↗</a:t>
            </a:r>
          </a:p>
        </p:txBody>
      </p:sp>
      <p:sp>
        <p:nvSpPr>
          <p:cNvPr id="31" name="shape-1659">
            <a:extLst xmlns:a="http://schemas.openxmlformats.org/drawingml/2006/main">
              <a:ext uri="{FF2B5EF4-FFF2-40B4-BE49-F238E27FC236}">
                <a16:creationId xmlns:a16="http://schemas.microsoft.com/office/drawing/2014/main" id="{BB168909-39D2-4C14-A83F-5AF705D8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8421bd2821464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1660">
            <a:extLst xmlns:a="http://schemas.openxmlformats.org/drawingml/2006/main">
              <a:ext uri="{FF2B5EF4-FFF2-40B4-BE49-F238E27FC236}">
                <a16:creationId xmlns:a16="http://schemas.microsoft.com/office/drawing/2014/main" id="{77E16F05-14B1-4302-B46A-718850ED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67695622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152">
            <a:extLst xmlns:a="http://schemas.openxmlformats.org/drawingml/2006/main">
              <a:ext uri="{FF2B5EF4-FFF2-40B4-BE49-F238E27FC236}">
                <a16:creationId xmlns:a16="http://schemas.microsoft.com/office/drawing/2014/main" id="{E40E9B71-6C4C-4345-9FE9-27C1AE3F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7A1CFF-5FFC-4857-AEC7-AD891634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B｜Codex 完成同一任務</a:t>
            </a:r>
          </a:p>
        </p:txBody>
      </p:sp>
      <p:cxnSp>
        <p:nvCxnSpPr>
          <p:cNvPr id="25" name="shape-115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54">
            <a:extLst xmlns:a="http://schemas.openxmlformats.org/drawingml/2006/main">
              <a:ext uri="{FF2B5EF4-FFF2-40B4-BE49-F238E27FC236}">
                <a16:creationId xmlns:a16="http://schemas.microsoft.com/office/drawing/2014/main" id="{8D4CDAA0-F4BE-4C9E-B804-1AAF3B54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6E311A1-D8F4-4E19-8E15-3EFEB29C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text-1155">
            <a:extLst xmlns:a="http://schemas.openxmlformats.org/drawingml/2006/main">
              <a:ext uri="{FF2B5EF4-FFF2-40B4-BE49-F238E27FC236}">
                <a16:creationId xmlns:a16="http://schemas.microsoft.com/office/drawing/2014/main" id="{8B558196-3A6F-4B0F-8D8A-D1E5AA70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156">
            <a:extLst xmlns:a="http://schemas.openxmlformats.org/drawingml/2006/main">
              <a:ext uri="{FF2B5EF4-FFF2-40B4-BE49-F238E27FC236}">
                <a16:creationId xmlns:a16="http://schemas.microsoft.com/office/drawing/2014/main" id="{0C6FBE4B-77EF-4C62-AA16-F5BD7488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157">
            <a:extLst xmlns:a="http://schemas.openxmlformats.org/drawingml/2006/main">
              <a:ext uri="{FF2B5EF4-FFF2-40B4-BE49-F238E27FC236}">
                <a16:creationId xmlns:a16="http://schemas.microsoft.com/office/drawing/2014/main" id="{9330D71F-36F1-4ADE-8F72-1A2B48AD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58">
            <a:extLst xmlns:a="http://schemas.openxmlformats.org/drawingml/2006/main">
              <a:ext uri="{FF2B5EF4-FFF2-40B4-BE49-F238E27FC236}">
                <a16:creationId xmlns:a16="http://schemas.microsoft.com/office/drawing/2014/main" id="{E94C55CD-DDAD-4EA9-A5AF-3ACEA8389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開啟上午成果的工作區</a:t>
            </a:r>
          </a:p>
        </p:txBody>
      </p:sp>
      <p:sp>
        <p:nvSpPr>
          <p:cNvPr id="10" name="text-1159">
            <a:extLst xmlns:a="http://schemas.openxmlformats.org/drawingml/2006/main">
              <a:ext uri="{FF2B5EF4-FFF2-40B4-BE49-F238E27FC236}">
                <a16:creationId xmlns:a16="http://schemas.microsoft.com/office/drawing/2014/main" id="{143C09B3-904A-4BDC-8569-57FA8C42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160">
            <a:extLst xmlns:a="http://schemas.openxmlformats.org/drawingml/2006/main">
              <a:ext uri="{FF2B5EF4-FFF2-40B4-BE49-F238E27FC236}">
                <a16:creationId xmlns:a16="http://schemas.microsoft.com/office/drawing/2014/main" id="{C5234DCD-587E-43A2-BB09-93575D77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貼上六欄任務簡報</a:t>
            </a:r>
          </a:p>
        </p:txBody>
      </p:sp>
      <p:sp>
        <p:nvSpPr>
          <p:cNvPr id="12" name="text-1161">
            <a:extLst xmlns:a="http://schemas.openxmlformats.org/drawingml/2006/main">
              <a:ext uri="{FF2B5EF4-FFF2-40B4-BE49-F238E27FC236}">
                <a16:creationId xmlns:a16="http://schemas.microsoft.com/office/drawing/2014/main" id="{EA0C6DAD-E8DF-444E-A7C5-232B5EC6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162">
            <a:extLst xmlns:a="http://schemas.openxmlformats.org/drawingml/2006/main">
              <a:ext uri="{FF2B5EF4-FFF2-40B4-BE49-F238E27FC236}">
                <a16:creationId xmlns:a16="http://schemas.microsoft.com/office/drawing/2014/main" id="{18808C8F-D423-4CDC-A144-85CAC691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 Agent 讀檔、規劃與執行</a:t>
            </a:r>
          </a:p>
        </p:txBody>
      </p:sp>
      <p:sp>
        <p:nvSpPr>
          <p:cNvPr id="14" name="text-1163">
            <a:extLst xmlns:a="http://schemas.openxmlformats.org/drawingml/2006/main">
              <a:ext uri="{FF2B5EF4-FFF2-40B4-BE49-F238E27FC236}">
                <a16:creationId xmlns:a16="http://schemas.microsoft.com/office/drawing/2014/main" id="{32AECC79-2CE5-4C59-A2D2-855B1544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164">
            <a:extLst xmlns:a="http://schemas.openxmlformats.org/drawingml/2006/main">
              <a:ext uri="{FF2B5EF4-FFF2-40B4-BE49-F238E27FC236}">
                <a16:creationId xmlns:a16="http://schemas.microsoft.com/office/drawing/2014/main" id="{1CC47823-6AA2-4389-A743-63D300C3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比較 Antigravity 與 Codex 的證據</a:t>
            </a:r>
          </a:p>
        </p:txBody>
      </p:sp>
      <p:sp>
        <p:nvSpPr>
          <p:cNvPr id="16" name="shape-1165">
            <a:extLst xmlns:a="http://schemas.openxmlformats.org/drawingml/2006/main">
              <a:ext uri="{FF2B5EF4-FFF2-40B4-BE49-F238E27FC236}">
                <a16:creationId xmlns:a16="http://schemas.microsoft.com/office/drawing/2014/main" id="{D9E3E19B-A1B1-4F1A-A8CF-30626A6E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166">
            <a:extLst xmlns:a="http://schemas.openxmlformats.org/drawingml/2006/main">
              <a:ext uri="{FF2B5EF4-FFF2-40B4-BE49-F238E27FC236}">
                <a16:creationId xmlns:a16="http://schemas.microsoft.com/office/drawing/2014/main" id="{3F134979-0166-4C73-A58D-520BF2AF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167">
            <a:extLst xmlns:a="http://schemas.openxmlformats.org/drawingml/2006/main">
              <a:ext uri="{FF2B5EF4-FFF2-40B4-BE49-F238E27FC236}">
                <a16:creationId xmlns:a16="http://schemas.microsoft.com/office/drawing/2014/main" id="{E307C875-3F5B-4262-BEFC-A888766D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有檔案變更或分析產物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能說明差異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保留人工決定</a:t>
            </a:r>
          </a:p>
        </p:txBody>
      </p:sp>
      <p:sp>
        <p:nvSpPr>
          <p:cNvPr id="19" name="text-1616">
            <a:extLst xmlns:a="http://schemas.openxmlformats.org/drawingml/2006/main">
              <a:ext uri="{FF2B5EF4-FFF2-40B4-BE49-F238E27FC236}">
                <a16:creationId xmlns:a16="http://schemas.microsoft.com/office/drawing/2014/main" id="{801E0D67-61E0-492E-A063-3C31F376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9689cfd7fa94a61"/>
              </a:rPr>
              <a:t>開啟 Codex ↗</a:t>
            </a:r>
          </a:p>
        </p:txBody>
      </p:sp>
      <p:sp>
        <p:nvSpPr>
          <p:cNvPr id="20" name="shape-1661">
            <a:extLst xmlns:a="http://schemas.openxmlformats.org/drawingml/2006/main">
              <a:ext uri="{FF2B5EF4-FFF2-40B4-BE49-F238E27FC236}">
                <a16:creationId xmlns:a16="http://schemas.microsoft.com/office/drawing/2014/main" id="{5AAB94C7-F02A-4F95-9AAB-F3C08099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48eb4ae38841c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662">
            <a:extLst xmlns:a="http://schemas.openxmlformats.org/drawingml/2006/main">
              <a:ext uri="{FF2B5EF4-FFF2-40B4-BE49-F238E27FC236}">
                <a16:creationId xmlns:a16="http://schemas.microsoft.com/office/drawing/2014/main" id="{5D7C18A6-3B64-44C8-A05F-1757A59E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2238322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168">
            <a:extLst xmlns:a="http://schemas.openxmlformats.org/drawingml/2006/main">
              <a:ext uri="{FF2B5EF4-FFF2-40B4-BE49-F238E27FC236}">
                <a16:creationId xmlns:a16="http://schemas.microsoft.com/office/drawing/2014/main" id="{9BFF4DB5-E069-4C17-987D-495592BD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TOOL STRATEGY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FC10355-0265-416C-9E76-1726504E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三種 Agent 工具，先看任務再選模型</a:t>
            </a:r>
          </a:p>
        </p:txBody>
      </p:sp>
      <p:cxnSp>
        <p:nvCxnSpPr>
          <p:cNvPr id="31" name="shape-116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70">
            <a:extLst xmlns:a="http://schemas.openxmlformats.org/drawingml/2006/main">
              <a:ext uri="{FF2B5EF4-FFF2-40B4-BE49-F238E27FC236}">
                <a16:creationId xmlns:a16="http://schemas.microsoft.com/office/drawing/2014/main" id="{14359A1C-039D-49EE-A35B-6368588A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BDCB096-F5C7-45A5-AFA8-9B579B67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shape-1171">
            <a:extLst xmlns:a="http://schemas.openxmlformats.org/drawingml/2006/main">
              <a:ext uri="{FF2B5EF4-FFF2-40B4-BE49-F238E27FC236}">
                <a16:creationId xmlns:a16="http://schemas.microsoft.com/office/drawing/2014/main" id="{19B15ABE-2A4D-4E0B-A6BB-2F97A324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172">
            <a:extLst xmlns:a="http://schemas.openxmlformats.org/drawingml/2006/main">
              <a:ext uri="{FF2B5EF4-FFF2-40B4-BE49-F238E27FC236}">
                <a16:creationId xmlns:a16="http://schemas.microsoft.com/office/drawing/2014/main" id="{493096BB-DEAC-4633-A7BF-032DE9CF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173">
            <a:extLst xmlns:a="http://schemas.openxmlformats.org/drawingml/2006/main">
              <a:ext uri="{FF2B5EF4-FFF2-40B4-BE49-F238E27FC236}">
                <a16:creationId xmlns:a16="http://schemas.microsoft.com/office/drawing/2014/main" id="{4D76569D-87CF-460A-AD96-75C32674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9" name="text-1174">
            <a:extLst xmlns:a="http://schemas.openxmlformats.org/drawingml/2006/main">
              <a:ext uri="{FF2B5EF4-FFF2-40B4-BE49-F238E27FC236}">
                <a16:creationId xmlns:a16="http://schemas.microsoft.com/office/drawing/2014/main" id="{9E4DBF9B-9659-43B0-B286-FF7135B2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0" name="text-1175">
            <a:extLst xmlns:a="http://schemas.openxmlformats.org/drawingml/2006/main">
              <a:ext uri="{FF2B5EF4-FFF2-40B4-BE49-F238E27FC236}">
                <a16:creationId xmlns:a16="http://schemas.microsoft.com/office/drawing/2014/main" id="{57B8BB02-2C2D-49F8-AC7D-238BC6BB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代碼產出穩定；長任務 Token 消耗較快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複雜應用程式開發：Opus 4.8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文件、計畫與日常任務：Sonnet 5，成本效益較佳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Opus 5（若帳號當期可見）／Fable 5 等頂尖模型留給真正高難度任務</a:t>
            </a:r>
          </a:p>
        </p:txBody>
      </p:sp>
      <p:sp>
        <p:nvSpPr>
          <p:cNvPr id="11" name="shape-1176">
            <a:extLst xmlns:a="http://schemas.openxmlformats.org/drawingml/2006/main">
              <a:ext uri="{FF2B5EF4-FFF2-40B4-BE49-F238E27FC236}">
                <a16:creationId xmlns:a16="http://schemas.microsoft.com/office/drawing/2014/main" id="{E2EA7052-407B-4212-90C8-F903E5EB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2" name="shape-1177">
            <a:extLst xmlns:a="http://schemas.openxmlformats.org/drawingml/2006/main">
              <a:ext uri="{FF2B5EF4-FFF2-40B4-BE49-F238E27FC236}">
                <a16:creationId xmlns:a16="http://schemas.microsoft.com/office/drawing/2014/main" id="{C782F14D-A0FF-4E6E-8E8A-E8FF05E4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1178">
            <a:extLst xmlns:a="http://schemas.openxmlformats.org/drawingml/2006/main">
              <a:ext uri="{FF2B5EF4-FFF2-40B4-BE49-F238E27FC236}">
                <a16:creationId xmlns:a16="http://schemas.microsoft.com/office/drawing/2014/main" id="{0880537B-807D-4DC0-854A-C066E412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X</a:t>
            </a:r>
          </a:p>
        </p:txBody>
      </p:sp>
      <p:sp>
        <p:nvSpPr>
          <p:cNvPr id="14" name="text-1179">
            <a:extLst xmlns:a="http://schemas.openxmlformats.org/drawingml/2006/main">
              <a:ext uri="{FF2B5EF4-FFF2-40B4-BE49-F238E27FC236}">
                <a16:creationId xmlns:a16="http://schemas.microsoft.com/office/drawing/2014/main" id="{0F4E0918-298E-4603-8F59-1ADD8645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Codex／ChatGPT</a:t>
            </a:r>
          </a:p>
        </p:txBody>
      </p:sp>
      <p:sp>
        <p:nvSpPr>
          <p:cNvPr id="15" name="text-1180">
            <a:extLst xmlns:a="http://schemas.openxmlformats.org/drawingml/2006/main">
              <a:ext uri="{FF2B5EF4-FFF2-40B4-BE49-F238E27FC236}">
                <a16:creationId xmlns:a16="http://schemas.microsoft.com/office/drawing/2014/main" id="{755E7051-4047-4234-A563-3C1185D1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GPT-5.6 Luna＋Max：講師推薦的省錢組合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適合日常文件、網站與驗證任務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講師觀察：能力／成本平衡接近日常使用的 Sonnet 5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額度、方案與優惠會變動，先看當期限制</a:t>
            </a:r>
          </a:p>
        </p:txBody>
      </p:sp>
      <p:sp>
        <p:nvSpPr>
          <p:cNvPr id="16" name="shape-1181">
            <a:extLst xmlns:a="http://schemas.openxmlformats.org/drawingml/2006/main">
              <a:ext uri="{FF2B5EF4-FFF2-40B4-BE49-F238E27FC236}">
                <a16:creationId xmlns:a16="http://schemas.microsoft.com/office/drawing/2014/main" id="{E1368748-E78C-4761-BE31-BDB6E638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shape-1182">
            <a:extLst xmlns:a="http://schemas.openxmlformats.org/drawingml/2006/main">
              <a:ext uri="{FF2B5EF4-FFF2-40B4-BE49-F238E27FC236}">
                <a16:creationId xmlns:a16="http://schemas.microsoft.com/office/drawing/2014/main" id="{860A0620-A0A3-4FE5-B975-DC383EBB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1183">
            <a:extLst xmlns:a="http://schemas.openxmlformats.org/drawingml/2006/main">
              <a:ext uri="{FF2B5EF4-FFF2-40B4-BE49-F238E27FC236}">
                <a16:creationId xmlns:a16="http://schemas.microsoft.com/office/drawing/2014/main" id="{8F1D598B-5EDD-4F4B-BDC5-6681225D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</a:t>
            </a:r>
          </a:p>
        </p:txBody>
      </p:sp>
      <p:sp>
        <p:nvSpPr>
          <p:cNvPr id="19" name="text-1184">
            <a:extLst xmlns:a="http://schemas.openxmlformats.org/drawingml/2006/main">
              <a:ext uri="{FF2B5EF4-FFF2-40B4-BE49-F238E27FC236}">
                <a16:creationId xmlns:a16="http://schemas.microsoft.com/office/drawing/2014/main" id="{120B9C28-0A6C-47B1-8AEE-7A33A860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Antigravity／Gemini</a:t>
            </a:r>
          </a:p>
        </p:txBody>
      </p:sp>
      <p:sp>
        <p:nvSpPr>
          <p:cNvPr id="20" name="text-1185">
            <a:extLst xmlns:a="http://schemas.openxmlformats.org/drawingml/2006/main">
              <a:ext uri="{FF2B5EF4-FFF2-40B4-BE49-F238E27FC236}">
                <a16:creationId xmlns:a16="http://schemas.microsoft.com/office/drawing/2014/main" id="{EEDB8911-BA8E-4EBE-B208-148CD92A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Gemini 3.6 Flash：速度快，適合快速 Agent 迭代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Gemini 訂閱通常可取得較多額度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講師曾實測免費額度約三輪對話即受 5 小時限制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額度依方案與時間窗變化，活動前重新確認</a:t>
            </a:r>
          </a:p>
        </p:txBody>
      </p:sp>
      <p:sp>
        <p:nvSpPr>
          <p:cNvPr id="21" name="text-1617">
            <a:extLst xmlns:a="http://schemas.openxmlformats.org/drawingml/2006/main">
              <a:ext uri="{FF2B5EF4-FFF2-40B4-BE49-F238E27FC236}">
                <a16:creationId xmlns:a16="http://schemas.microsoft.com/office/drawing/2014/main" id="{5CE4DA19-BD81-414F-A053-CF078A1C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6e65f3009f64dc8"/>
              </a:rPr>
              <a:t>Antigravity ↗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879eb3617a54ee5"/>
              </a:rPr>
              <a:t>Codex ↗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b652105598c44ee"/>
              </a:rPr>
              <a:t>Claude ↗</a:t>
            </a:r>
          </a:p>
        </p:txBody>
      </p:sp>
      <p:sp>
        <p:nvSpPr>
          <p:cNvPr id="22" name="shape-1663">
            <a:extLst xmlns:a="http://schemas.openxmlformats.org/drawingml/2006/main">
              <a:ext uri="{FF2B5EF4-FFF2-40B4-BE49-F238E27FC236}">
                <a16:creationId xmlns:a16="http://schemas.microsoft.com/office/drawing/2014/main" id="{29C5AD7D-B9CC-4D51-AC07-0C17FDD0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1ee994943c4f39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1664">
            <a:extLst xmlns:a="http://schemas.openxmlformats.org/drawingml/2006/main">
              <a:ext uri="{FF2B5EF4-FFF2-40B4-BE49-F238E27FC236}">
                <a16:creationId xmlns:a16="http://schemas.microsoft.com/office/drawing/2014/main" id="{F43920AE-627D-4B7B-9428-C82BA924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d5648531949a2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1665">
            <a:extLst xmlns:a="http://schemas.openxmlformats.org/drawingml/2006/main">
              <a:ext uri="{FF2B5EF4-FFF2-40B4-BE49-F238E27FC236}">
                <a16:creationId xmlns:a16="http://schemas.microsoft.com/office/drawing/2014/main" id="{6AC71CC8-1576-4369-BAE3-1EB517C1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4c0c714ff14271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8" name="text-1666">
            <a:extLst xmlns:a="http://schemas.openxmlformats.org/drawingml/2006/main">
              <a:ext uri="{FF2B5EF4-FFF2-40B4-BE49-F238E27FC236}">
                <a16:creationId xmlns:a16="http://schemas.microsoft.com/office/drawing/2014/main" id="{041889B5-200B-4A9B-A741-5D44B6F1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</p:spTree>
    <p:extLst>
      <p:ext uri="{BB962C8B-B14F-4D97-AF65-F5344CB8AC3E}">
        <p14:creationId xmlns:p14="http://schemas.microsoft.com/office/powerpoint/2010/main" val="61037973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186">
            <a:extLst xmlns:a="http://schemas.openxmlformats.org/drawingml/2006/main">
              <a:ext uri="{FF2B5EF4-FFF2-40B4-BE49-F238E27FC236}">
                <a16:creationId xmlns:a16="http://schemas.microsoft.com/office/drawing/2014/main" id="{398C1B8B-8C21-4B9E-8507-19C469B3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1187">
            <a:extLst xmlns:a="http://schemas.openxmlformats.org/drawingml/2006/main">
              <a:ext uri="{FF2B5EF4-FFF2-40B4-BE49-F238E27FC236}">
                <a16:creationId xmlns:a16="http://schemas.microsoft.com/office/drawing/2014/main" id="{3BDAE4AF-7829-465E-95F7-8415190A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" name="text-1188">
            <a:extLst xmlns:a="http://schemas.openxmlformats.org/drawingml/2006/main">
              <a:ext uri="{FF2B5EF4-FFF2-40B4-BE49-F238E27FC236}">
                <a16:creationId xmlns:a16="http://schemas.microsoft.com/office/drawing/2014/main" id="{2ABA5DF7-B795-4998-BC74-920F9CC7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把反覆使用的提示詞、規則、範例與檢查方式，封裝成 Agent 需要時才載入的專業工作包。</a:t>
            </a:r>
          </a:p>
        </p:txBody>
      </p:sp>
      <p:sp>
        <p:nvSpPr>
          <p:cNvPr id="4" name="shape-1189">
            <a:extLst xmlns:a="http://schemas.openxmlformats.org/drawingml/2006/main">
              <a:ext uri="{FF2B5EF4-FFF2-40B4-BE49-F238E27FC236}">
                <a16:creationId xmlns:a16="http://schemas.microsoft.com/office/drawing/2014/main" id="{9F0D9B00-15A7-4E77-8F07-DE9E6EAD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190">
            <a:extLst xmlns:a="http://schemas.openxmlformats.org/drawingml/2006/main">
              <a:ext uri="{FF2B5EF4-FFF2-40B4-BE49-F238E27FC236}">
                <a16:creationId xmlns:a16="http://schemas.microsoft.com/office/drawing/2014/main" id="{BA061F77-8245-43B1-A2E2-8150810A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1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192">
            <a:extLst xmlns:a="http://schemas.openxmlformats.org/drawingml/2006/main">
              <a:ext uri="{FF2B5EF4-FFF2-40B4-BE49-F238E27FC236}">
                <a16:creationId xmlns:a16="http://schemas.microsoft.com/office/drawing/2014/main" id="{C70698CC-98A6-42E1-8D44-D63E58C3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B981E6-C641-4A98-91E0-12987B69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9" name="text-1618">
            <a:extLst xmlns:a="http://schemas.openxmlformats.org/drawingml/2006/main">
              <a:ext uri="{FF2B5EF4-FFF2-40B4-BE49-F238E27FC236}">
                <a16:creationId xmlns:a16="http://schemas.microsoft.com/office/drawing/2014/main" id="{E95FDD4B-2C20-42AF-A034-25A27442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7acb6b9f67242f0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0e96971608d4117"/>
              </a:rPr>
              <a:t>Codex Skills ↗</a:t>
            </a:r>
          </a:p>
        </p:txBody>
      </p:sp>
      <p:sp>
        <p:nvSpPr>
          <p:cNvPr id="10" name="shape-1667">
            <a:extLst xmlns:a="http://schemas.openxmlformats.org/drawingml/2006/main">
              <a:ext uri="{FF2B5EF4-FFF2-40B4-BE49-F238E27FC236}">
                <a16:creationId xmlns:a16="http://schemas.microsoft.com/office/drawing/2014/main" id="{48E30A2F-857F-475D-9F8A-A731E98B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c5fba2e839460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668">
            <a:extLst xmlns:a="http://schemas.openxmlformats.org/drawingml/2006/main">
              <a:ext uri="{FF2B5EF4-FFF2-40B4-BE49-F238E27FC236}">
                <a16:creationId xmlns:a16="http://schemas.microsoft.com/office/drawing/2014/main" id="{81F102E0-E46B-491C-9BF6-33059913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9e9208c6684ae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669">
            <a:extLst xmlns:a="http://schemas.openxmlformats.org/drawingml/2006/main">
              <a:ext uri="{FF2B5EF4-FFF2-40B4-BE49-F238E27FC236}">
                <a16:creationId xmlns:a16="http://schemas.microsoft.com/office/drawing/2014/main" id="{41F127DC-B11A-42B1-BBFF-0F31BD47B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45948817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193">
            <a:extLst xmlns:a="http://schemas.openxmlformats.org/drawingml/2006/main">
              <a:ext uri="{FF2B5EF4-FFF2-40B4-BE49-F238E27FC236}">
                <a16:creationId xmlns:a16="http://schemas.microsoft.com/office/drawing/2014/main" id="{F8549B62-7BBA-4E2C-ABED-64A5DEA3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REUSE WITHOUT CONTEXT BLOAT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C59F226-C776-4C97-BBC9-108D3DC1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為什麼需要 Skill？</a:t>
            </a:r>
          </a:p>
        </p:txBody>
      </p:sp>
      <p:cxnSp>
        <p:nvCxnSpPr>
          <p:cNvPr id="20" name="shape-119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95">
            <a:extLst xmlns:a="http://schemas.openxmlformats.org/drawingml/2006/main">
              <a:ext uri="{FF2B5EF4-FFF2-40B4-BE49-F238E27FC236}">
                <a16:creationId xmlns:a16="http://schemas.microsoft.com/office/drawing/2014/main" id="{4F998F09-6CCC-47FB-9AD0-18366BB3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1E97EDE-9D2B-4123-A43A-9E52F457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1196">
            <a:extLst xmlns:a="http://schemas.openxmlformats.org/drawingml/2006/main">
              <a:ext uri="{FF2B5EF4-FFF2-40B4-BE49-F238E27FC236}">
                <a16:creationId xmlns:a16="http://schemas.microsoft.com/office/drawing/2014/main" id="{EC7FC311-3913-4924-ABB7-96522549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197">
            <a:extLst xmlns:a="http://schemas.openxmlformats.org/drawingml/2006/main">
              <a:ext uri="{FF2B5EF4-FFF2-40B4-BE49-F238E27FC236}">
                <a16:creationId xmlns:a16="http://schemas.microsoft.com/office/drawing/2014/main" id="{BE60BCA3-C236-4FF7-AEA7-1A456FD9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198">
            <a:extLst xmlns:a="http://schemas.openxmlformats.org/drawingml/2006/main">
              <a:ext uri="{FF2B5EF4-FFF2-40B4-BE49-F238E27FC236}">
                <a16:creationId xmlns:a16="http://schemas.microsoft.com/office/drawing/2014/main" id="{67890368-A823-4058-B440-4166116F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每次貼長提示詞</a:t>
            </a:r>
          </a:p>
        </p:txBody>
      </p:sp>
      <p:sp>
        <p:nvSpPr>
          <p:cNvPr id="9" name="text-1199">
            <a:extLst xmlns:a="http://schemas.openxmlformats.org/drawingml/2006/main">
              <a:ext uri="{FF2B5EF4-FFF2-40B4-BE49-F238E27FC236}">
                <a16:creationId xmlns:a16="http://schemas.microsoft.com/office/drawing/2014/main" id="{7AFAAD31-B1F7-417A-B5AA-067E1D13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容易漏貼規則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版本散落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範例與腳本混在對話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上下文被無關內容塞滿</a:t>
            </a:r>
          </a:p>
        </p:txBody>
      </p:sp>
      <p:sp>
        <p:nvSpPr>
          <p:cNvPr id="10" name="text-1200">
            <a:extLst xmlns:a="http://schemas.openxmlformats.org/drawingml/2006/main">
              <a:ext uri="{FF2B5EF4-FFF2-40B4-BE49-F238E27FC236}">
                <a16:creationId xmlns:a16="http://schemas.microsoft.com/office/drawing/2014/main" id="{AC6D9031-C4F1-4817-AACC-1C1B81A3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按需載入 Skill</a:t>
            </a:r>
          </a:p>
        </p:txBody>
      </p:sp>
      <p:sp>
        <p:nvSpPr>
          <p:cNvPr id="11" name="text-1201">
            <a:extLst xmlns:a="http://schemas.openxmlformats.org/drawingml/2006/main">
              <a:ext uri="{FF2B5EF4-FFF2-40B4-BE49-F238E27FC236}">
                <a16:creationId xmlns:a16="http://schemas.microsoft.com/office/drawing/2014/main" id="{26BBD203-DCE0-473D-8839-165E9E86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先用名稱與描述判斷是否適用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需要時才讀完整流程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可附 references、scripts、assets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可測試、版控與共同維護</a:t>
            </a:r>
          </a:p>
        </p:txBody>
      </p:sp>
      <p:sp>
        <p:nvSpPr>
          <p:cNvPr id="12" name="text-1619">
            <a:extLst xmlns:a="http://schemas.openxmlformats.org/drawingml/2006/main">
              <a:ext uri="{FF2B5EF4-FFF2-40B4-BE49-F238E27FC236}">
                <a16:creationId xmlns:a16="http://schemas.microsoft.com/office/drawing/2014/main" id="{03558C47-EF7D-429F-9269-E053CE35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97a59c79df74aa0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eb28e5c085c4063"/>
              </a:rPr>
              <a:t>Codex Skills ↗</a:t>
            </a:r>
          </a:p>
        </p:txBody>
      </p:sp>
      <p:sp>
        <p:nvSpPr>
          <p:cNvPr id="13" name="shape-1670">
            <a:extLst xmlns:a="http://schemas.openxmlformats.org/drawingml/2006/main">
              <a:ext uri="{FF2B5EF4-FFF2-40B4-BE49-F238E27FC236}">
                <a16:creationId xmlns:a16="http://schemas.microsoft.com/office/drawing/2014/main" id="{D7A65477-381D-4AFE-86EF-BF6AEE01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e73835fc4146c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1671">
            <a:extLst xmlns:a="http://schemas.openxmlformats.org/drawingml/2006/main">
              <a:ext uri="{FF2B5EF4-FFF2-40B4-BE49-F238E27FC236}">
                <a16:creationId xmlns:a16="http://schemas.microsoft.com/office/drawing/2014/main" id="{F6004625-29CC-4DA4-9430-1D9B578F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01f0eb77e5431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1672">
            <a:extLst xmlns:a="http://schemas.openxmlformats.org/drawingml/2006/main">
              <a:ext uri="{FF2B5EF4-FFF2-40B4-BE49-F238E27FC236}">
                <a16:creationId xmlns:a16="http://schemas.microsoft.com/office/drawing/2014/main" id="{BD2BCC4E-6B4F-4823-B371-38F996C86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3831614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202">
            <a:extLst xmlns:a="http://schemas.openxmlformats.org/drawingml/2006/main">
              <a:ext uri="{FF2B5EF4-FFF2-40B4-BE49-F238E27FC236}">
                <a16:creationId xmlns:a16="http://schemas.microsoft.com/office/drawing/2014/main" id="{22305F63-74FE-413A-AB90-4164E800A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51 PROMPTS · 9 DOMAINS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198620F-3580-4E56-892E-C4FA51B3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從提示詞快捷面板開始發想</a:t>
            </a:r>
          </a:p>
        </p:txBody>
      </p:sp>
      <p:cxnSp>
        <p:nvCxnSpPr>
          <p:cNvPr id="15" name="shape-120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04">
            <a:extLst xmlns:a="http://schemas.openxmlformats.org/drawingml/2006/main">
              <a:ext uri="{FF2B5EF4-FFF2-40B4-BE49-F238E27FC236}">
                <a16:creationId xmlns:a16="http://schemas.microsoft.com/office/drawing/2014/main" id="{437EDE87-8D92-4648-AB7B-E7CE9351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8841193-0E76-4039-AA11-B782F3D06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fb9436a2534805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205">
            <a:extLst xmlns:a="http://schemas.openxmlformats.org/drawingml/2006/main">
              <a:ext uri="{FF2B5EF4-FFF2-40B4-BE49-F238E27FC236}">
                <a16:creationId xmlns:a16="http://schemas.microsoft.com/office/drawing/2014/main" id="{C3AB7A3E-D97A-4C18-935F-4CB1E0813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阿凱老師的提示詞快捷面板</a:t>
            </a:r>
          </a:p>
        </p:txBody>
      </p:sp>
      <p:sp>
        <p:nvSpPr>
          <p:cNvPr id="8" name="text-1206">
            <a:extLst xmlns:a="http://schemas.openxmlformats.org/drawingml/2006/main">
              <a:ext uri="{FF2B5EF4-FFF2-40B4-BE49-F238E27FC236}">
                <a16:creationId xmlns:a16="http://schemas.microsoft.com/office/drawing/2014/main" id="{8F27E2FE-385B-4E42-85AE-72E68DC7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部署上線：Pages、Firebase、版本確認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網站設計：單檔網站、RWD、Google Sites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影音字幕：SRT、章節、短影片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圖像簡報、內容寫作、功能整合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技能文件、開發流程與常用片段</a:t>
            </a:r>
          </a:p>
        </p:txBody>
      </p:sp>
      <p:sp>
        <p:nvSpPr>
          <p:cNvPr id="9" name="text-1627">
            <a:extLst xmlns:a="http://schemas.openxmlformats.org/drawingml/2006/main">
              <a:ext uri="{FF2B5EF4-FFF2-40B4-BE49-F238E27FC236}">
                <a16:creationId xmlns:a16="http://schemas.microsoft.com/office/drawing/2014/main" id="{A3545644-CD7C-4DBA-8EB1-A9A09C84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24efed9997842a8"/>
              </a:rPr>
              <a:t>開啟提示詞面板 ↗</a:t>
            </a:r>
          </a:p>
        </p:txBody>
      </p:sp>
      <p:sp>
        <p:nvSpPr>
          <p:cNvPr id="10" name="shape-1694">
            <a:extLst xmlns:a="http://schemas.openxmlformats.org/drawingml/2006/main">
              <a:ext uri="{FF2B5EF4-FFF2-40B4-BE49-F238E27FC236}">
                <a16:creationId xmlns:a16="http://schemas.microsoft.com/office/drawing/2014/main" id="{36CF9108-4597-47A9-B3C8-1BC8131E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f020b5fddd415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695">
            <a:extLst xmlns:a="http://schemas.openxmlformats.org/drawingml/2006/main">
              <a:ext uri="{FF2B5EF4-FFF2-40B4-BE49-F238E27FC236}">
                <a16:creationId xmlns:a16="http://schemas.microsoft.com/office/drawing/2014/main" id="{B0A2F744-3F2B-4112-8C97-BF8BF653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提示詞面板</a:t>
            </a:r>
          </a:p>
        </p:txBody>
      </p:sp>
    </p:spTree>
    <p:extLst>
      <p:ext uri="{BB962C8B-B14F-4D97-AF65-F5344CB8AC3E}">
        <p14:creationId xmlns:p14="http://schemas.microsoft.com/office/powerpoint/2010/main" val="210525257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207">
            <a:extLst xmlns:a="http://schemas.openxmlformats.org/drawingml/2006/main">
              <a:ext uri="{FF2B5EF4-FFF2-40B4-BE49-F238E27FC236}">
                <a16:creationId xmlns:a16="http://schemas.microsoft.com/office/drawing/2014/main" id="{7E60623E-1420-4E49-A1D5-D8706017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PROMPT →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EC4064-5848-4CDE-8439-ED2634DEF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四問判斷：這個提示詞值得升級成 Skill 嗎？</a:t>
            </a:r>
          </a:p>
        </p:txBody>
      </p:sp>
      <p:cxnSp>
        <p:nvCxnSpPr>
          <p:cNvPr id="30" name="shape-120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09">
            <a:extLst xmlns:a="http://schemas.openxmlformats.org/drawingml/2006/main">
              <a:ext uri="{FF2B5EF4-FFF2-40B4-BE49-F238E27FC236}">
                <a16:creationId xmlns:a16="http://schemas.microsoft.com/office/drawing/2014/main" id="{DA291243-A8C9-45B8-945D-4212B1D9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A97563B-645F-462C-BE4B-CFF1B282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1210">
            <a:extLst xmlns:a="http://schemas.openxmlformats.org/drawingml/2006/main">
              <a:ext uri="{FF2B5EF4-FFF2-40B4-BE49-F238E27FC236}">
                <a16:creationId xmlns:a16="http://schemas.microsoft.com/office/drawing/2014/main" id="{9FCFFF7D-8F31-4700-B209-F5D03300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11">
            <a:extLst xmlns:a="http://schemas.openxmlformats.org/drawingml/2006/main">
              <a:ext uri="{FF2B5EF4-FFF2-40B4-BE49-F238E27FC236}">
                <a16:creationId xmlns:a16="http://schemas.microsoft.com/office/drawing/2014/main" id="{D2ACFE8D-41B2-4DDE-A114-DA22180B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</a:t>
            </a:r>
          </a:p>
        </p:txBody>
      </p:sp>
      <p:sp>
        <p:nvSpPr>
          <p:cNvPr id="8" name="text-1212">
            <a:extLst xmlns:a="http://schemas.openxmlformats.org/drawingml/2006/main">
              <a:ext uri="{FF2B5EF4-FFF2-40B4-BE49-F238E27FC236}">
                <a16:creationId xmlns:a16="http://schemas.microsoft.com/office/drawing/2014/main" id="{BC722B94-0480-419A-B957-7E290E97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會重複嗎？</a:t>
            </a:r>
          </a:p>
        </p:txBody>
      </p:sp>
      <p:sp>
        <p:nvSpPr>
          <p:cNvPr id="9" name="text-1213">
            <a:extLst xmlns:a="http://schemas.openxmlformats.org/drawingml/2006/main">
              <a:ext uri="{FF2B5EF4-FFF2-40B4-BE49-F238E27FC236}">
                <a16:creationId xmlns:a16="http://schemas.microsoft.com/office/drawing/2014/main" id="{607E5861-23A1-42E4-9E91-E4642565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一學期或一個團隊會反覆遇到，不是一次性要求。</a:t>
            </a:r>
          </a:p>
        </p:txBody>
      </p:sp>
      <p:sp>
        <p:nvSpPr>
          <p:cNvPr id="10" name="shape-1214">
            <a:extLst xmlns:a="http://schemas.openxmlformats.org/drawingml/2006/main">
              <a:ext uri="{FF2B5EF4-FFF2-40B4-BE49-F238E27FC236}">
                <a16:creationId xmlns:a16="http://schemas.microsoft.com/office/drawing/2014/main" id="{BAE834DF-C0F2-4C72-A4E8-FBBBF9429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15">
            <a:extLst xmlns:a="http://schemas.openxmlformats.org/drawingml/2006/main">
              <a:ext uri="{FF2B5EF4-FFF2-40B4-BE49-F238E27FC236}">
                <a16:creationId xmlns:a16="http://schemas.microsoft.com/office/drawing/2014/main" id="{7BA6375D-974C-47EC-8BF3-34BE2865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</a:t>
            </a:r>
          </a:p>
        </p:txBody>
      </p:sp>
      <p:sp>
        <p:nvSpPr>
          <p:cNvPr id="12" name="text-1216">
            <a:extLst xmlns:a="http://schemas.openxmlformats.org/drawingml/2006/main">
              <a:ext uri="{FF2B5EF4-FFF2-40B4-BE49-F238E27FC236}">
                <a16:creationId xmlns:a16="http://schemas.microsoft.com/office/drawing/2014/main" id="{6C1AF482-70C7-426E-8EE6-D693F339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流程穩定嗎？</a:t>
            </a:r>
          </a:p>
        </p:txBody>
      </p:sp>
      <p:sp>
        <p:nvSpPr>
          <p:cNvPr id="13" name="text-1217">
            <a:extLst xmlns:a="http://schemas.openxmlformats.org/drawingml/2006/main">
              <a:ext uri="{FF2B5EF4-FFF2-40B4-BE49-F238E27FC236}">
                <a16:creationId xmlns:a16="http://schemas.microsoft.com/office/drawing/2014/main" id="{F9358EDD-45F5-49E5-A731-8CDD72D1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大部分步驟、限制與輸出欄位可固定。</a:t>
            </a:r>
          </a:p>
        </p:txBody>
      </p:sp>
      <p:sp>
        <p:nvSpPr>
          <p:cNvPr id="14" name="shape-1218">
            <a:extLst xmlns:a="http://schemas.openxmlformats.org/drawingml/2006/main">
              <a:ext uri="{FF2B5EF4-FFF2-40B4-BE49-F238E27FC236}">
                <a16:creationId xmlns:a16="http://schemas.microsoft.com/office/drawing/2014/main" id="{4636AA60-86C4-45FC-AAF8-A7B47FD5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19">
            <a:extLst xmlns:a="http://schemas.openxmlformats.org/drawingml/2006/main">
              <a:ext uri="{FF2B5EF4-FFF2-40B4-BE49-F238E27FC236}">
                <a16:creationId xmlns:a16="http://schemas.microsoft.com/office/drawing/2014/main" id="{89F8D835-5519-460A-AEA8-1B0F5F88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V</a:t>
            </a:r>
          </a:p>
        </p:txBody>
      </p:sp>
      <p:sp>
        <p:nvSpPr>
          <p:cNvPr id="16" name="text-1220">
            <a:extLst xmlns:a="http://schemas.openxmlformats.org/drawingml/2006/main">
              <a:ext uri="{FF2B5EF4-FFF2-40B4-BE49-F238E27FC236}">
                <a16:creationId xmlns:a16="http://schemas.microsoft.com/office/drawing/2014/main" id="{523C1B3E-B29D-4E8F-923E-6F1AF9F2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能驗證嗎？</a:t>
            </a:r>
          </a:p>
        </p:txBody>
      </p:sp>
      <p:sp>
        <p:nvSpPr>
          <p:cNvPr id="17" name="text-1221">
            <a:extLst xmlns:a="http://schemas.openxmlformats.org/drawingml/2006/main">
              <a:ext uri="{FF2B5EF4-FFF2-40B4-BE49-F238E27FC236}">
                <a16:creationId xmlns:a16="http://schemas.microsoft.com/office/drawing/2014/main" id="{0D70D9C7-2668-40B6-82F1-AADBBAAF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有可檢查的完成條件，而非只憑喜好。</a:t>
            </a:r>
          </a:p>
        </p:txBody>
      </p:sp>
      <p:sp>
        <p:nvSpPr>
          <p:cNvPr id="18" name="shape-1222">
            <a:extLst xmlns:a="http://schemas.openxmlformats.org/drawingml/2006/main">
              <a:ext uri="{FF2B5EF4-FFF2-40B4-BE49-F238E27FC236}">
                <a16:creationId xmlns:a16="http://schemas.microsoft.com/office/drawing/2014/main" id="{F43E0521-0B30-4584-BF26-1B7F8269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23">
            <a:extLst xmlns:a="http://schemas.openxmlformats.org/drawingml/2006/main">
              <a:ext uri="{FF2B5EF4-FFF2-40B4-BE49-F238E27FC236}">
                <a16:creationId xmlns:a16="http://schemas.microsoft.com/office/drawing/2014/main" id="{0EFA8139-1748-4715-B7ED-5013632F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</a:t>
            </a:r>
          </a:p>
        </p:txBody>
      </p:sp>
      <p:sp>
        <p:nvSpPr>
          <p:cNvPr id="20" name="text-1224">
            <a:extLst xmlns:a="http://schemas.openxmlformats.org/drawingml/2006/main">
              <a:ext uri="{FF2B5EF4-FFF2-40B4-BE49-F238E27FC236}">
                <a16:creationId xmlns:a16="http://schemas.microsoft.com/office/drawing/2014/main" id="{0646C4CA-05B8-44B5-BA61-FD32103C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能維護嗎？</a:t>
            </a:r>
          </a:p>
        </p:txBody>
      </p:sp>
      <p:sp>
        <p:nvSpPr>
          <p:cNvPr id="21" name="text-1225">
            <a:extLst xmlns:a="http://schemas.openxmlformats.org/drawingml/2006/main">
              <a:ext uri="{FF2B5EF4-FFF2-40B4-BE49-F238E27FC236}">
                <a16:creationId xmlns:a16="http://schemas.microsoft.com/office/drawing/2014/main" id="{C14F0169-7BE7-419A-86D6-E1E2F4E2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範例、規則與腳本可以更新、版控與交接。</a:t>
            </a:r>
          </a:p>
        </p:txBody>
      </p:sp>
      <p:sp>
        <p:nvSpPr>
          <p:cNvPr id="22" name="text-1620">
            <a:extLst xmlns:a="http://schemas.openxmlformats.org/drawingml/2006/main">
              <a:ext uri="{FF2B5EF4-FFF2-40B4-BE49-F238E27FC236}">
                <a16:creationId xmlns:a16="http://schemas.microsoft.com/office/drawing/2014/main" id="{2543ADF6-7292-4D77-A52D-D8376CED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64614ab84484b96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d6c5d7486014e94"/>
              </a:rPr>
              <a:t>Codex Skills ↗</a:t>
            </a:r>
          </a:p>
        </p:txBody>
      </p:sp>
      <p:sp>
        <p:nvSpPr>
          <p:cNvPr id="23" name="shape-1673">
            <a:extLst xmlns:a="http://schemas.openxmlformats.org/drawingml/2006/main">
              <a:ext uri="{FF2B5EF4-FFF2-40B4-BE49-F238E27FC236}">
                <a16:creationId xmlns:a16="http://schemas.microsoft.com/office/drawing/2014/main" id="{AE4BA10F-3000-4A9D-B3DD-10FD86E26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369ba4b22f45d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74">
            <a:extLst xmlns:a="http://schemas.openxmlformats.org/drawingml/2006/main">
              <a:ext uri="{FF2B5EF4-FFF2-40B4-BE49-F238E27FC236}">
                <a16:creationId xmlns:a16="http://schemas.microsoft.com/office/drawing/2014/main" id="{88D5DBD9-AA9D-4033-AAE5-CEDAFC589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9d13e53d749f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75">
            <a:extLst xmlns:a="http://schemas.openxmlformats.org/drawingml/2006/main">
              <a:ext uri="{FF2B5EF4-FFF2-40B4-BE49-F238E27FC236}">
                <a16:creationId xmlns:a16="http://schemas.microsoft.com/office/drawing/2014/main" id="{A876A270-521F-48A3-928B-B37BF848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83327860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226">
            <a:extLst xmlns:a="http://schemas.openxmlformats.org/drawingml/2006/main">
              <a:ext uri="{FF2B5EF4-FFF2-40B4-BE49-F238E27FC236}">
                <a16:creationId xmlns:a16="http://schemas.microsoft.com/office/drawing/2014/main" id="{1BD1CD77-6C2E-471F-8CC1-00D2704C2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CREATIVE STARTERS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FF223D-FF04-4A23-8D0E-1C4B86E3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六個真實提示詞，如何升級成 Skill</a:t>
            </a:r>
          </a:p>
        </p:txBody>
      </p:sp>
      <p:cxnSp>
        <p:nvCxnSpPr>
          <p:cNvPr id="38" name="shape-12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28">
            <a:extLst xmlns:a="http://schemas.openxmlformats.org/drawingml/2006/main">
              <a:ext uri="{FF2B5EF4-FFF2-40B4-BE49-F238E27FC236}">
                <a16:creationId xmlns:a16="http://schemas.microsoft.com/office/drawing/2014/main" id="{7BEC0B50-5F71-42C8-8482-3BF28604F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F884583-1564-489B-8481-14915E94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1229">
            <a:extLst xmlns:a="http://schemas.openxmlformats.org/drawingml/2006/main">
              <a:ext uri="{FF2B5EF4-FFF2-40B4-BE49-F238E27FC236}">
                <a16:creationId xmlns:a16="http://schemas.microsoft.com/office/drawing/2014/main" id="{38A488B4-AFE1-49AE-BB87-554FD474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30">
            <a:extLst xmlns:a="http://schemas.openxmlformats.org/drawingml/2006/main">
              <a:ext uri="{FF2B5EF4-FFF2-40B4-BE49-F238E27FC236}">
                <a16:creationId xmlns:a16="http://schemas.microsoft.com/office/drawing/2014/main" id="{1E98DCA9-0092-443A-A5DE-4FDA81D1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WEB</a:t>
            </a:r>
          </a:p>
        </p:txBody>
      </p:sp>
      <p:sp>
        <p:nvSpPr>
          <p:cNvPr id="8" name="text-1231">
            <a:extLst xmlns:a="http://schemas.openxmlformats.org/drawingml/2006/main">
              <a:ext uri="{FF2B5EF4-FFF2-40B4-BE49-F238E27FC236}">
                <a16:creationId xmlns:a16="http://schemas.microsoft.com/office/drawing/2014/main" id="{74036ABC-C016-4A60-9C0A-715F94FD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/onepage</a:t>
            </a:r>
          </a:p>
        </p:txBody>
      </p:sp>
      <p:sp>
        <p:nvSpPr>
          <p:cNvPr id="9" name="text-1232">
            <a:extLst xmlns:a="http://schemas.openxmlformats.org/drawingml/2006/main">
              <a:ext uri="{FF2B5EF4-FFF2-40B4-BE49-F238E27FC236}">
                <a16:creationId xmlns:a16="http://schemas.microsoft.com/office/drawing/2014/main" id="{B2244F92-E4C1-4AAB-BE92-051F48158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單檔互動網站 → 課程資源頁產製＋RWD＋連結檢查。</a:t>
            </a:r>
          </a:p>
        </p:txBody>
      </p:sp>
      <p:sp>
        <p:nvSpPr>
          <p:cNvPr id="10" name="shape-1233">
            <a:extLst xmlns:a="http://schemas.openxmlformats.org/drawingml/2006/main">
              <a:ext uri="{FF2B5EF4-FFF2-40B4-BE49-F238E27FC236}">
                <a16:creationId xmlns:a16="http://schemas.microsoft.com/office/drawing/2014/main" id="{A290F52F-93BE-4154-8C0C-A1A90E903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34">
            <a:extLst xmlns:a="http://schemas.openxmlformats.org/drawingml/2006/main">
              <a:ext uri="{FF2B5EF4-FFF2-40B4-BE49-F238E27FC236}">
                <a16:creationId xmlns:a16="http://schemas.microsoft.com/office/drawing/2014/main" id="{BDC09443-4AC1-4727-8734-342EC23E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PPT</a:t>
            </a:r>
          </a:p>
        </p:txBody>
      </p:sp>
      <p:sp>
        <p:nvSpPr>
          <p:cNvPr id="12" name="text-1235">
            <a:extLst xmlns:a="http://schemas.openxmlformats.org/drawingml/2006/main">
              <a:ext uri="{FF2B5EF4-FFF2-40B4-BE49-F238E27FC236}">
                <a16:creationId xmlns:a16="http://schemas.microsoft.com/office/drawing/2014/main" id="{74CAA863-8EC5-4ADC-AE2C-FCE2DF2B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/ppt</a:t>
            </a:r>
          </a:p>
        </p:txBody>
      </p:sp>
      <p:sp>
        <p:nvSpPr>
          <p:cNvPr id="13" name="text-1236">
            <a:extLst xmlns:a="http://schemas.openxmlformats.org/drawingml/2006/main">
              <a:ext uri="{FF2B5EF4-FFF2-40B4-BE49-F238E27FC236}">
                <a16:creationId xmlns:a16="http://schemas.microsoft.com/office/drawing/2014/main" id="{80BBA2FC-2EBA-4095-8E01-B80E898F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溫馨簡報 → 來源整理＋頁面結構＋逐頁渲染檢核。</a:t>
            </a:r>
          </a:p>
        </p:txBody>
      </p:sp>
      <p:sp>
        <p:nvSpPr>
          <p:cNvPr id="14" name="shape-1237">
            <a:extLst xmlns:a="http://schemas.openxmlformats.org/drawingml/2006/main">
              <a:ext uri="{FF2B5EF4-FFF2-40B4-BE49-F238E27FC236}">
                <a16:creationId xmlns:a16="http://schemas.microsoft.com/office/drawing/2014/main" id="{23F3017E-36D7-4668-8B3C-35ACB03B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38">
            <a:extLst xmlns:a="http://schemas.openxmlformats.org/drawingml/2006/main">
              <a:ext uri="{FF2B5EF4-FFF2-40B4-BE49-F238E27FC236}">
                <a16:creationId xmlns:a16="http://schemas.microsoft.com/office/drawing/2014/main" id="{E3580CF3-94AC-49A2-910E-949BDFA0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SRT</a:t>
            </a:r>
          </a:p>
        </p:txBody>
      </p:sp>
      <p:sp>
        <p:nvSpPr>
          <p:cNvPr id="16" name="text-1239">
            <a:extLst xmlns:a="http://schemas.openxmlformats.org/drawingml/2006/main">
              <a:ext uri="{FF2B5EF4-FFF2-40B4-BE49-F238E27FC236}">
                <a16:creationId xmlns:a16="http://schemas.microsoft.com/office/drawing/2014/main" id="{98B02F75-9745-4350-87EF-E8C49BCC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/srt</a:t>
            </a:r>
          </a:p>
        </p:txBody>
      </p:sp>
      <p:sp>
        <p:nvSpPr>
          <p:cNvPr id="17" name="text-1240">
            <a:extLst xmlns:a="http://schemas.openxmlformats.org/drawingml/2006/main">
              <a:ext uri="{FF2B5EF4-FFF2-40B4-BE49-F238E27FC236}">
                <a16:creationId xmlns:a16="http://schemas.microsoft.com/office/drawing/2014/main" id="{C22CDB86-6580-47D8-B61A-B9FB9FE6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SRT 字幕 → 語音轉錄＋專名校正＋空白切斷＋格式測試。</a:t>
            </a:r>
          </a:p>
        </p:txBody>
      </p:sp>
      <p:sp>
        <p:nvSpPr>
          <p:cNvPr id="18" name="shape-1241">
            <a:extLst xmlns:a="http://schemas.openxmlformats.org/drawingml/2006/main">
              <a:ext uri="{FF2B5EF4-FFF2-40B4-BE49-F238E27FC236}">
                <a16:creationId xmlns:a16="http://schemas.microsoft.com/office/drawing/2014/main" id="{81630078-77BF-472F-89E1-F21C7AFB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42">
            <a:extLst xmlns:a="http://schemas.openxmlformats.org/drawingml/2006/main">
              <a:ext uri="{FF2B5EF4-FFF2-40B4-BE49-F238E27FC236}">
                <a16:creationId xmlns:a16="http://schemas.microsoft.com/office/drawing/2014/main" id="{09460BC9-C91E-4206-91BE-397E308A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QA</a:t>
            </a:r>
          </a:p>
        </p:txBody>
      </p:sp>
      <p:sp>
        <p:nvSpPr>
          <p:cNvPr id="20" name="text-1243">
            <a:extLst xmlns:a="http://schemas.openxmlformats.org/drawingml/2006/main">
              <a:ext uri="{FF2B5EF4-FFF2-40B4-BE49-F238E27FC236}">
                <a16:creationId xmlns:a16="http://schemas.microsoft.com/office/drawing/2014/main" id="{4C706A44-9FFF-465D-9D14-65E57978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/audit</a:t>
            </a:r>
          </a:p>
        </p:txBody>
      </p:sp>
      <p:sp>
        <p:nvSpPr>
          <p:cNvPr id="21" name="text-1244">
            <a:extLst xmlns:a="http://schemas.openxmlformats.org/drawingml/2006/main">
              <a:ext uri="{FF2B5EF4-FFF2-40B4-BE49-F238E27FC236}">
                <a16:creationId xmlns:a16="http://schemas.microsoft.com/office/drawing/2014/main" id="{3CEE2619-7BB8-4813-96FF-7E20A437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資料夾總檢 → 唯讀盤點＋風險分類＋移植建議＋交接文件。</a:t>
            </a:r>
          </a:p>
        </p:txBody>
      </p:sp>
      <p:sp>
        <p:nvSpPr>
          <p:cNvPr id="22" name="shape-1245">
            <a:extLst xmlns:a="http://schemas.openxmlformats.org/drawingml/2006/main">
              <a:ext uri="{FF2B5EF4-FFF2-40B4-BE49-F238E27FC236}">
                <a16:creationId xmlns:a16="http://schemas.microsoft.com/office/drawing/2014/main" id="{C299DB1F-BE74-4954-BE10-0FE41350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246">
            <a:extLst xmlns:a="http://schemas.openxmlformats.org/drawingml/2006/main">
              <a:ext uri="{FF2B5EF4-FFF2-40B4-BE49-F238E27FC236}">
                <a16:creationId xmlns:a16="http://schemas.microsoft.com/office/drawing/2014/main" id="{28561D23-AA65-456E-91E1-C28C4549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</a:t>
            </a:r>
          </a:p>
        </p:txBody>
      </p:sp>
      <p:sp>
        <p:nvSpPr>
          <p:cNvPr id="24" name="text-1247">
            <a:extLst xmlns:a="http://schemas.openxmlformats.org/drawingml/2006/main">
              <a:ext uri="{FF2B5EF4-FFF2-40B4-BE49-F238E27FC236}">
                <a16:creationId xmlns:a16="http://schemas.microsoft.com/office/drawing/2014/main" id="{82780B87-C52B-4E06-863B-341A76001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/pages</a:t>
            </a:r>
          </a:p>
        </p:txBody>
      </p:sp>
      <p:sp>
        <p:nvSpPr>
          <p:cNvPr id="25" name="text-1248">
            <a:extLst xmlns:a="http://schemas.openxmlformats.org/drawingml/2006/main">
              <a:ext uri="{FF2B5EF4-FFF2-40B4-BE49-F238E27FC236}">
                <a16:creationId xmlns:a16="http://schemas.microsoft.com/office/drawing/2014/main" id="{38CBC578-A7EE-445E-BE6E-E8164AA1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GitHub Pages → 建置設定＋部署＋公開網址驗證。</a:t>
            </a:r>
          </a:p>
        </p:txBody>
      </p:sp>
      <p:sp>
        <p:nvSpPr>
          <p:cNvPr id="26" name="shape-1249">
            <a:extLst xmlns:a="http://schemas.openxmlformats.org/drawingml/2006/main">
              <a:ext uri="{FF2B5EF4-FFF2-40B4-BE49-F238E27FC236}">
                <a16:creationId xmlns:a16="http://schemas.microsoft.com/office/drawing/2014/main" id="{5B65B291-3015-4AD3-BD7E-30D0FBF7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250">
            <a:extLst xmlns:a="http://schemas.openxmlformats.org/drawingml/2006/main">
              <a:ext uri="{FF2B5EF4-FFF2-40B4-BE49-F238E27FC236}">
                <a16:creationId xmlns:a16="http://schemas.microsoft.com/office/drawing/2014/main" id="{64161E01-D2B4-4675-88F6-00393093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7D4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META</a:t>
            </a:r>
          </a:p>
        </p:txBody>
      </p:sp>
      <p:sp>
        <p:nvSpPr>
          <p:cNvPr id="28" name="text-1251">
            <a:extLst xmlns:a="http://schemas.openxmlformats.org/drawingml/2006/main">
              <a:ext uri="{FF2B5EF4-FFF2-40B4-BE49-F238E27FC236}">
                <a16:creationId xmlns:a16="http://schemas.microsoft.com/office/drawing/2014/main" id="{47841540-9ECA-4A8D-9C4A-0FFF08D10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/skill</a:t>
            </a:r>
          </a:p>
        </p:txBody>
      </p:sp>
      <p:sp>
        <p:nvSpPr>
          <p:cNvPr id="29" name="text-1252">
            <a:extLst xmlns:a="http://schemas.openxmlformats.org/drawingml/2006/main">
              <a:ext uri="{FF2B5EF4-FFF2-40B4-BE49-F238E27FC236}">
                <a16:creationId xmlns:a16="http://schemas.microsoft.com/office/drawing/2014/main" id="{015822F8-889E-40CC-B45E-53F5CB1FD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成功案例 → 根因、步驟、觸發條件與回歸測試的知識保存。</a:t>
            </a:r>
          </a:p>
        </p:txBody>
      </p:sp>
      <p:sp>
        <p:nvSpPr>
          <p:cNvPr id="30" name="text-1621">
            <a:extLst xmlns:a="http://schemas.openxmlformats.org/drawingml/2006/main">
              <a:ext uri="{FF2B5EF4-FFF2-40B4-BE49-F238E27FC236}">
                <a16:creationId xmlns:a16="http://schemas.microsoft.com/office/drawing/2014/main" id="{0A794D95-1642-4609-8AE7-471C5EA4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a7a11b0bb9b44da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9c474f3bad84d61"/>
              </a:rPr>
              <a:t>Codex Skills ↗</a:t>
            </a:r>
          </a:p>
        </p:txBody>
      </p:sp>
      <p:sp>
        <p:nvSpPr>
          <p:cNvPr id="31" name="shape-1676">
            <a:extLst xmlns:a="http://schemas.openxmlformats.org/drawingml/2006/main">
              <a:ext uri="{FF2B5EF4-FFF2-40B4-BE49-F238E27FC236}">
                <a16:creationId xmlns:a16="http://schemas.microsoft.com/office/drawing/2014/main" id="{656FAF23-1977-481C-B8FA-6B2715E1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de11ebefa6473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77">
            <a:extLst xmlns:a="http://schemas.openxmlformats.org/drawingml/2006/main">
              <a:ext uri="{FF2B5EF4-FFF2-40B4-BE49-F238E27FC236}">
                <a16:creationId xmlns:a16="http://schemas.microsoft.com/office/drawing/2014/main" id="{FCE3B20A-976F-4CCF-AEA1-552CEE49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260b7397e8460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78">
            <a:extLst xmlns:a="http://schemas.openxmlformats.org/drawingml/2006/main">
              <a:ext uri="{FF2B5EF4-FFF2-40B4-BE49-F238E27FC236}">
                <a16:creationId xmlns:a16="http://schemas.microsoft.com/office/drawing/2014/main" id="{AF04A128-A695-4FF1-89CE-2CF28DA0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08845519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253">
            <a:extLst xmlns:a="http://schemas.openxmlformats.org/drawingml/2006/main">
              <a:ext uri="{FF2B5EF4-FFF2-40B4-BE49-F238E27FC236}">
                <a16:creationId xmlns:a16="http://schemas.microsoft.com/office/drawing/2014/main" id="{1CEED8E9-1F24-47FB-8D0E-85BEADFA2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FOLDER ANATOMY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DDE6247-786B-43FF-9FBF-7285E75A7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 資料夾：主文保持短，細節分層放</a:t>
            </a:r>
          </a:p>
        </p:txBody>
      </p:sp>
      <p:cxnSp>
        <p:nvCxnSpPr>
          <p:cNvPr id="38" name="shape-125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55">
            <a:extLst xmlns:a="http://schemas.openxmlformats.org/drawingml/2006/main">
              <a:ext uri="{FF2B5EF4-FFF2-40B4-BE49-F238E27FC236}">
                <a16:creationId xmlns:a16="http://schemas.microsoft.com/office/drawing/2014/main" id="{8BDEF225-44FF-4F00-8777-57036AD0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A214D9-11F5-4013-B3B7-80562646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1256">
            <a:extLst xmlns:a="http://schemas.openxmlformats.org/drawingml/2006/main">
              <a:ext uri="{FF2B5EF4-FFF2-40B4-BE49-F238E27FC236}">
                <a16:creationId xmlns:a16="http://schemas.microsoft.com/office/drawing/2014/main" id="{ED172802-D958-450C-BD25-3E67355E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257">
            <a:extLst xmlns:a="http://schemas.openxmlformats.org/drawingml/2006/main">
              <a:ext uri="{FF2B5EF4-FFF2-40B4-BE49-F238E27FC236}">
                <a16:creationId xmlns:a16="http://schemas.microsoft.com/office/drawing/2014/main" id="{7471A1C8-6EDB-4406-8F12-66517226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258">
            <a:extLst xmlns:a="http://schemas.openxmlformats.org/drawingml/2006/main">
              <a:ext uri="{FF2B5EF4-FFF2-40B4-BE49-F238E27FC236}">
                <a16:creationId xmlns:a16="http://schemas.microsoft.com/office/drawing/2014/main" id="{6DD4C887-3B38-463E-B39F-0F3E9D71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59">
            <a:extLst xmlns:a="http://schemas.openxmlformats.org/drawingml/2006/main">
              <a:ext uri="{FF2B5EF4-FFF2-40B4-BE49-F238E27FC236}">
                <a16:creationId xmlns:a16="http://schemas.microsoft.com/office/drawing/2014/main" id="{496F7FAD-D972-42F0-ADCA-2F8E7849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10" name="text-1260">
            <a:extLst xmlns:a="http://schemas.openxmlformats.org/drawingml/2006/main">
              <a:ext uri="{FF2B5EF4-FFF2-40B4-BE49-F238E27FC236}">
                <a16:creationId xmlns:a16="http://schemas.microsoft.com/office/drawing/2014/main" id="{C239AB4E-3E86-4EA4-9810-B0FCD61F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名稱、描述、核心流程</a:t>
            </a:r>
          </a:p>
        </p:txBody>
      </p:sp>
      <p:sp>
        <p:nvSpPr>
          <p:cNvPr id="11" name="text-1261">
            <a:extLst xmlns:a="http://schemas.openxmlformats.org/drawingml/2006/main">
              <a:ext uri="{FF2B5EF4-FFF2-40B4-BE49-F238E27FC236}">
                <a16:creationId xmlns:a16="http://schemas.microsoft.com/office/drawing/2014/main" id="{F86EF177-28BA-4355-A89E-8B47B79D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262">
            <a:extLst xmlns:a="http://schemas.openxmlformats.org/drawingml/2006/main">
              <a:ext uri="{FF2B5EF4-FFF2-40B4-BE49-F238E27FC236}">
                <a16:creationId xmlns:a16="http://schemas.microsoft.com/office/drawing/2014/main" id="{92E4376F-80F7-48C2-83CE-E4EB88E0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263">
            <a:extLst xmlns:a="http://schemas.openxmlformats.org/drawingml/2006/main">
              <a:ext uri="{FF2B5EF4-FFF2-40B4-BE49-F238E27FC236}">
                <a16:creationId xmlns:a16="http://schemas.microsoft.com/office/drawing/2014/main" id="{1F4C23AB-045A-4449-9927-3DFB9CFE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264">
            <a:extLst xmlns:a="http://schemas.openxmlformats.org/drawingml/2006/main">
              <a:ext uri="{FF2B5EF4-FFF2-40B4-BE49-F238E27FC236}">
                <a16:creationId xmlns:a16="http://schemas.microsoft.com/office/drawing/2014/main" id="{B315A71B-D3C5-4228-B207-7D5D62FB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265">
            <a:extLst xmlns:a="http://schemas.openxmlformats.org/drawingml/2006/main">
              <a:ext uri="{FF2B5EF4-FFF2-40B4-BE49-F238E27FC236}">
                <a16:creationId xmlns:a16="http://schemas.microsoft.com/office/drawing/2014/main" id="{AF787619-F524-4FF5-ABCD-970218188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references/</a:t>
            </a:r>
          </a:p>
        </p:txBody>
      </p:sp>
      <p:sp>
        <p:nvSpPr>
          <p:cNvPr id="16" name="text-1266">
            <a:extLst xmlns:a="http://schemas.openxmlformats.org/drawingml/2006/main">
              <a:ext uri="{FF2B5EF4-FFF2-40B4-BE49-F238E27FC236}">
                <a16:creationId xmlns:a16="http://schemas.microsoft.com/office/drawing/2014/main" id="{5E3C3B8D-6997-47F0-BFAC-0C22589B7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規範、知識、長篇範例</a:t>
            </a:r>
          </a:p>
        </p:txBody>
      </p:sp>
      <p:sp>
        <p:nvSpPr>
          <p:cNvPr id="17" name="text-1267">
            <a:extLst xmlns:a="http://schemas.openxmlformats.org/drawingml/2006/main">
              <a:ext uri="{FF2B5EF4-FFF2-40B4-BE49-F238E27FC236}">
                <a16:creationId xmlns:a16="http://schemas.microsoft.com/office/drawing/2014/main" id="{89566801-490B-4961-8782-18CC1DAF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268">
            <a:extLst xmlns:a="http://schemas.openxmlformats.org/drawingml/2006/main">
              <a:ext uri="{FF2B5EF4-FFF2-40B4-BE49-F238E27FC236}">
                <a16:creationId xmlns:a16="http://schemas.microsoft.com/office/drawing/2014/main" id="{A3A7302C-80AA-4F0A-8428-6DE039FF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269">
            <a:extLst xmlns:a="http://schemas.openxmlformats.org/drawingml/2006/main">
              <a:ext uri="{FF2B5EF4-FFF2-40B4-BE49-F238E27FC236}">
                <a16:creationId xmlns:a16="http://schemas.microsoft.com/office/drawing/2014/main" id="{CC9602F5-4313-44CE-A3E5-1C3001FDD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270">
            <a:extLst xmlns:a="http://schemas.openxmlformats.org/drawingml/2006/main">
              <a:ext uri="{FF2B5EF4-FFF2-40B4-BE49-F238E27FC236}">
                <a16:creationId xmlns:a16="http://schemas.microsoft.com/office/drawing/2014/main" id="{37365EF9-951B-4E66-B582-7DD940C8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271">
            <a:extLst xmlns:a="http://schemas.openxmlformats.org/drawingml/2006/main">
              <a:ext uri="{FF2B5EF4-FFF2-40B4-BE49-F238E27FC236}">
                <a16:creationId xmlns:a16="http://schemas.microsoft.com/office/drawing/2014/main" id="{7269003F-A009-4766-AA89-233221C7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scripts/</a:t>
            </a:r>
          </a:p>
        </p:txBody>
      </p:sp>
      <p:sp>
        <p:nvSpPr>
          <p:cNvPr id="22" name="text-1272">
            <a:extLst xmlns:a="http://schemas.openxmlformats.org/drawingml/2006/main">
              <a:ext uri="{FF2B5EF4-FFF2-40B4-BE49-F238E27FC236}">
                <a16:creationId xmlns:a16="http://schemas.microsoft.com/office/drawing/2014/main" id="{202CDC8A-DF02-4018-BB1F-6C54D019B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可重複執行的檢查與轉換</a:t>
            </a:r>
          </a:p>
        </p:txBody>
      </p:sp>
      <p:sp>
        <p:nvSpPr>
          <p:cNvPr id="23" name="text-1273">
            <a:extLst xmlns:a="http://schemas.openxmlformats.org/drawingml/2006/main">
              <a:ext uri="{FF2B5EF4-FFF2-40B4-BE49-F238E27FC236}">
                <a16:creationId xmlns:a16="http://schemas.microsoft.com/office/drawing/2014/main" id="{D403B39D-E416-4F2E-9D1E-CB57ADF8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274">
            <a:extLst xmlns:a="http://schemas.openxmlformats.org/drawingml/2006/main">
              <a:ext uri="{FF2B5EF4-FFF2-40B4-BE49-F238E27FC236}">
                <a16:creationId xmlns:a16="http://schemas.microsoft.com/office/drawing/2014/main" id="{9097C398-92B9-4013-86D5-369C7F7F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275">
            <a:extLst xmlns:a="http://schemas.openxmlformats.org/drawingml/2006/main">
              <a:ext uri="{FF2B5EF4-FFF2-40B4-BE49-F238E27FC236}">
                <a16:creationId xmlns:a16="http://schemas.microsoft.com/office/drawing/2014/main" id="{B3E95B4E-6AE8-4D7E-B2B5-F15E6ABB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276">
            <a:extLst xmlns:a="http://schemas.openxmlformats.org/drawingml/2006/main">
              <a:ext uri="{FF2B5EF4-FFF2-40B4-BE49-F238E27FC236}">
                <a16:creationId xmlns:a16="http://schemas.microsoft.com/office/drawing/2014/main" id="{B72178FB-E4EE-457C-BA21-EE4C6B54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277">
            <a:extLst xmlns:a="http://schemas.openxmlformats.org/drawingml/2006/main">
              <a:ext uri="{FF2B5EF4-FFF2-40B4-BE49-F238E27FC236}">
                <a16:creationId xmlns:a16="http://schemas.microsoft.com/office/drawing/2014/main" id="{D231426C-194C-4FED-BBE3-8403F869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assets/</a:t>
            </a:r>
          </a:p>
        </p:txBody>
      </p:sp>
      <p:sp>
        <p:nvSpPr>
          <p:cNvPr id="28" name="text-1278">
            <a:extLst xmlns:a="http://schemas.openxmlformats.org/drawingml/2006/main">
              <a:ext uri="{FF2B5EF4-FFF2-40B4-BE49-F238E27FC236}">
                <a16:creationId xmlns:a16="http://schemas.microsoft.com/office/drawing/2014/main" id="{ABB22335-4543-4FB7-B053-38C07CB4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範本、圖片、輸出骨架</a:t>
            </a:r>
          </a:p>
        </p:txBody>
      </p:sp>
      <p:sp>
        <p:nvSpPr>
          <p:cNvPr id="29" name="text-1279">
            <a:extLst xmlns:a="http://schemas.openxmlformats.org/drawingml/2006/main">
              <a:ext uri="{FF2B5EF4-FFF2-40B4-BE49-F238E27FC236}">
                <a16:creationId xmlns:a16="http://schemas.microsoft.com/office/drawing/2014/main" id="{2806AB5B-550A-4DCE-B66B-F481C402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1622">
            <a:extLst xmlns:a="http://schemas.openxmlformats.org/drawingml/2006/main">
              <a:ext uri="{FF2B5EF4-FFF2-40B4-BE49-F238E27FC236}">
                <a16:creationId xmlns:a16="http://schemas.microsoft.com/office/drawing/2014/main" id="{25A29BE2-4FFA-4C49-9B48-87B8FDFA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409c96829414cd7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4fa2f54c34944a2"/>
              </a:rPr>
              <a:t>Codex Skills ↗</a:t>
            </a:r>
          </a:p>
        </p:txBody>
      </p:sp>
      <p:sp>
        <p:nvSpPr>
          <p:cNvPr id="31" name="shape-1679">
            <a:extLst xmlns:a="http://schemas.openxmlformats.org/drawingml/2006/main">
              <a:ext uri="{FF2B5EF4-FFF2-40B4-BE49-F238E27FC236}">
                <a16:creationId xmlns:a16="http://schemas.microsoft.com/office/drawing/2014/main" id="{F7C41CDB-8829-436E-84FB-7747B0FF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180eb5a4da49c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80">
            <a:extLst xmlns:a="http://schemas.openxmlformats.org/drawingml/2006/main">
              <a:ext uri="{FF2B5EF4-FFF2-40B4-BE49-F238E27FC236}">
                <a16:creationId xmlns:a16="http://schemas.microsoft.com/office/drawing/2014/main" id="{E6C7EC78-B692-47E2-A22B-D79C87C1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bc4fb0650418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81">
            <a:extLst xmlns:a="http://schemas.openxmlformats.org/drawingml/2006/main">
              <a:ext uri="{FF2B5EF4-FFF2-40B4-BE49-F238E27FC236}">
                <a16:creationId xmlns:a16="http://schemas.microsoft.com/office/drawing/2014/main" id="{D1942F75-7240-460B-AB37-FB8B94CE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5150486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280">
            <a:extLst xmlns:a="http://schemas.openxmlformats.org/drawingml/2006/main">
              <a:ext uri="{FF2B5EF4-FFF2-40B4-BE49-F238E27FC236}">
                <a16:creationId xmlns:a16="http://schemas.microsoft.com/office/drawing/2014/main" id="{A9D6BECE-A039-4818-8820-25C63209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44CB94-1F19-4145-B592-A9F66F61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跨平台 SKILL.md：最小而清楚</a:t>
            </a:r>
          </a:p>
        </p:txBody>
      </p:sp>
      <p:cxnSp>
        <p:nvCxnSpPr>
          <p:cNvPr id="21" name="shape-128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82">
            <a:extLst xmlns:a="http://schemas.openxmlformats.org/drawingml/2006/main">
              <a:ext uri="{FF2B5EF4-FFF2-40B4-BE49-F238E27FC236}">
                <a16:creationId xmlns:a16="http://schemas.microsoft.com/office/drawing/2014/main" id="{DF987CB3-A862-44EE-9AE5-51E4B619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655BDA-944D-4B8F-BD5B-36E7D267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1283">
            <a:extLst xmlns:a="http://schemas.openxmlformats.org/drawingml/2006/main">
              <a:ext uri="{FF2B5EF4-FFF2-40B4-BE49-F238E27FC236}">
                <a16:creationId xmlns:a16="http://schemas.microsoft.com/office/drawing/2014/main" id="{C6FCBF9B-FB7B-4289-8A2A-D46FD064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name: course-site-quality-check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description: 檢查課程網站的手機版、無障礙、連結與部署狀態；當使用者要求網站上線前總檢時使用。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# 課程網站上線前總檢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先唯讀檢查現況，不直接發布。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依序檢查手機版、鍵盤操作、連結與隱私。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對每項標示：通過／失敗／未確認。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只有在使用者明確授權後才部署。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5. 交付檢查表、證據與下一步。</a:t>
            </a:r>
          </a:p>
        </p:txBody>
      </p:sp>
      <p:sp>
        <p:nvSpPr>
          <p:cNvPr id="7" name="text-1284">
            <a:extLst xmlns:a="http://schemas.openxmlformats.org/drawingml/2006/main">
              <a:ext uri="{FF2B5EF4-FFF2-40B4-BE49-F238E27FC236}">
                <a16:creationId xmlns:a16="http://schemas.microsoft.com/office/drawing/2014/main" id="{83011C54-69BD-4C5B-ACC8-5122DF55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Frontmatter</a:t>
            </a:r>
          </a:p>
        </p:txBody>
      </p:sp>
      <p:sp>
        <p:nvSpPr>
          <p:cNvPr id="8" name="text-1285">
            <a:extLst xmlns:a="http://schemas.openxmlformats.org/drawingml/2006/main">
              <a:ext uri="{FF2B5EF4-FFF2-40B4-BE49-F238E27FC236}">
                <a16:creationId xmlns:a16="http://schemas.microsoft.com/office/drawing/2014/main" id="{A41CBBC1-F660-4BD7-B249-F6972915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為跨 Antigravity 與 Codex 使用，只保留 name、description。</a:t>
            </a:r>
          </a:p>
        </p:txBody>
      </p:sp>
      <p:sp>
        <p:nvSpPr>
          <p:cNvPr id="9" name="text-1286">
            <a:extLst xmlns:a="http://schemas.openxmlformats.org/drawingml/2006/main">
              <a:ext uri="{FF2B5EF4-FFF2-40B4-BE49-F238E27FC236}">
                <a16:creationId xmlns:a16="http://schemas.microsoft.com/office/drawing/2014/main" id="{DD85644D-0543-458D-AB56-94C85501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描述要能觸發</a:t>
            </a:r>
          </a:p>
        </p:txBody>
      </p:sp>
      <p:sp>
        <p:nvSpPr>
          <p:cNvPr id="10" name="text-1287">
            <a:extLst xmlns:a="http://schemas.openxmlformats.org/drawingml/2006/main">
              <a:ext uri="{FF2B5EF4-FFF2-40B4-BE49-F238E27FC236}">
                <a16:creationId xmlns:a16="http://schemas.microsoft.com/office/drawing/2014/main" id="{F0620A25-097E-4F98-8460-4ACDA012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寫清楚何時使用，以及它解決什麼工作。</a:t>
            </a:r>
          </a:p>
        </p:txBody>
      </p:sp>
      <p:sp>
        <p:nvSpPr>
          <p:cNvPr id="11" name="text-1288">
            <a:extLst xmlns:a="http://schemas.openxmlformats.org/drawingml/2006/main">
              <a:ext uri="{FF2B5EF4-FFF2-40B4-BE49-F238E27FC236}">
                <a16:creationId xmlns:a16="http://schemas.microsoft.com/office/drawing/2014/main" id="{2772AE4B-4A9C-4D43-946D-FFD61AD7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流程要能驗收</a:t>
            </a:r>
          </a:p>
        </p:txBody>
      </p:sp>
      <p:sp>
        <p:nvSpPr>
          <p:cNvPr id="12" name="text-1289">
            <a:extLst xmlns:a="http://schemas.openxmlformats.org/drawingml/2006/main">
              <a:ext uri="{FF2B5EF4-FFF2-40B4-BE49-F238E27FC236}">
                <a16:creationId xmlns:a16="http://schemas.microsoft.com/office/drawing/2014/main" id="{12262008-FBB8-4A93-B24E-E950094FD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步驟、狀態與授權邊界都可檢查。</a:t>
            </a:r>
          </a:p>
        </p:txBody>
      </p:sp>
      <p:sp>
        <p:nvSpPr>
          <p:cNvPr id="13" name="text-1623">
            <a:extLst xmlns:a="http://schemas.openxmlformats.org/drawingml/2006/main">
              <a:ext uri="{FF2B5EF4-FFF2-40B4-BE49-F238E27FC236}">
                <a16:creationId xmlns:a16="http://schemas.microsoft.com/office/drawing/2014/main" id="{F60E6702-7CEC-4465-98C8-E4EC1DADE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19190e569a8468d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4d0b35647814459"/>
              </a:rPr>
              <a:t>Codex Skills ↗</a:t>
            </a:r>
          </a:p>
        </p:txBody>
      </p:sp>
      <p:sp>
        <p:nvSpPr>
          <p:cNvPr id="14" name="shape-1682">
            <a:extLst xmlns:a="http://schemas.openxmlformats.org/drawingml/2006/main">
              <a:ext uri="{FF2B5EF4-FFF2-40B4-BE49-F238E27FC236}">
                <a16:creationId xmlns:a16="http://schemas.microsoft.com/office/drawing/2014/main" id="{B765A2F9-0DE7-40DC-9A49-702AECD7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24ef5dd2e44a5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6" name="text-1683">
            <a:extLst xmlns:a="http://schemas.openxmlformats.org/drawingml/2006/main">
              <a:ext uri="{FF2B5EF4-FFF2-40B4-BE49-F238E27FC236}">
                <a16:creationId xmlns:a16="http://schemas.microsoft.com/office/drawing/2014/main" id="{C2E446D6-EC8A-484F-BD38-948AC3D5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1d85b06ba140a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8" name="text-1684">
            <a:extLst xmlns:a="http://schemas.openxmlformats.org/drawingml/2006/main">
              <a:ext uri="{FF2B5EF4-FFF2-40B4-BE49-F238E27FC236}">
                <a16:creationId xmlns:a16="http://schemas.microsoft.com/office/drawing/2014/main" id="{B45208CF-1F80-412E-AC96-5070E915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29509634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text-1290">
            <a:extLst xmlns:a="http://schemas.openxmlformats.org/drawingml/2006/main">
              <a:ext uri="{FF2B5EF4-FFF2-40B4-BE49-F238E27FC236}">
                <a16:creationId xmlns:a16="http://schemas.microsoft.com/office/drawing/2014/main" id="{89986DCF-BF10-4CED-BB4B-CE37B7ADD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PROGRESSIVE DISCLOSURE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25EE332-CBA6-42C2-B452-9AAE92F7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漸進式揭露：Agent 需要時才讀細節</a:t>
            </a:r>
          </a:p>
        </p:txBody>
      </p:sp>
      <p:cxnSp>
        <p:nvCxnSpPr>
          <p:cNvPr id="34" name="shape-12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92">
            <a:extLst xmlns:a="http://schemas.openxmlformats.org/drawingml/2006/main">
              <a:ext uri="{FF2B5EF4-FFF2-40B4-BE49-F238E27FC236}">
                <a16:creationId xmlns:a16="http://schemas.microsoft.com/office/drawing/2014/main" id="{905B89ED-E3C7-400B-9BAF-FDDAB8E66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C395E9E-4D4D-4674-9D8C-EF5E984E7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1293">
            <a:extLst xmlns:a="http://schemas.openxmlformats.org/drawingml/2006/main">
              <a:ext uri="{FF2B5EF4-FFF2-40B4-BE49-F238E27FC236}">
                <a16:creationId xmlns:a16="http://schemas.microsoft.com/office/drawing/2014/main" id="{82537459-BC0A-4123-B53B-81E28FB8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94">
            <a:extLst xmlns:a="http://schemas.openxmlformats.org/drawingml/2006/main">
              <a:ext uri="{FF2B5EF4-FFF2-40B4-BE49-F238E27FC236}">
                <a16:creationId xmlns:a16="http://schemas.microsoft.com/office/drawing/2014/main" id="{9A5CC9B9-FCAE-4DA8-ACD4-DF853D58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295">
            <a:extLst xmlns:a="http://schemas.openxmlformats.org/drawingml/2006/main">
              <a:ext uri="{FF2B5EF4-FFF2-40B4-BE49-F238E27FC236}">
                <a16:creationId xmlns:a16="http://schemas.microsoft.com/office/drawing/2014/main" id="{BF18EA14-3228-4DD1-91D1-229BDEF65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第一層：描述</a:t>
            </a:r>
          </a:p>
        </p:txBody>
      </p:sp>
      <p:sp>
        <p:nvSpPr>
          <p:cNvPr id="9" name="text-1296">
            <a:extLst xmlns:a="http://schemas.openxmlformats.org/drawingml/2006/main">
              <a:ext uri="{FF2B5EF4-FFF2-40B4-BE49-F238E27FC236}">
                <a16:creationId xmlns:a16="http://schemas.microsoft.com/office/drawing/2014/main" id="{9906F424-B28D-4558-A98B-7EAA9DC4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先看名稱與 description，判斷是否適用。</a:t>
            </a:r>
          </a:p>
        </p:txBody>
      </p:sp>
      <p:sp>
        <p:nvSpPr>
          <p:cNvPr id="10" name="shape-1297">
            <a:extLst xmlns:a="http://schemas.openxmlformats.org/drawingml/2006/main">
              <a:ext uri="{FF2B5EF4-FFF2-40B4-BE49-F238E27FC236}">
                <a16:creationId xmlns:a16="http://schemas.microsoft.com/office/drawing/2014/main" id="{B51CA058-070F-467A-A614-12E6A960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98">
            <a:extLst xmlns:a="http://schemas.openxmlformats.org/drawingml/2006/main">
              <a:ext uri="{FF2B5EF4-FFF2-40B4-BE49-F238E27FC236}">
                <a16:creationId xmlns:a16="http://schemas.microsoft.com/office/drawing/2014/main" id="{975CB709-FB6F-40AC-9863-FCF0A1E9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299">
            <a:extLst xmlns:a="http://schemas.openxmlformats.org/drawingml/2006/main">
              <a:ext uri="{FF2B5EF4-FFF2-40B4-BE49-F238E27FC236}">
                <a16:creationId xmlns:a16="http://schemas.microsoft.com/office/drawing/2014/main" id="{785098E7-3B55-4C23-B74E-AE41D37ED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第二層：主流程</a:t>
            </a:r>
          </a:p>
        </p:txBody>
      </p:sp>
      <p:sp>
        <p:nvSpPr>
          <p:cNvPr id="13" name="text-1300">
            <a:extLst xmlns:a="http://schemas.openxmlformats.org/drawingml/2006/main">
              <a:ext uri="{FF2B5EF4-FFF2-40B4-BE49-F238E27FC236}">
                <a16:creationId xmlns:a16="http://schemas.microsoft.com/office/drawing/2014/main" id="{ED2169F5-010C-43C1-BCA8-E4253B90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觸發後讀 SKILL.md，取得核心步驟與規則。</a:t>
            </a:r>
          </a:p>
        </p:txBody>
      </p:sp>
      <p:sp>
        <p:nvSpPr>
          <p:cNvPr id="14" name="shape-1301">
            <a:extLst xmlns:a="http://schemas.openxmlformats.org/drawingml/2006/main">
              <a:ext uri="{FF2B5EF4-FFF2-40B4-BE49-F238E27FC236}">
                <a16:creationId xmlns:a16="http://schemas.microsoft.com/office/drawing/2014/main" id="{D2095A6E-2AF1-4BAB-B8F1-4A688305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02">
            <a:extLst xmlns:a="http://schemas.openxmlformats.org/drawingml/2006/main">
              <a:ext uri="{FF2B5EF4-FFF2-40B4-BE49-F238E27FC236}">
                <a16:creationId xmlns:a16="http://schemas.microsoft.com/office/drawing/2014/main" id="{64BE026D-86B1-4CB3-B038-851F55A9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03">
            <a:extLst xmlns:a="http://schemas.openxmlformats.org/drawingml/2006/main">
              <a:ext uri="{FF2B5EF4-FFF2-40B4-BE49-F238E27FC236}">
                <a16:creationId xmlns:a16="http://schemas.microsoft.com/office/drawing/2014/main" id="{557F6F7D-B5D0-4611-9DA0-3F4F4A0E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第三層：附件</a:t>
            </a:r>
          </a:p>
        </p:txBody>
      </p:sp>
      <p:sp>
        <p:nvSpPr>
          <p:cNvPr id="17" name="text-1304">
            <a:extLst xmlns:a="http://schemas.openxmlformats.org/drawingml/2006/main">
              <a:ext uri="{FF2B5EF4-FFF2-40B4-BE49-F238E27FC236}">
                <a16:creationId xmlns:a16="http://schemas.microsoft.com/office/drawing/2014/main" id="{FEA5024C-AAB5-46D7-B2EF-8C48525C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任務需要時才讀 references、執行 scripts、取用 assets。</a:t>
            </a:r>
          </a:p>
        </p:txBody>
      </p:sp>
      <p:sp>
        <p:nvSpPr>
          <p:cNvPr id="18" name="text-1305">
            <a:extLst xmlns:a="http://schemas.openxmlformats.org/drawingml/2006/main">
              <a:ext uri="{FF2B5EF4-FFF2-40B4-BE49-F238E27FC236}">
                <a16:creationId xmlns:a16="http://schemas.microsoft.com/office/drawing/2014/main" id="{0D321F52-0163-476D-9024-8795B8E5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</a:t>
            </a:r>
          </a:p>
        </p:txBody>
      </p:sp>
      <p:sp>
        <p:nvSpPr>
          <p:cNvPr id="19" name="text-1306">
            <a:extLst xmlns:a="http://schemas.openxmlformats.org/drawingml/2006/main">
              <a:ext uri="{FF2B5EF4-FFF2-40B4-BE49-F238E27FC236}">
                <a16:creationId xmlns:a16="http://schemas.microsoft.com/office/drawing/2014/main" id="{1EEFE3FD-73CF-4D43-AEBC-8EE91C5D1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20" name="text-1307">
            <a:extLst xmlns:a="http://schemas.openxmlformats.org/drawingml/2006/main">
              <a:ext uri="{FF2B5EF4-FFF2-40B4-BE49-F238E27FC236}">
                <a16:creationId xmlns:a16="http://schemas.microsoft.com/office/drawing/2014/main" id="{E27D4155-0829-4CC2-BC2C-BA9BFFC6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附件</a:t>
            </a:r>
          </a:p>
        </p:txBody>
      </p:sp>
      <p:sp>
        <p:nvSpPr>
          <p:cNvPr id="21" name="text-1308">
            <a:extLst xmlns:a="http://schemas.openxmlformats.org/drawingml/2006/main">
              <a:ext uri="{FF2B5EF4-FFF2-40B4-BE49-F238E27FC236}">
                <a16:creationId xmlns:a16="http://schemas.microsoft.com/office/drawing/2014/main" id="{8FBF68BD-5396-4345-AC30-CF36D07F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可驗證成果</a:t>
            </a:r>
          </a:p>
        </p:txBody>
      </p:sp>
      <p:cxnSp>
        <p:nvCxnSpPr>
          <p:cNvPr id="53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28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295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5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962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5" name="text-1309">
            <a:extLst xmlns:a="http://schemas.openxmlformats.org/drawingml/2006/main">
              <a:ext uri="{FF2B5EF4-FFF2-40B4-BE49-F238E27FC236}">
                <a16:creationId xmlns:a16="http://schemas.microsoft.com/office/drawing/2014/main" id="{2DD252A2-B2AC-4AE5-990B-660AC78E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1975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按需載入，不把整個知識庫一次塞進主文</a:t>
            </a:r>
          </a:p>
        </p:txBody>
      </p:sp>
      <p:sp>
        <p:nvSpPr>
          <p:cNvPr id="26" name="text-1624">
            <a:extLst xmlns:a="http://schemas.openxmlformats.org/drawingml/2006/main">
              <a:ext uri="{FF2B5EF4-FFF2-40B4-BE49-F238E27FC236}">
                <a16:creationId xmlns:a16="http://schemas.microsoft.com/office/drawing/2014/main" id="{8BBE93A4-2C2A-4418-BE26-6EA5863A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0d050a6b9a64e9a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b10d559fe284820"/>
              </a:rPr>
              <a:t>Codex Skills ↗</a:t>
            </a:r>
          </a:p>
        </p:txBody>
      </p:sp>
      <p:sp>
        <p:nvSpPr>
          <p:cNvPr id="27" name="shape-1685">
            <a:extLst xmlns:a="http://schemas.openxmlformats.org/drawingml/2006/main">
              <a:ext uri="{FF2B5EF4-FFF2-40B4-BE49-F238E27FC236}">
                <a16:creationId xmlns:a16="http://schemas.microsoft.com/office/drawing/2014/main" id="{DC900CB0-C662-425E-A81D-6A7F71CB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443872d234d7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9" name="text-1686">
            <a:extLst xmlns:a="http://schemas.openxmlformats.org/drawingml/2006/main">
              <a:ext uri="{FF2B5EF4-FFF2-40B4-BE49-F238E27FC236}">
                <a16:creationId xmlns:a16="http://schemas.microsoft.com/office/drawing/2014/main" id="{271999BC-9022-4FC9-9990-13CBF509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b38de2a064df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1" name="text-1687">
            <a:extLst xmlns:a="http://schemas.openxmlformats.org/drawingml/2006/main">
              <a:ext uri="{FF2B5EF4-FFF2-40B4-BE49-F238E27FC236}">
                <a16:creationId xmlns:a16="http://schemas.microsoft.com/office/drawing/2014/main" id="{AA8946B2-5C24-47E7-90D0-28E5862A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88385330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310">
            <a:extLst xmlns:a="http://schemas.openxmlformats.org/drawingml/2006/main">
              <a:ext uri="{FF2B5EF4-FFF2-40B4-BE49-F238E27FC236}">
                <a16:creationId xmlns:a16="http://schemas.microsoft.com/office/drawing/2014/main" id="{1831A282-2ABF-409E-AC30-2D6D9B70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FB25D79-2EE6-41AC-909C-5343D0E6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C｜把一筆提示詞升級成教育 Skill</a:t>
            </a:r>
          </a:p>
        </p:txBody>
      </p:sp>
      <p:cxnSp>
        <p:nvCxnSpPr>
          <p:cNvPr id="27" name="shape-131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12">
            <a:extLst xmlns:a="http://schemas.openxmlformats.org/drawingml/2006/main">
              <a:ext uri="{FF2B5EF4-FFF2-40B4-BE49-F238E27FC236}">
                <a16:creationId xmlns:a16="http://schemas.microsoft.com/office/drawing/2014/main" id="{4A377FCE-706F-437C-8F88-711BEB0E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5AE2A63-CEE0-4D3D-8FCE-779BB160C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1313">
            <a:extLst xmlns:a="http://schemas.openxmlformats.org/drawingml/2006/main">
              <a:ext uri="{FF2B5EF4-FFF2-40B4-BE49-F238E27FC236}">
                <a16:creationId xmlns:a16="http://schemas.microsoft.com/office/drawing/2014/main" id="{86D54B10-1376-4A49-8FD7-DE5C110E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314">
            <a:extLst xmlns:a="http://schemas.openxmlformats.org/drawingml/2006/main">
              <a:ext uri="{FF2B5EF4-FFF2-40B4-BE49-F238E27FC236}">
                <a16:creationId xmlns:a16="http://schemas.microsoft.com/office/drawing/2014/main" id="{67CAD353-7396-44E4-9616-67EC3692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315">
            <a:extLst xmlns:a="http://schemas.openxmlformats.org/drawingml/2006/main">
              <a:ext uri="{FF2B5EF4-FFF2-40B4-BE49-F238E27FC236}">
                <a16:creationId xmlns:a16="http://schemas.microsoft.com/office/drawing/2014/main" id="{CFA287C0-DFAF-43C6-A755-99E4EC18A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16">
            <a:extLst xmlns:a="http://schemas.openxmlformats.org/drawingml/2006/main">
              <a:ext uri="{FF2B5EF4-FFF2-40B4-BE49-F238E27FC236}">
                <a16:creationId xmlns:a16="http://schemas.microsoft.com/office/drawing/2014/main" id="{A0CC9BF3-B32B-44ED-8236-6D7F2558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從快捷面板選一個高頻提示詞</a:t>
            </a:r>
          </a:p>
        </p:txBody>
      </p:sp>
      <p:sp>
        <p:nvSpPr>
          <p:cNvPr id="10" name="text-1317">
            <a:extLst xmlns:a="http://schemas.openxmlformats.org/drawingml/2006/main">
              <a:ext uri="{FF2B5EF4-FFF2-40B4-BE49-F238E27FC236}">
                <a16:creationId xmlns:a16="http://schemas.microsoft.com/office/drawing/2014/main" id="{E0616CE7-D7BC-4759-BC05-AADF44A1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318">
            <a:extLst xmlns:a="http://schemas.openxmlformats.org/drawingml/2006/main">
              <a:ext uri="{FF2B5EF4-FFF2-40B4-BE49-F238E27FC236}">
                <a16:creationId xmlns:a16="http://schemas.microsoft.com/office/drawing/2014/main" id="{EE04D388-6DE3-4925-AA00-E1D128C2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補齊輸入、步驟、限制與驗收</a:t>
            </a:r>
          </a:p>
        </p:txBody>
      </p:sp>
      <p:sp>
        <p:nvSpPr>
          <p:cNvPr id="12" name="text-1319">
            <a:extLst xmlns:a="http://schemas.openxmlformats.org/drawingml/2006/main">
              <a:ext uri="{FF2B5EF4-FFF2-40B4-BE49-F238E27FC236}">
                <a16:creationId xmlns:a16="http://schemas.microsoft.com/office/drawing/2014/main" id="{DFC72546-A8E6-428D-B130-45E49D9C8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320">
            <a:extLst xmlns:a="http://schemas.openxmlformats.org/drawingml/2006/main">
              <a:ext uri="{FF2B5EF4-FFF2-40B4-BE49-F238E27FC236}">
                <a16:creationId xmlns:a16="http://schemas.microsoft.com/office/drawing/2014/main" id="{F62DDE02-105E-4121-9A42-5346927A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建立資料夾與 SKILL.md</a:t>
            </a:r>
          </a:p>
        </p:txBody>
      </p:sp>
      <p:sp>
        <p:nvSpPr>
          <p:cNvPr id="14" name="text-1321">
            <a:extLst xmlns:a="http://schemas.openxmlformats.org/drawingml/2006/main">
              <a:ext uri="{FF2B5EF4-FFF2-40B4-BE49-F238E27FC236}">
                <a16:creationId xmlns:a16="http://schemas.microsoft.com/office/drawing/2014/main" id="{FADE30C8-7561-4455-A666-60E07D00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322">
            <a:extLst xmlns:a="http://schemas.openxmlformats.org/drawingml/2006/main">
              <a:ext uri="{FF2B5EF4-FFF2-40B4-BE49-F238E27FC236}">
                <a16:creationId xmlns:a16="http://schemas.microsoft.com/office/drawing/2014/main" id="{79360899-0B56-412B-92FF-3714A66A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在 Agent 中用自然語句觸發並修正</a:t>
            </a:r>
          </a:p>
        </p:txBody>
      </p:sp>
      <p:sp>
        <p:nvSpPr>
          <p:cNvPr id="16" name="shape-1323">
            <a:extLst xmlns:a="http://schemas.openxmlformats.org/drawingml/2006/main">
              <a:ext uri="{FF2B5EF4-FFF2-40B4-BE49-F238E27FC236}">
                <a16:creationId xmlns:a16="http://schemas.microsoft.com/office/drawing/2014/main" id="{51CFD48F-017F-4C8F-9B61-2AD14443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324">
            <a:extLst xmlns:a="http://schemas.openxmlformats.org/drawingml/2006/main">
              <a:ext uri="{FF2B5EF4-FFF2-40B4-BE49-F238E27FC236}">
                <a16:creationId xmlns:a16="http://schemas.microsoft.com/office/drawing/2014/main" id="{76B82E6C-E484-4542-B1FC-62FAAEDA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325">
            <a:extLst xmlns:a="http://schemas.openxmlformats.org/drawingml/2006/main">
              <a:ext uri="{FF2B5EF4-FFF2-40B4-BE49-F238E27FC236}">
                <a16:creationId xmlns:a16="http://schemas.microsoft.com/office/drawing/2014/main" id="{ABDE3209-7EBF-49DE-B390-555203084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名稱與描述清楚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流程可重複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需要授權的動作會停</a:t>
            </a:r>
          </a:p>
        </p:txBody>
      </p:sp>
      <p:sp>
        <p:nvSpPr>
          <p:cNvPr id="19" name="text-1625">
            <a:extLst xmlns:a="http://schemas.openxmlformats.org/drawingml/2006/main">
              <a:ext uri="{FF2B5EF4-FFF2-40B4-BE49-F238E27FC236}">
                <a16:creationId xmlns:a16="http://schemas.microsoft.com/office/drawing/2014/main" id="{40668EE4-DF4A-4602-9CD0-73EE95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3c816d23cc74117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f7ecdb1fa774bef"/>
              </a:rPr>
              <a:t>Codex Skills ↗</a:t>
            </a:r>
          </a:p>
        </p:txBody>
      </p:sp>
      <p:sp>
        <p:nvSpPr>
          <p:cNvPr id="20" name="shape-1688">
            <a:extLst xmlns:a="http://schemas.openxmlformats.org/drawingml/2006/main">
              <a:ext uri="{FF2B5EF4-FFF2-40B4-BE49-F238E27FC236}">
                <a16:creationId xmlns:a16="http://schemas.microsoft.com/office/drawing/2014/main" id="{3B2A976D-BEF2-4721-B2E0-CD19A618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6aae9d749408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689">
            <a:extLst xmlns:a="http://schemas.openxmlformats.org/drawingml/2006/main">
              <a:ext uri="{FF2B5EF4-FFF2-40B4-BE49-F238E27FC236}">
                <a16:creationId xmlns:a16="http://schemas.microsoft.com/office/drawing/2014/main" id="{64878EFE-C9A8-43E1-8343-D16A1EE7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c8f5c25a22403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690">
            <a:extLst xmlns:a="http://schemas.openxmlformats.org/drawingml/2006/main">
              <a:ext uri="{FF2B5EF4-FFF2-40B4-BE49-F238E27FC236}">
                <a16:creationId xmlns:a16="http://schemas.microsoft.com/office/drawing/2014/main" id="{1D28FA68-1D57-426C-BCD1-4AFEB7D5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54400980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26">
            <a:extLst xmlns:a="http://schemas.openxmlformats.org/drawingml/2006/main">
              <a:ext uri="{FF2B5EF4-FFF2-40B4-BE49-F238E27FC236}">
                <a16:creationId xmlns:a16="http://schemas.microsoft.com/office/drawing/2014/main" id="{294C6482-C8F3-4F13-9FA4-7A87A585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CROSS-AGENT TEST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15D3982-381A-416C-A01D-68AFFF57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同一個 Skill，做兩輪交叉測試</a:t>
            </a:r>
          </a:p>
        </p:txBody>
      </p:sp>
      <p:cxnSp>
        <p:nvCxnSpPr>
          <p:cNvPr id="30" name="shape-13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28">
            <a:extLst xmlns:a="http://schemas.openxmlformats.org/drawingml/2006/main">
              <a:ext uri="{FF2B5EF4-FFF2-40B4-BE49-F238E27FC236}">
                <a16:creationId xmlns:a16="http://schemas.microsoft.com/office/drawing/2014/main" id="{BEC3815B-597F-42BE-A9E6-6E62F6768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F51A633-0A3C-4A04-A641-0AED4BF29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1329">
            <a:extLst xmlns:a="http://schemas.openxmlformats.org/drawingml/2006/main">
              <a:ext uri="{FF2B5EF4-FFF2-40B4-BE49-F238E27FC236}">
                <a16:creationId xmlns:a16="http://schemas.microsoft.com/office/drawing/2014/main" id="{54B97ECE-5736-44EE-B121-761187D0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30">
            <a:extLst xmlns:a="http://schemas.openxmlformats.org/drawingml/2006/main">
              <a:ext uri="{FF2B5EF4-FFF2-40B4-BE49-F238E27FC236}">
                <a16:creationId xmlns:a16="http://schemas.microsoft.com/office/drawing/2014/main" id="{817207E2-21EB-44DB-9F4F-CD563279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31">
            <a:extLst xmlns:a="http://schemas.openxmlformats.org/drawingml/2006/main">
              <a:ext uri="{FF2B5EF4-FFF2-40B4-BE49-F238E27FC236}">
                <a16:creationId xmlns:a16="http://schemas.microsoft.com/office/drawing/2014/main" id="{5AA7A452-3BFF-49DE-9E02-08326303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觸發</a:t>
            </a:r>
          </a:p>
        </p:txBody>
      </p:sp>
      <p:sp>
        <p:nvSpPr>
          <p:cNvPr id="9" name="text-1332">
            <a:extLst xmlns:a="http://schemas.openxmlformats.org/drawingml/2006/main">
              <a:ext uri="{FF2B5EF4-FFF2-40B4-BE49-F238E27FC236}">
                <a16:creationId xmlns:a16="http://schemas.microsoft.com/office/drawing/2014/main" id="{ED7FE650-9874-4F61-BD3E-567B7859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與 Codex 是否都能從 description 判斷何時使用？</a:t>
            </a:r>
          </a:p>
        </p:txBody>
      </p:sp>
      <p:sp>
        <p:nvSpPr>
          <p:cNvPr id="10" name="shape-1333">
            <a:extLst xmlns:a="http://schemas.openxmlformats.org/drawingml/2006/main">
              <a:ext uri="{FF2B5EF4-FFF2-40B4-BE49-F238E27FC236}">
                <a16:creationId xmlns:a16="http://schemas.microsoft.com/office/drawing/2014/main" id="{0DD9F220-CB3C-4EE8-A70D-D7FFDE27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34">
            <a:extLst xmlns:a="http://schemas.openxmlformats.org/drawingml/2006/main">
              <a:ext uri="{FF2B5EF4-FFF2-40B4-BE49-F238E27FC236}">
                <a16:creationId xmlns:a16="http://schemas.microsoft.com/office/drawing/2014/main" id="{FAF0D178-BDE6-420F-A20B-F2341AD1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35">
            <a:extLst xmlns:a="http://schemas.openxmlformats.org/drawingml/2006/main">
              <a:ext uri="{FF2B5EF4-FFF2-40B4-BE49-F238E27FC236}">
                <a16:creationId xmlns:a16="http://schemas.microsoft.com/office/drawing/2014/main" id="{3F8283F1-6039-47FA-9F3A-5C86E071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步驟</a:t>
            </a:r>
          </a:p>
        </p:txBody>
      </p:sp>
      <p:sp>
        <p:nvSpPr>
          <p:cNvPr id="13" name="text-1336">
            <a:extLst xmlns:a="http://schemas.openxmlformats.org/drawingml/2006/main">
              <a:ext uri="{FF2B5EF4-FFF2-40B4-BE49-F238E27FC236}">
                <a16:creationId xmlns:a16="http://schemas.microsoft.com/office/drawing/2014/main" id="{31FA9F94-8506-4BB6-8803-F6EDEA2A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是否按相同順序處理，或清楚說明環境差異？</a:t>
            </a:r>
          </a:p>
        </p:txBody>
      </p:sp>
      <p:sp>
        <p:nvSpPr>
          <p:cNvPr id="14" name="shape-1337">
            <a:extLst xmlns:a="http://schemas.openxmlformats.org/drawingml/2006/main">
              <a:ext uri="{FF2B5EF4-FFF2-40B4-BE49-F238E27FC236}">
                <a16:creationId xmlns:a16="http://schemas.microsoft.com/office/drawing/2014/main" id="{D6DA03A6-F923-4033-BA48-BA97E454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38">
            <a:extLst xmlns:a="http://schemas.openxmlformats.org/drawingml/2006/main">
              <a:ext uri="{FF2B5EF4-FFF2-40B4-BE49-F238E27FC236}">
                <a16:creationId xmlns:a16="http://schemas.microsoft.com/office/drawing/2014/main" id="{4E581B57-E61C-4D6C-B388-3B92344AE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39">
            <a:extLst xmlns:a="http://schemas.openxmlformats.org/drawingml/2006/main">
              <a:ext uri="{FF2B5EF4-FFF2-40B4-BE49-F238E27FC236}">
                <a16:creationId xmlns:a16="http://schemas.microsoft.com/office/drawing/2014/main" id="{EAF8C9D2-1F45-4BC8-B690-C667C4F7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護欄</a:t>
            </a:r>
          </a:p>
        </p:txBody>
      </p:sp>
      <p:sp>
        <p:nvSpPr>
          <p:cNvPr id="17" name="text-1340">
            <a:extLst xmlns:a="http://schemas.openxmlformats.org/drawingml/2006/main">
              <a:ext uri="{FF2B5EF4-FFF2-40B4-BE49-F238E27FC236}">
                <a16:creationId xmlns:a16="http://schemas.microsoft.com/office/drawing/2014/main" id="{19EA12D4-FDC0-4769-A209-644FD29E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是否都在發布、刪除、寄送或改權限前停下？</a:t>
            </a:r>
          </a:p>
        </p:txBody>
      </p:sp>
      <p:sp>
        <p:nvSpPr>
          <p:cNvPr id="18" name="shape-1341">
            <a:extLst xmlns:a="http://schemas.openxmlformats.org/drawingml/2006/main">
              <a:ext uri="{FF2B5EF4-FFF2-40B4-BE49-F238E27FC236}">
                <a16:creationId xmlns:a16="http://schemas.microsoft.com/office/drawing/2014/main" id="{04E47D4E-31B3-4C2B-AF26-B0B8F370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42">
            <a:extLst xmlns:a="http://schemas.openxmlformats.org/drawingml/2006/main">
              <a:ext uri="{FF2B5EF4-FFF2-40B4-BE49-F238E27FC236}">
                <a16:creationId xmlns:a16="http://schemas.microsoft.com/office/drawing/2014/main" id="{BD278B9E-43B3-4897-887B-F8124270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43">
            <a:extLst xmlns:a="http://schemas.openxmlformats.org/drawingml/2006/main">
              <a:ext uri="{FF2B5EF4-FFF2-40B4-BE49-F238E27FC236}">
                <a16:creationId xmlns:a16="http://schemas.microsoft.com/office/drawing/2014/main" id="{50B1C9CF-3226-4BDA-BED0-EC45F15D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21" name="text-1344">
            <a:extLst xmlns:a="http://schemas.openxmlformats.org/drawingml/2006/main">
              <a:ext uri="{FF2B5EF4-FFF2-40B4-BE49-F238E27FC236}">
                <a16:creationId xmlns:a16="http://schemas.microsoft.com/office/drawing/2014/main" id="{9388419E-82B3-44B4-BBF7-E0700B43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是否都回報通過、失敗與未確認，而非只說完成？</a:t>
            </a:r>
          </a:p>
        </p:txBody>
      </p:sp>
      <p:sp>
        <p:nvSpPr>
          <p:cNvPr id="22" name="text-1626">
            <a:extLst xmlns:a="http://schemas.openxmlformats.org/drawingml/2006/main">
              <a:ext uri="{FF2B5EF4-FFF2-40B4-BE49-F238E27FC236}">
                <a16:creationId xmlns:a16="http://schemas.microsoft.com/office/drawing/2014/main" id="{2952D596-CF06-49AC-9B5B-4C15C741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02ea6de327c4ccc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ba250f6ee7b449b"/>
              </a:rPr>
              <a:t>Codex Skills ↗</a:t>
            </a:r>
          </a:p>
        </p:txBody>
      </p:sp>
      <p:sp>
        <p:nvSpPr>
          <p:cNvPr id="23" name="shape-1691">
            <a:extLst xmlns:a="http://schemas.openxmlformats.org/drawingml/2006/main">
              <a:ext uri="{FF2B5EF4-FFF2-40B4-BE49-F238E27FC236}">
                <a16:creationId xmlns:a16="http://schemas.microsoft.com/office/drawing/2014/main" id="{7C86BDB0-8815-4F25-914F-81CC9AFC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dfa74031ae4c7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92">
            <a:extLst xmlns:a="http://schemas.openxmlformats.org/drawingml/2006/main">
              <a:ext uri="{FF2B5EF4-FFF2-40B4-BE49-F238E27FC236}">
                <a16:creationId xmlns:a16="http://schemas.microsoft.com/office/drawing/2014/main" id="{F22829AC-99A4-4071-BA6C-090FAACA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b23a6b91b4448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93">
            <a:extLst xmlns:a="http://schemas.openxmlformats.org/drawingml/2006/main">
              <a:ext uri="{FF2B5EF4-FFF2-40B4-BE49-F238E27FC236}">
                <a16:creationId xmlns:a16="http://schemas.microsoft.com/office/drawing/2014/main" id="{3B45781B-80EB-4E12-A93B-AED56539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28437886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345">
            <a:extLst xmlns:a="http://schemas.openxmlformats.org/drawingml/2006/main">
              <a:ext uri="{FF2B5EF4-FFF2-40B4-BE49-F238E27FC236}">
                <a16:creationId xmlns:a16="http://schemas.microsoft.com/office/drawing/2014/main" id="{A7602ACC-0311-492E-9000-83522073D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" name="text-1346">
            <a:extLst xmlns:a="http://schemas.openxmlformats.org/drawingml/2006/main">
              <a:ext uri="{FF2B5EF4-FFF2-40B4-BE49-F238E27FC236}">
                <a16:creationId xmlns:a16="http://schemas.microsoft.com/office/drawing/2014/main" id="{3337CBC2-305A-49A3-BB7B-80B760912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分析學生資料</a:t>
            </a:r>
          </a:p>
        </p:txBody>
      </p:sp>
      <p:sp>
        <p:nvSpPr>
          <p:cNvPr id="3" name="text-1347">
            <a:extLst xmlns:a="http://schemas.openxmlformats.org/drawingml/2006/main">
              <a:ext uri="{FF2B5EF4-FFF2-40B4-BE49-F238E27FC236}">
                <a16:creationId xmlns:a16="http://schemas.microsoft.com/office/drawing/2014/main" id="{59ABB64C-A7BE-4F2A-A009-F8E1CF8B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把選擇題統計與簡答題編碼分流處理，再用人工複核與一致性檢查，把 AI 變成研究助理而不是黑箱評分者。</a:t>
            </a:r>
          </a:p>
        </p:txBody>
      </p:sp>
      <p:sp>
        <p:nvSpPr>
          <p:cNvPr id="4" name="shape-1348">
            <a:extLst xmlns:a="http://schemas.openxmlformats.org/drawingml/2006/main">
              <a:ext uri="{FF2B5EF4-FFF2-40B4-BE49-F238E27FC236}">
                <a16:creationId xmlns:a16="http://schemas.microsoft.com/office/drawing/2014/main" id="{E92B3E89-B1B2-4114-B7C0-EED82082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349">
            <a:extLst xmlns:a="http://schemas.openxmlformats.org/drawingml/2006/main">
              <a:ext uri="{FF2B5EF4-FFF2-40B4-BE49-F238E27FC236}">
                <a16:creationId xmlns:a16="http://schemas.microsoft.com/office/drawing/2014/main" id="{DD6CA814-72BF-466E-8A71-205D3033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35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351">
            <a:extLst xmlns:a="http://schemas.openxmlformats.org/drawingml/2006/main">
              <a:ext uri="{FF2B5EF4-FFF2-40B4-BE49-F238E27FC236}">
                <a16:creationId xmlns:a16="http://schemas.microsoft.com/office/drawing/2014/main" id="{D41BA9E8-1922-4614-A84F-8E8EE32C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A28103B-25E4-4195-94D9-53DE40DA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1628">
            <a:extLst xmlns:a="http://schemas.openxmlformats.org/drawingml/2006/main">
              <a:ext uri="{FF2B5EF4-FFF2-40B4-BE49-F238E27FC236}">
                <a16:creationId xmlns:a16="http://schemas.microsoft.com/office/drawing/2014/main" id="{2A6EF901-4BA6-48CB-BCA2-B33CBBC7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b77af60bb464e94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960a3f680b648ca"/>
              </a:rPr>
              <a:t>Codex ↗</a:t>
            </a:r>
          </a:p>
        </p:txBody>
      </p:sp>
      <p:sp>
        <p:nvSpPr>
          <p:cNvPr id="10" name="shape-1696">
            <a:extLst xmlns:a="http://schemas.openxmlformats.org/drawingml/2006/main">
              <a:ext uri="{FF2B5EF4-FFF2-40B4-BE49-F238E27FC236}">
                <a16:creationId xmlns:a16="http://schemas.microsoft.com/office/drawing/2014/main" id="{1A63C389-FCB3-45B0-932F-7D3616DF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8c2b6148da42b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697">
            <a:extLst xmlns:a="http://schemas.openxmlformats.org/drawingml/2006/main">
              <a:ext uri="{FF2B5EF4-FFF2-40B4-BE49-F238E27FC236}">
                <a16:creationId xmlns:a16="http://schemas.microsoft.com/office/drawing/2014/main" id="{70FEE912-0E61-4C65-A758-CB5C2579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edf03d7b9447b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698">
            <a:extLst xmlns:a="http://schemas.openxmlformats.org/drawingml/2006/main">
              <a:ext uri="{FF2B5EF4-FFF2-40B4-BE49-F238E27FC236}">
                <a16:creationId xmlns:a16="http://schemas.microsoft.com/office/drawing/2014/main" id="{500A652B-DE10-4BBF-9EB4-8424A6CA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30360652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352">
            <a:extLst xmlns:a="http://schemas.openxmlformats.org/drawingml/2006/main">
              <a:ext uri="{FF2B5EF4-FFF2-40B4-BE49-F238E27FC236}">
                <a16:creationId xmlns:a16="http://schemas.microsoft.com/office/drawing/2014/main" id="{378FEC76-A9E1-45AD-B588-C0B9E342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TWO DATA LANES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B34B072-EE24-4F81-9D71-498BFB6D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先分流：選擇題算表現，簡答題讀理解證據</a:t>
            </a:r>
          </a:p>
        </p:txBody>
      </p:sp>
      <p:cxnSp>
        <p:nvCxnSpPr>
          <p:cNvPr id="31" name="shape-135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54">
            <a:extLst xmlns:a="http://schemas.openxmlformats.org/drawingml/2006/main">
              <a:ext uri="{FF2B5EF4-FFF2-40B4-BE49-F238E27FC236}">
                <a16:creationId xmlns:a16="http://schemas.microsoft.com/office/drawing/2014/main" id="{9A84B68A-5896-439D-A111-CB20F8C9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935C6D0-E9DC-4C0F-A3D3-C7BDF185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1355">
            <a:extLst xmlns:a="http://schemas.openxmlformats.org/drawingml/2006/main">
              <a:ext uri="{FF2B5EF4-FFF2-40B4-BE49-F238E27FC236}">
                <a16:creationId xmlns:a16="http://schemas.microsoft.com/office/drawing/2014/main" id="{218D4B02-25EC-4A22-B08D-3C12775C1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356">
            <a:extLst xmlns:a="http://schemas.openxmlformats.org/drawingml/2006/main">
              <a:ext uri="{FF2B5EF4-FFF2-40B4-BE49-F238E27FC236}">
                <a16:creationId xmlns:a16="http://schemas.microsoft.com/office/drawing/2014/main" id="{055B176E-B0FF-446F-B735-33672564A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357">
            <a:extLst xmlns:a="http://schemas.openxmlformats.org/drawingml/2006/main">
              <a:ext uri="{FF2B5EF4-FFF2-40B4-BE49-F238E27FC236}">
                <a16:creationId xmlns:a16="http://schemas.microsoft.com/office/drawing/2014/main" id="{8CAE1AD6-7AFA-4168-BAC2-84072304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選擇題／結構化資料</a:t>
            </a:r>
          </a:p>
        </p:txBody>
      </p:sp>
      <p:sp>
        <p:nvSpPr>
          <p:cNvPr id="9" name="text-1358">
            <a:extLst xmlns:a="http://schemas.openxmlformats.org/drawingml/2006/main">
              <a:ext uri="{FF2B5EF4-FFF2-40B4-BE49-F238E27FC236}">
                <a16:creationId xmlns:a16="http://schemas.microsoft.com/office/drawing/2014/main" id="{55125153-710A-427A-A394-0290A2FE1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答案鍵比對與缺漏檢查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全班、分組與題目答對率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干擾選項分布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異常值與資料品質標記</a:t>
            </a:r>
          </a:p>
        </p:txBody>
      </p:sp>
      <p:sp>
        <p:nvSpPr>
          <p:cNvPr id="10" name="text-1359">
            <a:extLst xmlns:a="http://schemas.openxmlformats.org/drawingml/2006/main">
              <a:ext uri="{FF2B5EF4-FFF2-40B4-BE49-F238E27FC236}">
                <a16:creationId xmlns:a16="http://schemas.microsoft.com/office/drawing/2014/main" id="{45E6FB77-BDA8-4EE0-A991-E692A6E9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簡答題／文字資料</a:t>
            </a:r>
          </a:p>
        </p:txBody>
      </p:sp>
      <p:sp>
        <p:nvSpPr>
          <p:cNvPr id="11" name="text-1360">
            <a:extLst xmlns:a="http://schemas.openxmlformats.org/drawingml/2006/main">
              <a:ext uri="{FF2B5EF4-FFF2-40B4-BE49-F238E27FC236}">
                <a16:creationId xmlns:a16="http://schemas.microsoft.com/office/drawing/2014/main" id="{D59FA829-6AC3-440B-97C8-C93D8A8C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先定義逐題編碼規準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保留支持編碼的文字證據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初編＋信心與待複核旗標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人工獨立抽查與處理歧異</a:t>
            </a:r>
          </a:p>
        </p:txBody>
      </p:sp>
      <p:sp>
        <p:nvSpPr>
          <p:cNvPr id="12" name="text-1361">
            <a:extLst xmlns:a="http://schemas.openxmlformats.org/drawingml/2006/main">
              <a:ext uri="{FF2B5EF4-FFF2-40B4-BE49-F238E27FC236}">
                <a16:creationId xmlns:a16="http://schemas.microsoft.com/office/drawing/2014/main" id="{85097C2C-0036-49C5-8A48-8B905D51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答案鍵</a:t>
            </a:r>
          </a:p>
        </p:txBody>
      </p:sp>
      <p:sp>
        <p:nvSpPr>
          <p:cNvPr id="13" name="text-1362">
            <a:extLst xmlns:a="http://schemas.openxmlformats.org/drawingml/2006/main">
              <a:ext uri="{FF2B5EF4-FFF2-40B4-BE49-F238E27FC236}">
                <a16:creationId xmlns:a16="http://schemas.microsoft.com/office/drawing/2014/main" id="{C338B387-6337-480F-A52E-F9283FA4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統計</a:t>
            </a:r>
          </a:p>
        </p:txBody>
      </p:sp>
      <p:sp>
        <p:nvSpPr>
          <p:cNvPr id="14" name="text-1363">
            <a:extLst xmlns:a="http://schemas.openxmlformats.org/drawingml/2006/main">
              <a:ext uri="{FF2B5EF4-FFF2-40B4-BE49-F238E27FC236}">
                <a16:creationId xmlns:a16="http://schemas.microsoft.com/office/drawing/2014/main" id="{99D7DEC6-1AD4-485C-935B-62832056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群體趨勢</a:t>
            </a:r>
          </a:p>
        </p:txBody>
      </p:sp>
      <p:cxnSp>
        <p:nvCxnSpPr>
          <p:cNvPr id="4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38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sp>
        <p:nvSpPr>
          <p:cNvPr id="17" name="text-1364">
            <a:extLst xmlns:a="http://schemas.openxmlformats.org/drawingml/2006/main">
              <a:ext uri="{FF2B5EF4-FFF2-40B4-BE49-F238E27FC236}">
                <a16:creationId xmlns:a16="http://schemas.microsoft.com/office/drawing/2014/main" id="{D74B30E2-2CD4-4FE0-8164-310F4608A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編碼規準</a:t>
            </a:r>
          </a:p>
        </p:txBody>
      </p:sp>
      <p:sp>
        <p:nvSpPr>
          <p:cNvPr id="18" name="text-1365">
            <a:extLst xmlns:a="http://schemas.openxmlformats.org/drawingml/2006/main">
              <a:ext uri="{FF2B5EF4-FFF2-40B4-BE49-F238E27FC236}">
                <a16:creationId xmlns:a16="http://schemas.microsoft.com/office/drawing/2014/main" id="{21ABBFAD-61EA-4284-9DC0-38C53857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AI 初編</a:t>
            </a:r>
          </a:p>
        </p:txBody>
      </p:sp>
      <p:sp>
        <p:nvSpPr>
          <p:cNvPr id="19" name="text-1366">
            <a:extLst xmlns:a="http://schemas.openxmlformats.org/drawingml/2006/main">
              <a:ext uri="{FF2B5EF4-FFF2-40B4-BE49-F238E27FC236}">
                <a16:creationId xmlns:a16="http://schemas.microsoft.com/office/drawing/2014/main" id="{63886EB7-C101-4AE3-9E84-1F29C144F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cxnSp>
        <p:nvCxnSpPr>
          <p:cNvPr id="4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677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CD2C7"/>
            </a:solidFill>
            <a:prstDash val="soli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201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2" name="text-1367">
            <a:extLst xmlns:a="http://schemas.openxmlformats.org/drawingml/2006/main">
              <a:ext uri="{FF2B5EF4-FFF2-40B4-BE49-F238E27FC236}">
                <a16:creationId xmlns:a16="http://schemas.microsoft.com/office/drawing/2014/main" id="{6B403AF8-9F39-4E67-90B3-A154C609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兩條資料流，最後在報告層匯合；不要用同一套規則硬套</a:t>
            </a:r>
          </a:p>
        </p:txBody>
      </p:sp>
      <p:sp>
        <p:nvSpPr>
          <p:cNvPr id="23" name="text-1629">
            <a:extLst xmlns:a="http://schemas.openxmlformats.org/drawingml/2006/main">
              <a:ext uri="{FF2B5EF4-FFF2-40B4-BE49-F238E27FC236}">
                <a16:creationId xmlns:a16="http://schemas.microsoft.com/office/drawing/2014/main" id="{9BEA69BD-E474-4EBF-AFEA-E523025C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e0ac444ad584f7a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3e8d395f3ad4858"/>
              </a:rPr>
              <a:t>Codex ↗</a:t>
            </a:r>
          </a:p>
        </p:txBody>
      </p:sp>
      <p:sp>
        <p:nvSpPr>
          <p:cNvPr id="24" name="shape-1699">
            <a:extLst xmlns:a="http://schemas.openxmlformats.org/drawingml/2006/main">
              <a:ext uri="{FF2B5EF4-FFF2-40B4-BE49-F238E27FC236}">
                <a16:creationId xmlns:a16="http://schemas.microsoft.com/office/drawing/2014/main" id="{9A3F073A-2856-44A0-B90D-4E891CC2D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e56cf0cd114ea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6" name="text-1700">
            <a:extLst xmlns:a="http://schemas.openxmlformats.org/drawingml/2006/main">
              <a:ext uri="{FF2B5EF4-FFF2-40B4-BE49-F238E27FC236}">
                <a16:creationId xmlns:a16="http://schemas.microsoft.com/office/drawing/2014/main" id="{59212CA7-7C7A-4D9B-8E4A-C6E2D0B0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e073b437da4dd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8" name="text-1701">
            <a:extLst xmlns:a="http://schemas.openxmlformats.org/drawingml/2006/main">
              <a:ext uri="{FF2B5EF4-FFF2-40B4-BE49-F238E27FC236}">
                <a16:creationId xmlns:a16="http://schemas.microsoft.com/office/drawing/2014/main" id="{C66AAA69-8E9F-4764-85A0-CD0E7140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67460953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text-1368">
            <a:extLst xmlns:a="http://schemas.openxmlformats.org/drawingml/2006/main">
              <a:ext uri="{FF2B5EF4-FFF2-40B4-BE49-F238E27FC236}">
                <a16:creationId xmlns:a16="http://schemas.microsoft.com/office/drawing/2014/main" id="{0CA7266E-B798-4C12-9F0D-CF50A665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 PIPELINE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DE4259E-9669-43FF-892D-F628CBA0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七步研究流程：從原始資料到可追查報告</a:t>
            </a:r>
          </a:p>
        </p:txBody>
      </p:sp>
      <p:cxnSp>
        <p:nvCxnSpPr>
          <p:cNvPr id="56" name="shape-136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70">
            <a:extLst xmlns:a="http://schemas.openxmlformats.org/drawingml/2006/main">
              <a:ext uri="{FF2B5EF4-FFF2-40B4-BE49-F238E27FC236}">
                <a16:creationId xmlns:a16="http://schemas.microsoft.com/office/drawing/2014/main" id="{6D599955-7F8A-417C-92FC-30AA3131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F6CFB2E-9DFF-40E3-876C-E8CD6A7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1371">
            <a:extLst xmlns:a="http://schemas.openxmlformats.org/drawingml/2006/main">
              <a:ext uri="{FF2B5EF4-FFF2-40B4-BE49-F238E27FC236}">
                <a16:creationId xmlns:a16="http://schemas.microsoft.com/office/drawing/2014/main" id="{1BF5E184-6055-42DD-B52D-89349F6C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372">
            <a:extLst xmlns:a="http://schemas.openxmlformats.org/drawingml/2006/main">
              <a:ext uri="{FF2B5EF4-FFF2-40B4-BE49-F238E27FC236}">
                <a16:creationId xmlns:a16="http://schemas.microsoft.com/office/drawing/2014/main" id="{B9FCDBEF-5CD7-4961-A7C1-A7E129C5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73">
            <a:extLst xmlns:a="http://schemas.openxmlformats.org/drawingml/2006/main">
              <a:ext uri="{FF2B5EF4-FFF2-40B4-BE49-F238E27FC236}">
                <a16:creationId xmlns:a16="http://schemas.microsoft.com/office/drawing/2014/main" id="{43DCCEE3-A155-4423-BFEE-7291DE88F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74">
            <a:extLst xmlns:a="http://schemas.openxmlformats.org/drawingml/2006/main">
              <a:ext uri="{FF2B5EF4-FFF2-40B4-BE49-F238E27FC236}">
                <a16:creationId xmlns:a16="http://schemas.microsoft.com/office/drawing/2014/main" id="{5B43FE33-8734-4C07-913B-B012BBAE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去識別</a:t>
            </a:r>
          </a:p>
        </p:txBody>
      </p:sp>
      <p:sp>
        <p:nvSpPr>
          <p:cNvPr id="10" name="text-1375">
            <a:extLst xmlns:a="http://schemas.openxmlformats.org/drawingml/2006/main">
              <a:ext uri="{FF2B5EF4-FFF2-40B4-BE49-F238E27FC236}">
                <a16:creationId xmlns:a16="http://schemas.microsoft.com/office/drawing/2014/main" id="{5678922B-C813-4865-B685-5476DE24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移除姓名與直接識別欄位</a:t>
            </a:r>
          </a:p>
        </p:txBody>
      </p:sp>
      <p:sp>
        <p:nvSpPr>
          <p:cNvPr id="11" name="text-1376">
            <a:extLst xmlns:a="http://schemas.openxmlformats.org/drawingml/2006/main">
              <a:ext uri="{FF2B5EF4-FFF2-40B4-BE49-F238E27FC236}">
                <a16:creationId xmlns:a16="http://schemas.microsoft.com/office/drawing/2014/main" id="{B05028F9-2982-462B-80CB-92487C07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377">
            <a:extLst xmlns:a="http://schemas.openxmlformats.org/drawingml/2006/main">
              <a:ext uri="{FF2B5EF4-FFF2-40B4-BE49-F238E27FC236}">
                <a16:creationId xmlns:a16="http://schemas.microsoft.com/office/drawing/2014/main" id="{41301575-B61E-4E5A-9C24-E18C9658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378">
            <a:extLst xmlns:a="http://schemas.openxmlformats.org/drawingml/2006/main">
              <a:ext uri="{FF2B5EF4-FFF2-40B4-BE49-F238E27FC236}">
                <a16:creationId xmlns:a16="http://schemas.microsoft.com/office/drawing/2014/main" id="{73A2CC9D-DEA1-4189-9B0A-9F6827E3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379">
            <a:extLst xmlns:a="http://schemas.openxmlformats.org/drawingml/2006/main">
              <a:ext uri="{FF2B5EF4-FFF2-40B4-BE49-F238E27FC236}">
                <a16:creationId xmlns:a16="http://schemas.microsoft.com/office/drawing/2014/main" id="{1DDC219C-4682-4CB7-B3B6-D477D2DA7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380">
            <a:extLst xmlns:a="http://schemas.openxmlformats.org/drawingml/2006/main">
              <a:ext uri="{FF2B5EF4-FFF2-40B4-BE49-F238E27FC236}">
                <a16:creationId xmlns:a16="http://schemas.microsoft.com/office/drawing/2014/main" id="{908B892D-5D9D-4CE4-84EB-F2723A22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資料字典</a:t>
            </a:r>
          </a:p>
        </p:txBody>
      </p:sp>
      <p:sp>
        <p:nvSpPr>
          <p:cNvPr id="16" name="text-1381">
            <a:extLst xmlns:a="http://schemas.openxmlformats.org/drawingml/2006/main">
              <a:ext uri="{FF2B5EF4-FFF2-40B4-BE49-F238E27FC236}">
                <a16:creationId xmlns:a16="http://schemas.microsoft.com/office/drawing/2014/main" id="{A584555A-319C-4DE3-AB96-166B6C5F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欄位、答案鍵、缺失值</a:t>
            </a:r>
          </a:p>
        </p:txBody>
      </p:sp>
      <p:sp>
        <p:nvSpPr>
          <p:cNvPr id="17" name="text-1382">
            <a:extLst xmlns:a="http://schemas.openxmlformats.org/drawingml/2006/main">
              <a:ext uri="{FF2B5EF4-FFF2-40B4-BE49-F238E27FC236}">
                <a16:creationId xmlns:a16="http://schemas.microsoft.com/office/drawing/2014/main" id="{0C6B8E8C-5489-4FAD-9A3F-E3AF3DCE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383">
            <a:extLst xmlns:a="http://schemas.openxmlformats.org/drawingml/2006/main">
              <a:ext uri="{FF2B5EF4-FFF2-40B4-BE49-F238E27FC236}">
                <a16:creationId xmlns:a16="http://schemas.microsoft.com/office/drawing/2014/main" id="{A4375C04-BC71-46D2-AAC3-4234579E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384">
            <a:extLst xmlns:a="http://schemas.openxmlformats.org/drawingml/2006/main">
              <a:ext uri="{FF2B5EF4-FFF2-40B4-BE49-F238E27FC236}">
                <a16:creationId xmlns:a16="http://schemas.microsoft.com/office/drawing/2014/main" id="{7CCEF22E-EC11-4D56-AC03-387B535B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85">
            <a:extLst xmlns:a="http://schemas.openxmlformats.org/drawingml/2006/main">
              <a:ext uri="{FF2B5EF4-FFF2-40B4-BE49-F238E27FC236}">
                <a16:creationId xmlns:a16="http://schemas.microsoft.com/office/drawing/2014/main" id="{22430E63-C9A6-414F-8FF2-C464D72A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386">
            <a:extLst xmlns:a="http://schemas.openxmlformats.org/drawingml/2006/main">
              <a:ext uri="{FF2B5EF4-FFF2-40B4-BE49-F238E27FC236}">
                <a16:creationId xmlns:a16="http://schemas.microsoft.com/office/drawing/2014/main" id="{9C337F87-178D-4AC1-B47D-5E6F95EA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品質檢查</a:t>
            </a:r>
          </a:p>
        </p:txBody>
      </p:sp>
      <p:sp>
        <p:nvSpPr>
          <p:cNvPr id="22" name="text-1387">
            <a:extLst xmlns:a="http://schemas.openxmlformats.org/drawingml/2006/main">
              <a:ext uri="{FF2B5EF4-FFF2-40B4-BE49-F238E27FC236}">
                <a16:creationId xmlns:a16="http://schemas.microsoft.com/office/drawing/2014/main" id="{4FCCF92C-F092-4195-81BB-F1120A02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重複、空白、非法值</a:t>
            </a:r>
          </a:p>
        </p:txBody>
      </p:sp>
      <p:sp>
        <p:nvSpPr>
          <p:cNvPr id="23" name="text-1388">
            <a:extLst xmlns:a="http://schemas.openxmlformats.org/drawingml/2006/main">
              <a:ext uri="{FF2B5EF4-FFF2-40B4-BE49-F238E27FC236}">
                <a16:creationId xmlns:a16="http://schemas.microsoft.com/office/drawing/2014/main" id="{E47C3959-04F7-4B16-B6CB-74A3A911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389">
            <a:extLst xmlns:a="http://schemas.openxmlformats.org/drawingml/2006/main">
              <a:ext uri="{FF2B5EF4-FFF2-40B4-BE49-F238E27FC236}">
                <a16:creationId xmlns:a16="http://schemas.microsoft.com/office/drawing/2014/main" id="{8DAEE9E8-010A-4844-8358-0A6D388F8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390">
            <a:extLst xmlns:a="http://schemas.openxmlformats.org/drawingml/2006/main">
              <a:ext uri="{FF2B5EF4-FFF2-40B4-BE49-F238E27FC236}">
                <a16:creationId xmlns:a16="http://schemas.microsoft.com/office/drawing/2014/main" id="{8671CD80-A473-4D0F-B77F-9B23F929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391">
            <a:extLst xmlns:a="http://schemas.openxmlformats.org/drawingml/2006/main">
              <a:ext uri="{FF2B5EF4-FFF2-40B4-BE49-F238E27FC236}">
                <a16:creationId xmlns:a16="http://schemas.microsoft.com/office/drawing/2014/main" id="{06042ACD-1032-41B5-964E-C2CBFC2C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392">
            <a:extLst xmlns:a="http://schemas.openxmlformats.org/drawingml/2006/main">
              <a:ext uri="{FF2B5EF4-FFF2-40B4-BE49-F238E27FC236}">
                <a16:creationId xmlns:a16="http://schemas.microsoft.com/office/drawing/2014/main" id="{307F611D-4819-4BC7-A2DC-74856F60F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</a:t>
            </a:r>
          </a:p>
        </p:txBody>
      </p:sp>
      <p:sp>
        <p:nvSpPr>
          <p:cNvPr id="28" name="text-1393">
            <a:extLst xmlns:a="http://schemas.openxmlformats.org/drawingml/2006/main">
              <a:ext uri="{FF2B5EF4-FFF2-40B4-BE49-F238E27FC236}">
                <a16:creationId xmlns:a16="http://schemas.microsoft.com/office/drawing/2014/main" id="{81E71087-92FC-4547-8E4F-CA0412A2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答對率與選項分布</a:t>
            </a:r>
          </a:p>
        </p:txBody>
      </p:sp>
      <p:sp>
        <p:nvSpPr>
          <p:cNvPr id="29" name="text-1394">
            <a:extLst xmlns:a="http://schemas.openxmlformats.org/drawingml/2006/main">
              <a:ext uri="{FF2B5EF4-FFF2-40B4-BE49-F238E27FC236}">
                <a16:creationId xmlns:a16="http://schemas.microsoft.com/office/drawing/2014/main" id="{2366C46B-3319-4C46-AF52-B3849BB3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395">
            <a:extLst xmlns:a="http://schemas.openxmlformats.org/drawingml/2006/main">
              <a:ext uri="{FF2B5EF4-FFF2-40B4-BE49-F238E27FC236}">
                <a16:creationId xmlns:a16="http://schemas.microsoft.com/office/drawing/2014/main" id="{F17141E7-2287-4AC3-ACAC-200F84B4C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396">
            <a:extLst xmlns:a="http://schemas.openxmlformats.org/drawingml/2006/main">
              <a:ext uri="{FF2B5EF4-FFF2-40B4-BE49-F238E27FC236}">
                <a16:creationId xmlns:a16="http://schemas.microsoft.com/office/drawing/2014/main" id="{9F76786F-4FB3-49C4-81AA-795280F5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397">
            <a:extLst xmlns:a="http://schemas.openxmlformats.org/drawingml/2006/main">
              <a:ext uri="{FF2B5EF4-FFF2-40B4-BE49-F238E27FC236}">
                <a16:creationId xmlns:a16="http://schemas.microsoft.com/office/drawing/2014/main" id="{22ED2353-97D9-41F2-AEF7-EA6122A05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398">
            <a:extLst xmlns:a="http://schemas.openxmlformats.org/drawingml/2006/main">
              <a:ext uri="{FF2B5EF4-FFF2-40B4-BE49-F238E27FC236}">
                <a16:creationId xmlns:a16="http://schemas.microsoft.com/office/drawing/2014/main" id="{7223D661-8F92-40FD-A2DC-F3BA3B03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簡答初編</a:t>
            </a:r>
          </a:p>
        </p:txBody>
      </p:sp>
      <p:sp>
        <p:nvSpPr>
          <p:cNvPr id="34" name="text-1399">
            <a:extLst xmlns:a="http://schemas.openxmlformats.org/drawingml/2006/main">
              <a:ext uri="{FF2B5EF4-FFF2-40B4-BE49-F238E27FC236}">
                <a16:creationId xmlns:a16="http://schemas.microsoft.com/office/drawing/2014/main" id="{58A95004-EE70-4F45-B49E-DB8075D7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依規準＋文字證據</a:t>
            </a:r>
          </a:p>
        </p:txBody>
      </p:sp>
      <p:sp>
        <p:nvSpPr>
          <p:cNvPr id="35" name="text-1400">
            <a:extLst xmlns:a="http://schemas.openxmlformats.org/drawingml/2006/main">
              <a:ext uri="{FF2B5EF4-FFF2-40B4-BE49-F238E27FC236}">
                <a16:creationId xmlns:a16="http://schemas.microsoft.com/office/drawing/2014/main" id="{D33BEAB5-2EB5-4398-8526-97D4A0AA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6" name="shape-1401">
            <a:extLst xmlns:a="http://schemas.openxmlformats.org/drawingml/2006/main">
              <a:ext uri="{FF2B5EF4-FFF2-40B4-BE49-F238E27FC236}">
                <a16:creationId xmlns:a16="http://schemas.microsoft.com/office/drawing/2014/main" id="{A9EB13B6-2CD9-430B-B0EC-65821F6A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7" name="shape-1402">
            <a:extLst xmlns:a="http://schemas.openxmlformats.org/drawingml/2006/main">
              <a:ext uri="{FF2B5EF4-FFF2-40B4-BE49-F238E27FC236}">
                <a16:creationId xmlns:a16="http://schemas.microsoft.com/office/drawing/2014/main" id="{F84CDC01-0DD3-45C4-BD72-0C20771F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1403">
            <a:extLst xmlns:a="http://schemas.openxmlformats.org/drawingml/2006/main">
              <a:ext uri="{FF2B5EF4-FFF2-40B4-BE49-F238E27FC236}">
                <a16:creationId xmlns:a16="http://schemas.microsoft.com/office/drawing/2014/main" id="{C1F0C698-CC31-4F29-A50D-E663528B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39" name="text-1404">
            <a:extLst xmlns:a="http://schemas.openxmlformats.org/drawingml/2006/main">
              <a:ext uri="{FF2B5EF4-FFF2-40B4-BE49-F238E27FC236}">
                <a16:creationId xmlns:a16="http://schemas.microsoft.com/office/drawing/2014/main" id="{051F45E9-CE95-45D1-82E8-C38F3D0A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sp>
        <p:nvSpPr>
          <p:cNvPr id="40" name="text-1405">
            <a:extLst xmlns:a="http://schemas.openxmlformats.org/drawingml/2006/main">
              <a:ext uri="{FF2B5EF4-FFF2-40B4-BE49-F238E27FC236}">
                <a16:creationId xmlns:a16="http://schemas.microsoft.com/office/drawing/2014/main" id="{14140D12-4635-4E50-A18F-2A7CF9C9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盲評抽查與歧異討論</a:t>
            </a:r>
          </a:p>
        </p:txBody>
      </p:sp>
      <p:sp>
        <p:nvSpPr>
          <p:cNvPr id="41" name="text-1406">
            <a:extLst xmlns:a="http://schemas.openxmlformats.org/drawingml/2006/main">
              <a:ext uri="{FF2B5EF4-FFF2-40B4-BE49-F238E27FC236}">
                <a16:creationId xmlns:a16="http://schemas.microsoft.com/office/drawing/2014/main" id="{E4BA99C2-EA9C-4638-9BF3-599BB9CF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407">
            <a:extLst xmlns:a="http://schemas.openxmlformats.org/drawingml/2006/main">
              <a:ext uri="{FF2B5EF4-FFF2-40B4-BE49-F238E27FC236}">
                <a16:creationId xmlns:a16="http://schemas.microsoft.com/office/drawing/2014/main" id="{5C86CA92-F425-41C3-A766-6DC1A1CD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43" name="shape-1408">
            <a:extLst xmlns:a="http://schemas.openxmlformats.org/drawingml/2006/main">
              <a:ext uri="{FF2B5EF4-FFF2-40B4-BE49-F238E27FC236}">
                <a16:creationId xmlns:a16="http://schemas.microsoft.com/office/drawing/2014/main" id="{0E767677-EAE8-4471-BDA2-5CD0F573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text-1409">
            <a:extLst xmlns:a="http://schemas.openxmlformats.org/drawingml/2006/main">
              <a:ext uri="{FF2B5EF4-FFF2-40B4-BE49-F238E27FC236}">
                <a16:creationId xmlns:a16="http://schemas.microsoft.com/office/drawing/2014/main" id="{30A4EC7A-7114-409E-AFFD-B30DC0E03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45" name="text-1410">
            <a:extLst xmlns:a="http://schemas.openxmlformats.org/drawingml/2006/main">
              <a:ext uri="{FF2B5EF4-FFF2-40B4-BE49-F238E27FC236}">
                <a16:creationId xmlns:a16="http://schemas.microsoft.com/office/drawing/2014/main" id="{E66FF262-3D0B-4F1A-8542-0CD20C30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彙整報告</a:t>
            </a:r>
          </a:p>
        </p:txBody>
      </p:sp>
      <p:sp>
        <p:nvSpPr>
          <p:cNvPr id="46" name="text-1411">
            <a:extLst xmlns:a="http://schemas.openxmlformats.org/drawingml/2006/main">
              <a:ext uri="{FF2B5EF4-FFF2-40B4-BE49-F238E27FC236}">
                <a16:creationId xmlns:a16="http://schemas.microsoft.com/office/drawing/2014/main" id="{DD9493EC-2586-4231-883C-6ED2DD27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群體趨勢、限制、未確認</a:t>
            </a:r>
          </a:p>
        </p:txBody>
      </p:sp>
      <p:sp>
        <p:nvSpPr>
          <p:cNvPr id="47" name="text-1412">
            <a:extLst xmlns:a="http://schemas.openxmlformats.org/drawingml/2006/main">
              <a:ext uri="{FF2B5EF4-FFF2-40B4-BE49-F238E27FC236}">
                <a16:creationId xmlns:a16="http://schemas.microsoft.com/office/drawing/2014/main" id="{A2C589D5-FE96-4EA6-BFEF-29843C25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48" name="text-1630">
            <a:extLst xmlns:a="http://schemas.openxmlformats.org/drawingml/2006/main">
              <a:ext uri="{FF2B5EF4-FFF2-40B4-BE49-F238E27FC236}">
                <a16:creationId xmlns:a16="http://schemas.microsoft.com/office/drawing/2014/main" id="{F4067AF0-2D45-4B79-A57E-52D8BF88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77f8ae8b90403e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25e93fd94474079"/>
              </a:rPr>
              <a:t>Codex ↗</a:t>
            </a:r>
          </a:p>
        </p:txBody>
      </p:sp>
      <p:sp>
        <p:nvSpPr>
          <p:cNvPr id="49" name="shape-1702">
            <a:extLst xmlns:a="http://schemas.openxmlformats.org/drawingml/2006/main">
              <a:ext uri="{FF2B5EF4-FFF2-40B4-BE49-F238E27FC236}">
                <a16:creationId xmlns:a16="http://schemas.microsoft.com/office/drawing/2014/main" id="{A652F2F6-8B6B-49F7-AE5B-6A4EA7D5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3e0054c559424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1" name="text-1703">
            <a:extLst xmlns:a="http://schemas.openxmlformats.org/drawingml/2006/main">
              <a:ext uri="{FF2B5EF4-FFF2-40B4-BE49-F238E27FC236}">
                <a16:creationId xmlns:a16="http://schemas.microsoft.com/office/drawing/2014/main" id="{7001D5AD-2513-4BE3-8701-8B031BE9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94b81e794b472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3" name="text-1704">
            <a:extLst xmlns:a="http://schemas.openxmlformats.org/drawingml/2006/main">
              <a:ext uri="{FF2B5EF4-FFF2-40B4-BE49-F238E27FC236}">
                <a16:creationId xmlns:a16="http://schemas.microsoft.com/office/drawing/2014/main" id="{470AF1FD-D074-488F-A604-54B391492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43885962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413">
            <a:extLst xmlns:a="http://schemas.openxmlformats.org/drawingml/2006/main">
              <a:ext uri="{FF2B5EF4-FFF2-40B4-BE49-F238E27FC236}">
                <a16:creationId xmlns:a16="http://schemas.microsoft.com/office/drawing/2014/main" id="{45757BA9-4C5D-43A0-8283-F0A32131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HUMAN-SCORED · AI PARALLEL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539F5FD-DAD1-42F3-9AB7-78D9E852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初編不等於正式評分：PIRLS 2026 給我們的訊號</a:t>
            </a:r>
          </a:p>
        </p:txBody>
      </p:sp>
      <p:cxnSp>
        <p:nvCxnSpPr>
          <p:cNvPr id="30" name="shape-14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15">
            <a:extLst xmlns:a="http://schemas.openxmlformats.org/drawingml/2006/main">
              <a:ext uri="{FF2B5EF4-FFF2-40B4-BE49-F238E27FC236}">
                <a16:creationId xmlns:a16="http://schemas.microsoft.com/office/drawing/2014/main" id="{EE81D076-9BC4-4F74-A72C-1C40BCC8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932D07D-C588-4BAD-A3A7-0937F1FFF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1416">
            <a:extLst xmlns:a="http://schemas.openxmlformats.org/drawingml/2006/main">
              <a:ext uri="{FF2B5EF4-FFF2-40B4-BE49-F238E27FC236}">
                <a16:creationId xmlns:a16="http://schemas.microsoft.com/office/drawing/2014/main" id="{B83378F6-8B48-44F6-8615-B1D6F75D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17">
            <a:extLst xmlns:a="http://schemas.openxmlformats.org/drawingml/2006/main">
              <a:ext uri="{FF2B5EF4-FFF2-40B4-BE49-F238E27FC236}">
                <a16:creationId xmlns:a16="http://schemas.microsoft.com/office/drawing/2014/main" id="{6E4F42F0-A324-45C1-8B3E-2A7470BB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</a:t>
            </a:r>
          </a:p>
        </p:txBody>
      </p:sp>
      <p:sp>
        <p:nvSpPr>
          <p:cNvPr id="8" name="text-1418">
            <a:extLst xmlns:a="http://schemas.openxmlformats.org/drawingml/2006/main">
              <a:ext uri="{FF2B5EF4-FFF2-40B4-BE49-F238E27FC236}">
                <a16:creationId xmlns:a16="http://schemas.microsoft.com/office/drawing/2014/main" id="{5EBB2F15-37C8-4869-9542-B5AA2207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人工仍是主流程</a:t>
            </a:r>
          </a:p>
        </p:txBody>
      </p:sp>
      <p:sp>
        <p:nvSpPr>
          <p:cNvPr id="9" name="text-1419">
            <a:extLst xmlns:a="http://schemas.openxmlformats.org/drawingml/2006/main">
              <a:ext uri="{FF2B5EF4-FFF2-40B4-BE49-F238E27FC236}">
                <a16:creationId xmlns:a16="http://schemas.microsoft.com/office/drawing/2014/main" id="{DE6339EF-4B18-4F06-B4A8-BC47FC5AA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2026 的 constructed-response 項目規劃由各國人工評分。</a:t>
            </a:r>
          </a:p>
        </p:txBody>
      </p:sp>
      <p:sp>
        <p:nvSpPr>
          <p:cNvPr id="10" name="shape-1420">
            <a:extLst xmlns:a="http://schemas.openxmlformats.org/drawingml/2006/main">
              <a:ext uri="{FF2B5EF4-FFF2-40B4-BE49-F238E27FC236}">
                <a16:creationId xmlns:a16="http://schemas.microsoft.com/office/drawing/2014/main" id="{64DCB1C7-0454-4CC0-80AC-91BB2084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21">
            <a:extLst xmlns:a="http://schemas.openxmlformats.org/drawingml/2006/main">
              <a:ext uri="{FF2B5EF4-FFF2-40B4-BE49-F238E27FC236}">
                <a16:creationId xmlns:a16="http://schemas.microsoft.com/office/drawing/2014/main" id="{BA73F0C4-9939-4F11-BFD2-A2576B2D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AI</a:t>
            </a:r>
          </a:p>
        </p:txBody>
      </p:sp>
      <p:sp>
        <p:nvSpPr>
          <p:cNvPr id="12" name="text-1422">
            <a:extLst xmlns:a="http://schemas.openxmlformats.org/drawingml/2006/main">
              <a:ext uri="{FF2B5EF4-FFF2-40B4-BE49-F238E27FC236}">
                <a16:creationId xmlns:a16="http://schemas.microsoft.com/office/drawing/2014/main" id="{7E6DB616-59FD-4C6A-8414-99C9A0A2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平行研究</a:t>
            </a:r>
          </a:p>
        </p:txBody>
      </p:sp>
      <p:sp>
        <p:nvSpPr>
          <p:cNvPr id="13" name="text-1423">
            <a:extLst xmlns:a="http://schemas.openxmlformats.org/drawingml/2006/main">
              <a:ext uri="{FF2B5EF4-FFF2-40B4-BE49-F238E27FC236}">
                <a16:creationId xmlns:a16="http://schemas.microsoft.com/office/drawing/2014/main" id="{E100E071-3D3F-415D-9020-44DA4A56E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其中 40% 題目規劃同步以 LLM／NLP 方法進行平行評分研究。</a:t>
            </a:r>
          </a:p>
        </p:txBody>
      </p:sp>
      <p:sp>
        <p:nvSpPr>
          <p:cNvPr id="14" name="shape-1424">
            <a:extLst xmlns:a="http://schemas.openxmlformats.org/drawingml/2006/main">
              <a:ext uri="{FF2B5EF4-FFF2-40B4-BE49-F238E27FC236}">
                <a16:creationId xmlns:a16="http://schemas.microsoft.com/office/drawing/2014/main" id="{F84F26DC-2083-46CD-82AB-6C59C31C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25">
            <a:extLst xmlns:a="http://schemas.openxmlformats.org/drawingml/2006/main">
              <a:ext uri="{FF2B5EF4-FFF2-40B4-BE49-F238E27FC236}">
                <a16:creationId xmlns:a16="http://schemas.microsoft.com/office/drawing/2014/main" id="{489DC06E-9EFF-44D4-81A7-4C478772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</a:t>
            </a:r>
          </a:p>
        </p:txBody>
      </p:sp>
      <p:sp>
        <p:nvSpPr>
          <p:cNvPr id="16" name="text-1426">
            <a:extLst xmlns:a="http://schemas.openxmlformats.org/drawingml/2006/main">
              <a:ext uri="{FF2B5EF4-FFF2-40B4-BE49-F238E27FC236}">
                <a16:creationId xmlns:a16="http://schemas.microsoft.com/office/drawing/2014/main" id="{63780F44-F4C6-4E30-99EF-8C978A0B5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不是只看準確率</a:t>
            </a:r>
          </a:p>
        </p:txBody>
      </p:sp>
      <p:sp>
        <p:nvSpPr>
          <p:cNvPr id="17" name="text-1427">
            <a:extLst xmlns:a="http://schemas.openxmlformats.org/drawingml/2006/main">
              <a:ext uri="{FF2B5EF4-FFF2-40B4-BE49-F238E27FC236}">
                <a16:creationId xmlns:a16="http://schemas.microsoft.com/office/drawing/2014/main" id="{B8472729-2629-4573-80F9-0CC700A8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還要關注資料隱私、安全、跨國與跨語言一致性。</a:t>
            </a:r>
          </a:p>
        </p:txBody>
      </p:sp>
      <p:sp>
        <p:nvSpPr>
          <p:cNvPr id="18" name="shape-1428">
            <a:extLst xmlns:a="http://schemas.openxmlformats.org/drawingml/2006/main">
              <a:ext uri="{FF2B5EF4-FFF2-40B4-BE49-F238E27FC236}">
                <a16:creationId xmlns:a16="http://schemas.microsoft.com/office/drawing/2014/main" id="{3667310A-ACD6-4EC4-8465-7D0B054E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29">
            <a:extLst xmlns:a="http://schemas.openxmlformats.org/drawingml/2006/main">
              <a:ext uri="{FF2B5EF4-FFF2-40B4-BE49-F238E27FC236}">
                <a16:creationId xmlns:a16="http://schemas.microsoft.com/office/drawing/2014/main" id="{0EC09631-D25D-4981-B41B-67B56252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</a:t>
            </a:r>
          </a:p>
        </p:txBody>
      </p:sp>
      <p:sp>
        <p:nvSpPr>
          <p:cNvPr id="20" name="text-1430">
            <a:extLst xmlns:a="http://schemas.openxmlformats.org/drawingml/2006/main">
              <a:ext uri="{FF2B5EF4-FFF2-40B4-BE49-F238E27FC236}">
                <a16:creationId xmlns:a16="http://schemas.microsoft.com/office/drawing/2014/main" id="{FC63F5A1-95B1-4309-BE1F-DC3ADB93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逐題評估</a:t>
            </a:r>
          </a:p>
        </p:txBody>
      </p:sp>
      <p:sp>
        <p:nvSpPr>
          <p:cNvPr id="21" name="text-1431">
            <a:extLst xmlns:a="http://schemas.openxmlformats.org/drawingml/2006/main">
              <a:ext uri="{FF2B5EF4-FFF2-40B4-BE49-F238E27FC236}">
                <a16:creationId xmlns:a16="http://schemas.microsoft.com/office/drawing/2014/main" id="{768C7E53-264C-4170-B2F8-4CC206C5B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自動評分效果會依題目、語言與回答型態而變，需逐題驗證。</a:t>
            </a:r>
          </a:p>
        </p:txBody>
      </p:sp>
      <p:sp>
        <p:nvSpPr>
          <p:cNvPr id="22" name="text-1631">
            <a:extLst xmlns:a="http://schemas.openxmlformats.org/drawingml/2006/main">
              <a:ext uri="{FF2B5EF4-FFF2-40B4-BE49-F238E27FC236}">
                <a16:creationId xmlns:a16="http://schemas.microsoft.com/office/drawing/2014/main" id="{AE546413-FF47-473E-879D-03C5D4EF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07d93ecb1f34c56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d6fdd4ad53e467e"/>
              </a:rPr>
              <a:t>Codex ↗</a:t>
            </a:r>
          </a:p>
        </p:txBody>
      </p:sp>
      <p:sp>
        <p:nvSpPr>
          <p:cNvPr id="23" name="shape-1705">
            <a:extLst xmlns:a="http://schemas.openxmlformats.org/drawingml/2006/main">
              <a:ext uri="{FF2B5EF4-FFF2-40B4-BE49-F238E27FC236}">
                <a16:creationId xmlns:a16="http://schemas.microsoft.com/office/drawing/2014/main" id="{7198FEE9-16EF-40E8-87CB-4ED1B53E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8d9102116749f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706">
            <a:extLst xmlns:a="http://schemas.openxmlformats.org/drawingml/2006/main">
              <a:ext uri="{FF2B5EF4-FFF2-40B4-BE49-F238E27FC236}">
                <a16:creationId xmlns:a16="http://schemas.microsoft.com/office/drawing/2014/main" id="{7774C4F8-51DB-44D9-8060-CF9BB6D7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a7dded93524d6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707">
            <a:extLst xmlns:a="http://schemas.openxmlformats.org/drawingml/2006/main">
              <a:ext uri="{FF2B5EF4-FFF2-40B4-BE49-F238E27FC236}">
                <a16:creationId xmlns:a16="http://schemas.microsoft.com/office/drawing/2014/main" id="{56EFDDC3-7BDB-4B18-85C6-7AA4B56C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317748693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432">
            <a:extLst xmlns:a="http://schemas.openxmlformats.org/drawingml/2006/main">
              <a:ext uri="{FF2B5EF4-FFF2-40B4-BE49-F238E27FC236}">
                <a16:creationId xmlns:a16="http://schemas.microsoft.com/office/drawing/2014/main" id="{DCB2198C-DC55-4FF6-B809-E4FBF1A3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DATA &amp; CODING QUALITY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2F79D06-2276-4B6F-BFAF-36AAA8CE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報告前的四項品質檢核</a:t>
            </a:r>
          </a:p>
        </p:txBody>
      </p:sp>
      <p:cxnSp>
        <p:nvCxnSpPr>
          <p:cNvPr id="38" name="shape-14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34">
            <a:extLst xmlns:a="http://schemas.openxmlformats.org/drawingml/2006/main">
              <a:ext uri="{FF2B5EF4-FFF2-40B4-BE49-F238E27FC236}">
                <a16:creationId xmlns:a16="http://schemas.microsoft.com/office/drawing/2014/main" id="{96FF7BA3-7DBF-42E3-A03F-9ABA0CAA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5A79EFE-04E4-4240-B5DE-1D7D73E8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1435">
            <a:extLst xmlns:a="http://schemas.openxmlformats.org/drawingml/2006/main">
              <a:ext uri="{FF2B5EF4-FFF2-40B4-BE49-F238E27FC236}">
                <a16:creationId xmlns:a16="http://schemas.microsoft.com/office/drawing/2014/main" id="{FDD3CA27-0B00-4C57-8282-CB6358D75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36">
            <a:extLst xmlns:a="http://schemas.openxmlformats.org/drawingml/2006/main">
              <a:ext uri="{FF2B5EF4-FFF2-40B4-BE49-F238E27FC236}">
                <a16:creationId xmlns:a16="http://schemas.microsoft.com/office/drawing/2014/main" id="{C97F4E9A-8D69-429E-A1A8-FB335DB9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37">
            <a:extLst xmlns:a="http://schemas.openxmlformats.org/drawingml/2006/main">
              <a:ext uri="{FF2B5EF4-FFF2-40B4-BE49-F238E27FC236}">
                <a16:creationId xmlns:a16="http://schemas.microsoft.com/office/drawing/2014/main" id="{8903D267-9972-4930-BC25-060559FB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資料完整性</a:t>
            </a:r>
          </a:p>
        </p:txBody>
      </p:sp>
      <p:sp>
        <p:nvSpPr>
          <p:cNvPr id="9" name="text-1438">
            <a:extLst xmlns:a="http://schemas.openxmlformats.org/drawingml/2006/main">
              <a:ext uri="{FF2B5EF4-FFF2-40B4-BE49-F238E27FC236}">
                <a16:creationId xmlns:a16="http://schemas.microsoft.com/office/drawing/2014/main" id="{A04530A8-BBD8-434E-86CC-045E58AC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列出缺漏、重複、非法選項與無法解析的文字，不要自動補答案。</a:t>
            </a:r>
          </a:p>
        </p:txBody>
      </p:sp>
      <p:sp>
        <p:nvSpPr>
          <p:cNvPr id="10" name="shape-1439">
            <a:extLst xmlns:a="http://schemas.openxmlformats.org/drawingml/2006/main">
              <a:ext uri="{FF2B5EF4-FFF2-40B4-BE49-F238E27FC236}">
                <a16:creationId xmlns:a16="http://schemas.microsoft.com/office/drawing/2014/main" id="{C392CF70-7811-40B7-B529-02717CEF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40">
            <a:extLst xmlns:a="http://schemas.openxmlformats.org/drawingml/2006/main">
              <a:ext uri="{FF2B5EF4-FFF2-40B4-BE49-F238E27FC236}">
                <a16:creationId xmlns:a16="http://schemas.microsoft.com/office/drawing/2014/main" id="{BD94A985-B993-4BD9-8E13-2F0D5CC4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41">
            <a:extLst xmlns:a="http://schemas.openxmlformats.org/drawingml/2006/main">
              <a:ext uri="{FF2B5EF4-FFF2-40B4-BE49-F238E27FC236}">
                <a16:creationId xmlns:a16="http://schemas.microsoft.com/office/drawing/2014/main" id="{F35C4F8C-5A3A-44BB-BBD3-0DB750FBE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逐題可追查</a:t>
            </a:r>
          </a:p>
        </p:txBody>
      </p:sp>
      <p:sp>
        <p:nvSpPr>
          <p:cNvPr id="13" name="text-1442">
            <a:extLst xmlns:a="http://schemas.openxmlformats.org/drawingml/2006/main">
              <a:ext uri="{FF2B5EF4-FFF2-40B4-BE49-F238E27FC236}">
                <a16:creationId xmlns:a16="http://schemas.microsoft.com/office/drawing/2014/main" id="{F44F6E9F-D213-48C2-9A9B-FD64BBE7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每個簡答編碼都保留 evidence excerpt 與 rationale。</a:t>
            </a:r>
          </a:p>
        </p:txBody>
      </p:sp>
      <p:sp>
        <p:nvSpPr>
          <p:cNvPr id="14" name="shape-1443">
            <a:extLst xmlns:a="http://schemas.openxmlformats.org/drawingml/2006/main">
              <a:ext uri="{FF2B5EF4-FFF2-40B4-BE49-F238E27FC236}">
                <a16:creationId xmlns:a16="http://schemas.microsoft.com/office/drawing/2014/main" id="{5A8B6C4E-47FC-401B-A328-55A2FC59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44">
            <a:extLst xmlns:a="http://schemas.openxmlformats.org/drawingml/2006/main">
              <a:ext uri="{FF2B5EF4-FFF2-40B4-BE49-F238E27FC236}">
                <a16:creationId xmlns:a16="http://schemas.microsoft.com/office/drawing/2014/main" id="{D6C7C80C-F25A-4BE1-AA1D-6CCBD4E8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45">
            <a:extLst xmlns:a="http://schemas.openxmlformats.org/drawingml/2006/main">
              <a:ext uri="{FF2B5EF4-FFF2-40B4-BE49-F238E27FC236}">
                <a16:creationId xmlns:a16="http://schemas.microsoft.com/office/drawing/2014/main" id="{6203DA84-AC44-4241-952A-86507F37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一致性</a:t>
            </a:r>
          </a:p>
        </p:txBody>
      </p:sp>
      <p:sp>
        <p:nvSpPr>
          <p:cNvPr id="17" name="text-1446">
            <a:extLst xmlns:a="http://schemas.openxmlformats.org/drawingml/2006/main">
              <a:ext uri="{FF2B5EF4-FFF2-40B4-BE49-F238E27FC236}">
                <a16:creationId xmlns:a16="http://schemas.microsoft.com/office/drawing/2014/main" id="{9200CCB1-0442-433E-9290-423AD52F4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AI 與人工代碼，集中檢視不一致、低信心與邊界案例。</a:t>
            </a:r>
          </a:p>
        </p:txBody>
      </p:sp>
      <p:sp>
        <p:nvSpPr>
          <p:cNvPr id="18" name="shape-1447">
            <a:extLst xmlns:a="http://schemas.openxmlformats.org/drawingml/2006/main">
              <a:ext uri="{FF2B5EF4-FFF2-40B4-BE49-F238E27FC236}">
                <a16:creationId xmlns:a16="http://schemas.microsoft.com/office/drawing/2014/main" id="{4F977105-5698-4FC7-92F8-C812E4B0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48">
            <a:extLst xmlns:a="http://schemas.openxmlformats.org/drawingml/2006/main">
              <a:ext uri="{FF2B5EF4-FFF2-40B4-BE49-F238E27FC236}">
                <a16:creationId xmlns:a16="http://schemas.microsoft.com/office/drawing/2014/main" id="{C892597B-AE42-42D6-B64E-96361DD6F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49">
            <a:extLst xmlns:a="http://schemas.openxmlformats.org/drawingml/2006/main">
              <a:ext uri="{FF2B5EF4-FFF2-40B4-BE49-F238E27FC236}">
                <a16:creationId xmlns:a16="http://schemas.microsoft.com/office/drawing/2014/main" id="{D92EF32E-0ECE-4DEE-91B9-4E033CA68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報告邊界</a:t>
            </a:r>
          </a:p>
        </p:txBody>
      </p:sp>
      <p:sp>
        <p:nvSpPr>
          <p:cNvPr id="21" name="text-1450">
            <a:extLst xmlns:a="http://schemas.openxmlformats.org/drawingml/2006/main">
              <a:ext uri="{FF2B5EF4-FFF2-40B4-BE49-F238E27FC236}">
                <a16:creationId xmlns:a16="http://schemas.microsoft.com/office/drawing/2014/main" id="{9FBE8B41-0ADC-4568-B2FA-EEC066E1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以群體趨勢協助教學診斷，不用未驗證的 AI 分數做高風險個人決策。</a:t>
            </a:r>
          </a:p>
        </p:txBody>
      </p:sp>
      <p:sp>
        <p:nvSpPr>
          <p:cNvPr id="22" name="text-1451">
            <a:extLst xmlns:a="http://schemas.openxmlformats.org/drawingml/2006/main">
              <a:ext uri="{FF2B5EF4-FFF2-40B4-BE49-F238E27FC236}">
                <a16:creationId xmlns:a16="http://schemas.microsoft.com/office/drawing/2014/main" id="{527DD00C-82FB-4AC8-A6E5-311A728E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資料完整</a:t>
            </a:r>
          </a:p>
        </p:txBody>
      </p:sp>
      <p:sp>
        <p:nvSpPr>
          <p:cNvPr id="23" name="text-1452">
            <a:extLst xmlns:a="http://schemas.openxmlformats.org/drawingml/2006/main">
              <a:ext uri="{FF2B5EF4-FFF2-40B4-BE49-F238E27FC236}">
                <a16:creationId xmlns:a16="http://schemas.microsoft.com/office/drawing/2014/main" id="{EC8099B6-D8E9-4F1F-8D95-BBCB7A1D3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證據可追查</a:t>
            </a:r>
          </a:p>
        </p:txBody>
      </p:sp>
      <p:sp>
        <p:nvSpPr>
          <p:cNvPr id="24" name="text-1453">
            <a:extLst xmlns:a="http://schemas.openxmlformats.org/drawingml/2006/main">
              <a:ext uri="{FF2B5EF4-FFF2-40B4-BE49-F238E27FC236}">
                <a16:creationId xmlns:a16="http://schemas.microsoft.com/office/drawing/2014/main" id="{0DA3D282-E2A9-4C44-B0E0-4B407BF0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AI／人一致性</a:t>
            </a:r>
          </a:p>
        </p:txBody>
      </p:sp>
      <p:sp>
        <p:nvSpPr>
          <p:cNvPr id="25" name="text-1454">
            <a:extLst xmlns:a="http://schemas.openxmlformats.org/drawingml/2006/main">
              <a:ext uri="{FF2B5EF4-FFF2-40B4-BE49-F238E27FC236}">
                <a16:creationId xmlns:a16="http://schemas.microsoft.com/office/drawing/2014/main" id="{B419D61D-13CB-4A1F-9D1D-E5E553E68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✓ 報告有邊界</a:t>
            </a:r>
          </a:p>
        </p:txBody>
      </p:sp>
      <p:cxnSp>
        <p:nvCxnSpPr>
          <p:cNvPr id="6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8956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61975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439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9" name="text-1455">
            <a:extLst xmlns:a="http://schemas.openxmlformats.org/drawingml/2006/main">
              <a:ext uri="{FF2B5EF4-FFF2-40B4-BE49-F238E27FC236}">
                <a16:creationId xmlns:a16="http://schemas.microsoft.com/office/drawing/2014/main" id="{1A18AF4B-5402-4586-9786-853BC1BC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57850"/>
            <a:ext cx="640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四道閘門都通過，才進入研究報告；否則標示未確認</a:t>
            </a:r>
          </a:p>
        </p:txBody>
      </p:sp>
      <p:sp>
        <p:nvSpPr>
          <p:cNvPr id="30" name="text-1632">
            <a:extLst xmlns:a="http://schemas.openxmlformats.org/drawingml/2006/main">
              <a:ext uri="{FF2B5EF4-FFF2-40B4-BE49-F238E27FC236}">
                <a16:creationId xmlns:a16="http://schemas.microsoft.com/office/drawing/2014/main" id="{2A4BA225-AEB2-4E24-BB68-9EF3EA80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657e4d0596e4885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fec4ab486af4be5"/>
              </a:rPr>
              <a:t>Codex ↗</a:t>
            </a:r>
          </a:p>
        </p:txBody>
      </p:sp>
      <p:sp>
        <p:nvSpPr>
          <p:cNvPr id="31" name="shape-1708">
            <a:extLst xmlns:a="http://schemas.openxmlformats.org/drawingml/2006/main">
              <a:ext uri="{FF2B5EF4-FFF2-40B4-BE49-F238E27FC236}">
                <a16:creationId xmlns:a16="http://schemas.microsoft.com/office/drawing/2014/main" id="{6DA62C3A-E265-4917-AAE2-9B90B51B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c493c3af0e46f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709">
            <a:extLst xmlns:a="http://schemas.openxmlformats.org/drawingml/2006/main">
              <a:ext uri="{FF2B5EF4-FFF2-40B4-BE49-F238E27FC236}">
                <a16:creationId xmlns:a16="http://schemas.microsoft.com/office/drawing/2014/main" id="{D3A1A2AB-4CA2-49DF-B1FB-463C602A6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6cc363b83e4e8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710">
            <a:extLst xmlns:a="http://schemas.openxmlformats.org/drawingml/2006/main">
              <a:ext uri="{FF2B5EF4-FFF2-40B4-BE49-F238E27FC236}">
                <a16:creationId xmlns:a16="http://schemas.microsoft.com/office/drawing/2014/main" id="{56C66BBF-295A-4365-9079-9D7B9BA05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05075018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456">
            <a:extLst xmlns:a="http://schemas.openxmlformats.org/drawingml/2006/main">
              <a:ext uri="{FF2B5EF4-FFF2-40B4-BE49-F238E27FC236}">
                <a16:creationId xmlns:a16="http://schemas.microsoft.com/office/drawing/2014/main" id="{514D1BAB-37E3-4A45-99F4-BBFC6A86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1B04CF-FFC8-49D8-8A06-3A9674CC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D｜PIRLS 風格合成資料分析</a:t>
            </a:r>
          </a:p>
        </p:txBody>
      </p:sp>
      <p:cxnSp>
        <p:nvCxnSpPr>
          <p:cNvPr id="27" name="shape-145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58">
            <a:extLst xmlns:a="http://schemas.openxmlformats.org/drawingml/2006/main">
              <a:ext uri="{FF2B5EF4-FFF2-40B4-BE49-F238E27FC236}">
                <a16:creationId xmlns:a16="http://schemas.microsoft.com/office/drawing/2014/main" id="{3A50EB5B-001B-4776-9508-4A19F75C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6ED73EC-BD31-4E09-9F22-E7EFAD89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text-1459">
            <a:extLst xmlns:a="http://schemas.openxmlformats.org/drawingml/2006/main">
              <a:ext uri="{FF2B5EF4-FFF2-40B4-BE49-F238E27FC236}">
                <a16:creationId xmlns:a16="http://schemas.microsoft.com/office/drawing/2014/main" id="{D3D56441-1895-4A4F-B6A1-445105C5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460">
            <a:extLst xmlns:a="http://schemas.openxmlformats.org/drawingml/2006/main">
              <a:ext uri="{FF2B5EF4-FFF2-40B4-BE49-F238E27FC236}">
                <a16:creationId xmlns:a16="http://schemas.microsoft.com/office/drawing/2014/main" id="{E2CA10D7-F070-412A-BBD0-9142EBB4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461">
            <a:extLst xmlns:a="http://schemas.openxmlformats.org/drawingml/2006/main">
              <a:ext uri="{FF2B5EF4-FFF2-40B4-BE49-F238E27FC236}">
                <a16:creationId xmlns:a16="http://schemas.microsoft.com/office/drawing/2014/main" id="{D2CBF434-58A1-467D-A56D-6FF2407A7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62">
            <a:extLst xmlns:a="http://schemas.openxmlformats.org/drawingml/2006/main">
              <a:ext uri="{FF2B5EF4-FFF2-40B4-BE49-F238E27FC236}">
                <a16:creationId xmlns:a16="http://schemas.microsoft.com/office/drawing/2014/main" id="{5C1EF27C-4B67-4DE1-8128-975287C9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載入 CSV、答案鍵與簡答題編碼規準</a:t>
            </a:r>
          </a:p>
        </p:txBody>
      </p:sp>
      <p:sp>
        <p:nvSpPr>
          <p:cNvPr id="10" name="text-1463">
            <a:extLst xmlns:a="http://schemas.openxmlformats.org/drawingml/2006/main">
              <a:ext uri="{FF2B5EF4-FFF2-40B4-BE49-F238E27FC236}">
                <a16:creationId xmlns:a16="http://schemas.microsoft.com/office/drawing/2014/main" id="{48244B89-09EA-4341-8042-380CC1C8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464">
            <a:extLst xmlns:a="http://schemas.openxmlformats.org/drawingml/2006/main">
              <a:ext uri="{FF2B5EF4-FFF2-40B4-BE49-F238E27FC236}">
                <a16:creationId xmlns:a16="http://schemas.microsoft.com/office/drawing/2014/main" id="{7FBC6569-B8F9-4FF1-80AA-8D0A77B1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先做缺漏與非法值檢查</a:t>
            </a:r>
          </a:p>
        </p:txBody>
      </p:sp>
      <p:sp>
        <p:nvSpPr>
          <p:cNvPr id="12" name="text-1465">
            <a:extLst xmlns:a="http://schemas.openxmlformats.org/drawingml/2006/main">
              <a:ext uri="{FF2B5EF4-FFF2-40B4-BE49-F238E27FC236}">
                <a16:creationId xmlns:a16="http://schemas.microsoft.com/office/drawing/2014/main" id="{3BAD82B5-FCC7-4F70-A102-349F3402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466">
            <a:extLst xmlns:a="http://schemas.openxmlformats.org/drawingml/2006/main">
              <a:ext uri="{FF2B5EF4-FFF2-40B4-BE49-F238E27FC236}">
                <a16:creationId xmlns:a16="http://schemas.microsoft.com/office/drawing/2014/main" id="{6A7E440E-3F32-4B04-A792-8B8E29AEB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計算選擇題答對率與選項分布</a:t>
            </a:r>
          </a:p>
        </p:txBody>
      </p:sp>
      <p:sp>
        <p:nvSpPr>
          <p:cNvPr id="14" name="text-1467">
            <a:extLst xmlns:a="http://schemas.openxmlformats.org/drawingml/2006/main">
              <a:ext uri="{FF2B5EF4-FFF2-40B4-BE49-F238E27FC236}">
                <a16:creationId xmlns:a16="http://schemas.microsoft.com/office/drawing/2014/main" id="{995B6705-C2F8-44F1-A9C1-DDB519B4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468">
            <a:extLst xmlns:a="http://schemas.openxmlformats.org/drawingml/2006/main">
              <a:ext uri="{FF2B5EF4-FFF2-40B4-BE49-F238E27FC236}">
                <a16:creationId xmlns:a16="http://schemas.microsoft.com/office/drawing/2014/main" id="{DF17D779-7F03-4129-A518-5C1CDB3D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讓 AI 初編簡答並與講師參考編碼比較</a:t>
            </a:r>
          </a:p>
        </p:txBody>
      </p:sp>
      <p:sp>
        <p:nvSpPr>
          <p:cNvPr id="16" name="shape-1469">
            <a:extLst xmlns:a="http://schemas.openxmlformats.org/drawingml/2006/main">
              <a:ext uri="{FF2B5EF4-FFF2-40B4-BE49-F238E27FC236}">
                <a16:creationId xmlns:a16="http://schemas.microsoft.com/office/drawing/2014/main" id="{976686D5-54C7-4C70-90F4-7D3D94B9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470">
            <a:extLst xmlns:a="http://schemas.openxmlformats.org/drawingml/2006/main">
              <a:ext uri="{FF2B5EF4-FFF2-40B4-BE49-F238E27FC236}">
                <a16:creationId xmlns:a16="http://schemas.microsoft.com/office/drawing/2014/main" id="{1FC1B542-F2D4-4BA6-ADBE-4389D26C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471">
            <a:extLst xmlns:a="http://schemas.openxmlformats.org/drawingml/2006/main">
              <a:ext uri="{FF2B5EF4-FFF2-40B4-BE49-F238E27FC236}">
                <a16:creationId xmlns:a16="http://schemas.microsoft.com/office/drawing/2014/main" id="{31815844-02C4-49E1-8D33-8EB74590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不含真實個資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選擇題與簡答題分流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列出所有不一致案例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報告標示限制與未確認</a:t>
            </a:r>
          </a:p>
        </p:txBody>
      </p:sp>
      <p:sp>
        <p:nvSpPr>
          <p:cNvPr id="19" name="text-1633">
            <a:extLst xmlns:a="http://schemas.openxmlformats.org/drawingml/2006/main">
              <a:ext uri="{FF2B5EF4-FFF2-40B4-BE49-F238E27FC236}">
                <a16:creationId xmlns:a16="http://schemas.microsoft.com/office/drawing/2014/main" id="{70D87521-E1FC-4AFE-826D-1CCC1D3D1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4963382f8054991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9f716520d6e4515"/>
              </a:rPr>
              <a:t>Codex ↗</a:t>
            </a:r>
          </a:p>
        </p:txBody>
      </p:sp>
      <p:sp>
        <p:nvSpPr>
          <p:cNvPr id="20" name="shape-1711">
            <a:extLst xmlns:a="http://schemas.openxmlformats.org/drawingml/2006/main">
              <a:ext uri="{FF2B5EF4-FFF2-40B4-BE49-F238E27FC236}">
                <a16:creationId xmlns:a16="http://schemas.microsoft.com/office/drawing/2014/main" id="{396156F5-3617-4FC5-AED7-2E0F3768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e5517fb5e41e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712">
            <a:extLst xmlns:a="http://schemas.openxmlformats.org/drawingml/2006/main">
              <a:ext uri="{FF2B5EF4-FFF2-40B4-BE49-F238E27FC236}">
                <a16:creationId xmlns:a16="http://schemas.microsoft.com/office/drawing/2014/main" id="{532B5ACB-1356-437B-B934-5AA5F981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d20e2bc5604e8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713">
            <a:extLst xmlns:a="http://schemas.openxmlformats.org/drawingml/2006/main">
              <a:ext uri="{FF2B5EF4-FFF2-40B4-BE49-F238E27FC236}">
                <a16:creationId xmlns:a16="http://schemas.microsoft.com/office/drawing/2014/main" id="{0011B428-46E7-4164-ACBC-9D75A79F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93884998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472">
            <a:extLst xmlns:a="http://schemas.openxmlformats.org/drawingml/2006/main">
              <a:ext uri="{FF2B5EF4-FFF2-40B4-BE49-F238E27FC236}">
                <a16:creationId xmlns:a16="http://schemas.microsoft.com/office/drawing/2014/main" id="{75AB1116-3087-4C4E-91FA-A1515516A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ADVANCED USE CASES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D6F4E7A-E447-4546-82BA-E37EA3B6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大學教學的 Agent Skills 應用地圖</a:t>
            </a:r>
          </a:p>
        </p:txBody>
      </p:sp>
      <p:cxnSp>
        <p:nvCxnSpPr>
          <p:cNvPr id="38" name="shape-147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74">
            <a:extLst xmlns:a="http://schemas.openxmlformats.org/drawingml/2006/main">
              <a:ext uri="{FF2B5EF4-FFF2-40B4-BE49-F238E27FC236}">
                <a16:creationId xmlns:a16="http://schemas.microsoft.com/office/drawing/2014/main" id="{2FFE1B41-CFA2-4009-9D78-DE216C45E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C8DAC69-4CB6-4D6D-99E2-8783AEF0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1475">
            <a:extLst xmlns:a="http://schemas.openxmlformats.org/drawingml/2006/main">
              <a:ext uri="{FF2B5EF4-FFF2-40B4-BE49-F238E27FC236}">
                <a16:creationId xmlns:a16="http://schemas.microsoft.com/office/drawing/2014/main" id="{9C30C2FE-E674-4134-8B57-80C663361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76">
            <a:extLst xmlns:a="http://schemas.openxmlformats.org/drawingml/2006/main">
              <a:ext uri="{FF2B5EF4-FFF2-40B4-BE49-F238E27FC236}">
                <a16:creationId xmlns:a16="http://schemas.microsoft.com/office/drawing/2014/main" id="{1A31BA6F-6005-423B-92CE-CD13069CE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77">
            <a:extLst xmlns:a="http://schemas.openxmlformats.org/drawingml/2006/main">
              <a:ext uri="{FF2B5EF4-FFF2-40B4-BE49-F238E27FC236}">
                <a16:creationId xmlns:a16="http://schemas.microsoft.com/office/drawing/2014/main" id="{A45CEF13-F45D-4F78-B420-FDD50F02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課程設計</a:t>
            </a:r>
          </a:p>
        </p:txBody>
      </p:sp>
      <p:sp>
        <p:nvSpPr>
          <p:cNvPr id="9" name="text-1478">
            <a:extLst xmlns:a="http://schemas.openxmlformats.org/drawingml/2006/main">
              <a:ext uri="{FF2B5EF4-FFF2-40B4-BE49-F238E27FC236}">
                <a16:creationId xmlns:a16="http://schemas.microsoft.com/office/drawing/2014/main" id="{E5D4EF70-5586-4C11-903B-6DBD7737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課綱一致性、學習目標與評量對齊、週次負荷檢核。</a:t>
            </a:r>
          </a:p>
        </p:txBody>
      </p:sp>
      <p:sp>
        <p:nvSpPr>
          <p:cNvPr id="10" name="shape-1479">
            <a:extLst xmlns:a="http://schemas.openxmlformats.org/drawingml/2006/main">
              <a:ext uri="{FF2B5EF4-FFF2-40B4-BE49-F238E27FC236}">
                <a16:creationId xmlns:a16="http://schemas.microsoft.com/office/drawing/2014/main" id="{10087BFA-70F4-4354-BFD8-B47B9C02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80">
            <a:extLst xmlns:a="http://schemas.openxmlformats.org/drawingml/2006/main">
              <a:ext uri="{FF2B5EF4-FFF2-40B4-BE49-F238E27FC236}">
                <a16:creationId xmlns:a16="http://schemas.microsoft.com/office/drawing/2014/main" id="{10295129-01D8-4949-83B7-BEF5D9CD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81">
            <a:extLst xmlns:a="http://schemas.openxmlformats.org/drawingml/2006/main">
              <a:ext uri="{FF2B5EF4-FFF2-40B4-BE49-F238E27FC236}">
                <a16:creationId xmlns:a16="http://schemas.microsoft.com/office/drawing/2014/main" id="{6B69BCF5-D01D-4798-9FB3-068B6032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研究與閱讀</a:t>
            </a:r>
          </a:p>
        </p:txBody>
      </p:sp>
      <p:sp>
        <p:nvSpPr>
          <p:cNvPr id="13" name="text-1482">
            <a:extLst xmlns:a="http://schemas.openxmlformats.org/drawingml/2006/main">
              <a:ext uri="{FF2B5EF4-FFF2-40B4-BE49-F238E27FC236}">
                <a16:creationId xmlns:a16="http://schemas.microsoft.com/office/drawing/2014/main" id="{B040D4E2-064B-43BE-87BA-8210A839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文獻整理、觀點矩陣、研究限制與引用追查。</a:t>
            </a:r>
          </a:p>
        </p:txBody>
      </p:sp>
      <p:sp>
        <p:nvSpPr>
          <p:cNvPr id="14" name="shape-1483">
            <a:extLst xmlns:a="http://schemas.openxmlformats.org/drawingml/2006/main">
              <a:ext uri="{FF2B5EF4-FFF2-40B4-BE49-F238E27FC236}">
                <a16:creationId xmlns:a16="http://schemas.microsoft.com/office/drawing/2014/main" id="{1F812B3F-1BE5-4661-A909-CBDF93EA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84">
            <a:extLst xmlns:a="http://schemas.openxmlformats.org/drawingml/2006/main">
              <a:ext uri="{FF2B5EF4-FFF2-40B4-BE49-F238E27FC236}">
                <a16:creationId xmlns:a16="http://schemas.microsoft.com/office/drawing/2014/main" id="{57C36716-9F67-4F07-A1FB-BF49199F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85">
            <a:extLst xmlns:a="http://schemas.openxmlformats.org/drawingml/2006/main">
              <a:ext uri="{FF2B5EF4-FFF2-40B4-BE49-F238E27FC236}">
                <a16:creationId xmlns:a16="http://schemas.microsoft.com/office/drawing/2014/main" id="{43439C20-1FCB-4B55-8067-B0DAD041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教材製作</a:t>
            </a:r>
          </a:p>
        </p:txBody>
      </p:sp>
      <p:sp>
        <p:nvSpPr>
          <p:cNvPr id="17" name="text-1486">
            <a:extLst xmlns:a="http://schemas.openxmlformats.org/drawingml/2006/main">
              <a:ext uri="{FF2B5EF4-FFF2-40B4-BE49-F238E27FC236}">
                <a16:creationId xmlns:a16="http://schemas.microsoft.com/office/drawing/2014/main" id="{1B6DDD11-667C-48FF-B686-07A80C019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簡報、互動網站、圖表、字幕與多格式轉換。</a:t>
            </a:r>
          </a:p>
        </p:txBody>
      </p:sp>
      <p:sp>
        <p:nvSpPr>
          <p:cNvPr id="18" name="shape-1487">
            <a:extLst xmlns:a="http://schemas.openxmlformats.org/drawingml/2006/main">
              <a:ext uri="{FF2B5EF4-FFF2-40B4-BE49-F238E27FC236}">
                <a16:creationId xmlns:a16="http://schemas.microsoft.com/office/drawing/2014/main" id="{7133384E-070F-444D-98D6-76CFD40B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88">
            <a:extLst xmlns:a="http://schemas.openxmlformats.org/drawingml/2006/main">
              <a:ext uri="{FF2B5EF4-FFF2-40B4-BE49-F238E27FC236}">
                <a16:creationId xmlns:a16="http://schemas.microsoft.com/office/drawing/2014/main" id="{5FCDBCC2-2016-4561-889C-A307E71B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89">
            <a:extLst xmlns:a="http://schemas.openxmlformats.org/drawingml/2006/main">
              <a:ext uri="{FF2B5EF4-FFF2-40B4-BE49-F238E27FC236}">
                <a16:creationId xmlns:a16="http://schemas.microsoft.com/office/drawing/2014/main" id="{1FB0D1BF-1977-46B8-B555-AA40853C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學習支持</a:t>
            </a:r>
          </a:p>
        </p:txBody>
      </p:sp>
      <p:sp>
        <p:nvSpPr>
          <p:cNvPr id="21" name="text-1490">
            <a:extLst xmlns:a="http://schemas.openxmlformats.org/drawingml/2006/main">
              <a:ext uri="{FF2B5EF4-FFF2-40B4-BE49-F238E27FC236}">
                <a16:creationId xmlns:a16="http://schemas.microsoft.com/office/drawing/2014/main" id="{357D4F8F-13C1-4F60-9C7D-5CDE27ED9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形成性回饋、差異化支架、常見迷思與練習生成。</a:t>
            </a:r>
          </a:p>
        </p:txBody>
      </p:sp>
      <p:sp>
        <p:nvSpPr>
          <p:cNvPr id="22" name="shape-1491">
            <a:extLst xmlns:a="http://schemas.openxmlformats.org/drawingml/2006/main">
              <a:ext uri="{FF2B5EF4-FFF2-40B4-BE49-F238E27FC236}">
                <a16:creationId xmlns:a16="http://schemas.microsoft.com/office/drawing/2014/main" id="{84C146FD-3C3A-41F6-858B-5D106393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492">
            <a:extLst xmlns:a="http://schemas.openxmlformats.org/drawingml/2006/main">
              <a:ext uri="{FF2B5EF4-FFF2-40B4-BE49-F238E27FC236}">
                <a16:creationId xmlns:a16="http://schemas.microsoft.com/office/drawing/2014/main" id="{E6E6C491-2179-47ED-9F37-2B80B942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24" name="text-1493">
            <a:extLst xmlns:a="http://schemas.openxmlformats.org/drawingml/2006/main">
              <a:ext uri="{FF2B5EF4-FFF2-40B4-BE49-F238E27FC236}">
                <a16:creationId xmlns:a16="http://schemas.microsoft.com/office/drawing/2014/main" id="{FC560013-A83D-4666-99D8-E243A728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品質保證</a:t>
            </a:r>
          </a:p>
        </p:txBody>
      </p:sp>
      <p:sp>
        <p:nvSpPr>
          <p:cNvPr id="25" name="text-1494">
            <a:extLst xmlns:a="http://schemas.openxmlformats.org/drawingml/2006/main">
              <a:ext uri="{FF2B5EF4-FFF2-40B4-BE49-F238E27FC236}">
                <a16:creationId xmlns:a16="http://schemas.microsoft.com/office/drawing/2014/main" id="{7DA5B502-2D45-4FDC-A3CD-90D2125D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RWD、無障礙、連結、內容依據與版本檢查。</a:t>
            </a:r>
          </a:p>
        </p:txBody>
      </p:sp>
      <p:sp>
        <p:nvSpPr>
          <p:cNvPr id="26" name="shape-1495">
            <a:extLst xmlns:a="http://schemas.openxmlformats.org/drawingml/2006/main">
              <a:ext uri="{FF2B5EF4-FFF2-40B4-BE49-F238E27FC236}">
                <a16:creationId xmlns:a16="http://schemas.microsoft.com/office/drawing/2014/main" id="{B424A4DC-EA1A-4F49-B107-7903DC70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496">
            <a:extLst xmlns:a="http://schemas.openxmlformats.org/drawingml/2006/main">
              <a:ext uri="{FF2B5EF4-FFF2-40B4-BE49-F238E27FC236}">
                <a16:creationId xmlns:a16="http://schemas.microsoft.com/office/drawing/2014/main" id="{D6421D1F-660A-4FC0-9AA5-496E9DF6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28" name="text-1497">
            <a:extLst xmlns:a="http://schemas.openxmlformats.org/drawingml/2006/main">
              <a:ext uri="{FF2B5EF4-FFF2-40B4-BE49-F238E27FC236}">
                <a16:creationId xmlns:a16="http://schemas.microsoft.com/office/drawing/2014/main" id="{49E9E949-3567-4796-BF6C-6E0A49E9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部署交付</a:t>
            </a:r>
          </a:p>
        </p:txBody>
      </p:sp>
      <p:sp>
        <p:nvSpPr>
          <p:cNvPr id="29" name="text-1498">
            <a:extLst xmlns:a="http://schemas.openxmlformats.org/drawingml/2006/main">
              <a:ext uri="{FF2B5EF4-FFF2-40B4-BE49-F238E27FC236}">
                <a16:creationId xmlns:a16="http://schemas.microsoft.com/office/drawing/2014/main" id="{CBFB21B8-3EE8-4DEF-8301-2BCFAA73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Sites、Pages、文件、測試證據與團隊交接。</a:t>
            </a:r>
          </a:p>
        </p:txBody>
      </p:sp>
      <p:sp>
        <p:nvSpPr>
          <p:cNvPr id="30" name="text-1634">
            <a:extLst xmlns:a="http://schemas.openxmlformats.org/drawingml/2006/main">
              <a:ext uri="{FF2B5EF4-FFF2-40B4-BE49-F238E27FC236}">
                <a16:creationId xmlns:a16="http://schemas.microsoft.com/office/drawing/2014/main" id="{14687D15-4170-4BB1-AE84-34D3D2CBC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71382bc7c1442d1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1549e5c51464a30"/>
              </a:rPr>
              <a:t>Codex ↗</a:t>
            </a:r>
          </a:p>
        </p:txBody>
      </p:sp>
      <p:sp>
        <p:nvSpPr>
          <p:cNvPr id="31" name="shape-1714">
            <a:extLst xmlns:a="http://schemas.openxmlformats.org/drawingml/2006/main">
              <a:ext uri="{FF2B5EF4-FFF2-40B4-BE49-F238E27FC236}">
                <a16:creationId xmlns:a16="http://schemas.microsoft.com/office/drawing/2014/main" id="{BFDABDE9-535C-4662-8480-F0792B3E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4a6efa84a947f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715">
            <a:extLst xmlns:a="http://schemas.openxmlformats.org/drawingml/2006/main">
              <a:ext uri="{FF2B5EF4-FFF2-40B4-BE49-F238E27FC236}">
                <a16:creationId xmlns:a16="http://schemas.microsoft.com/office/drawing/2014/main" id="{83F86B6A-03BD-4F6E-975B-F5845E62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1eb0695d634d9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716">
            <a:extLst xmlns:a="http://schemas.openxmlformats.org/drawingml/2006/main">
              <a:ext uri="{FF2B5EF4-FFF2-40B4-BE49-F238E27FC236}">
                <a16:creationId xmlns:a16="http://schemas.microsoft.com/office/drawing/2014/main" id="{4DC83EF9-83E6-4B13-B212-E95AC7AB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84993996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499">
            <a:extLst xmlns:a="http://schemas.openxmlformats.org/drawingml/2006/main">
              <a:ext uri="{FF2B5EF4-FFF2-40B4-BE49-F238E27FC236}">
                <a16:creationId xmlns:a16="http://schemas.microsoft.com/office/drawing/2014/main" id="{E1A57090-03B2-4244-A074-1DC5B9A7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GUARDRAILS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AE68556-15B9-40DE-BEE2-0D50A6EE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教育現場安全護欄：先寫進 Skill，再交給 Agent</a:t>
            </a:r>
          </a:p>
        </p:txBody>
      </p:sp>
      <p:cxnSp>
        <p:nvCxnSpPr>
          <p:cNvPr id="30" name="shape-150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01">
            <a:extLst xmlns:a="http://schemas.openxmlformats.org/drawingml/2006/main">
              <a:ext uri="{FF2B5EF4-FFF2-40B4-BE49-F238E27FC236}">
                <a16:creationId xmlns:a16="http://schemas.microsoft.com/office/drawing/2014/main" id="{1F3E4976-1146-4FFC-8B17-C8CDC5A84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02F89D2-088E-4D1F-A02B-61C1D316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1502">
            <a:extLst xmlns:a="http://schemas.openxmlformats.org/drawingml/2006/main">
              <a:ext uri="{FF2B5EF4-FFF2-40B4-BE49-F238E27FC236}">
                <a16:creationId xmlns:a16="http://schemas.microsoft.com/office/drawing/2014/main" id="{9DAE2B80-82FF-4D4F-9946-AAED362E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03">
            <a:extLst xmlns:a="http://schemas.openxmlformats.org/drawingml/2006/main">
              <a:ext uri="{FF2B5EF4-FFF2-40B4-BE49-F238E27FC236}">
                <a16:creationId xmlns:a16="http://schemas.microsoft.com/office/drawing/2014/main" id="{BB00B538-BF1B-431A-8F07-C2A499CE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04">
            <a:extLst xmlns:a="http://schemas.openxmlformats.org/drawingml/2006/main">
              <a:ext uri="{FF2B5EF4-FFF2-40B4-BE49-F238E27FC236}">
                <a16:creationId xmlns:a16="http://schemas.microsoft.com/office/drawing/2014/main" id="{F9D62E26-F451-4B95-8753-0D607BC4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個資最小化</a:t>
            </a:r>
          </a:p>
        </p:txBody>
      </p:sp>
      <p:sp>
        <p:nvSpPr>
          <p:cNvPr id="9" name="text-1505">
            <a:extLst xmlns:a="http://schemas.openxmlformats.org/drawingml/2006/main">
              <a:ext uri="{FF2B5EF4-FFF2-40B4-BE49-F238E27FC236}">
                <a16:creationId xmlns:a16="http://schemas.microsoft.com/office/drawing/2014/main" id="{EE63EC47-C0F3-4FE4-83AF-442C30CC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先匿名化；不把學生姓名、成績、信箱與研究資料放入公開工作區。</a:t>
            </a:r>
          </a:p>
        </p:txBody>
      </p:sp>
      <p:sp>
        <p:nvSpPr>
          <p:cNvPr id="10" name="shape-1506">
            <a:extLst xmlns:a="http://schemas.openxmlformats.org/drawingml/2006/main">
              <a:ext uri="{FF2B5EF4-FFF2-40B4-BE49-F238E27FC236}">
                <a16:creationId xmlns:a16="http://schemas.microsoft.com/office/drawing/2014/main" id="{1DFE3482-C134-4924-80BD-2DCD527D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07">
            <a:extLst xmlns:a="http://schemas.openxmlformats.org/drawingml/2006/main">
              <a:ext uri="{FF2B5EF4-FFF2-40B4-BE49-F238E27FC236}">
                <a16:creationId xmlns:a16="http://schemas.microsoft.com/office/drawing/2014/main" id="{F1F01AB3-FFFB-49B3-90D7-AC4998EB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08">
            <a:extLst xmlns:a="http://schemas.openxmlformats.org/drawingml/2006/main">
              <a:ext uri="{FF2B5EF4-FFF2-40B4-BE49-F238E27FC236}">
                <a16:creationId xmlns:a16="http://schemas.microsoft.com/office/drawing/2014/main" id="{2EC0FEAE-DE27-4B15-BEDA-5F634D42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來源與版權</a:t>
            </a:r>
          </a:p>
        </p:txBody>
      </p:sp>
      <p:sp>
        <p:nvSpPr>
          <p:cNvPr id="13" name="text-1509">
            <a:extLst xmlns:a="http://schemas.openxmlformats.org/drawingml/2006/main">
              <a:ext uri="{FF2B5EF4-FFF2-40B4-BE49-F238E27FC236}">
                <a16:creationId xmlns:a16="http://schemas.microsoft.com/office/drawing/2014/main" id="{382D9A55-1667-4B0C-9E00-27593C90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保留引用、授權與來源邊界；生成不等於可任意公開。</a:t>
            </a:r>
          </a:p>
        </p:txBody>
      </p:sp>
      <p:sp>
        <p:nvSpPr>
          <p:cNvPr id="14" name="shape-1510">
            <a:extLst xmlns:a="http://schemas.openxmlformats.org/drawingml/2006/main">
              <a:ext uri="{FF2B5EF4-FFF2-40B4-BE49-F238E27FC236}">
                <a16:creationId xmlns:a16="http://schemas.microsoft.com/office/drawing/2014/main" id="{AC69415B-269A-4968-9E70-D82C5737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11">
            <a:extLst xmlns:a="http://schemas.openxmlformats.org/drawingml/2006/main">
              <a:ext uri="{FF2B5EF4-FFF2-40B4-BE49-F238E27FC236}">
                <a16:creationId xmlns:a16="http://schemas.microsoft.com/office/drawing/2014/main" id="{39A37810-317C-4B56-A1D2-C3890A60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12">
            <a:extLst xmlns:a="http://schemas.openxmlformats.org/drawingml/2006/main">
              <a:ext uri="{FF2B5EF4-FFF2-40B4-BE49-F238E27FC236}">
                <a16:creationId xmlns:a16="http://schemas.microsoft.com/office/drawing/2014/main" id="{04EE08A4-30F5-434D-8FD5-A5330C3B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人工決策</a:t>
            </a:r>
          </a:p>
        </p:txBody>
      </p:sp>
      <p:sp>
        <p:nvSpPr>
          <p:cNvPr id="17" name="text-1513">
            <a:extLst xmlns:a="http://schemas.openxmlformats.org/drawingml/2006/main">
              <a:ext uri="{FF2B5EF4-FFF2-40B4-BE49-F238E27FC236}">
                <a16:creationId xmlns:a16="http://schemas.microsoft.com/office/drawing/2014/main" id="{4B783A12-064B-44D3-8584-18E7CA4A2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評分、倫理、輔導與正式行政決定，由人負責並保留紀錄。</a:t>
            </a:r>
          </a:p>
        </p:txBody>
      </p:sp>
      <p:sp>
        <p:nvSpPr>
          <p:cNvPr id="18" name="shape-1514">
            <a:extLst xmlns:a="http://schemas.openxmlformats.org/drawingml/2006/main">
              <a:ext uri="{FF2B5EF4-FFF2-40B4-BE49-F238E27FC236}">
                <a16:creationId xmlns:a16="http://schemas.microsoft.com/office/drawing/2014/main" id="{2809CB60-9343-454E-B9CB-D607292B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15">
            <a:extLst xmlns:a="http://schemas.openxmlformats.org/drawingml/2006/main">
              <a:ext uri="{FF2B5EF4-FFF2-40B4-BE49-F238E27FC236}">
                <a16:creationId xmlns:a16="http://schemas.microsoft.com/office/drawing/2014/main" id="{43C21D93-ECB1-43E6-B464-0EC2B15B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16">
            <a:extLst xmlns:a="http://schemas.openxmlformats.org/drawingml/2006/main">
              <a:ext uri="{FF2B5EF4-FFF2-40B4-BE49-F238E27FC236}">
                <a16:creationId xmlns:a16="http://schemas.microsoft.com/office/drawing/2014/main" id="{06051DF3-0CDF-4EA3-A22F-9C4BEBCD3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可逆優先</a:t>
            </a:r>
          </a:p>
        </p:txBody>
      </p:sp>
      <p:sp>
        <p:nvSpPr>
          <p:cNvPr id="21" name="text-1517">
            <a:extLst xmlns:a="http://schemas.openxmlformats.org/drawingml/2006/main">
              <a:ext uri="{FF2B5EF4-FFF2-40B4-BE49-F238E27FC236}">
                <a16:creationId xmlns:a16="http://schemas.microsoft.com/office/drawing/2014/main" id="{1BF4205D-E4CC-4B32-9366-E81A21FCB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先分析、預覽、備份；發布、刪除與改權限需要明確確認。</a:t>
            </a:r>
          </a:p>
        </p:txBody>
      </p:sp>
      <p:sp>
        <p:nvSpPr>
          <p:cNvPr id="22" name="text-1635">
            <a:extLst xmlns:a="http://schemas.openxmlformats.org/drawingml/2006/main">
              <a:ext uri="{FF2B5EF4-FFF2-40B4-BE49-F238E27FC236}">
                <a16:creationId xmlns:a16="http://schemas.microsoft.com/office/drawing/2014/main" id="{DF89D72F-9B85-47E6-BD6C-3C0E9148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859f64670904c7a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875d5f910f44ce1"/>
              </a:rPr>
              <a:t>Codex ↗</a:t>
            </a:r>
          </a:p>
        </p:txBody>
      </p:sp>
      <p:sp>
        <p:nvSpPr>
          <p:cNvPr id="23" name="shape-1717">
            <a:extLst xmlns:a="http://schemas.openxmlformats.org/drawingml/2006/main">
              <a:ext uri="{FF2B5EF4-FFF2-40B4-BE49-F238E27FC236}">
                <a16:creationId xmlns:a16="http://schemas.microsoft.com/office/drawing/2014/main" id="{AB3DF010-716E-4ADE-BEED-33096747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7efecc8ce464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718">
            <a:extLst xmlns:a="http://schemas.openxmlformats.org/drawingml/2006/main">
              <a:ext uri="{FF2B5EF4-FFF2-40B4-BE49-F238E27FC236}">
                <a16:creationId xmlns:a16="http://schemas.microsoft.com/office/drawing/2014/main" id="{1ECEC2F4-1FEE-4E17-9188-C292EA6C3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da1f4d7f8b4cd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719">
            <a:extLst xmlns:a="http://schemas.openxmlformats.org/drawingml/2006/main">
              <a:ext uri="{FF2B5EF4-FFF2-40B4-BE49-F238E27FC236}">
                <a16:creationId xmlns:a16="http://schemas.microsoft.com/office/drawing/2014/main" id="{4C459C2E-6C2C-4453-A4A4-7AC92E86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06934539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518">
            <a:extLst xmlns:a="http://schemas.openxmlformats.org/drawingml/2006/main">
              <a:ext uri="{FF2B5EF4-FFF2-40B4-BE49-F238E27FC236}">
                <a16:creationId xmlns:a16="http://schemas.microsoft.com/office/drawing/2014/main" id="{059D27B5-EDAA-47A5-A242-B8FE01CA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09FADE0-9DB1-4DC2-B7C4-DC1A7D55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整合挑戰｜讓 Agent 回應一個可驗證的痛點</a:t>
            </a:r>
          </a:p>
        </p:txBody>
      </p:sp>
      <p:cxnSp>
        <p:nvCxnSpPr>
          <p:cNvPr id="27" name="shape-15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20">
            <a:extLst xmlns:a="http://schemas.openxmlformats.org/drawingml/2006/main">
              <a:ext uri="{FF2B5EF4-FFF2-40B4-BE49-F238E27FC236}">
                <a16:creationId xmlns:a16="http://schemas.microsoft.com/office/drawing/2014/main" id="{CAE003C6-01BA-401E-B55D-D7A32937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DBDE02D-C875-4DF3-908F-4F0AABA2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text-1521">
            <a:extLst xmlns:a="http://schemas.openxmlformats.org/drawingml/2006/main">
              <a:ext uri="{FF2B5EF4-FFF2-40B4-BE49-F238E27FC236}">
                <a16:creationId xmlns:a16="http://schemas.microsoft.com/office/drawing/2014/main" id="{8771115D-7643-4242-B966-F947E4F1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522">
            <a:extLst xmlns:a="http://schemas.openxmlformats.org/drawingml/2006/main">
              <a:ext uri="{FF2B5EF4-FFF2-40B4-BE49-F238E27FC236}">
                <a16:creationId xmlns:a16="http://schemas.microsoft.com/office/drawing/2014/main" id="{B5AFCACB-E9EC-49DD-8AA2-42D106E8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523">
            <a:extLst xmlns:a="http://schemas.openxmlformats.org/drawingml/2006/main">
              <a:ext uri="{FF2B5EF4-FFF2-40B4-BE49-F238E27FC236}">
                <a16:creationId xmlns:a16="http://schemas.microsoft.com/office/drawing/2014/main" id="{B91241DE-D8CE-428D-8B6F-F29A53B8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24">
            <a:extLst xmlns:a="http://schemas.openxmlformats.org/drawingml/2006/main">
              <a:ext uri="{FF2B5EF4-FFF2-40B4-BE49-F238E27FC236}">
                <a16:creationId xmlns:a16="http://schemas.microsoft.com/office/drawing/2014/main" id="{2D462D0D-AAB4-4DB9-A3F6-1DFF71BE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啟用剛完成的 Skill</a:t>
            </a:r>
          </a:p>
        </p:txBody>
      </p:sp>
      <p:sp>
        <p:nvSpPr>
          <p:cNvPr id="10" name="text-1525">
            <a:extLst xmlns:a="http://schemas.openxmlformats.org/drawingml/2006/main">
              <a:ext uri="{FF2B5EF4-FFF2-40B4-BE49-F238E27FC236}">
                <a16:creationId xmlns:a16="http://schemas.microsoft.com/office/drawing/2014/main" id="{D2704293-639C-4BB2-A7A9-0BB947D9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526">
            <a:extLst xmlns:a="http://schemas.openxmlformats.org/drawingml/2006/main">
              <a:ext uri="{FF2B5EF4-FFF2-40B4-BE49-F238E27FC236}">
                <a16:creationId xmlns:a16="http://schemas.microsoft.com/office/drawing/2014/main" id="{CE6735F2-BFA0-4207-92AE-76C732C2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對上午作品或合成資料提出一項真實教學／研究痛點任務</a:t>
            </a:r>
          </a:p>
        </p:txBody>
      </p:sp>
      <p:sp>
        <p:nvSpPr>
          <p:cNvPr id="12" name="text-1527">
            <a:extLst xmlns:a="http://schemas.openxmlformats.org/drawingml/2006/main">
              <a:ext uri="{FF2B5EF4-FFF2-40B4-BE49-F238E27FC236}">
                <a16:creationId xmlns:a16="http://schemas.microsoft.com/office/drawing/2014/main" id="{D6D00156-4E92-42CC-8CE6-87A63151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528">
            <a:extLst xmlns:a="http://schemas.openxmlformats.org/drawingml/2006/main">
              <a:ext uri="{FF2B5EF4-FFF2-40B4-BE49-F238E27FC236}">
                <a16:creationId xmlns:a16="http://schemas.microsoft.com/office/drawing/2014/main" id="{1C7BE832-78D6-4DB0-9AE1-D6EFFD29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要求 Agent 實作並驗證</a:t>
            </a:r>
          </a:p>
        </p:txBody>
      </p:sp>
      <p:sp>
        <p:nvSpPr>
          <p:cNvPr id="14" name="text-1529">
            <a:extLst xmlns:a="http://schemas.openxmlformats.org/drawingml/2006/main">
              <a:ext uri="{FF2B5EF4-FFF2-40B4-BE49-F238E27FC236}">
                <a16:creationId xmlns:a16="http://schemas.microsoft.com/office/drawing/2014/main" id="{2DE6A3C1-C7EC-49DD-91BE-83AFB69A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530">
            <a:extLst xmlns:a="http://schemas.openxmlformats.org/drawingml/2006/main">
              <a:ext uri="{FF2B5EF4-FFF2-40B4-BE49-F238E27FC236}">
                <a16:creationId xmlns:a16="http://schemas.microsoft.com/office/drawing/2014/main" id="{C637A1A7-8E6E-45A5-887D-F60E3A26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準備 90 秒成果與證據</a:t>
            </a:r>
          </a:p>
        </p:txBody>
      </p:sp>
      <p:sp>
        <p:nvSpPr>
          <p:cNvPr id="16" name="shape-1531">
            <a:extLst xmlns:a="http://schemas.openxmlformats.org/drawingml/2006/main">
              <a:ext uri="{FF2B5EF4-FFF2-40B4-BE49-F238E27FC236}">
                <a16:creationId xmlns:a16="http://schemas.microsoft.com/office/drawing/2014/main" id="{26C96B48-B3E7-47F9-9F90-1ED41635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532">
            <a:extLst xmlns:a="http://schemas.openxmlformats.org/drawingml/2006/main">
              <a:ext uri="{FF2B5EF4-FFF2-40B4-BE49-F238E27FC236}">
                <a16:creationId xmlns:a16="http://schemas.microsoft.com/office/drawing/2014/main" id="{9B33C555-B28F-48E8-B4DD-143138742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533">
            <a:extLst xmlns:a="http://schemas.openxmlformats.org/drawingml/2006/main">
              <a:ext uri="{FF2B5EF4-FFF2-40B4-BE49-F238E27FC236}">
                <a16:creationId xmlns:a16="http://schemas.microsoft.com/office/drawing/2014/main" id="{94236A05-7AA7-414C-9542-973BD95FD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Skill 有被正確觸發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成果可開啟或可檢查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至少一個驗證證據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說明一項人工決定</a:t>
            </a:r>
          </a:p>
        </p:txBody>
      </p:sp>
      <p:sp>
        <p:nvSpPr>
          <p:cNvPr id="19" name="text-1636">
            <a:extLst xmlns:a="http://schemas.openxmlformats.org/drawingml/2006/main">
              <a:ext uri="{FF2B5EF4-FFF2-40B4-BE49-F238E27FC236}">
                <a16:creationId xmlns:a16="http://schemas.microsoft.com/office/drawing/2014/main" id="{75033595-B860-44F4-BD91-DE3C5694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0d23f83bed34c33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6931b1d2b694f55"/>
              </a:rPr>
              <a:t>Codex ↗</a:t>
            </a:r>
          </a:p>
        </p:txBody>
      </p:sp>
      <p:sp>
        <p:nvSpPr>
          <p:cNvPr id="20" name="shape-1720">
            <a:extLst xmlns:a="http://schemas.openxmlformats.org/drawingml/2006/main">
              <a:ext uri="{FF2B5EF4-FFF2-40B4-BE49-F238E27FC236}">
                <a16:creationId xmlns:a16="http://schemas.microsoft.com/office/drawing/2014/main" id="{1336041F-BEA2-4902-AF20-E04E3F5C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661a9529e440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721">
            <a:extLst xmlns:a="http://schemas.openxmlformats.org/drawingml/2006/main">
              <a:ext uri="{FF2B5EF4-FFF2-40B4-BE49-F238E27FC236}">
                <a16:creationId xmlns:a16="http://schemas.microsoft.com/office/drawing/2014/main" id="{FCB65B07-F678-4892-A2B5-3ED06F72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b0184c0124cb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722">
            <a:extLst xmlns:a="http://schemas.openxmlformats.org/drawingml/2006/main">
              <a:ext uri="{FF2B5EF4-FFF2-40B4-BE49-F238E27FC236}">
                <a16:creationId xmlns:a16="http://schemas.microsoft.com/office/drawing/2014/main" id="{6D5B665D-6915-436D-A557-1559341F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57108252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534">
            <a:extLst xmlns:a="http://schemas.openxmlformats.org/drawingml/2006/main">
              <a:ext uri="{FF2B5EF4-FFF2-40B4-BE49-F238E27FC236}">
                <a16:creationId xmlns:a16="http://schemas.microsoft.com/office/drawing/2014/main" id="{8B3B7043-B5B5-49E0-B945-2B0CA30F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PEER REVIEW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4ED535-9F48-4FF1-B731-C4794195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同儕回饋只看四件事</a:t>
            </a:r>
          </a:p>
        </p:txBody>
      </p:sp>
      <p:cxnSp>
        <p:nvCxnSpPr>
          <p:cNvPr id="30" name="shape-15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36">
            <a:extLst xmlns:a="http://schemas.openxmlformats.org/drawingml/2006/main">
              <a:ext uri="{FF2B5EF4-FFF2-40B4-BE49-F238E27FC236}">
                <a16:creationId xmlns:a16="http://schemas.microsoft.com/office/drawing/2014/main" id="{B9399459-2FBD-47A7-A1B4-A2B48C81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2E5D5A6-0CE8-46EE-AF23-7AE77FA2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shape-1537">
            <a:extLst xmlns:a="http://schemas.openxmlformats.org/drawingml/2006/main">
              <a:ext uri="{FF2B5EF4-FFF2-40B4-BE49-F238E27FC236}">
                <a16:creationId xmlns:a16="http://schemas.microsoft.com/office/drawing/2014/main" id="{992F555E-51EA-4212-8518-516682EAF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38">
            <a:extLst xmlns:a="http://schemas.openxmlformats.org/drawingml/2006/main">
              <a:ext uri="{FF2B5EF4-FFF2-40B4-BE49-F238E27FC236}">
                <a16:creationId xmlns:a16="http://schemas.microsoft.com/office/drawing/2014/main" id="{EC10E89B-779D-41F1-9C61-8A41DC0F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39">
            <a:extLst xmlns:a="http://schemas.openxmlformats.org/drawingml/2006/main">
              <a:ext uri="{FF2B5EF4-FFF2-40B4-BE49-F238E27FC236}">
                <a16:creationId xmlns:a16="http://schemas.microsoft.com/office/drawing/2014/main" id="{9A7A1B1A-CB6C-4E9B-ABF4-82571A6B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價值</a:t>
            </a:r>
          </a:p>
        </p:txBody>
      </p:sp>
      <p:sp>
        <p:nvSpPr>
          <p:cNvPr id="9" name="text-1540">
            <a:extLst xmlns:a="http://schemas.openxmlformats.org/drawingml/2006/main">
              <a:ext uri="{FF2B5EF4-FFF2-40B4-BE49-F238E27FC236}">
                <a16:creationId xmlns:a16="http://schemas.microsoft.com/office/drawing/2014/main" id="{5889EBEB-BB2F-4224-BF1C-7FDB6614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這個 Agent 任務是否回應真實教學／研究痛點？</a:t>
            </a:r>
          </a:p>
        </p:txBody>
      </p:sp>
      <p:sp>
        <p:nvSpPr>
          <p:cNvPr id="10" name="shape-1541">
            <a:extLst xmlns:a="http://schemas.openxmlformats.org/drawingml/2006/main">
              <a:ext uri="{FF2B5EF4-FFF2-40B4-BE49-F238E27FC236}">
                <a16:creationId xmlns:a16="http://schemas.microsoft.com/office/drawing/2014/main" id="{7F1A7B7C-433B-4411-9584-CC211D15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42">
            <a:extLst xmlns:a="http://schemas.openxmlformats.org/drawingml/2006/main">
              <a:ext uri="{FF2B5EF4-FFF2-40B4-BE49-F238E27FC236}">
                <a16:creationId xmlns:a16="http://schemas.microsoft.com/office/drawing/2014/main" id="{9F46BE08-3507-4EEE-A127-B9B3429E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43">
            <a:extLst xmlns:a="http://schemas.openxmlformats.org/drawingml/2006/main">
              <a:ext uri="{FF2B5EF4-FFF2-40B4-BE49-F238E27FC236}">
                <a16:creationId xmlns:a16="http://schemas.microsoft.com/office/drawing/2014/main" id="{7B2E95E7-887A-4129-8D79-63A6DAD4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清楚</a:t>
            </a:r>
          </a:p>
        </p:txBody>
      </p:sp>
      <p:sp>
        <p:nvSpPr>
          <p:cNvPr id="13" name="text-1544">
            <a:extLst xmlns:a="http://schemas.openxmlformats.org/drawingml/2006/main">
              <a:ext uri="{FF2B5EF4-FFF2-40B4-BE49-F238E27FC236}">
                <a16:creationId xmlns:a16="http://schemas.microsoft.com/office/drawing/2014/main" id="{573458EE-64A3-4555-AC1A-2D75D4C6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陌生人是否能理解 Skill 的觸發時機與流程？</a:t>
            </a:r>
          </a:p>
        </p:txBody>
      </p:sp>
      <p:sp>
        <p:nvSpPr>
          <p:cNvPr id="14" name="shape-1545">
            <a:extLst xmlns:a="http://schemas.openxmlformats.org/drawingml/2006/main">
              <a:ext uri="{FF2B5EF4-FFF2-40B4-BE49-F238E27FC236}">
                <a16:creationId xmlns:a16="http://schemas.microsoft.com/office/drawing/2014/main" id="{D002FDDC-2D9A-4AB3-9536-6501F26F7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46">
            <a:extLst xmlns:a="http://schemas.openxmlformats.org/drawingml/2006/main">
              <a:ext uri="{FF2B5EF4-FFF2-40B4-BE49-F238E27FC236}">
                <a16:creationId xmlns:a16="http://schemas.microsoft.com/office/drawing/2014/main" id="{B8780DED-B47D-4CAF-A750-75A68DA4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47">
            <a:extLst xmlns:a="http://schemas.openxmlformats.org/drawingml/2006/main">
              <a:ext uri="{FF2B5EF4-FFF2-40B4-BE49-F238E27FC236}">
                <a16:creationId xmlns:a16="http://schemas.microsoft.com/office/drawing/2014/main" id="{9A451FE9-E3A7-46D1-B7ED-4DA43032D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17" name="text-1548">
            <a:extLst xmlns:a="http://schemas.openxmlformats.org/drawingml/2006/main">
              <a:ext uri="{FF2B5EF4-FFF2-40B4-BE49-F238E27FC236}">
                <a16:creationId xmlns:a16="http://schemas.microsoft.com/office/drawing/2014/main" id="{D62DC599-54AA-4053-904E-3EBE4976D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完成宣告是否有檔案、測試、畫面或引用支持？</a:t>
            </a:r>
          </a:p>
        </p:txBody>
      </p:sp>
      <p:sp>
        <p:nvSpPr>
          <p:cNvPr id="18" name="shape-1549">
            <a:extLst xmlns:a="http://schemas.openxmlformats.org/drawingml/2006/main">
              <a:ext uri="{FF2B5EF4-FFF2-40B4-BE49-F238E27FC236}">
                <a16:creationId xmlns:a16="http://schemas.microsoft.com/office/drawing/2014/main" id="{2E20203F-03B3-4B4E-AFF7-B941528C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50">
            <a:extLst xmlns:a="http://schemas.openxmlformats.org/drawingml/2006/main">
              <a:ext uri="{FF2B5EF4-FFF2-40B4-BE49-F238E27FC236}">
                <a16:creationId xmlns:a16="http://schemas.microsoft.com/office/drawing/2014/main" id="{F4D1D4F7-9617-4B4F-BA09-4CE9C561E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51">
            <a:extLst xmlns:a="http://schemas.openxmlformats.org/drawingml/2006/main">
              <a:ext uri="{FF2B5EF4-FFF2-40B4-BE49-F238E27FC236}">
                <a16:creationId xmlns:a16="http://schemas.microsoft.com/office/drawing/2014/main" id="{CC538CC5-2FAF-4AF2-8403-D1EE7CEA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21" name="text-1552">
            <a:extLst xmlns:a="http://schemas.openxmlformats.org/drawingml/2006/main">
              <a:ext uri="{FF2B5EF4-FFF2-40B4-BE49-F238E27FC236}">
                <a16:creationId xmlns:a16="http://schemas.microsoft.com/office/drawing/2014/main" id="{A562D201-3B4F-4B26-B0E3-D28EAE00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是否知道哪些動作需確認、哪些結果仍未確認？</a:t>
            </a:r>
          </a:p>
        </p:txBody>
      </p:sp>
      <p:sp>
        <p:nvSpPr>
          <p:cNvPr id="22" name="text-1637">
            <a:extLst xmlns:a="http://schemas.openxmlformats.org/drawingml/2006/main">
              <a:ext uri="{FF2B5EF4-FFF2-40B4-BE49-F238E27FC236}">
                <a16:creationId xmlns:a16="http://schemas.microsoft.com/office/drawing/2014/main" id="{FE4F2459-9A40-4EC4-A9EB-DA0DB9CB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701c09b6a5140af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568111bd7444e63"/>
              </a:rPr>
              <a:t>Codex ↗</a:t>
            </a:r>
          </a:p>
        </p:txBody>
      </p:sp>
      <p:sp>
        <p:nvSpPr>
          <p:cNvPr id="23" name="shape-1723">
            <a:extLst xmlns:a="http://schemas.openxmlformats.org/drawingml/2006/main">
              <a:ext uri="{FF2B5EF4-FFF2-40B4-BE49-F238E27FC236}">
                <a16:creationId xmlns:a16="http://schemas.microsoft.com/office/drawing/2014/main" id="{F275E637-441B-4040-855E-290D1800B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830cf1e0447f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724">
            <a:extLst xmlns:a="http://schemas.openxmlformats.org/drawingml/2006/main">
              <a:ext uri="{FF2B5EF4-FFF2-40B4-BE49-F238E27FC236}">
                <a16:creationId xmlns:a16="http://schemas.microsoft.com/office/drawing/2014/main" id="{953D4D38-88E1-4617-843C-8045D794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34a5284c8c43e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725">
            <a:extLst xmlns:a="http://schemas.openxmlformats.org/drawingml/2006/main">
              <a:ext uri="{FF2B5EF4-FFF2-40B4-BE49-F238E27FC236}">
                <a16:creationId xmlns:a16="http://schemas.microsoft.com/office/drawing/2014/main" id="{639CF616-B042-4E31-B17D-2A67C55E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515031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553">
            <a:extLst xmlns:a="http://schemas.openxmlformats.org/drawingml/2006/main">
              <a:ext uri="{FF2B5EF4-FFF2-40B4-BE49-F238E27FC236}">
                <a16:creationId xmlns:a16="http://schemas.microsoft.com/office/drawing/2014/main" id="{C35BD989-84F3-4A49-8F7D-EBAA24E0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NEXT 30 DAYS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0660F0-633E-4754-9E76-51C381E7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30 天導入計畫：小步驗證，留下可重用資產</a:t>
            </a:r>
          </a:p>
        </p:txBody>
      </p:sp>
      <p:cxnSp>
        <p:nvCxnSpPr>
          <p:cNvPr id="35" name="shape-155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55">
            <a:extLst xmlns:a="http://schemas.openxmlformats.org/drawingml/2006/main">
              <a:ext uri="{FF2B5EF4-FFF2-40B4-BE49-F238E27FC236}">
                <a16:creationId xmlns:a16="http://schemas.microsoft.com/office/drawing/2014/main" id="{ACFDDE14-B868-4BC6-9F40-208D1111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A62A63D-4A92-4E82-B89A-C5DF7279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cxnSp>
        <p:nvCxnSpPr>
          <p:cNvPr id="38" name="shape-1556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1557">
            <a:extLst xmlns:a="http://schemas.openxmlformats.org/drawingml/2006/main">
              <a:ext uri="{FF2B5EF4-FFF2-40B4-BE49-F238E27FC236}">
                <a16:creationId xmlns:a16="http://schemas.microsoft.com/office/drawing/2014/main" id="{9B37DB6D-13A4-48BB-88A4-472B03ED2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558">
            <a:extLst xmlns:a="http://schemas.openxmlformats.org/drawingml/2006/main">
              <a:ext uri="{FF2B5EF4-FFF2-40B4-BE49-F238E27FC236}">
                <a16:creationId xmlns:a16="http://schemas.microsoft.com/office/drawing/2014/main" id="{6C8E777B-3238-4C7D-95BB-9E2D3A96E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1 週</a:t>
            </a:r>
          </a:p>
        </p:txBody>
      </p:sp>
      <p:sp>
        <p:nvSpPr>
          <p:cNvPr id="9" name="text-1559">
            <a:extLst xmlns:a="http://schemas.openxmlformats.org/drawingml/2006/main">
              <a:ext uri="{FF2B5EF4-FFF2-40B4-BE49-F238E27FC236}">
                <a16:creationId xmlns:a16="http://schemas.microsoft.com/office/drawing/2014/main" id="{8C455532-91BB-464A-8AE7-2509A4AF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選任務</a:t>
            </a:r>
          </a:p>
        </p:txBody>
      </p:sp>
      <p:sp>
        <p:nvSpPr>
          <p:cNvPr id="10" name="text-1560">
            <a:extLst xmlns:a="http://schemas.openxmlformats.org/drawingml/2006/main">
              <a:ext uri="{FF2B5EF4-FFF2-40B4-BE49-F238E27FC236}">
                <a16:creationId xmlns:a16="http://schemas.microsoft.com/office/drawing/2014/main" id="{83B1487E-668A-4606-84E1-BDAFA171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高頻、耗時、可驗證</a:t>
            </a:r>
          </a:p>
        </p:txBody>
      </p:sp>
      <p:sp>
        <p:nvSpPr>
          <p:cNvPr id="11" name="shape-1561">
            <a:extLst xmlns:a="http://schemas.openxmlformats.org/drawingml/2006/main">
              <a:ext uri="{FF2B5EF4-FFF2-40B4-BE49-F238E27FC236}">
                <a16:creationId xmlns:a16="http://schemas.microsoft.com/office/drawing/2014/main" id="{29DF3E6F-8008-4AD0-A31B-86B6432F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562">
            <a:extLst xmlns:a="http://schemas.openxmlformats.org/drawingml/2006/main">
              <a:ext uri="{FF2B5EF4-FFF2-40B4-BE49-F238E27FC236}">
                <a16:creationId xmlns:a16="http://schemas.microsoft.com/office/drawing/2014/main" id="{D4F45703-74E3-43DF-B6EB-F5B7CBAA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2 週</a:t>
            </a:r>
          </a:p>
        </p:txBody>
      </p:sp>
      <p:sp>
        <p:nvSpPr>
          <p:cNvPr id="13" name="text-1563">
            <a:extLst xmlns:a="http://schemas.openxmlformats.org/drawingml/2006/main">
              <a:ext uri="{FF2B5EF4-FFF2-40B4-BE49-F238E27FC236}">
                <a16:creationId xmlns:a16="http://schemas.microsoft.com/office/drawing/2014/main" id="{01EBE535-DBDC-4ADB-AF24-7649453EE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試流程</a:t>
            </a:r>
          </a:p>
        </p:txBody>
      </p:sp>
      <p:sp>
        <p:nvSpPr>
          <p:cNvPr id="14" name="text-1564">
            <a:extLst xmlns:a="http://schemas.openxmlformats.org/drawingml/2006/main">
              <a:ext uri="{FF2B5EF4-FFF2-40B4-BE49-F238E27FC236}">
                <a16:creationId xmlns:a16="http://schemas.microsoft.com/office/drawing/2014/main" id="{044AE3E4-6C5F-414E-8552-41A0F946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自己跑 3 次</a:t>
            </a:r>
          </a:p>
        </p:txBody>
      </p:sp>
      <p:sp>
        <p:nvSpPr>
          <p:cNvPr id="15" name="shape-1565">
            <a:extLst xmlns:a="http://schemas.openxmlformats.org/drawingml/2006/main">
              <a:ext uri="{FF2B5EF4-FFF2-40B4-BE49-F238E27FC236}">
                <a16:creationId xmlns:a16="http://schemas.microsoft.com/office/drawing/2014/main" id="{485CB822-18C5-4321-901B-8F0AB2E1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566">
            <a:extLst xmlns:a="http://schemas.openxmlformats.org/drawingml/2006/main">
              <a:ext uri="{FF2B5EF4-FFF2-40B4-BE49-F238E27FC236}">
                <a16:creationId xmlns:a16="http://schemas.microsoft.com/office/drawing/2014/main" id="{B5606F77-2C09-4EFA-8F16-114D6CCF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 週</a:t>
            </a:r>
          </a:p>
        </p:txBody>
      </p:sp>
      <p:sp>
        <p:nvSpPr>
          <p:cNvPr id="17" name="text-1567">
            <a:extLst xmlns:a="http://schemas.openxmlformats.org/drawingml/2006/main">
              <a:ext uri="{FF2B5EF4-FFF2-40B4-BE49-F238E27FC236}">
                <a16:creationId xmlns:a16="http://schemas.microsoft.com/office/drawing/2014/main" id="{2207D886-1B03-4D61-B097-EAB234B63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給同儕</a:t>
            </a:r>
          </a:p>
        </p:txBody>
      </p:sp>
      <p:sp>
        <p:nvSpPr>
          <p:cNvPr id="18" name="text-1568">
            <a:extLst xmlns:a="http://schemas.openxmlformats.org/drawingml/2006/main">
              <a:ext uri="{FF2B5EF4-FFF2-40B4-BE49-F238E27FC236}">
                <a16:creationId xmlns:a16="http://schemas.microsoft.com/office/drawing/2014/main" id="{233DE05F-ED12-43AE-B84D-300A7592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找 1 人盲測</a:t>
            </a:r>
          </a:p>
        </p:txBody>
      </p:sp>
      <p:sp>
        <p:nvSpPr>
          <p:cNvPr id="19" name="shape-1569">
            <a:extLst xmlns:a="http://schemas.openxmlformats.org/drawingml/2006/main">
              <a:ext uri="{FF2B5EF4-FFF2-40B4-BE49-F238E27FC236}">
                <a16:creationId xmlns:a16="http://schemas.microsoft.com/office/drawing/2014/main" id="{51D3E63A-F65F-4228-9A7E-2C6B63A6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570">
            <a:extLst xmlns:a="http://schemas.openxmlformats.org/drawingml/2006/main">
              <a:ext uri="{FF2B5EF4-FFF2-40B4-BE49-F238E27FC236}">
                <a16:creationId xmlns:a16="http://schemas.microsoft.com/office/drawing/2014/main" id="{DF60E96F-A92F-47D5-BCBA-134DACA3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4 週</a:t>
            </a:r>
          </a:p>
        </p:txBody>
      </p:sp>
      <p:sp>
        <p:nvSpPr>
          <p:cNvPr id="21" name="text-1571">
            <a:extLst xmlns:a="http://schemas.openxmlformats.org/drawingml/2006/main">
              <a:ext uri="{FF2B5EF4-FFF2-40B4-BE49-F238E27FC236}">
                <a16:creationId xmlns:a16="http://schemas.microsoft.com/office/drawing/2014/main" id="{D8B13797-0B42-416D-9B3D-6B4A6404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 Skill</a:t>
            </a:r>
          </a:p>
        </p:txBody>
      </p:sp>
      <p:sp>
        <p:nvSpPr>
          <p:cNvPr id="22" name="text-1572">
            <a:extLst xmlns:a="http://schemas.openxmlformats.org/drawingml/2006/main">
              <a:ext uri="{FF2B5EF4-FFF2-40B4-BE49-F238E27FC236}">
                <a16:creationId xmlns:a16="http://schemas.microsoft.com/office/drawing/2014/main" id="{1F689497-7FC8-4CA4-BBDE-4B4FD8B8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補規則與範例</a:t>
            </a:r>
          </a:p>
        </p:txBody>
      </p:sp>
      <p:sp>
        <p:nvSpPr>
          <p:cNvPr id="23" name="shape-1573">
            <a:extLst xmlns:a="http://schemas.openxmlformats.org/drawingml/2006/main">
              <a:ext uri="{FF2B5EF4-FFF2-40B4-BE49-F238E27FC236}">
                <a16:creationId xmlns:a16="http://schemas.microsoft.com/office/drawing/2014/main" id="{3BF08CC1-FE43-4950-B05C-CD89F07F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574">
            <a:extLst xmlns:a="http://schemas.openxmlformats.org/drawingml/2006/main">
              <a:ext uri="{FF2B5EF4-FFF2-40B4-BE49-F238E27FC236}">
                <a16:creationId xmlns:a16="http://schemas.microsoft.com/office/drawing/2014/main" id="{695BAAB8-81B5-45AA-BDC7-91927736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30 天</a:t>
            </a:r>
          </a:p>
        </p:txBody>
      </p:sp>
      <p:sp>
        <p:nvSpPr>
          <p:cNvPr id="25" name="text-1575">
            <a:extLst xmlns:a="http://schemas.openxmlformats.org/drawingml/2006/main">
              <a:ext uri="{FF2B5EF4-FFF2-40B4-BE49-F238E27FC236}">
                <a16:creationId xmlns:a16="http://schemas.microsoft.com/office/drawing/2014/main" id="{73061634-655E-42C0-8B7E-599BEE2C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</a:t>
            </a:r>
          </a:p>
        </p:txBody>
      </p:sp>
      <p:sp>
        <p:nvSpPr>
          <p:cNvPr id="26" name="text-1576">
            <a:extLst xmlns:a="http://schemas.openxmlformats.org/drawingml/2006/main">
              <a:ext uri="{FF2B5EF4-FFF2-40B4-BE49-F238E27FC236}">
                <a16:creationId xmlns:a16="http://schemas.microsoft.com/office/drawing/2014/main" id="{13D4FF9E-EB46-4322-AB98-B111E201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採用、修改或淘汰</a:t>
            </a:r>
          </a:p>
        </p:txBody>
      </p:sp>
      <p:sp>
        <p:nvSpPr>
          <p:cNvPr id="27" name="text-1638">
            <a:extLst xmlns:a="http://schemas.openxmlformats.org/drawingml/2006/main">
              <a:ext uri="{FF2B5EF4-FFF2-40B4-BE49-F238E27FC236}">
                <a16:creationId xmlns:a16="http://schemas.microsoft.com/office/drawing/2014/main" id="{B28032F5-E260-418D-BBC2-89B84AD0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c5cedfdf5a34589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eaaafb7c8064dab"/>
              </a:rPr>
              <a:t>Codex ↗</a:t>
            </a:r>
          </a:p>
        </p:txBody>
      </p:sp>
      <p:sp>
        <p:nvSpPr>
          <p:cNvPr id="28" name="shape-1726">
            <a:extLst xmlns:a="http://schemas.openxmlformats.org/drawingml/2006/main">
              <a:ext uri="{FF2B5EF4-FFF2-40B4-BE49-F238E27FC236}">
                <a16:creationId xmlns:a16="http://schemas.microsoft.com/office/drawing/2014/main" id="{327A1F92-4719-461A-919A-5B688CA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f4ea46d8bd4a6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0" name="text-1727">
            <a:extLst xmlns:a="http://schemas.openxmlformats.org/drawingml/2006/main">
              <a:ext uri="{FF2B5EF4-FFF2-40B4-BE49-F238E27FC236}">
                <a16:creationId xmlns:a16="http://schemas.microsoft.com/office/drawing/2014/main" id="{7CAD19FF-7296-4BEF-8424-798BFB51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dac317e74f434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2" name="text-1728">
            <a:extLst xmlns:a="http://schemas.openxmlformats.org/drawingml/2006/main">
              <a:ext uri="{FF2B5EF4-FFF2-40B4-BE49-F238E27FC236}">
                <a16:creationId xmlns:a16="http://schemas.microsoft.com/office/drawing/2014/main" id="{8B6DC2B5-819A-4254-8ACF-A993DD81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97496089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1577">
            <a:extLst xmlns:a="http://schemas.openxmlformats.org/drawingml/2006/main">
              <a:ext uri="{FF2B5EF4-FFF2-40B4-BE49-F238E27FC236}">
                <a16:creationId xmlns:a16="http://schemas.microsoft.com/office/drawing/2014/main" id="{CEE6B541-3D34-43D0-B0D8-32DFC09D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395386-9230-4F96-8372-FE3B6289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下午資源書籤</a:t>
            </a:r>
          </a:p>
        </p:txBody>
      </p:sp>
      <p:cxnSp>
        <p:nvCxnSpPr>
          <p:cNvPr id="41" name="shape-157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79">
            <a:extLst xmlns:a="http://schemas.openxmlformats.org/drawingml/2006/main">
              <a:ext uri="{FF2B5EF4-FFF2-40B4-BE49-F238E27FC236}">
                <a16:creationId xmlns:a16="http://schemas.microsoft.com/office/drawing/2014/main" id="{7D2FC69D-7806-4761-9A15-A8967144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E747D6-F279-4946-A9D8-C179B2C9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1580">
            <a:extLst xmlns:a="http://schemas.openxmlformats.org/drawingml/2006/main">
              <a:ext uri="{FF2B5EF4-FFF2-40B4-BE49-F238E27FC236}">
                <a16:creationId xmlns:a16="http://schemas.microsoft.com/office/drawing/2014/main" id="{9561AEBA-7E7F-4121-B25F-0C57C32A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81">
            <a:extLst xmlns:a="http://schemas.openxmlformats.org/drawingml/2006/main">
              <a:ext uri="{FF2B5EF4-FFF2-40B4-BE49-F238E27FC236}">
                <a16:creationId xmlns:a16="http://schemas.microsoft.com/office/drawing/2014/main" id="{3340F9F8-443B-4113-B6D5-EB2D9639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1582">
            <a:extLst xmlns:a="http://schemas.openxmlformats.org/drawingml/2006/main">
              <a:ext uri="{FF2B5EF4-FFF2-40B4-BE49-F238E27FC236}">
                <a16:creationId xmlns:a16="http://schemas.microsoft.com/office/drawing/2014/main" id="{FB7A378B-C828-48C8-B0A1-BB056A95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2bccbd98f9464a67"/>
              </a:rPr>
              <a:t>../START_HERE_研習資源導航.html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0bcbddbd24879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1583">
            <a:extLst xmlns:a="http://schemas.openxmlformats.org/drawingml/2006/main">
              <a:ext uri="{FF2B5EF4-FFF2-40B4-BE49-F238E27FC236}">
                <a16:creationId xmlns:a16="http://schemas.microsoft.com/office/drawing/2014/main" id="{E5E50D21-3438-45EE-81D0-F8E8528A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84">
            <a:extLst xmlns:a="http://schemas.openxmlformats.org/drawingml/2006/main">
              <a:ext uri="{FF2B5EF4-FFF2-40B4-BE49-F238E27FC236}">
                <a16:creationId xmlns:a16="http://schemas.microsoft.com/office/drawing/2014/main" id="{A69541DF-1B3B-40A4-AB62-399FE5D6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Google Antigravity</a:t>
            </a:r>
          </a:p>
        </p:txBody>
      </p:sp>
      <p:sp>
        <p:nvSpPr>
          <p:cNvPr id="12" name="text-1585">
            <a:extLst xmlns:a="http://schemas.openxmlformats.org/drawingml/2006/main">
              <a:ext uri="{FF2B5EF4-FFF2-40B4-BE49-F238E27FC236}">
                <a16:creationId xmlns:a16="http://schemas.microsoft.com/office/drawing/2014/main" id="{3DAA03D4-0CEC-4E10-9488-BB740F87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64a347e892844d44"/>
              </a:rPr>
              <a:t>https://antigravity.google/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d1d44ba38a45f2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1586">
            <a:extLst xmlns:a="http://schemas.openxmlformats.org/drawingml/2006/main">
              <a:ext uri="{FF2B5EF4-FFF2-40B4-BE49-F238E27FC236}">
                <a16:creationId xmlns:a16="http://schemas.microsoft.com/office/drawing/2014/main" id="{4AAC189D-7614-4564-AA0F-F16B6AB9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87">
            <a:extLst xmlns:a="http://schemas.openxmlformats.org/drawingml/2006/main">
              <a:ext uri="{FF2B5EF4-FFF2-40B4-BE49-F238E27FC236}">
                <a16:creationId xmlns:a16="http://schemas.microsoft.com/office/drawing/2014/main" id="{668FEAE4-DF96-47A9-BDD9-C1F8F8EC0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Codex</a:t>
            </a:r>
          </a:p>
        </p:txBody>
      </p:sp>
      <p:sp>
        <p:nvSpPr>
          <p:cNvPr id="16" name="text-1588">
            <a:extLst xmlns:a="http://schemas.openxmlformats.org/drawingml/2006/main">
              <a:ext uri="{FF2B5EF4-FFF2-40B4-BE49-F238E27FC236}">
                <a16:creationId xmlns:a16="http://schemas.microsoft.com/office/drawing/2014/main" id="{EB849B9D-32EB-49FC-8669-4F1B8F3B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5812980007f43ca"/>
              </a:rPr>
              <a:t>https://chatgpt.com/codex/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f670384b524d49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1589">
            <a:extLst xmlns:a="http://schemas.openxmlformats.org/drawingml/2006/main">
              <a:ext uri="{FF2B5EF4-FFF2-40B4-BE49-F238E27FC236}">
                <a16:creationId xmlns:a16="http://schemas.microsoft.com/office/drawing/2014/main" id="{C7794350-5E41-41B2-B12E-1D4AA45B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90">
            <a:extLst xmlns:a="http://schemas.openxmlformats.org/drawingml/2006/main">
              <a:ext uri="{FF2B5EF4-FFF2-40B4-BE49-F238E27FC236}">
                <a16:creationId xmlns:a16="http://schemas.microsoft.com/office/drawing/2014/main" id="{FEC5126F-A0CC-4E94-8DEE-6138026A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Claude</a:t>
            </a:r>
          </a:p>
        </p:txBody>
      </p:sp>
      <p:sp>
        <p:nvSpPr>
          <p:cNvPr id="20" name="text-1591">
            <a:extLst xmlns:a="http://schemas.openxmlformats.org/drawingml/2006/main">
              <a:ext uri="{FF2B5EF4-FFF2-40B4-BE49-F238E27FC236}">
                <a16:creationId xmlns:a16="http://schemas.microsoft.com/office/drawing/2014/main" id="{52748678-00FC-4037-AFBC-135036C9E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a31fca9d97124f7a"/>
              </a:rPr>
              <a:t>https://claude.ai/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5ddf1d13c48d6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1592">
            <a:extLst xmlns:a="http://schemas.openxmlformats.org/drawingml/2006/main">
              <a:ext uri="{FF2B5EF4-FFF2-40B4-BE49-F238E27FC236}">
                <a16:creationId xmlns:a16="http://schemas.microsoft.com/office/drawing/2014/main" id="{484F86CE-C1AA-4D54-BE7D-96EA4D33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593">
            <a:extLst xmlns:a="http://schemas.openxmlformats.org/drawingml/2006/main">
              <a:ext uri="{FF2B5EF4-FFF2-40B4-BE49-F238E27FC236}">
                <a16:creationId xmlns:a16="http://schemas.microsoft.com/office/drawing/2014/main" id="{45502D27-926F-44AC-A9EE-45AD016E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 官方教學</a:t>
            </a:r>
          </a:p>
        </p:txBody>
      </p:sp>
      <p:sp>
        <p:nvSpPr>
          <p:cNvPr id="24" name="text-1594">
            <a:extLst xmlns:a="http://schemas.openxmlformats.org/drawingml/2006/main">
              <a:ext uri="{FF2B5EF4-FFF2-40B4-BE49-F238E27FC236}">
                <a16:creationId xmlns:a16="http://schemas.microsoft.com/office/drawing/2014/main" id="{27E050ED-4F60-455A-8371-EBA3F013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069cab289054b5b"/>
              </a:rPr>
              <a:t>https://codelabs.developers.google.com/getting-started-with-antigravity-skills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2060c8ea04854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1595">
            <a:extLst xmlns:a="http://schemas.openxmlformats.org/drawingml/2006/main">
              <a:ext uri="{FF2B5EF4-FFF2-40B4-BE49-F238E27FC236}">
                <a16:creationId xmlns:a16="http://schemas.microsoft.com/office/drawing/2014/main" id="{2D2703C6-0405-4740-AAB1-33A7CFFD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596">
            <a:extLst xmlns:a="http://schemas.openxmlformats.org/drawingml/2006/main">
              <a:ext uri="{FF2B5EF4-FFF2-40B4-BE49-F238E27FC236}">
                <a16:creationId xmlns:a16="http://schemas.microsoft.com/office/drawing/2014/main" id="{E21AE2EC-9248-4842-96C9-C6DB7175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提示詞快捷面板（同資料夾）</a:t>
            </a:r>
          </a:p>
        </p:txBody>
      </p:sp>
      <p:sp>
        <p:nvSpPr>
          <p:cNvPr id="28" name="text-1597">
            <a:extLst xmlns:a="http://schemas.openxmlformats.org/drawingml/2006/main">
              <a:ext uri="{FF2B5EF4-FFF2-40B4-BE49-F238E27FC236}">
                <a16:creationId xmlns:a16="http://schemas.microsoft.com/office/drawing/2014/main" id="{B3A065D3-8829-4F99-BE89-AEB2C12A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a96a15ed810b4cda"/>
              </a:rPr>
              <a:t>../04_實作工具/提示詞快捷面板_研習用.html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f5323f38884652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1598">
            <a:extLst xmlns:a="http://schemas.openxmlformats.org/drawingml/2006/main">
              <a:ext uri="{FF2B5EF4-FFF2-40B4-BE49-F238E27FC236}">
                <a16:creationId xmlns:a16="http://schemas.microsoft.com/office/drawing/2014/main" id="{1F835D93-06AE-4521-9EC8-6D264426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31" name="text-1599">
            <a:extLst xmlns:a="http://schemas.openxmlformats.org/drawingml/2006/main">
              <a:ext uri="{FF2B5EF4-FFF2-40B4-BE49-F238E27FC236}">
                <a16:creationId xmlns:a16="http://schemas.microsoft.com/office/drawing/2014/main" id="{A92516D5-8801-4FB9-A159-54251167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  <p:sp>
        <p:nvSpPr>
          <p:cNvPr id="32" name="text-1600">
            <a:extLst xmlns:a="http://schemas.openxmlformats.org/drawingml/2006/main">
              <a:ext uri="{FF2B5EF4-FFF2-40B4-BE49-F238E27FC236}">
                <a16:creationId xmlns:a16="http://schemas.microsoft.com/office/drawing/2014/main" id="{20E3833B-7DBA-4FF7-B7E8-5834CE8D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3e7c5e12e0c442ba"/>
              </a:rPr>
              <a:t>https://cagoooo.github.io/Akai/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54eec70e9b4c69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1601">
            <a:extLst xmlns:a="http://schemas.openxmlformats.org/drawingml/2006/main">
              <a:ext uri="{FF2B5EF4-FFF2-40B4-BE49-F238E27FC236}">
                <a16:creationId xmlns:a16="http://schemas.microsoft.com/office/drawing/2014/main" id="{AE02FB6E-DB8B-4E70-944C-DA9B03D5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35" name="text-1602">
            <a:extLst xmlns:a="http://schemas.openxmlformats.org/drawingml/2006/main">
              <a:ext uri="{FF2B5EF4-FFF2-40B4-BE49-F238E27FC236}">
                <a16:creationId xmlns:a16="http://schemas.microsoft.com/office/drawing/2014/main" id="{45A8FF44-7D7D-41AF-99D2-E84721C9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2026 評分規劃</a:t>
            </a:r>
          </a:p>
        </p:txBody>
      </p:sp>
      <p:sp>
        <p:nvSpPr>
          <p:cNvPr id="36" name="text-1603">
            <a:extLst xmlns:a="http://schemas.openxmlformats.org/drawingml/2006/main">
              <a:ext uri="{FF2B5EF4-FFF2-40B4-BE49-F238E27FC236}">
                <a16:creationId xmlns:a16="http://schemas.microsoft.com/office/drawing/2014/main" id="{4B88BE52-5BED-43AE-A7C3-92C07FA0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d0519ecd9b0e4c4a"/>
              </a:rPr>
              <a:t>https://www.iea.nl/sites/default/files/2025-10/GA66_PIRLS%202026.pdf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0b61d907cf4066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text-1604">
            <a:extLst xmlns:a="http://schemas.openxmlformats.org/drawingml/2006/main">
              <a:ext uri="{FF2B5EF4-FFF2-40B4-BE49-F238E27FC236}">
                <a16:creationId xmlns:a16="http://schemas.microsoft.com/office/drawing/2014/main" id="{17C03845-C728-4553-B1C8-132F92FA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62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好的教學與研究 Agent 不只會做事；它會在正確邊界內做事，並留下你能檢查的證據。</a:t>
            </a:r>
          </a:p>
        </p:txBody>
      </p:sp>
    </p:spTree>
    <p:extLst>
      <p:ext uri="{BB962C8B-B14F-4D97-AF65-F5344CB8AC3E}">
        <p14:creationId xmlns:p14="http://schemas.microsoft.com/office/powerpoint/2010/main" val="391299539"/>
      </p:ext>
    </p:extLst>
  </p:cSld>
</p:sld>
</file>

<file path=ppt/theme/theme1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2026-08-13T09:11:23.4430000Z</dcterms:created>
  <dcterms:modified xsi:type="dcterms:W3CDTF">2026-08-13T09:11:23.4430000Z</dcterms:modified>
</coreProperties>
</file>