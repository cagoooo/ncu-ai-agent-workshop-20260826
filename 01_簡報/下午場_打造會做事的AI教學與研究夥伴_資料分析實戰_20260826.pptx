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0e397b9730d49e8" /><Relationship Type="http://schemas.openxmlformats.org/officeDocument/2006/relationships/extended-properties" Target="/docProps/app.xml" Id="R98b89abebafc487b" /><Relationship Type="http://schemas.openxmlformats.org/officeDocument/2006/relationships/officeDocument" Target="/ppt/presentation.xml" Id="Rf3ee126237bf469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10c3290946d4b39"/>
  </p:sldMasterIdLst>
  <p:notesMasterIdLst>
    <p:notesMasterId xmlns:r="http://schemas.openxmlformats.org/officeDocument/2006/relationships" r:id="Raea3614efbc943a9"/>
  </p:notesMasterIdLst>
  <p:sldIdLst>
    <p:sldId xmlns:r="http://schemas.openxmlformats.org/officeDocument/2006/relationships" id="256" r:id="R3d81efbacc564dae"/>
    <p:sldId xmlns:r="http://schemas.openxmlformats.org/officeDocument/2006/relationships" id="257" r:id="R03c648e2957245d9"/>
    <p:sldId xmlns:r="http://schemas.openxmlformats.org/officeDocument/2006/relationships" id="258" r:id="Rd0f63955abe240c6"/>
    <p:sldId xmlns:r="http://schemas.openxmlformats.org/officeDocument/2006/relationships" id="259" r:id="R6988c83d2d3e4088"/>
    <p:sldId xmlns:r="http://schemas.openxmlformats.org/officeDocument/2006/relationships" id="260" r:id="Rf8bb517aafe74855"/>
    <p:sldId xmlns:r="http://schemas.openxmlformats.org/officeDocument/2006/relationships" id="261" r:id="R61f1fed885624e52"/>
    <p:sldId xmlns:r="http://schemas.openxmlformats.org/officeDocument/2006/relationships" id="262" r:id="R1834d88a89ff4b67"/>
    <p:sldId xmlns:r="http://schemas.openxmlformats.org/officeDocument/2006/relationships" id="263" r:id="R639a8ac3ec514ae1"/>
    <p:sldId xmlns:r="http://schemas.openxmlformats.org/officeDocument/2006/relationships" id="264" r:id="R2f2de3e324cb4866"/>
    <p:sldId xmlns:r="http://schemas.openxmlformats.org/officeDocument/2006/relationships" id="265" r:id="Rfb0f485536e2444b"/>
    <p:sldId xmlns:r="http://schemas.openxmlformats.org/officeDocument/2006/relationships" id="266" r:id="R9b57c3ed1bf74fc2"/>
    <p:sldId xmlns:r="http://schemas.openxmlformats.org/officeDocument/2006/relationships" id="267" r:id="Ref72c99b205e4c59"/>
    <p:sldId xmlns:r="http://schemas.openxmlformats.org/officeDocument/2006/relationships" id="268" r:id="R6be0716d69ab448a"/>
    <p:sldId xmlns:r="http://schemas.openxmlformats.org/officeDocument/2006/relationships" id="269" r:id="Rc3fff591094148cc"/>
    <p:sldId xmlns:r="http://schemas.openxmlformats.org/officeDocument/2006/relationships" id="270" r:id="Rb93363b104254049"/>
    <p:sldId xmlns:r="http://schemas.openxmlformats.org/officeDocument/2006/relationships" id="271" r:id="Rc081fc2e67d24e09"/>
    <p:sldId xmlns:r="http://schemas.openxmlformats.org/officeDocument/2006/relationships" id="272" r:id="R5abf9d672eb843da"/>
    <p:sldId xmlns:r="http://schemas.openxmlformats.org/officeDocument/2006/relationships" id="273" r:id="R21ee4c55d4a547d9"/>
    <p:sldId xmlns:r="http://schemas.openxmlformats.org/officeDocument/2006/relationships" id="274" r:id="R34d3b325cec74d1a"/>
    <p:sldId xmlns:r="http://schemas.openxmlformats.org/officeDocument/2006/relationships" id="275" r:id="Refd9455bb9284083"/>
    <p:sldId xmlns:r="http://schemas.openxmlformats.org/officeDocument/2006/relationships" id="276" r:id="R072e0e39f7824339"/>
    <p:sldId xmlns:r="http://schemas.openxmlformats.org/officeDocument/2006/relationships" id="277" r:id="R3735adb0638f413f"/>
    <p:sldId xmlns:r="http://schemas.openxmlformats.org/officeDocument/2006/relationships" id="278" r:id="Rb9bc54f6fc1e41e5"/>
    <p:sldId xmlns:r="http://schemas.openxmlformats.org/officeDocument/2006/relationships" id="279" r:id="R1ed5cef0bf414648"/>
    <p:sldId xmlns:r="http://schemas.openxmlformats.org/officeDocument/2006/relationships" id="280" r:id="R320571150f144df3"/>
    <p:sldId xmlns:r="http://schemas.openxmlformats.org/officeDocument/2006/relationships" id="281" r:id="R4fc8866179774001"/>
    <p:sldId xmlns:r="http://schemas.openxmlformats.org/officeDocument/2006/relationships" id="282" r:id="R24d19c8be03c41cc"/>
    <p:sldId xmlns:r="http://schemas.openxmlformats.org/officeDocument/2006/relationships" id="283" r:id="Rcc75d49785504de5"/>
    <p:sldId xmlns:r="http://schemas.openxmlformats.org/officeDocument/2006/relationships" id="284" r:id="R26a24eb702334c1c"/>
    <p:sldId xmlns:r="http://schemas.openxmlformats.org/officeDocument/2006/relationships" id="285" r:id="R85ce54f8dd5744a5"/>
    <p:sldId xmlns:r="http://schemas.openxmlformats.org/officeDocument/2006/relationships" id="286" r:id="R56e84a284486439b"/>
    <p:sldId xmlns:r="http://schemas.openxmlformats.org/officeDocument/2006/relationships" id="287" r:id="Recd3c8d641b34231"/>
    <p:sldId xmlns:r="http://schemas.openxmlformats.org/officeDocument/2006/relationships" id="288" r:id="R2c6f59aafc714878"/>
    <p:sldId xmlns:r="http://schemas.openxmlformats.org/officeDocument/2006/relationships" id="289" r:id="R7c72a536bcab409e"/>
    <p:sldId xmlns:r="http://schemas.openxmlformats.org/officeDocument/2006/relationships" id="290" r:id="Rff67174210084095"/>
    <p:sldId xmlns:r="http://schemas.openxmlformats.org/officeDocument/2006/relationships" id="291" r:id="R44ec57b33f1b4bff"/>
    <p:sldId xmlns:r="http://schemas.openxmlformats.org/officeDocument/2006/relationships" id="292" r:id="Rd9c020ffd4374f72"/>
    <p:sldId xmlns:r="http://schemas.openxmlformats.org/officeDocument/2006/relationships" id="293" r:id="R384245421bd84c09"/>
    <p:sldId xmlns:r="http://schemas.openxmlformats.org/officeDocument/2006/relationships" id="294" r:id="R9159804bec0f4650"/>
    <p:sldId xmlns:r="http://schemas.openxmlformats.org/officeDocument/2006/relationships" id="295" r:id="Ra7687e1bb8804873"/>
    <p:sldId xmlns:r="http://schemas.openxmlformats.org/officeDocument/2006/relationships" id="296" r:id="R857256810a9a4364"/>
    <p:sldId xmlns:r="http://schemas.openxmlformats.org/officeDocument/2006/relationships" id="297" r:id="R58c9ffa49f964f60"/>
    <p:sldId xmlns:r="http://schemas.openxmlformats.org/officeDocument/2006/relationships" id="298" r:id="R3499107c15ea4f26"/>
    <p:sldId xmlns:r="http://schemas.openxmlformats.org/officeDocument/2006/relationships" id="299" r:id="R5f35d1d2249348a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8d3ab955632480a" /><Relationship Type="http://schemas.openxmlformats.org/officeDocument/2006/relationships/slideMaster" Target="/ppt/slideMasters/slideMaster1.xml" Id="R310c3290946d4b39" /><Relationship Type="http://schemas.openxmlformats.org/officeDocument/2006/relationships/notesMaster" Target="/ppt/notesMasters/notesMaster1.xml" Id="Raea3614efbc943a9" /><Relationship Type="http://schemas.openxmlformats.org/officeDocument/2006/relationships/presProps" Target="/ppt/presProps.xml" Id="R1e3c45dfc4b949e2" /><Relationship Type="http://schemas.openxmlformats.org/officeDocument/2006/relationships/tableStyles" Target="/ppt/tableStyles.xml" Id="R989245f5ff7147b5" /><Relationship Type="http://schemas.openxmlformats.org/officeDocument/2006/relationships/slide" Target="/ppt/slides/slide1.xml" Id="R3d81efbacc564dae" /><Relationship Type="http://schemas.openxmlformats.org/officeDocument/2006/relationships/slide" Target="/ppt/slides/slide2.xml" Id="R03c648e2957245d9" /><Relationship Type="http://schemas.openxmlformats.org/officeDocument/2006/relationships/slide" Target="/ppt/slides/slide3.xml" Id="Rd0f63955abe240c6" /><Relationship Type="http://schemas.openxmlformats.org/officeDocument/2006/relationships/slide" Target="/ppt/slides/slide4.xml" Id="R6988c83d2d3e4088" /><Relationship Type="http://schemas.openxmlformats.org/officeDocument/2006/relationships/slide" Target="/ppt/slides/slide5.xml" Id="Rf8bb517aafe74855" /><Relationship Type="http://schemas.openxmlformats.org/officeDocument/2006/relationships/slide" Target="/ppt/slides/slide6.xml" Id="R61f1fed885624e52" /><Relationship Type="http://schemas.openxmlformats.org/officeDocument/2006/relationships/slide" Target="/ppt/slides/slide7.xml" Id="R1834d88a89ff4b67" /><Relationship Type="http://schemas.openxmlformats.org/officeDocument/2006/relationships/slide" Target="/ppt/slides/slide8.xml" Id="R639a8ac3ec514ae1" /><Relationship Type="http://schemas.openxmlformats.org/officeDocument/2006/relationships/slide" Target="/ppt/slides/slide9.xml" Id="R2f2de3e324cb4866" /><Relationship Type="http://schemas.openxmlformats.org/officeDocument/2006/relationships/slide" Target="/ppt/slides/slide10.xml" Id="Rfb0f485536e2444b" /><Relationship Type="http://schemas.openxmlformats.org/officeDocument/2006/relationships/slide" Target="/ppt/slides/slide11.xml" Id="R9b57c3ed1bf74fc2" /><Relationship Type="http://schemas.openxmlformats.org/officeDocument/2006/relationships/slide" Target="/ppt/slides/slide12.xml" Id="Ref72c99b205e4c59" /><Relationship Type="http://schemas.openxmlformats.org/officeDocument/2006/relationships/slide" Target="/ppt/slides/slide13.xml" Id="R6be0716d69ab448a" /><Relationship Type="http://schemas.openxmlformats.org/officeDocument/2006/relationships/slide" Target="/ppt/slides/slide14.xml" Id="Rc3fff591094148cc" /><Relationship Type="http://schemas.openxmlformats.org/officeDocument/2006/relationships/slide" Target="/ppt/slides/slide15.xml" Id="Rb93363b104254049" /><Relationship Type="http://schemas.openxmlformats.org/officeDocument/2006/relationships/slide" Target="/ppt/slides/slide16.xml" Id="Rc081fc2e67d24e09" /><Relationship Type="http://schemas.openxmlformats.org/officeDocument/2006/relationships/slide" Target="/ppt/slides/slide17.xml" Id="R5abf9d672eb843da" /><Relationship Type="http://schemas.openxmlformats.org/officeDocument/2006/relationships/slide" Target="/ppt/slides/slide18.xml" Id="R21ee4c55d4a547d9" /><Relationship Type="http://schemas.openxmlformats.org/officeDocument/2006/relationships/slide" Target="/ppt/slides/slide19.xml" Id="R34d3b325cec74d1a" /><Relationship Type="http://schemas.openxmlformats.org/officeDocument/2006/relationships/slide" Target="/ppt/slides/slide20.xml" Id="Refd9455bb9284083" /><Relationship Type="http://schemas.openxmlformats.org/officeDocument/2006/relationships/slide" Target="/ppt/slides/slide21.xml" Id="R072e0e39f7824339" /><Relationship Type="http://schemas.openxmlformats.org/officeDocument/2006/relationships/slide" Target="/ppt/slides/slide22.xml" Id="R3735adb0638f413f" /><Relationship Type="http://schemas.openxmlformats.org/officeDocument/2006/relationships/slide" Target="/ppt/slides/slide23.xml" Id="Rb9bc54f6fc1e41e5" /><Relationship Type="http://schemas.openxmlformats.org/officeDocument/2006/relationships/slide" Target="/ppt/slides/slide24.xml" Id="R1ed5cef0bf414648" /><Relationship Type="http://schemas.openxmlformats.org/officeDocument/2006/relationships/slide" Target="/ppt/slides/slide25.xml" Id="R320571150f144df3" /><Relationship Type="http://schemas.openxmlformats.org/officeDocument/2006/relationships/slide" Target="/ppt/slides/slide26.xml" Id="R4fc8866179774001" /><Relationship Type="http://schemas.openxmlformats.org/officeDocument/2006/relationships/slide" Target="/ppt/slides/slide27.xml" Id="R24d19c8be03c41cc" /><Relationship Type="http://schemas.openxmlformats.org/officeDocument/2006/relationships/slide" Target="/ppt/slides/slide28.xml" Id="Rcc75d49785504de5" /><Relationship Type="http://schemas.openxmlformats.org/officeDocument/2006/relationships/slide" Target="/ppt/slides/slide29.xml" Id="R26a24eb702334c1c" /><Relationship Type="http://schemas.openxmlformats.org/officeDocument/2006/relationships/slide" Target="/ppt/slides/slide30.xml" Id="R85ce54f8dd5744a5" /><Relationship Type="http://schemas.openxmlformats.org/officeDocument/2006/relationships/slide" Target="/ppt/slides/slide31.xml" Id="R56e84a284486439b" /><Relationship Type="http://schemas.openxmlformats.org/officeDocument/2006/relationships/slide" Target="/ppt/slides/slide32.xml" Id="Recd3c8d641b34231" /><Relationship Type="http://schemas.openxmlformats.org/officeDocument/2006/relationships/slide" Target="/ppt/slides/slide33.xml" Id="R2c6f59aafc714878" /><Relationship Type="http://schemas.openxmlformats.org/officeDocument/2006/relationships/slide" Target="/ppt/slides/slide34.xml" Id="R7c72a536bcab409e" /><Relationship Type="http://schemas.openxmlformats.org/officeDocument/2006/relationships/slide" Target="/ppt/slides/slide35.xml" Id="Rff67174210084095" /><Relationship Type="http://schemas.openxmlformats.org/officeDocument/2006/relationships/slide" Target="/ppt/slides/slide36.xml" Id="R44ec57b33f1b4bff" /><Relationship Type="http://schemas.openxmlformats.org/officeDocument/2006/relationships/slide" Target="/ppt/slides/slide37.xml" Id="Rd9c020ffd4374f72" /><Relationship Type="http://schemas.openxmlformats.org/officeDocument/2006/relationships/slide" Target="/ppt/slides/slide38.xml" Id="R384245421bd84c09" /><Relationship Type="http://schemas.openxmlformats.org/officeDocument/2006/relationships/slide" Target="/ppt/slides/slide39.xml" Id="R9159804bec0f4650" /><Relationship Type="http://schemas.openxmlformats.org/officeDocument/2006/relationships/slide" Target="/ppt/slides/slide40.xml" Id="Ra7687e1bb8804873" /><Relationship Type="http://schemas.openxmlformats.org/officeDocument/2006/relationships/slide" Target="/ppt/slides/slide41.xml" Id="R857256810a9a4364" /><Relationship Type="http://schemas.openxmlformats.org/officeDocument/2006/relationships/slide" Target="/ppt/slides/slide42.xml" Id="R58c9ffa49f964f60" /><Relationship Type="http://schemas.openxmlformats.org/officeDocument/2006/relationships/slide" Target="/ppt/slides/slide43.xml" Id="R3499107c15ea4f26" /><Relationship Type="http://schemas.openxmlformats.org/officeDocument/2006/relationships/slide" Target="/ppt/slides/slide44.xml" Id="R5f35d1d2249348a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0820618c7d146c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NCU Afternoon">
      <a:dk1>
        <a:srgbClr val="000000"/>
      </a:dk1>
      <a:lt1>
        <a:srgbClr val="FFFFFF"/>
      </a:lt1>
      <a:dk2>
        <a:srgbClr val="07131F"/>
      </a:dk2>
      <a:lt2>
        <a:srgbClr val="0C1E30"/>
      </a:lt2>
      <a:accent1>
        <a:srgbClr val="55A7FF"/>
      </a:accent1>
      <a:accent2>
        <a:srgbClr val="FF806D"/>
      </a:accent2>
      <a:accent3>
        <a:srgbClr val="2CD2C7"/>
      </a:accent3>
      <a:accent4>
        <a:srgbClr val="A78BFA"/>
      </a:accent4>
      <a:accent5>
        <a:srgbClr val="F5C451"/>
      </a:accent5>
      <a:accent6>
        <a:srgbClr val="37D48B"/>
      </a:accent6>
      <a:hlink>
        <a:srgbClr val="55A7FF"/>
      </a:hlink>
      <a:folHlink>
        <a:srgbClr val="A78BFA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Afterno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94b6188b1ed4548" /><Relationship Type="http://schemas.openxmlformats.org/officeDocument/2006/relationships/notesMaster" Target="/ppt/notesMasters/notesMaster1.xml" Id="Re8f97c03937745c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384b92142fd4fb1" /><Relationship Type="http://schemas.openxmlformats.org/officeDocument/2006/relationships/notesMaster" Target="/ppt/notesMasters/notesMaster1.xml" Id="Rbcc6d77ed845410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0edce6386ab4880" /><Relationship Type="http://schemas.openxmlformats.org/officeDocument/2006/relationships/notesMaster" Target="/ppt/notesMasters/notesMaster1.xml" Id="R4e672a2f70374ad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05dc82ff34c494b" /><Relationship Type="http://schemas.openxmlformats.org/officeDocument/2006/relationships/notesMaster" Target="/ppt/notesMasters/notesMaster1.xml" Id="Rc576dded2901465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5e85aa1396b4bd3" /><Relationship Type="http://schemas.openxmlformats.org/officeDocument/2006/relationships/notesMaster" Target="/ppt/notesMasters/notesMaster1.xml" Id="R8ae77c77781f492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4c7e6d43e424be5" /><Relationship Type="http://schemas.openxmlformats.org/officeDocument/2006/relationships/notesMaster" Target="/ppt/notesMasters/notesMaster1.xml" Id="R83e534afced64e4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edac696f1854e75" /><Relationship Type="http://schemas.openxmlformats.org/officeDocument/2006/relationships/notesMaster" Target="/ppt/notesMasters/notesMaster1.xml" Id="R8bda32126a6a437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27aa4266f85406a" /><Relationship Type="http://schemas.openxmlformats.org/officeDocument/2006/relationships/notesMaster" Target="/ppt/notesMasters/notesMaster1.xml" Id="Rb94459ee41da416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086e56a255f4b2d" /><Relationship Type="http://schemas.openxmlformats.org/officeDocument/2006/relationships/notesMaster" Target="/ppt/notesMasters/notesMaster1.xml" Id="R4623e27ab82b447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9082c24f7d04706" /><Relationship Type="http://schemas.openxmlformats.org/officeDocument/2006/relationships/notesMaster" Target="/ppt/notesMasters/notesMaster1.xml" Id="R4f3457e945694bb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d40d3bb2a654239" /><Relationship Type="http://schemas.openxmlformats.org/officeDocument/2006/relationships/notesMaster" Target="/ppt/notesMasters/notesMaster1.xml" Id="Rf51ee7ef5e204fd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264f8e1bbeb4597" /><Relationship Type="http://schemas.openxmlformats.org/officeDocument/2006/relationships/notesMaster" Target="/ppt/notesMasters/notesMaster1.xml" Id="R1e1b8bc783d9413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217ce0d649f4352" /><Relationship Type="http://schemas.openxmlformats.org/officeDocument/2006/relationships/notesMaster" Target="/ppt/notesMasters/notesMaster1.xml" Id="Rd95bf937f9ec42a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ffb649393eb4c9f" /><Relationship Type="http://schemas.openxmlformats.org/officeDocument/2006/relationships/notesMaster" Target="/ppt/notesMasters/notesMaster1.xml" Id="Rb0d8a8eccbe6478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7c87bd122bd4bfc" /><Relationship Type="http://schemas.openxmlformats.org/officeDocument/2006/relationships/notesMaster" Target="/ppt/notesMasters/notesMaster1.xml" Id="R9b9c74e64dbd45d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7bb81b8cc4f478b" /><Relationship Type="http://schemas.openxmlformats.org/officeDocument/2006/relationships/notesMaster" Target="/ppt/notesMasters/notesMaster1.xml" Id="R7e40818cd57e4e9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05906ef17ce49b6" /><Relationship Type="http://schemas.openxmlformats.org/officeDocument/2006/relationships/notesMaster" Target="/ppt/notesMasters/notesMaster1.xml" Id="Rd4dcbd58b68a45f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a6b441750c742a3" /><Relationship Type="http://schemas.openxmlformats.org/officeDocument/2006/relationships/notesMaster" Target="/ppt/notesMasters/notesMaster1.xml" Id="R5f44d764811d443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fa603db27e34483" /><Relationship Type="http://schemas.openxmlformats.org/officeDocument/2006/relationships/notesMaster" Target="/ppt/notesMasters/notesMaster1.xml" Id="Rcaf44876423e4a8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ba3da78ed8b48df" /><Relationship Type="http://schemas.openxmlformats.org/officeDocument/2006/relationships/notesMaster" Target="/ppt/notesMasters/notesMaster1.xml" Id="Rdb5ac49ab48f42b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39085e42563453a" /><Relationship Type="http://schemas.openxmlformats.org/officeDocument/2006/relationships/notesMaster" Target="/ppt/notesMasters/notesMaster1.xml" Id="R878333ddb5ea4f02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ad5af0d8d57d4f49" /><Relationship Type="http://schemas.openxmlformats.org/officeDocument/2006/relationships/notesMaster" Target="/ppt/notesMasters/notesMaster1.xml" Id="R2b211b949e314c8e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8a37afdb2a14068" /><Relationship Type="http://schemas.openxmlformats.org/officeDocument/2006/relationships/notesMaster" Target="/ppt/notesMasters/notesMaster1.xml" Id="R1f6ea4bb0fd54391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4f9dc1adb8544c2" /><Relationship Type="http://schemas.openxmlformats.org/officeDocument/2006/relationships/notesMaster" Target="/ppt/notesMasters/notesMaster1.xml" Id="Rb8450df32af44910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81da382721924243" /><Relationship Type="http://schemas.openxmlformats.org/officeDocument/2006/relationships/notesMaster" Target="/ppt/notesMasters/notesMaster1.xml" Id="R0c6c5b98cd654ac7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646ec91d953f4238" /><Relationship Type="http://schemas.openxmlformats.org/officeDocument/2006/relationships/notesMaster" Target="/ppt/notesMasters/notesMaster1.xml" Id="R631772af3013422d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16fa8ff631ea42cb" /><Relationship Type="http://schemas.openxmlformats.org/officeDocument/2006/relationships/notesMaster" Target="/ppt/notesMasters/notesMaster1.xml" Id="R8aa2936a32d54c16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a5f4fc0a1e744f4c" /><Relationship Type="http://schemas.openxmlformats.org/officeDocument/2006/relationships/notesMaster" Target="/ppt/notesMasters/notesMaster1.xml" Id="Rf7da8c59afa4459e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9b771268ce424711" /><Relationship Type="http://schemas.openxmlformats.org/officeDocument/2006/relationships/notesMaster" Target="/ppt/notesMasters/notesMaster1.xml" Id="R063d474296f041ec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99756c076ec94a8d" /><Relationship Type="http://schemas.openxmlformats.org/officeDocument/2006/relationships/notesMaster" Target="/ppt/notesMasters/notesMaster1.xml" Id="R90554fda52ef4167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86ac46e5db884228" /><Relationship Type="http://schemas.openxmlformats.org/officeDocument/2006/relationships/notesMaster" Target="/ppt/notesMasters/notesMaster1.xml" Id="Rb77b49b2182f43df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65cfcdd094e04b9d" /><Relationship Type="http://schemas.openxmlformats.org/officeDocument/2006/relationships/notesMaster" Target="/ppt/notesMasters/notesMaster1.xml" Id="Rf1fd066722e64386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79cf8699c20248d0" /><Relationship Type="http://schemas.openxmlformats.org/officeDocument/2006/relationships/notesMaster" Target="/ppt/notesMasters/notesMaster1.xml" Id="Ref4b21403d5c47d3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0bba7a0d941b482e" /><Relationship Type="http://schemas.openxmlformats.org/officeDocument/2006/relationships/notesMaster" Target="/ppt/notesMasters/notesMaster1.xml" Id="Rbf3b8857219e4b70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5d7249d9a7b84efa" /><Relationship Type="http://schemas.openxmlformats.org/officeDocument/2006/relationships/notesMaster" Target="/ppt/notesMasters/notesMaster1.xml" Id="R816284c855654231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1190f7c7f79d4c3a" /><Relationship Type="http://schemas.openxmlformats.org/officeDocument/2006/relationships/notesMaster" Target="/ppt/notesMasters/notesMaster1.xml" Id="R11d2a860292b4330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e20f3a574d614749" /><Relationship Type="http://schemas.openxmlformats.org/officeDocument/2006/relationships/notesMaster" Target="/ppt/notesMasters/notesMaster1.xml" Id="Rd8e3d8de2da74cea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402afa655db8419e" /><Relationship Type="http://schemas.openxmlformats.org/officeDocument/2006/relationships/notesMaster" Target="/ppt/notesMasters/notesMaster1.xml" Id="Rc03930ab52f54fd9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2e67d5d74cde4bfa" /><Relationship Type="http://schemas.openxmlformats.org/officeDocument/2006/relationships/notesMaster" Target="/ppt/notesMasters/notesMaster1.xml" Id="R91536da97abf46af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e721d95ff04a42ae" /><Relationship Type="http://schemas.openxmlformats.org/officeDocument/2006/relationships/notesMaster" Target="/ppt/notesMasters/notesMaster1.xml" Id="Rc2aa40b346004ba5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958df3fc52204847" /><Relationship Type="http://schemas.openxmlformats.org/officeDocument/2006/relationships/notesMaster" Target="/ppt/notesMasters/notesMaster1.xml" Id="R309c335f364d47fc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6ce958d4693c42d2" /><Relationship Type="http://schemas.openxmlformats.org/officeDocument/2006/relationships/notesMaster" Target="/ppt/notesMasters/notesMaster1.xml" Id="R134fc87b161a4b10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5c1fb36190874839" /><Relationship Type="http://schemas.openxmlformats.org/officeDocument/2006/relationships/notesMaster" Target="/ppt/notesMasters/notesMaster1.xml" Id="R1d4b274f364041ee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4637c33255294d81" /><Relationship Type="http://schemas.openxmlformats.org/officeDocument/2006/relationships/notesMaster" Target="/ppt/notesMasters/notesMaster1.xml" Id="R98ba954da55445d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開場先說明：今天的重點不是把所有按鈕看過一遍，而是每位參與者都完成可帶回課堂的成果。邀請大家先選定一門課程或一個教學問題。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提醒：本簡報已全面採用現行名稱「Gemini Notebook」。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說明下午不是程式設計課，而是任務設計、權限判斷與成果驗證課。沒有 Google 訂閱的參與者可在 Codex 完成主要任務，Antigravity 採同組共作。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提醒每一段都沿用上午作品與同一教學問題。參與者不需要重新發想題目。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用一個例子說明：『告訴我如何改網站』是對話；『依我的規則產出設計建議』是助理；『讀取專案、修改、測試、交付』才是 Agent 任務。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要求參與者之後每次都問：Agent 的完成證據在哪裡？若只有一段漂亮說明，工作還沒有完成。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先讀取與分析通常風險較低；公開、刪除與替人做決策需要明確授權。請參與者把『需要我確認後才做』寫入任務限制。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請每組建立一個專案資料夾，放入上午成果、需求說明與素材。Agent 需要可讀的工作區，不要只靠聊天記憶。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這三個案例分別支援學生資料、PIRLS 評量與 Agent Skills 的實作討論。先判斷輸入資料、規則與驗收，再決定交給哪個 Agent。本次資料依據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https://cagoooo.github.io/Akai/tool/73/</a:t>
            </a:r>
          </a:p>
          <a:p xmlns:a="http://schemas.openxmlformats.org/drawingml/2006/main">
            <a:r>
              <a:t>- https://cagoooo.github.io/filter/</a:t>
            </a:r>
          </a:p>
          <a:p xmlns:a="http://schemas.openxmlformats.org/drawingml/2006/main">
            <a:r>
              <a:t>- https://cagoooo.github.io/Akai/tool/87/</a:t>
            </a:r>
          </a:p>
          <a:p xmlns:a="http://schemas.openxmlformats.org/drawingml/2006/main">
            <a:r>
              <a:t>- https://cagoooo.github.io/pirls-questioncraft/</a:t>
            </a:r>
          </a:p>
          <a:p xmlns:a="http://schemas.openxmlformats.org/drawingml/2006/main">
            <a:r>
              <a:t>- https://cagoooo.github.io/Akai/tool/103/</a:t>
            </a:r>
          </a:p>
          <a:p xmlns:a="http://schemas.openxmlformats.org/drawingml/2006/main">
            <a:r>
              <a:t>- https://cagoooo.github.io/PlayRight/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三個案例分別對應研究資料、無障礙檢核與規準式 AI 審查。請參與者比較：哪些步驟能交給 Agent，哪些判斷必須保留人工責任。本次資料依據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https://cagoooo.github.io/Akai/tool/105/</a:t>
            </a:r>
          </a:p>
          <a:p xmlns:a="http://schemas.openxmlformats.org/drawingml/2006/main">
            <a:r>
              <a:t>- https://cagoooo.github.io/taic-edu/</a:t>
            </a:r>
          </a:p>
          <a:p xmlns:a="http://schemas.openxmlformats.org/drawingml/2006/main">
            <a:r>
              <a:t>- https://cagoooo.github.io/Akai/tool/123/</a:t>
            </a:r>
          </a:p>
          <a:p xmlns:a="http://schemas.openxmlformats.org/drawingml/2006/main">
            <a:r>
              <a:t>- https://cagoooo.github.io/smes-web-migration/</a:t>
            </a:r>
          </a:p>
          <a:p xmlns:a="http://schemas.openxmlformats.org/drawingml/2006/main">
            <a:r>
              <a:t>- https://cagoooo.github.io/Akai/tool/88/</a:t>
            </a:r>
          </a:p>
          <a:p xmlns:a="http://schemas.openxmlformats.org/drawingml/2006/main">
            <a:r>
              <a:t>- https://cagoooo.github.io/JHScurriculum/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章節轉場。Antigravity 實作以同組共作為主，實際可用功能依現場帳號方案與管理政策為準。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Codelab 將 Antigravity 描述為可啟動、監看與協調 AI agents 活動的中央指揮中心。教學上最重要的是任務與驗收，而不是介面按鈕。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示範先請 Agent 閱讀並摘要專案，不立即修改。讓參與者建立『先觀察，再授權』的操作節奏。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請每組照四句話改成自己的任務。若任務無法在 20 分鐘內驗收，先縮小範圍。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示範任務可選：修正 RWD、加入一個形成性回饋、改善無障礙標籤。刻意要求 Agent 不要發布，讓權限邊界可見。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請參與者對示範結果追問：『你實際跑了什麼？』『哪一項沒有驗證？』培養證據導向，而不是相信完成宣告。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每組只做一項改善。若工具不可用，觀察員可用任務簡報與驗收規準進行紙上模擬，之後在 Codex 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轉場：用同一個任務進入 Codex，比較工作方式與成果證據，而不是比較誰的回答比較像人。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示範如何把一個模糊要求改成可驗證任務。強調 Codex 可以處理檔案與專案工作，但使用者仍需界定範圍與權限。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這段可直接複製給 Codex，再把目標換成各組需求。若 Agent 建議超出範圍，先縮小任務，不要一路追加。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六欄不是要寫長文，而是讓 Agent 有足夠上下文完成閉環。請每組把剛才四句任務補成六欄。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若不希望修改原檔，先複製到練習資料夾或明確要求只讀分析。操作完用一句話回答：哪個工具的工作回報最容易查證？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不要下誰全面勝出的結論。選擇標準是帳號、資料位置、任務類型、權限與團隊工作方式。最好用同一驗收規準比較。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轉場：提示詞解決這一次；Skill 保存一套可重複、可維護、可驗證的做法。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Codelab 強調 Skill 是輕量、開放的 Agent 能力擴充格式，並以按需載入減少上下文飽和與工具膨脹。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這是使用者提供的真實提示詞庫：目前畫面顯示 51 筆、9 大分類。現場每組先挑一筆最常用的，不從空白開始。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https://cagoooo.github.io/ncu-ai-agent-workshop-20260826/04_%E5%AF%A6%E4%BD%9C%E5%B7%A5%E5%85%B7/%E6%8F%90%E7%A4%BA%E8%A9%9E%E5%BF%AB%E6%8D%B7%E9%9D%A2%E6%9D%BF_%E7%A0%94%E7%BF%92%E7%94%A8.html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四問有三個『是』就值得做 Skill；只有一個『是』，先留在提示詞面板。避免把每句常用語都包成 Skill。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每組從六例或完整提示詞庫選一個。升級時一定要補上：輸入材料、步驟、禁止事項、驗收條件與需要人工確認的動作。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不是每個 Skill 都要四個資料夾。先從 SKILL.md 開始，只有當內容能降低重複、提高穩定性時才增加 references、scripts 或 assets。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本工作坊採跨平台相容規格：YAML frontmatter 只放 name 與 description。正文用命令式步驟，並把人工授權邊界寫明。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比喻成課程平台：首頁只放導航，進入單元才讀教學內容，需要時才下載附件。Skill 不應把整個知識庫一次塞進主文。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建議兩人分工：一人當 Skill 作者，一人當陌生使用者。測試者不看原提示詞，只用自然語句提出需求，觀察 Agent 是否正確啟用流程。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把測試結果記成兩欄，不要求輸出一模一樣；要求核心規則、授權邊界與驗收一致。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這一段使用工作坊自製的 PIRLS 風格合成資料，不是真實學生資料，也不是正式 PIRLS 題目。重點是 AI 輔助研究流程、編碼可靠性與資料治理。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https://www.iea.nl/sites/default/files/2025-10/GA66_PIRLS%202026.pdf</a:t>
            </a:r>
          </a:p>
          <a:p xmlns:a="http://schemas.openxmlformats.org/drawingml/2006/main">
            <a:r>
              <a:t>- https://www.iea.nl/sites/default/files/2024-04/Operational-Automatic-Scoring-of-Text-Responses-ePIRLS.pdf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選擇題與簡答題需要不同分析方法。不要讓 AI 先自由閱讀所有回覆再自行發明分類；先建立資料字典、答案鍵與逐題 scoring guide。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https://www.iea.nl/publications/teachers-resources/putting-pirls-use-classrooms-across-globe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要求每一步保留輸入、輸出與狀態。簡答初編的輸出至少包含 student_id、ai_code、evidence_excerpt、rationale、confidence、needs_human_review。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這張不是主張直接把正式評分交給 AI，而是說明國際評量也採『人工主流程＋AI 平行研究』的審慎路徑。工作坊內只做研究性初編與群體分析。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https://www.iea.nl/sites/default/files/2025-10/GA66_PIRLS%202026.pdf</a:t>
            </a:r>
          </a:p>
          <a:p xmlns:a="http://schemas.openxmlformats.org/drawingml/2006/main">
            <a:r>
              <a:t>- https://www.iea.nl/sites/default/files/2024-04/Operational-Automatic-Scoring-of-Text-Responses-ePIRLS.pdf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正式研究可再加入雙評分者、抽樣比例與一致性統計。PIRLS／TIMSS 技術流程重視明確 scoring guides、評分訓練與獨立雙評以記錄 reliability。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https://timssandpirls.bc.edu/timss2019/methods/pdf/TIMSS-2019-MP-Technical-Report.pdf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練習檔位於成果資料夾：PIRLS風格_學生資料_AI分析練習.csv、PIRLS風格_簡答題編碼規準.txt；最後才提供講師用人工參考編碼。禁止一開始把參考答案交給 AI。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請每位教授圈一個 30 天內最想驗證的領域。選擇標準是高頻、耗時、可檢查，不是最炫。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請各組在自己的 Skill 加上一條最重要的安全規則。學生資料 Skill 必須明確要求去識別化、資料最小化、人工複核與用途限制。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可選任務：課程網站上線前總檢、閱讀資料互動導讀、字幕品質檢查、GitHub Pages 部署計畫、PIRLS 風格學生資料分析。今天不要求公開發布。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 90 秒展示，回饋者用四項各給一個勾或問號。若是學生資料案例，再加問：資料是否去識別？AI 編碼是否有人工複核？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請每位教授寫下：哪一門課、哪一個任務、成功的量化或質化證據、哪一天回顧。學生資料任務要先用合成或去識別資料驗證。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請參與者先把資源頁加入書籤，再用手機拍下最後一句。若現場時間不足，部署與 Skill 擴寫可依此清單回家續作。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../START_HERE_研習資源導航.html</a:t>
            </a:r>
          </a:p>
          <a:p xmlns:a="http://schemas.openxmlformats.org/drawingml/2006/main">
            <a:r>
              <a:t>- https://antigravity.google/</a:t>
            </a:r>
          </a:p>
          <a:p xmlns:a="http://schemas.openxmlformats.org/drawingml/2006/main">
            <a:r>
              <a:t>- https://chatgpt.com/codex/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../04_實作工具/提示詞快捷面板_研習用.html</a:t>
            </a:r>
          </a:p>
          <a:p xmlns:a="http://schemas.openxmlformats.org/drawingml/2006/main">
            <a:r>
              <a:t>- https://cagoooo.github.io/Akai/</a:t>
            </a:r>
          </a:p>
          <a:p xmlns:a="http://schemas.openxmlformats.org/drawingml/2006/main">
            <a:r>
              <a:t>- https://www.iea.nl/sites/default/files/2025-10/GA66_PIRLS%202026.pdf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9039642d5e4c0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fa1e61cdaa24b20" /><Relationship Type="http://schemas.openxmlformats.org/officeDocument/2006/relationships/slideLayout" Target="/ppt/slideLayouts/slideLayout1.xml" Id="R156f70b4b2eb4f1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56f70b4b2eb4f1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NCU Afternoon">
      <a:dk1>
        <a:srgbClr val="000000"/>
      </a:dk1>
      <a:lt1>
        <a:srgbClr val="FFFFFF"/>
      </a:lt1>
      <a:dk2>
        <a:srgbClr val="07131F"/>
      </a:dk2>
      <a:lt2>
        <a:srgbClr val="0C1E30"/>
      </a:lt2>
      <a:accent1>
        <a:srgbClr val="55A7FF"/>
      </a:accent1>
      <a:accent2>
        <a:srgbClr val="FF806D"/>
      </a:accent2>
      <a:accent3>
        <a:srgbClr val="2CD2C7"/>
      </a:accent3>
      <a:accent4>
        <a:srgbClr val="A78BFA"/>
      </a:accent4>
      <a:accent5>
        <a:srgbClr val="F5C451"/>
      </a:accent5>
      <a:accent6>
        <a:srgbClr val="37D48B"/>
      </a:accent6>
      <a:hlink>
        <a:srgbClr val="55A7FF"/>
      </a:hlink>
      <a:folHlink>
        <a:srgbClr val="A78BFA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Afterno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5baee638fc4c8c" /><Relationship Type="http://schemas.openxmlformats.org/officeDocument/2006/relationships/image" Target="/ppt/media/image.png" Id="Rbaf3cd47c2e04eae" /><Relationship Type="http://schemas.openxmlformats.org/officeDocument/2006/relationships/notesSlide" Target="/ppt/notesSlides/notesSlide1.xml" Id="R1253c027b4d145a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6b2f447d1d4189" /><Relationship Type="http://schemas.openxmlformats.org/officeDocument/2006/relationships/notesSlide" Target="/ppt/notesSlides/notesSlide2.xml" Id="Rf0f56666f29446a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375daccbb94848" /><Relationship Type="http://schemas.openxmlformats.org/officeDocument/2006/relationships/notesSlide" Target="/ppt/notesSlides/notesSlide3.xml" Id="R2973f92bffc242c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1e2c7eacca4f93" /><Relationship Type="http://schemas.openxmlformats.org/officeDocument/2006/relationships/notesSlide" Target="/ppt/notesSlides/notesSlide4.xml" Id="R7f488539531c466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41b74825a64376" /><Relationship Type="http://schemas.openxmlformats.org/officeDocument/2006/relationships/notesSlide" Target="/ppt/notesSlides/notesSlide5.xml" Id="R76da8c77e3e340d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1bc8a61cfe47b0" /><Relationship Type="http://schemas.openxmlformats.org/officeDocument/2006/relationships/notesSlide" Target="/ppt/notesSlides/notesSlide6.xml" Id="Rb84a564979954cc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3ce701b5934567" /><Relationship Type="http://schemas.openxmlformats.org/officeDocument/2006/relationships/notesSlide" Target="/ppt/notesSlides/notesSlide7.xml" Id="R61b73ca49c304d0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0c6f6100f24f99" /><Relationship Type="http://schemas.openxmlformats.org/officeDocument/2006/relationships/hyperlink" Target="https://cagoooo.github.io/Akai/tool/73/" TargetMode="External" Id="Rd99f7df5f7fb4dfc" /><Relationship Type="http://schemas.openxmlformats.org/officeDocument/2006/relationships/image" Target="/ppt/media/image2.png" Id="Re6a8c359842d4600" /><Relationship Type="http://schemas.openxmlformats.org/officeDocument/2006/relationships/hyperlink" Target="https://cagoooo.github.io/filter/" TargetMode="External" Id="R28d6a8b344c44c09" /><Relationship Type="http://schemas.openxmlformats.org/officeDocument/2006/relationships/image" Target="/ppt/media/image3.png" Id="R8d6c41e10ca04052" /><Relationship Type="http://schemas.openxmlformats.org/officeDocument/2006/relationships/hyperlink" Target="https://cagoooo.github.io/Akai/tool/87/" TargetMode="External" Id="R0881ec601a824920" /><Relationship Type="http://schemas.openxmlformats.org/officeDocument/2006/relationships/image" Target="/ppt/media/image4.png" Id="R425e7eeb5d64481a" /><Relationship Type="http://schemas.openxmlformats.org/officeDocument/2006/relationships/hyperlink" Target="https://cagoooo.github.io/pirls-questioncraft/" TargetMode="External" Id="R216e11dc20094218" /><Relationship Type="http://schemas.openxmlformats.org/officeDocument/2006/relationships/image" Target="/ppt/media/image5.png" Id="R486d48c2e9eb4f61" /><Relationship Type="http://schemas.openxmlformats.org/officeDocument/2006/relationships/hyperlink" Target="https://cagoooo.github.io/Akai/tool/103/" TargetMode="External" Id="Rffa9cf7104a14fc4" /><Relationship Type="http://schemas.openxmlformats.org/officeDocument/2006/relationships/image" Target="/ppt/media/image6.png" Id="Raa0b50fdbde84295" /><Relationship Type="http://schemas.openxmlformats.org/officeDocument/2006/relationships/hyperlink" Target="https://cagoooo.github.io/PlayRight/" TargetMode="External" Id="Rb5ce27aa5f8141b5" /><Relationship Type="http://schemas.openxmlformats.org/officeDocument/2006/relationships/image" Target="/ppt/media/image7.png" Id="R8080921f81b14534" /><Relationship Type="http://schemas.openxmlformats.org/officeDocument/2006/relationships/notesSlide" Target="/ppt/notesSlides/notesSlide8.xml" Id="R226e6f4660da428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64e48f61624016" /><Relationship Type="http://schemas.openxmlformats.org/officeDocument/2006/relationships/hyperlink" Target="https://cagoooo.github.io/Akai/tool/105/" TargetMode="External" Id="R3fa53460909946de" /><Relationship Type="http://schemas.openxmlformats.org/officeDocument/2006/relationships/image" Target="/ppt/media/image8.png" Id="Rabfe98ee4a774c40" /><Relationship Type="http://schemas.openxmlformats.org/officeDocument/2006/relationships/hyperlink" Target="https://cagoooo.github.io/taic-edu/" TargetMode="External" Id="Radcf9d3dc6754a21" /><Relationship Type="http://schemas.openxmlformats.org/officeDocument/2006/relationships/image" Target="/ppt/media/image9.png" Id="R29db95f8bd354374" /><Relationship Type="http://schemas.openxmlformats.org/officeDocument/2006/relationships/hyperlink" Target="https://cagoooo.github.io/Akai/tool/123/" TargetMode="External" Id="R6a1277ef710a4c1b" /><Relationship Type="http://schemas.openxmlformats.org/officeDocument/2006/relationships/image" Target="/ppt/media/image10.png" Id="R62cf581d6e1e4150" /><Relationship Type="http://schemas.openxmlformats.org/officeDocument/2006/relationships/hyperlink" Target="https://cagoooo.github.io/smes-web-migration/" TargetMode="External" Id="R655ed70f475441f1" /><Relationship Type="http://schemas.openxmlformats.org/officeDocument/2006/relationships/image" Target="/ppt/media/image11.png" Id="R65e0909c6f7e496f" /><Relationship Type="http://schemas.openxmlformats.org/officeDocument/2006/relationships/hyperlink" Target="https://cagoooo.github.io/Akai/tool/88/" TargetMode="External" Id="R4a00d6a2a3834cad" /><Relationship Type="http://schemas.openxmlformats.org/officeDocument/2006/relationships/image" Target="/ppt/media/image12.png" Id="R4a3406dbadea404c" /><Relationship Type="http://schemas.openxmlformats.org/officeDocument/2006/relationships/hyperlink" Target="https://cagoooo.github.io/JHScurriculum/" TargetMode="External" Id="Rea7b2648d5504973" /><Relationship Type="http://schemas.openxmlformats.org/officeDocument/2006/relationships/image" Target="/ppt/media/image13.png" Id="R9429ba0885454899" /><Relationship Type="http://schemas.openxmlformats.org/officeDocument/2006/relationships/notesSlide" Target="/ppt/notesSlides/notesSlide9.xml" Id="R88e3ee85bd684cb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c2595b3d984dbd" /><Relationship Type="http://schemas.openxmlformats.org/officeDocument/2006/relationships/hyperlink" Target="https://antigravity.google/" TargetMode="External" Id="Rc194d7a1bdef4ded" /><Relationship Type="http://schemas.openxmlformats.org/officeDocument/2006/relationships/image" Target="/ppt/media/image14.png" Id="R38d2014c590f463a" /><Relationship Type="http://schemas.openxmlformats.org/officeDocument/2006/relationships/notesSlide" Target="/ppt/notesSlides/notesSlide10.xml" Id="R25f56db2bee4492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5a57072c53415d" /><Relationship Type="http://schemas.openxmlformats.org/officeDocument/2006/relationships/hyperlink" Target="https://antigravity.google/" TargetMode="External" Id="R15f6927a4e3d4529" /><Relationship Type="http://schemas.openxmlformats.org/officeDocument/2006/relationships/image" Target="/ppt/media/image15.png" Id="Rd048a7d34fc340d3" /><Relationship Type="http://schemas.openxmlformats.org/officeDocument/2006/relationships/notesSlide" Target="/ppt/notesSlides/notesSlide11.xml" Id="R9391761486c94aa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0a8b935061484e" /><Relationship Type="http://schemas.openxmlformats.org/officeDocument/2006/relationships/hyperlink" Target="https://antigravity.google/" TargetMode="External" Id="R793c3742836946f2" /><Relationship Type="http://schemas.openxmlformats.org/officeDocument/2006/relationships/image" Target="/ppt/media/image16.png" Id="R483cc0ea5da84171" /><Relationship Type="http://schemas.openxmlformats.org/officeDocument/2006/relationships/notesSlide" Target="/ppt/notesSlides/notesSlide12.xml" Id="R13bc50d651944ad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407c949743452b" /><Relationship Type="http://schemas.openxmlformats.org/officeDocument/2006/relationships/hyperlink" Target="https://antigravity.google/" TargetMode="External" Id="R09c7347c18204172" /><Relationship Type="http://schemas.openxmlformats.org/officeDocument/2006/relationships/image" Target="/ppt/media/image17.png" Id="Rbeb51db080d5421b" /><Relationship Type="http://schemas.openxmlformats.org/officeDocument/2006/relationships/notesSlide" Target="/ppt/notesSlides/notesSlide13.xml" Id="R812b5def8464457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476c357c76407d" /><Relationship Type="http://schemas.openxmlformats.org/officeDocument/2006/relationships/hyperlink" Target="https://antigravity.google/" TargetMode="External" Id="Ra5acf38a866b449e" /><Relationship Type="http://schemas.openxmlformats.org/officeDocument/2006/relationships/image" Target="/ppt/media/image18.png" Id="R7de74e03ae4c41ba" /><Relationship Type="http://schemas.openxmlformats.org/officeDocument/2006/relationships/notesSlide" Target="/ppt/notesSlides/notesSlide14.xml" Id="R4823516fbdf84ef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eb52fac3184de3" /><Relationship Type="http://schemas.openxmlformats.org/officeDocument/2006/relationships/hyperlink" Target="https://antigravity.google/" TargetMode="External" Id="Raac7e0a8a9624288" /><Relationship Type="http://schemas.openxmlformats.org/officeDocument/2006/relationships/image" Target="/ppt/media/image19.png" Id="R8c02799414674c7a" /><Relationship Type="http://schemas.openxmlformats.org/officeDocument/2006/relationships/notesSlide" Target="/ppt/notesSlides/notesSlide15.xml" Id="R3d9ac29e7231473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207aed068642f4" /><Relationship Type="http://schemas.openxmlformats.org/officeDocument/2006/relationships/hyperlink" Target="https://antigravity.google/" TargetMode="External" Id="Ra5654855202846bb" /><Relationship Type="http://schemas.openxmlformats.org/officeDocument/2006/relationships/image" Target="/ppt/media/image20.png" Id="R5a4b48267a8f493e" /><Relationship Type="http://schemas.openxmlformats.org/officeDocument/2006/relationships/notesSlide" Target="/ppt/notesSlides/notesSlide16.xml" Id="Rf2e32ecc635c4b1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1eb01a18de4213" /><Relationship Type="http://schemas.openxmlformats.org/officeDocument/2006/relationships/hyperlink" Target="https://chatgpt.com/codex/" TargetMode="External" Id="R18fc2176035b4c2f" /><Relationship Type="http://schemas.openxmlformats.org/officeDocument/2006/relationships/image" Target="/ppt/media/image21.png" Id="R7b8d0084d0464ecf" /><Relationship Type="http://schemas.openxmlformats.org/officeDocument/2006/relationships/notesSlide" Target="/ppt/notesSlides/notesSlide17.xml" Id="R83d01fb782104ba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c1b6609e704f6c" /><Relationship Type="http://schemas.openxmlformats.org/officeDocument/2006/relationships/hyperlink" Target="https://chatgpt.com/codex/" TargetMode="External" Id="Re969b32c1e3c43d2" /><Relationship Type="http://schemas.openxmlformats.org/officeDocument/2006/relationships/image" Target="/ppt/media/image22.png" Id="R5aff6ae333a148bf" /><Relationship Type="http://schemas.openxmlformats.org/officeDocument/2006/relationships/notesSlide" Target="/ppt/notesSlides/notesSlide18.xml" Id="R9e85e165cc714c1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d7a2c37d794a0a" /><Relationship Type="http://schemas.openxmlformats.org/officeDocument/2006/relationships/hyperlink" Target="https://chatgpt.com/codex/" TargetMode="External" Id="Rfc783331bd884b81" /><Relationship Type="http://schemas.openxmlformats.org/officeDocument/2006/relationships/image" Target="/ppt/media/image23.png" Id="R21700c31e9dc4fbb" /><Relationship Type="http://schemas.openxmlformats.org/officeDocument/2006/relationships/notesSlide" Target="/ppt/notesSlides/notesSlide19.xml" Id="R5456f566b06d435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3238e56c144c0f" /><Relationship Type="http://schemas.openxmlformats.org/officeDocument/2006/relationships/hyperlink" Target="https://chatgpt.com/codex/" TargetMode="External" Id="R2c0b6c8a6d8e4021" /><Relationship Type="http://schemas.openxmlformats.org/officeDocument/2006/relationships/image" Target="/ppt/media/image24.png" Id="Rdb293f63fe6449c7" /><Relationship Type="http://schemas.openxmlformats.org/officeDocument/2006/relationships/notesSlide" Target="/ppt/notesSlides/notesSlide20.xml" Id="R514d861cb4d64812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0d6611e2854cb9" /><Relationship Type="http://schemas.openxmlformats.org/officeDocument/2006/relationships/hyperlink" Target="https://chatgpt.com/codex/" TargetMode="External" Id="R56253c8d06764284" /><Relationship Type="http://schemas.openxmlformats.org/officeDocument/2006/relationships/image" Target="/ppt/media/image25.png" Id="Racab498dd44646b2" /><Relationship Type="http://schemas.openxmlformats.org/officeDocument/2006/relationships/notesSlide" Target="/ppt/notesSlides/notesSlide21.xml" Id="R42b57ebfc4b9414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ac65f6e1f04559" /><Relationship Type="http://schemas.openxmlformats.org/officeDocument/2006/relationships/hyperlink" Target="https://antigravity.google/" TargetMode="External" Id="R2d443673000f4b59" /><Relationship Type="http://schemas.openxmlformats.org/officeDocument/2006/relationships/hyperlink" Target="https://chatgpt.com/codex/" TargetMode="External" Id="R26d55121205c4f46" /><Relationship Type="http://schemas.openxmlformats.org/officeDocument/2006/relationships/image" Target="/ppt/media/image26.png" Id="R4a8ae3b23e0243e0" /><Relationship Type="http://schemas.openxmlformats.org/officeDocument/2006/relationships/image" Target="/ppt/media/image27.png" Id="R39c99adaa66c4dfe" /><Relationship Type="http://schemas.openxmlformats.org/officeDocument/2006/relationships/notesSlide" Target="/ppt/notesSlides/notesSlide22.xml" Id="R2bb24aa13acf4f3c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c7462370b748b8" /><Relationship Type="http://schemas.openxmlformats.org/officeDocument/2006/relationships/hyperlink" Target="https://codelabs.developers.google.com/getting-started-with-antigravity-skills" TargetMode="External" Id="R56231ebb53f7421c" /><Relationship Type="http://schemas.openxmlformats.org/officeDocument/2006/relationships/hyperlink" Target="https://learn.chatgpt.com/docs/build-skills" TargetMode="External" Id="R42e886300e374091" /><Relationship Type="http://schemas.openxmlformats.org/officeDocument/2006/relationships/image" Target="/ppt/media/image28.png" Id="R97e997b278d74417" /><Relationship Type="http://schemas.openxmlformats.org/officeDocument/2006/relationships/image" Target="/ppt/media/image29.png" Id="R9c8660f5ab1c4436" /><Relationship Type="http://schemas.openxmlformats.org/officeDocument/2006/relationships/notesSlide" Target="/ppt/notesSlides/notesSlide23.xml" Id="R9a12854438cb4dda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e04df202b44c3a" /><Relationship Type="http://schemas.openxmlformats.org/officeDocument/2006/relationships/hyperlink" Target="https://codelabs.developers.google.com/getting-started-with-antigravity-skills" TargetMode="External" Id="R71bfcc5abc664dc2" /><Relationship Type="http://schemas.openxmlformats.org/officeDocument/2006/relationships/hyperlink" Target="https://learn.chatgpt.com/docs/build-skills" TargetMode="External" Id="R1093141d9c394dfc" /><Relationship Type="http://schemas.openxmlformats.org/officeDocument/2006/relationships/image" Target="/ppt/media/image30.png" Id="R6bf67d56f3b44806" /><Relationship Type="http://schemas.openxmlformats.org/officeDocument/2006/relationships/image" Target="/ppt/media/image31.png" Id="R34169be18dcd49e2" /><Relationship Type="http://schemas.openxmlformats.org/officeDocument/2006/relationships/notesSlide" Target="/ppt/notesSlides/notesSlide24.xml" Id="R51212e4b0d4f4a58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f3f13f20cb4c39" /><Relationship Type="http://schemas.openxmlformats.org/officeDocument/2006/relationships/image" Target="/ppt/media/image32.png" Id="R7897cfb8cb254e08" /><Relationship Type="http://schemas.openxmlformats.org/officeDocument/2006/relationships/hyperlink" Target="../04_&#23526;&#20316;&#24037;&#20855;/&#25552;&#31034;&#35422;&#24555;&#25463;&#38754;&#26495;_&#30740;&#32722;&#29992;.html" TargetMode="External" Id="Re2234762a4d6409b" /><Relationship Type="http://schemas.openxmlformats.org/officeDocument/2006/relationships/image" Target="/ppt/media/image33.png" Id="R9db3d5a975aa414f" /><Relationship Type="http://schemas.openxmlformats.org/officeDocument/2006/relationships/notesSlide" Target="/ppt/notesSlides/notesSlide25.xml" Id="R4b9a63f10c174ab4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2f76ca5b974375" /><Relationship Type="http://schemas.openxmlformats.org/officeDocument/2006/relationships/hyperlink" Target="https://codelabs.developers.google.com/getting-started-with-antigravity-skills" TargetMode="External" Id="R1adc26255df341ea" /><Relationship Type="http://schemas.openxmlformats.org/officeDocument/2006/relationships/hyperlink" Target="https://learn.chatgpt.com/docs/build-skills" TargetMode="External" Id="Rd7843ba90dcf47c0" /><Relationship Type="http://schemas.openxmlformats.org/officeDocument/2006/relationships/image" Target="/ppt/media/image34.png" Id="R9dbf885567e04314" /><Relationship Type="http://schemas.openxmlformats.org/officeDocument/2006/relationships/image" Target="/ppt/media/image35.png" Id="R16c7b1438d394b97" /><Relationship Type="http://schemas.openxmlformats.org/officeDocument/2006/relationships/notesSlide" Target="/ppt/notesSlides/notesSlide26.xml" Id="Rc8571b2f8f264741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f1cc49a2644b14" /><Relationship Type="http://schemas.openxmlformats.org/officeDocument/2006/relationships/hyperlink" Target="https://codelabs.developers.google.com/getting-started-with-antigravity-skills" TargetMode="External" Id="R5244d45f1c94486c" /><Relationship Type="http://schemas.openxmlformats.org/officeDocument/2006/relationships/hyperlink" Target="https://learn.chatgpt.com/docs/build-skills" TargetMode="External" Id="R5bf8fe57043543ba" /><Relationship Type="http://schemas.openxmlformats.org/officeDocument/2006/relationships/image" Target="/ppt/media/image36.png" Id="R273b5fca43454b2b" /><Relationship Type="http://schemas.openxmlformats.org/officeDocument/2006/relationships/image" Target="/ppt/media/image37.png" Id="R1fa4e193301e494f" /><Relationship Type="http://schemas.openxmlformats.org/officeDocument/2006/relationships/notesSlide" Target="/ppt/notesSlides/notesSlide27.xml" Id="R4bcf9fe45413456d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6324599ee24011" /><Relationship Type="http://schemas.openxmlformats.org/officeDocument/2006/relationships/hyperlink" Target="https://codelabs.developers.google.com/getting-started-with-antigravity-skills" TargetMode="External" Id="R265286876dff4d26" /><Relationship Type="http://schemas.openxmlformats.org/officeDocument/2006/relationships/hyperlink" Target="https://learn.chatgpt.com/docs/build-skills" TargetMode="External" Id="Rc6a50e93e6f14bfd" /><Relationship Type="http://schemas.openxmlformats.org/officeDocument/2006/relationships/image" Target="/ppt/media/image38.png" Id="Rb2d04e751ec8470c" /><Relationship Type="http://schemas.openxmlformats.org/officeDocument/2006/relationships/image" Target="/ppt/media/image39.png" Id="R37f301a165d24dd4" /><Relationship Type="http://schemas.openxmlformats.org/officeDocument/2006/relationships/notesSlide" Target="/ppt/notesSlides/notesSlide28.xml" Id="R848899bee54b4ad4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dd55c556c74e9a" /><Relationship Type="http://schemas.openxmlformats.org/officeDocument/2006/relationships/hyperlink" Target="https://codelabs.developers.google.com/getting-started-with-antigravity-skills" TargetMode="External" Id="Rf314b150c2fd4017" /><Relationship Type="http://schemas.openxmlformats.org/officeDocument/2006/relationships/hyperlink" Target="https://learn.chatgpt.com/docs/build-skills" TargetMode="External" Id="R41827314d1454d83" /><Relationship Type="http://schemas.openxmlformats.org/officeDocument/2006/relationships/image" Target="/ppt/media/image40.png" Id="Rcb210f291eb04164" /><Relationship Type="http://schemas.openxmlformats.org/officeDocument/2006/relationships/image" Target="/ppt/media/image41.png" Id="R08812d6b1097470a" /><Relationship Type="http://schemas.openxmlformats.org/officeDocument/2006/relationships/notesSlide" Target="/ppt/notesSlides/notesSlide29.xml" Id="R696f6b4a00d44c9d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c5a419a39b4fb4" /><Relationship Type="http://schemas.openxmlformats.org/officeDocument/2006/relationships/hyperlink" Target="https://codelabs.developers.google.com/getting-started-with-antigravity-skills" TargetMode="External" Id="R3e84886be1ef4fd1" /><Relationship Type="http://schemas.openxmlformats.org/officeDocument/2006/relationships/hyperlink" Target="https://learn.chatgpt.com/docs/build-skills" TargetMode="External" Id="Rf6e69cc13373473a" /><Relationship Type="http://schemas.openxmlformats.org/officeDocument/2006/relationships/image" Target="/ppt/media/image42.png" Id="R7cc33eb278ad4ec7" /><Relationship Type="http://schemas.openxmlformats.org/officeDocument/2006/relationships/image" Target="/ppt/media/image43.png" Id="R6ab626cac7f74454" /><Relationship Type="http://schemas.openxmlformats.org/officeDocument/2006/relationships/notesSlide" Target="/ppt/notesSlides/notesSlide30.xml" Id="R5b1e97e017d84201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7521ee06c141cd" /><Relationship Type="http://schemas.openxmlformats.org/officeDocument/2006/relationships/hyperlink" Target="https://codelabs.developers.google.com/getting-started-with-antigravity-skills" TargetMode="External" Id="Rb945be79fa914beb" /><Relationship Type="http://schemas.openxmlformats.org/officeDocument/2006/relationships/hyperlink" Target="https://learn.chatgpt.com/docs/build-skills" TargetMode="External" Id="R7be0a57ee17c4d63" /><Relationship Type="http://schemas.openxmlformats.org/officeDocument/2006/relationships/image" Target="/ppt/media/image44.png" Id="Rb62ac6b7d71b4d53" /><Relationship Type="http://schemas.openxmlformats.org/officeDocument/2006/relationships/image" Target="/ppt/media/image45.png" Id="Rc61104da88cc41b4" /><Relationship Type="http://schemas.openxmlformats.org/officeDocument/2006/relationships/notesSlide" Target="/ppt/notesSlides/notesSlide31.xml" Id="R68320ee3f9b541a8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c7bcc885f741b3" /><Relationship Type="http://schemas.openxmlformats.org/officeDocument/2006/relationships/hyperlink" Target="https://codelabs.developers.google.com/getting-started-with-antigravity-skills" TargetMode="External" Id="Raa2f90e25e584514" /><Relationship Type="http://schemas.openxmlformats.org/officeDocument/2006/relationships/hyperlink" Target="https://learn.chatgpt.com/docs/build-skills" TargetMode="External" Id="R5395d2a918214a3e" /><Relationship Type="http://schemas.openxmlformats.org/officeDocument/2006/relationships/image" Target="/ppt/media/image46.png" Id="R47366a95f30f40e2" /><Relationship Type="http://schemas.openxmlformats.org/officeDocument/2006/relationships/image" Target="/ppt/media/image47.png" Id="R7e04eb4b35964138" /><Relationship Type="http://schemas.openxmlformats.org/officeDocument/2006/relationships/notesSlide" Target="/ppt/notesSlides/notesSlide32.xml" Id="Rf20468d15ea54c0e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a26d3b8fa946cc" /><Relationship Type="http://schemas.openxmlformats.org/officeDocument/2006/relationships/hyperlink" Target="https://antigravity.google/" TargetMode="External" Id="Rb1af737771eb4d4d" /><Relationship Type="http://schemas.openxmlformats.org/officeDocument/2006/relationships/hyperlink" Target="https://chatgpt.com/codex/" TargetMode="External" Id="R265f4f6f3a804918" /><Relationship Type="http://schemas.openxmlformats.org/officeDocument/2006/relationships/image" Target="/ppt/media/image48.png" Id="Rd31139dd4d5645a4" /><Relationship Type="http://schemas.openxmlformats.org/officeDocument/2006/relationships/image" Target="/ppt/media/image49.png" Id="R7f85bdf3b38f4134" /><Relationship Type="http://schemas.openxmlformats.org/officeDocument/2006/relationships/notesSlide" Target="/ppt/notesSlides/notesSlide33.xml" Id="R28c39d3796214056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0fc6f656734dcf" /><Relationship Type="http://schemas.openxmlformats.org/officeDocument/2006/relationships/hyperlink" Target="https://antigravity.google/" TargetMode="External" Id="Rbdc9efab550e4f11" /><Relationship Type="http://schemas.openxmlformats.org/officeDocument/2006/relationships/hyperlink" Target="https://chatgpt.com/codex/" TargetMode="External" Id="Rfc84063b4567479c" /><Relationship Type="http://schemas.openxmlformats.org/officeDocument/2006/relationships/image" Target="/ppt/media/image50.png" Id="Re549fb93cc764d87" /><Relationship Type="http://schemas.openxmlformats.org/officeDocument/2006/relationships/image" Target="/ppt/media/image51.png" Id="R84996015c56a4e61" /><Relationship Type="http://schemas.openxmlformats.org/officeDocument/2006/relationships/notesSlide" Target="/ppt/notesSlides/notesSlide34.xml" Id="R4394f8ca77e746df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4631de5a0a4e79" /><Relationship Type="http://schemas.openxmlformats.org/officeDocument/2006/relationships/hyperlink" Target="https://antigravity.google/" TargetMode="External" Id="Rae925145e49e483d" /><Relationship Type="http://schemas.openxmlformats.org/officeDocument/2006/relationships/hyperlink" Target="https://chatgpt.com/codex/" TargetMode="External" Id="R6e13559441034bd6" /><Relationship Type="http://schemas.openxmlformats.org/officeDocument/2006/relationships/image" Target="/ppt/media/image52.png" Id="R83ea78364ca442db" /><Relationship Type="http://schemas.openxmlformats.org/officeDocument/2006/relationships/image" Target="/ppt/media/image53.png" Id="R15d5061f045c4112" /><Relationship Type="http://schemas.openxmlformats.org/officeDocument/2006/relationships/notesSlide" Target="/ppt/notesSlides/notesSlide35.xml" Id="R3955f84cfd61471c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d4a0ff2c0641d7" /><Relationship Type="http://schemas.openxmlformats.org/officeDocument/2006/relationships/hyperlink" Target="https://antigravity.google/" TargetMode="External" Id="Ra95f97dab33f4e63" /><Relationship Type="http://schemas.openxmlformats.org/officeDocument/2006/relationships/hyperlink" Target="https://chatgpt.com/codex/" TargetMode="External" Id="R3f0082724570421b" /><Relationship Type="http://schemas.openxmlformats.org/officeDocument/2006/relationships/image" Target="/ppt/media/image54.png" Id="R6805176a3a684d37" /><Relationship Type="http://schemas.openxmlformats.org/officeDocument/2006/relationships/image" Target="/ppt/media/image55.png" Id="R487051a54e19405b" /><Relationship Type="http://schemas.openxmlformats.org/officeDocument/2006/relationships/notesSlide" Target="/ppt/notesSlides/notesSlide36.xml" Id="R7d13d72c3da14251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108adbefdf43c4" /><Relationship Type="http://schemas.openxmlformats.org/officeDocument/2006/relationships/hyperlink" Target="https://antigravity.google/" TargetMode="External" Id="R6dc2aca34a784122" /><Relationship Type="http://schemas.openxmlformats.org/officeDocument/2006/relationships/hyperlink" Target="https://chatgpt.com/codex/" TargetMode="External" Id="R5bf44d17439040ff" /><Relationship Type="http://schemas.openxmlformats.org/officeDocument/2006/relationships/image" Target="/ppt/media/image56.png" Id="R04ab04ddc34a44cb" /><Relationship Type="http://schemas.openxmlformats.org/officeDocument/2006/relationships/image" Target="/ppt/media/image57.png" Id="R0ab4fd24f1804cf3" /><Relationship Type="http://schemas.openxmlformats.org/officeDocument/2006/relationships/notesSlide" Target="/ppt/notesSlides/notesSlide37.xml" Id="R92db21b2a3f24980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9d3a9a9315448f" /><Relationship Type="http://schemas.openxmlformats.org/officeDocument/2006/relationships/hyperlink" Target="https://antigravity.google/" TargetMode="External" Id="R784d9d565a0c4a08" /><Relationship Type="http://schemas.openxmlformats.org/officeDocument/2006/relationships/hyperlink" Target="https://chatgpt.com/codex/" TargetMode="External" Id="Rf19db898d4714e71" /><Relationship Type="http://schemas.openxmlformats.org/officeDocument/2006/relationships/image" Target="/ppt/media/image58.png" Id="R45add5e076fe4e05" /><Relationship Type="http://schemas.openxmlformats.org/officeDocument/2006/relationships/image" Target="/ppt/media/image59.png" Id="R3854daf4242b4567" /><Relationship Type="http://schemas.openxmlformats.org/officeDocument/2006/relationships/notesSlide" Target="/ppt/notesSlides/notesSlide38.xml" Id="R8d411bf636174efd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c48d8cd7dd4df5" /><Relationship Type="http://schemas.openxmlformats.org/officeDocument/2006/relationships/hyperlink" Target="https://antigravity.google/" TargetMode="External" Id="R54b694038b4e41c8" /><Relationship Type="http://schemas.openxmlformats.org/officeDocument/2006/relationships/hyperlink" Target="https://chatgpt.com/codex/" TargetMode="External" Id="Rb5234f3edaf6496c" /><Relationship Type="http://schemas.openxmlformats.org/officeDocument/2006/relationships/image" Target="/ppt/media/image60.png" Id="Rb9aff9e7c05e43fe" /><Relationship Type="http://schemas.openxmlformats.org/officeDocument/2006/relationships/image" Target="/ppt/media/image61.png" Id="R04b392da857244a1" /><Relationship Type="http://schemas.openxmlformats.org/officeDocument/2006/relationships/notesSlide" Target="/ppt/notesSlides/notesSlide39.xml" Id="Rcf300336f8194c6c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e046c7dd4c4396" /><Relationship Type="http://schemas.openxmlformats.org/officeDocument/2006/relationships/hyperlink" Target="https://antigravity.google/" TargetMode="External" Id="R404946da25c243a9" /><Relationship Type="http://schemas.openxmlformats.org/officeDocument/2006/relationships/hyperlink" Target="https://chatgpt.com/codex/" TargetMode="External" Id="R3e4fb2cb337a4e7d" /><Relationship Type="http://schemas.openxmlformats.org/officeDocument/2006/relationships/image" Target="/ppt/media/image62.png" Id="Ra0240155d88d4d30" /><Relationship Type="http://schemas.openxmlformats.org/officeDocument/2006/relationships/image" Target="/ppt/media/image63.png" Id="R5e26167f9e764b60" /><Relationship Type="http://schemas.openxmlformats.org/officeDocument/2006/relationships/notesSlide" Target="/ppt/notesSlides/notesSlide40.xml" Id="R6603425e989a431f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00261147604d74" /><Relationship Type="http://schemas.openxmlformats.org/officeDocument/2006/relationships/hyperlink" Target="https://antigravity.google/" TargetMode="External" Id="R7d183455638a470b" /><Relationship Type="http://schemas.openxmlformats.org/officeDocument/2006/relationships/hyperlink" Target="https://chatgpt.com/codex/" TargetMode="External" Id="Rf6f70c89c26a4f17" /><Relationship Type="http://schemas.openxmlformats.org/officeDocument/2006/relationships/image" Target="/ppt/media/image64.png" Id="R619bd488497945c7" /><Relationship Type="http://schemas.openxmlformats.org/officeDocument/2006/relationships/image" Target="/ppt/media/image65.png" Id="Ra6ff6f4f70b9458b" /><Relationship Type="http://schemas.openxmlformats.org/officeDocument/2006/relationships/notesSlide" Target="/ppt/notesSlides/notesSlide41.xml" Id="R49b9276436d546dc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aff957e8dc47b8" /><Relationship Type="http://schemas.openxmlformats.org/officeDocument/2006/relationships/hyperlink" Target="https://antigravity.google/" TargetMode="External" Id="R1562404272ce40b5" /><Relationship Type="http://schemas.openxmlformats.org/officeDocument/2006/relationships/hyperlink" Target="https://chatgpt.com/codex/" TargetMode="External" Id="Rc6c6c0f7a67c4696" /><Relationship Type="http://schemas.openxmlformats.org/officeDocument/2006/relationships/image" Target="/ppt/media/image66.png" Id="Rf91314ce189d4d57" /><Relationship Type="http://schemas.openxmlformats.org/officeDocument/2006/relationships/image" Target="/ppt/media/image67.png" Id="R76b3c2c524534d0b" /><Relationship Type="http://schemas.openxmlformats.org/officeDocument/2006/relationships/notesSlide" Target="/ppt/notesSlides/notesSlide42.xml" Id="R75f9d6dccb3d40c5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5062f5f42347ac" /><Relationship Type="http://schemas.openxmlformats.org/officeDocument/2006/relationships/hyperlink" Target="https://antigravity.google/" TargetMode="External" Id="R65896cee437c4511" /><Relationship Type="http://schemas.openxmlformats.org/officeDocument/2006/relationships/hyperlink" Target="https://chatgpt.com/codex/" TargetMode="External" Id="R52fac74b69e74c3a" /><Relationship Type="http://schemas.openxmlformats.org/officeDocument/2006/relationships/image" Target="/ppt/media/image68.png" Id="R755e129076aa4d5c" /><Relationship Type="http://schemas.openxmlformats.org/officeDocument/2006/relationships/image" Target="/ppt/media/image69.png" Id="R1e072bbb67ac4d98" /><Relationship Type="http://schemas.openxmlformats.org/officeDocument/2006/relationships/notesSlide" Target="/ppt/notesSlides/notesSlide43.xml" Id="Rbaaaf5d10b054acd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59952cec1f4bd9" /><Relationship Type="http://schemas.openxmlformats.org/officeDocument/2006/relationships/hyperlink" Target="../START_HERE_&#30740;&#32722;&#36039;&#28304;&#23566;&#33322;.html" TargetMode="External" Id="R73a5ee3ab63441bd" /><Relationship Type="http://schemas.openxmlformats.org/officeDocument/2006/relationships/image" Target="/ppt/media/image70.png" Id="R4033127c86cb4599" /><Relationship Type="http://schemas.openxmlformats.org/officeDocument/2006/relationships/hyperlink" Target="https://antigravity.google/" TargetMode="External" Id="Raf413ae4ad184292" /><Relationship Type="http://schemas.openxmlformats.org/officeDocument/2006/relationships/image" Target="/ppt/media/image71.png" Id="Rdc5fe34799be4c2d" /><Relationship Type="http://schemas.openxmlformats.org/officeDocument/2006/relationships/hyperlink" Target="https://chatgpt.com/codex/" TargetMode="External" Id="R02610059345f4976" /><Relationship Type="http://schemas.openxmlformats.org/officeDocument/2006/relationships/image" Target="/ppt/media/image72.png" Id="R2675a64c982e4da3" /><Relationship Type="http://schemas.openxmlformats.org/officeDocument/2006/relationships/hyperlink" Target="https://codelabs.developers.google.com/getting-started-with-antigravity-skills" TargetMode="External" Id="R153f328ae8c343f7" /><Relationship Type="http://schemas.openxmlformats.org/officeDocument/2006/relationships/image" Target="/ppt/media/image73.png" Id="R8a7f0ea0e2ea4f47" /><Relationship Type="http://schemas.openxmlformats.org/officeDocument/2006/relationships/hyperlink" Target="../04_&#23526;&#20316;&#24037;&#20855;/&#25552;&#31034;&#35422;&#24555;&#25463;&#38754;&#26495;_&#30740;&#32722;&#29992;.html" TargetMode="External" Id="Rc6ed4cf92fdc4f99" /><Relationship Type="http://schemas.openxmlformats.org/officeDocument/2006/relationships/image" Target="/ppt/media/image74.png" Id="R271c8db27e534880" /><Relationship Type="http://schemas.openxmlformats.org/officeDocument/2006/relationships/hyperlink" Target="https://cagoooo.github.io/Akai/" TargetMode="External" Id="R9e8b6d92e94c466b" /><Relationship Type="http://schemas.openxmlformats.org/officeDocument/2006/relationships/image" Target="/ppt/media/image75.png" Id="R8e3897b9d9f84b27" /><Relationship Type="http://schemas.openxmlformats.org/officeDocument/2006/relationships/hyperlink" Target="https://www.iea.nl/sites/default/files/2025-10/GA66_PIRLS%202026.pdf" TargetMode="External" Id="R994a9ea470154825" /><Relationship Type="http://schemas.openxmlformats.org/officeDocument/2006/relationships/image" Target="/ppt/media/image76.png" Id="R47a8c7425afa4dd5" /><Relationship Type="http://schemas.openxmlformats.org/officeDocument/2006/relationships/notesSlide" Target="/ppt/notesSlides/notesSlide44.xml" Id="Re2de6f051c2e47a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f3cd47c2e04eae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hape-717">
            <a:extLst xmlns:a="http://schemas.openxmlformats.org/drawingml/2006/main">
              <a:ext uri="{FF2B5EF4-FFF2-40B4-BE49-F238E27FC236}">
                <a16:creationId xmlns:a16="http://schemas.microsoft.com/office/drawing/2014/main" id="{E5CD1F2D-E2D5-47E7-BD95-FEA5E7FF1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0"/>
            <a:ext cx="5619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3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ext-718">
            <a:extLst xmlns:a="http://schemas.openxmlformats.org/drawingml/2006/main">
              <a:ext uri="{FF2B5EF4-FFF2-40B4-BE49-F238E27FC236}">
                <a16:creationId xmlns:a16="http://schemas.microsoft.com/office/drawing/2014/main" id="{38DD9111-74F4-427E-968E-28D4DE42D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1435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國立中央大學｜2026.08.26</a:t>
            </a:r>
          </a:p>
        </p:txBody>
      </p:sp>
      <p:sp>
        <p:nvSpPr>
          <p:cNvPr id="4" name="text-719">
            <a:extLst xmlns:a="http://schemas.openxmlformats.org/drawingml/2006/main">
              <a:ext uri="{FF2B5EF4-FFF2-40B4-BE49-F238E27FC236}">
                <a16:creationId xmlns:a16="http://schemas.microsoft.com/office/drawing/2014/main" id="{6934ABE7-289C-4619-83DD-2C98DABDE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000125"/>
            <a:ext cx="447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下午場｜13:00–16:00</a:t>
            </a:r>
          </a:p>
        </p:txBody>
      </p:sp>
      <p:sp>
        <p:nvSpPr>
          <p:cNvPr id="5" name="text-720">
            <a:extLst xmlns:a="http://schemas.openxmlformats.org/drawingml/2006/main">
              <a:ext uri="{FF2B5EF4-FFF2-40B4-BE49-F238E27FC236}">
                <a16:creationId xmlns:a16="http://schemas.microsoft.com/office/drawing/2014/main" id="{94C47A6F-CD21-4F3E-B948-8662482B6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504950"/>
            <a:ext cx="46291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打造會做事的 AI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教學與研究夥伴：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Antigravity、Codex、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Skills 與資料分析實戰</a:t>
            </a:r>
          </a:p>
        </p:txBody>
      </p:sp>
      <p:sp>
        <p:nvSpPr>
          <p:cNvPr id="6" name="shape-721">
            <a:extLst xmlns:a="http://schemas.openxmlformats.org/drawingml/2006/main">
              <a:ext uri="{FF2B5EF4-FFF2-40B4-BE49-F238E27FC236}">
                <a16:creationId xmlns:a16="http://schemas.microsoft.com/office/drawing/2014/main" id="{905F4CC8-8E45-459E-A655-990ACA867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305300"/>
            <a:ext cx="723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722">
            <a:extLst xmlns:a="http://schemas.openxmlformats.org/drawingml/2006/main">
              <a:ext uri="{FF2B5EF4-FFF2-40B4-BE49-F238E27FC236}">
                <a16:creationId xmlns:a16="http://schemas.microsoft.com/office/drawing/2014/main" id="{8513EE3A-8DCB-4C6C-8033-314168926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629150"/>
            <a:ext cx="46291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從 AI 教學與研究助理到 AI Agent：大學教師的生成式 AI 實作工作坊</a:t>
            </a:r>
          </a:p>
        </p:txBody>
      </p:sp>
      <p:sp>
        <p:nvSpPr>
          <p:cNvPr id="8" name="text-723">
            <a:extLst xmlns:a="http://schemas.openxmlformats.org/drawingml/2006/main">
              <a:ext uri="{FF2B5EF4-FFF2-40B4-BE49-F238E27FC236}">
                <a16:creationId xmlns:a16="http://schemas.microsoft.com/office/drawing/2014/main" id="{8A954080-4CDC-41BD-99C5-6989EF7A7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864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黃凱揚（阿凱老師）｜桃園市龍潭區石門國小資訊組長｜教學年資第 11 年</a:t>
            </a:r>
          </a:p>
        </p:txBody>
      </p:sp>
    </p:spTree>
    <p:extLst>
      <p:ext uri="{BB962C8B-B14F-4D97-AF65-F5344CB8AC3E}">
        <p14:creationId xmlns:p14="http://schemas.microsoft.com/office/powerpoint/2010/main" val="57194127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724">
            <a:extLst xmlns:a="http://schemas.openxmlformats.org/drawingml/2006/main">
              <a:ext uri="{FF2B5EF4-FFF2-40B4-BE49-F238E27FC236}">
                <a16:creationId xmlns:a16="http://schemas.microsoft.com/office/drawing/2014/main" id="{52795D30-733C-4B04-AF02-A64103395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LEARNING OUTCOMES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FAE204C-49A3-439A-B8EC-D688CF0C3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下午離開前，你會有四項成果</a:t>
            </a:r>
          </a:p>
        </p:txBody>
      </p:sp>
      <p:cxnSp>
        <p:nvCxnSpPr>
          <p:cNvPr id="24" name="shape-72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726">
            <a:extLst xmlns:a="http://schemas.openxmlformats.org/drawingml/2006/main">
              <a:ext uri="{FF2B5EF4-FFF2-40B4-BE49-F238E27FC236}">
                <a16:creationId xmlns:a16="http://schemas.microsoft.com/office/drawing/2014/main" id="{82207C42-9C43-43BF-A8A4-F07AA02FE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F266690-E324-44AD-867B-7CBCC656E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6" name="shape-727">
            <a:extLst xmlns:a="http://schemas.openxmlformats.org/drawingml/2006/main">
              <a:ext uri="{FF2B5EF4-FFF2-40B4-BE49-F238E27FC236}">
                <a16:creationId xmlns:a16="http://schemas.microsoft.com/office/drawing/2014/main" id="{F398FF41-F5EE-475F-AC09-C27E9087F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728">
            <a:extLst xmlns:a="http://schemas.openxmlformats.org/drawingml/2006/main">
              <a:ext uri="{FF2B5EF4-FFF2-40B4-BE49-F238E27FC236}">
                <a16:creationId xmlns:a16="http://schemas.microsoft.com/office/drawing/2014/main" id="{6129F76E-0E20-44D3-AB37-9985567E6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729">
            <a:extLst xmlns:a="http://schemas.openxmlformats.org/drawingml/2006/main">
              <a:ext uri="{FF2B5EF4-FFF2-40B4-BE49-F238E27FC236}">
                <a16:creationId xmlns:a16="http://schemas.microsoft.com/office/drawing/2014/main" id="{7BC04A2C-97CC-4F26-8743-8989E2427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看懂 Agent</a:t>
            </a:r>
          </a:p>
        </p:txBody>
      </p:sp>
      <p:sp>
        <p:nvSpPr>
          <p:cNvPr id="9" name="text-730">
            <a:extLst xmlns:a="http://schemas.openxmlformats.org/drawingml/2006/main">
              <a:ext uri="{FF2B5EF4-FFF2-40B4-BE49-F238E27FC236}">
                <a16:creationId xmlns:a16="http://schemas.microsoft.com/office/drawing/2014/main" id="{AE2A5B38-97CB-4013-9AC7-AF78A9FC2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能分辨對話、助理與 Agent，知道何時必須人在迴路。</a:t>
            </a:r>
          </a:p>
        </p:txBody>
      </p:sp>
      <p:sp>
        <p:nvSpPr>
          <p:cNvPr id="10" name="shape-731">
            <a:extLst xmlns:a="http://schemas.openxmlformats.org/drawingml/2006/main">
              <a:ext uri="{FF2B5EF4-FFF2-40B4-BE49-F238E27FC236}">
                <a16:creationId xmlns:a16="http://schemas.microsoft.com/office/drawing/2014/main" id="{E400BB73-502D-4E12-B8CD-738D2318B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732">
            <a:extLst xmlns:a="http://schemas.openxmlformats.org/drawingml/2006/main">
              <a:ext uri="{FF2B5EF4-FFF2-40B4-BE49-F238E27FC236}">
                <a16:creationId xmlns:a16="http://schemas.microsoft.com/office/drawing/2014/main" id="{0C817881-CF4D-4EF7-9ED2-0EC74C2CE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733">
            <a:extLst xmlns:a="http://schemas.openxmlformats.org/drawingml/2006/main">
              <a:ext uri="{FF2B5EF4-FFF2-40B4-BE49-F238E27FC236}">
                <a16:creationId xmlns:a16="http://schemas.microsoft.com/office/drawing/2014/main" id="{211AE3B6-E4AD-4B6D-872B-784B294D0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完成兩次任務</a:t>
            </a:r>
          </a:p>
        </p:txBody>
      </p:sp>
      <p:sp>
        <p:nvSpPr>
          <p:cNvPr id="13" name="text-734">
            <a:extLst xmlns:a="http://schemas.openxmlformats.org/drawingml/2006/main">
              <a:ext uri="{FF2B5EF4-FFF2-40B4-BE49-F238E27FC236}">
                <a16:creationId xmlns:a16="http://schemas.microsoft.com/office/drawing/2014/main" id="{F957D6C9-8942-4752-AF73-4D8F06767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在 Antigravity 與 Codex 至少各跑一個可驗證任務。</a:t>
            </a:r>
          </a:p>
        </p:txBody>
      </p:sp>
      <p:sp>
        <p:nvSpPr>
          <p:cNvPr id="14" name="shape-735">
            <a:extLst xmlns:a="http://schemas.openxmlformats.org/drawingml/2006/main">
              <a:ext uri="{FF2B5EF4-FFF2-40B4-BE49-F238E27FC236}">
                <a16:creationId xmlns:a16="http://schemas.microsoft.com/office/drawing/2014/main" id="{AB3BF9D8-C117-43F5-BABA-1F88C13C7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736">
            <a:extLst xmlns:a="http://schemas.openxmlformats.org/drawingml/2006/main">
              <a:ext uri="{FF2B5EF4-FFF2-40B4-BE49-F238E27FC236}">
                <a16:creationId xmlns:a16="http://schemas.microsoft.com/office/drawing/2014/main" id="{1ACD9D8A-DA3C-4EB3-B23A-D88E21F31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737">
            <a:extLst xmlns:a="http://schemas.openxmlformats.org/drawingml/2006/main">
              <a:ext uri="{FF2B5EF4-FFF2-40B4-BE49-F238E27FC236}">
                <a16:creationId xmlns:a16="http://schemas.microsoft.com/office/drawing/2014/main" id="{618E48DA-A298-42DB-B8AE-74EA85A3F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完成一個 Skill</a:t>
            </a:r>
          </a:p>
        </p:txBody>
      </p:sp>
      <p:sp>
        <p:nvSpPr>
          <p:cNvPr id="17" name="text-738">
            <a:extLst xmlns:a="http://schemas.openxmlformats.org/drawingml/2006/main">
              <a:ext uri="{FF2B5EF4-FFF2-40B4-BE49-F238E27FC236}">
                <a16:creationId xmlns:a16="http://schemas.microsoft.com/office/drawing/2014/main" id="{ADB93DB1-9236-4BA7-8301-984662625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把教學或研究提示詞升級成可重複、可測試的工作流程。</a:t>
            </a:r>
          </a:p>
        </p:txBody>
      </p:sp>
      <p:sp>
        <p:nvSpPr>
          <p:cNvPr id="18" name="shape-739">
            <a:extLst xmlns:a="http://schemas.openxmlformats.org/drawingml/2006/main">
              <a:ext uri="{FF2B5EF4-FFF2-40B4-BE49-F238E27FC236}">
                <a16:creationId xmlns:a16="http://schemas.microsoft.com/office/drawing/2014/main" id="{23F9512A-3E25-4545-AD5B-1783B2E80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740">
            <a:extLst xmlns:a="http://schemas.openxmlformats.org/drawingml/2006/main">
              <a:ext uri="{FF2B5EF4-FFF2-40B4-BE49-F238E27FC236}">
                <a16:creationId xmlns:a16="http://schemas.microsoft.com/office/drawing/2014/main" id="{F87C4F26-849E-488B-B4F2-D94C57BBF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741">
            <a:extLst xmlns:a="http://schemas.openxmlformats.org/drawingml/2006/main">
              <a:ext uri="{FF2B5EF4-FFF2-40B4-BE49-F238E27FC236}">
                <a16:creationId xmlns:a16="http://schemas.microsoft.com/office/drawing/2014/main" id="{39FB6521-C179-4000-AAA6-FB061CB1C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完成資料分析</a:t>
            </a:r>
          </a:p>
        </p:txBody>
      </p:sp>
      <p:sp>
        <p:nvSpPr>
          <p:cNvPr id="21" name="text-742">
            <a:extLst xmlns:a="http://schemas.openxmlformats.org/drawingml/2006/main">
              <a:ext uri="{FF2B5EF4-FFF2-40B4-BE49-F238E27FC236}">
                <a16:creationId xmlns:a16="http://schemas.microsoft.com/office/drawing/2014/main" id="{38DE9DF2-A96A-484C-96EB-6DC335E3E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以合成資料練習選擇題統計、簡答初編與人工複核。</a:t>
            </a:r>
          </a:p>
        </p:txBody>
      </p:sp>
    </p:spTree>
    <p:extLst>
      <p:ext uri="{BB962C8B-B14F-4D97-AF65-F5344CB8AC3E}">
        <p14:creationId xmlns:p14="http://schemas.microsoft.com/office/powerpoint/2010/main" val="208780794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text-743">
            <a:extLst xmlns:a="http://schemas.openxmlformats.org/drawingml/2006/main">
              <a:ext uri="{FF2B5EF4-FFF2-40B4-BE49-F238E27FC236}">
                <a16:creationId xmlns:a16="http://schemas.microsoft.com/office/drawing/2014/main" id="{EC492BA2-9FC3-4538-8ADB-53B82B5E1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RUN OF SHOW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ABC25EF-C621-4149-8165-5B522B77F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 180 分鐘：從操作到可重複流程</a:t>
            </a:r>
          </a:p>
        </p:txBody>
      </p:sp>
      <p:cxnSp>
        <p:nvCxnSpPr>
          <p:cNvPr id="37" name="shape-74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745">
            <a:extLst xmlns:a="http://schemas.openxmlformats.org/drawingml/2006/main">
              <a:ext uri="{FF2B5EF4-FFF2-40B4-BE49-F238E27FC236}">
                <a16:creationId xmlns:a16="http://schemas.microsoft.com/office/drawing/2014/main" id="{10660F69-7C7B-4C94-A872-7E5DDC0F1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44B0AC5-8333-4BF9-BA65-59DBD67E3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cxnSp>
        <p:nvCxnSpPr>
          <p:cNvPr id="40" name="shape-746"/>
          <p:cNvCxnSpPr/>
          <p:nvPr/>
        </p:nvCxnSpPr>
        <p:spPr>
          <a:xfrm xmlns:a="http://schemas.openxmlformats.org/drawingml/2006/main">
            <a:off x="876300" y="3143250"/>
            <a:ext cx="10401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shape-747">
            <a:extLst xmlns:a="http://schemas.openxmlformats.org/drawingml/2006/main">
              <a:ext uri="{FF2B5EF4-FFF2-40B4-BE49-F238E27FC236}">
                <a16:creationId xmlns:a16="http://schemas.microsoft.com/office/drawing/2014/main" id="{CDB63BB6-E29B-4991-9478-65CE1CBD3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748">
            <a:extLst xmlns:a="http://schemas.openxmlformats.org/drawingml/2006/main">
              <a:ext uri="{FF2B5EF4-FFF2-40B4-BE49-F238E27FC236}">
                <a16:creationId xmlns:a16="http://schemas.microsoft.com/office/drawing/2014/main" id="{A4A66EF6-A264-4A72-81B9-9F83F63C6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00–20</a:t>
            </a:r>
          </a:p>
        </p:txBody>
      </p:sp>
      <p:sp>
        <p:nvSpPr>
          <p:cNvPr id="9" name="text-749">
            <a:extLst xmlns:a="http://schemas.openxmlformats.org/drawingml/2006/main">
              <a:ext uri="{FF2B5EF4-FFF2-40B4-BE49-F238E27FC236}">
                <a16:creationId xmlns:a16="http://schemas.microsoft.com/office/drawing/2014/main" id="{C95F7C88-9662-4240-B873-1EAF87715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觀念</a:t>
            </a:r>
          </a:p>
        </p:txBody>
      </p:sp>
      <p:sp>
        <p:nvSpPr>
          <p:cNvPr id="10" name="text-750">
            <a:extLst xmlns:a="http://schemas.openxmlformats.org/drawingml/2006/main">
              <a:ext uri="{FF2B5EF4-FFF2-40B4-BE49-F238E27FC236}">
                <a16:creationId xmlns:a16="http://schemas.microsoft.com/office/drawing/2014/main" id="{AF11C3C2-615E-4549-9775-7A313B4B6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能力與風險</a:t>
            </a:r>
          </a:p>
        </p:txBody>
      </p:sp>
      <p:sp>
        <p:nvSpPr>
          <p:cNvPr id="11" name="shape-751">
            <a:extLst xmlns:a="http://schemas.openxmlformats.org/drawingml/2006/main">
              <a:ext uri="{FF2B5EF4-FFF2-40B4-BE49-F238E27FC236}">
                <a16:creationId xmlns:a16="http://schemas.microsoft.com/office/drawing/2014/main" id="{10A87583-A3D8-4B01-ACAE-84F5ACBD0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752">
            <a:extLst xmlns:a="http://schemas.openxmlformats.org/drawingml/2006/main">
              <a:ext uri="{FF2B5EF4-FFF2-40B4-BE49-F238E27FC236}">
                <a16:creationId xmlns:a16="http://schemas.microsoft.com/office/drawing/2014/main" id="{87979818-A028-47AC-88C1-FC1668C13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20–50</a:t>
            </a:r>
          </a:p>
        </p:txBody>
      </p:sp>
      <p:sp>
        <p:nvSpPr>
          <p:cNvPr id="13" name="text-753">
            <a:extLst xmlns:a="http://schemas.openxmlformats.org/drawingml/2006/main">
              <a:ext uri="{FF2B5EF4-FFF2-40B4-BE49-F238E27FC236}">
                <a16:creationId xmlns:a16="http://schemas.microsoft.com/office/drawing/2014/main" id="{DA8B9AB0-96FD-4346-8C4D-735FA3338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sp>
        <p:nvSpPr>
          <p:cNvPr id="14" name="text-754">
            <a:extLst xmlns:a="http://schemas.openxmlformats.org/drawingml/2006/main">
              <a:ext uri="{FF2B5EF4-FFF2-40B4-BE49-F238E27FC236}">
                <a16:creationId xmlns:a16="http://schemas.microsoft.com/office/drawing/2014/main" id="{463A45F0-1260-46FB-84BB-64FB3DF81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任務與證據</a:t>
            </a:r>
          </a:p>
        </p:txBody>
      </p:sp>
      <p:sp>
        <p:nvSpPr>
          <p:cNvPr id="15" name="shape-755">
            <a:extLst xmlns:a="http://schemas.openxmlformats.org/drawingml/2006/main">
              <a:ext uri="{FF2B5EF4-FFF2-40B4-BE49-F238E27FC236}">
                <a16:creationId xmlns:a16="http://schemas.microsoft.com/office/drawing/2014/main" id="{E0AD92E4-28C0-4354-B55F-1FAF8F9A0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756">
            <a:extLst xmlns:a="http://schemas.openxmlformats.org/drawingml/2006/main">
              <a:ext uri="{FF2B5EF4-FFF2-40B4-BE49-F238E27FC236}">
                <a16:creationId xmlns:a16="http://schemas.microsoft.com/office/drawing/2014/main" id="{9888EC8B-589C-4F0C-8B62-A9A825782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50–80</a:t>
            </a:r>
          </a:p>
        </p:txBody>
      </p:sp>
      <p:sp>
        <p:nvSpPr>
          <p:cNvPr id="17" name="text-757">
            <a:extLst xmlns:a="http://schemas.openxmlformats.org/drawingml/2006/main">
              <a:ext uri="{FF2B5EF4-FFF2-40B4-BE49-F238E27FC236}">
                <a16:creationId xmlns:a16="http://schemas.microsoft.com/office/drawing/2014/main" id="{CFB5DAF9-7556-4CED-8F20-3097CA1A5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18" name="text-758">
            <a:extLst xmlns:a="http://schemas.openxmlformats.org/drawingml/2006/main">
              <a:ext uri="{FF2B5EF4-FFF2-40B4-BE49-F238E27FC236}">
                <a16:creationId xmlns:a16="http://schemas.microsoft.com/office/drawing/2014/main" id="{A43DD6C2-38FE-48DD-B8BB-287D24032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實作工作流</a:t>
            </a:r>
          </a:p>
        </p:txBody>
      </p:sp>
      <p:sp>
        <p:nvSpPr>
          <p:cNvPr id="19" name="shape-759">
            <a:extLst xmlns:a="http://schemas.openxmlformats.org/drawingml/2006/main">
              <a:ext uri="{FF2B5EF4-FFF2-40B4-BE49-F238E27FC236}">
                <a16:creationId xmlns:a16="http://schemas.microsoft.com/office/drawing/2014/main" id="{1B5F228A-FCE7-4002-BCB9-3A8844539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760">
            <a:extLst xmlns:a="http://schemas.openxmlformats.org/drawingml/2006/main">
              <a:ext uri="{FF2B5EF4-FFF2-40B4-BE49-F238E27FC236}">
                <a16:creationId xmlns:a16="http://schemas.microsoft.com/office/drawing/2014/main" id="{D687D42A-1659-4DF2-BE4F-CC0791384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80–90</a:t>
            </a:r>
          </a:p>
        </p:txBody>
      </p:sp>
      <p:sp>
        <p:nvSpPr>
          <p:cNvPr id="21" name="text-761">
            <a:extLst xmlns:a="http://schemas.openxmlformats.org/drawingml/2006/main">
              <a:ext uri="{FF2B5EF4-FFF2-40B4-BE49-F238E27FC236}">
                <a16:creationId xmlns:a16="http://schemas.microsoft.com/office/drawing/2014/main" id="{73219D08-9D30-4687-B264-EB2848FB8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休息</a:t>
            </a:r>
          </a:p>
        </p:txBody>
      </p:sp>
      <p:sp>
        <p:nvSpPr>
          <p:cNvPr id="22" name="text-762">
            <a:extLst xmlns:a="http://schemas.openxmlformats.org/drawingml/2006/main">
              <a:ext uri="{FF2B5EF4-FFF2-40B4-BE49-F238E27FC236}">
                <a16:creationId xmlns:a16="http://schemas.microsoft.com/office/drawing/2014/main" id="{3E5FB0A4-FFBF-46B0-AE82-2C74BEC72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整理成果</a:t>
            </a:r>
          </a:p>
        </p:txBody>
      </p:sp>
      <p:sp>
        <p:nvSpPr>
          <p:cNvPr id="23" name="shape-763">
            <a:extLst xmlns:a="http://schemas.openxmlformats.org/drawingml/2006/main">
              <a:ext uri="{FF2B5EF4-FFF2-40B4-BE49-F238E27FC236}">
                <a16:creationId xmlns:a16="http://schemas.microsoft.com/office/drawing/2014/main" id="{19011111-89AD-46D8-8A1B-C1389EF1B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764">
            <a:extLst xmlns:a="http://schemas.openxmlformats.org/drawingml/2006/main">
              <a:ext uri="{FF2B5EF4-FFF2-40B4-BE49-F238E27FC236}">
                <a16:creationId xmlns:a16="http://schemas.microsoft.com/office/drawing/2014/main" id="{CA679E35-C993-41C6-9C54-19BAE68D1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90–135</a:t>
            </a:r>
          </a:p>
        </p:txBody>
      </p:sp>
      <p:sp>
        <p:nvSpPr>
          <p:cNvPr id="25" name="text-765">
            <a:extLst xmlns:a="http://schemas.openxmlformats.org/drawingml/2006/main">
              <a:ext uri="{FF2B5EF4-FFF2-40B4-BE49-F238E27FC236}">
                <a16:creationId xmlns:a16="http://schemas.microsoft.com/office/drawing/2014/main" id="{D4FC5EE1-EA15-4CAA-9F24-C889CF1DE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Skills</a:t>
            </a:r>
          </a:p>
        </p:txBody>
      </p:sp>
      <p:sp>
        <p:nvSpPr>
          <p:cNvPr id="26" name="text-766">
            <a:extLst xmlns:a="http://schemas.openxmlformats.org/drawingml/2006/main">
              <a:ext uri="{FF2B5EF4-FFF2-40B4-BE49-F238E27FC236}">
                <a16:creationId xmlns:a16="http://schemas.microsoft.com/office/drawing/2014/main" id="{AA22C39B-1C38-4F02-A4F3-B71FA9387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提示詞升級</a:t>
            </a:r>
          </a:p>
        </p:txBody>
      </p:sp>
      <p:sp>
        <p:nvSpPr>
          <p:cNvPr id="27" name="shape-767">
            <a:extLst xmlns:a="http://schemas.openxmlformats.org/drawingml/2006/main">
              <a:ext uri="{FF2B5EF4-FFF2-40B4-BE49-F238E27FC236}">
                <a16:creationId xmlns:a16="http://schemas.microsoft.com/office/drawing/2014/main" id="{A3A0F48C-BD97-45E3-9D76-21F3A8AE0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text-768">
            <a:extLst xmlns:a="http://schemas.openxmlformats.org/drawingml/2006/main">
              <a:ext uri="{FF2B5EF4-FFF2-40B4-BE49-F238E27FC236}">
                <a16:creationId xmlns:a16="http://schemas.microsoft.com/office/drawing/2014/main" id="{98B0A8A0-E569-4457-9FDE-9A614A376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135–160</a:t>
            </a:r>
          </a:p>
        </p:txBody>
      </p:sp>
      <p:sp>
        <p:nvSpPr>
          <p:cNvPr id="29" name="text-769">
            <a:extLst xmlns:a="http://schemas.openxmlformats.org/drawingml/2006/main">
              <a:ext uri="{FF2B5EF4-FFF2-40B4-BE49-F238E27FC236}">
                <a16:creationId xmlns:a16="http://schemas.microsoft.com/office/drawing/2014/main" id="{1A59C777-EBB0-4D15-8363-9F639BDFC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學生資料</a:t>
            </a:r>
          </a:p>
        </p:txBody>
      </p:sp>
      <p:sp>
        <p:nvSpPr>
          <p:cNvPr id="30" name="text-770">
            <a:extLst xmlns:a="http://schemas.openxmlformats.org/drawingml/2006/main">
              <a:ext uri="{FF2B5EF4-FFF2-40B4-BE49-F238E27FC236}">
                <a16:creationId xmlns:a16="http://schemas.microsoft.com/office/drawing/2014/main" id="{A69ADB45-FA3E-4F87-9B3B-0D1A1F292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PIRLS 風格分析</a:t>
            </a:r>
          </a:p>
        </p:txBody>
      </p:sp>
      <p:sp>
        <p:nvSpPr>
          <p:cNvPr id="31" name="shape-771">
            <a:extLst xmlns:a="http://schemas.openxmlformats.org/drawingml/2006/main">
              <a:ext uri="{FF2B5EF4-FFF2-40B4-BE49-F238E27FC236}">
                <a16:creationId xmlns:a16="http://schemas.microsoft.com/office/drawing/2014/main" id="{09C6869A-3AE4-466F-A134-2C6BFA5FC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772">
            <a:extLst xmlns:a="http://schemas.openxmlformats.org/drawingml/2006/main">
              <a:ext uri="{FF2B5EF4-FFF2-40B4-BE49-F238E27FC236}">
                <a16:creationId xmlns:a16="http://schemas.microsoft.com/office/drawing/2014/main" id="{ECC8826F-916D-4141-9218-71E85D99F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160–180</a:t>
            </a:r>
          </a:p>
        </p:txBody>
      </p:sp>
      <p:sp>
        <p:nvSpPr>
          <p:cNvPr id="33" name="text-773">
            <a:extLst xmlns:a="http://schemas.openxmlformats.org/drawingml/2006/main">
              <a:ext uri="{FF2B5EF4-FFF2-40B4-BE49-F238E27FC236}">
                <a16:creationId xmlns:a16="http://schemas.microsoft.com/office/drawing/2014/main" id="{4F20AF33-52DD-4065-A670-6A4AEB54A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整合分享</a:t>
            </a:r>
          </a:p>
        </p:txBody>
      </p:sp>
      <p:sp>
        <p:nvSpPr>
          <p:cNvPr id="34" name="text-774">
            <a:extLst xmlns:a="http://schemas.openxmlformats.org/drawingml/2006/main">
              <a:ext uri="{FF2B5EF4-FFF2-40B4-BE49-F238E27FC236}">
                <a16:creationId xmlns:a16="http://schemas.microsoft.com/office/drawing/2014/main" id="{A215FF9D-260A-436C-807D-59FAFDB5A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可驗證交付</a:t>
            </a:r>
          </a:p>
        </p:txBody>
      </p:sp>
    </p:spTree>
    <p:extLst>
      <p:ext uri="{BB962C8B-B14F-4D97-AF65-F5344CB8AC3E}">
        <p14:creationId xmlns:p14="http://schemas.microsoft.com/office/powerpoint/2010/main" val="110837560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text-775">
            <a:extLst xmlns:a="http://schemas.openxmlformats.org/drawingml/2006/main">
              <a:ext uri="{FF2B5EF4-FFF2-40B4-BE49-F238E27FC236}">
                <a16:creationId xmlns:a16="http://schemas.microsoft.com/office/drawing/2014/main" id="{75BE07AB-974C-446A-8E4D-F4856C0EA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CAPABILITY LADDER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7252914-1AF8-4471-BCF7-A753C5958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對話、助理、Agent：差別在能否推進工作</a:t>
            </a:r>
          </a:p>
        </p:txBody>
      </p:sp>
      <p:cxnSp>
        <p:nvCxnSpPr>
          <p:cNvPr id="32" name="shape-77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777">
            <a:extLst xmlns:a="http://schemas.openxmlformats.org/drawingml/2006/main">
              <a:ext uri="{FF2B5EF4-FFF2-40B4-BE49-F238E27FC236}">
                <a16:creationId xmlns:a16="http://schemas.microsoft.com/office/drawing/2014/main" id="{CB77306B-1E95-40F7-93BC-5E7A664DA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03BAE50-71C5-44B5-8379-789EF9940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6" name="shape-778">
            <a:extLst xmlns:a="http://schemas.openxmlformats.org/drawingml/2006/main">
              <a:ext uri="{FF2B5EF4-FFF2-40B4-BE49-F238E27FC236}">
                <a16:creationId xmlns:a16="http://schemas.microsoft.com/office/drawing/2014/main" id="{C2B1FED9-236E-4650-A80A-41E2B8492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779">
            <a:extLst xmlns:a="http://schemas.openxmlformats.org/drawingml/2006/main">
              <a:ext uri="{FF2B5EF4-FFF2-40B4-BE49-F238E27FC236}">
                <a16:creationId xmlns:a16="http://schemas.microsoft.com/office/drawing/2014/main" id="{FB1C4139-B3C0-4B0D-B9E7-59BF15A0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780">
            <a:extLst xmlns:a="http://schemas.openxmlformats.org/drawingml/2006/main">
              <a:ext uri="{FF2B5EF4-FFF2-40B4-BE49-F238E27FC236}">
                <a16:creationId xmlns:a16="http://schemas.microsoft.com/office/drawing/2014/main" id="{D386F5D4-83BA-4A71-BB80-0E220375A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781">
            <a:extLst xmlns:a="http://schemas.openxmlformats.org/drawingml/2006/main">
              <a:ext uri="{FF2B5EF4-FFF2-40B4-BE49-F238E27FC236}">
                <a16:creationId xmlns:a16="http://schemas.microsoft.com/office/drawing/2014/main" id="{9B980331-58BF-4386-BDCC-E06DBCD37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對話</a:t>
            </a:r>
          </a:p>
        </p:txBody>
      </p:sp>
      <p:sp>
        <p:nvSpPr>
          <p:cNvPr id="10" name="text-782">
            <a:extLst xmlns:a="http://schemas.openxmlformats.org/drawingml/2006/main">
              <a:ext uri="{FF2B5EF4-FFF2-40B4-BE49-F238E27FC236}">
                <a16:creationId xmlns:a16="http://schemas.microsoft.com/office/drawing/2014/main" id="{55B97E73-B5CD-417F-8DCE-49E8E424F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回答、解釋、發想</a:t>
            </a:r>
          </a:p>
        </p:txBody>
      </p:sp>
      <p:sp>
        <p:nvSpPr>
          <p:cNvPr id="11" name="text-783">
            <a:extLst xmlns:a="http://schemas.openxmlformats.org/drawingml/2006/main">
              <a:ext uri="{FF2B5EF4-FFF2-40B4-BE49-F238E27FC236}">
                <a16:creationId xmlns:a16="http://schemas.microsoft.com/office/drawing/2014/main" id="{F7F07ACE-7873-40B9-A401-30FE25E9E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784">
            <a:extLst xmlns:a="http://schemas.openxmlformats.org/drawingml/2006/main">
              <a:ext uri="{FF2B5EF4-FFF2-40B4-BE49-F238E27FC236}">
                <a16:creationId xmlns:a16="http://schemas.microsoft.com/office/drawing/2014/main" id="{70D522EB-3BD6-4C3F-A41E-DB1C6B43D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785">
            <a:extLst xmlns:a="http://schemas.openxmlformats.org/drawingml/2006/main">
              <a:ext uri="{FF2B5EF4-FFF2-40B4-BE49-F238E27FC236}">
                <a16:creationId xmlns:a16="http://schemas.microsoft.com/office/drawing/2014/main" id="{BC1FB3DA-85A8-4C4C-8472-34DD44DE8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786">
            <a:extLst xmlns:a="http://schemas.openxmlformats.org/drawingml/2006/main">
              <a:ext uri="{FF2B5EF4-FFF2-40B4-BE49-F238E27FC236}">
                <a16:creationId xmlns:a16="http://schemas.microsoft.com/office/drawing/2014/main" id="{631A97A5-3A6E-4F69-9E67-B8793EFEB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787">
            <a:extLst xmlns:a="http://schemas.openxmlformats.org/drawingml/2006/main">
              <a:ext uri="{FF2B5EF4-FFF2-40B4-BE49-F238E27FC236}">
                <a16:creationId xmlns:a16="http://schemas.microsoft.com/office/drawing/2014/main" id="{9A07C2B7-A4AD-4BC4-B443-6A755AD3F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助理</a:t>
            </a:r>
          </a:p>
        </p:txBody>
      </p:sp>
      <p:sp>
        <p:nvSpPr>
          <p:cNvPr id="16" name="text-788">
            <a:extLst xmlns:a="http://schemas.openxmlformats.org/drawingml/2006/main">
              <a:ext uri="{FF2B5EF4-FFF2-40B4-BE49-F238E27FC236}">
                <a16:creationId xmlns:a16="http://schemas.microsoft.com/office/drawing/2014/main" id="{E2EBE66A-B1FB-4529-8508-27FE80224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固定角色與格式</a:t>
            </a:r>
          </a:p>
        </p:txBody>
      </p:sp>
      <p:sp>
        <p:nvSpPr>
          <p:cNvPr id="17" name="text-789">
            <a:extLst xmlns:a="http://schemas.openxmlformats.org/drawingml/2006/main">
              <a:ext uri="{FF2B5EF4-FFF2-40B4-BE49-F238E27FC236}">
                <a16:creationId xmlns:a16="http://schemas.microsoft.com/office/drawing/2014/main" id="{3AA778E0-58EE-420C-8210-B6AD6F834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790">
            <a:extLst xmlns:a="http://schemas.openxmlformats.org/drawingml/2006/main">
              <a:ext uri="{FF2B5EF4-FFF2-40B4-BE49-F238E27FC236}">
                <a16:creationId xmlns:a16="http://schemas.microsoft.com/office/drawing/2014/main" id="{16C78F89-C3A3-4BB1-B7DF-6319958BE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791">
            <a:extLst xmlns:a="http://schemas.openxmlformats.org/drawingml/2006/main">
              <a:ext uri="{FF2B5EF4-FFF2-40B4-BE49-F238E27FC236}">
                <a16:creationId xmlns:a16="http://schemas.microsoft.com/office/drawing/2014/main" id="{4CDFE307-C6DE-470C-9F55-1F0CCEF18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792">
            <a:extLst xmlns:a="http://schemas.openxmlformats.org/drawingml/2006/main">
              <a:ext uri="{FF2B5EF4-FFF2-40B4-BE49-F238E27FC236}">
                <a16:creationId xmlns:a16="http://schemas.microsoft.com/office/drawing/2014/main" id="{D36A6272-72B4-43DE-9CFA-6CFCB52A6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793">
            <a:extLst xmlns:a="http://schemas.openxmlformats.org/drawingml/2006/main">
              <a:ext uri="{FF2B5EF4-FFF2-40B4-BE49-F238E27FC236}">
                <a16:creationId xmlns:a16="http://schemas.microsoft.com/office/drawing/2014/main" id="{787B6A6A-D836-4BD9-BCBB-4200723AD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</a:t>
            </a:r>
          </a:p>
        </p:txBody>
      </p:sp>
      <p:sp>
        <p:nvSpPr>
          <p:cNvPr id="22" name="text-794">
            <a:extLst xmlns:a="http://schemas.openxmlformats.org/drawingml/2006/main">
              <a:ext uri="{FF2B5EF4-FFF2-40B4-BE49-F238E27FC236}">
                <a16:creationId xmlns:a16="http://schemas.microsoft.com/office/drawing/2014/main" id="{EF957588-1A89-40C3-983F-60A5B6644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讀取環境、規劃、使用工具</a:t>
            </a:r>
          </a:p>
        </p:txBody>
      </p:sp>
      <p:sp>
        <p:nvSpPr>
          <p:cNvPr id="23" name="text-795">
            <a:extLst xmlns:a="http://schemas.openxmlformats.org/drawingml/2006/main">
              <a:ext uri="{FF2B5EF4-FFF2-40B4-BE49-F238E27FC236}">
                <a16:creationId xmlns:a16="http://schemas.microsoft.com/office/drawing/2014/main" id="{D947B505-8A00-4134-AF21-625FBF658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796">
            <a:extLst xmlns:a="http://schemas.openxmlformats.org/drawingml/2006/main">
              <a:ext uri="{FF2B5EF4-FFF2-40B4-BE49-F238E27FC236}">
                <a16:creationId xmlns:a16="http://schemas.microsoft.com/office/drawing/2014/main" id="{C4368E95-A591-47EE-A447-8EAF4CB19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797">
            <a:extLst xmlns:a="http://schemas.openxmlformats.org/drawingml/2006/main">
              <a:ext uri="{FF2B5EF4-FFF2-40B4-BE49-F238E27FC236}">
                <a16:creationId xmlns:a16="http://schemas.microsoft.com/office/drawing/2014/main" id="{81494238-49A7-40DB-A77F-0FC60627C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798">
            <a:extLst xmlns:a="http://schemas.openxmlformats.org/drawingml/2006/main">
              <a:ext uri="{FF2B5EF4-FFF2-40B4-BE49-F238E27FC236}">
                <a16:creationId xmlns:a16="http://schemas.microsoft.com/office/drawing/2014/main" id="{1F6CB47D-7BA8-4F52-90EB-F116889AF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799">
            <a:extLst xmlns:a="http://schemas.openxmlformats.org/drawingml/2006/main">
              <a:ext uri="{FF2B5EF4-FFF2-40B4-BE49-F238E27FC236}">
                <a16:creationId xmlns:a16="http://schemas.microsoft.com/office/drawing/2014/main" id="{D079EF25-A93B-470B-8CBC-C2E62BBD8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可信 Agent</a:t>
            </a:r>
          </a:p>
        </p:txBody>
      </p:sp>
      <p:sp>
        <p:nvSpPr>
          <p:cNvPr id="28" name="text-800">
            <a:extLst xmlns:a="http://schemas.openxmlformats.org/drawingml/2006/main">
              <a:ext uri="{FF2B5EF4-FFF2-40B4-BE49-F238E27FC236}">
                <a16:creationId xmlns:a16="http://schemas.microsoft.com/office/drawing/2014/main" id="{D33E57D6-4EBD-4795-83AE-FA544DD02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驗證結果、回報限制、等待授權</a:t>
            </a:r>
          </a:p>
        </p:txBody>
      </p:sp>
      <p:sp>
        <p:nvSpPr>
          <p:cNvPr id="29" name="text-801">
            <a:extLst xmlns:a="http://schemas.openxmlformats.org/drawingml/2006/main">
              <a:ext uri="{FF2B5EF4-FFF2-40B4-BE49-F238E27FC236}">
                <a16:creationId xmlns:a16="http://schemas.microsoft.com/office/drawing/2014/main" id="{7D377D1B-34A9-41E7-9A41-E60B71F45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29570108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802">
            <a:extLst xmlns:a="http://schemas.openxmlformats.org/drawingml/2006/main">
              <a:ext uri="{FF2B5EF4-FFF2-40B4-BE49-F238E27FC236}">
                <a16:creationId xmlns:a16="http://schemas.microsoft.com/office/drawing/2014/main" id="{E0B3F97B-66C3-44DE-85DA-BFF1987C1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LOOP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277BED8-E63A-49B0-B4EE-5DC8998FD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五步循環：完成，不是只產生</a:t>
            </a:r>
          </a:p>
        </p:txBody>
      </p:sp>
      <p:cxnSp>
        <p:nvCxnSpPr>
          <p:cNvPr id="38" name="shape-80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804">
            <a:extLst xmlns:a="http://schemas.openxmlformats.org/drawingml/2006/main">
              <a:ext uri="{FF2B5EF4-FFF2-40B4-BE49-F238E27FC236}">
                <a16:creationId xmlns:a16="http://schemas.microsoft.com/office/drawing/2014/main" id="{5D4B6430-E95C-48CE-B196-BEC781E3C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02FDDF4-EDCF-41B2-BFA8-D3C4D27FB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6" name="shape-805">
            <a:extLst xmlns:a="http://schemas.openxmlformats.org/drawingml/2006/main">
              <a:ext uri="{FF2B5EF4-FFF2-40B4-BE49-F238E27FC236}">
                <a16:creationId xmlns:a16="http://schemas.microsoft.com/office/drawing/2014/main" id="{371D808F-7E96-4FFD-8D9C-F53988387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806">
            <a:extLst xmlns:a="http://schemas.openxmlformats.org/drawingml/2006/main">
              <a:ext uri="{FF2B5EF4-FFF2-40B4-BE49-F238E27FC236}">
                <a16:creationId xmlns:a16="http://schemas.microsoft.com/office/drawing/2014/main" id="{6A96DB9E-DD6B-4D93-8F09-3C264A690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807">
            <a:extLst xmlns:a="http://schemas.openxmlformats.org/drawingml/2006/main">
              <a:ext uri="{FF2B5EF4-FFF2-40B4-BE49-F238E27FC236}">
                <a16:creationId xmlns:a16="http://schemas.microsoft.com/office/drawing/2014/main" id="{0CD9FB5A-BE40-4AEA-A077-85CFBC377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808">
            <a:extLst xmlns:a="http://schemas.openxmlformats.org/drawingml/2006/main">
              <a:ext uri="{FF2B5EF4-FFF2-40B4-BE49-F238E27FC236}">
                <a16:creationId xmlns:a16="http://schemas.microsoft.com/office/drawing/2014/main" id="{95CD0023-E499-4B74-BCC6-B8C3588C7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理解</a:t>
            </a:r>
          </a:p>
        </p:txBody>
      </p:sp>
      <p:sp>
        <p:nvSpPr>
          <p:cNvPr id="10" name="text-809">
            <a:extLst xmlns:a="http://schemas.openxmlformats.org/drawingml/2006/main">
              <a:ext uri="{FF2B5EF4-FFF2-40B4-BE49-F238E27FC236}">
                <a16:creationId xmlns:a16="http://schemas.microsoft.com/office/drawing/2014/main" id="{C6AC1799-800D-4FD8-8726-9F433208B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確認目標與環境</a:t>
            </a:r>
          </a:p>
        </p:txBody>
      </p:sp>
      <p:sp>
        <p:nvSpPr>
          <p:cNvPr id="11" name="text-810">
            <a:extLst xmlns:a="http://schemas.openxmlformats.org/drawingml/2006/main">
              <a:ext uri="{FF2B5EF4-FFF2-40B4-BE49-F238E27FC236}">
                <a16:creationId xmlns:a16="http://schemas.microsoft.com/office/drawing/2014/main" id="{D80FA7B2-226A-4732-8444-0B82317D2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811">
            <a:extLst xmlns:a="http://schemas.openxmlformats.org/drawingml/2006/main">
              <a:ext uri="{FF2B5EF4-FFF2-40B4-BE49-F238E27FC236}">
                <a16:creationId xmlns:a16="http://schemas.microsoft.com/office/drawing/2014/main" id="{A21960F7-6B43-4C8A-9469-560FD9CAB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812">
            <a:extLst xmlns:a="http://schemas.openxmlformats.org/drawingml/2006/main">
              <a:ext uri="{FF2B5EF4-FFF2-40B4-BE49-F238E27FC236}">
                <a16:creationId xmlns:a16="http://schemas.microsoft.com/office/drawing/2014/main" id="{77C8D7AE-22A2-46CF-93DB-7E1D62208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813">
            <a:extLst xmlns:a="http://schemas.openxmlformats.org/drawingml/2006/main">
              <a:ext uri="{FF2B5EF4-FFF2-40B4-BE49-F238E27FC236}">
                <a16:creationId xmlns:a16="http://schemas.microsoft.com/office/drawing/2014/main" id="{A55F66B7-1469-4C8A-A48C-DFD4CBB2B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814">
            <a:extLst xmlns:a="http://schemas.openxmlformats.org/drawingml/2006/main">
              <a:ext uri="{FF2B5EF4-FFF2-40B4-BE49-F238E27FC236}">
                <a16:creationId xmlns:a16="http://schemas.microsoft.com/office/drawing/2014/main" id="{FC7A30F3-1452-49ED-B278-066319BB7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規劃</a:t>
            </a:r>
          </a:p>
        </p:txBody>
      </p:sp>
      <p:sp>
        <p:nvSpPr>
          <p:cNvPr id="16" name="text-815">
            <a:extLst xmlns:a="http://schemas.openxmlformats.org/drawingml/2006/main">
              <a:ext uri="{FF2B5EF4-FFF2-40B4-BE49-F238E27FC236}">
                <a16:creationId xmlns:a16="http://schemas.microsoft.com/office/drawing/2014/main" id="{960D05E8-F710-41C1-A627-5E84ADD36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拆解步驟與風險</a:t>
            </a:r>
          </a:p>
        </p:txBody>
      </p:sp>
      <p:sp>
        <p:nvSpPr>
          <p:cNvPr id="17" name="text-816">
            <a:extLst xmlns:a="http://schemas.openxmlformats.org/drawingml/2006/main">
              <a:ext uri="{FF2B5EF4-FFF2-40B4-BE49-F238E27FC236}">
                <a16:creationId xmlns:a16="http://schemas.microsoft.com/office/drawing/2014/main" id="{2680CE12-8A24-4C74-AF77-0CD226F6E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817">
            <a:extLst xmlns:a="http://schemas.openxmlformats.org/drawingml/2006/main">
              <a:ext uri="{FF2B5EF4-FFF2-40B4-BE49-F238E27FC236}">
                <a16:creationId xmlns:a16="http://schemas.microsoft.com/office/drawing/2014/main" id="{6559AE05-46A5-4F8D-A2C1-C3C58EB8A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818">
            <a:extLst xmlns:a="http://schemas.openxmlformats.org/drawingml/2006/main">
              <a:ext uri="{FF2B5EF4-FFF2-40B4-BE49-F238E27FC236}">
                <a16:creationId xmlns:a16="http://schemas.microsoft.com/office/drawing/2014/main" id="{3C2867DD-57F5-4810-B5CC-75459225D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819">
            <a:extLst xmlns:a="http://schemas.openxmlformats.org/drawingml/2006/main">
              <a:ext uri="{FF2B5EF4-FFF2-40B4-BE49-F238E27FC236}">
                <a16:creationId xmlns:a16="http://schemas.microsoft.com/office/drawing/2014/main" id="{6F8A5F48-AC62-4DBA-9102-2AFD93D95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820">
            <a:extLst xmlns:a="http://schemas.openxmlformats.org/drawingml/2006/main">
              <a:ext uri="{FF2B5EF4-FFF2-40B4-BE49-F238E27FC236}">
                <a16:creationId xmlns:a16="http://schemas.microsoft.com/office/drawing/2014/main" id="{6A815B06-011D-436D-8342-05B1308D5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執行</a:t>
            </a:r>
          </a:p>
        </p:txBody>
      </p:sp>
      <p:sp>
        <p:nvSpPr>
          <p:cNvPr id="22" name="text-821">
            <a:extLst xmlns:a="http://schemas.openxmlformats.org/drawingml/2006/main">
              <a:ext uri="{FF2B5EF4-FFF2-40B4-BE49-F238E27FC236}">
                <a16:creationId xmlns:a16="http://schemas.microsoft.com/office/drawing/2014/main" id="{F834D87C-4DCB-4BAC-BD2D-C159EC78D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讀檔、寫檔、使用工具</a:t>
            </a:r>
          </a:p>
        </p:txBody>
      </p:sp>
      <p:sp>
        <p:nvSpPr>
          <p:cNvPr id="23" name="text-822">
            <a:extLst xmlns:a="http://schemas.openxmlformats.org/drawingml/2006/main">
              <a:ext uri="{FF2B5EF4-FFF2-40B4-BE49-F238E27FC236}">
                <a16:creationId xmlns:a16="http://schemas.microsoft.com/office/drawing/2014/main" id="{88C56A90-F3F6-4230-8F19-B3B0959D0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823">
            <a:extLst xmlns:a="http://schemas.openxmlformats.org/drawingml/2006/main">
              <a:ext uri="{FF2B5EF4-FFF2-40B4-BE49-F238E27FC236}">
                <a16:creationId xmlns:a16="http://schemas.microsoft.com/office/drawing/2014/main" id="{E9D113DA-9E6B-4717-9F0D-B21DD69DC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824">
            <a:extLst xmlns:a="http://schemas.openxmlformats.org/drawingml/2006/main">
              <a:ext uri="{FF2B5EF4-FFF2-40B4-BE49-F238E27FC236}">
                <a16:creationId xmlns:a16="http://schemas.microsoft.com/office/drawing/2014/main" id="{E063CBE0-767C-4E35-A6BB-869B5D6C6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825">
            <a:extLst xmlns:a="http://schemas.openxmlformats.org/drawingml/2006/main">
              <a:ext uri="{FF2B5EF4-FFF2-40B4-BE49-F238E27FC236}">
                <a16:creationId xmlns:a16="http://schemas.microsoft.com/office/drawing/2014/main" id="{F5E747B1-C2F6-4AA3-BF69-D48AF93F8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826">
            <a:extLst xmlns:a="http://schemas.openxmlformats.org/drawingml/2006/main">
              <a:ext uri="{FF2B5EF4-FFF2-40B4-BE49-F238E27FC236}">
                <a16:creationId xmlns:a16="http://schemas.microsoft.com/office/drawing/2014/main" id="{618596E0-A91D-4637-97CE-9FB62F1E8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驗證</a:t>
            </a:r>
          </a:p>
        </p:txBody>
      </p:sp>
      <p:sp>
        <p:nvSpPr>
          <p:cNvPr id="28" name="text-827">
            <a:extLst xmlns:a="http://schemas.openxmlformats.org/drawingml/2006/main">
              <a:ext uri="{FF2B5EF4-FFF2-40B4-BE49-F238E27FC236}">
                <a16:creationId xmlns:a16="http://schemas.microsoft.com/office/drawing/2014/main" id="{191063E4-EEFB-438C-9DCA-64555652C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測試、畫面、差異</a:t>
            </a:r>
          </a:p>
        </p:txBody>
      </p:sp>
      <p:sp>
        <p:nvSpPr>
          <p:cNvPr id="29" name="text-828">
            <a:extLst xmlns:a="http://schemas.openxmlformats.org/drawingml/2006/main">
              <a:ext uri="{FF2B5EF4-FFF2-40B4-BE49-F238E27FC236}">
                <a16:creationId xmlns:a16="http://schemas.microsoft.com/office/drawing/2014/main" id="{6B5A6C8A-AD08-440F-A989-8F016DC0A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829">
            <a:extLst xmlns:a="http://schemas.openxmlformats.org/drawingml/2006/main">
              <a:ext uri="{FF2B5EF4-FFF2-40B4-BE49-F238E27FC236}">
                <a16:creationId xmlns:a16="http://schemas.microsoft.com/office/drawing/2014/main" id="{7751FF1F-4057-4BD1-8E94-FA3A09AA5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31" name="shape-830">
            <a:extLst xmlns:a="http://schemas.openxmlformats.org/drawingml/2006/main">
              <a:ext uri="{FF2B5EF4-FFF2-40B4-BE49-F238E27FC236}">
                <a16:creationId xmlns:a16="http://schemas.microsoft.com/office/drawing/2014/main" id="{5B6CB528-D4F3-40FA-8998-EB94DF039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831">
            <a:extLst xmlns:a="http://schemas.openxmlformats.org/drawingml/2006/main">
              <a:ext uri="{FF2B5EF4-FFF2-40B4-BE49-F238E27FC236}">
                <a16:creationId xmlns:a16="http://schemas.microsoft.com/office/drawing/2014/main" id="{CEF8AE4F-022B-484A-BD99-85EFABF32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832">
            <a:extLst xmlns:a="http://schemas.openxmlformats.org/drawingml/2006/main">
              <a:ext uri="{FF2B5EF4-FFF2-40B4-BE49-F238E27FC236}">
                <a16:creationId xmlns:a16="http://schemas.microsoft.com/office/drawing/2014/main" id="{1D993D40-E224-4856-AFE1-B9291B8EE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交付</a:t>
            </a:r>
          </a:p>
        </p:txBody>
      </p:sp>
      <p:sp>
        <p:nvSpPr>
          <p:cNvPr id="34" name="text-833">
            <a:extLst xmlns:a="http://schemas.openxmlformats.org/drawingml/2006/main">
              <a:ext uri="{FF2B5EF4-FFF2-40B4-BE49-F238E27FC236}">
                <a16:creationId xmlns:a16="http://schemas.microsoft.com/office/drawing/2014/main" id="{182E30E9-18B0-4625-B9A6-161DAC077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成果、限制、下一步</a:t>
            </a:r>
          </a:p>
        </p:txBody>
      </p:sp>
      <p:sp>
        <p:nvSpPr>
          <p:cNvPr id="35" name="text-834">
            <a:extLst xmlns:a="http://schemas.openxmlformats.org/drawingml/2006/main">
              <a:ext uri="{FF2B5EF4-FFF2-40B4-BE49-F238E27FC236}">
                <a16:creationId xmlns:a16="http://schemas.microsoft.com/office/drawing/2014/main" id="{F1F0C5F4-E268-4037-9225-B03493BE7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73926655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835">
            <a:extLst xmlns:a="http://schemas.openxmlformats.org/drawingml/2006/main">
              <a:ext uri="{FF2B5EF4-FFF2-40B4-BE49-F238E27FC236}">
                <a16:creationId xmlns:a16="http://schemas.microsoft.com/office/drawing/2014/main" id="{83CA0B1D-E7AC-47D8-89AD-DBD6EC47E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HUMAN CONTROL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94C29A4-89DF-4B60-A461-EA98F89E5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人在迴路：三種情況一定要停一下</a:t>
            </a:r>
          </a:p>
        </p:txBody>
      </p:sp>
      <p:cxnSp>
        <p:nvCxnSpPr>
          <p:cNvPr id="20" name="shape-83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837">
            <a:extLst xmlns:a="http://schemas.openxmlformats.org/drawingml/2006/main">
              <a:ext uri="{FF2B5EF4-FFF2-40B4-BE49-F238E27FC236}">
                <a16:creationId xmlns:a16="http://schemas.microsoft.com/office/drawing/2014/main" id="{7AB53653-A5CD-4B94-9150-08311D2ED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6041240-61CE-4387-BF74-A69E54EF8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6" name="shape-838">
            <a:extLst xmlns:a="http://schemas.openxmlformats.org/drawingml/2006/main">
              <a:ext uri="{FF2B5EF4-FFF2-40B4-BE49-F238E27FC236}">
                <a16:creationId xmlns:a16="http://schemas.microsoft.com/office/drawing/2014/main" id="{E347F686-BA3B-4935-9AEA-4D4B2B633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839">
            <a:extLst xmlns:a="http://schemas.openxmlformats.org/drawingml/2006/main">
              <a:ext uri="{FF2B5EF4-FFF2-40B4-BE49-F238E27FC236}">
                <a16:creationId xmlns:a16="http://schemas.microsoft.com/office/drawing/2014/main" id="{65F143E9-19B8-4391-8DBB-1D9BEBC82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STOP</a:t>
            </a:r>
          </a:p>
        </p:txBody>
      </p:sp>
      <p:sp>
        <p:nvSpPr>
          <p:cNvPr id="8" name="text-840">
            <a:extLst xmlns:a="http://schemas.openxmlformats.org/drawingml/2006/main">
              <a:ext uri="{FF2B5EF4-FFF2-40B4-BE49-F238E27FC236}">
                <a16:creationId xmlns:a16="http://schemas.microsoft.com/office/drawing/2014/main" id="{CF75C448-6863-4BDA-90CD-A833BD082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不可逆</a:t>
            </a:r>
          </a:p>
        </p:txBody>
      </p:sp>
      <p:sp>
        <p:nvSpPr>
          <p:cNvPr id="9" name="text-841">
            <a:extLst xmlns:a="http://schemas.openxmlformats.org/drawingml/2006/main">
              <a:ext uri="{FF2B5EF4-FFF2-40B4-BE49-F238E27FC236}">
                <a16:creationId xmlns:a16="http://schemas.microsoft.com/office/drawing/2014/main" id="{2774E752-B5C9-41D3-8523-A32F913E5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刪除、覆寫、公開發布、寄信、上傳、改權限。</a:t>
            </a:r>
          </a:p>
        </p:txBody>
      </p:sp>
      <p:sp>
        <p:nvSpPr>
          <p:cNvPr id="10" name="shape-842">
            <a:extLst xmlns:a="http://schemas.openxmlformats.org/drawingml/2006/main">
              <a:ext uri="{FF2B5EF4-FFF2-40B4-BE49-F238E27FC236}">
                <a16:creationId xmlns:a16="http://schemas.microsoft.com/office/drawing/2014/main" id="{0E6FAF85-83E0-4B54-B28A-78C1A63E7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843">
            <a:extLst xmlns:a="http://schemas.openxmlformats.org/drawingml/2006/main">
              <a:ext uri="{FF2B5EF4-FFF2-40B4-BE49-F238E27FC236}">
                <a16:creationId xmlns:a16="http://schemas.microsoft.com/office/drawing/2014/main" id="{6832F5E3-3301-41EF-98B8-7DCF57AFA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SAFE</a:t>
            </a:r>
          </a:p>
        </p:txBody>
      </p:sp>
      <p:sp>
        <p:nvSpPr>
          <p:cNvPr id="12" name="text-844">
            <a:extLst xmlns:a="http://schemas.openxmlformats.org/drawingml/2006/main">
              <a:ext uri="{FF2B5EF4-FFF2-40B4-BE49-F238E27FC236}">
                <a16:creationId xmlns:a16="http://schemas.microsoft.com/office/drawing/2014/main" id="{E31A52F8-1BED-4272-BB3C-2108E6F46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敏感</a:t>
            </a:r>
          </a:p>
        </p:txBody>
      </p:sp>
      <p:sp>
        <p:nvSpPr>
          <p:cNvPr id="13" name="text-845">
            <a:extLst xmlns:a="http://schemas.openxmlformats.org/drawingml/2006/main">
              <a:ext uri="{FF2B5EF4-FFF2-40B4-BE49-F238E27FC236}">
                <a16:creationId xmlns:a16="http://schemas.microsoft.com/office/drawing/2014/main" id="{55DFD338-FF4C-4656-8B92-0747E24A9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學生個資、成績、未公開研究、帳號與金鑰。</a:t>
            </a:r>
          </a:p>
        </p:txBody>
      </p:sp>
      <p:sp>
        <p:nvSpPr>
          <p:cNvPr id="14" name="shape-846">
            <a:extLst xmlns:a="http://schemas.openxmlformats.org/drawingml/2006/main">
              <a:ext uri="{FF2B5EF4-FFF2-40B4-BE49-F238E27FC236}">
                <a16:creationId xmlns:a16="http://schemas.microsoft.com/office/drawing/2014/main" id="{C0CF92D7-1FE2-4B17-B516-E281E59A0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847">
            <a:extLst xmlns:a="http://schemas.openxmlformats.org/drawingml/2006/main">
              <a:ext uri="{FF2B5EF4-FFF2-40B4-BE49-F238E27FC236}">
                <a16:creationId xmlns:a16="http://schemas.microsoft.com/office/drawing/2014/main" id="{B9C78F7C-A663-4A5E-B7B2-D47A2B4DE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ASK</a:t>
            </a:r>
          </a:p>
        </p:txBody>
      </p:sp>
      <p:sp>
        <p:nvSpPr>
          <p:cNvPr id="16" name="text-848">
            <a:extLst xmlns:a="http://schemas.openxmlformats.org/drawingml/2006/main">
              <a:ext uri="{FF2B5EF4-FFF2-40B4-BE49-F238E27FC236}">
                <a16:creationId xmlns:a16="http://schemas.microsoft.com/office/drawing/2014/main" id="{3503F7E1-B4BA-4F65-A1F8-C15A54FA8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高影響</a:t>
            </a:r>
          </a:p>
        </p:txBody>
      </p:sp>
      <p:sp>
        <p:nvSpPr>
          <p:cNvPr id="17" name="text-849">
            <a:extLst xmlns:a="http://schemas.openxmlformats.org/drawingml/2006/main">
              <a:ext uri="{FF2B5EF4-FFF2-40B4-BE49-F238E27FC236}">
                <a16:creationId xmlns:a16="http://schemas.microsoft.com/office/drawing/2014/main" id="{8C6E9C83-2F2C-4C92-ADDC-F99F3BEED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正式評量、行政決策、倫理或專業判斷。</a:t>
            </a:r>
          </a:p>
        </p:txBody>
      </p:sp>
    </p:spTree>
    <p:extLst>
      <p:ext uri="{BB962C8B-B14F-4D97-AF65-F5344CB8AC3E}">
        <p14:creationId xmlns:p14="http://schemas.microsoft.com/office/powerpoint/2010/main" val="166039468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850">
            <a:extLst xmlns:a="http://schemas.openxmlformats.org/drawingml/2006/main">
              <a:ext uri="{FF2B5EF4-FFF2-40B4-BE49-F238E27FC236}">
                <a16:creationId xmlns:a16="http://schemas.microsoft.com/office/drawing/2014/main" id="{7E0C42D0-49C9-4B17-ADE2-44B183454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CONTINUITY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C13C143-184F-41F1-818C-EAEB35FF3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下午不重做：直接升級上午成果</a:t>
            </a:r>
          </a:p>
        </p:txBody>
      </p:sp>
      <p:cxnSp>
        <p:nvCxnSpPr>
          <p:cNvPr id="20" name="shape-85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852">
            <a:extLst xmlns:a="http://schemas.openxmlformats.org/drawingml/2006/main">
              <a:ext uri="{FF2B5EF4-FFF2-40B4-BE49-F238E27FC236}">
                <a16:creationId xmlns:a16="http://schemas.microsoft.com/office/drawing/2014/main" id="{B23E6C9D-2509-4EC8-9154-076472E00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04C6595-33F8-44C7-A102-4075CBB55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07</a:t>
            </a:r>
          </a:p>
        </p:txBody>
      </p:sp>
      <p:sp>
        <p:nvSpPr>
          <p:cNvPr id="6" name="shape-853">
            <a:extLst xmlns:a="http://schemas.openxmlformats.org/drawingml/2006/main">
              <a:ext uri="{FF2B5EF4-FFF2-40B4-BE49-F238E27FC236}">
                <a16:creationId xmlns:a16="http://schemas.microsoft.com/office/drawing/2014/main" id="{DB83AFD2-DC71-48F7-AC59-789CE189D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854">
            <a:extLst xmlns:a="http://schemas.openxmlformats.org/drawingml/2006/main">
              <a:ext uri="{FF2B5EF4-FFF2-40B4-BE49-F238E27FC236}">
                <a16:creationId xmlns:a16="http://schemas.microsoft.com/office/drawing/2014/main" id="{6539B39F-F938-4CAA-BC9C-DADFBEE10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855">
            <a:extLst xmlns:a="http://schemas.openxmlformats.org/drawingml/2006/main">
              <a:ext uri="{FF2B5EF4-FFF2-40B4-BE49-F238E27FC236}">
                <a16:creationId xmlns:a16="http://schemas.microsoft.com/office/drawing/2014/main" id="{A490B5F4-30ED-4EBF-B125-31A41958A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上午已有</a:t>
            </a:r>
          </a:p>
        </p:txBody>
      </p:sp>
      <p:sp>
        <p:nvSpPr>
          <p:cNvPr id="9" name="text-856">
            <a:extLst xmlns:a="http://schemas.openxmlformats.org/drawingml/2006/main">
              <a:ext uri="{FF2B5EF4-FFF2-40B4-BE49-F238E27FC236}">
                <a16:creationId xmlns:a16="http://schemas.microsoft.com/office/drawing/2014/main" id="{E7B21C69-7F90-428B-A502-3B2F00159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Gemini Notebook 來源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Gem 教學方法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Canvas 互動原型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部署或分享連結</a:t>
            </a:r>
          </a:p>
        </p:txBody>
      </p:sp>
      <p:sp>
        <p:nvSpPr>
          <p:cNvPr id="10" name="text-857">
            <a:extLst xmlns:a="http://schemas.openxmlformats.org/drawingml/2006/main">
              <a:ext uri="{FF2B5EF4-FFF2-40B4-BE49-F238E27FC236}">
                <a16:creationId xmlns:a16="http://schemas.microsoft.com/office/drawing/2014/main" id="{BE372224-A0B7-415F-96BC-E2AA60817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下午新增</a:t>
            </a:r>
          </a:p>
        </p:txBody>
      </p:sp>
      <p:sp>
        <p:nvSpPr>
          <p:cNvPr id="11" name="text-858">
            <a:extLst xmlns:a="http://schemas.openxmlformats.org/drawingml/2006/main">
              <a:ext uri="{FF2B5EF4-FFF2-40B4-BE49-F238E27FC236}">
                <a16:creationId xmlns:a16="http://schemas.microsoft.com/office/drawing/2014/main" id="{2F399463-A52E-4484-8A0C-181DF6E42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專案資料夾與任務簡報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修改與測試證據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可重複使用的 Skill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跨工具驗證紀錄</a:t>
            </a:r>
          </a:p>
        </p:txBody>
      </p:sp>
      <p:sp>
        <p:nvSpPr>
          <p:cNvPr id="12" name="text-859">
            <a:extLst xmlns:a="http://schemas.openxmlformats.org/drawingml/2006/main">
              <a:ext uri="{FF2B5EF4-FFF2-40B4-BE49-F238E27FC236}">
                <a16:creationId xmlns:a16="http://schemas.microsoft.com/office/drawing/2014/main" id="{57551D95-BB05-4ED7-9878-C794B22AE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上午成果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來源、Gem、Canvas、連結</a:t>
            </a:r>
          </a:p>
        </p:txBody>
      </p:sp>
      <p:sp>
        <p:nvSpPr>
          <p:cNvPr id="13" name="text-860">
            <a:extLst xmlns:a="http://schemas.openxmlformats.org/drawingml/2006/main">
              <a:ext uri="{FF2B5EF4-FFF2-40B4-BE49-F238E27FC236}">
                <a16:creationId xmlns:a16="http://schemas.microsoft.com/office/drawing/2014/main" id="{EAADD942-4934-4CAC-BB8A-C149D6111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同一個問題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繼續往下做</a:t>
            </a:r>
          </a:p>
        </p:txBody>
      </p:sp>
      <p:sp>
        <p:nvSpPr>
          <p:cNvPr id="14" name="text-861">
            <a:extLst xmlns:a="http://schemas.openxmlformats.org/drawingml/2006/main">
              <a:ext uri="{FF2B5EF4-FFF2-40B4-BE49-F238E27FC236}">
                <a16:creationId xmlns:a16="http://schemas.microsoft.com/office/drawing/2014/main" id="{52463421-1EB9-411D-9341-A09F86F6A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2A1B2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下午升級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任務、Skill、證據、驗證</a:t>
            </a:r>
          </a:p>
        </p:txBody>
      </p:sp>
      <p:cxnSp>
        <p:nvCxnSpPr>
          <p:cNvPr id="32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3181350" y="5181600"/>
            <a:ext cx="17240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33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286625" y="5181600"/>
            <a:ext cx="17240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806D"/>
            </a:solidFill>
            <a:prstDash val="solid"/>
            <a:tailEnd type="arrow" w="sm" len="sm"/>
          </a:ln>
        </p:spPr>
      </p:cxnSp>
      <p:sp>
        <p:nvSpPr>
          <p:cNvPr id="17" name="text-862">
            <a:extLst xmlns:a="http://schemas.openxmlformats.org/drawingml/2006/main">
              <a:ext uri="{FF2B5EF4-FFF2-40B4-BE49-F238E27FC236}">
                <a16:creationId xmlns:a16="http://schemas.microsoft.com/office/drawing/2014/main" id="{7B57D367-9401-4609-83A3-4EDEB5F7E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619750"/>
            <a:ext cx="598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不是重做，而是把作品變成可重複流程</a:t>
            </a:r>
          </a:p>
        </p:txBody>
      </p:sp>
    </p:spTree>
    <p:extLst>
      <p:ext uri="{BB962C8B-B14F-4D97-AF65-F5344CB8AC3E}">
        <p14:creationId xmlns:p14="http://schemas.microsoft.com/office/powerpoint/2010/main" val="9689461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863">
            <a:extLst xmlns:a="http://schemas.openxmlformats.org/drawingml/2006/main">
              <a:ext uri="{FF2B5EF4-FFF2-40B4-BE49-F238E27FC236}">
                <a16:creationId xmlns:a16="http://schemas.microsoft.com/office/drawing/2014/main" id="{D55FADC5-4C52-4F38-8A4D-CCDEC1AB2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838AA88-9096-420A-A035-A0A39D609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阿凱老師實戰案例導航｜資料與 Agent Skills</a:t>
            </a:r>
          </a:p>
        </p:txBody>
      </p:sp>
      <p:cxnSp>
        <p:nvCxnSpPr>
          <p:cNvPr id="33" name="shape-86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865">
            <a:extLst xmlns:a="http://schemas.openxmlformats.org/drawingml/2006/main">
              <a:ext uri="{FF2B5EF4-FFF2-40B4-BE49-F238E27FC236}">
                <a16:creationId xmlns:a16="http://schemas.microsoft.com/office/drawing/2014/main" id="{12F31746-FD02-4ABC-B00C-0E6FF49D3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AB8402C-6BD8-4711-9956-2D93D8F84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08</a:t>
            </a:r>
          </a:p>
        </p:txBody>
      </p:sp>
      <p:sp>
        <p:nvSpPr>
          <p:cNvPr id="6" name="text-866">
            <a:extLst xmlns:a="http://schemas.openxmlformats.org/drawingml/2006/main">
              <a:ext uri="{FF2B5EF4-FFF2-40B4-BE49-F238E27FC236}">
                <a16:creationId xmlns:a16="http://schemas.microsoft.com/office/drawing/2014/main" id="{C86B37E1-4906-456E-9942-B66A8BF0F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從學生表現分析、PIRLS 評量設計到 Web Agent 技能，觀察可驗證的工作流程。</a:t>
            </a:r>
          </a:p>
        </p:txBody>
      </p:sp>
      <p:sp>
        <p:nvSpPr>
          <p:cNvPr id="7" name="shape-867">
            <a:extLst xmlns:a="http://schemas.openxmlformats.org/drawingml/2006/main">
              <a:ext uri="{FF2B5EF4-FFF2-40B4-BE49-F238E27FC236}">
                <a16:creationId xmlns:a16="http://schemas.microsoft.com/office/drawing/2014/main" id="{64D2C14F-3532-4C9C-B14C-F70D24BE3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868">
            <a:extLst xmlns:a="http://schemas.openxmlformats.org/drawingml/2006/main">
              <a:ext uri="{FF2B5EF4-FFF2-40B4-BE49-F238E27FC236}">
                <a16:creationId xmlns:a16="http://schemas.microsoft.com/office/drawing/2014/main" id="{B282962D-9BE7-49D1-A34D-99554AD52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#73 · 學生資料分析</a:t>
            </a:r>
          </a:p>
        </p:txBody>
      </p:sp>
      <p:sp>
        <p:nvSpPr>
          <p:cNvPr id="9" name="text-869">
            <a:extLst xmlns:a="http://schemas.openxmlformats.org/drawingml/2006/main">
              <a:ext uri="{FF2B5EF4-FFF2-40B4-BE49-F238E27FC236}">
                <a16:creationId xmlns:a16="http://schemas.microsoft.com/office/drawing/2014/main" id="{9B635056-4DB3-4379-836E-1A6D9C9E7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國小期中考成績篩選工具</a:t>
            </a:r>
          </a:p>
        </p:txBody>
      </p:sp>
      <p:sp>
        <p:nvSpPr>
          <p:cNvPr id="10" name="text-870">
            <a:extLst xmlns:a="http://schemas.openxmlformats.org/drawingml/2006/main">
              <a:ext uri="{FF2B5EF4-FFF2-40B4-BE49-F238E27FC236}">
                <a16:creationId xmlns:a16="http://schemas.microsoft.com/office/drawing/2014/main" id="{DDA1FB42-E748-4E49-89FA-1CFC6741A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快速查看成績分布與篩選結果，作為結構化學生資料分析的入門案例。</a:t>
            </a:r>
          </a:p>
        </p:txBody>
      </p:sp>
      <p:sp>
        <p:nvSpPr>
          <p:cNvPr id="11" name="text-871">
            <a:extLst xmlns:a="http://schemas.openxmlformats.org/drawingml/2006/main">
              <a:ext uri="{FF2B5EF4-FFF2-40B4-BE49-F238E27FC236}">
                <a16:creationId xmlns:a16="http://schemas.microsoft.com/office/drawing/2014/main" id="{1F26141E-A9CF-496E-9D60-B76978916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99f7df5f7fb4dfc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a8c359842d4600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872">
            <a:extLst xmlns:a="http://schemas.openxmlformats.org/drawingml/2006/main">
              <a:ext uri="{FF2B5EF4-FFF2-40B4-BE49-F238E27FC236}">
                <a16:creationId xmlns:a16="http://schemas.microsoft.com/office/drawing/2014/main" id="{236529D2-789D-49C7-9B78-C48DF7B62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8d6a8b344c44c09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6c41e10ca04052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873">
            <a:extLst xmlns:a="http://schemas.openxmlformats.org/drawingml/2006/main">
              <a:ext uri="{FF2B5EF4-FFF2-40B4-BE49-F238E27FC236}">
                <a16:creationId xmlns:a16="http://schemas.microsoft.com/office/drawing/2014/main" id="{BC3C5F55-593D-42DF-95BA-ABD86D9C5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6" name="text-874">
            <a:extLst xmlns:a="http://schemas.openxmlformats.org/drawingml/2006/main">
              <a:ext uri="{FF2B5EF4-FFF2-40B4-BE49-F238E27FC236}">
                <a16:creationId xmlns:a16="http://schemas.microsoft.com/office/drawing/2014/main" id="{CE899C38-68B3-4722-A10F-B359777D9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#87 · PIRLS 評量</a:t>
            </a:r>
          </a:p>
        </p:txBody>
      </p:sp>
      <p:sp>
        <p:nvSpPr>
          <p:cNvPr id="17" name="text-875">
            <a:extLst xmlns:a="http://schemas.openxmlformats.org/drawingml/2006/main">
              <a:ext uri="{FF2B5EF4-FFF2-40B4-BE49-F238E27FC236}">
                <a16:creationId xmlns:a16="http://schemas.microsoft.com/office/drawing/2014/main" id="{4FF41132-A548-4906-B642-258E5D06B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PIRLS 閱讀理解生成站 PRO</a:t>
            </a:r>
          </a:p>
        </p:txBody>
      </p:sp>
      <p:sp>
        <p:nvSpPr>
          <p:cNvPr id="18" name="text-876">
            <a:extLst xmlns:a="http://schemas.openxmlformats.org/drawingml/2006/main">
              <a:ext uri="{FF2B5EF4-FFF2-40B4-BE49-F238E27FC236}">
                <a16:creationId xmlns:a16="http://schemas.microsoft.com/office/drawing/2014/main" id="{01960B3C-EC47-4BC5-9A50-3034F27DE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依四層次生成提問與答案說明，銜接評量設計、規準與人工檢核。</a:t>
            </a:r>
          </a:p>
        </p:txBody>
      </p:sp>
      <p:sp>
        <p:nvSpPr>
          <p:cNvPr id="19" name="text-877">
            <a:extLst xmlns:a="http://schemas.openxmlformats.org/drawingml/2006/main">
              <a:ext uri="{FF2B5EF4-FFF2-40B4-BE49-F238E27FC236}">
                <a16:creationId xmlns:a16="http://schemas.microsoft.com/office/drawing/2014/main" id="{63F0127A-9D43-4E64-91E4-8FE282922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881ec601a824920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5e7eeb5d64481a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878">
            <a:extLst xmlns:a="http://schemas.openxmlformats.org/drawingml/2006/main">
              <a:ext uri="{FF2B5EF4-FFF2-40B4-BE49-F238E27FC236}">
                <a16:creationId xmlns:a16="http://schemas.microsoft.com/office/drawing/2014/main" id="{BE9D85B6-B203-46F2-8D3C-08FD01A28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16e11dc20094218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6d48c2e9eb4f61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879">
            <a:extLst xmlns:a="http://schemas.openxmlformats.org/drawingml/2006/main">
              <a:ext uri="{FF2B5EF4-FFF2-40B4-BE49-F238E27FC236}">
                <a16:creationId xmlns:a16="http://schemas.microsoft.com/office/drawing/2014/main" id="{9A9B2D41-F799-4A4B-A79F-19CFF6A92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4" name="text-880">
            <a:extLst xmlns:a="http://schemas.openxmlformats.org/drawingml/2006/main">
              <a:ext uri="{FF2B5EF4-FFF2-40B4-BE49-F238E27FC236}">
                <a16:creationId xmlns:a16="http://schemas.microsoft.com/office/drawing/2014/main" id="{2FA8ACBF-AF53-4763-B5B9-17822D737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#103 · 提示詞與 Skill</a:t>
            </a:r>
          </a:p>
        </p:txBody>
      </p:sp>
      <p:sp>
        <p:nvSpPr>
          <p:cNvPr id="25" name="text-881">
            <a:extLst xmlns:a="http://schemas.openxmlformats.org/drawingml/2006/main">
              <a:ext uri="{FF2B5EF4-FFF2-40B4-BE49-F238E27FC236}">
                <a16:creationId xmlns:a16="http://schemas.microsoft.com/office/drawing/2014/main" id="{57E88FFA-2F5E-4EBD-9917-1F9B898FA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Agent 的 Web 技能雙引擎</a:t>
            </a:r>
          </a:p>
        </p:txBody>
      </p:sp>
      <p:sp>
        <p:nvSpPr>
          <p:cNvPr id="26" name="text-882">
            <a:extLst xmlns:a="http://schemas.openxmlformats.org/drawingml/2006/main">
              <a:ext uri="{FF2B5EF4-FFF2-40B4-BE49-F238E27FC236}">
                <a16:creationId xmlns:a16="http://schemas.microsoft.com/office/drawing/2014/main" id="{D917D935-B684-4BC5-8132-309934C8D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用 Playwright × Webwright 解釋 Agent 如何規劃、操作並回報證據。</a:t>
            </a:r>
          </a:p>
        </p:txBody>
      </p:sp>
      <p:sp>
        <p:nvSpPr>
          <p:cNvPr id="27" name="text-883">
            <a:extLst xmlns:a="http://schemas.openxmlformats.org/drawingml/2006/main">
              <a:ext uri="{FF2B5EF4-FFF2-40B4-BE49-F238E27FC236}">
                <a16:creationId xmlns:a16="http://schemas.microsoft.com/office/drawing/2014/main" id="{D43C0326-BF82-4928-A1B7-E3173DDA5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fa9cf7104a14fc4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0b50fdbde84295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884">
            <a:extLst xmlns:a="http://schemas.openxmlformats.org/drawingml/2006/main">
              <a:ext uri="{FF2B5EF4-FFF2-40B4-BE49-F238E27FC236}">
                <a16:creationId xmlns:a16="http://schemas.microsoft.com/office/drawing/2014/main" id="{64655408-249D-481E-B5A5-151250FC8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5ce27aa5f8141b5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80921f81b14534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115049248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885">
            <a:extLst xmlns:a="http://schemas.openxmlformats.org/drawingml/2006/main">
              <a:ext uri="{FF2B5EF4-FFF2-40B4-BE49-F238E27FC236}">
                <a16:creationId xmlns:a16="http://schemas.microsoft.com/office/drawing/2014/main" id="{DC1CDCE8-6905-4C79-86BF-FE0BB9285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0FAE016-F56C-422C-889A-4446B8BBF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阿凱老師實戰案例導航｜研究與驗證</a:t>
            </a:r>
          </a:p>
        </p:txBody>
      </p:sp>
      <p:cxnSp>
        <p:nvCxnSpPr>
          <p:cNvPr id="33" name="shape-88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887">
            <a:extLst xmlns:a="http://schemas.openxmlformats.org/drawingml/2006/main">
              <a:ext uri="{FF2B5EF4-FFF2-40B4-BE49-F238E27FC236}">
                <a16:creationId xmlns:a16="http://schemas.microsoft.com/office/drawing/2014/main" id="{37B9CAF3-DDD3-4FD4-B7F9-060FCCAD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E3871B7-1D7E-46EF-B1E7-CC69CD3D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09</a:t>
            </a:r>
          </a:p>
        </p:txBody>
      </p:sp>
      <p:sp>
        <p:nvSpPr>
          <p:cNvPr id="6" name="text-888">
            <a:extLst xmlns:a="http://schemas.openxmlformats.org/drawingml/2006/main">
              <a:ext uri="{FF2B5EF4-FFF2-40B4-BE49-F238E27FC236}">
                <a16:creationId xmlns:a16="http://schemas.microsoft.com/office/drawing/2014/main" id="{A37361EB-B375-48CE-921C-F64386317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把資料來源、審查規準、無障礙檢測與人工覆核組成可追查的 Agent 流程。</a:t>
            </a:r>
          </a:p>
        </p:txBody>
      </p:sp>
      <p:sp>
        <p:nvSpPr>
          <p:cNvPr id="7" name="shape-889">
            <a:extLst xmlns:a="http://schemas.openxmlformats.org/drawingml/2006/main">
              <a:ext uri="{FF2B5EF4-FFF2-40B4-BE49-F238E27FC236}">
                <a16:creationId xmlns:a16="http://schemas.microsoft.com/office/drawing/2014/main" id="{05986D65-61AF-4E2F-AB15-3B4383ED8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890">
            <a:extLst xmlns:a="http://schemas.openxmlformats.org/drawingml/2006/main">
              <a:ext uri="{FF2B5EF4-FFF2-40B4-BE49-F238E27FC236}">
                <a16:creationId xmlns:a16="http://schemas.microsoft.com/office/drawing/2014/main" id="{4CDA9CC5-20CE-49E3-951D-FA7E1D18D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#105 · 研究工作流程</a:t>
            </a:r>
          </a:p>
        </p:txBody>
      </p:sp>
      <p:sp>
        <p:nvSpPr>
          <p:cNvPr id="9" name="text-891">
            <a:extLst xmlns:a="http://schemas.openxmlformats.org/drawingml/2006/main">
              <a:ext uri="{FF2B5EF4-FFF2-40B4-BE49-F238E27FC236}">
                <a16:creationId xmlns:a16="http://schemas.microsoft.com/office/drawing/2014/main" id="{D04170F9-05EC-4D6C-ABC4-144E4F0F9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臺灣主權 AI 訓練語料庫</a:t>
            </a:r>
          </a:p>
        </p:txBody>
      </p:sp>
      <p:sp>
        <p:nvSpPr>
          <p:cNvPr id="10" name="text-892">
            <a:extLst xmlns:a="http://schemas.openxmlformats.org/drawingml/2006/main">
              <a:ext uri="{FF2B5EF4-FFF2-40B4-BE49-F238E27FC236}">
                <a16:creationId xmlns:a16="http://schemas.microsoft.com/office/drawing/2014/main" id="{211D7E74-D4DC-4448-A298-842B796D0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4,554 筆開放語料依主題、課綱與授權整理，再轉化成教學研究素材。</a:t>
            </a:r>
          </a:p>
        </p:txBody>
      </p:sp>
      <p:sp>
        <p:nvSpPr>
          <p:cNvPr id="11" name="text-893">
            <a:extLst xmlns:a="http://schemas.openxmlformats.org/drawingml/2006/main">
              <a:ext uri="{FF2B5EF4-FFF2-40B4-BE49-F238E27FC236}">
                <a16:creationId xmlns:a16="http://schemas.microsoft.com/office/drawing/2014/main" id="{01E3DF04-56C2-4597-B3D1-5143133B7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fa53460909946de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fe98ee4a774c40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894">
            <a:extLst xmlns:a="http://schemas.openxmlformats.org/drawingml/2006/main">
              <a:ext uri="{FF2B5EF4-FFF2-40B4-BE49-F238E27FC236}">
                <a16:creationId xmlns:a16="http://schemas.microsoft.com/office/drawing/2014/main" id="{5DEA09D8-C0F3-4984-8DFA-288C94E4A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dcf9d3dc6754a21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db95f8bd354374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895">
            <a:extLst xmlns:a="http://schemas.openxmlformats.org/drawingml/2006/main">
              <a:ext uri="{FF2B5EF4-FFF2-40B4-BE49-F238E27FC236}">
                <a16:creationId xmlns:a16="http://schemas.microsoft.com/office/drawing/2014/main" id="{D5ED1409-2427-49DB-9083-11DB730F9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6" name="text-896">
            <a:extLst xmlns:a="http://schemas.openxmlformats.org/drawingml/2006/main">
              <a:ext uri="{FF2B5EF4-FFF2-40B4-BE49-F238E27FC236}">
                <a16:creationId xmlns:a16="http://schemas.microsoft.com/office/drawing/2014/main" id="{4E3DFF89-7835-4A7F-929C-D67570650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#123 · RWD／無障礙</a:t>
            </a:r>
          </a:p>
        </p:txBody>
      </p:sp>
      <p:sp>
        <p:nvSpPr>
          <p:cNvPr id="17" name="text-897">
            <a:extLst xmlns:a="http://schemas.openxmlformats.org/drawingml/2006/main">
              <a:ext uri="{FF2B5EF4-FFF2-40B4-BE49-F238E27FC236}">
                <a16:creationId xmlns:a16="http://schemas.microsoft.com/office/drawing/2014/main" id="{35274E40-07A0-4D3D-8949-87E03C080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校網無障礙 AA 遷移操作平台</a:t>
            </a:r>
          </a:p>
        </p:txBody>
      </p:sp>
      <p:sp>
        <p:nvSpPr>
          <p:cNvPr id="18" name="text-898">
            <a:extLst xmlns:a="http://schemas.openxmlformats.org/drawingml/2006/main">
              <a:ext uri="{FF2B5EF4-FFF2-40B4-BE49-F238E27FC236}">
                <a16:creationId xmlns:a16="http://schemas.microsoft.com/office/drawing/2014/main" id="{9F678AB9-3389-44E1-8DDD-3B588BDB9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12 步遷移清單、對比度檢查與送審雷區，示範可驗證工作流程。</a:t>
            </a:r>
          </a:p>
        </p:txBody>
      </p:sp>
      <p:sp>
        <p:nvSpPr>
          <p:cNvPr id="19" name="text-899">
            <a:extLst xmlns:a="http://schemas.openxmlformats.org/drawingml/2006/main">
              <a:ext uri="{FF2B5EF4-FFF2-40B4-BE49-F238E27FC236}">
                <a16:creationId xmlns:a16="http://schemas.microsoft.com/office/drawing/2014/main" id="{427DD24F-9380-4D27-A1DB-F592FF00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a1277ef710a4c1b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cf581d6e1e4150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900">
            <a:extLst xmlns:a="http://schemas.openxmlformats.org/drawingml/2006/main">
              <a:ext uri="{FF2B5EF4-FFF2-40B4-BE49-F238E27FC236}">
                <a16:creationId xmlns:a16="http://schemas.microsoft.com/office/drawing/2014/main" id="{875443A1-44F0-44CB-B777-CA772A33F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55ed70f475441f1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e0909c6f7e496f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901">
            <a:extLst xmlns:a="http://schemas.openxmlformats.org/drawingml/2006/main">
              <a:ext uri="{FF2B5EF4-FFF2-40B4-BE49-F238E27FC236}">
                <a16:creationId xmlns:a16="http://schemas.microsoft.com/office/drawing/2014/main" id="{9A1EA254-BA6C-4C3F-9F84-711DBEF92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4" name="text-902">
            <a:extLst xmlns:a="http://schemas.openxmlformats.org/drawingml/2006/main">
              <a:ext uri="{FF2B5EF4-FFF2-40B4-BE49-F238E27FC236}">
                <a16:creationId xmlns:a16="http://schemas.microsoft.com/office/drawing/2014/main" id="{5EC9123A-F040-4FE9-AFDB-2EE76F83D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#88 · Agent 驗證</a:t>
            </a:r>
          </a:p>
        </p:txBody>
      </p:sp>
      <p:sp>
        <p:nvSpPr>
          <p:cNvPr id="25" name="text-903">
            <a:extLst xmlns:a="http://schemas.openxmlformats.org/drawingml/2006/main">
              <a:ext uri="{FF2B5EF4-FFF2-40B4-BE49-F238E27FC236}">
                <a16:creationId xmlns:a16="http://schemas.microsoft.com/office/drawing/2014/main" id="{1FB2D6FE-7F49-41F1-8809-81B942860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國中課程計畫 AI 審查工具</a:t>
            </a:r>
          </a:p>
        </p:txBody>
      </p:sp>
      <p:sp>
        <p:nvSpPr>
          <p:cNvPr id="26" name="text-904">
            <a:extLst xmlns:a="http://schemas.openxmlformats.org/drawingml/2006/main">
              <a:ext uri="{FF2B5EF4-FFF2-40B4-BE49-F238E27FC236}">
                <a16:creationId xmlns:a16="http://schemas.microsoft.com/office/drawing/2014/main" id="{AF1FE631-D8E1-41BF-9981-33F0DCBB0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依 40+ 審查標準逐項比對 PDF，示範規則、證據與人工覆核。</a:t>
            </a:r>
          </a:p>
        </p:txBody>
      </p:sp>
      <p:sp>
        <p:nvSpPr>
          <p:cNvPr id="27" name="text-905">
            <a:extLst xmlns:a="http://schemas.openxmlformats.org/drawingml/2006/main">
              <a:ext uri="{FF2B5EF4-FFF2-40B4-BE49-F238E27FC236}">
                <a16:creationId xmlns:a16="http://schemas.microsoft.com/office/drawing/2014/main" id="{CE2C87A8-F8C1-4B67-94D9-AD8486582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a00d6a2a3834cad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3406dbadea404c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906">
            <a:extLst xmlns:a="http://schemas.openxmlformats.org/drawingml/2006/main">
              <a:ext uri="{FF2B5EF4-FFF2-40B4-BE49-F238E27FC236}">
                <a16:creationId xmlns:a16="http://schemas.microsoft.com/office/drawing/2014/main" id="{56B40FAC-D9F3-4F8B-833D-F83BAB3A3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a7b2648d5504973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29ba0885454899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196835645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907">
            <a:extLst xmlns:a="http://schemas.openxmlformats.org/drawingml/2006/main">
              <a:ext uri="{FF2B5EF4-FFF2-40B4-BE49-F238E27FC236}">
                <a16:creationId xmlns:a16="http://schemas.microsoft.com/office/drawing/2014/main" id="{BA20B28A-FD5D-40F2-9303-CB2C46D87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2" name="text-908">
            <a:extLst xmlns:a="http://schemas.openxmlformats.org/drawingml/2006/main">
              <a:ext uri="{FF2B5EF4-FFF2-40B4-BE49-F238E27FC236}">
                <a16:creationId xmlns:a16="http://schemas.microsoft.com/office/drawing/2014/main" id="{6E88EA60-8B68-4B94-9359-2B6AB62F5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sp>
        <p:nvSpPr>
          <p:cNvPr id="3" name="text-909">
            <a:extLst xmlns:a="http://schemas.openxmlformats.org/drawingml/2006/main">
              <a:ext uri="{FF2B5EF4-FFF2-40B4-BE49-F238E27FC236}">
                <a16:creationId xmlns:a16="http://schemas.microsoft.com/office/drawing/2014/main" id="{D96872B8-AC42-4A87-AA4E-15EC9A201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把工作區變成 Agent 的中央指揮中心：交付任務、監看計畫、檢查產物與驗證證據。</a:t>
            </a:r>
          </a:p>
        </p:txBody>
      </p:sp>
      <p:sp>
        <p:nvSpPr>
          <p:cNvPr id="4" name="shape-910">
            <a:extLst xmlns:a="http://schemas.openxmlformats.org/drawingml/2006/main">
              <a:ext uri="{FF2B5EF4-FFF2-40B4-BE49-F238E27FC236}">
                <a16:creationId xmlns:a16="http://schemas.microsoft.com/office/drawing/2014/main" id="{34178AF9-303D-434A-A42E-F79F9AE6D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911">
            <a:extLst xmlns:a="http://schemas.openxmlformats.org/drawingml/2006/main">
              <a:ext uri="{FF2B5EF4-FFF2-40B4-BE49-F238E27FC236}">
                <a16:creationId xmlns:a16="http://schemas.microsoft.com/office/drawing/2014/main" id="{F5AEECA1-2C4F-4518-A519-2B8E4E87A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sp>
        <p:nvSpPr>
          <p:cNvPr id="6" name="shape-912">
            <a:extLst xmlns:a="http://schemas.openxmlformats.org/drawingml/2006/main">
              <a:ext uri="{FF2B5EF4-FFF2-40B4-BE49-F238E27FC236}">
                <a16:creationId xmlns:a16="http://schemas.microsoft.com/office/drawing/2014/main" id="{9EF4D786-6549-4977-A791-E577E70C0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5524500"/>
            <a:ext cx="23812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315D7E"/>
            </a:solidFill>
            <a:prstDash val="solid"/>
          </a:ln>
        </p:spPr>
      </p:sp>
      <p:sp>
        <p:nvSpPr>
          <p:cNvPr id="7" name="text-913">
            <a:extLst xmlns:a="http://schemas.openxmlformats.org/drawingml/2006/main">
              <a:ext uri="{FF2B5EF4-FFF2-40B4-BE49-F238E27FC236}">
                <a16:creationId xmlns:a16="http://schemas.microsoft.com/office/drawing/2014/main" id="{D60F7173-FB30-46FC-834E-086741D44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559117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✦</a:t>
            </a:r>
          </a:p>
        </p:txBody>
      </p:sp>
      <p:sp>
        <p:nvSpPr>
          <p:cNvPr id="8" name="text-914">
            <a:extLst xmlns:a="http://schemas.openxmlformats.org/drawingml/2006/main">
              <a:ext uri="{FF2B5EF4-FFF2-40B4-BE49-F238E27FC236}">
                <a16:creationId xmlns:a16="http://schemas.microsoft.com/office/drawing/2014/main" id="{27F927BF-0AAE-4347-900D-5C0EB36A1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600700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sp>
        <p:nvSpPr>
          <p:cNvPr id="9" name="text-915">
            <a:extLst xmlns:a="http://schemas.openxmlformats.org/drawingml/2006/main">
              <a:ext uri="{FF2B5EF4-FFF2-40B4-BE49-F238E27FC236}">
                <a16:creationId xmlns:a16="http://schemas.microsoft.com/office/drawing/2014/main" id="{136E5065-D9E7-49BD-8D4C-34D79947A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800725"/>
            <a:ext cx="17335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7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Google Agent 工作區</a:t>
            </a:r>
          </a:p>
        </p:txBody>
      </p:sp>
      <p:cxnSp>
        <p:nvCxnSpPr>
          <p:cNvPr id="26" name="shape-91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11" name="text-917">
            <a:extLst xmlns:a="http://schemas.openxmlformats.org/drawingml/2006/main">
              <a:ext uri="{FF2B5EF4-FFF2-40B4-BE49-F238E27FC236}">
                <a16:creationId xmlns:a16="http://schemas.microsoft.com/office/drawing/2014/main" id="{F7C4DA54-639B-4A44-B798-3B782EB35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7DC1DE3-8DA1-4610-8588-13752505B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10</a:t>
            </a:r>
          </a:p>
        </p:txBody>
      </p:sp>
      <p:sp>
        <p:nvSpPr>
          <p:cNvPr id="13" name="text-1576">
            <a:extLst xmlns:a="http://schemas.openxmlformats.org/drawingml/2006/main">
              <a:ext uri="{FF2B5EF4-FFF2-40B4-BE49-F238E27FC236}">
                <a16:creationId xmlns:a16="http://schemas.microsoft.com/office/drawing/2014/main" id="{9D457470-9871-4953-9D04-2A87757F6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194d7a1bdef4ded"/>
              </a:rPr>
              <a:t>開啟 Antigravity ↗</a:t>
            </a:r>
          </a:p>
        </p:txBody>
      </p:sp>
      <p:sp>
        <p:nvSpPr>
          <p:cNvPr id="14" name="shape-1610">
            <a:extLst xmlns:a="http://schemas.openxmlformats.org/drawingml/2006/main">
              <a:ext uri="{FF2B5EF4-FFF2-40B4-BE49-F238E27FC236}">
                <a16:creationId xmlns:a16="http://schemas.microsoft.com/office/drawing/2014/main" id="{C92EC553-B3C3-46F5-814A-E5349968E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d2014c590f463a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1611">
            <a:extLst xmlns:a="http://schemas.openxmlformats.org/drawingml/2006/main">
              <a:ext uri="{FF2B5EF4-FFF2-40B4-BE49-F238E27FC236}">
                <a16:creationId xmlns:a16="http://schemas.microsoft.com/office/drawing/2014/main" id="{49B9FE66-17E7-4784-B29B-353ACCB6E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00730754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-918">
            <a:extLst xmlns:a="http://schemas.openxmlformats.org/drawingml/2006/main">
              <a:ext uri="{FF2B5EF4-FFF2-40B4-BE49-F238E27FC236}">
                <a16:creationId xmlns:a16="http://schemas.microsoft.com/office/drawing/2014/main" id="{FCB2DBD2-7A12-454C-9823-F80A67CE9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AGENTIC DEVELOPMENT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1545D7C-68F8-4321-BD6C-5C846B12B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Antigravity：不是更大的聊天框</a:t>
            </a:r>
          </a:p>
        </p:txBody>
      </p:sp>
      <p:cxnSp>
        <p:nvCxnSpPr>
          <p:cNvPr id="18" name="shape-91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20">
            <a:extLst xmlns:a="http://schemas.openxmlformats.org/drawingml/2006/main">
              <a:ext uri="{FF2B5EF4-FFF2-40B4-BE49-F238E27FC236}">
                <a16:creationId xmlns:a16="http://schemas.microsoft.com/office/drawing/2014/main" id="{EDE75398-52CB-435E-BB5D-D0EEA5BF7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253EDF9-086A-4C28-BF54-3C9988B2E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11</a:t>
            </a:r>
          </a:p>
        </p:txBody>
      </p:sp>
      <p:sp>
        <p:nvSpPr>
          <p:cNvPr id="6" name="shape-921">
            <a:extLst xmlns:a="http://schemas.openxmlformats.org/drawingml/2006/main">
              <a:ext uri="{FF2B5EF4-FFF2-40B4-BE49-F238E27FC236}">
                <a16:creationId xmlns:a16="http://schemas.microsoft.com/office/drawing/2014/main" id="{0EDE885E-1AFB-490B-9538-72225796C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922">
            <a:extLst xmlns:a="http://schemas.openxmlformats.org/drawingml/2006/main">
              <a:ext uri="{FF2B5EF4-FFF2-40B4-BE49-F238E27FC236}">
                <a16:creationId xmlns:a16="http://schemas.microsoft.com/office/drawing/2014/main" id="{1D2E0D16-AF48-4172-B489-247D4D4D2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923">
            <a:extLst xmlns:a="http://schemas.openxmlformats.org/drawingml/2006/main">
              <a:ext uri="{FF2B5EF4-FFF2-40B4-BE49-F238E27FC236}">
                <a16:creationId xmlns:a16="http://schemas.microsoft.com/office/drawing/2014/main" id="{94532118-452D-438F-88A6-AAE1F9110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你提供</a:t>
            </a:r>
          </a:p>
        </p:txBody>
      </p:sp>
      <p:sp>
        <p:nvSpPr>
          <p:cNvPr id="9" name="text-924">
            <a:extLst xmlns:a="http://schemas.openxmlformats.org/drawingml/2006/main">
              <a:ext uri="{FF2B5EF4-FFF2-40B4-BE49-F238E27FC236}">
                <a16:creationId xmlns:a16="http://schemas.microsoft.com/office/drawing/2014/main" id="{8723DCAA-A982-4FAC-A5BC-85786AC3E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工作區與檔案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清楚的任務與限制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可驗收的完成條件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必要的授權</a:t>
            </a:r>
          </a:p>
        </p:txBody>
      </p:sp>
      <p:sp>
        <p:nvSpPr>
          <p:cNvPr id="10" name="text-925">
            <a:extLst xmlns:a="http://schemas.openxmlformats.org/drawingml/2006/main">
              <a:ext uri="{FF2B5EF4-FFF2-40B4-BE49-F238E27FC236}">
                <a16:creationId xmlns:a16="http://schemas.microsoft.com/office/drawing/2014/main" id="{B5D3BB72-4305-43B7-8D3C-4DC056B00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推進</a:t>
            </a:r>
          </a:p>
        </p:txBody>
      </p:sp>
      <p:sp>
        <p:nvSpPr>
          <p:cNvPr id="11" name="text-926">
            <a:extLst xmlns:a="http://schemas.openxmlformats.org/drawingml/2006/main">
              <a:ext uri="{FF2B5EF4-FFF2-40B4-BE49-F238E27FC236}">
                <a16:creationId xmlns:a16="http://schemas.microsoft.com/office/drawing/2014/main" id="{2021653E-854C-4823-8400-714688AA2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建立計畫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使用檔案與工具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修改、執行與檢查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回報成果與阻礙</a:t>
            </a:r>
          </a:p>
        </p:txBody>
      </p:sp>
      <p:sp>
        <p:nvSpPr>
          <p:cNvPr id="12" name="text-1577">
            <a:extLst xmlns:a="http://schemas.openxmlformats.org/drawingml/2006/main">
              <a:ext uri="{FF2B5EF4-FFF2-40B4-BE49-F238E27FC236}">
                <a16:creationId xmlns:a16="http://schemas.microsoft.com/office/drawing/2014/main" id="{1A814F56-8E18-48E8-8844-58DCACBEA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5f6927a4e3d4529"/>
              </a:rPr>
              <a:t>開啟 Antigravity ↗</a:t>
            </a:r>
          </a:p>
        </p:txBody>
      </p:sp>
      <p:sp>
        <p:nvSpPr>
          <p:cNvPr id="13" name="shape-1612">
            <a:extLst xmlns:a="http://schemas.openxmlformats.org/drawingml/2006/main">
              <a:ext uri="{FF2B5EF4-FFF2-40B4-BE49-F238E27FC236}">
                <a16:creationId xmlns:a16="http://schemas.microsoft.com/office/drawing/2014/main" id="{DE7A27D0-3189-4ECA-88EE-167F494F6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48a7d34fc340d3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5" name="text-1613">
            <a:extLst xmlns:a="http://schemas.openxmlformats.org/drawingml/2006/main">
              <a:ext uri="{FF2B5EF4-FFF2-40B4-BE49-F238E27FC236}">
                <a16:creationId xmlns:a16="http://schemas.microsoft.com/office/drawing/2014/main" id="{9D2B7C24-F48F-46B7-9104-AE881EC50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79678496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927">
            <a:extLst xmlns:a="http://schemas.openxmlformats.org/drawingml/2006/main">
              <a:ext uri="{FF2B5EF4-FFF2-40B4-BE49-F238E27FC236}">
                <a16:creationId xmlns:a16="http://schemas.microsoft.com/office/drawing/2014/main" id="{746E5BFD-3A00-48A3-B398-DD78D262D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WORKSPACE ORIENTATION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05EA683-1EB9-4A75-80E0-38237E965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進入工作區，先看四個地方</a:t>
            </a:r>
          </a:p>
        </p:txBody>
      </p:sp>
      <p:cxnSp>
        <p:nvCxnSpPr>
          <p:cNvPr id="28" name="shape-92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29">
            <a:extLst xmlns:a="http://schemas.openxmlformats.org/drawingml/2006/main">
              <a:ext uri="{FF2B5EF4-FFF2-40B4-BE49-F238E27FC236}">
                <a16:creationId xmlns:a16="http://schemas.microsoft.com/office/drawing/2014/main" id="{1A0F5A6A-82D3-488D-B5E6-E79A636DF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45D9E3E-8528-4231-84F4-2C66E06C4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12</a:t>
            </a:r>
          </a:p>
        </p:txBody>
      </p:sp>
      <p:sp>
        <p:nvSpPr>
          <p:cNvPr id="6" name="shape-930">
            <a:extLst xmlns:a="http://schemas.openxmlformats.org/drawingml/2006/main">
              <a:ext uri="{FF2B5EF4-FFF2-40B4-BE49-F238E27FC236}">
                <a16:creationId xmlns:a16="http://schemas.microsoft.com/office/drawing/2014/main" id="{0092D302-6B58-4402-94B1-723C8C058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931">
            <a:extLst xmlns:a="http://schemas.openxmlformats.org/drawingml/2006/main">
              <a:ext uri="{FF2B5EF4-FFF2-40B4-BE49-F238E27FC236}">
                <a16:creationId xmlns:a16="http://schemas.microsoft.com/office/drawing/2014/main" id="{927514E5-8F00-441B-AFCF-649EE5998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932">
            <a:extLst xmlns:a="http://schemas.openxmlformats.org/drawingml/2006/main">
              <a:ext uri="{FF2B5EF4-FFF2-40B4-BE49-F238E27FC236}">
                <a16:creationId xmlns:a16="http://schemas.microsoft.com/office/drawing/2014/main" id="{1EC22393-4521-4592-BCB1-177E54A75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檔案</a:t>
            </a:r>
          </a:p>
        </p:txBody>
      </p:sp>
      <p:sp>
        <p:nvSpPr>
          <p:cNvPr id="9" name="text-933">
            <a:extLst xmlns:a="http://schemas.openxmlformats.org/drawingml/2006/main">
              <a:ext uri="{FF2B5EF4-FFF2-40B4-BE49-F238E27FC236}">
                <a16:creationId xmlns:a16="http://schemas.microsoft.com/office/drawing/2014/main" id="{3F6C9392-66F6-4C7E-8A95-55335EEB8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Agent 能看到哪些素材？是否把敏感檔案放錯位置？</a:t>
            </a:r>
          </a:p>
        </p:txBody>
      </p:sp>
      <p:sp>
        <p:nvSpPr>
          <p:cNvPr id="10" name="shape-934">
            <a:extLst xmlns:a="http://schemas.openxmlformats.org/drawingml/2006/main">
              <a:ext uri="{FF2B5EF4-FFF2-40B4-BE49-F238E27FC236}">
                <a16:creationId xmlns:a16="http://schemas.microsoft.com/office/drawing/2014/main" id="{FD899FDA-2E7B-4263-AFBF-C7C2C4DE4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935">
            <a:extLst xmlns:a="http://schemas.openxmlformats.org/drawingml/2006/main">
              <a:ext uri="{FF2B5EF4-FFF2-40B4-BE49-F238E27FC236}">
                <a16:creationId xmlns:a16="http://schemas.microsoft.com/office/drawing/2014/main" id="{0180413D-983F-4031-9B76-3C6241086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936">
            <a:extLst xmlns:a="http://schemas.openxmlformats.org/drawingml/2006/main">
              <a:ext uri="{FF2B5EF4-FFF2-40B4-BE49-F238E27FC236}">
                <a16:creationId xmlns:a16="http://schemas.microsoft.com/office/drawing/2014/main" id="{4A0D0B64-95EB-469E-B178-51A178C6F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任務</a:t>
            </a:r>
          </a:p>
        </p:txBody>
      </p:sp>
      <p:sp>
        <p:nvSpPr>
          <p:cNvPr id="13" name="text-937">
            <a:extLst xmlns:a="http://schemas.openxmlformats.org/drawingml/2006/main">
              <a:ext uri="{FF2B5EF4-FFF2-40B4-BE49-F238E27FC236}">
                <a16:creationId xmlns:a16="http://schemas.microsoft.com/office/drawing/2014/main" id="{FC17B024-2AAD-4917-8C44-533AB94A0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目標是否單一、具體，且能在本工作區完成？</a:t>
            </a:r>
          </a:p>
        </p:txBody>
      </p:sp>
      <p:sp>
        <p:nvSpPr>
          <p:cNvPr id="14" name="shape-938">
            <a:extLst xmlns:a="http://schemas.openxmlformats.org/drawingml/2006/main">
              <a:ext uri="{FF2B5EF4-FFF2-40B4-BE49-F238E27FC236}">
                <a16:creationId xmlns:a16="http://schemas.microsoft.com/office/drawing/2014/main" id="{310FC248-7FEC-44C1-AFF1-66FE5DB51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939">
            <a:extLst xmlns:a="http://schemas.openxmlformats.org/drawingml/2006/main">
              <a:ext uri="{FF2B5EF4-FFF2-40B4-BE49-F238E27FC236}">
                <a16:creationId xmlns:a16="http://schemas.microsoft.com/office/drawing/2014/main" id="{7CEE316C-ABA0-46F7-A474-F848394D0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940">
            <a:extLst xmlns:a="http://schemas.openxmlformats.org/drawingml/2006/main">
              <a:ext uri="{FF2B5EF4-FFF2-40B4-BE49-F238E27FC236}">
                <a16:creationId xmlns:a16="http://schemas.microsoft.com/office/drawing/2014/main" id="{7BECD606-B39B-40D7-8268-7C4371358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計畫</a:t>
            </a:r>
          </a:p>
        </p:txBody>
      </p:sp>
      <p:sp>
        <p:nvSpPr>
          <p:cNvPr id="17" name="text-941">
            <a:extLst xmlns:a="http://schemas.openxmlformats.org/drawingml/2006/main">
              <a:ext uri="{FF2B5EF4-FFF2-40B4-BE49-F238E27FC236}">
                <a16:creationId xmlns:a16="http://schemas.microsoft.com/office/drawing/2014/main" id="{D1719C79-49E9-432E-A892-A9963CB85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步驟是否合理？哪一步需要授權或外部資訊？</a:t>
            </a:r>
          </a:p>
        </p:txBody>
      </p:sp>
      <p:sp>
        <p:nvSpPr>
          <p:cNvPr id="18" name="shape-942">
            <a:extLst xmlns:a="http://schemas.openxmlformats.org/drawingml/2006/main">
              <a:ext uri="{FF2B5EF4-FFF2-40B4-BE49-F238E27FC236}">
                <a16:creationId xmlns:a16="http://schemas.microsoft.com/office/drawing/2014/main" id="{8036188F-99BF-48ED-805C-2D3CA93D0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943">
            <a:extLst xmlns:a="http://schemas.openxmlformats.org/drawingml/2006/main">
              <a:ext uri="{FF2B5EF4-FFF2-40B4-BE49-F238E27FC236}">
                <a16:creationId xmlns:a16="http://schemas.microsoft.com/office/drawing/2014/main" id="{8C533BC1-0AC0-44A1-B94C-F8164763A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944">
            <a:extLst xmlns:a="http://schemas.openxmlformats.org/drawingml/2006/main">
              <a:ext uri="{FF2B5EF4-FFF2-40B4-BE49-F238E27FC236}">
                <a16:creationId xmlns:a16="http://schemas.microsoft.com/office/drawing/2014/main" id="{097BC46A-D45C-442D-8120-122E795FF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結果</a:t>
            </a:r>
          </a:p>
        </p:txBody>
      </p:sp>
      <p:sp>
        <p:nvSpPr>
          <p:cNvPr id="21" name="text-945">
            <a:extLst xmlns:a="http://schemas.openxmlformats.org/drawingml/2006/main">
              <a:ext uri="{FF2B5EF4-FFF2-40B4-BE49-F238E27FC236}">
                <a16:creationId xmlns:a16="http://schemas.microsoft.com/office/drawing/2014/main" id="{3F08B4E7-3A86-498B-9326-EA8B6F42B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有哪些變更、測試、畫面與仍未確認的項目？</a:t>
            </a:r>
          </a:p>
        </p:txBody>
      </p:sp>
      <p:sp>
        <p:nvSpPr>
          <p:cNvPr id="22" name="text-1578">
            <a:extLst xmlns:a="http://schemas.openxmlformats.org/drawingml/2006/main">
              <a:ext uri="{FF2B5EF4-FFF2-40B4-BE49-F238E27FC236}">
                <a16:creationId xmlns:a16="http://schemas.microsoft.com/office/drawing/2014/main" id="{2522A23B-6C90-49DF-AA34-F6B8B942D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93c3742836946f2"/>
              </a:rPr>
              <a:t>開啟 Antigravity ↗</a:t>
            </a:r>
          </a:p>
        </p:txBody>
      </p:sp>
      <p:sp>
        <p:nvSpPr>
          <p:cNvPr id="23" name="shape-1614">
            <a:extLst xmlns:a="http://schemas.openxmlformats.org/drawingml/2006/main">
              <a:ext uri="{FF2B5EF4-FFF2-40B4-BE49-F238E27FC236}">
                <a16:creationId xmlns:a16="http://schemas.microsoft.com/office/drawing/2014/main" id="{37D0817A-F5C1-49F3-A690-DE5AFF7D6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3cc0ea5da84171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615">
            <a:extLst xmlns:a="http://schemas.openxmlformats.org/drawingml/2006/main">
              <a:ext uri="{FF2B5EF4-FFF2-40B4-BE49-F238E27FC236}">
                <a16:creationId xmlns:a16="http://schemas.microsoft.com/office/drawing/2014/main" id="{7B976461-A002-4DB3-B6FC-9E2B99781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99900847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946">
            <a:extLst xmlns:a="http://schemas.openxmlformats.org/drawingml/2006/main">
              <a:ext uri="{FF2B5EF4-FFF2-40B4-BE49-F238E27FC236}">
                <a16:creationId xmlns:a16="http://schemas.microsoft.com/office/drawing/2014/main" id="{0DD7A673-FF1C-4FE6-AA89-9F576EA21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TASK BRIEF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03A1386-2D1D-4932-9D43-C56AAB5D3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第一個 Agent 任務：四句話就能清楚</a:t>
            </a:r>
          </a:p>
        </p:txBody>
      </p:sp>
      <p:cxnSp>
        <p:nvCxnSpPr>
          <p:cNvPr id="28" name="shape-94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48">
            <a:extLst xmlns:a="http://schemas.openxmlformats.org/drawingml/2006/main">
              <a:ext uri="{FF2B5EF4-FFF2-40B4-BE49-F238E27FC236}">
                <a16:creationId xmlns:a16="http://schemas.microsoft.com/office/drawing/2014/main" id="{4AC4BDC8-8EF3-4B34-8C06-37017B738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CB52987-BFDC-456B-BDCE-72AC6AFF3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13</a:t>
            </a:r>
          </a:p>
        </p:txBody>
      </p:sp>
      <p:sp>
        <p:nvSpPr>
          <p:cNvPr id="6" name="shape-949">
            <a:extLst xmlns:a="http://schemas.openxmlformats.org/drawingml/2006/main">
              <a:ext uri="{FF2B5EF4-FFF2-40B4-BE49-F238E27FC236}">
                <a16:creationId xmlns:a16="http://schemas.microsoft.com/office/drawing/2014/main" id="{DFA1A12F-F364-42E7-8347-98DC37FE0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950">
            <a:extLst xmlns:a="http://schemas.openxmlformats.org/drawingml/2006/main">
              <a:ext uri="{FF2B5EF4-FFF2-40B4-BE49-F238E27FC236}">
                <a16:creationId xmlns:a16="http://schemas.microsoft.com/office/drawing/2014/main" id="{870850B1-AA80-4ADE-9405-785F0B48C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951">
            <a:extLst xmlns:a="http://schemas.openxmlformats.org/drawingml/2006/main">
              <a:ext uri="{FF2B5EF4-FFF2-40B4-BE49-F238E27FC236}">
                <a16:creationId xmlns:a16="http://schemas.microsoft.com/office/drawing/2014/main" id="{5B0024E0-B444-406B-A74A-4596F9843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目標</a:t>
            </a:r>
          </a:p>
        </p:txBody>
      </p:sp>
      <p:sp>
        <p:nvSpPr>
          <p:cNvPr id="9" name="text-952">
            <a:extLst xmlns:a="http://schemas.openxmlformats.org/drawingml/2006/main">
              <a:ext uri="{FF2B5EF4-FFF2-40B4-BE49-F238E27FC236}">
                <a16:creationId xmlns:a16="http://schemas.microsoft.com/office/drawing/2014/main" id="{D49C402F-74C4-47D3-860C-8C34F79EF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把上午 Canvas 原型改善成可在手機使用的教學活動。</a:t>
            </a:r>
          </a:p>
        </p:txBody>
      </p:sp>
      <p:sp>
        <p:nvSpPr>
          <p:cNvPr id="10" name="shape-953">
            <a:extLst xmlns:a="http://schemas.openxmlformats.org/drawingml/2006/main">
              <a:ext uri="{FF2B5EF4-FFF2-40B4-BE49-F238E27FC236}">
                <a16:creationId xmlns:a16="http://schemas.microsoft.com/office/drawing/2014/main" id="{FDD802A0-B03D-4A47-A514-4DC97D038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954">
            <a:extLst xmlns:a="http://schemas.openxmlformats.org/drawingml/2006/main">
              <a:ext uri="{FF2B5EF4-FFF2-40B4-BE49-F238E27FC236}">
                <a16:creationId xmlns:a16="http://schemas.microsoft.com/office/drawing/2014/main" id="{B4D03EDC-A26F-4554-A3A3-8BCDC2CD8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955">
            <a:extLst xmlns:a="http://schemas.openxmlformats.org/drawingml/2006/main">
              <a:ext uri="{FF2B5EF4-FFF2-40B4-BE49-F238E27FC236}">
                <a16:creationId xmlns:a16="http://schemas.microsoft.com/office/drawing/2014/main" id="{462FA9B4-E04D-4A30-9471-25B0833D9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素材</a:t>
            </a:r>
          </a:p>
        </p:txBody>
      </p:sp>
      <p:sp>
        <p:nvSpPr>
          <p:cNvPr id="13" name="text-956">
            <a:extLst xmlns:a="http://schemas.openxmlformats.org/drawingml/2006/main">
              <a:ext uri="{FF2B5EF4-FFF2-40B4-BE49-F238E27FC236}">
                <a16:creationId xmlns:a16="http://schemas.microsoft.com/office/drawing/2014/main" id="{65D015CA-C9D9-483F-91BD-CB4E30DC2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使用指定資料夾、截圖、課程文字與現有程式碼。</a:t>
            </a:r>
          </a:p>
        </p:txBody>
      </p:sp>
      <p:sp>
        <p:nvSpPr>
          <p:cNvPr id="14" name="shape-957">
            <a:extLst xmlns:a="http://schemas.openxmlformats.org/drawingml/2006/main">
              <a:ext uri="{FF2B5EF4-FFF2-40B4-BE49-F238E27FC236}">
                <a16:creationId xmlns:a16="http://schemas.microsoft.com/office/drawing/2014/main" id="{A92B0084-B4C5-4049-9B63-91539DF59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958">
            <a:extLst xmlns:a="http://schemas.openxmlformats.org/drawingml/2006/main">
              <a:ext uri="{FF2B5EF4-FFF2-40B4-BE49-F238E27FC236}">
                <a16:creationId xmlns:a16="http://schemas.microsoft.com/office/drawing/2014/main" id="{66EF135B-A1F6-4E01-837C-7CAE15AA2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959">
            <a:extLst xmlns:a="http://schemas.openxmlformats.org/drawingml/2006/main">
              <a:ext uri="{FF2B5EF4-FFF2-40B4-BE49-F238E27FC236}">
                <a16:creationId xmlns:a16="http://schemas.microsoft.com/office/drawing/2014/main" id="{1E82299D-5C83-4F4B-B059-2F7AFF67E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限制</a:t>
            </a:r>
          </a:p>
        </p:txBody>
      </p:sp>
      <p:sp>
        <p:nvSpPr>
          <p:cNvPr id="17" name="text-960">
            <a:extLst xmlns:a="http://schemas.openxmlformats.org/drawingml/2006/main">
              <a:ext uri="{FF2B5EF4-FFF2-40B4-BE49-F238E27FC236}">
                <a16:creationId xmlns:a16="http://schemas.microsoft.com/office/drawing/2014/main" id="{B84F02AB-CE8F-4528-8A32-BC719B18C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不改核心內容、不放個資、不新增付費服務、不直接公開。</a:t>
            </a:r>
          </a:p>
        </p:txBody>
      </p:sp>
      <p:sp>
        <p:nvSpPr>
          <p:cNvPr id="18" name="shape-961">
            <a:extLst xmlns:a="http://schemas.openxmlformats.org/drawingml/2006/main">
              <a:ext uri="{FF2B5EF4-FFF2-40B4-BE49-F238E27FC236}">
                <a16:creationId xmlns:a16="http://schemas.microsoft.com/office/drawing/2014/main" id="{8324217E-072E-4BFA-ABE9-8C65A8465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962">
            <a:extLst xmlns:a="http://schemas.openxmlformats.org/drawingml/2006/main">
              <a:ext uri="{FF2B5EF4-FFF2-40B4-BE49-F238E27FC236}">
                <a16:creationId xmlns:a16="http://schemas.microsoft.com/office/drawing/2014/main" id="{8DBC6F09-17A6-4867-A717-80085C855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963">
            <a:extLst xmlns:a="http://schemas.openxmlformats.org/drawingml/2006/main">
              <a:ext uri="{FF2B5EF4-FFF2-40B4-BE49-F238E27FC236}">
                <a16:creationId xmlns:a16="http://schemas.microsoft.com/office/drawing/2014/main" id="{5190C3DF-56B2-4110-A7B9-79D47AE41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驗收</a:t>
            </a:r>
          </a:p>
        </p:txBody>
      </p:sp>
      <p:sp>
        <p:nvSpPr>
          <p:cNvPr id="21" name="text-964">
            <a:extLst xmlns:a="http://schemas.openxmlformats.org/drawingml/2006/main">
              <a:ext uri="{FF2B5EF4-FFF2-40B4-BE49-F238E27FC236}">
                <a16:creationId xmlns:a16="http://schemas.microsoft.com/office/drawing/2014/main" id="{4972DBE0-616C-48DF-B6BD-6FDFD5F0F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完成桌機與手機測試，提供修改摘要與畫面證據。</a:t>
            </a:r>
          </a:p>
        </p:txBody>
      </p:sp>
      <p:sp>
        <p:nvSpPr>
          <p:cNvPr id="22" name="text-1579">
            <a:extLst xmlns:a="http://schemas.openxmlformats.org/drawingml/2006/main">
              <a:ext uri="{FF2B5EF4-FFF2-40B4-BE49-F238E27FC236}">
                <a16:creationId xmlns:a16="http://schemas.microsoft.com/office/drawing/2014/main" id="{52316DB1-A074-443E-9E9F-2F167FA55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9c7347c18204172"/>
              </a:rPr>
              <a:t>開啟 Antigravity ↗</a:t>
            </a:r>
          </a:p>
        </p:txBody>
      </p:sp>
      <p:sp>
        <p:nvSpPr>
          <p:cNvPr id="23" name="shape-1616">
            <a:extLst xmlns:a="http://schemas.openxmlformats.org/drawingml/2006/main">
              <a:ext uri="{FF2B5EF4-FFF2-40B4-BE49-F238E27FC236}">
                <a16:creationId xmlns:a16="http://schemas.microsoft.com/office/drawing/2014/main" id="{9EFC7277-BA72-4B78-8073-DB23E42B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b51db080d5421b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617">
            <a:extLst xmlns:a="http://schemas.openxmlformats.org/drawingml/2006/main">
              <a:ext uri="{FF2B5EF4-FFF2-40B4-BE49-F238E27FC236}">
                <a16:creationId xmlns:a16="http://schemas.microsoft.com/office/drawing/2014/main" id="{E5BFDD85-C05C-44D3-B9B3-678AADF9C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78422732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text-965">
            <a:extLst xmlns:a="http://schemas.openxmlformats.org/drawingml/2006/main">
              <a:ext uri="{FF2B5EF4-FFF2-40B4-BE49-F238E27FC236}">
                <a16:creationId xmlns:a16="http://schemas.microsoft.com/office/drawing/2014/main" id="{BFFEF779-F977-45CA-B15E-EF7AD1069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LIVE DEMO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C4431FB-98DB-46EC-8449-35CD3504E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示範：請 Agent 改作品，但保留控制權</a:t>
            </a:r>
          </a:p>
        </p:txBody>
      </p:sp>
      <p:cxnSp>
        <p:nvCxnSpPr>
          <p:cNvPr id="59" name="shape-96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67">
            <a:extLst xmlns:a="http://schemas.openxmlformats.org/drawingml/2006/main">
              <a:ext uri="{FF2B5EF4-FFF2-40B4-BE49-F238E27FC236}">
                <a16:creationId xmlns:a16="http://schemas.microsoft.com/office/drawing/2014/main" id="{5908312A-9534-412B-A252-840389E37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30EDC29-0F87-4D43-96CA-C35C8D34A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14</a:t>
            </a:r>
          </a:p>
        </p:txBody>
      </p:sp>
      <p:sp>
        <p:nvSpPr>
          <p:cNvPr id="6" name="shape-968">
            <a:extLst xmlns:a="http://schemas.openxmlformats.org/drawingml/2006/main">
              <a:ext uri="{FF2B5EF4-FFF2-40B4-BE49-F238E27FC236}">
                <a16:creationId xmlns:a16="http://schemas.microsoft.com/office/drawing/2014/main" id="{F616C0CB-BA7C-4A3B-B8D1-ACFB21258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969">
            <a:extLst xmlns:a="http://schemas.openxmlformats.org/drawingml/2006/main">
              <a:ext uri="{FF2B5EF4-FFF2-40B4-BE49-F238E27FC236}">
                <a16:creationId xmlns:a16="http://schemas.microsoft.com/office/drawing/2014/main" id="{CFE6CD24-D8F2-4106-B189-3235518C8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970">
            <a:extLst xmlns:a="http://schemas.openxmlformats.org/drawingml/2006/main">
              <a:ext uri="{FF2B5EF4-FFF2-40B4-BE49-F238E27FC236}">
                <a16:creationId xmlns:a16="http://schemas.microsoft.com/office/drawing/2014/main" id="{82E9F942-F25B-48C4-A792-CF6C78388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971">
            <a:extLst xmlns:a="http://schemas.openxmlformats.org/drawingml/2006/main">
              <a:ext uri="{FF2B5EF4-FFF2-40B4-BE49-F238E27FC236}">
                <a16:creationId xmlns:a16="http://schemas.microsoft.com/office/drawing/2014/main" id="{BA098B92-78F1-4E3A-A7F2-5626BAB01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先檢查</a:t>
            </a:r>
          </a:p>
        </p:txBody>
      </p:sp>
      <p:sp>
        <p:nvSpPr>
          <p:cNvPr id="10" name="text-972">
            <a:extLst xmlns:a="http://schemas.openxmlformats.org/drawingml/2006/main">
              <a:ext uri="{FF2B5EF4-FFF2-40B4-BE49-F238E27FC236}">
                <a16:creationId xmlns:a16="http://schemas.microsoft.com/office/drawing/2014/main" id="{17686734-636A-4093-8FBF-D513DCC44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說明結構與問題</a:t>
            </a:r>
          </a:p>
        </p:txBody>
      </p:sp>
      <p:sp>
        <p:nvSpPr>
          <p:cNvPr id="11" name="text-973">
            <a:extLst xmlns:a="http://schemas.openxmlformats.org/drawingml/2006/main">
              <a:ext uri="{FF2B5EF4-FFF2-40B4-BE49-F238E27FC236}">
                <a16:creationId xmlns:a16="http://schemas.microsoft.com/office/drawing/2014/main" id="{EB5767A1-1CE6-46A9-BCF4-5C027FCC4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974">
            <a:extLst xmlns:a="http://schemas.openxmlformats.org/drawingml/2006/main">
              <a:ext uri="{FF2B5EF4-FFF2-40B4-BE49-F238E27FC236}">
                <a16:creationId xmlns:a16="http://schemas.microsoft.com/office/drawing/2014/main" id="{37DC8A7D-2C63-4384-8A51-D95782CB4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975">
            <a:extLst xmlns:a="http://schemas.openxmlformats.org/drawingml/2006/main">
              <a:ext uri="{FF2B5EF4-FFF2-40B4-BE49-F238E27FC236}">
                <a16:creationId xmlns:a16="http://schemas.microsoft.com/office/drawing/2014/main" id="{C14657FE-0CC4-4FFA-8C7E-24EDAD874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976">
            <a:extLst xmlns:a="http://schemas.openxmlformats.org/drawingml/2006/main">
              <a:ext uri="{FF2B5EF4-FFF2-40B4-BE49-F238E27FC236}">
                <a16:creationId xmlns:a16="http://schemas.microsoft.com/office/drawing/2014/main" id="{2767EDF6-3F7E-4A5B-96AA-B537E4EA2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977">
            <a:extLst xmlns:a="http://schemas.openxmlformats.org/drawingml/2006/main">
              <a:ext uri="{FF2B5EF4-FFF2-40B4-BE49-F238E27FC236}">
                <a16:creationId xmlns:a16="http://schemas.microsoft.com/office/drawing/2014/main" id="{C07F9AA6-AF07-473B-B93C-83B4987E2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提計畫</a:t>
            </a:r>
          </a:p>
        </p:txBody>
      </p:sp>
      <p:sp>
        <p:nvSpPr>
          <p:cNvPr id="16" name="text-978">
            <a:extLst xmlns:a="http://schemas.openxmlformats.org/drawingml/2006/main">
              <a:ext uri="{FF2B5EF4-FFF2-40B4-BE49-F238E27FC236}">
                <a16:creationId xmlns:a16="http://schemas.microsoft.com/office/drawing/2014/main" id="{CEFCB144-7249-4573-8AA7-C5C82D199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列修改與不修改</a:t>
            </a:r>
          </a:p>
        </p:txBody>
      </p:sp>
      <p:sp>
        <p:nvSpPr>
          <p:cNvPr id="17" name="text-979">
            <a:extLst xmlns:a="http://schemas.openxmlformats.org/drawingml/2006/main">
              <a:ext uri="{FF2B5EF4-FFF2-40B4-BE49-F238E27FC236}">
                <a16:creationId xmlns:a16="http://schemas.microsoft.com/office/drawing/2014/main" id="{4E776791-E872-4155-8308-1C2DA9F0A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980">
            <a:extLst xmlns:a="http://schemas.openxmlformats.org/drawingml/2006/main">
              <a:ext uri="{FF2B5EF4-FFF2-40B4-BE49-F238E27FC236}">
                <a16:creationId xmlns:a16="http://schemas.microsoft.com/office/drawing/2014/main" id="{38693418-ADFA-4506-ABC3-26899612E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981">
            <a:extLst xmlns:a="http://schemas.openxmlformats.org/drawingml/2006/main">
              <a:ext uri="{FF2B5EF4-FFF2-40B4-BE49-F238E27FC236}">
                <a16:creationId xmlns:a16="http://schemas.microsoft.com/office/drawing/2014/main" id="{CE74A93C-4842-4566-AEFE-9A79751CC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982">
            <a:extLst xmlns:a="http://schemas.openxmlformats.org/drawingml/2006/main">
              <a:ext uri="{FF2B5EF4-FFF2-40B4-BE49-F238E27FC236}">
                <a16:creationId xmlns:a16="http://schemas.microsoft.com/office/drawing/2014/main" id="{7572488E-0B3F-4E2B-906F-B257A7107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983">
            <a:extLst xmlns:a="http://schemas.openxmlformats.org/drawingml/2006/main">
              <a:ext uri="{FF2B5EF4-FFF2-40B4-BE49-F238E27FC236}">
                <a16:creationId xmlns:a16="http://schemas.microsoft.com/office/drawing/2014/main" id="{A9A3656B-7530-46BB-9A6B-40EBE9187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</a:t>
            </a:r>
          </a:p>
        </p:txBody>
      </p:sp>
      <p:sp>
        <p:nvSpPr>
          <p:cNvPr id="22" name="text-984">
            <a:extLst xmlns:a="http://schemas.openxmlformats.org/drawingml/2006/main">
              <a:ext uri="{FF2B5EF4-FFF2-40B4-BE49-F238E27FC236}">
                <a16:creationId xmlns:a16="http://schemas.microsoft.com/office/drawing/2014/main" id="{347A530F-7DD4-4F55-9165-665CEAE91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只改同意範圍</a:t>
            </a:r>
          </a:p>
        </p:txBody>
      </p:sp>
      <p:sp>
        <p:nvSpPr>
          <p:cNvPr id="23" name="text-985">
            <a:extLst xmlns:a="http://schemas.openxmlformats.org/drawingml/2006/main">
              <a:ext uri="{FF2B5EF4-FFF2-40B4-BE49-F238E27FC236}">
                <a16:creationId xmlns:a16="http://schemas.microsoft.com/office/drawing/2014/main" id="{1ECBA628-0A37-4828-9B3B-9201247D2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986">
            <a:extLst xmlns:a="http://schemas.openxmlformats.org/drawingml/2006/main">
              <a:ext uri="{FF2B5EF4-FFF2-40B4-BE49-F238E27FC236}">
                <a16:creationId xmlns:a16="http://schemas.microsoft.com/office/drawing/2014/main" id="{7CA39901-005E-4B90-82D4-4CE501F3C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987">
            <a:extLst xmlns:a="http://schemas.openxmlformats.org/drawingml/2006/main">
              <a:ext uri="{FF2B5EF4-FFF2-40B4-BE49-F238E27FC236}">
                <a16:creationId xmlns:a16="http://schemas.microsoft.com/office/drawing/2014/main" id="{F1871579-A921-485D-8603-5BD91256F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988">
            <a:extLst xmlns:a="http://schemas.openxmlformats.org/drawingml/2006/main">
              <a:ext uri="{FF2B5EF4-FFF2-40B4-BE49-F238E27FC236}">
                <a16:creationId xmlns:a16="http://schemas.microsoft.com/office/drawing/2014/main" id="{AFC2A2B7-A358-4425-839E-DD17A0408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989">
            <a:extLst xmlns:a="http://schemas.openxmlformats.org/drawingml/2006/main">
              <a:ext uri="{FF2B5EF4-FFF2-40B4-BE49-F238E27FC236}">
                <a16:creationId xmlns:a16="http://schemas.microsoft.com/office/drawing/2014/main" id="{6F2A3A1E-CDA1-4637-B141-328518589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測試</a:t>
            </a:r>
          </a:p>
        </p:txBody>
      </p:sp>
      <p:sp>
        <p:nvSpPr>
          <p:cNvPr id="28" name="text-990">
            <a:extLst xmlns:a="http://schemas.openxmlformats.org/drawingml/2006/main">
              <a:ext uri="{FF2B5EF4-FFF2-40B4-BE49-F238E27FC236}">
                <a16:creationId xmlns:a16="http://schemas.microsoft.com/office/drawing/2014/main" id="{8FB1D76E-F91B-456A-828F-692F50842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桌機與手機流程</a:t>
            </a:r>
          </a:p>
        </p:txBody>
      </p:sp>
      <p:sp>
        <p:nvSpPr>
          <p:cNvPr id="29" name="text-991">
            <a:extLst xmlns:a="http://schemas.openxmlformats.org/drawingml/2006/main">
              <a:ext uri="{FF2B5EF4-FFF2-40B4-BE49-F238E27FC236}">
                <a16:creationId xmlns:a16="http://schemas.microsoft.com/office/drawing/2014/main" id="{30261B2F-4EC7-493E-8039-DEFF9C763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992">
            <a:extLst xmlns:a="http://schemas.openxmlformats.org/drawingml/2006/main">
              <a:ext uri="{FF2B5EF4-FFF2-40B4-BE49-F238E27FC236}">
                <a16:creationId xmlns:a16="http://schemas.microsoft.com/office/drawing/2014/main" id="{AF009A32-59D5-461E-A2AA-2F9457169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31" name="shape-993">
            <a:extLst xmlns:a="http://schemas.openxmlformats.org/drawingml/2006/main">
              <a:ext uri="{FF2B5EF4-FFF2-40B4-BE49-F238E27FC236}">
                <a16:creationId xmlns:a16="http://schemas.microsoft.com/office/drawing/2014/main" id="{2FEA38F3-EB43-4016-91C1-9FA6EA8C3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994">
            <a:extLst xmlns:a="http://schemas.openxmlformats.org/drawingml/2006/main">
              <a:ext uri="{FF2B5EF4-FFF2-40B4-BE49-F238E27FC236}">
                <a16:creationId xmlns:a16="http://schemas.microsoft.com/office/drawing/2014/main" id="{E61E29A7-00B5-41D4-8644-633C880F4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995">
            <a:extLst xmlns:a="http://schemas.openxmlformats.org/drawingml/2006/main">
              <a:ext uri="{FF2B5EF4-FFF2-40B4-BE49-F238E27FC236}">
                <a16:creationId xmlns:a16="http://schemas.microsoft.com/office/drawing/2014/main" id="{4BFCA6C3-C1CC-4638-8521-1D478A8B8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交付</a:t>
            </a:r>
          </a:p>
        </p:txBody>
      </p:sp>
      <p:sp>
        <p:nvSpPr>
          <p:cNvPr id="34" name="text-996">
            <a:extLst xmlns:a="http://schemas.openxmlformats.org/drawingml/2006/main">
              <a:ext uri="{FF2B5EF4-FFF2-40B4-BE49-F238E27FC236}">
                <a16:creationId xmlns:a16="http://schemas.microsoft.com/office/drawing/2014/main" id="{23DD09D8-E998-4F6F-959C-A3753C7AA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差異、證據、限制</a:t>
            </a:r>
          </a:p>
        </p:txBody>
      </p:sp>
      <p:sp>
        <p:nvSpPr>
          <p:cNvPr id="35" name="shape-997">
            <a:extLst xmlns:a="http://schemas.openxmlformats.org/drawingml/2006/main">
              <a:ext uri="{FF2B5EF4-FFF2-40B4-BE49-F238E27FC236}">
                <a16:creationId xmlns:a16="http://schemas.microsoft.com/office/drawing/2014/main" id="{8D165307-4169-4E51-9021-BC5B911C1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67300"/>
            <a:ext cx="1116330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02B43"/>
          </a:solidFill>
          <a:ln xmlns:a="http://schemas.openxmlformats.org/drawingml/2006/main" w="9525">
            <a:solidFill>
              <a:srgbClr val="315D7E"/>
            </a:solidFill>
            <a:prstDash val="solid"/>
          </a:ln>
        </p:spPr>
      </p:sp>
      <p:sp>
        <p:nvSpPr>
          <p:cNvPr id="36" name="text-998">
            <a:extLst xmlns:a="http://schemas.openxmlformats.org/drawingml/2006/main">
              <a:ext uri="{FF2B5EF4-FFF2-40B4-BE49-F238E27FC236}">
                <a16:creationId xmlns:a16="http://schemas.microsoft.com/office/drawing/2014/main" id="{462EA741-3BDB-4A0F-BBBD-1479CF99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9700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人在迴路</a:t>
            </a:r>
          </a:p>
        </p:txBody>
      </p:sp>
      <p:sp>
        <p:nvSpPr>
          <p:cNvPr id="37" name="text-999">
            <a:extLst xmlns:a="http://schemas.openxmlformats.org/drawingml/2006/main">
              <a:ext uri="{FF2B5EF4-FFF2-40B4-BE49-F238E27FC236}">
                <a16:creationId xmlns:a16="http://schemas.microsoft.com/office/drawing/2014/main" id="{D62B972C-4A7A-4E03-99D0-6FCE8FD6E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14975"/>
            <a:ext cx="1466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177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0">
                <a:solidFill>
                  <a:srgbClr val="C5D7E6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C5D7E6"/>
                </a:solidFill>
                <a:latin typeface="Noto Sans TC"/>
                <a:ea typeface="Noto Sans TC"/>
                <a:cs typeface="Noto Sans TC"/>
              </a:rPr>
              <a:t>Agent 可以推進，但最後的範圍與發布決定仍由人保留</a:t>
            </a:r>
          </a:p>
        </p:txBody>
      </p:sp>
      <p:sp>
        <p:nvSpPr>
          <p:cNvPr id="38" name="shape-1000">
            <a:extLst xmlns:a="http://schemas.openxmlformats.org/drawingml/2006/main">
              <a:ext uri="{FF2B5EF4-FFF2-40B4-BE49-F238E27FC236}">
                <a16:creationId xmlns:a16="http://schemas.microsoft.com/office/drawing/2014/main" id="{B3E08DE3-750E-4594-B9E8-DAAF25B58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0A1C2D"/>
          </a:solidFill>
          <a:ln xmlns:a="http://schemas.openxmlformats.org/drawingml/2006/main" w="9525">
            <a:solidFill>
              <a:srgbClr val="55A7FF"/>
            </a:solidFill>
            <a:prstDash val="solid"/>
          </a:ln>
        </p:spPr>
      </p:sp>
      <p:sp>
        <p:nvSpPr>
          <p:cNvPr id="39" name="text-1001">
            <a:extLst xmlns:a="http://schemas.openxmlformats.org/drawingml/2006/main">
              <a:ext uri="{FF2B5EF4-FFF2-40B4-BE49-F238E27FC236}">
                <a16:creationId xmlns:a16="http://schemas.microsoft.com/office/drawing/2014/main" id="{AA2E1522-0AC6-406A-B27E-9F4D79F7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提案</a:t>
            </a:r>
          </a:p>
        </p:txBody>
      </p:sp>
      <p:sp>
        <p:nvSpPr>
          <p:cNvPr id="40" name="text-1002">
            <a:extLst xmlns:a="http://schemas.openxmlformats.org/drawingml/2006/main">
              <a:ext uri="{FF2B5EF4-FFF2-40B4-BE49-F238E27FC236}">
                <a16:creationId xmlns:a16="http://schemas.microsoft.com/office/drawing/2014/main" id="{799C0382-A9A3-4387-A33A-089DFFA68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rPr>
              <a:t>先看計畫</a:t>
            </a:r>
          </a:p>
        </p:txBody>
      </p:sp>
      <p:sp>
        <p:nvSpPr>
          <p:cNvPr id="41" name="text-1003">
            <a:extLst xmlns:a="http://schemas.openxmlformats.org/drawingml/2006/main">
              <a:ext uri="{FF2B5EF4-FFF2-40B4-BE49-F238E27FC236}">
                <a16:creationId xmlns:a16="http://schemas.microsoft.com/office/drawing/2014/main" id="{E22A819A-6FB0-467E-9C95-8D260BB2B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5324475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22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42" name="shape-1004">
            <a:extLst xmlns:a="http://schemas.openxmlformats.org/drawingml/2006/main">
              <a:ext uri="{FF2B5EF4-FFF2-40B4-BE49-F238E27FC236}">
                <a16:creationId xmlns:a16="http://schemas.microsoft.com/office/drawing/2014/main" id="{42DFB02A-D8EB-4669-A223-3271D3734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0A1C2D"/>
          </a:solidFill>
          <a:ln xmlns:a="http://schemas.openxmlformats.org/drawingml/2006/main" w="9525">
            <a:solidFill>
              <a:srgbClr val="2CD2C7"/>
            </a:solidFill>
            <a:prstDash val="solid"/>
          </a:ln>
        </p:spPr>
      </p:sp>
      <p:sp>
        <p:nvSpPr>
          <p:cNvPr id="43" name="text-1005">
            <a:extLst xmlns:a="http://schemas.openxmlformats.org/drawingml/2006/main">
              <a:ext uri="{FF2B5EF4-FFF2-40B4-BE49-F238E27FC236}">
                <a16:creationId xmlns:a16="http://schemas.microsoft.com/office/drawing/2014/main" id="{3011172B-968F-4493-8554-3283290A4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rPr>
              <a:t>教師核准</a:t>
            </a:r>
          </a:p>
        </p:txBody>
      </p:sp>
      <p:sp>
        <p:nvSpPr>
          <p:cNvPr id="44" name="text-1006">
            <a:extLst xmlns:a="http://schemas.openxmlformats.org/drawingml/2006/main">
              <a:ext uri="{FF2B5EF4-FFF2-40B4-BE49-F238E27FC236}">
                <a16:creationId xmlns:a16="http://schemas.microsoft.com/office/drawing/2014/main" id="{41B2FBBF-638C-4257-831C-676890614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rPr>
              <a:t>確認範圍</a:t>
            </a:r>
          </a:p>
        </p:txBody>
      </p:sp>
      <p:sp>
        <p:nvSpPr>
          <p:cNvPr id="45" name="text-1007">
            <a:extLst xmlns:a="http://schemas.openxmlformats.org/drawingml/2006/main">
              <a:ext uri="{FF2B5EF4-FFF2-40B4-BE49-F238E27FC236}">
                <a16:creationId xmlns:a16="http://schemas.microsoft.com/office/drawing/2014/main" id="{62F81DF9-ECED-425A-8246-2ECAD17A9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5324475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22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46" name="shape-1008">
            <a:extLst xmlns:a="http://schemas.openxmlformats.org/drawingml/2006/main">
              <a:ext uri="{FF2B5EF4-FFF2-40B4-BE49-F238E27FC236}">
                <a16:creationId xmlns:a16="http://schemas.microsoft.com/office/drawing/2014/main" id="{4C02BD72-C533-4088-B9D8-0E3C50BE4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0A1C2D"/>
          </a:solidFill>
          <a:ln xmlns:a="http://schemas.openxmlformats.org/drawingml/2006/main" w="9525">
            <a:solidFill>
              <a:srgbClr val="FF806D"/>
            </a:solidFill>
            <a:prstDash val="solid"/>
          </a:ln>
        </p:spPr>
      </p:sp>
      <p:sp>
        <p:nvSpPr>
          <p:cNvPr id="47" name="text-1009">
            <a:extLst xmlns:a="http://schemas.openxmlformats.org/drawingml/2006/main">
              <a:ext uri="{FF2B5EF4-FFF2-40B4-BE49-F238E27FC236}">
                <a16:creationId xmlns:a16="http://schemas.microsoft.com/office/drawing/2014/main" id="{1E4C7ED0-10DA-4919-B49E-6DE0DCC15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測試驗證</a:t>
            </a:r>
          </a:p>
        </p:txBody>
      </p:sp>
      <p:sp>
        <p:nvSpPr>
          <p:cNvPr id="48" name="text-1010">
            <a:extLst xmlns:a="http://schemas.openxmlformats.org/drawingml/2006/main">
              <a:ext uri="{FF2B5EF4-FFF2-40B4-BE49-F238E27FC236}">
                <a16:creationId xmlns:a16="http://schemas.microsoft.com/office/drawing/2014/main" id="{AFCACE22-8868-431F-87F0-8AE330D88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rPr>
              <a:t>桌機 × 手機</a:t>
            </a:r>
          </a:p>
        </p:txBody>
      </p:sp>
      <p:sp>
        <p:nvSpPr>
          <p:cNvPr id="49" name="text-1011">
            <a:extLst xmlns:a="http://schemas.openxmlformats.org/drawingml/2006/main">
              <a:ext uri="{FF2B5EF4-FFF2-40B4-BE49-F238E27FC236}">
                <a16:creationId xmlns:a16="http://schemas.microsoft.com/office/drawing/2014/main" id="{F450A5CC-AB93-4900-B476-0262D8396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5324475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22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50" name="shape-1012">
            <a:extLst xmlns:a="http://schemas.openxmlformats.org/drawingml/2006/main">
              <a:ext uri="{FF2B5EF4-FFF2-40B4-BE49-F238E27FC236}">
                <a16:creationId xmlns:a16="http://schemas.microsoft.com/office/drawing/2014/main" id="{938379B3-4FD0-4F1F-A5D1-49EAD04C1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0A1C2D"/>
          </a:solidFill>
          <a:ln xmlns:a="http://schemas.openxmlformats.org/drawingml/2006/main" w="9525">
            <a:solidFill>
              <a:srgbClr val="AFC1D2"/>
            </a:solidFill>
            <a:prstDash val="solid"/>
          </a:ln>
        </p:spPr>
      </p:sp>
      <p:sp>
        <p:nvSpPr>
          <p:cNvPr id="51" name="text-1013">
            <a:extLst xmlns:a="http://schemas.openxmlformats.org/drawingml/2006/main">
              <a:ext uri="{FF2B5EF4-FFF2-40B4-BE49-F238E27FC236}">
                <a16:creationId xmlns:a16="http://schemas.microsoft.com/office/drawing/2014/main" id="{0067DEC1-CEE9-4D22-9413-4FEA95CC2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再決定交付</a:t>
            </a:r>
          </a:p>
        </p:txBody>
      </p:sp>
      <p:sp>
        <p:nvSpPr>
          <p:cNvPr id="52" name="text-1014">
            <a:extLst xmlns:a="http://schemas.openxmlformats.org/drawingml/2006/main">
              <a:ext uri="{FF2B5EF4-FFF2-40B4-BE49-F238E27FC236}">
                <a16:creationId xmlns:a16="http://schemas.microsoft.com/office/drawing/2014/main" id="{E2F9A92E-A7E0-4470-AE34-6654371D2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rPr>
              <a:t>差異・證據・限制</a:t>
            </a:r>
          </a:p>
        </p:txBody>
      </p:sp>
      <p:sp>
        <p:nvSpPr>
          <p:cNvPr id="53" name="text-1580">
            <a:extLst xmlns:a="http://schemas.openxmlformats.org/drawingml/2006/main">
              <a:ext uri="{FF2B5EF4-FFF2-40B4-BE49-F238E27FC236}">
                <a16:creationId xmlns:a16="http://schemas.microsoft.com/office/drawing/2014/main" id="{EE0552C3-7175-46B4-A3F3-5E555505D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5acf38a866b449e"/>
              </a:rPr>
              <a:t>開啟 Antigravity ↗</a:t>
            </a:r>
          </a:p>
        </p:txBody>
      </p:sp>
      <p:sp>
        <p:nvSpPr>
          <p:cNvPr id="54" name="shape-1618">
            <a:extLst xmlns:a="http://schemas.openxmlformats.org/drawingml/2006/main">
              <a:ext uri="{FF2B5EF4-FFF2-40B4-BE49-F238E27FC236}">
                <a16:creationId xmlns:a16="http://schemas.microsoft.com/office/drawing/2014/main" id="{98D44D45-75FD-4E2B-BB53-82C0E4BA0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1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e74e03ae4c41ba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56" name="text-1619">
            <a:extLst xmlns:a="http://schemas.openxmlformats.org/drawingml/2006/main">
              <a:ext uri="{FF2B5EF4-FFF2-40B4-BE49-F238E27FC236}">
                <a16:creationId xmlns:a16="http://schemas.microsoft.com/office/drawing/2014/main" id="{F0B594A3-38DC-4171-9A9A-464C46BA8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84629170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1015">
            <a:extLst xmlns:a="http://schemas.openxmlformats.org/drawingml/2006/main">
              <a:ext uri="{FF2B5EF4-FFF2-40B4-BE49-F238E27FC236}">
                <a16:creationId xmlns:a16="http://schemas.microsoft.com/office/drawing/2014/main" id="{8ACDB4DE-587E-4EE9-A633-562BAD601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EVIDENCE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3A0080A-67CE-4E15-8E69-4C4FD236C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的完成證據：四樣少一樣就要追問</a:t>
            </a:r>
          </a:p>
        </p:txBody>
      </p:sp>
      <p:cxnSp>
        <p:nvCxnSpPr>
          <p:cNvPr id="28" name="shape-101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017">
            <a:extLst xmlns:a="http://schemas.openxmlformats.org/drawingml/2006/main">
              <a:ext uri="{FF2B5EF4-FFF2-40B4-BE49-F238E27FC236}">
                <a16:creationId xmlns:a16="http://schemas.microsoft.com/office/drawing/2014/main" id="{EEEE06A2-D8CC-4332-8A05-31E5E42FF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87D6CF6-BA6F-4150-9539-A65FB9ABA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15</a:t>
            </a:r>
          </a:p>
        </p:txBody>
      </p:sp>
      <p:sp>
        <p:nvSpPr>
          <p:cNvPr id="6" name="shape-1018">
            <a:extLst xmlns:a="http://schemas.openxmlformats.org/drawingml/2006/main">
              <a:ext uri="{FF2B5EF4-FFF2-40B4-BE49-F238E27FC236}">
                <a16:creationId xmlns:a16="http://schemas.microsoft.com/office/drawing/2014/main" id="{173E182A-5784-4B4D-B87E-FF5B167DE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019">
            <a:extLst xmlns:a="http://schemas.openxmlformats.org/drawingml/2006/main">
              <a:ext uri="{FF2B5EF4-FFF2-40B4-BE49-F238E27FC236}">
                <a16:creationId xmlns:a16="http://schemas.microsoft.com/office/drawing/2014/main" id="{B654BD8A-6535-4D4D-AC91-F81ECA88E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020">
            <a:extLst xmlns:a="http://schemas.openxmlformats.org/drawingml/2006/main">
              <a:ext uri="{FF2B5EF4-FFF2-40B4-BE49-F238E27FC236}">
                <a16:creationId xmlns:a16="http://schemas.microsoft.com/office/drawing/2014/main" id="{83F424B6-5D14-4FDB-B17C-67C4A2C5E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變更摘要</a:t>
            </a:r>
          </a:p>
        </p:txBody>
      </p:sp>
      <p:sp>
        <p:nvSpPr>
          <p:cNvPr id="9" name="text-1021">
            <a:extLst xmlns:a="http://schemas.openxmlformats.org/drawingml/2006/main">
              <a:ext uri="{FF2B5EF4-FFF2-40B4-BE49-F238E27FC236}">
                <a16:creationId xmlns:a16="http://schemas.microsoft.com/office/drawing/2014/main" id="{EF5074D1-3325-423C-AB45-7F77E5383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改了哪些檔案、為什麼改、沒有改什麼。</a:t>
            </a:r>
          </a:p>
        </p:txBody>
      </p:sp>
      <p:sp>
        <p:nvSpPr>
          <p:cNvPr id="10" name="shape-1022">
            <a:extLst xmlns:a="http://schemas.openxmlformats.org/drawingml/2006/main">
              <a:ext uri="{FF2B5EF4-FFF2-40B4-BE49-F238E27FC236}">
                <a16:creationId xmlns:a16="http://schemas.microsoft.com/office/drawing/2014/main" id="{D13BB3DF-60FA-4943-BB47-F221882B3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023">
            <a:extLst xmlns:a="http://schemas.openxmlformats.org/drawingml/2006/main">
              <a:ext uri="{FF2B5EF4-FFF2-40B4-BE49-F238E27FC236}">
                <a16:creationId xmlns:a16="http://schemas.microsoft.com/office/drawing/2014/main" id="{ABC16B24-DCDB-4E6A-99EC-D901A403E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024">
            <a:extLst xmlns:a="http://schemas.openxmlformats.org/drawingml/2006/main">
              <a:ext uri="{FF2B5EF4-FFF2-40B4-BE49-F238E27FC236}">
                <a16:creationId xmlns:a16="http://schemas.microsoft.com/office/drawing/2014/main" id="{8356BBB9-634C-46C4-AF8E-E9DFEF3BC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測試結果</a:t>
            </a:r>
          </a:p>
        </p:txBody>
      </p:sp>
      <p:sp>
        <p:nvSpPr>
          <p:cNvPr id="13" name="text-1025">
            <a:extLst xmlns:a="http://schemas.openxmlformats.org/drawingml/2006/main">
              <a:ext uri="{FF2B5EF4-FFF2-40B4-BE49-F238E27FC236}">
                <a16:creationId xmlns:a16="http://schemas.microsoft.com/office/drawing/2014/main" id="{F1DF48D3-11B9-4911-96CF-4A1633442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實際執行哪些檢查，結果是通過、失敗或未執行。</a:t>
            </a:r>
          </a:p>
        </p:txBody>
      </p:sp>
      <p:sp>
        <p:nvSpPr>
          <p:cNvPr id="14" name="shape-1026">
            <a:extLst xmlns:a="http://schemas.openxmlformats.org/drawingml/2006/main">
              <a:ext uri="{FF2B5EF4-FFF2-40B4-BE49-F238E27FC236}">
                <a16:creationId xmlns:a16="http://schemas.microsoft.com/office/drawing/2014/main" id="{D300143C-8CE5-4C87-A011-03831DA18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027">
            <a:extLst xmlns:a="http://schemas.openxmlformats.org/drawingml/2006/main">
              <a:ext uri="{FF2B5EF4-FFF2-40B4-BE49-F238E27FC236}">
                <a16:creationId xmlns:a16="http://schemas.microsoft.com/office/drawing/2014/main" id="{08FF13D7-43D0-4A8D-8696-333545639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028">
            <a:extLst xmlns:a="http://schemas.openxmlformats.org/drawingml/2006/main">
              <a:ext uri="{FF2B5EF4-FFF2-40B4-BE49-F238E27FC236}">
                <a16:creationId xmlns:a16="http://schemas.microsoft.com/office/drawing/2014/main" id="{DC849AFA-C9D3-4454-9F23-57A23B6AB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畫面證據</a:t>
            </a:r>
          </a:p>
        </p:txBody>
      </p:sp>
      <p:sp>
        <p:nvSpPr>
          <p:cNvPr id="17" name="text-1029">
            <a:extLst xmlns:a="http://schemas.openxmlformats.org/drawingml/2006/main">
              <a:ext uri="{FF2B5EF4-FFF2-40B4-BE49-F238E27FC236}">
                <a16:creationId xmlns:a16="http://schemas.microsoft.com/office/drawing/2014/main" id="{0440F567-58D1-4483-84CE-2FD787558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用實際截圖或預覽驗證，不只描述應該長什麼樣。</a:t>
            </a:r>
          </a:p>
        </p:txBody>
      </p:sp>
      <p:sp>
        <p:nvSpPr>
          <p:cNvPr id="18" name="shape-1030">
            <a:extLst xmlns:a="http://schemas.openxmlformats.org/drawingml/2006/main">
              <a:ext uri="{FF2B5EF4-FFF2-40B4-BE49-F238E27FC236}">
                <a16:creationId xmlns:a16="http://schemas.microsoft.com/office/drawing/2014/main" id="{5FA1CC02-9288-4BFD-BA74-184A65233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031">
            <a:extLst xmlns:a="http://schemas.openxmlformats.org/drawingml/2006/main">
              <a:ext uri="{FF2B5EF4-FFF2-40B4-BE49-F238E27FC236}">
                <a16:creationId xmlns:a16="http://schemas.microsoft.com/office/drawing/2014/main" id="{E6A857C9-B1C3-4C69-B28D-A857C5DEE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032">
            <a:extLst xmlns:a="http://schemas.openxmlformats.org/drawingml/2006/main">
              <a:ext uri="{FF2B5EF4-FFF2-40B4-BE49-F238E27FC236}">
                <a16:creationId xmlns:a16="http://schemas.microsoft.com/office/drawing/2014/main" id="{2C6AA501-FC86-4CD4-88BB-D4F294B14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已知限制</a:t>
            </a:r>
          </a:p>
        </p:txBody>
      </p:sp>
      <p:sp>
        <p:nvSpPr>
          <p:cNvPr id="21" name="text-1033">
            <a:extLst xmlns:a="http://schemas.openxmlformats.org/drawingml/2006/main">
              <a:ext uri="{FF2B5EF4-FFF2-40B4-BE49-F238E27FC236}">
                <a16:creationId xmlns:a16="http://schemas.microsoft.com/office/drawing/2014/main" id="{7BF66C36-3AC6-42D4-8732-FFEFA0B3C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哪些仍未確認、需要帳號、需要人工判斷或下一輪處理。</a:t>
            </a:r>
          </a:p>
        </p:txBody>
      </p:sp>
      <p:sp>
        <p:nvSpPr>
          <p:cNvPr id="22" name="text-1581">
            <a:extLst xmlns:a="http://schemas.openxmlformats.org/drawingml/2006/main">
              <a:ext uri="{FF2B5EF4-FFF2-40B4-BE49-F238E27FC236}">
                <a16:creationId xmlns:a16="http://schemas.microsoft.com/office/drawing/2014/main" id="{A7B5D9A7-26E1-4B93-886C-7D5F19F6E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ac7e0a8a9624288"/>
              </a:rPr>
              <a:t>開啟 Antigravity ↗</a:t>
            </a:r>
          </a:p>
        </p:txBody>
      </p:sp>
      <p:sp>
        <p:nvSpPr>
          <p:cNvPr id="23" name="shape-1620">
            <a:extLst xmlns:a="http://schemas.openxmlformats.org/drawingml/2006/main">
              <a:ext uri="{FF2B5EF4-FFF2-40B4-BE49-F238E27FC236}">
                <a16:creationId xmlns:a16="http://schemas.microsoft.com/office/drawing/2014/main" id="{01A02D1B-718E-4864-A8BC-A1AC63E9F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02799414674c7a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621">
            <a:extLst xmlns:a="http://schemas.openxmlformats.org/drawingml/2006/main">
              <a:ext uri="{FF2B5EF4-FFF2-40B4-BE49-F238E27FC236}">
                <a16:creationId xmlns:a16="http://schemas.microsoft.com/office/drawing/2014/main" id="{ED473190-FDD8-42CE-8199-9CC8E52EF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6375336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1034">
            <a:extLst xmlns:a="http://schemas.openxmlformats.org/drawingml/2006/main">
              <a:ext uri="{FF2B5EF4-FFF2-40B4-BE49-F238E27FC236}">
                <a16:creationId xmlns:a16="http://schemas.microsoft.com/office/drawing/2014/main" id="{91658E34-3A87-4A69-9123-132A6AE86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8A2A351-D73F-4732-A2C0-7EFD6471D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 A｜Antigravity 完成一個小而完整的任務</a:t>
            </a:r>
          </a:p>
        </p:txBody>
      </p:sp>
      <p:cxnSp>
        <p:nvCxnSpPr>
          <p:cNvPr id="25" name="shape-103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036">
            <a:extLst xmlns:a="http://schemas.openxmlformats.org/drawingml/2006/main">
              <a:ext uri="{FF2B5EF4-FFF2-40B4-BE49-F238E27FC236}">
                <a16:creationId xmlns:a16="http://schemas.microsoft.com/office/drawing/2014/main" id="{E603CD0E-C0E8-4A79-8FF0-E7C7745C1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EE2FC48-1181-4A64-B1BD-1883F8AB5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16</a:t>
            </a:r>
          </a:p>
        </p:txBody>
      </p:sp>
      <p:sp>
        <p:nvSpPr>
          <p:cNvPr id="6" name="text-1037">
            <a:extLst xmlns:a="http://schemas.openxmlformats.org/drawingml/2006/main">
              <a:ext uri="{FF2B5EF4-FFF2-40B4-BE49-F238E27FC236}">
                <a16:creationId xmlns:a16="http://schemas.microsoft.com/office/drawing/2014/main" id="{20740CFB-BA43-41E8-AA76-938885573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038">
            <a:extLst xmlns:a="http://schemas.openxmlformats.org/drawingml/2006/main">
              <a:ext uri="{FF2B5EF4-FFF2-40B4-BE49-F238E27FC236}">
                <a16:creationId xmlns:a16="http://schemas.microsoft.com/office/drawing/2014/main" id="{419772C1-84B6-41F8-A878-6B6401E4B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039">
            <a:extLst xmlns:a="http://schemas.openxmlformats.org/drawingml/2006/main">
              <a:ext uri="{FF2B5EF4-FFF2-40B4-BE49-F238E27FC236}">
                <a16:creationId xmlns:a16="http://schemas.microsoft.com/office/drawing/2014/main" id="{40EFD989-CF4D-471C-9AAC-95CB4A1A8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040">
            <a:extLst xmlns:a="http://schemas.openxmlformats.org/drawingml/2006/main">
              <a:ext uri="{FF2B5EF4-FFF2-40B4-BE49-F238E27FC236}">
                <a16:creationId xmlns:a16="http://schemas.microsoft.com/office/drawing/2014/main" id="{2AE1E794-F5A1-44D1-AF34-862291324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交付四句任務簡報</a:t>
            </a:r>
          </a:p>
        </p:txBody>
      </p:sp>
      <p:sp>
        <p:nvSpPr>
          <p:cNvPr id="10" name="text-1041">
            <a:extLst xmlns:a="http://schemas.openxmlformats.org/drawingml/2006/main">
              <a:ext uri="{FF2B5EF4-FFF2-40B4-BE49-F238E27FC236}">
                <a16:creationId xmlns:a16="http://schemas.microsoft.com/office/drawing/2014/main" id="{A35729ED-2293-46D7-9A16-0330D918B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042">
            <a:extLst xmlns:a="http://schemas.openxmlformats.org/drawingml/2006/main">
              <a:ext uri="{FF2B5EF4-FFF2-40B4-BE49-F238E27FC236}">
                <a16:creationId xmlns:a16="http://schemas.microsoft.com/office/drawing/2014/main" id="{51A1CC99-189E-41AD-A3D6-AC495DB53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先請 Agent 檢查並提出計畫</a:t>
            </a:r>
          </a:p>
        </p:txBody>
      </p:sp>
      <p:sp>
        <p:nvSpPr>
          <p:cNvPr id="12" name="text-1043">
            <a:extLst xmlns:a="http://schemas.openxmlformats.org/drawingml/2006/main">
              <a:ext uri="{FF2B5EF4-FFF2-40B4-BE49-F238E27FC236}">
                <a16:creationId xmlns:a16="http://schemas.microsoft.com/office/drawing/2014/main" id="{33EAED7B-FC7B-40B5-A422-A71A9E0F4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044">
            <a:extLst xmlns:a="http://schemas.openxmlformats.org/drawingml/2006/main">
              <a:ext uri="{FF2B5EF4-FFF2-40B4-BE49-F238E27FC236}">
                <a16:creationId xmlns:a16="http://schemas.microsoft.com/office/drawing/2014/main" id="{3897249B-9DF7-4B83-93F7-D734124D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確認範圍後執行</a:t>
            </a:r>
          </a:p>
        </p:txBody>
      </p:sp>
      <p:sp>
        <p:nvSpPr>
          <p:cNvPr id="14" name="text-1045">
            <a:extLst xmlns:a="http://schemas.openxmlformats.org/drawingml/2006/main">
              <a:ext uri="{FF2B5EF4-FFF2-40B4-BE49-F238E27FC236}">
                <a16:creationId xmlns:a16="http://schemas.microsoft.com/office/drawing/2014/main" id="{730729C1-7708-412E-AD44-98660AF20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046">
            <a:extLst xmlns:a="http://schemas.openxmlformats.org/drawingml/2006/main">
              <a:ext uri="{FF2B5EF4-FFF2-40B4-BE49-F238E27FC236}">
                <a16:creationId xmlns:a16="http://schemas.microsoft.com/office/drawing/2014/main" id="{4FCDDAD3-0515-4EF4-BE86-4F1169CFB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取得變更、測試與限制</a:t>
            </a:r>
          </a:p>
        </p:txBody>
      </p:sp>
      <p:sp>
        <p:nvSpPr>
          <p:cNvPr id="16" name="shape-1047">
            <a:extLst xmlns:a="http://schemas.openxmlformats.org/drawingml/2006/main">
              <a:ext uri="{FF2B5EF4-FFF2-40B4-BE49-F238E27FC236}">
                <a16:creationId xmlns:a16="http://schemas.microsoft.com/office/drawing/2014/main" id="{8E5B1AE4-D91E-4B69-A584-E5EC2FC3C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048">
            <a:extLst xmlns:a="http://schemas.openxmlformats.org/drawingml/2006/main">
              <a:ext uri="{FF2B5EF4-FFF2-40B4-BE49-F238E27FC236}">
                <a16:creationId xmlns:a16="http://schemas.microsoft.com/office/drawing/2014/main" id="{22D9AF3F-7434-4A7A-A1B4-A98599E2D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049">
            <a:extLst xmlns:a="http://schemas.openxmlformats.org/drawingml/2006/main">
              <a:ext uri="{FF2B5EF4-FFF2-40B4-BE49-F238E27FC236}">
                <a16:creationId xmlns:a16="http://schemas.microsoft.com/office/drawing/2014/main" id="{D74041E2-DE89-413B-9A33-F215A49EE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任務單一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有實際產物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有至少一項驗證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沒有未授權發布</a:t>
            </a:r>
          </a:p>
        </p:txBody>
      </p:sp>
      <p:sp>
        <p:nvSpPr>
          <p:cNvPr id="19" name="text-1582">
            <a:extLst xmlns:a="http://schemas.openxmlformats.org/drawingml/2006/main">
              <a:ext uri="{FF2B5EF4-FFF2-40B4-BE49-F238E27FC236}">
                <a16:creationId xmlns:a16="http://schemas.microsoft.com/office/drawing/2014/main" id="{FFD72D07-D48C-4A32-882D-9405026D9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5654855202846bb"/>
              </a:rPr>
              <a:t>開啟 Antigravity ↗</a:t>
            </a:r>
          </a:p>
        </p:txBody>
      </p:sp>
      <p:sp>
        <p:nvSpPr>
          <p:cNvPr id="20" name="shape-1622">
            <a:extLst xmlns:a="http://schemas.openxmlformats.org/drawingml/2006/main">
              <a:ext uri="{FF2B5EF4-FFF2-40B4-BE49-F238E27FC236}">
                <a16:creationId xmlns:a16="http://schemas.microsoft.com/office/drawing/2014/main" id="{DED7045A-421E-47A2-859F-3A55DB64E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4b48267a8f493e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1623">
            <a:extLst xmlns:a="http://schemas.openxmlformats.org/drawingml/2006/main">
              <a:ext uri="{FF2B5EF4-FFF2-40B4-BE49-F238E27FC236}">
                <a16:creationId xmlns:a16="http://schemas.microsoft.com/office/drawing/2014/main" id="{BFC40650-5E65-4BBA-900F-28A77D0A1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9017158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50">
            <a:extLst xmlns:a="http://schemas.openxmlformats.org/drawingml/2006/main">
              <a:ext uri="{FF2B5EF4-FFF2-40B4-BE49-F238E27FC236}">
                <a16:creationId xmlns:a16="http://schemas.microsoft.com/office/drawing/2014/main" id="{4A678C04-D027-4067-9508-157D820D6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2" name="text-1051">
            <a:extLst xmlns:a="http://schemas.openxmlformats.org/drawingml/2006/main">
              <a:ext uri="{FF2B5EF4-FFF2-40B4-BE49-F238E27FC236}">
                <a16:creationId xmlns:a16="http://schemas.microsoft.com/office/drawing/2014/main" id="{699DF28A-6077-4A0F-AE91-41B6DD115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3" name="text-1052">
            <a:extLst xmlns:a="http://schemas.openxmlformats.org/drawingml/2006/main">
              <a:ext uri="{FF2B5EF4-FFF2-40B4-BE49-F238E27FC236}">
                <a16:creationId xmlns:a16="http://schemas.microsoft.com/office/drawing/2014/main" id="{2A3FD3AB-059D-4880-89BE-8D8E95E48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讓 Agent 在你的工作區讀取脈絡、建立或修改檔案、執行檢查，並交付可追查的成果。</a:t>
            </a:r>
          </a:p>
        </p:txBody>
      </p:sp>
      <p:sp>
        <p:nvSpPr>
          <p:cNvPr id="4" name="shape-1053">
            <a:extLst xmlns:a="http://schemas.openxmlformats.org/drawingml/2006/main">
              <a:ext uri="{FF2B5EF4-FFF2-40B4-BE49-F238E27FC236}">
                <a16:creationId xmlns:a16="http://schemas.microsoft.com/office/drawing/2014/main" id="{22B22D59-54ED-4578-8940-FBF30055D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054">
            <a:extLst xmlns:a="http://schemas.openxmlformats.org/drawingml/2006/main">
              <a:ext uri="{FF2B5EF4-FFF2-40B4-BE49-F238E27FC236}">
                <a16:creationId xmlns:a16="http://schemas.microsoft.com/office/drawing/2014/main" id="{0018441B-E387-4CD3-877F-34E4400C9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sp>
        <p:nvSpPr>
          <p:cNvPr id="6" name="shape-1055">
            <a:extLst xmlns:a="http://schemas.openxmlformats.org/drawingml/2006/main">
              <a:ext uri="{FF2B5EF4-FFF2-40B4-BE49-F238E27FC236}">
                <a16:creationId xmlns:a16="http://schemas.microsoft.com/office/drawing/2014/main" id="{472D3909-7258-4324-9271-B98385DF8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5524500"/>
            <a:ext cx="23812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315D7E"/>
            </a:solidFill>
            <a:prstDash val="solid"/>
          </a:ln>
        </p:spPr>
      </p:sp>
      <p:sp>
        <p:nvSpPr>
          <p:cNvPr id="7" name="text-1056">
            <a:extLst xmlns:a="http://schemas.openxmlformats.org/drawingml/2006/main">
              <a:ext uri="{FF2B5EF4-FFF2-40B4-BE49-F238E27FC236}">
                <a16:creationId xmlns:a16="http://schemas.microsoft.com/office/drawing/2014/main" id="{A8BE7101-8F6D-4DE6-A064-B9326F92F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559117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&lt;&gt;</a:t>
            </a:r>
          </a:p>
        </p:txBody>
      </p:sp>
      <p:sp>
        <p:nvSpPr>
          <p:cNvPr id="8" name="text-1057">
            <a:extLst xmlns:a="http://schemas.openxmlformats.org/drawingml/2006/main">
              <a:ext uri="{FF2B5EF4-FFF2-40B4-BE49-F238E27FC236}">
                <a16:creationId xmlns:a16="http://schemas.microsoft.com/office/drawing/2014/main" id="{BD0B23DF-EC3A-46BA-ABEE-AD96CC901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600700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9" name="text-1058">
            <a:extLst xmlns:a="http://schemas.openxmlformats.org/drawingml/2006/main">
              <a:ext uri="{FF2B5EF4-FFF2-40B4-BE49-F238E27FC236}">
                <a16:creationId xmlns:a16="http://schemas.microsoft.com/office/drawing/2014/main" id="{7B046B1B-8D1D-4F74-978F-AB6B5AFED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800725"/>
            <a:ext cx="17335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7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ChatGPT Agent 工作區</a:t>
            </a:r>
          </a:p>
        </p:txBody>
      </p:sp>
      <p:cxnSp>
        <p:nvCxnSpPr>
          <p:cNvPr id="26" name="shape-105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11" name="text-1060">
            <a:extLst xmlns:a="http://schemas.openxmlformats.org/drawingml/2006/main">
              <a:ext uri="{FF2B5EF4-FFF2-40B4-BE49-F238E27FC236}">
                <a16:creationId xmlns:a16="http://schemas.microsoft.com/office/drawing/2014/main" id="{AD6B0D64-75E7-4044-B5F5-E70B08E47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8E6AA21-B4FC-4E6B-8FF1-8F5ED8267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17</a:t>
            </a:r>
          </a:p>
        </p:txBody>
      </p:sp>
      <p:sp>
        <p:nvSpPr>
          <p:cNvPr id="13" name="text-1583">
            <a:extLst xmlns:a="http://schemas.openxmlformats.org/drawingml/2006/main">
              <a:ext uri="{FF2B5EF4-FFF2-40B4-BE49-F238E27FC236}">
                <a16:creationId xmlns:a16="http://schemas.microsoft.com/office/drawing/2014/main" id="{CC2E7C7A-8049-4E74-9907-0FD257C98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8fc2176035b4c2f"/>
              </a:rPr>
              <a:t>開啟 Codex ↗</a:t>
            </a:r>
          </a:p>
        </p:txBody>
      </p:sp>
      <p:sp>
        <p:nvSpPr>
          <p:cNvPr id="14" name="shape-1624">
            <a:extLst xmlns:a="http://schemas.openxmlformats.org/drawingml/2006/main">
              <a:ext uri="{FF2B5EF4-FFF2-40B4-BE49-F238E27FC236}">
                <a16:creationId xmlns:a16="http://schemas.microsoft.com/office/drawing/2014/main" id="{67DBF285-ED60-435A-9AC8-F434057F4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8d0084d0464ecf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1625">
            <a:extLst xmlns:a="http://schemas.openxmlformats.org/drawingml/2006/main">
              <a:ext uri="{FF2B5EF4-FFF2-40B4-BE49-F238E27FC236}">
                <a16:creationId xmlns:a16="http://schemas.microsoft.com/office/drawing/2014/main" id="{2A4CCEED-6D10-4484-8E3B-0FBE08BBC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15867457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text-1061">
            <a:extLst xmlns:a="http://schemas.openxmlformats.org/drawingml/2006/main">
              <a:ext uri="{FF2B5EF4-FFF2-40B4-BE49-F238E27FC236}">
                <a16:creationId xmlns:a16="http://schemas.microsoft.com/office/drawing/2014/main" id="{F710DBC8-E63B-4D80-B8A3-7FFB0FE38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WORKFLOW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27D9773-8134-47D0-B89F-B56A6CC6C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Codex 實作工作流：先定位，再修改</a:t>
            </a:r>
          </a:p>
        </p:txBody>
      </p:sp>
      <p:cxnSp>
        <p:nvCxnSpPr>
          <p:cNvPr id="42" name="shape-106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063">
            <a:extLst xmlns:a="http://schemas.openxmlformats.org/drawingml/2006/main">
              <a:ext uri="{FF2B5EF4-FFF2-40B4-BE49-F238E27FC236}">
                <a16:creationId xmlns:a16="http://schemas.microsoft.com/office/drawing/2014/main" id="{8E918970-5CA6-4495-BC99-9B9CE2B47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3654332-A642-4F37-A4C7-5CC83606A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18</a:t>
            </a:r>
          </a:p>
        </p:txBody>
      </p:sp>
      <p:sp>
        <p:nvSpPr>
          <p:cNvPr id="6" name="shape-1064">
            <a:extLst xmlns:a="http://schemas.openxmlformats.org/drawingml/2006/main">
              <a:ext uri="{FF2B5EF4-FFF2-40B4-BE49-F238E27FC236}">
                <a16:creationId xmlns:a16="http://schemas.microsoft.com/office/drawing/2014/main" id="{5713B835-26FF-4252-B6C4-6DEAE02B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1065">
            <a:extLst xmlns:a="http://schemas.openxmlformats.org/drawingml/2006/main">
              <a:ext uri="{FF2B5EF4-FFF2-40B4-BE49-F238E27FC236}">
                <a16:creationId xmlns:a16="http://schemas.microsoft.com/office/drawing/2014/main" id="{71C2C401-D14A-4F3C-95DF-87936CE32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066">
            <a:extLst xmlns:a="http://schemas.openxmlformats.org/drawingml/2006/main">
              <a:ext uri="{FF2B5EF4-FFF2-40B4-BE49-F238E27FC236}">
                <a16:creationId xmlns:a16="http://schemas.microsoft.com/office/drawing/2014/main" id="{22987927-CB75-4AD8-9878-6A10089DD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067">
            <a:extLst xmlns:a="http://schemas.openxmlformats.org/drawingml/2006/main">
              <a:ext uri="{FF2B5EF4-FFF2-40B4-BE49-F238E27FC236}">
                <a16:creationId xmlns:a16="http://schemas.microsoft.com/office/drawing/2014/main" id="{B5BAC9CB-695B-45C8-B153-1C3B8AAC9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開啟工作區</a:t>
            </a:r>
          </a:p>
        </p:txBody>
      </p:sp>
      <p:sp>
        <p:nvSpPr>
          <p:cNvPr id="10" name="text-1068">
            <a:extLst xmlns:a="http://schemas.openxmlformats.org/drawingml/2006/main">
              <a:ext uri="{FF2B5EF4-FFF2-40B4-BE49-F238E27FC236}">
                <a16:creationId xmlns:a16="http://schemas.microsoft.com/office/drawing/2014/main" id="{2740124D-5559-4871-A61F-E093F4D96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把素材放在清楚資料夾</a:t>
            </a:r>
          </a:p>
        </p:txBody>
      </p:sp>
      <p:sp>
        <p:nvSpPr>
          <p:cNvPr id="11" name="text-1069">
            <a:extLst xmlns:a="http://schemas.openxmlformats.org/drawingml/2006/main">
              <a:ext uri="{FF2B5EF4-FFF2-40B4-BE49-F238E27FC236}">
                <a16:creationId xmlns:a16="http://schemas.microsoft.com/office/drawing/2014/main" id="{ACD2EF49-4C97-43F2-AD7A-128DED98C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070">
            <a:extLst xmlns:a="http://schemas.openxmlformats.org/drawingml/2006/main">
              <a:ext uri="{FF2B5EF4-FFF2-40B4-BE49-F238E27FC236}">
                <a16:creationId xmlns:a16="http://schemas.microsoft.com/office/drawing/2014/main" id="{43F0E4BA-CEAF-4C89-972E-6F6F2F04D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1071">
            <a:extLst xmlns:a="http://schemas.openxmlformats.org/drawingml/2006/main">
              <a:ext uri="{FF2B5EF4-FFF2-40B4-BE49-F238E27FC236}">
                <a16:creationId xmlns:a16="http://schemas.microsoft.com/office/drawing/2014/main" id="{5EAFA9D6-5377-46C2-839D-9B5D75E65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072">
            <a:extLst xmlns:a="http://schemas.openxmlformats.org/drawingml/2006/main">
              <a:ext uri="{FF2B5EF4-FFF2-40B4-BE49-F238E27FC236}">
                <a16:creationId xmlns:a16="http://schemas.microsoft.com/office/drawing/2014/main" id="{01CF729D-FF87-4671-8A92-60111F059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073">
            <a:extLst xmlns:a="http://schemas.openxmlformats.org/drawingml/2006/main">
              <a:ext uri="{FF2B5EF4-FFF2-40B4-BE49-F238E27FC236}">
                <a16:creationId xmlns:a16="http://schemas.microsoft.com/office/drawing/2014/main" id="{A564FA08-6FD2-4052-BED9-0D7381381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描述任務</a:t>
            </a:r>
          </a:p>
        </p:txBody>
      </p:sp>
      <p:sp>
        <p:nvSpPr>
          <p:cNvPr id="16" name="text-1074">
            <a:extLst xmlns:a="http://schemas.openxmlformats.org/drawingml/2006/main">
              <a:ext uri="{FF2B5EF4-FFF2-40B4-BE49-F238E27FC236}">
                <a16:creationId xmlns:a16="http://schemas.microsoft.com/office/drawing/2014/main" id="{3E2AFD71-7928-48DE-899F-8B880BA7B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目標、限制、驗收</a:t>
            </a:r>
          </a:p>
        </p:txBody>
      </p:sp>
      <p:sp>
        <p:nvSpPr>
          <p:cNvPr id="17" name="text-1075">
            <a:extLst xmlns:a="http://schemas.openxmlformats.org/drawingml/2006/main">
              <a:ext uri="{FF2B5EF4-FFF2-40B4-BE49-F238E27FC236}">
                <a16:creationId xmlns:a16="http://schemas.microsoft.com/office/drawing/2014/main" id="{8F5B1399-BCCC-41CA-9B91-44DEDF535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076">
            <a:extLst xmlns:a="http://schemas.openxmlformats.org/drawingml/2006/main">
              <a:ext uri="{FF2B5EF4-FFF2-40B4-BE49-F238E27FC236}">
                <a16:creationId xmlns:a16="http://schemas.microsoft.com/office/drawing/2014/main" id="{E2614979-2E18-4429-A820-B97442852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1077">
            <a:extLst xmlns:a="http://schemas.openxmlformats.org/drawingml/2006/main">
              <a:ext uri="{FF2B5EF4-FFF2-40B4-BE49-F238E27FC236}">
                <a16:creationId xmlns:a16="http://schemas.microsoft.com/office/drawing/2014/main" id="{2298794A-ED91-4E4A-A645-8FD786714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078">
            <a:extLst xmlns:a="http://schemas.openxmlformats.org/drawingml/2006/main">
              <a:ext uri="{FF2B5EF4-FFF2-40B4-BE49-F238E27FC236}">
                <a16:creationId xmlns:a16="http://schemas.microsoft.com/office/drawing/2014/main" id="{D8D97565-EDE4-418F-BC91-E3CC08D14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079">
            <a:extLst xmlns:a="http://schemas.openxmlformats.org/drawingml/2006/main">
              <a:ext uri="{FF2B5EF4-FFF2-40B4-BE49-F238E27FC236}">
                <a16:creationId xmlns:a16="http://schemas.microsoft.com/office/drawing/2014/main" id="{923B1B43-E1FF-4134-A457-55813072B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觀察進度</a:t>
            </a:r>
          </a:p>
        </p:txBody>
      </p:sp>
      <p:sp>
        <p:nvSpPr>
          <p:cNvPr id="22" name="text-1080">
            <a:extLst xmlns:a="http://schemas.openxmlformats.org/drawingml/2006/main">
              <a:ext uri="{FF2B5EF4-FFF2-40B4-BE49-F238E27FC236}">
                <a16:creationId xmlns:a16="http://schemas.microsoft.com/office/drawing/2014/main" id="{705441BD-B0A2-4459-A52C-A533FB895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計畫、讀檔、工具使用</a:t>
            </a:r>
          </a:p>
        </p:txBody>
      </p:sp>
      <p:sp>
        <p:nvSpPr>
          <p:cNvPr id="23" name="text-1081">
            <a:extLst xmlns:a="http://schemas.openxmlformats.org/drawingml/2006/main">
              <a:ext uri="{FF2B5EF4-FFF2-40B4-BE49-F238E27FC236}">
                <a16:creationId xmlns:a16="http://schemas.microsoft.com/office/drawing/2014/main" id="{DDBE864E-B91C-4B02-960E-5BDCF7D07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082">
            <a:extLst xmlns:a="http://schemas.openxmlformats.org/drawingml/2006/main">
              <a:ext uri="{FF2B5EF4-FFF2-40B4-BE49-F238E27FC236}">
                <a16:creationId xmlns:a16="http://schemas.microsoft.com/office/drawing/2014/main" id="{7CC9C164-3962-4DC4-957D-B7DD95F50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1083">
            <a:extLst xmlns:a="http://schemas.openxmlformats.org/drawingml/2006/main">
              <a:ext uri="{FF2B5EF4-FFF2-40B4-BE49-F238E27FC236}">
                <a16:creationId xmlns:a16="http://schemas.microsoft.com/office/drawing/2014/main" id="{8B61F902-6D86-4EEB-AE64-E48B5DD0F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084">
            <a:extLst xmlns:a="http://schemas.openxmlformats.org/drawingml/2006/main">
              <a:ext uri="{FF2B5EF4-FFF2-40B4-BE49-F238E27FC236}">
                <a16:creationId xmlns:a16="http://schemas.microsoft.com/office/drawing/2014/main" id="{1771D7BC-2F73-4669-A947-B184E1EEE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085">
            <a:extLst xmlns:a="http://schemas.openxmlformats.org/drawingml/2006/main">
              <a:ext uri="{FF2B5EF4-FFF2-40B4-BE49-F238E27FC236}">
                <a16:creationId xmlns:a16="http://schemas.microsoft.com/office/drawing/2014/main" id="{28A741C7-DA92-4203-A167-3B4EEE5F0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檢查成果</a:t>
            </a:r>
          </a:p>
        </p:txBody>
      </p:sp>
      <p:sp>
        <p:nvSpPr>
          <p:cNvPr id="28" name="text-1086">
            <a:extLst xmlns:a="http://schemas.openxmlformats.org/drawingml/2006/main">
              <a:ext uri="{FF2B5EF4-FFF2-40B4-BE49-F238E27FC236}">
                <a16:creationId xmlns:a16="http://schemas.microsoft.com/office/drawing/2014/main" id="{D579213E-141F-49B3-B1D6-A024B96D0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檔案、測試、畫面、差異</a:t>
            </a:r>
          </a:p>
        </p:txBody>
      </p:sp>
      <p:sp>
        <p:nvSpPr>
          <p:cNvPr id="29" name="text-1087">
            <a:extLst xmlns:a="http://schemas.openxmlformats.org/drawingml/2006/main">
              <a:ext uri="{FF2B5EF4-FFF2-40B4-BE49-F238E27FC236}">
                <a16:creationId xmlns:a16="http://schemas.microsoft.com/office/drawing/2014/main" id="{3F038D6E-3182-48D6-BBCB-1006D190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088">
            <a:extLst xmlns:a="http://schemas.openxmlformats.org/drawingml/2006/main">
              <a:ext uri="{FF2B5EF4-FFF2-40B4-BE49-F238E27FC236}">
                <a16:creationId xmlns:a16="http://schemas.microsoft.com/office/drawing/2014/main" id="{1DFA4FE0-4534-4424-8676-34AEC63E5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31" name="shape-1089">
            <a:extLst xmlns:a="http://schemas.openxmlformats.org/drawingml/2006/main">
              <a:ext uri="{FF2B5EF4-FFF2-40B4-BE49-F238E27FC236}">
                <a16:creationId xmlns:a16="http://schemas.microsoft.com/office/drawing/2014/main" id="{80EEC63C-A226-4FAF-A622-633468252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090">
            <a:extLst xmlns:a="http://schemas.openxmlformats.org/drawingml/2006/main">
              <a:ext uri="{FF2B5EF4-FFF2-40B4-BE49-F238E27FC236}">
                <a16:creationId xmlns:a16="http://schemas.microsoft.com/office/drawing/2014/main" id="{0A3F92CC-A3F6-4500-B535-631431B78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091">
            <a:extLst xmlns:a="http://schemas.openxmlformats.org/drawingml/2006/main">
              <a:ext uri="{FF2B5EF4-FFF2-40B4-BE49-F238E27FC236}">
                <a16:creationId xmlns:a16="http://schemas.microsoft.com/office/drawing/2014/main" id="{89A722C8-9FAB-4A25-B43D-D710670CD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決定下一步</a:t>
            </a:r>
          </a:p>
        </p:txBody>
      </p:sp>
      <p:sp>
        <p:nvSpPr>
          <p:cNvPr id="34" name="text-1092">
            <a:extLst xmlns:a="http://schemas.openxmlformats.org/drawingml/2006/main">
              <a:ext uri="{FF2B5EF4-FFF2-40B4-BE49-F238E27FC236}">
                <a16:creationId xmlns:a16="http://schemas.microsoft.com/office/drawing/2014/main" id="{3B7013F6-B0D1-4937-9B6A-28E398AEA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接受、修正或停止</a:t>
            </a:r>
          </a:p>
        </p:txBody>
      </p:sp>
      <p:sp>
        <p:nvSpPr>
          <p:cNvPr id="35" name="text-1093">
            <a:extLst xmlns:a="http://schemas.openxmlformats.org/drawingml/2006/main">
              <a:ext uri="{FF2B5EF4-FFF2-40B4-BE49-F238E27FC236}">
                <a16:creationId xmlns:a16="http://schemas.microsoft.com/office/drawing/2014/main" id="{17724939-2439-41C3-A093-0D7FBC72A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6" name="text-1584">
            <a:extLst xmlns:a="http://schemas.openxmlformats.org/drawingml/2006/main">
              <a:ext uri="{FF2B5EF4-FFF2-40B4-BE49-F238E27FC236}">
                <a16:creationId xmlns:a16="http://schemas.microsoft.com/office/drawing/2014/main" id="{FCA60CCE-D062-4BB7-A31E-C7EA6D0A4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969b32c1e3c43d2"/>
              </a:rPr>
              <a:t>開啟 Codex ↗</a:t>
            </a:r>
          </a:p>
        </p:txBody>
      </p:sp>
      <p:sp>
        <p:nvSpPr>
          <p:cNvPr id="37" name="shape-1626">
            <a:extLst xmlns:a="http://schemas.openxmlformats.org/drawingml/2006/main">
              <a:ext uri="{FF2B5EF4-FFF2-40B4-BE49-F238E27FC236}">
                <a16:creationId xmlns:a16="http://schemas.microsoft.com/office/drawing/2014/main" id="{D2C2C971-4236-4A4B-88D0-3E5542343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ff6ae333a148bf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9" name="text-1627">
            <a:extLst xmlns:a="http://schemas.openxmlformats.org/drawingml/2006/main">
              <a:ext uri="{FF2B5EF4-FFF2-40B4-BE49-F238E27FC236}">
                <a16:creationId xmlns:a16="http://schemas.microsoft.com/office/drawing/2014/main" id="{BA5493D1-63F6-44BA-BBEE-213DC0DAC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92161930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94">
            <a:extLst xmlns:a="http://schemas.openxmlformats.org/drawingml/2006/main">
              <a:ext uri="{FF2B5EF4-FFF2-40B4-BE49-F238E27FC236}">
                <a16:creationId xmlns:a16="http://schemas.microsoft.com/office/drawing/2014/main" id="{4C4E5422-5898-41C3-B91C-9657BAF48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6A75FB6-14F1-4A0E-8491-6E83BE3B9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同一任務在 Codex 中這樣下達</a:t>
            </a:r>
          </a:p>
        </p:txBody>
      </p:sp>
      <p:cxnSp>
        <p:nvCxnSpPr>
          <p:cNvPr id="19" name="shape-109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096">
            <a:extLst xmlns:a="http://schemas.openxmlformats.org/drawingml/2006/main">
              <a:ext uri="{FF2B5EF4-FFF2-40B4-BE49-F238E27FC236}">
                <a16:creationId xmlns:a16="http://schemas.microsoft.com/office/drawing/2014/main" id="{544AD700-73AD-41AF-9839-F84DD912A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4444917-FC4C-43E4-B8CF-60FE3EE96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19</a:t>
            </a:r>
          </a:p>
        </p:txBody>
      </p:sp>
      <p:sp>
        <p:nvSpPr>
          <p:cNvPr id="6" name="text-1097">
            <a:extLst xmlns:a="http://schemas.openxmlformats.org/drawingml/2006/main">
              <a:ext uri="{FF2B5EF4-FFF2-40B4-BE49-F238E27FC236}">
                <a16:creationId xmlns:a16="http://schemas.microsoft.com/office/drawing/2014/main" id="{9B22E1E8-81DA-486F-AAD3-1C60D93E1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858000" cy="4324350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050B1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247650" tIns="247650" rIns="247650" bIns="2476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目標：改善這個課程互動網站的手機操作體驗。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範圍：只處理目前工作區中的 HTML、CSS、JS。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限制：不更動教學內容、不新增外部服務、不發布。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請先：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1. 檢查結構與手機畫面。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2. 說明最重要的 3 個問題與修正計畫。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3. 實作後跑可行的檢查。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4. 回報修改檔案、驗證證據與未確認項目。</a:t>
            </a:r>
          </a:p>
        </p:txBody>
      </p:sp>
      <p:sp>
        <p:nvSpPr>
          <p:cNvPr id="7" name="text-1098">
            <a:extLst xmlns:a="http://schemas.openxmlformats.org/drawingml/2006/main">
              <a:ext uri="{FF2B5EF4-FFF2-40B4-BE49-F238E27FC236}">
                <a16:creationId xmlns:a16="http://schemas.microsoft.com/office/drawing/2014/main" id="{5B328EB4-D5D0-422C-80D8-7793D300E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526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明確邊界</a:t>
            </a:r>
          </a:p>
        </p:txBody>
      </p:sp>
      <p:sp>
        <p:nvSpPr>
          <p:cNvPr id="8" name="text-1099">
            <a:extLst xmlns:a="http://schemas.openxmlformats.org/drawingml/2006/main">
              <a:ext uri="{FF2B5EF4-FFF2-40B4-BE49-F238E27FC236}">
                <a16:creationId xmlns:a16="http://schemas.microsoft.com/office/drawing/2014/main" id="{4A9EA65F-D9A5-4912-8962-CAF0CAC50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907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檔案與動作的範圍要具體。</a:t>
            </a:r>
          </a:p>
        </p:txBody>
      </p:sp>
      <p:sp>
        <p:nvSpPr>
          <p:cNvPr id="9" name="text-1100">
            <a:extLst xmlns:a="http://schemas.openxmlformats.org/drawingml/2006/main">
              <a:ext uri="{FF2B5EF4-FFF2-40B4-BE49-F238E27FC236}">
                <a16:creationId xmlns:a16="http://schemas.microsoft.com/office/drawing/2014/main" id="{7C94A179-DD19-43D2-AE25-B92FA7990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rPr>
              <a:t>先檢查</a:t>
            </a:r>
          </a:p>
        </p:txBody>
      </p:sp>
      <p:sp>
        <p:nvSpPr>
          <p:cNvPr id="10" name="text-1101">
            <a:extLst xmlns:a="http://schemas.openxmlformats.org/drawingml/2006/main">
              <a:ext uri="{FF2B5EF4-FFF2-40B4-BE49-F238E27FC236}">
                <a16:creationId xmlns:a16="http://schemas.microsoft.com/office/drawing/2014/main" id="{34E1302B-9B41-498E-B9FA-8E1A1FDE8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4330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讓 Agent 先讀環境，避免憑空重寫。</a:t>
            </a:r>
          </a:p>
        </p:txBody>
      </p:sp>
      <p:sp>
        <p:nvSpPr>
          <p:cNvPr id="11" name="text-1102">
            <a:extLst xmlns:a="http://schemas.openxmlformats.org/drawingml/2006/main">
              <a:ext uri="{FF2B5EF4-FFF2-40B4-BE49-F238E27FC236}">
                <a16:creationId xmlns:a16="http://schemas.microsoft.com/office/drawing/2014/main" id="{24979B68-B30C-4F6E-A620-711A8FF30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577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驗收可見</a:t>
            </a:r>
          </a:p>
        </p:txBody>
      </p:sp>
      <p:sp>
        <p:nvSpPr>
          <p:cNvPr id="12" name="text-1103">
            <a:extLst xmlns:a="http://schemas.openxmlformats.org/drawingml/2006/main">
              <a:ext uri="{FF2B5EF4-FFF2-40B4-BE49-F238E27FC236}">
                <a16:creationId xmlns:a16="http://schemas.microsoft.com/office/drawing/2014/main" id="{9FBD405A-E685-43C0-B1D2-A844AF91D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958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要求證據與未確認項目。</a:t>
            </a:r>
          </a:p>
        </p:txBody>
      </p:sp>
      <p:sp>
        <p:nvSpPr>
          <p:cNvPr id="13" name="text-1585">
            <a:extLst xmlns:a="http://schemas.openxmlformats.org/drawingml/2006/main">
              <a:ext uri="{FF2B5EF4-FFF2-40B4-BE49-F238E27FC236}">
                <a16:creationId xmlns:a16="http://schemas.microsoft.com/office/drawing/2014/main" id="{2464E215-4274-4FC5-A44E-0A2DD94FC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c783331bd884b81"/>
              </a:rPr>
              <a:t>開啟 Codex ↗</a:t>
            </a:r>
          </a:p>
        </p:txBody>
      </p:sp>
      <p:sp>
        <p:nvSpPr>
          <p:cNvPr id="14" name="shape-1628">
            <a:extLst xmlns:a="http://schemas.openxmlformats.org/drawingml/2006/main">
              <a:ext uri="{FF2B5EF4-FFF2-40B4-BE49-F238E27FC236}">
                <a16:creationId xmlns:a16="http://schemas.microsoft.com/office/drawing/2014/main" id="{751F1E7A-8BE7-48FF-AC82-59A5A9A0E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700c31e9dc4fbb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1629">
            <a:extLst xmlns:a="http://schemas.openxmlformats.org/drawingml/2006/main">
              <a:ext uri="{FF2B5EF4-FFF2-40B4-BE49-F238E27FC236}">
                <a16:creationId xmlns:a16="http://schemas.microsoft.com/office/drawing/2014/main" id="{0E1C8604-C5D3-45CE-9AD7-7B618FAA7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34058656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text-1104">
            <a:extLst xmlns:a="http://schemas.openxmlformats.org/drawingml/2006/main">
              <a:ext uri="{FF2B5EF4-FFF2-40B4-BE49-F238E27FC236}">
                <a16:creationId xmlns:a16="http://schemas.microsoft.com/office/drawing/2014/main" id="{8A13721D-E598-459B-9424-A5DF1D877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TASK DESIGN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ABF5E80-5C14-498D-BAD3-DF81E17EC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好任務簡報的六個欄位</a:t>
            </a:r>
          </a:p>
        </p:txBody>
      </p:sp>
      <p:cxnSp>
        <p:nvCxnSpPr>
          <p:cNvPr id="36" name="shape-110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06">
            <a:extLst xmlns:a="http://schemas.openxmlformats.org/drawingml/2006/main">
              <a:ext uri="{FF2B5EF4-FFF2-40B4-BE49-F238E27FC236}">
                <a16:creationId xmlns:a16="http://schemas.microsoft.com/office/drawing/2014/main" id="{2EE7016D-5D89-4B6C-82CC-4C2A792ED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9017362-429F-4E81-BC68-433D40E51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20</a:t>
            </a:r>
          </a:p>
        </p:txBody>
      </p:sp>
      <p:sp>
        <p:nvSpPr>
          <p:cNvPr id="6" name="shape-1107">
            <a:extLst xmlns:a="http://schemas.openxmlformats.org/drawingml/2006/main">
              <a:ext uri="{FF2B5EF4-FFF2-40B4-BE49-F238E27FC236}">
                <a16:creationId xmlns:a16="http://schemas.microsoft.com/office/drawing/2014/main" id="{3F6C83A7-2E0E-447E-8E53-5FE8746E9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108">
            <a:extLst xmlns:a="http://schemas.openxmlformats.org/drawingml/2006/main">
              <a:ext uri="{FF2B5EF4-FFF2-40B4-BE49-F238E27FC236}">
                <a16:creationId xmlns:a16="http://schemas.microsoft.com/office/drawing/2014/main" id="{4918F926-4807-497D-9873-F85794905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1109">
            <a:extLst xmlns:a="http://schemas.openxmlformats.org/drawingml/2006/main">
              <a:ext uri="{FF2B5EF4-FFF2-40B4-BE49-F238E27FC236}">
                <a16:creationId xmlns:a16="http://schemas.microsoft.com/office/drawing/2014/main" id="{3019F545-EDF0-400B-93DF-8DE597F5F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Why</a:t>
            </a:r>
          </a:p>
        </p:txBody>
      </p:sp>
      <p:sp>
        <p:nvSpPr>
          <p:cNvPr id="9" name="text-1110">
            <a:extLst xmlns:a="http://schemas.openxmlformats.org/drawingml/2006/main">
              <a:ext uri="{FF2B5EF4-FFF2-40B4-BE49-F238E27FC236}">
                <a16:creationId xmlns:a16="http://schemas.microsoft.com/office/drawing/2014/main" id="{E090DE13-3D65-46D3-BC4B-94D957187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教學問題與使用者價值</a:t>
            </a:r>
          </a:p>
        </p:txBody>
      </p:sp>
      <p:sp>
        <p:nvSpPr>
          <p:cNvPr id="10" name="shape-1111">
            <a:extLst xmlns:a="http://schemas.openxmlformats.org/drawingml/2006/main">
              <a:ext uri="{FF2B5EF4-FFF2-40B4-BE49-F238E27FC236}">
                <a16:creationId xmlns:a16="http://schemas.microsoft.com/office/drawing/2014/main" id="{0172984A-E01D-4822-A384-07FED7C6C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112">
            <a:extLst xmlns:a="http://schemas.openxmlformats.org/drawingml/2006/main">
              <a:ext uri="{FF2B5EF4-FFF2-40B4-BE49-F238E27FC236}">
                <a16:creationId xmlns:a16="http://schemas.microsoft.com/office/drawing/2014/main" id="{E2EA236D-796B-41BD-A0E3-62B888CC6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1113">
            <a:extLst xmlns:a="http://schemas.openxmlformats.org/drawingml/2006/main">
              <a:ext uri="{FF2B5EF4-FFF2-40B4-BE49-F238E27FC236}">
                <a16:creationId xmlns:a16="http://schemas.microsoft.com/office/drawing/2014/main" id="{AB29C38D-BEEF-484D-B7CB-4A8CEC558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What</a:t>
            </a:r>
          </a:p>
        </p:txBody>
      </p:sp>
      <p:sp>
        <p:nvSpPr>
          <p:cNvPr id="13" name="text-1114">
            <a:extLst xmlns:a="http://schemas.openxmlformats.org/drawingml/2006/main">
              <a:ext uri="{FF2B5EF4-FFF2-40B4-BE49-F238E27FC236}">
                <a16:creationId xmlns:a16="http://schemas.microsoft.com/office/drawing/2014/main" id="{388ADA6A-10B8-4475-BAA4-64C36C981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要完成的具體成果</a:t>
            </a:r>
          </a:p>
        </p:txBody>
      </p:sp>
      <p:sp>
        <p:nvSpPr>
          <p:cNvPr id="14" name="shape-1115">
            <a:extLst xmlns:a="http://schemas.openxmlformats.org/drawingml/2006/main">
              <a:ext uri="{FF2B5EF4-FFF2-40B4-BE49-F238E27FC236}">
                <a16:creationId xmlns:a16="http://schemas.microsoft.com/office/drawing/2014/main" id="{C2A0EE4F-E0C7-4172-99CB-5BD8777E9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116">
            <a:extLst xmlns:a="http://schemas.openxmlformats.org/drawingml/2006/main">
              <a:ext uri="{FF2B5EF4-FFF2-40B4-BE49-F238E27FC236}">
                <a16:creationId xmlns:a16="http://schemas.microsoft.com/office/drawing/2014/main" id="{23DAED03-AF29-4504-9347-7B85AC531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1117">
            <a:extLst xmlns:a="http://schemas.openxmlformats.org/drawingml/2006/main">
              <a:ext uri="{FF2B5EF4-FFF2-40B4-BE49-F238E27FC236}">
                <a16:creationId xmlns:a16="http://schemas.microsoft.com/office/drawing/2014/main" id="{6A0855F1-737A-4444-B944-DB7D1C7D5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Where</a:t>
            </a:r>
          </a:p>
        </p:txBody>
      </p:sp>
      <p:sp>
        <p:nvSpPr>
          <p:cNvPr id="17" name="text-1118">
            <a:extLst xmlns:a="http://schemas.openxmlformats.org/drawingml/2006/main">
              <a:ext uri="{FF2B5EF4-FFF2-40B4-BE49-F238E27FC236}">
                <a16:creationId xmlns:a16="http://schemas.microsoft.com/office/drawing/2014/main" id="{F8A6128A-39F5-4F89-8F9B-6C05F4E1D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工作區、檔案與資料來源</a:t>
            </a:r>
          </a:p>
        </p:txBody>
      </p:sp>
      <p:sp>
        <p:nvSpPr>
          <p:cNvPr id="18" name="shape-1119">
            <a:extLst xmlns:a="http://schemas.openxmlformats.org/drawingml/2006/main">
              <a:ext uri="{FF2B5EF4-FFF2-40B4-BE49-F238E27FC236}">
                <a16:creationId xmlns:a16="http://schemas.microsoft.com/office/drawing/2014/main" id="{1A88271D-4C1C-413B-893C-6B308010C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120">
            <a:extLst xmlns:a="http://schemas.openxmlformats.org/drawingml/2006/main">
              <a:ext uri="{FF2B5EF4-FFF2-40B4-BE49-F238E27FC236}">
                <a16:creationId xmlns:a16="http://schemas.microsoft.com/office/drawing/2014/main" id="{A13E41E5-64A9-475B-9129-718121C02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1121">
            <a:extLst xmlns:a="http://schemas.openxmlformats.org/drawingml/2006/main">
              <a:ext uri="{FF2B5EF4-FFF2-40B4-BE49-F238E27FC236}">
                <a16:creationId xmlns:a16="http://schemas.microsoft.com/office/drawing/2014/main" id="{B39A7811-393D-449F-8E1D-4DDB05EB3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Limits</a:t>
            </a:r>
          </a:p>
        </p:txBody>
      </p:sp>
      <p:sp>
        <p:nvSpPr>
          <p:cNvPr id="21" name="text-1122">
            <a:extLst xmlns:a="http://schemas.openxmlformats.org/drawingml/2006/main">
              <a:ext uri="{FF2B5EF4-FFF2-40B4-BE49-F238E27FC236}">
                <a16:creationId xmlns:a16="http://schemas.microsoft.com/office/drawing/2014/main" id="{367184AD-66C6-4442-B5A6-29AFC2016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不可改、不可公開、不可猜測</a:t>
            </a:r>
          </a:p>
        </p:txBody>
      </p:sp>
      <p:sp>
        <p:nvSpPr>
          <p:cNvPr id="22" name="shape-1123">
            <a:extLst xmlns:a="http://schemas.openxmlformats.org/drawingml/2006/main">
              <a:ext uri="{FF2B5EF4-FFF2-40B4-BE49-F238E27FC236}">
                <a16:creationId xmlns:a16="http://schemas.microsoft.com/office/drawing/2014/main" id="{36B69187-0534-4782-A1DB-0ADD5DB38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3" name="text-1124">
            <a:extLst xmlns:a="http://schemas.openxmlformats.org/drawingml/2006/main">
              <a:ext uri="{FF2B5EF4-FFF2-40B4-BE49-F238E27FC236}">
                <a16:creationId xmlns:a16="http://schemas.microsoft.com/office/drawing/2014/main" id="{EBF1AC3C-6B2B-42C8-8E14-3627C5BB2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24" name="text-1125">
            <a:extLst xmlns:a="http://schemas.openxmlformats.org/drawingml/2006/main">
              <a:ext uri="{FF2B5EF4-FFF2-40B4-BE49-F238E27FC236}">
                <a16:creationId xmlns:a16="http://schemas.microsoft.com/office/drawing/2014/main" id="{286BB379-58E8-4D64-B5FC-C4CDC2877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Checks</a:t>
            </a:r>
          </a:p>
        </p:txBody>
      </p:sp>
      <p:sp>
        <p:nvSpPr>
          <p:cNvPr id="25" name="text-1126">
            <a:extLst xmlns:a="http://schemas.openxmlformats.org/drawingml/2006/main">
              <a:ext uri="{FF2B5EF4-FFF2-40B4-BE49-F238E27FC236}">
                <a16:creationId xmlns:a16="http://schemas.microsoft.com/office/drawing/2014/main" id="{84A3C9FD-50A3-443A-890F-B8082D2DC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測試、畫面與內容檢核</a:t>
            </a:r>
          </a:p>
        </p:txBody>
      </p:sp>
      <p:sp>
        <p:nvSpPr>
          <p:cNvPr id="26" name="shape-1127">
            <a:extLst xmlns:a="http://schemas.openxmlformats.org/drawingml/2006/main">
              <a:ext uri="{FF2B5EF4-FFF2-40B4-BE49-F238E27FC236}">
                <a16:creationId xmlns:a16="http://schemas.microsoft.com/office/drawing/2014/main" id="{E7A9D79F-424A-47FC-AECA-12FA1A186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7" name="text-1128">
            <a:extLst xmlns:a="http://schemas.openxmlformats.org/drawingml/2006/main">
              <a:ext uri="{FF2B5EF4-FFF2-40B4-BE49-F238E27FC236}">
                <a16:creationId xmlns:a16="http://schemas.microsoft.com/office/drawing/2014/main" id="{0A510DF1-FE07-46AE-A04D-F3D2C5AA4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6</a:t>
            </a:r>
          </a:p>
        </p:txBody>
      </p:sp>
      <p:sp>
        <p:nvSpPr>
          <p:cNvPr id="28" name="text-1129">
            <a:extLst xmlns:a="http://schemas.openxmlformats.org/drawingml/2006/main">
              <a:ext uri="{FF2B5EF4-FFF2-40B4-BE49-F238E27FC236}">
                <a16:creationId xmlns:a16="http://schemas.microsoft.com/office/drawing/2014/main" id="{39CACE6E-31CE-40CB-9D5E-714DFD705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Handoff</a:t>
            </a:r>
          </a:p>
        </p:txBody>
      </p:sp>
      <p:sp>
        <p:nvSpPr>
          <p:cNvPr id="29" name="text-1130">
            <a:extLst xmlns:a="http://schemas.openxmlformats.org/drawingml/2006/main">
              <a:ext uri="{FF2B5EF4-FFF2-40B4-BE49-F238E27FC236}">
                <a16:creationId xmlns:a16="http://schemas.microsoft.com/office/drawing/2014/main" id="{098AB7FF-F303-42B5-BA05-01CC06574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成果、差異、限制、下一步</a:t>
            </a:r>
          </a:p>
        </p:txBody>
      </p:sp>
      <p:sp>
        <p:nvSpPr>
          <p:cNvPr id="30" name="text-1586">
            <a:extLst xmlns:a="http://schemas.openxmlformats.org/drawingml/2006/main">
              <a:ext uri="{FF2B5EF4-FFF2-40B4-BE49-F238E27FC236}">
                <a16:creationId xmlns:a16="http://schemas.microsoft.com/office/drawing/2014/main" id="{8404BCFE-BA68-4C07-B5FE-FE46AA1A6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c0b6c8a6d8e4021"/>
              </a:rPr>
              <a:t>開啟 Codex ↗</a:t>
            </a:r>
          </a:p>
        </p:txBody>
      </p:sp>
      <p:sp>
        <p:nvSpPr>
          <p:cNvPr id="31" name="shape-1630">
            <a:extLst xmlns:a="http://schemas.openxmlformats.org/drawingml/2006/main">
              <a:ext uri="{FF2B5EF4-FFF2-40B4-BE49-F238E27FC236}">
                <a16:creationId xmlns:a16="http://schemas.microsoft.com/office/drawing/2014/main" id="{15A074D8-D4EE-4220-8E8A-832645AF7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293f63fe6449c7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3" name="text-1631">
            <a:extLst xmlns:a="http://schemas.openxmlformats.org/drawingml/2006/main">
              <a:ext uri="{FF2B5EF4-FFF2-40B4-BE49-F238E27FC236}">
                <a16:creationId xmlns:a16="http://schemas.microsoft.com/office/drawing/2014/main" id="{04F59D03-20AB-4EA9-A5AD-AE19D5B45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099086414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1131">
            <a:extLst xmlns:a="http://schemas.openxmlformats.org/drawingml/2006/main">
              <a:ext uri="{FF2B5EF4-FFF2-40B4-BE49-F238E27FC236}">
                <a16:creationId xmlns:a16="http://schemas.microsoft.com/office/drawing/2014/main" id="{644DC72B-3DAB-449E-931A-0C3324AA0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08989F5-733E-418C-9F65-8BF6FE59B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 B｜Codex 完成同一任務</a:t>
            </a:r>
          </a:p>
        </p:txBody>
      </p:sp>
      <p:cxnSp>
        <p:nvCxnSpPr>
          <p:cNvPr id="25" name="shape-113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33">
            <a:extLst xmlns:a="http://schemas.openxmlformats.org/drawingml/2006/main">
              <a:ext uri="{FF2B5EF4-FFF2-40B4-BE49-F238E27FC236}">
                <a16:creationId xmlns:a16="http://schemas.microsoft.com/office/drawing/2014/main" id="{3C7045BF-ABCB-443C-A8E3-611DD4CD1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8076A91-972E-40AF-832E-7641D744E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21</a:t>
            </a:r>
          </a:p>
        </p:txBody>
      </p:sp>
      <p:sp>
        <p:nvSpPr>
          <p:cNvPr id="6" name="text-1134">
            <a:extLst xmlns:a="http://schemas.openxmlformats.org/drawingml/2006/main">
              <a:ext uri="{FF2B5EF4-FFF2-40B4-BE49-F238E27FC236}">
                <a16:creationId xmlns:a16="http://schemas.microsoft.com/office/drawing/2014/main" id="{2B97C5C3-F943-4960-A5BF-7D5BB2031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135">
            <a:extLst xmlns:a="http://schemas.openxmlformats.org/drawingml/2006/main">
              <a:ext uri="{FF2B5EF4-FFF2-40B4-BE49-F238E27FC236}">
                <a16:creationId xmlns:a16="http://schemas.microsoft.com/office/drawing/2014/main" id="{C73BCB7B-AF53-4CF6-82ED-1C76814E0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136">
            <a:extLst xmlns:a="http://schemas.openxmlformats.org/drawingml/2006/main">
              <a:ext uri="{FF2B5EF4-FFF2-40B4-BE49-F238E27FC236}">
                <a16:creationId xmlns:a16="http://schemas.microsoft.com/office/drawing/2014/main" id="{D23DBF7A-9B35-4F02-8771-81569B2EB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137">
            <a:extLst xmlns:a="http://schemas.openxmlformats.org/drawingml/2006/main">
              <a:ext uri="{FF2B5EF4-FFF2-40B4-BE49-F238E27FC236}">
                <a16:creationId xmlns:a16="http://schemas.microsoft.com/office/drawing/2014/main" id="{DFBAA5D0-3E67-490E-9355-15D107A85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開啟上午成果的工作區</a:t>
            </a:r>
          </a:p>
        </p:txBody>
      </p:sp>
      <p:sp>
        <p:nvSpPr>
          <p:cNvPr id="10" name="text-1138">
            <a:extLst xmlns:a="http://schemas.openxmlformats.org/drawingml/2006/main">
              <a:ext uri="{FF2B5EF4-FFF2-40B4-BE49-F238E27FC236}">
                <a16:creationId xmlns:a16="http://schemas.microsoft.com/office/drawing/2014/main" id="{FB230935-9616-410B-82FA-BEF2FC47D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139">
            <a:extLst xmlns:a="http://schemas.openxmlformats.org/drawingml/2006/main">
              <a:ext uri="{FF2B5EF4-FFF2-40B4-BE49-F238E27FC236}">
                <a16:creationId xmlns:a16="http://schemas.microsoft.com/office/drawing/2014/main" id="{05013BC1-F320-4943-9AF5-FB2EF757B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貼上六欄任務簡報</a:t>
            </a:r>
          </a:p>
        </p:txBody>
      </p:sp>
      <p:sp>
        <p:nvSpPr>
          <p:cNvPr id="12" name="text-1140">
            <a:extLst xmlns:a="http://schemas.openxmlformats.org/drawingml/2006/main">
              <a:ext uri="{FF2B5EF4-FFF2-40B4-BE49-F238E27FC236}">
                <a16:creationId xmlns:a16="http://schemas.microsoft.com/office/drawing/2014/main" id="{D0A6AC5C-EC6C-44C3-B190-BE4F76AC6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141">
            <a:extLst xmlns:a="http://schemas.openxmlformats.org/drawingml/2006/main">
              <a:ext uri="{FF2B5EF4-FFF2-40B4-BE49-F238E27FC236}">
                <a16:creationId xmlns:a16="http://schemas.microsoft.com/office/drawing/2014/main" id="{9F9EDFB8-D7D0-45A4-B2E0-3B2AE9AC0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觀察 Agent 讀檔、規劃與執行</a:t>
            </a:r>
          </a:p>
        </p:txBody>
      </p:sp>
      <p:sp>
        <p:nvSpPr>
          <p:cNvPr id="14" name="text-1142">
            <a:extLst xmlns:a="http://schemas.openxmlformats.org/drawingml/2006/main">
              <a:ext uri="{FF2B5EF4-FFF2-40B4-BE49-F238E27FC236}">
                <a16:creationId xmlns:a16="http://schemas.microsoft.com/office/drawing/2014/main" id="{C610A78C-98FB-4224-BEE3-ACDA6AE09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143">
            <a:extLst xmlns:a="http://schemas.openxmlformats.org/drawingml/2006/main">
              <a:ext uri="{FF2B5EF4-FFF2-40B4-BE49-F238E27FC236}">
                <a16:creationId xmlns:a16="http://schemas.microsoft.com/office/drawing/2014/main" id="{59FD184F-1D71-4D0A-8FD0-A41C6A8B6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比較 Antigravity 與 Codex 的證據</a:t>
            </a:r>
          </a:p>
        </p:txBody>
      </p:sp>
      <p:sp>
        <p:nvSpPr>
          <p:cNvPr id="16" name="shape-1144">
            <a:extLst xmlns:a="http://schemas.openxmlformats.org/drawingml/2006/main">
              <a:ext uri="{FF2B5EF4-FFF2-40B4-BE49-F238E27FC236}">
                <a16:creationId xmlns:a16="http://schemas.microsoft.com/office/drawing/2014/main" id="{EAF352E9-7D62-408A-8610-9836E6327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145">
            <a:extLst xmlns:a="http://schemas.openxmlformats.org/drawingml/2006/main">
              <a:ext uri="{FF2B5EF4-FFF2-40B4-BE49-F238E27FC236}">
                <a16:creationId xmlns:a16="http://schemas.microsoft.com/office/drawing/2014/main" id="{443660B5-F212-492E-8542-90456FC46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146">
            <a:extLst xmlns:a="http://schemas.openxmlformats.org/drawingml/2006/main">
              <a:ext uri="{FF2B5EF4-FFF2-40B4-BE49-F238E27FC236}">
                <a16:creationId xmlns:a16="http://schemas.microsoft.com/office/drawing/2014/main" id="{C49BBABF-48F5-4769-9F38-0C9E52A6D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有檔案變更或分析產物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有實際檢查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能說明差異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保留人工決定</a:t>
            </a:r>
          </a:p>
        </p:txBody>
      </p:sp>
      <p:sp>
        <p:nvSpPr>
          <p:cNvPr id="19" name="text-1587">
            <a:extLst xmlns:a="http://schemas.openxmlformats.org/drawingml/2006/main">
              <a:ext uri="{FF2B5EF4-FFF2-40B4-BE49-F238E27FC236}">
                <a16:creationId xmlns:a16="http://schemas.microsoft.com/office/drawing/2014/main" id="{4F3C626A-6836-430B-87A3-11833D74F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6253c8d06764284"/>
              </a:rPr>
              <a:t>開啟 Codex ↗</a:t>
            </a:r>
          </a:p>
        </p:txBody>
      </p:sp>
      <p:sp>
        <p:nvSpPr>
          <p:cNvPr id="20" name="shape-1632">
            <a:extLst xmlns:a="http://schemas.openxmlformats.org/drawingml/2006/main">
              <a:ext uri="{FF2B5EF4-FFF2-40B4-BE49-F238E27FC236}">
                <a16:creationId xmlns:a16="http://schemas.microsoft.com/office/drawing/2014/main" id="{487C9457-8DFB-4173-9566-238AD6CEF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ab498dd44646b2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1633">
            <a:extLst xmlns:a="http://schemas.openxmlformats.org/drawingml/2006/main">
              <a:ext uri="{FF2B5EF4-FFF2-40B4-BE49-F238E27FC236}">
                <a16:creationId xmlns:a16="http://schemas.microsoft.com/office/drawing/2014/main" id="{1B422934-397A-43E2-9429-8C831070C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97176582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text-1147">
            <a:extLst xmlns:a="http://schemas.openxmlformats.org/drawingml/2006/main">
              <a:ext uri="{FF2B5EF4-FFF2-40B4-BE49-F238E27FC236}">
                <a16:creationId xmlns:a16="http://schemas.microsoft.com/office/drawing/2014/main" id="{2CA51941-C152-40B9-9B47-4D7012CB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CHOOSING THE TOOL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560EE6A-4B57-458D-9156-BEC1980AD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 或 Codex？用工作條件選</a:t>
            </a:r>
          </a:p>
        </p:txBody>
      </p:sp>
      <p:cxnSp>
        <p:nvCxnSpPr>
          <p:cNvPr id="26" name="shape-114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49">
            <a:extLst xmlns:a="http://schemas.openxmlformats.org/drawingml/2006/main">
              <a:ext uri="{FF2B5EF4-FFF2-40B4-BE49-F238E27FC236}">
                <a16:creationId xmlns:a16="http://schemas.microsoft.com/office/drawing/2014/main" id="{AFB84759-3207-4184-8544-9188B9F23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D41CF28-9DC8-4942-B590-7A677AD4D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22</a:t>
            </a:r>
          </a:p>
        </p:txBody>
      </p:sp>
      <p:sp>
        <p:nvSpPr>
          <p:cNvPr id="6" name="shape-1150">
            <a:extLst xmlns:a="http://schemas.openxmlformats.org/drawingml/2006/main">
              <a:ext uri="{FF2B5EF4-FFF2-40B4-BE49-F238E27FC236}">
                <a16:creationId xmlns:a16="http://schemas.microsoft.com/office/drawing/2014/main" id="{FD44914B-8DD9-44EA-A23B-2501E40B8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1151">
            <a:extLst xmlns:a="http://schemas.openxmlformats.org/drawingml/2006/main">
              <a:ext uri="{FF2B5EF4-FFF2-40B4-BE49-F238E27FC236}">
                <a16:creationId xmlns:a16="http://schemas.microsoft.com/office/drawing/2014/main" id="{1484C3E0-917C-428D-AA20-ED7629EA6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1152">
            <a:extLst xmlns:a="http://schemas.openxmlformats.org/drawingml/2006/main">
              <a:ext uri="{FF2B5EF4-FFF2-40B4-BE49-F238E27FC236}">
                <a16:creationId xmlns:a16="http://schemas.microsoft.com/office/drawing/2014/main" id="{671E3D73-114B-4BD4-9898-4E3284A77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sp>
        <p:nvSpPr>
          <p:cNvPr id="9" name="text-1153">
            <a:extLst xmlns:a="http://schemas.openxmlformats.org/drawingml/2006/main">
              <a:ext uri="{FF2B5EF4-FFF2-40B4-BE49-F238E27FC236}">
                <a16:creationId xmlns:a16="http://schemas.microsoft.com/office/drawing/2014/main" id="{276A6347-F638-4569-B389-2A4B57BD4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Google 生態與 Agent 工作區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適合 Google 訂閱者的實作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Skill 可封裝專業流程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依帳號與管理政策使用</a:t>
            </a:r>
          </a:p>
        </p:txBody>
      </p:sp>
      <p:sp>
        <p:nvSpPr>
          <p:cNvPr id="10" name="text-1154">
            <a:extLst xmlns:a="http://schemas.openxmlformats.org/drawingml/2006/main">
              <a:ext uri="{FF2B5EF4-FFF2-40B4-BE49-F238E27FC236}">
                <a16:creationId xmlns:a16="http://schemas.microsoft.com/office/drawing/2014/main" id="{779AC964-5D09-40E1-935E-182FFFBA2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11" name="text-1155">
            <a:extLst xmlns:a="http://schemas.openxmlformats.org/drawingml/2006/main">
              <a:ext uri="{FF2B5EF4-FFF2-40B4-BE49-F238E27FC236}">
                <a16:creationId xmlns:a16="http://schemas.microsoft.com/office/drawing/2014/main" id="{6334E4B2-70DF-41ED-870A-7F9E3703C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ChatGPT／Codex 工作環境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善於處理檔案、專案與驗證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Skill 可重複套用工作流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依方案與權限使用</a:t>
            </a:r>
          </a:p>
        </p:txBody>
      </p:sp>
      <p:sp>
        <p:nvSpPr>
          <p:cNvPr id="12" name="text-1156">
            <a:extLst xmlns:a="http://schemas.openxmlformats.org/drawingml/2006/main">
              <a:ext uri="{FF2B5EF4-FFF2-40B4-BE49-F238E27FC236}">
                <a16:creationId xmlns:a16="http://schemas.microsoft.com/office/drawing/2014/main" id="{94CDE2E6-6F14-4BA4-9103-3A1AE0BBF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Google 生態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工作區與 Agent 協作</a:t>
            </a:r>
          </a:p>
        </p:txBody>
      </p:sp>
      <p:sp>
        <p:nvSpPr>
          <p:cNvPr id="13" name="text-1157">
            <a:extLst xmlns:a="http://schemas.openxmlformats.org/drawingml/2006/main">
              <a:ext uri="{FF2B5EF4-FFF2-40B4-BE49-F238E27FC236}">
                <a16:creationId xmlns:a16="http://schemas.microsoft.com/office/drawing/2014/main" id="{1C5C1187-3277-4DE5-9E48-597AFD7B5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876800"/>
            <a:ext cx="26670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依帳號、資料、任務、權限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選最可驗證的路徑</a:t>
            </a:r>
          </a:p>
        </p:txBody>
      </p:sp>
      <p:sp>
        <p:nvSpPr>
          <p:cNvPr id="14" name="text-1158">
            <a:extLst xmlns:a="http://schemas.openxmlformats.org/drawingml/2006/main">
              <a:ext uri="{FF2B5EF4-FFF2-40B4-BE49-F238E27FC236}">
                <a16:creationId xmlns:a16="http://schemas.microsoft.com/office/drawing/2014/main" id="{3BF9CFE1-B048-46C0-B7FE-5A1DB91C7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2A1B2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ChatGPT／Codex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檔案、專案與測試</a:t>
            </a:r>
          </a:p>
        </p:txBody>
      </p:sp>
      <p:cxnSp>
        <p:nvCxnSpPr>
          <p:cNvPr id="38" name=""/>
          <p:cNvCxnSpPr>
            <a:stCxn xmlns:a="http://schemas.openxmlformats.org/drawingml/2006/main" id="13" idx="1"/>
            <a:endCxn xmlns:a="http://schemas.openxmlformats.org/drawingml/2006/main" id="12" idx="3"/>
          </p:cNvCxnSpPr>
          <p:nvPr/>
        </p:nvCxnSpPr>
        <p:spPr>
          <a:xfrm xmlns:a="http://schemas.openxmlformats.org/drawingml/2006/main" flipH="1">
            <a:off x="2971800" y="5181600"/>
            <a:ext cx="1790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39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429500" y="5181600"/>
            <a:ext cx="1790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806D"/>
            </a:solidFill>
            <a:prstDash val="solid"/>
            <a:tailEnd type="arrow" w="sm" len="sm"/>
          </a:ln>
        </p:spPr>
      </p:cxnSp>
      <p:sp>
        <p:nvSpPr>
          <p:cNvPr id="17" name="text-1159">
            <a:extLst xmlns:a="http://schemas.openxmlformats.org/drawingml/2006/main">
              <a:ext uri="{FF2B5EF4-FFF2-40B4-BE49-F238E27FC236}">
                <a16:creationId xmlns:a16="http://schemas.microsoft.com/office/drawing/2014/main" id="{53868CF7-FD9B-401F-A1BE-B52F116ED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6197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選條件，不選品牌；同一驗收規準才能比較</a:t>
            </a:r>
          </a:p>
        </p:txBody>
      </p:sp>
      <p:sp>
        <p:nvSpPr>
          <p:cNvPr id="18" name="text-1588">
            <a:extLst xmlns:a="http://schemas.openxmlformats.org/drawingml/2006/main">
              <a:ext uri="{FF2B5EF4-FFF2-40B4-BE49-F238E27FC236}">
                <a16:creationId xmlns:a16="http://schemas.microsoft.com/office/drawing/2014/main" id="{C5A03675-F1F7-4528-8B9F-5D34A5551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d443673000f4b59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6d55121205c4f46"/>
              </a:rPr>
              <a:t>Codex ↗</a:t>
            </a:r>
          </a:p>
        </p:txBody>
      </p:sp>
      <p:sp>
        <p:nvSpPr>
          <p:cNvPr id="19" name="shape-1634">
            <a:extLst xmlns:a="http://schemas.openxmlformats.org/drawingml/2006/main">
              <a:ext uri="{FF2B5EF4-FFF2-40B4-BE49-F238E27FC236}">
                <a16:creationId xmlns:a16="http://schemas.microsoft.com/office/drawing/2014/main" id="{07E59917-A902-4F7E-B43B-4F109D397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8ae3b23e0243e0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1" name="text-1635">
            <a:extLst xmlns:a="http://schemas.openxmlformats.org/drawingml/2006/main">
              <a:ext uri="{FF2B5EF4-FFF2-40B4-BE49-F238E27FC236}">
                <a16:creationId xmlns:a16="http://schemas.microsoft.com/office/drawing/2014/main" id="{18DC16D9-E59C-460A-93D7-886690BF5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c99adaa66c4dfe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3" name="text-1636">
            <a:extLst xmlns:a="http://schemas.openxmlformats.org/drawingml/2006/main">
              <a:ext uri="{FF2B5EF4-FFF2-40B4-BE49-F238E27FC236}">
                <a16:creationId xmlns:a16="http://schemas.microsoft.com/office/drawing/2014/main" id="{90CD9A49-7F55-40EB-99F8-A5B2BF25E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80431686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-1160">
            <a:extLst xmlns:a="http://schemas.openxmlformats.org/drawingml/2006/main">
              <a:ext uri="{FF2B5EF4-FFF2-40B4-BE49-F238E27FC236}">
                <a16:creationId xmlns:a16="http://schemas.microsoft.com/office/drawing/2014/main" id="{AF83BF1D-F90E-403C-8B86-5112FAC32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2" name="text-1161">
            <a:extLst xmlns:a="http://schemas.openxmlformats.org/drawingml/2006/main">
              <a:ext uri="{FF2B5EF4-FFF2-40B4-BE49-F238E27FC236}">
                <a16:creationId xmlns:a16="http://schemas.microsoft.com/office/drawing/2014/main" id="{75A00C08-8E15-4ECE-9B39-64B15FB52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Skills</a:t>
            </a:r>
          </a:p>
        </p:txBody>
      </p:sp>
      <p:sp>
        <p:nvSpPr>
          <p:cNvPr id="3" name="text-1162">
            <a:extLst xmlns:a="http://schemas.openxmlformats.org/drawingml/2006/main">
              <a:ext uri="{FF2B5EF4-FFF2-40B4-BE49-F238E27FC236}">
                <a16:creationId xmlns:a16="http://schemas.microsoft.com/office/drawing/2014/main" id="{5740FDAE-498D-4C1B-9B25-A0DA2CEFB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把反覆使用的提示詞、規則、範例與檢查方式，封裝成 Agent 需要時才載入的專業工作包。</a:t>
            </a:r>
          </a:p>
        </p:txBody>
      </p:sp>
      <p:sp>
        <p:nvSpPr>
          <p:cNvPr id="4" name="shape-1163">
            <a:extLst xmlns:a="http://schemas.openxmlformats.org/drawingml/2006/main">
              <a:ext uri="{FF2B5EF4-FFF2-40B4-BE49-F238E27FC236}">
                <a16:creationId xmlns:a16="http://schemas.microsoft.com/office/drawing/2014/main" id="{C6276DF7-8393-44D4-B7B0-2B5C32FE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164">
            <a:extLst xmlns:a="http://schemas.openxmlformats.org/drawingml/2006/main">
              <a:ext uri="{FF2B5EF4-FFF2-40B4-BE49-F238E27FC236}">
                <a16:creationId xmlns:a16="http://schemas.microsoft.com/office/drawing/2014/main" id="{0758B7F2-BC28-4571-8820-F843AA2DA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20" name="shape-116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text-1166">
            <a:extLst xmlns:a="http://schemas.openxmlformats.org/drawingml/2006/main">
              <a:ext uri="{FF2B5EF4-FFF2-40B4-BE49-F238E27FC236}">
                <a16:creationId xmlns:a16="http://schemas.microsoft.com/office/drawing/2014/main" id="{B8CE601F-C9CB-4A21-9227-BBFDFB07B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BB3B60E-6360-4A59-B96D-35F869903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23</a:t>
            </a:r>
          </a:p>
        </p:txBody>
      </p:sp>
      <p:sp>
        <p:nvSpPr>
          <p:cNvPr id="9" name="text-1589">
            <a:extLst xmlns:a="http://schemas.openxmlformats.org/drawingml/2006/main">
              <a:ext uri="{FF2B5EF4-FFF2-40B4-BE49-F238E27FC236}">
                <a16:creationId xmlns:a16="http://schemas.microsoft.com/office/drawing/2014/main" id="{6DCA98B2-040D-41F2-8172-43E6CE5B1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6231ebb53f7421c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2e886300e374091"/>
              </a:rPr>
              <a:t>Codex Skills ↗</a:t>
            </a:r>
          </a:p>
        </p:txBody>
      </p:sp>
      <p:sp>
        <p:nvSpPr>
          <p:cNvPr id="10" name="shape-1637">
            <a:extLst xmlns:a="http://schemas.openxmlformats.org/drawingml/2006/main">
              <a:ext uri="{FF2B5EF4-FFF2-40B4-BE49-F238E27FC236}">
                <a16:creationId xmlns:a16="http://schemas.microsoft.com/office/drawing/2014/main" id="{33B8D26D-DBE6-48D6-BB7F-C1C155A19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e997b278d74417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2" name="text-1638">
            <a:extLst xmlns:a="http://schemas.openxmlformats.org/drawingml/2006/main">
              <a:ext uri="{FF2B5EF4-FFF2-40B4-BE49-F238E27FC236}">
                <a16:creationId xmlns:a16="http://schemas.microsoft.com/office/drawing/2014/main" id="{419B62EE-BD43-4D77-AADD-05A301D1B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8660f5ab1c4436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4" name="text-1639">
            <a:extLst xmlns:a="http://schemas.openxmlformats.org/drawingml/2006/main">
              <a:ext uri="{FF2B5EF4-FFF2-40B4-BE49-F238E27FC236}">
                <a16:creationId xmlns:a16="http://schemas.microsoft.com/office/drawing/2014/main" id="{F5DACC78-74C5-4F4C-92DF-90A6D987D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370090767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1167">
            <a:extLst xmlns:a="http://schemas.openxmlformats.org/drawingml/2006/main">
              <a:ext uri="{FF2B5EF4-FFF2-40B4-BE49-F238E27FC236}">
                <a16:creationId xmlns:a16="http://schemas.microsoft.com/office/drawing/2014/main" id="{3D584F5B-7192-443B-9062-A43A72B3F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REUSE WITHOUT CONTEXT BLOAT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8D29731-2B49-4DCA-9E9E-628F06B72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為什麼需要 Skill？</a:t>
            </a:r>
          </a:p>
        </p:txBody>
      </p:sp>
      <p:cxnSp>
        <p:nvCxnSpPr>
          <p:cNvPr id="20" name="shape-116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69">
            <a:extLst xmlns:a="http://schemas.openxmlformats.org/drawingml/2006/main">
              <a:ext uri="{FF2B5EF4-FFF2-40B4-BE49-F238E27FC236}">
                <a16:creationId xmlns:a16="http://schemas.microsoft.com/office/drawing/2014/main" id="{E490C904-F434-4BFB-9AE0-4DE5A7C87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D43EFC9-6C7E-4B73-B876-33B260E13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24</a:t>
            </a:r>
          </a:p>
        </p:txBody>
      </p:sp>
      <p:sp>
        <p:nvSpPr>
          <p:cNvPr id="6" name="shape-1170">
            <a:extLst xmlns:a="http://schemas.openxmlformats.org/drawingml/2006/main">
              <a:ext uri="{FF2B5EF4-FFF2-40B4-BE49-F238E27FC236}">
                <a16:creationId xmlns:a16="http://schemas.microsoft.com/office/drawing/2014/main" id="{1BF5015D-1080-4C80-B8C2-B2F815FAC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1171">
            <a:extLst xmlns:a="http://schemas.openxmlformats.org/drawingml/2006/main">
              <a:ext uri="{FF2B5EF4-FFF2-40B4-BE49-F238E27FC236}">
                <a16:creationId xmlns:a16="http://schemas.microsoft.com/office/drawing/2014/main" id="{C40E6C66-587F-4186-8148-9662C3B52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1172">
            <a:extLst xmlns:a="http://schemas.openxmlformats.org/drawingml/2006/main">
              <a:ext uri="{FF2B5EF4-FFF2-40B4-BE49-F238E27FC236}">
                <a16:creationId xmlns:a16="http://schemas.microsoft.com/office/drawing/2014/main" id="{501C3171-F7E5-48DD-A36F-5973B3834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每次貼長提示詞</a:t>
            </a:r>
          </a:p>
        </p:txBody>
      </p:sp>
      <p:sp>
        <p:nvSpPr>
          <p:cNvPr id="9" name="text-1173">
            <a:extLst xmlns:a="http://schemas.openxmlformats.org/drawingml/2006/main">
              <a:ext uri="{FF2B5EF4-FFF2-40B4-BE49-F238E27FC236}">
                <a16:creationId xmlns:a16="http://schemas.microsoft.com/office/drawing/2014/main" id="{4421C5D4-37B2-4BC4-A939-8447026C4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容易漏貼規則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版本散落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範例與腳本混在對話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上下文被無關內容塞滿</a:t>
            </a:r>
          </a:p>
        </p:txBody>
      </p:sp>
      <p:sp>
        <p:nvSpPr>
          <p:cNvPr id="10" name="text-1174">
            <a:extLst xmlns:a="http://schemas.openxmlformats.org/drawingml/2006/main">
              <a:ext uri="{FF2B5EF4-FFF2-40B4-BE49-F238E27FC236}">
                <a16:creationId xmlns:a16="http://schemas.microsoft.com/office/drawing/2014/main" id="{559E9517-C61B-4D5A-B559-57DE92E68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按需載入 Skill</a:t>
            </a:r>
          </a:p>
        </p:txBody>
      </p:sp>
      <p:sp>
        <p:nvSpPr>
          <p:cNvPr id="11" name="text-1175">
            <a:extLst xmlns:a="http://schemas.openxmlformats.org/drawingml/2006/main">
              <a:ext uri="{FF2B5EF4-FFF2-40B4-BE49-F238E27FC236}">
                <a16:creationId xmlns:a16="http://schemas.microsoft.com/office/drawing/2014/main" id="{3537F91B-1706-41AE-94FD-086E07565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先用名稱與描述判斷是否適用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需要時才讀完整流程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可附 references、scripts、assets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可測試、版控與共同維護</a:t>
            </a:r>
          </a:p>
        </p:txBody>
      </p:sp>
      <p:sp>
        <p:nvSpPr>
          <p:cNvPr id="12" name="text-1590">
            <a:extLst xmlns:a="http://schemas.openxmlformats.org/drawingml/2006/main">
              <a:ext uri="{FF2B5EF4-FFF2-40B4-BE49-F238E27FC236}">
                <a16:creationId xmlns:a16="http://schemas.microsoft.com/office/drawing/2014/main" id="{41131B29-8796-4095-A64F-649B91929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1bfcc5abc664dc2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093141d9c394dfc"/>
              </a:rPr>
              <a:t>Codex Skills ↗</a:t>
            </a:r>
          </a:p>
        </p:txBody>
      </p:sp>
      <p:sp>
        <p:nvSpPr>
          <p:cNvPr id="13" name="shape-1640">
            <a:extLst xmlns:a="http://schemas.openxmlformats.org/drawingml/2006/main">
              <a:ext uri="{FF2B5EF4-FFF2-40B4-BE49-F238E27FC236}">
                <a16:creationId xmlns:a16="http://schemas.microsoft.com/office/drawing/2014/main" id="{B4AA7D27-1DAE-4FDE-9009-C1E25FCC7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f67d56f3b44806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5" name="text-1641">
            <a:extLst xmlns:a="http://schemas.openxmlformats.org/drawingml/2006/main">
              <a:ext uri="{FF2B5EF4-FFF2-40B4-BE49-F238E27FC236}">
                <a16:creationId xmlns:a16="http://schemas.microsoft.com/office/drawing/2014/main" id="{810823B4-16B2-44E1-BFB4-5F60F1C91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169be18dcd49e2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7" name="text-1642">
            <a:extLst xmlns:a="http://schemas.openxmlformats.org/drawingml/2006/main">
              <a:ext uri="{FF2B5EF4-FFF2-40B4-BE49-F238E27FC236}">
                <a16:creationId xmlns:a16="http://schemas.microsoft.com/office/drawing/2014/main" id="{10E20BF9-D0D0-410A-B845-9CB98E51B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34091555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1176">
            <a:extLst xmlns:a="http://schemas.openxmlformats.org/drawingml/2006/main">
              <a:ext uri="{FF2B5EF4-FFF2-40B4-BE49-F238E27FC236}">
                <a16:creationId xmlns:a16="http://schemas.microsoft.com/office/drawing/2014/main" id="{EB42CFA2-A147-4AD8-AD5C-9C2A726FD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51 PROMPTS · 9 DOMAINS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4F14E75-FCD7-4407-B0B9-71F8F52BE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從提示詞快捷面板開始發想</a:t>
            </a:r>
          </a:p>
        </p:txBody>
      </p:sp>
      <p:cxnSp>
        <p:nvCxnSpPr>
          <p:cNvPr id="15" name="shape-117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78">
            <a:extLst xmlns:a="http://schemas.openxmlformats.org/drawingml/2006/main">
              <a:ext uri="{FF2B5EF4-FFF2-40B4-BE49-F238E27FC236}">
                <a16:creationId xmlns:a16="http://schemas.microsoft.com/office/drawing/2014/main" id="{490F139D-A92A-4290-9282-0B5D701C1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CD4E9A5-B4C7-477A-A1F2-7A54C8BA5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25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97cfb8cb254e08"/>
          <a:srcRect xmlns:a="http://schemas.openxmlformats.org/drawingml/2006/main" l="1389" t="0" r="138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1600200"/>
            <a:ext cx="6934200" cy="4457700"/>
          </a:xfrm>
          <a:prstGeom xmlns:a="http://schemas.openxmlformats.org/drawingml/2006/main" prst="roundRect">
            <a:avLst>
              <a:gd name="adj" fmla="val 3419"/>
            </a:avLst>
          </a:prstGeom>
        </p:spPr>
      </p:pic>
      <p:sp>
        <p:nvSpPr>
          <p:cNvPr id="7" name="text-1179">
            <a:extLst xmlns:a="http://schemas.openxmlformats.org/drawingml/2006/main">
              <a:ext uri="{FF2B5EF4-FFF2-40B4-BE49-F238E27FC236}">
                <a16:creationId xmlns:a16="http://schemas.microsoft.com/office/drawing/2014/main" id="{2571F772-E441-44D3-AC38-007C4AED1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752600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阿凱老師的提示詞快捷面板</a:t>
            </a:r>
          </a:p>
        </p:txBody>
      </p:sp>
      <p:sp>
        <p:nvSpPr>
          <p:cNvPr id="8" name="text-1180">
            <a:extLst xmlns:a="http://schemas.openxmlformats.org/drawingml/2006/main">
              <a:ext uri="{FF2B5EF4-FFF2-40B4-BE49-F238E27FC236}">
                <a16:creationId xmlns:a16="http://schemas.microsoft.com/office/drawing/2014/main" id="{07964AD2-6B77-4C77-92BA-EF2F120BC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724150"/>
            <a:ext cx="371475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部署上線：Pages、Firebase、版本確認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網站設計：單檔網站、RWD、Google Sites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影音字幕：SRT、章節、短影片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圖像簡報、內容寫作、功能整合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技能文件、開發流程與常用片段</a:t>
            </a:r>
          </a:p>
        </p:txBody>
      </p:sp>
      <p:sp>
        <p:nvSpPr>
          <p:cNvPr id="9" name="text-1598">
            <a:extLst xmlns:a="http://schemas.openxmlformats.org/drawingml/2006/main">
              <a:ext uri="{FF2B5EF4-FFF2-40B4-BE49-F238E27FC236}">
                <a16:creationId xmlns:a16="http://schemas.microsoft.com/office/drawing/2014/main" id="{AFD26948-3D47-4B9A-8FCD-7F91DD601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2234762a4d6409b"/>
              </a:rPr>
              <a:t>開啟提示詞面板 ↗</a:t>
            </a:r>
          </a:p>
        </p:txBody>
      </p:sp>
      <p:sp>
        <p:nvSpPr>
          <p:cNvPr id="10" name="shape-1664">
            <a:extLst xmlns:a="http://schemas.openxmlformats.org/drawingml/2006/main">
              <a:ext uri="{FF2B5EF4-FFF2-40B4-BE49-F238E27FC236}">
                <a16:creationId xmlns:a16="http://schemas.microsoft.com/office/drawing/2014/main" id="{53F34332-6B8A-4FD7-B4B9-F2729EC89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b3d5a975aa414f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1665">
            <a:extLst xmlns:a="http://schemas.openxmlformats.org/drawingml/2006/main">
              <a:ext uri="{FF2B5EF4-FFF2-40B4-BE49-F238E27FC236}">
                <a16:creationId xmlns:a16="http://schemas.microsoft.com/office/drawing/2014/main" id="{5BBEFEFF-6308-47DA-9B99-D1737AAD4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提示詞面板</a:t>
            </a:r>
          </a:p>
        </p:txBody>
      </p:sp>
    </p:spTree>
    <p:extLst>
      <p:ext uri="{BB962C8B-B14F-4D97-AF65-F5344CB8AC3E}">
        <p14:creationId xmlns:p14="http://schemas.microsoft.com/office/powerpoint/2010/main" val="1171189303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181">
            <a:extLst xmlns:a="http://schemas.openxmlformats.org/drawingml/2006/main">
              <a:ext uri="{FF2B5EF4-FFF2-40B4-BE49-F238E27FC236}">
                <a16:creationId xmlns:a16="http://schemas.microsoft.com/office/drawing/2014/main" id="{3D1264C8-E211-44DB-8958-390B28DD9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PROMPT →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E636E12-EC2E-4900-9749-545458234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四問判斷：這個提示詞值得升級成 Skill 嗎？</a:t>
            </a:r>
          </a:p>
        </p:txBody>
      </p:sp>
      <p:cxnSp>
        <p:nvCxnSpPr>
          <p:cNvPr id="30" name="shape-118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83">
            <a:extLst xmlns:a="http://schemas.openxmlformats.org/drawingml/2006/main">
              <a:ext uri="{FF2B5EF4-FFF2-40B4-BE49-F238E27FC236}">
                <a16:creationId xmlns:a16="http://schemas.microsoft.com/office/drawing/2014/main" id="{A3C3711A-32F7-4545-9891-FEC107F87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3CCA3E1-0663-46E9-BF10-E9C1CC3AD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26</a:t>
            </a:r>
          </a:p>
        </p:txBody>
      </p:sp>
      <p:sp>
        <p:nvSpPr>
          <p:cNvPr id="6" name="shape-1184">
            <a:extLst xmlns:a="http://schemas.openxmlformats.org/drawingml/2006/main">
              <a:ext uri="{FF2B5EF4-FFF2-40B4-BE49-F238E27FC236}">
                <a16:creationId xmlns:a16="http://schemas.microsoft.com/office/drawing/2014/main" id="{3954268A-938D-41E7-B290-97A9A963E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185">
            <a:extLst xmlns:a="http://schemas.openxmlformats.org/drawingml/2006/main">
              <a:ext uri="{FF2B5EF4-FFF2-40B4-BE49-F238E27FC236}">
                <a16:creationId xmlns:a16="http://schemas.microsoft.com/office/drawing/2014/main" id="{097C478E-B895-4A6C-B769-24342F4BA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R</a:t>
            </a:r>
          </a:p>
        </p:txBody>
      </p:sp>
      <p:sp>
        <p:nvSpPr>
          <p:cNvPr id="8" name="text-1186">
            <a:extLst xmlns:a="http://schemas.openxmlformats.org/drawingml/2006/main">
              <a:ext uri="{FF2B5EF4-FFF2-40B4-BE49-F238E27FC236}">
                <a16:creationId xmlns:a16="http://schemas.microsoft.com/office/drawing/2014/main" id="{5390818C-A521-4BD9-9C5F-06595C47A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會重複嗎？</a:t>
            </a:r>
          </a:p>
        </p:txBody>
      </p:sp>
      <p:sp>
        <p:nvSpPr>
          <p:cNvPr id="9" name="text-1187">
            <a:extLst xmlns:a="http://schemas.openxmlformats.org/drawingml/2006/main">
              <a:ext uri="{FF2B5EF4-FFF2-40B4-BE49-F238E27FC236}">
                <a16:creationId xmlns:a16="http://schemas.microsoft.com/office/drawing/2014/main" id="{2B0F36AE-EB53-47B9-B86D-4E4541EA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一學期或一個團隊會反覆遇到，不是一次性要求。</a:t>
            </a:r>
          </a:p>
        </p:txBody>
      </p:sp>
      <p:sp>
        <p:nvSpPr>
          <p:cNvPr id="10" name="shape-1188">
            <a:extLst xmlns:a="http://schemas.openxmlformats.org/drawingml/2006/main">
              <a:ext uri="{FF2B5EF4-FFF2-40B4-BE49-F238E27FC236}">
                <a16:creationId xmlns:a16="http://schemas.microsoft.com/office/drawing/2014/main" id="{3A597DA4-9519-49E4-8ADD-FC892B021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189">
            <a:extLst xmlns:a="http://schemas.openxmlformats.org/drawingml/2006/main">
              <a:ext uri="{FF2B5EF4-FFF2-40B4-BE49-F238E27FC236}">
                <a16:creationId xmlns:a16="http://schemas.microsoft.com/office/drawing/2014/main" id="{2CECAD26-48EF-4413-A491-338AED790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</a:t>
            </a:r>
          </a:p>
        </p:txBody>
      </p:sp>
      <p:sp>
        <p:nvSpPr>
          <p:cNvPr id="12" name="text-1190">
            <a:extLst xmlns:a="http://schemas.openxmlformats.org/drawingml/2006/main">
              <a:ext uri="{FF2B5EF4-FFF2-40B4-BE49-F238E27FC236}">
                <a16:creationId xmlns:a16="http://schemas.microsoft.com/office/drawing/2014/main" id="{71691B3A-67A3-425A-9DD9-DF4CDC761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流程穩定嗎？</a:t>
            </a:r>
          </a:p>
        </p:txBody>
      </p:sp>
      <p:sp>
        <p:nvSpPr>
          <p:cNvPr id="13" name="text-1191">
            <a:extLst xmlns:a="http://schemas.openxmlformats.org/drawingml/2006/main">
              <a:ext uri="{FF2B5EF4-FFF2-40B4-BE49-F238E27FC236}">
                <a16:creationId xmlns:a16="http://schemas.microsoft.com/office/drawing/2014/main" id="{AAD44FA5-8830-4222-877E-0FAE8CB8B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大部分步驟、限制與輸出欄位可固定。</a:t>
            </a:r>
          </a:p>
        </p:txBody>
      </p:sp>
      <p:sp>
        <p:nvSpPr>
          <p:cNvPr id="14" name="shape-1192">
            <a:extLst xmlns:a="http://schemas.openxmlformats.org/drawingml/2006/main">
              <a:ext uri="{FF2B5EF4-FFF2-40B4-BE49-F238E27FC236}">
                <a16:creationId xmlns:a16="http://schemas.microsoft.com/office/drawing/2014/main" id="{FB34886C-6939-439C-BCF4-702E313F8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193">
            <a:extLst xmlns:a="http://schemas.openxmlformats.org/drawingml/2006/main">
              <a:ext uri="{FF2B5EF4-FFF2-40B4-BE49-F238E27FC236}">
                <a16:creationId xmlns:a16="http://schemas.microsoft.com/office/drawing/2014/main" id="{C432FA97-A692-4402-A687-46CA5BB0D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V</a:t>
            </a:r>
          </a:p>
        </p:txBody>
      </p:sp>
      <p:sp>
        <p:nvSpPr>
          <p:cNvPr id="16" name="text-1194">
            <a:extLst xmlns:a="http://schemas.openxmlformats.org/drawingml/2006/main">
              <a:ext uri="{FF2B5EF4-FFF2-40B4-BE49-F238E27FC236}">
                <a16:creationId xmlns:a16="http://schemas.microsoft.com/office/drawing/2014/main" id="{C151E099-487A-4540-AEC8-110D4B0F6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能驗證嗎？</a:t>
            </a:r>
          </a:p>
        </p:txBody>
      </p:sp>
      <p:sp>
        <p:nvSpPr>
          <p:cNvPr id="17" name="text-1195">
            <a:extLst xmlns:a="http://schemas.openxmlformats.org/drawingml/2006/main">
              <a:ext uri="{FF2B5EF4-FFF2-40B4-BE49-F238E27FC236}">
                <a16:creationId xmlns:a16="http://schemas.microsoft.com/office/drawing/2014/main" id="{C7A6F6E6-9ADB-497E-81E5-4A62E1958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有可檢查的完成條件，而非只憑喜好。</a:t>
            </a:r>
          </a:p>
        </p:txBody>
      </p:sp>
      <p:sp>
        <p:nvSpPr>
          <p:cNvPr id="18" name="shape-1196">
            <a:extLst xmlns:a="http://schemas.openxmlformats.org/drawingml/2006/main">
              <a:ext uri="{FF2B5EF4-FFF2-40B4-BE49-F238E27FC236}">
                <a16:creationId xmlns:a16="http://schemas.microsoft.com/office/drawing/2014/main" id="{03B0BB48-369E-4170-93DC-D639492AA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197">
            <a:extLst xmlns:a="http://schemas.openxmlformats.org/drawingml/2006/main">
              <a:ext uri="{FF2B5EF4-FFF2-40B4-BE49-F238E27FC236}">
                <a16:creationId xmlns:a16="http://schemas.microsoft.com/office/drawing/2014/main" id="{32372AF1-3AA1-4CC2-8D5C-2599D5F70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M</a:t>
            </a:r>
          </a:p>
        </p:txBody>
      </p:sp>
      <p:sp>
        <p:nvSpPr>
          <p:cNvPr id="20" name="text-1198">
            <a:extLst xmlns:a="http://schemas.openxmlformats.org/drawingml/2006/main">
              <a:ext uri="{FF2B5EF4-FFF2-40B4-BE49-F238E27FC236}">
                <a16:creationId xmlns:a16="http://schemas.microsoft.com/office/drawing/2014/main" id="{1395D8D6-4A35-4BA9-9730-5D6749BA8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能維護嗎？</a:t>
            </a:r>
          </a:p>
        </p:txBody>
      </p:sp>
      <p:sp>
        <p:nvSpPr>
          <p:cNvPr id="21" name="text-1199">
            <a:extLst xmlns:a="http://schemas.openxmlformats.org/drawingml/2006/main">
              <a:ext uri="{FF2B5EF4-FFF2-40B4-BE49-F238E27FC236}">
                <a16:creationId xmlns:a16="http://schemas.microsoft.com/office/drawing/2014/main" id="{446387E6-7A9D-40D6-8378-DAE4C364A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範例、規則與腳本可以更新、版控與交接。</a:t>
            </a:r>
          </a:p>
        </p:txBody>
      </p:sp>
      <p:sp>
        <p:nvSpPr>
          <p:cNvPr id="22" name="text-1591">
            <a:extLst xmlns:a="http://schemas.openxmlformats.org/drawingml/2006/main">
              <a:ext uri="{FF2B5EF4-FFF2-40B4-BE49-F238E27FC236}">
                <a16:creationId xmlns:a16="http://schemas.microsoft.com/office/drawing/2014/main" id="{855B573E-1806-4028-B5CF-CFFDCB88E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adc26255df341ea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7843ba90dcf47c0"/>
              </a:rPr>
              <a:t>Codex Skills ↗</a:t>
            </a:r>
          </a:p>
        </p:txBody>
      </p:sp>
      <p:sp>
        <p:nvSpPr>
          <p:cNvPr id="23" name="shape-1643">
            <a:extLst xmlns:a="http://schemas.openxmlformats.org/drawingml/2006/main">
              <a:ext uri="{FF2B5EF4-FFF2-40B4-BE49-F238E27FC236}">
                <a16:creationId xmlns:a16="http://schemas.microsoft.com/office/drawing/2014/main" id="{FDBD12D4-931A-421F-9560-CEE86AB63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bf885567e04314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644">
            <a:extLst xmlns:a="http://schemas.openxmlformats.org/drawingml/2006/main">
              <a:ext uri="{FF2B5EF4-FFF2-40B4-BE49-F238E27FC236}">
                <a16:creationId xmlns:a16="http://schemas.microsoft.com/office/drawing/2014/main" id="{1900C303-D0AC-4261-ABB2-91A5309F6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c7b1438d394b97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645">
            <a:extLst xmlns:a="http://schemas.openxmlformats.org/drawingml/2006/main">
              <a:ext uri="{FF2B5EF4-FFF2-40B4-BE49-F238E27FC236}">
                <a16:creationId xmlns:a16="http://schemas.microsoft.com/office/drawing/2014/main" id="{E6886CD3-4860-445C-89B7-AFB83B291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217477645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200">
            <a:extLst xmlns:a="http://schemas.openxmlformats.org/drawingml/2006/main">
              <a:ext uri="{FF2B5EF4-FFF2-40B4-BE49-F238E27FC236}">
                <a16:creationId xmlns:a16="http://schemas.microsoft.com/office/drawing/2014/main" id="{E98DF3A7-6F3E-46DD-99E4-BCFA3E09C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CREATIVE STARTERS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6E9444F-6BE8-476E-BCED-97BF23DF1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六個真實提示詞，如何升級成 Skill</a:t>
            </a:r>
          </a:p>
        </p:txBody>
      </p:sp>
      <p:cxnSp>
        <p:nvCxnSpPr>
          <p:cNvPr id="38" name="shape-120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02">
            <a:extLst xmlns:a="http://schemas.openxmlformats.org/drawingml/2006/main">
              <a:ext uri="{FF2B5EF4-FFF2-40B4-BE49-F238E27FC236}">
                <a16:creationId xmlns:a16="http://schemas.microsoft.com/office/drawing/2014/main" id="{81E0D71B-9209-40C4-8821-B5CAED67B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E2697A3-09E0-4538-8D69-2937C0D12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27</a:t>
            </a:r>
          </a:p>
        </p:txBody>
      </p:sp>
      <p:sp>
        <p:nvSpPr>
          <p:cNvPr id="6" name="shape-1203">
            <a:extLst xmlns:a="http://schemas.openxmlformats.org/drawingml/2006/main">
              <a:ext uri="{FF2B5EF4-FFF2-40B4-BE49-F238E27FC236}">
                <a16:creationId xmlns:a16="http://schemas.microsoft.com/office/drawing/2014/main" id="{6476F1EA-9B97-4CB3-823E-6CEAAA56D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204">
            <a:extLst xmlns:a="http://schemas.openxmlformats.org/drawingml/2006/main">
              <a:ext uri="{FF2B5EF4-FFF2-40B4-BE49-F238E27FC236}">
                <a16:creationId xmlns:a16="http://schemas.microsoft.com/office/drawing/2014/main" id="{1F14D0F8-9D90-4E00-9914-80AA7B71C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WEB</a:t>
            </a:r>
          </a:p>
        </p:txBody>
      </p:sp>
      <p:sp>
        <p:nvSpPr>
          <p:cNvPr id="8" name="text-1205">
            <a:extLst xmlns:a="http://schemas.openxmlformats.org/drawingml/2006/main">
              <a:ext uri="{FF2B5EF4-FFF2-40B4-BE49-F238E27FC236}">
                <a16:creationId xmlns:a16="http://schemas.microsoft.com/office/drawing/2014/main" id="{00004789-AC7A-4F07-B6B0-8C8289EEF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/onepage</a:t>
            </a:r>
          </a:p>
        </p:txBody>
      </p:sp>
      <p:sp>
        <p:nvSpPr>
          <p:cNvPr id="9" name="text-1206">
            <a:extLst xmlns:a="http://schemas.openxmlformats.org/drawingml/2006/main">
              <a:ext uri="{FF2B5EF4-FFF2-40B4-BE49-F238E27FC236}">
                <a16:creationId xmlns:a16="http://schemas.microsoft.com/office/drawing/2014/main" id="{F45F8802-85F1-4E8E-9CC7-2462B8662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單檔互動網站 → 課程資源頁產製＋RWD＋連結檢查。</a:t>
            </a:r>
          </a:p>
        </p:txBody>
      </p:sp>
      <p:sp>
        <p:nvSpPr>
          <p:cNvPr id="10" name="shape-1207">
            <a:extLst xmlns:a="http://schemas.openxmlformats.org/drawingml/2006/main">
              <a:ext uri="{FF2B5EF4-FFF2-40B4-BE49-F238E27FC236}">
                <a16:creationId xmlns:a16="http://schemas.microsoft.com/office/drawing/2014/main" id="{B5692FF1-6107-49B2-A562-BC7D0A2D9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208">
            <a:extLst xmlns:a="http://schemas.openxmlformats.org/drawingml/2006/main">
              <a:ext uri="{FF2B5EF4-FFF2-40B4-BE49-F238E27FC236}">
                <a16:creationId xmlns:a16="http://schemas.microsoft.com/office/drawing/2014/main" id="{91B7FCFD-5A0A-48C9-ABAC-522DA4E75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PPT</a:t>
            </a:r>
          </a:p>
        </p:txBody>
      </p:sp>
      <p:sp>
        <p:nvSpPr>
          <p:cNvPr id="12" name="text-1209">
            <a:extLst xmlns:a="http://schemas.openxmlformats.org/drawingml/2006/main">
              <a:ext uri="{FF2B5EF4-FFF2-40B4-BE49-F238E27FC236}">
                <a16:creationId xmlns:a16="http://schemas.microsoft.com/office/drawing/2014/main" id="{616B9579-D6B4-48D4-8DEC-09F7523A0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/ppt</a:t>
            </a:r>
          </a:p>
        </p:txBody>
      </p:sp>
      <p:sp>
        <p:nvSpPr>
          <p:cNvPr id="13" name="text-1210">
            <a:extLst xmlns:a="http://schemas.openxmlformats.org/drawingml/2006/main">
              <a:ext uri="{FF2B5EF4-FFF2-40B4-BE49-F238E27FC236}">
                <a16:creationId xmlns:a16="http://schemas.microsoft.com/office/drawing/2014/main" id="{D2D9CA4F-51CB-45F4-8D4E-FF965691C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溫馨簡報 → 來源整理＋頁面結構＋逐頁渲染檢核。</a:t>
            </a:r>
          </a:p>
        </p:txBody>
      </p:sp>
      <p:sp>
        <p:nvSpPr>
          <p:cNvPr id="14" name="shape-1211">
            <a:extLst xmlns:a="http://schemas.openxmlformats.org/drawingml/2006/main">
              <a:ext uri="{FF2B5EF4-FFF2-40B4-BE49-F238E27FC236}">
                <a16:creationId xmlns:a16="http://schemas.microsoft.com/office/drawing/2014/main" id="{D3A347F4-4864-4324-9763-FA5853461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212">
            <a:extLst xmlns:a="http://schemas.openxmlformats.org/drawingml/2006/main">
              <a:ext uri="{FF2B5EF4-FFF2-40B4-BE49-F238E27FC236}">
                <a16:creationId xmlns:a16="http://schemas.microsoft.com/office/drawing/2014/main" id="{D893076E-6F97-4E32-8D0A-645C1D59B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SRT</a:t>
            </a:r>
          </a:p>
        </p:txBody>
      </p:sp>
      <p:sp>
        <p:nvSpPr>
          <p:cNvPr id="16" name="text-1213">
            <a:extLst xmlns:a="http://schemas.openxmlformats.org/drawingml/2006/main">
              <a:ext uri="{FF2B5EF4-FFF2-40B4-BE49-F238E27FC236}">
                <a16:creationId xmlns:a16="http://schemas.microsoft.com/office/drawing/2014/main" id="{BA775024-EED5-4D86-824D-B3B06075F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/srt</a:t>
            </a:r>
          </a:p>
        </p:txBody>
      </p:sp>
      <p:sp>
        <p:nvSpPr>
          <p:cNvPr id="17" name="text-1214">
            <a:extLst xmlns:a="http://schemas.openxmlformats.org/drawingml/2006/main">
              <a:ext uri="{FF2B5EF4-FFF2-40B4-BE49-F238E27FC236}">
                <a16:creationId xmlns:a16="http://schemas.microsoft.com/office/drawing/2014/main" id="{776A8B2C-405A-48EF-AC53-0677266A7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SRT 字幕 → 語音轉錄＋專名校正＋空白切斷＋格式測試。</a:t>
            </a:r>
          </a:p>
        </p:txBody>
      </p:sp>
      <p:sp>
        <p:nvSpPr>
          <p:cNvPr id="18" name="shape-1215">
            <a:extLst xmlns:a="http://schemas.openxmlformats.org/drawingml/2006/main">
              <a:ext uri="{FF2B5EF4-FFF2-40B4-BE49-F238E27FC236}">
                <a16:creationId xmlns:a16="http://schemas.microsoft.com/office/drawing/2014/main" id="{A9D84EC0-78C2-475D-9EED-AD6836DA5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216">
            <a:extLst xmlns:a="http://schemas.openxmlformats.org/drawingml/2006/main">
              <a:ext uri="{FF2B5EF4-FFF2-40B4-BE49-F238E27FC236}">
                <a16:creationId xmlns:a16="http://schemas.microsoft.com/office/drawing/2014/main" id="{29CB72DC-CA14-4A29-BF86-38A2314D4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QA</a:t>
            </a:r>
          </a:p>
        </p:txBody>
      </p:sp>
      <p:sp>
        <p:nvSpPr>
          <p:cNvPr id="20" name="text-1217">
            <a:extLst xmlns:a="http://schemas.openxmlformats.org/drawingml/2006/main">
              <a:ext uri="{FF2B5EF4-FFF2-40B4-BE49-F238E27FC236}">
                <a16:creationId xmlns:a16="http://schemas.microsoft.com/office/drawing/2014/main" id="{1A83336B-E805-4CB4-96BD-F46DCA029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/audit</a:t>
            </a:r>
          </a:p>
        </p:txBody>
      </p:sp>
      <p:sp>
        <p:nvSpPr>
          <p:cNvPr id="21" name="text-1218">
            <a:extLst xmlns:a="http://schemas.openxmlformats.org/drawingml/2006/main">
              <a:ext uri="{FF2B5EF4-FFF2-40B4-BE49-F238E27FC236}">
                <a16:creationId xmlns:a16="http://schemas.microsoft.com/office/drawing/2014/main" id="{089B4C11-9C22-4612-B40D-2F6E8DC46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資料夾總檢 → 唯讀盤點＋風險分類＋移植建議＋交接文件。</a:t>
            </a:r>
          </a:p>
        </p:txBody>
      </p:sp>
      <p:sp>
        <p:nvSpPr>
          <p:cNvPr id="22" name="shape-1219">
            <a:extLst xmlns:a="http://schemas.openxmlformats.org/drawingml/2006/main">
              <a:ext uri="{FF2B5EF4-FFF2-40B4-BE49-F238E27FC236}">
                <a16:creationId xmlns:a16="http://schemas.microsoft.com/office/drawing/2014/main" id="{6EB9F0AF-D8A3-4265-A37B-45F80FB09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3" name="text-1220">
            <a:extLst xmlns:a="http://schemas.openxmlformats.org/drawingml/2006/main">
              <a:ext uri="{FF2B5EF4-FFF2-40B4-BE49-F238E27FC236}">
                <a16:creationId xmlns:a16="http://schemas.microsoft.com/office/drawing/2014/main" id="{985467E7-A208-4EA2-BEE2-A26636582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DEP</a:t>
            </a:r>
          </a:p>
        </p:txBody>
      </p:sp>
      <p:sp>
        <p:nvSpPr>
          <p:cNvPr id="24" name="text-1221">
            <a:extLst xmlns:a="http://schemas.openxmlformats.org/drawingml/2006/main">
              <a:ext uri="{FF2B5EF4-FFF2-40B4-BE49-F238E27FC236}">
                <a16:creationId xmlns:a16="http://schemas.microsoft.com/office/drawing/2014/main" id="{6708B15C-2E7A-4902-9020-AE808F307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/pages</a:t>
            </a:r>
          </a:p>
        </p:txBody>
      </p:sp>
      <p:sp>
        <p:nvSpPr>
          <p:cNvPr id="25" name="text-1222">
            <a:extLst xmlns:a="http://schemas.openxmlformats.org/drawingml/2006/main">
              <a:ext uri="{FF2B5EF4-FFF2-40B4-BE49-F238E27FC236}">
                <a16:creationId xmlns:a16="http://schemas.microsoft.com/office/drawing/2014/main" id="{62789538-6FE7-44BE-9BD4-073CEB977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GitHub Pages → 建置設定＋部署＋公開網址驗證。</a:t>
            </a:r>
          </a:p>
        </p:txBody>
      </p:sp>
      <p:sp>
        <p:nvSpPr>
          <p:cNvPr id="26" name="shape-1223">
            <a:extLst xmlns:a="http://schemas.openxmlformats.org/drawingml/2006/main">
              <a:ext uri="{FF2B5EF4-FFF2-40B4-BE49-F238E27FC236}">
                <a16:creationId xmlns:a16="http://schemas.microsoft.com/office/drawing/2014/main" id="{B6352B71-A8F4-413E-A897-6A95D4149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7" name="text-1224">
            <a:extLst xmlns:a="http://schemas.openxmlformats.org/drawingml/2006/main">
              <a:ext uri="{FF2B5EF4-FFF2-40B4-BE49-F238E27FC236}">
                <a16:creationId xmlns:a16="http://schemas.microsoft.com/office/drawing/2014/main" id="{07C841C7-7EDB-48D3-B0AF-A4A516450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7D48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META</a:t>
            </a:r>
          </a:p>
        </p:txBody>
      </p:sp>
      <p:sp>
        <p:nvSpPr>
          <p:cNvPr id="28" name="text-1225">
            <a:extLst xmlns:a="http://schemas.openxmlformats.org/drawingml/2006/main">
              <a:ext uri="{FF2B5EF4-FFF2-40B4-BE49-F238E27FC236}">
                <a16:creationId xmlns:a16="http://schemas.microsoft.com/office/drawing/2014/main" id="{D0623D0F-1CD0-4593-B25C-A2C66A43D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/skill</a:t>
            </a:r>
          </a:p>
        </p:txBody>
      </p:sp>
      <p:sp>
        <p:nvSpPr>
          <p:cNvPr id="29" name="text-1226">
            <a:extLst xmlns:a="http://schemas.openxmlformats.org/drawingml/2006/main">
              <a:ext uri="{FF2B5EF4-FFF2-40B4-BE49-F238E27FC236}">
                <a16:creationId xmlns:a16="http://schemas.microsoft.com/office/drawing/2014/main" id="{A6E010C2-726A-489B-9BE3-CA1795670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成功案例 → 根因、步驟、觸發條件與回歸測試的知識保存。</a:t>
            </a:r>
          </a:p>
        </p:txBody>
      </p:sp>
      <p:sp>
        <p:nvSpPr>
          <p:cNvPr id="30" name="text-1592">
            <a:extLst xmlns:a="http://schemas.openxmlformats.org/drawingml/2006/main">
              <a:ext uri="{FF2B5EF4-FFF2-40B4-BE49-F238E27FC236}">
                <a16:creationId xmlns:a16="http://schemas.microsoft.com/office/drawing/2014/main" id="{E3C26A06-3274-40D9-A9C1-D9A8A691B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244d45f1c94486c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bf8fe57043543ba"/>
              </a:rPr>
              <a:t>Codex Skills ↗</a:t>
            </a:r>
          </a:p>
        </p:txBody>
      </p:sp>
      <p:sp>
        <p:nvSpPr>
          <p:cNvPr id="31" name="shape-1646">
            <a:extLst xmlns:a="http://schemas.openxmlformats.org/drawingml/2006/main">
              <a:ext uri="{FF2B5EF4-FFF2-40B4-BE49-F238E27FC236}">
                <a16:creationId xmlns:a16="http://schemas.microsoft.com/office/drawing/2014/main" id="{909F1B19-CD12-4194-85A5-6A27AF3E7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3b5fca43454b2b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647">
            <a:extLst xmlns:a="http://schemas.openxmlformats.org/drawingml/2006/main">
              <a:ext uri="{FF2B5EF4-FFF2-40B4-BE49-F238E27FC236}">
                <a16:creationId xmlns:a16="http://schemas.microsoft.com/office/drawing/2014/main" id="{64FFBFC7-38D6-463B-84E1-970D60168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a4e193301e494f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648">
            <a:extLst xmlns:a="http://schemas.openxmlformats.org/drawingml/2006/main">
              <a:ext uri="{FF2B5EF4-FFF2-40B4-BE49-F238E27FC236}">
                <a16:creationId xmlns:a16="http://schemas.microsoft.com/office/drawing/2014/main" id="{467C7C3A-C537-4A62-B8F5-DBB656E27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287810736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227">
            <a:extLst xmlns:a="http://schemas.openxmlformats.org/drawingml/2006/main">
              <a:ext uri="{FF2B5EF4-FFF2-40B4-BE49-F238E27FC236}">
                <a16:creationId xmlns:a16="http://schemas.microsoft.com/office/drawing/2014/main" id="{EA169521-543D-4FE4-924E-D9AD0A47A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FOLDER ANATOMY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ED8DEFE-AF0F-4D22-AFC5-E8016F3CE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Skill 資料夾：主文保持短，細節分層放</a:t>
            </a:r>
          </a:p>
        </p:txBody>
      </p:sp>
      <p:cxnSp>
        <p:nvCxnSpPr>
          <p:cNvPr id="38" name="shape-122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29">
            <a:extLst xmlns:a="http://schemas.openxmlformats.org/drawingml/2006/main">
              <a:ext uri="{FF2B5EF4-FFF2-40B4-BE49-F238E27FC236}">
                <a16:creationId xmlns:a16="http://schemas.microsoft.com/office/drawing/2014/main" id="{B03168C0-BA7A-459A-8847-CBC026DC2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AD48A72-278E-425A-8BD8-A1E5A7487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28</a:t>
            </a:r>
          </a:p>
        </p:txBody>
      </p:sp>
      <p:sp>
        <p:nvSpPr>
          <p:cNvPr id="6" name="shape-1230">
            <a:extLst xmlns:a="http://schemas.openxmlformats.org/drawingml/2006/main">
              <a:ext uri="{FF2B5EF4-FFF2-40B4-BE49-F238E27FC236}">
                <a16:creationId xmlns:a16="http://schemas.microsoft.com/office/drawing/2014/main" id="{259E824C-217B-4A53-AD41-BF1FB4254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1231">
            <a:extLst xmlns:a="http://schemas.openxmlformats.org/drawingml/2006/main">
              <a:ext uri="{FF2B5EF4-FFF2-40B4-BE49-F238E27FC236}">
                <a16:creationId xmlns:a16="http://schemas.microsoft.com/office/drawing/2014/main" id="{720287CB-B68C-4025-96B7-5AB1ED941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232">
            <a:extLst xmlns:a="http://schemas.openxmlformats.org/drawingml/2006/main">
              <a:ext uri="{FF2B5EF4-FFF2-40B4-BE49-F238E27FC236}">
                <a16:creationId xmlns:a16="http://schemas.microsoft.com/office/drawing/2014/main" id="{A17FE990-6285-46CD-A3A5-466FE7DDF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233">
            <a:extLst xmlns:a="http://schemas.openxmlformats.org/drawingml/2006/main">
              <a:ext uri="{FF2B5EF4-FFF2-40B4-BE49-F238E27FC236}">
                <a16:creationId xmlns:a16="http://schemas.microsoft.com/office/drawing/2014/main" id="{2F6FEE71-13EE-4ACC-A4FB-9A4722038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SKILL.md</a:t>
            </a:r>
          </a:p>
        </p:txBody>
      </p:sp>
      <p:sp>
        <p:nvSpPr>
          <p:cNvPr id="10" name="text-1234">
            <a:extLst xmlns:a="http://schemas.openxmlformats.org/drawingml/2006/main">
              <a:ext uri="{FF2B5EF4-FFF2-40B4-BE49-F238E27FC236}">
                <a16:creationId xmlns:a16="http://schemas.microsoft.com/office/drawing/2014/main" id="{F4E24DFE-9FDC-4980-8FE7-78D7D83C4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名稱、描述、核心流程</a:t>
            </a:r>
          </a:p>
        </p:txBody>
      </p:sp>
      <p:sp>
        <p:nvSpPr>
          <p:cNvPr id="11" name="text-1235">
            <a:extLst xmlns:a="http://schemas.openxmlformats.org/drawingml/2006/main">
              <a:ext uri="{FF2B5EF4-FFF2-40B4-BE49-F238E27FC236}">
                <a16:creationId xmlns:a16="http://schemas.microsoft.com/office/drawing/2014/main" id="{337EF185-4FBA-4B5D-BF03-1D721FCBA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236">
            <a:extLst xmlns:a="http://schemas.openxmlformats.org/drawingml/2006/main">
              <a:ext uri="{FF2B5EF4-FFF2-40B4-BE49-F238E27FC236}">
                <a16:creationId xmlns:a16="http://schemas.microsoft.com/office/drawing/2014/main" id="{ED96A888-9FFC-46EB-B891-919031B84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1237">
            <a:extLst xmlns:a="http://schemas.openxmlformats.org/drawingml/2006/main">
              <a:ext uri="{FF2B5EF4-FFF2-40B4-BE49-F238E27FC236}">
                <a16:creationId xmlns:a16="http://schemas.microsoft.com/office/drawing/2014/main" id="{CDE9CAF5-FDB9-4D8F-8E1B-B7A8F8BD5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238">
            <a:extLst xmlns:a="http://schemas.openxmlformats.org/drawingml/2006/main">
              <a:ext uri="{FF2B5EF4-FFF2-40B4-BE49-F238E27FC236}">
                <a16:creationId xmlns:a16="http://schemas.microsoft.com/office/drawing/2014/main" id="{B63A9D25-7775-43AE-909A-36F87700B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239">
            <a:extLst xmlns:a="http://schemas.openxmlformats.org/drawingml/2006/main">
              <a:ext uri="{FF2B5EF4-FFF2-40B4-BE49-F238E27FC236}">
                <a16:creationId xmlns:a16="http://schemas.microsoft.com/office/drawing/2014/main" id="{ADFA474E-CF69-4AB6-97C6-B10CD96CE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references/</a:t>
            </a:r>
          </a:p>
        </p:txBody>
      </p:sp>
      <p:sp>
        <p:nvSpPr>
          <p:cNvPr id="16" name="text-1240">
            <a:extLst xmlns:a="http://schemas.openxmlformats.org/drawingml/2006/main">
              <a:ext uri="{FF2B5EF4-FFF2-40B4-BE49-F238E27FC236}">
                <a16:creationId xmlns:a16="http://schemas.microsoft.com/office/drawing/2014/main" id="{AA59318D-A80E-48FF-B620-7DCA9A934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規範、知識、長篇範例</a:t>
            </a:r>
          </a:p>
        </p:txBody>
      </p:sp>
      <p:sp>
        <p:nvSpPr>
          <p:cNvPr id="17" name="text-1241">
            <a:extLst xmlns:a="http://schemas.openxmlformats.org/drawingml/2006/main">
              <a:ext uri="{FF2B5EF4-FFF2-40B4-BE49-F238E27FC236}">
                <a16:creationId xmlns:a16="http://schemas.microsoft.com/office/drawing/2014/main" id="{0F62BF4C-6368-42B6-ACE0-E55E710FE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242">
            <a:extLst xmlns:a="http://schemas.openxmlformats.org/drawingml/2006/main">
              <a:ext uri="{FF2B5EF4-FFF2-40B4-BE49-F238E27FC236}">
                <a16:creationId xmlns:a16="http://schemas.microsoft.com/office/drawing/2014/main" id="{1892263E-C7AC-41F9-95EF-D30594BC1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1243">
            <a:extLst xmlns:a="http://schemas.openxmlformats.org/drawingml/2006/main">
              <a:ext uri="{FF2B5EF4-FFF2-40B4-BE49-F238E27FC236}">
                <a16:creationId xmlns:a16="http://schemas.microsoft.com/office/drawing/2014/main" id="{92998E65-E6DB-4452-99E4-DE8128124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244">
            <a:extLst xmlns:a="http://schemas.openxmlformats.org/drawingml/2006/main">
              <a:ext uri="{FF2B5EF4-FFF2-40B4-BE49-F238E27FC236}">
                <a16:creationId xmlns:a16="http://schemas.microsoft.com/office/drawing/2014/main" id="{294ADB18-CE7B-4BB0-AFFC-D79BB6C5B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245">
            <a:extLst xmlns:a="http://schemas.openxmlformats.org/drawingml/2006/main">
              <a:ext uri="{FF2B5EF4-FFF2-40B4-BE49-F238E27FC236}">
                <a16:creationId xmlns:a16="http://schemas.microsoft.com/office/drawing/2014/main" id="{659C03DD-97BB-40B7-8682-CBE680326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scripts/</a:t>
            </a:r>
          </a:p>
        </p:txBody>
      </p:sp>
      <p:sp>
        <p:nvSpPr>
          <p:cNvPr id="22" name="text-1246">
            <a:extLst xmlns:a="http://schemas.openxmlformats.org/drawingml/2006/main">
              <a:ext uri="{FF2B5EF4-FFF2-40B4-BE49-F238E27FC236}">
                <a16:creationId xmlns:a16="http://schemas.microsoft.com/office/drawing/2014/main" id="{9E6BEFC8-F265-43F2-A17D-716ED2F31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可重複執行的檢查與轉換</a:t>
            </a:r>
          </a:p>
        </p:txBody>
      </p:sp>
      <p:sp>
        <p:nvSpPr>
          <p:cNvPr id="23" name="text-1247">
            <a:extLst xmlns:a="http://schemas.openxmlformats.org/drawingml/2006/main">
              <a:ext uri="{FF2B5EF4-FFF2-40B4-BE49-F238E27FC236}">
                <a16:creationId xmlns:a16="http://schemas.microsoft.com/office/drawing/2014/main" id="{25A387F0-39F8-465A-9E30-ABE4F806B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248">
            <a:extLst xmlns:a="http://schemas.openxmlformats.org/drawingml/2006/main">
              <a:ext uri="{FF2B5EF4-FFF2-40B4-BE49-F238E27FC236}">
                <a16:creationId xmlns:a16="http://schemas.microsoft.com/office/drawing/2014/main" id="{560F063C-8752-4CF8-AAB5-E6AD96F69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1249">
            <a:extLst xmlns:a="http://schemas.openxmlformats.org/drawingml/2006/main">
              <a:ext uri="{FF2B5EF4-FFF2-40B4-BE49-F238E27FC236}">
                <a16:creationId xmlns:a16="http://schemas.microsoft.com/office/drawing/2014/main" id="{391A9FD8-EF6F-4C51-81D1-A86F87833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250">
            <a:extLst xmlns:a="http://schemas.openxmlformats.org/drawingml/2006/main">
              <a:ext uri="{FF2B5EF4-FFF2-40B4-BE49-F238E27FC236}">
                <a16:creationId xmlns:a16="http://schemas.microsoft.com/office/drawing/2014/main" id="{2F71073A-FD60-4E92-B32F-C8907F69C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251">
            <a:extLst xmlns:a="http://schemas.openxmlformats.org/drawingml/2006/main">
              <a:ext uri="{FF2B5EF4-FFF2-40B4-BE49-F238E27FC236}">
                <a16:creationId xmlns:a16="http://schemas.microsoft.com/office/drawing/2014/main" id="{F7173000-946D-4B2D-991C-D1E8E50BF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assets/</a:t>
            </a:r>
          </a:p>
        </p:txBody>
      </p:sp>
      <p:sp>
        <p:nvSpPr>
          <p:cNvPr id="28" name="text-1252">
            <a:extLst xmlns:a="http://schemas.openxmlformats.org/drawingml/2006/main">
              <a:ext uri="{FF2B5EF4-FFF2-40B4-BE49-F238E27FC236}">
                <a16:creationId xmlns:a16="http://schemas.microsoft.com/office/drawing/2014/main" id="{6BC838EA-D0A7-48FF-BFCA-7C2BAE03A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範本、圖片、輸出骨架</a:t>
            </a:r>
          </a:p>
        </p:txBody>
      </p:sp>
      <p:sp>
        <p:nvSpPr>
          <p:cNvPr id="29" name="text-1253">
            <a:extLst xmlns:a="http://schemas.openxmlformats.org/drawingml/2006/main">
              <a:ext uri="{FF2B5EF4-FFF2-40B4-BE49-F238E27FC236}">
                <a16:creationId xmlns:a16="http://schemas.microsoft.com/office/drawing/2014/main" id="{6E1B937C-E2CF-4B5A-8FA0-B654CDF7B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1593">
            <a:extLst xmlns:a="http://schemas.openxmlformats.org/drawingml/2006/main">
              <a:ext uri="{FF2B5EF4-FFF2-40B4-BE49-F238E27FC236}">
                <a16:creationId xmlns:a16="http://schemas.microsoft.com/office/drawing/2014/main" id="{EC174652-8CDC-48E6-A2EC-85A85CF70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65286876dff4d26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6a50e93e6f14bfd"/>
              </a:rPr>
              <a:t>Codex Skills ↗</a:t>
            </a:r>
          </a:p>
        </p:txBody>
      </p:sp>
      <p:sp>
        <p:nvSpPr>
          <p:cNvPr id="31" name="shape-1649">
            <a:extLst xmlns:a="http://schemas.openxmlformats.org/drawingml/2006/main">
              <a:ext uri="{FF2B5EF4-FFF2-40B4-BE49-F238E27FC236}">
                <a16:creationId xmlns:a16="http://schemas.microsoft.com/office/drawing/2014/main" id="{B1D1E292-B8A4-46D1-85F5-E824F7EFE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d04e751ec8470c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650">
            <a:extLst xmlns:a="http://schemas.openxmlformats.org/drawingml/2006/main">
              <a:ext uri="{FF2B5EF4-FFF2-40B4-BE49-F238E27FC236}">
                <a16:creationId xmlns:a16="http://schemas.microsoft.com/office/drawing/2014/main" id="{2CDCE00C-FF66-47D2-9613-73B857883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f301a165d24dd4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651">
            <a:extLst xmlns:a="http://schemas.openxmlformats.org/drawingml/2006/main">
              <a:ext uri="{FF2B5EF4-FFF2-40B4-BE49-F238E27FC236}">
                <a16:creationId xmlns:a16="http://schemas.microsoft.com/office/drawing/2014/main" id="{BBC39E5E-934F-444D-A5B4-DE3605158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2111201983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-1254">
            <a:extLst xmlns:a="http://schemas.openxmlformats.org/drawingml/2006/main">
              <a:ext uri="{FF2B5EF4-FFF2-40B4-BE49-F238E27FC236}">
                <a16:creationId xmlns:a16="http://schemas.microsoft.com/office/drawing/2014/main" id="{6C87D6A1-041A-4C26-8CEB-E54F28AFD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6A46F39-54EC-4999-B8BD-516E1551B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跨平台 SKILL.md：最小而清楚</a:t>
            </a:r>
          </a:p>
        </p:txBody>
      </p:sp>
      <p:cxnSp>
        <p:nvCxnSpPr>
          <p:cNvPr id="21" name="shape-125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56">
            <a:extLst xmlns:a="http://schemas.openxmlformats.org/drawingml/2006/main">
              <a:ext uri="{FF2B5EF4-FFF2-40B4-BE49-F238E27FC236}">
                <a16:creationId xmlns:a16="http://schemas.microsoft.com/office/drawing/2014/main" id="{A674ADA7-25C2-4F2A-A026-ADD87362A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7A9F180-E7C4-4051-92B0-A5C01A4B5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29</a:t>
            </a:r>
          </a:p>
        </p:txBody>
      </p:sp>
      <p:sp>
        <p:nvSpPr>
          <p:cNvPr id="6" name="text-1257">
            <a:extLst xmlns:a="http://schemas.openxmlformats.org/drawingml/2006/main">
              <a:ext uri="{FF2B5EF4-FFF2-40B4-BE49-F238E27FC236}">
                <a16:creationId xmlns:a16="http://schemas.microsoft.com/office/drawing/2014/main" id="{E675ABB4-6DC0-4DD0-BDC5-39B624E46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858000" cy="4324350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050B1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247650" tIns="247650" rIns="247650" bIns="2476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---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name: course-site-quality-check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description: 檢查課程網站的手機版、無障礙、連結與部署狀態；當使用者要求網站上線前總檢時使用。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# 課程網站上線前總檢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1. 先唯讀檢查現況，不直接發布。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2. 依序檢查手機版、鍵盤操作、連結與隱私。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3. 對每項標示：通過／失敗／未確認。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4. 只有在使用者明確授權後才部署。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5. 交付檢查表、證據與下一步。</a:t>
            </a:r>
          </a:p>
        </p:txBody>
      </p:sp>
      <p:sp>
        <p:nvSpPr>
          <p:cNvPr id="7" name="text-1258">
            <a:extLst xmlns:a="http://schemas.openxmlformats.org/drawingml/2006/main">
              <a:ext uri="{FF2B5EF4-FFF2-40B4-BE49-F238E27FC236}">
                <a16:creationId xmlns:a16="http://schemas.microsoft.com/office/drawing/2014/main" id="{3518D6E0-BB2B-408B-B59D-4960D0063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526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Frontmatter</a:t>
            </a:r>
          </a:p>
        </p:txBody>
      </p:sp>
      <p:sp>
        <p:nvSpPr>
          <p:cNvPr id="8" name="text-1259">
            <a:extLst xmlns:a="http://schemas.openxmlformats.org/drawingml/2006/main">
              <a:ext uri="{FF2B5EF4-FFF2-40B4-BE49-F238E27FC236}">
                <a16:creationId xmlns:a16="http://schemas.microsoft.com/office/drawing/2014/main" id="{7E276D1B-D975-4802-AE3B-7A4F9A655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907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為跨 Antigravity 與 Codex 使用，只保留 name、description。</a:t>
            </a:r>
          </a:p>
        </p:txBody>
      </p:sp>
      <p:sp>
        <p:nvSpPr>
          <p:cNvPr id="9" name="text-1260">
            <a:extLst xmlns:a="http://schemas.openxmlformats.org/drawingml/2006/main">
              <a:ext uri="{FF2B5EF4-FFF2-40B4-BE49-F238E27FC236}">
                <a16:creationId xmlns:a16="http://schemas.microsoft.com/office/drawing/2014/main" id="{A3AB49F9-C6CE-4464-ADF1-A13801B0B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rPr>
              <a:t>描述要能觸發</a:t>
            </a:r>
          </a:p>
        </p:txBody>
      </p:sp>
      <p:sp>
        <p:nvSpPr>
          <p:cNvPr id="10" name="text-1261">
            <a:extLst xmlns:a="http://schemas.openxmlformats.org/drawingml/2006/main">
              <a:ext uri="{FF2B5EF4-FFF2-40B4-BE49-F238E27FC236}">
                <a16:creationId xmlns:a16="http://schemas.microsoft.com/office/drawing/2014/main" id="{2BF43533-D196-45F2-9CF4-F80E7D1B6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4330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寫清楚何時使用，以及它解決什麼工作。</a:t>
            </a:r>
          </a:p>
        </p:txBody>
      </p:sp>
      <p:sp>
        <p:nvSpPr>
          <p:cNvPr id="11" name="text-1262">
            <a:extLst xmlns:a="http://schemas.openxmlformats.org/drawingml/2006/main">
              <a:ext uri="{FF2B5EF4-FFF2-40B4-BE49-F238E27FC236}">
                <a16:creationId xmlns:a16="http://schemas.microsoft.com/office/drawing/2014/main" id="{DF537F16-E2D4-4788-A9CA-082755564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577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流程要能驗收</a:t>
            </a:r>
          </a:p>
        </p:txBody>
      </p:sp>
      <p:sp>
        <p:nvSpPr>
          <p:cNvPr id="12" name="text-1263">
            <a:extLst xmlns:a="http://schemas.openxmlformats.org/drawingml/2006/main">
              <a:ext uri="{FF2B5EF4-FFF2-40B4-BE49-F238E27FC236}">
                <a16:creationId xmlns:a16="http://schemas.microsoft.com/office/drawing/2014/main" id="{0A472139-43CC-4E40-9DD3-7F873ED6E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958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步驟、狀態與授權邊界都可檢查。</a:t>
            </a:r>
          </a:p>
        </p:txBody>
      </p:sp>
      <p:sp>
        <p:nvSpPr>
          <p:cNvPr id="13" name="text-1594">
            <a:extLst xmlns:a="http://schemas.openxmlformats.org/drawingml/2006/main">
              <a:ext uri="{FF2B5EF4-FFF2-40B4-BE49-F238E27FC236}">
                <a16:creationId xmlns:a16="http://schemas.microsoft.com/office/drawing/2014/main" id="{4254A625-A9FC-452D-9295-369784E5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314b150c2fd4017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1827314d1454d83"/>
              </a:rPr>
              <a:t>Codex Skills ↗</a:t>
            </a:r>
          </a:p>
        </p:txBody>
      </p:sp>
      <p:sp>
        <p:nvSpPr>
          <p:cNvPr id="14" name="shape-1652">
            <a:extLst xmlns:a="http://schemas.openxmlformats.org/drawingml/2006/main">
              <a:ext uri="{FF2B5EF4-FFF2-40B4-BE49-F238E27FC236}">
                <a16:creationId xmlns:a16="http://schemas.microsoft.com/office/drawing/2014/main" id="{E86B0DC9-280A-4632-9469-AD9822AC9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210f291eb04164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6" name="text-1653">
            <a:extLst xmlns:a="http://schemas.openxmlformats.org/drawingml/2006/main">
              <a:ext uri="{FF2B5EF4-FFF2-40B4-BE49-F238E27FC236}">
                <a16:creationId xmlns:a16="http://schemas.microsoft.com/office/drawing/2014/main" id="{816F7B62-AC10-4F54-ACCE-E28D1BE99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812d6b1097470a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8" name="text-1654">
            <a:extLst xmlns:a="http://schemas.openxmlformats.org/drawingml/2006/main">
              <a:ext uri="{FF2B5EF4-FFF2-40B4-BE49-F238E27FC236}">
                <a16:creationId xmlns:a16="http://schemas.microsoft.com/office/drawing/2014/main" id="{3D8A0A59-77CE-4F3C-AE67-942690658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2038193962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text-1264">
            <a:extLst xmlns:a="http://schemas.openxmlformats.org/drawingml/2006/main">
              <a:ext uri="{FF2B5EF4-FFF2-40B4-BE49-F238E27FC236}">
                <a16:creationId xmlns:a16="http://schemas.microsoft.com/office/drawing/2014/main" id="{D44E02CD-B556-4956-93F2-926ACE902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PROGRESSIVE DISCLOSURE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AFDB1D1-B4EC-4D73-9F5E-934B75631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漸進式揭露：Agent 需要時才讀細節</a:t>
            </a:r>
          </a:p>
        </p:txBody>
      </p:sp>
      <p:cxnSp>
        <p:nvCxnSpPr>
          <p:cNvPr id="34" name="shape-126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66">
            <a:extLst xmlns:a="http://schemas.openxmlformats.org/drawingml/2006/main">
              <a:ext uri="{FF2B5EF4-FFF2-40B4-BE49-F238E27FC236}">
                <a16:creationId xmlns:a16="http://schemas.microsoft.com/office/drawing/2014/main" id="{321B0491-D594-40D9-A57E-99ED6F58B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31644A4-76C4-4888-BECB-EFC7BA644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30</a:t>
            </a:r>
          </a:p>
        </p:txBody>
      </p:sp>
      <p:sp>
        <p:nvSpPr>
          <p:cNvPr id="6" name="shape-1267">
            <a:extLst xmlns:a="http://schemas.openxmlformats.org/drawingml/2006/main">
              <a:ext uri="{FF2B5EF4-FFF2-40B4-BE49-F238E27FC236}">
                <a16:creationId xmlns:a16="http://schemas.microsoft.com/office/drawing/2014/main" id="{DDDD3809-38FB-400B-AC6B-077578F01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268">
            <a:extLst xmlns:a="http://schemas.openxmlformats.org/drawingml/2006/main">
              <a:ext uri="{FF2B5EF4-FFF2-40B4-BE49-F238E27FC236}">
                <a16:creationId xmlns:a16="http://schemas.microsoft.com/office/drawing/2014/main" id="{3CE2413B-15C1-4AA8-850E-C2ACE901A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269">
            <a:extLst xmlns:a="http://schemas.openxmlformats.org/drawingml/2006/main">
              <a:ext uri="{FF2B5EF4-FFF2-40B4-BE49-F238E27FC236}">
                <a16:creationId xmlns:a16="http://schemas.microsoft.com/office/drawing/2014/main" id="{1A53595F-D5A8-4316-A384-F26C204A1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第一層：描述</a:t>
            </a:r>
          </a:p>
        </p:txBody>
      </p:sp>
      <p:sp>
        <p:nvSpPr>
          <p:cNvPr id="9" name="text-1270">
            <a:extLst xmlns:a="http://schemas.openxmlformats.org/drawingml/2006/main">
              <a:ext uri="{FF2B5EF4-FFF2-40B4-BE49-F238E27FC236}">
                <a16:creationId xmlns:a16="http://schemas.microsoft.com/office/drawing/2014/main" id="{611DC921-36F6-4CC0-BC14-17540B4BF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Agent 先看名稱與 description，判斷是否適用。</a:t>
            </a:r>
          </a:p>
        </p:txBody>
      </p:sp>
      <p:sp>
        <p:nvSpPr>
          <p:cNvPr id="10" name="shape-1271">
            <a:extLst xmlns:a="http://schemas.openxmlformats.org/drawingml/2006/main">
              <a:ext uri="{FF2B5EF4-FFF2-40B4-BE49-F238E27FC236}">
                <a16:creationId xmlns:a16="http://schemas.microsoft.com/office/drawing/2014/main" id="{4D082C26-FE9D-4FF8-8A8E-F474A37E2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272">
            <a:extLst xmlns:a="http://schemas.openxmlformats.org/drawingml/2006/main">
              <a:ext uri="{FF2B5EF4-FFF2-40B4-BE49-F238E27FC236}">
                <a16:creationId xmlns:a16="http://schemas.microsoft.com/office/drawing/2014/main" id="{1AAE31A9-4E20-4D55-9552-2DFCF3CB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273">
            <a:extLst xmlns:a="http://schemas.openxmlformats.org/drawingml/2006/main">
              <a:ext uri="{FF2B5EF4-FFF2-40B4-BE49-F238E27FC236}">
                <a16:creationId xmlns:a16="http://schemas.microsoft.com/office/drawing/2014/main" id="{48B6A075-43B6-4566-B8C3-FA1824442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第二層：主流程</a:t>
            </a:r>
          </a:p>
        </p:txBody>
      </p:sp>
      <p:sp>
        <p:nvSpPr>
          <p:cNvPr id="13" name="text-1274">
            <a:extLst xmlns:a="http://schemas.openxmlformats.org/drawingml/2006/main">
              <a:ext uri="{FF2B5EF4-FFF2-40B4-BE49-F238E27FC236}">
                <a16:creationId xmlns:a16="http://schemas.microsoft.com/office/drawing/2014/main" id="{221CD95A-979C-4504-85F6-67CAC6AB5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觸發後讀 SKILL.md，取得核心步驟與規則。</a:t>
            </a:r>
          </a:p>
        </p:txBody>
      </p:sp>
      <p:sp>
        <p:nvSpPr>
          <p:cNvPr id="14" name="shape-1275">
            <a:extLst xmlns:a="http://schemas.openxmlformats.org/drawingml/2006/main">
              <a:ext uri="{FF2B5EF4-FFF2-40B4-BE49-F238E27FC236}">
                <a16:creationId xmlns:a16="http://schemas.microsoft.com/office/drawing/2014/main" id="{F142D4E0-91FE-42BB-B584-6A5C956E8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276">
            <a:extLst xmlns:a="http://schemas.openxmlformats.org/drawingml/2006/main">
              <a:ext uri="{FF2B5EF4-FFF2-40B4-BE49-F238E27FC236}">
                <a16:creationId xmlns:a16="http://schemas.microsoft.com/office/drawing/2014/main" id="{DF300192-06EF-40F7-BB5C-28E9F3A3E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277">
            <a:extLst xmlns:a="http://schemas.openxmlformats.org/drawingml/2006/main">
              <a:ext uri="{FF2B5EF4-FFF2-40B4-BE49-F238E27FC236}">
                <a16:creationId xmlns:a16="http://schemas.microsoft.com/office/drawing/2014/main" id="{70FA7523-0780-4512-B58F-8421EEF1C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第三層：附件</a:t>
            </a:r>
          </a:p>
        </p:txBody>
      </p:sp>
      <p:sp>
        <p:nvSpPr>
          <p:cNvPr id="17" name="text-1278">
            <a:extLst xmlns:a="http://schemas.openxmlformats.org/drawingml/2006/main">
              <a:ext uri="{FF2B5EF4-FFF2-40B4-BE49-F238E27FC236}">
                <a16:creationId xmlns:a16="http://schemas.microsoft.com/office/drawing/2014/main" id="{A377BDAB-61F6-4DA1-AB71-61E27D6B6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任務需要時才讀 references、執行 scripts、取用 assets。</a:t>
            </a:r>
          </a:p>
        </p:txBody>
      </p:sp>
      <p:sp>
        <p:nvSpPr>
          <p:cNvPr id="18" name="text-1279">
            <a:extLst xmlns:a="http://schemas.openxmlformats.org/drawingml/2006/main">
              <a:ext uri="{FF2B5EF4-FFF2-40B4-BE49-F238E27FC236}">
                <a16:creationId xmlns:a16="http://schemas.microsoft.com/office/drawing/2014/main" id="{91856F77-A4F1-4CA6-9CE4-E078A994F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描述</a:t>
            </a:r>
          </a:p>
        </p:txBody>
      </p:sp>
      <p:sp>
        <p:nvSpPr>
          <p:cNvPr id="19" name="text-1280">
            <a:extLst xmlns:a="http://schemas.openxmlformats.org/drawingml/2006/main">
              <a:ext uri="{FF2B5EF4-FFF2-40B4-BE49-F238E27FC236}">
                <a16:creationId xmlns:a16="http://schemas.microsoft.com/office/drawing/2014/main" id="{BC2D1FFD-088C-4B0A-9712-24EE67DEB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SKILL.md</a:t>
            </a:r>
          </a:p>
        </p:txBody>
      </p:sp>
      <p:sp>
        <p:nvSpPr>
          <p:cNvPr id="20" name="text-1281">
            <a:extLst xmlns:a="http://schemas.openxmlformats.org/drawingml/2006/main">
              <a:ext uri="{FF2B5EF4-FFF2-40B4-BE49-F238E27FC236}">
                <a16:creationId xmlns:a16="http://schemas.microsoft.com/office/drawing/2014/main" id="{77437EC7-55C8-46D7-854F-CDFC71CF0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附件</a:t>
            </a:r>
          </a:p>
        </p:txBody>
      </p:sp>
      <p:sp>
        <p:nvSpPr>
          <p:cNvPr id="21" name="text-1282">
            <a:extLst xmlns:a="http://schemas.openxmlformats.org/drawingml/2006/main">
              <a:ext uri="{FF2B5EF4-FFF2-40B4-BE49-F238E27FC236}">
                <a16:creationId xmlns:a16="http://schemas.microsoft.com/office/drawing/2014/main" id="{B28841E9-563A-46D2-8C27-2A1C42F13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A1B2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可驗證成果</a:t>
            </a:r>
          </a:p>
        </p:txBody>
      </p:sp>
      <p:cxnSp>
        <p:nvCxnSpPr>
          <p:cNvPr id="53" name=""/>
          <p:cNvCxnSpPr>
            <a:stCxn xmlns:a="http://schemas.openxmlformats.org/drawingml/2006/main" id="18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2628900" y="51816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54" name=""/>
          <p:cNvCxnSpPr>
            <a:stCxn xmlns:a="http://schemas.openxmlformats.org/drawingml/2006/main" id="19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5295900" y="51816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55" name=""/>
          <p:cNvCxnSpPr>
            <a:stCxn xmlns:a="http://schemas.openxmlformats.org/drawingml/2006/main" id="20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7962900" y="51816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806D"/>
            </a:solidFill>
            <a:prstDash val="solid"/>
            <a:tailEnd type="arrow" w="sm" len="sm"/>
          </a:ln>
        </p:spPr>
      </p:cxnSp>
      <p:sp>
        <p:nvSpPr>
          <p:cNvPr id="25" name="text-1283">
            <a:extLst xmlns:a="http://schemas.openxmlformats.org/drawingml/2006/main">
              <a:ext uri="{FF2B5EF4-FFF2-40B4-BE49-F238E27FC236}">
                <a16:creationId xmlns:a16="http://schemas.microsoft.com/office/drawing/2014/main" id="{5D47104D-3130-4352-A9BA-0C48002C9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619750"/>
            <a:ext cx="560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按需載入，不把整個知識庫一次塞進主文</a:t>
            </a:r>
          </a:p>
        </p:txBody>
      </p:sp>
      <p:sp>
        <p:nvSpPr>
          <p:cNvPr id="26" name="text-1595">
            <a:extLst xmlns:a="http://schemas.openxmlformats.org/drawingml/2006/main">
              <a:ext uri="{FF2B5EF4-FFF2-40B4-BE49-F238E27FC236}">
                <a16:creationId xmlns:a16="http://schemas.microsoft.com/office/drawing/2014/main" id="{389341F4-3D32-490B-9930-AA525B509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e84886be1ef4fd1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6e69cc13373473a"/>
              </a:rPr>
              <a:t>Codex Skills ↗</a:t>
            </a:r>
          </a:p>
        </p:txBody>
      </p:sp>
      <p:sp>
        <p:nvSpPr>
          <p:cNvPr id="27" name="shape-1655">
            <a:extLst xmlns:a="http://schemas.openxmlformats.org/drawingml/2006/main">
              <a:ext uri="{FF2B5EF4-FFF2-40B4-BE49-F238E27FC236}">
                <a16:creationId xmlns:a16="http://schemas.microsoft.com/office/drawing/2014/main" id="{E6757FC3-282F-4463-9311-31395FA9B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c33eb278ad4ec7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9" name="text-1656">
            <a:extLst xmlns:a="http://schemas.openxmlformats.org/drawingml/2006/main">
              <a:ext uri="{FF2B5EF4-FFF2-40B4-BE49-F238E27FC236}">
                <a16:creationId xmlns:a16="http://schemas.microsoft.com/office/drawing/2014/main" id="{338ED9EA-8A0D-4B4B-92D1-36E9EC32D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b626cac7f74454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1" name="text-1657">
            <a:extLst xmlns:a="http://schemas.openxmlformats.org/drawingml/2006/main">
              <a:ext uri="{FF2B5EF4-FFF2-40B4-BE49-F238E27FC236}">
                <a16:creationId xmlns:a16="http://schemas.microsoft.com/office/drawing/2014/main" id="{C40C0476-8693-479B-9E83-5579CA530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2053229052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284">
            <a:extLst xmlns:a="http://schemas.openxmlformats.org/drawingml/2006/main">
              <a:ext uri="{FF2B5EF4-FFF2-40B4-BE49-F238E27FC236}">
                <a16:creationId xmlns:a16="http://schemas.microsoft.com/office/drawing/2014/main" id="{615E8CB4-A836-45C3-B325-7A75F65FF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045B765-2BCF-419B-AAA6-C1B0CCF25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 C｜把一筆提示詞升級成教育 Skill</a:t>
            </a:r>
          </a:p>
        </p:txBody>
      </p:sp>
      <p:cxnSp>
        <p:nvCxnSpPr>
          <p:cNvPr id="27" name="shape-128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86">
            <a:extLst xmlns:a="http://schemas.openxmlformats.org/drawingml/2006/main">
              <a:ext uri="{FF2B5EF4-FFF2-40B4-BE49-F238E27FC236}">
                <a16:creationId xmlns:a16="http://schemas.microsoft.com/office/drawing/2014/main" id="{87C0FB34-3F18-4F3C-9AB8-6F13D9BF7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D17104A-0A0B-4259-AFAC-352183C7F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31</a:t>
            </a:r>
          </a:p>
        </p:txBody>
      </p:sp>
      <p:sp>
        <p:nvSpPr>
          <p:cNvPr id="6" name="text-1287">
            <a:extLst xmlns:a="http://schemas.openxmlformats.org/drawingml/2006/main">
              <a:ext uri="{FF2B5EF4-FFF2-40B4-BE49-F238E27FC236}">
                <a16:creationId xmlns:a16="http://schemas.microsoft.com/office/drawing/2014/main" id="{728DAFED-F748-44EC-A3EA-713C52CB5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288">
            <a:extLst xmlns:a="http://schemas.openxmlformats.org/drawingml/2006/main">
              <a:ext uri="{FF2B5EF4-FFF2-40B4-BE49-F238E27FC236}">
                <a16:creationId xmlns:a16="http://schemas.microsoft.com/office/drawing/2014/main" id="{CBAF8BEA-8F2E-4E15-BE87-1511D5142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289">
            <a:extLst xmlns:a="http://schemas.openxmlformats.org/drawingml/2006/main">
              <a:ext uri="{FF2B5EF4-FFF2-40B4-BE49-F238E27FC236}">
                <a16:creationId xmlns:a16="http://schemas.microsoft.com/office/drawing/2014/main" id="{F901483F-1850-4BB9-A2CA-AF127B11E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290">
            <a:extLst xmlns:a="http://schemas.openxmlformats.org/drawingml/2006/main">
              <a:ext uri="{FF2B5EF4-FFF2-40B4-BE49-F238E27FC236}">
                <a16:creationId xmlns:a16="http://schemas.microsoft.com/office/drawing/2014/main" id="{9528823C-C36C-427A-8DC5-85F7D717C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從快捷面板選一個高頻提示詞</a:t>
            </a:r>
          </a:p>
        </p:txBody>
      </p:sp>
      <p:sp>
        <p:nvSpPr>
          <p:cNvPr id="10" name="text-1291">
            <a:extLst xmlns:a="http://schemas.openxmlformats.org/drawingml/2006/main">
              <a:ext uri="{FF2B5EF4-FFF2-40B4-BE49-F238E27FC236}">
                <a16:creationId xmlns:a16="http://schemas.microsoft.com/office/drawing/2014/main" id="{D17B3DDF-A09C-4DBF-8E32-FD53FCFF2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292">
            <a:extLst xmlns:a="http://schemas.openxmlformats.org/drawingml/2006/main">
              <a:ext uri="{FF2B5EF4-FFF2-40B4-BE49-F238E27FC236}">
                <a16:creationId xmlns:a16="http://schemas.microsoft.com/office/drawing/2014/main" id="{A7A0F59B-54B6-42C5-917E-BDC1E8CA1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補齊輸入、步驟、限制與驗收</a:t>
            </a:r>
          </a:p>
        </p:txBody>
      </p:sp>
      <p:sp>
        <p:nvSpPr>
          <p:cNvPr id="12" name="text-1293">
            <a:extLst xmlns:a="http://schemas.openxmlformats.org/drawingml/2006/main">
              <a:ext uri="{FF2B5EF4-FFF2-40B4-BE49-F238E27FC236}">
                <a16:creationId xmlns:a16="http://schemas.microsoft.com/office/drawing/2014/main" id="{ECDEE068-542D-469B-8D87-C7C341482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294">
            <a:extLst xmlns:a="http://schemas.openxmlformats.org/drawingml/2006/main">
              <a:ext uri="{FF2B5EF4-FFF2-40B4-BE49-F238E27FC236}">
                <a16:creationId xmlns:a16="http://schemas.microsoft.com/office/drawing/2014/main" id="{ECA3BE0E-7B3A-4037-95C8-0D19AC5D9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建立資料夾與 SKILL.md</a:t>
            </a:r>
          </a:p>
        </p:txBody>
      </p:sp>
      <p:sp>
        <p:nvSpPr>
          <p:cNvPr id="14" name="text-1295">
            <a:extLst xmlns:a="http://schemas.openxmlformats.org/drawingml/2006/main">
              <a:ext uri="{FF2B5EF4-FFF2-40B4-BE49-F238E27FC236}">
                <a16:creationId xmlns:a16="http://schemas.microsoft.com/office/drawing/2014/main" id="{0380001F-5E16-419D-AA49-9420C5686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296">
            <a:extLst xmlns:a="http://schemas.openxmlformats.org/drawingml/2006/main">
              <a:ext uri="{FF2B5EF4-FFF2-40B4-BE49-F238E27FC236}">
                <a16:creationId xmlns:a16="http://schemas.microsoft.com/office/drawing/2014/main" id="{01DC02B2-9C17-413B-8A26-7B50205B5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在 Agent 中用自然語句觸發並修正</a:t>
            </a:r>
          </a:p>
        </p:txBody>
      </p:sp>
      <p:sp>
        <p:nvSpPr>
          <p:cNvPr id="16" name="shape-1297">
            <a:extLst xmlns:a="http://schemas.openxmlformats.org/drawingml/2006/main">
              <a:ext uri="{FF2B5EF4-FFF2-40B4-BE49-F238E27FC236}">
                <a16:creationId xmlns:a16="http://schemas.microsoft.com/office/drawing/2014/main" id="{79742D34-FA4E-4669-BF63-5B8B11964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298">
            <a:extLst xmlns:a="http://schemas.openxmlformats.org/drawingml/2006/main">
              <a:ext uri="{FF2B5EF4-FFF2-40B4-BE49-F238E27FC236}">
                <a16:creationId xmlns:a16="http://schemas.microsoft.com/office/drawing/2014/main" id="{2A1B1036-D4E8-44E2-B1D1-3B6420192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299">
            <a:extLst xmlns:a="http://schemas.openxmlformats.org/drawingml/2006/main">
              <a:ext uri="{FF2B5EF4-FFF2-40B4-BE49-F238E27FC236}">
                <a16:creationId xmlns:a16="http://schemas.microsoft.com/office/drawing/2014/main" id="{80E1CC84-5735-4E44-AD1E-3F1DBCD76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名稱與描述清楚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流程可重複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有至少一項驗收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需要授權的動作會停</a:t>
            </a:r>
          </a:p>
        </p:txBody>
      </p:sp>
      <p:sp>
        <p:nvSpPr>
          <p:cNvPr id="19" name="text-1596">
            <a:extLst xmlns:a="http://schemas.openxmlformats.org/drawingml/2006/main">
              <a:ext uri="{FF2B5EF4-FFF2-40B4-BE49-F238E27FC236}">
                <a16:creationId xmlns:a16="http://schemas.microsoft.com/office/drawing/2014/main" id="{81AC9AFF-07B7-4548-A612-51A86FCF9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945be79fa914beb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be0a57ee17c4d63"/>
              </a:rPr>
              <a:t>Codex Skills ↗</a:t>
            </a:r>
          </a:p>
        </p:txBody>
      </p:sp>
      <p:sp>
        <p:nvSpPr>
          <p:cNvPr id="20" name="shape-1658">
            <a:extLst xmlns:a="http://schemas.openxmlformats.org/drawingml/2006/main">
              <a:ext uri="{FF2B5EF4-FFF2-40B4-BE49-F238E27FC236}">
                <a16:creationId xmlns:a16="http://schemas.microsoft.com/office/drawing/2014/main" id="{C3F090C1-1527-4F90-9888-C279D63AE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2ac6b7d71b4d53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1659">
            <a:extLst xmlns:a="http://schemas.openxmlformats.org/drawingml/2006/main">
              <a:ext uri="{FF2B5EF4-FFF2-40B4-BE49-F238E27FC236}">
                <a16:creationId xmlns:a16="http://schemas.microsoft.com/office/drawing/2014/main" id="{1B4FAA19-C420-47DF-9ED2-4A4060E0E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1104da88cc41b4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1660">
            <a:extLst xmlns:a="http://schemas.openxmlformats.org/drawingml/2006/main">
              <a:ext uri="{FF2B5EF4-FFF2-40B4-BE49-F238E27FC236}">
                <a16:creationId xmlns:a16="http://schemas.microsoft.com/office/drawing/2014/main" id="{504E6B2C-7547-4F57-ACD4-22CA847E6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425368751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300">
            <a:extLst xmlns:a="http://schemas.openxmlformats.org/drawingml/2006/main">
              <a:ext uri="{FF2B5EF4-FFF2-40B4-BE49-F238E27FC236}">
                <a16:creationId xmlns:a16="http://schemas.microsoft.com/office/drawing/2014/main" id="{D98A2469-AA0B-412E-8741-B2F27B0E1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CROSS-AGENT TEST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81C1446-BB3C-471A-80F9-C869256F8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同一個 Skill，做兩輪交叉測試</a:t>
            </a:r>
          </a:p>
        </p:txBody>
      </p:sp>
      <p:cxnSp>
        <p:nvCxnSpPr>
          <p:cNvPr id="30" name="shape-130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02">
            <a:extLst xmlns:a="http://schemas.openxmlformats.org/drawingml/2006/main">
              <a:ext uri="{FF2B5EF4-FFF2-40B4-BE49-F238E27FC236}">
                <a16:creationId xmlns:a16="http://schemas.microsoft.com/office/drawing/2014/main" id="{56F6D52C-3FF4-48D2-8DA0-EA7AA85D4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1ECD7E7-BF08-435A-9852-F5B9F0B18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32</a:t>
            </a:r>
          </a:p>
        </p:txBody>
      </p:sp>
      <p:sp>
        <p:nvSpPr>
          <p:cNvPr id="6" name="shape-1303">
            <a:extLst xmlns:a="http://schemas.openxmlformats.org/drawingml/2006/main">
              <a:ext uri="{FF2B5EF4-FFF2-40B4-BE49-F238E27FC236}">
                <a16:creationId xmlns:a16="http://schemas.microsoft.com/office/drawing/2014/main" id="{8BDB9F0C-E960-496C-85B0-4720448E6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304">
            <a:extLst xmlns:a="http://schemas.openxmlformats.org/drawingml/2006/main">
              <a:ext uri="{FF2B5EF4-FFF2-40B4-BE49-F238E27FC236}">
                <a16:creationId xmlns:a16="http://schemas.microsoft.com/office/drawing/2014/main" id="{E31536AA-ABFC-4A84-BF27-98DD22B51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305">
            <a:extLst xmlns:a="http://schemas.openxmlformats.org/drawingml/2006/main">
              <a:ext uri="{FF2B5EF4-FFF2-40B4-BE49-F238E27FC236}">
                <a16:creationId xmlns:a16="http://schemas.microsoft.com/office/drawing/2014/main" id="{DBEB090E-1294-4ADC-85FF-28729D14B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觸發</a:t>
            </a:r>
          </a:p>
        </p:txBody>
      </p:sp>
      <p:sp>
        <p:nvSpPr>
          <p:cNvPr id="9" name="text-1306">
            <a:extLst xmlns:a="http://schemas.openxmlformats.org/drawingml/2006/main">
              <a:ext uri="{FF2B5EF4-FFF2-40B4-BE49-F238E27FC236}">
                <a16:creationId xmlns:a16="http://schemas.microsoft.com/office/drawing/2014/main" id="{457F663A-C3EC-44B0-8EAD-FE6F03A6D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與 Codex 是否都能從 description 判斷何時使用？</a:t>
            </a:r>
          </a:p>
        </p:txBody>
      </p:sp>
      <p:sp>
        <p:nvSpPr>
          <p:cNvPr id="10" name="shape-1307">
            <a:extLst xmlns:a="http://schemas.openxmlformats.org/drawingml/2006/main">
              <a:ext uri="{FF2B5EF4-FFF2-40B4-BE49-F238E27FC236}">
                <a16:creationId xmlns:a16="http://schemas.microsoft.com/office/drawing/2014/main" id="{8AA0B678-CC3C-41DD-A2D2-3C8DE0B6B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308">
            <a:extLst xmlns:a="http://schemas.openxmlformats.org/drawingml/2006/main">
              <a:ext uri="{FF2B5EF4-FFF2-40B4-BE49-F238E27FC236}">
                <a16:creationId xmlns:a16="http://schemas.microsoft.com/office/drawing/2014/main" id="{FC938943-9800-4D9C-ADAC-AC91520C3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309">
            <a:extLst xmlns:a="http://schemas.openxmlformats.org/drawingml/2006/main">
              <a:ext uri="{FF2B5EF4-FFF2-40B4-BE49-F238E27FC236}">
                <a16:creationId xmlns:a16="http://schemas.microsoft.com/office/drawing/2014/main" id="{D4117CD6-D818-46AA-8B42-89192186F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步驟</a:t>
            </a:r>
          </a:p>
        </p:txBody>
      </p:sp>
      <p:sp>
        <p:nvSpPr>
          <p:cNvPr id="13" name="text-1310">
            <a:extLst xmlns:a="http://schemas.openxmlformats.org/drawingml/2006/main">
              <a:ext uri="{FF2B5EF4-FFF2-40B4-BE49-F238E27FC236}">
                <a16:creationId xmlns:a16="http://schemas.microsoft.com/office/drawing/2014/main" id="{857D8DD7-1397-4686-98AB-871655BBD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是否按相同順序處理，或清楚說明環境差異？</a:t>
            </a:r>
          </a:p>
        </p:txBody>
      </p:sp>
      <p:sp>
        <p:nvSpPr>
          <p:cNvPr id="14" name="shape-1311">
            <a:extLst xmlns:a="http://schemas.openxmlformats.org/drawingml/2006/main">
              <a:ext uri="{FF2B5EF4-FFF2-40B4-BE49-F238E27FC236}">
                <a16:creationId xmlns:a16="http://schemas.microsoft.com/office/drawing/2014/main" id="{34EB3D52-2CBB-4334-8BC8-5DE6DC484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312">
            <a:extLst xmlns:a="http://schemas.openxmlformats.org/drawingml/2006/main">
              <a:ext uri="{FF2B5EF4-FFF2-40B4-BE49-F238E27FC236}">
                <a16:creationId xmlns:a16="http://schemas.microsoft.com/office/drawing/2014/main" id="{93F595D3-9A61-419D-AC85-F0DA2739F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313">
            <a:extLst xmlns:a="http://schemas.openxmlformats.org/drawingml/2006/main">
              <a:ext uri="{FF2B5EF4-FFF2-40B4-BE49-F238E27FC236}">
                <a16:creationId xmlns:a16="http://schemas.microsoft.com/office/drawing/2014/main" id="{C1BA8734-D500-42A2-A5B2-0336FF18B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護欄</a:t>
            </a:r>
          </a:p>
        </p:txBody>
      </p:sp>
      <p:sp>
        <p:nvSpPr>
          <p:cNvPr id="17" name="text-1314">
            <a:extLst xmlns:a="http://schemas.openxmlformats.org/drawingml/2006/main">
              <a:ext uri="{FF2B5EF4-FFF2-40B4-BE49-F238E27FC236}">
                <a16:creationId xmlns:a16="http://schemas.microsoft.com/office/drawing/2014/main" id="{1F78C49A-9E57-4D03-823B-7A71E46F2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是否都在發布、刪除、寄送或改權限前停下？</a:t>
            </a:r>
          </a:p>
        </p:txBody>
      </p:sp>
      <p:sp>
        <p:nvSpPr>
          <p:cNvPr id="18" name="shape-1315">
            <a:extLst xmlns:a="http://schemas.openxmlformats.org/drawingml/2006/main">
              <a:ext uri="{FF2B5EF4-FFF2-40B4-BE49-F238E27FC236}">
                <a16:creationId xmlns:a16="http://schemas.microsoft.com/office/drawing/2014/main" id="{9B7B3779-B805-42F8-9B2A-853204CAC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316">
            <a:extLst xmlns:a="http://schemas.openxmlformats.org/drawingml/2006/main">
              <a:ext uri="{FF2B5EF4-FFF2-40B4-BE49-F238E27FC236}">
                <a16:creationId xmlns:a16="http://schemas.microsoft.com/office/drawing/2014/main" id="{081DF9C0-9301-40FF-A043-F8D9D887E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317">
            <a:extLst xmlns:a="http://schemas.openxmlformats.org/drawingml/2006/main">
              <a:ext uri="{FF2B5EF4-FFF2-40B4-BE49-F238E27FC236}">
                <a16:creationId xmlns:a16="http://schemas.microsoft.com/office/drawing/2014/main" id="{A09B64E2-EFB2-4C04-8119-734E82817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證據</a:t>
            </a:r>
          </a:p>
        </p:txBody>
      </p:sp>
      <p:sp>
        <p:nvSpPr>
          <p:cNvPr id="21" name="text-1318">
            <a:extLst xmlns:a="http://schemas.openxmlformats.org/drawingml/2006/main">
              <a:ext uri="{FF2B5EF4-FFF2-40B4-BE49-F238E27FC236}">
                <a16:creationId xmlns:a16="http://schemas.microsoft.com/office/drawing/2014/main" id="{D1B05599-5525-4349-918E-744133A00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是否都回報通過、失敗與未確認，而非只說完成？</a:t>
            </a:r>
          </a:p>
        </p:txBody>
      </p:sp>
      <p:sp>
        <p:nvSpPr>
          <p:cNvPr id="22" name="text-1597">
            <a:extLst xmlns:a="http://schemas.openxmlformats.org/drawingml/2006/main">
              <a:ext uri="{FF2B5EF4-FFF2-40B4-BE49-F238E27FC236}">
                <a16:creationId xmlns:a16="http://schemas.microsoft.com/office/drawing/2014/main" id="{F263D9DE-80AF-458A-BD2A-EBB71AFBB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a2f90e25e584514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395d2a918214a3e"/>
              </a:rPr>
              <a:t>Codex Skills ↗</a:t>
            </a:r>
          </a:p>
        </p:txBody>
      </p:sp>
      <p:sp>
        <p:nvSpPr>
          <p:cNvPr id="23" name="shape-1661">
            <a:extLst xmlns:a="http://schemas.openxmlformats.org/drawingml/2006/main">
              <a:ext uri="{FF2B5EF4-FFF2-40B4-BE49-F238E27FC236}">
                <a16:creationId xmlns:a16="http://schemas.microsoft.com/office/drawing/2014/main" id="{74BAA214-64C3-47B9-ADC7-2F39A34CA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366a95f30f40e2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662">
            <a:extLst xmlns:a="http://schemas.openxmlformats.org/drawingml/2006/main">
              <a:ext uri="{FF2B5EF4-FFF2-40B4-BE49-F238E27FC236}">
                <a16:creationId xmlns:a16="http://schemas.microsoft.com/office/drawing/2014/main" id="{7CA6A626-5437-4D99-B279-CBF5EE8A5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04eb4b35964138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663">
            <a:extLst xmlns:a="http://schemas.openxmlformats.org/drawingml/2006/main">
              <a:ext uri="{FF2B5EF4-FFF2-40B4-BE49-F238E27FC236}">
                <a16:creationId xmlns:a16="http://schemas.microsoft.com/office/drawing/2014/main" id="{086B5BA4-C7EB-4BF0-BC9C-3EC3190E2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014419493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-1319">
            <a:extLst xmlns:a="http://schemas.openxmlformats.org/drawingml/2006/main">
              <a:ext uri="{FF2B5EF4-FFF2-40B4-BE49-F238E27FC236}">
                <a16:creationId xmlns:a16="http://schemas.microsoft.com/office/drawing/2014/main" id="{AE2BFADD-9A10-41D2-BBFD-D5B161FB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" name="text-1320">
            <a:extLst xmlns:a="http://schemas.openxmlformats.org/drawingml/2006/main">
              <a:ext uri="{FF2B5EF4-FFF2-40B4-BE49-F238E27FC236}">
                <a16:creationId xmlns:a16="http://schemas.microsoft.com/office/drawing/2014/main" id="{36B2DCAE-148A-4FFE-A26D-0FA541D5B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分析學生資料</a:t>
            </a:r>
          </a:p>
        </p:txBody>
      </p:sp>
      <p:sp>
        <p:nvSpPr>
          <p:cNvPr id="3" name="text-1321">
            <a:extLst xmlns:a="http://schemas.openxmlformats.org/drawingml/2006/main">
              <a:ext uri="{FF2B5EF4-FFF2-40B4-BE49-F238E27FC236}">
                <a16:creationId xmlns:a16="http://schemas.microsoft.com/office/drawing/2014/main" id="{36B2025B-FF51-4F3D-AB2C-768994651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把選擇題統計與簡答題編碼分流處理，再用人工複核與一致性檢查，把 AI 變成研究助理而不是黑箱評分者。</a:t>
            </a:r>
          </a:p>
        </p:txBody>
      </p:sp>
      <p:sp>
        <p:nvSpPr>
          <p:cNvPr id="4" name="shape-1322">
            <a:extLst xmlns:a="http://schemas.openxmlformats.org/drawingml/2006/main">
              <a:ext uri="{FF2B5EF4-FFF2-40B4-BE49-F238E27FC236}">
                <a16:creationId xmlns:a16="http://schemas.microsoft.com/office/drawing/2014/main" id="{9BA60D17-9237-4F6D-BEFA-880A1432C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323">
            <a:extLst xmlns:a="http://schemas.openxmlformats.org/drawingml/2006/main">
              <a:ext uri="{FF2B5EF4-FFF2-40B4-BE49-F238E27FC236}">
                <a16:creationId xmlns:a16="http://schemas.microsoft.com/office/drawing/2014/main" id="{72DEEA21-1CDA-4265-997A-21A3BD075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20" name="shape-132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text-1325">
            <a:extLst xmlns:a="http://schemas.openxmlformats.org/drawingml/2006/main">
              <a:ext uri="{FF2B5EF4-FFF2-40B4-BE49-F238E27FC236}">
                <a16:creationId xmlns:a16="http://schemas.microsoft.com/office/drawing/2014/main" id="{653A5F13-F197-4939-9B4A-B4954AA40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B51541E-44D5-4482-A969-FAE3814B3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33</a:t>
            </a:r>
          </a:p>
        </p:txBody>
      </p:sp>
      <p:sp>
        <p:nvSpPr>
          <p:cNvPr id="9" name="text-1599">
            <a:extLst xmlns:a="http://schemas.openxmlformats.org/drawingml/2006/main">
              <a:ext uri="{FF2B5EF4-FFF2-40B4-BE49-F238E27FC236}">
                <a16:creationId xmlns:a16="http://schemas.microsoft.com/office/drawing/2014/main" id="{BC16282D-0759-4B49-947A-FC756E38F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1af737771eb4d4d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65f4f6f3a804918"/>
              </a:rPr>
              <a:t>Codex ↗</a:t>
            </a:r>
          </a:p>
        </p:txBody>
      </p:sp>
      <p:sp>
        <p:nvSpPr>
          <p:cNvPr id="10" name="shape-1666">
            <a:extLst xmlns:a="http://schemas.openxmlformats.org/drawingml/2006/main">
              <a:ext uri="{FF2B5EF4-FFF2-40B4-BE49-F238E27FC236}">
                <a16:creationId xmlns:a16="http://schemas.microsoft.com/office/drawing/2014/main" id="{B73CDE5C-C90C-4BCB-ABCB-FAEA7D780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1139dd4d5645a4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2" name="text-1667">
            <a:extLst xmlns:a="http://schemas.openxmlformats.org/drawingml/2006/main">
              <a:ext uri="{FF2B5EF4-FFF2-40B4-BE49-F238E27FC236}">
                <a16:creationId xmlns:a16="http://schemas.microsoft.com/office/drawing/2014/main" id="{47765ADC-51FD-4B85-BEAD-EDE9E11D7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85bdf3b38f4134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4" name="text-1668">
            <a:extLst xmlns:a="http://schemas.openxmlformats.org/drawingml/2006/main">
              <a:ext uri="{FF2B5EF4-FFF2-40B4-BE49-F238E27FC236}">
                <a16:creationId xmlns:a16="http://schemas.microsoft.com/office/drawing/2014/main" id="{6AFD5525-EEE4-4954-9BAE-70DE2CA68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903235123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1326">
            <a:extLst xmlns:a="http://schemas.openxmlformats.org/drawingml/2006/main">
              <a:ext uri="{FF2B5EF4-FFF2-40B4-BE49-F238E27FC236}">
                <a16:creationId xmlns:a16="http://schemas.microsoft.com/office/drawing/2014/main" id="{2F682489-2FED-456B-8E29-40708ECD5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TWO DATA LANES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1E42F61-91A8-4009-B3E6-2031DA301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先分流：選擇題算表現，簡答題讀理解證據</a:t>
            </a:r>
          </a:p>
        </p:txBody>
      </p:sp>
      <p:cxnSp>
        <p:nvCxnSpPr>
          <p:cNvPr id="31" name="shape-132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28">
            <a:extLst xmlns:a="http://schemas.openxmlformats.org/drawingml/2006/main">
              <a:ext uri="{FF2B5EF4-FFF2-40B4-BE49-F238E27FC236}">
                <a16:creationId xmlns:a16="http://schemas.microsoft.com/office/drawing/2014/main" id="{A749BDBE-22E6-4B47-BD69-BD97E9205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7AD6B17-225B-4A01-9749-ADABC3687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34</a:t>
            </a:r>
          </a:p>
        </p:txBody>
      </p:sp>
      <p:sp>
        <p:nvSpPr>
          <p:cNvPr id="6" name="shape-1329">
            <a:extLst xmlns:a="http://schemas.openxmlformats.org/drawingml/2006/main">
              <a:ext uri="{FF2B5EF4-FFF2-40B4-BE49-F238E27FC236}">
                <a16:creationId xmlns:a16="http://schemas.microsoft.com/office/drawing/2014/main" id="{B7BAFD4C-01F7-4368-BB3A-443ADD8C9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1330">
            <a:extLst xmlns:a="http://schemas.openxmlformats.org/drawingml/2006/main">
              <a:ext uri="{FF2B5EF4-FFF2-40B4-BE49-F238E27FC236}">
                <a16:creationId xmlns:a16="http://schemas.microsoft.com/office/drawing/2014/main" id="{87E1ED96-0B5E-4BD7-83B6-345BBCFE5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1331">
            <a:extLst xmlns:a="http://schemas.openxmlformats.org/drawingml/2006/main">
              <a:ext uri="{FF2B5EF4-FFF2-40B4-BE49-F238E27FC236}">
                <a16:creationId xmlns:a16="http://schemas.microsoft.com/office/drawing/2014/main" id="{88A98FEA-6291-4B6B-A8CD-A802F5B99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選擇題／結構化資料</a:t>
            </a:r>
          </a:p>
        </p:txBody>
      </p:sp>
      <p:sp>
        <p:nvSpPr>
          <p:cNvPr id="9" name="text-1332">
            <a:extLst xmlns:a="http://schemas.openxmlformats.org/drawingml/2006/main">
              <a:ext uri="{FF2B5EF4-FFF2-40B4-BE49-F238E27FC236}">
                <a16:creationId xmlns:a16="http://schemas.microsoft.com/office/drawing/2014/main" id="{1BA8441B-C630-451E-BD3E-97C8FCEC1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答案鍵比對與缺漏檢查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全班、分組與題目答對率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干擾選項分布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異常值與資料品質標記</a:t>
            </a:r>
          </a:p>
        </p:txBody>
      </p:sp>
      <p:sp>
        <p:nvSpPr>
          <p:cNvPr id="10" name="text-1333">
            <a:extLst xmlns:a="http://schemas.openxmlformats.org/drawingml/2006/main">
              <a:ext uri="{FF2B5EF4-FFF2-40B4-BE49-F238E27FC236}">
                <a16:creationId xmlns:a16="http://schemas.microsoft.com/office/drawing/2014/main" id="{70D864E7-8D2C-431A-A5BA-BF4A96AE3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簡答題／文字資料</a:t>
            </a:r>
          </a:p>
        </p:txBody>
      </p:sp>
      <p:sp>
        <p:nvSpPr>
          <p:cNvPr id="11" name="text-1334">
            <a:extLst xmlns:a="http://schemas.openxmlformats.org/drawingml/2006/main">
              <a:ext uri="{FF2B5EF4-FFF2-40B4-BE49-F238E27FC236}">
                <a16:creationId xmlns:a16="http://schemas.microsoft.com/office/drawing/2014/main" id="{67AC9C0D-AF10-4334-B6F5-B64014565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先定義逐題編碼規準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保留支持編碼的文字證據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初編＋信心與待複核旗標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人工獨立抽查與處理歧異</a:t>
            </a:r>
          </a:p>
        </p:txBody>
      </p:sp>
      <p:sp>
        <p:nvSpPr>
          <p:cNvPr id="12" name="text-1335">
            <a:extLst xmlns:a="http://schemas.openxmlformats.org/drawingml/2006/main">
              <a:ext uri="{FF2B5EF4-FFF2-40B4-BE49-F238E27FC236}">
                <a16:creationId xmlns:a16="http://schemas.microsoft.com/office/drawing/2014/main" id="{2E16355C-A8B3-4664-A325-0D6FCCF19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答案鍵</a:t>
            </a:r>
          </a:p>
        </p:txBody>
      </p:sp>
      <p:sp>
        <p:nvSpPr>
          <p:cNvPr id="13" name="text-1336">
            <a:extLst xmlns:a="http://schemas.openxmlformats.org/drawingml/2006/main">
              <a:ext uri="{FF2B5EF4-FFF2-40B4-BE49-F238E27FC236}">
                <a16:creationId xmlns:a16="http://schemas.microsoft.com/office/drawing/2014/main" id="{3BEE0D52-30F7-4996-ACCD-123FBCA9D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統計</a:t>
            </a:r>
          </a:p>
        </p:txBody>
      </p:sp>
      <p:sp>
        <p:nvSpPr>
          <p:cNvPr id="14" name="text-1337">
            <a:extLst xmlns:a="http://schemas.openxmlformats.org/drawingml/2006/main">
              <a:ext uri="{FF2B5EF4-FFF2-40B4-BE49-F238E27FC236}">
                <a16:creationId xmlns:a16="http://schemas.microsoft.com/office/drawing/2014/main" id="{35227AD3-911E-4E32-82D6-876E68442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群體趨勢</a:t>
            </a:r>
          </a:p>
        </p:txBody>
      </p:sp>
      <p:cxnSp>
        <p:nvCxnSpPr>
          <p:cNvPr id="43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0383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44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35623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sp>
        <p:nvSpPr>
          <p:cNvPr id="17" name="text-1338">
            <a:extLst xmlns:a="http://schemas.openxmlformats.org/drawingml/2006/main">
              <a:ext uri="{FF2B5EF4-FFF2-40B4-BE49-F238E27FC236}">
                <a16:creationId xmlns:a16="http://schemas.microsoft.com/office/drawing/2014/main" id="{D8E726A7-3426-4690-9AB3-8FEB689D4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編碼規準</a:t>
            </a:r>
          </a:p>
        </p:txBody>
      </p:sp>
      <p:sp>
        <p:nvSpPr>
          <p:cNvPr id="18" name="text-1339">
            <a:extLst xmlns:a="http://schemas.openxmlformats.org/drawingml/2006/main">
              <a:ext uri="{FF2B5EF4-FFF2-40B4-BE49-F238E27FC236}">
                <a16:creationId xmlns:a16="http://schemas.microsoft.com/office/drawing/2014/main" id="{FA573661-969B-42F3-84FA-197F306DF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A1B2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AI 初編</a:t>
            </a:r>
          </a:p>
        </p:txBody>
      </p:sp>
      <p:sp>
        <p:nvSpPr>
          <p:cNvPr id="19" name="text-1340">
            <a:extLst xmlns:a="http://schemas.openxmlformats.org/drawingml/2006/main">
              <a:ext uri="{FF2B5EF4-FFF2-40B4-BE49-F238E27FC236}">
                <a16:creationId xmlns:a16="http://schemas.microsoft.com/office/drawing/2014/main" id="{2DAA45B9-0DD7-49F8-B6D9-E0D84237E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人工複核</a:t>
            </a:r>
          </a:p>
        </p:txBody>
      </p:sp>
      <p:cxnSp>
        <p:nvCxnSpPr>
          <p:cNvPr id="48" name=""/>
          <p:cNvCxnSpPr>
            <a:stCxn xmlns:a="http://schemas.openxmlformats.org/drawingml/2006/main" id="17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76771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CD2C7"/>
            </a:solidFill>
            <a:prstDash val="solid"/>
            <a:tailEnd type="arrow" w="sm" len="sm"/>
          </a:ln>
        </p:spPr>
      </p:cxnSp>
      <p:cxnSp>
        <p:nvCxnSpPr>
          <p:cNvPr id="49" name=""/>
          <p:cNvCxnSpPr>
            <a:stCxn xmlns:a="http://schemas.openxmlformats.org/drawingml/2006/main" id="18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92011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806D"/>
            </a:solidFill>
            <a:prstDash val="solid"/>
            <a:tailEnd type="arrow" w="sm" len="sm"/>
          </a:ln>
        </p:spPr>
      </p:cxnSp>
      <p:sp>
        <p:nvSpPr>
          <p:cNvPr id="22" name="text-1341">
            <a:extLst xmlns:a="http://schemas.openxmlformats.org/drawingml/2006/main">
              <a:ext uri="{FF2B5EF4-FFF2-40B4-BE49-F238E27FC236}">
                <a16:creationId xmlns:a16="http://schemas.microsoft.com/office/drawing/2014/main" id="{B3211D6B-8926-4FC9-9E70-D36DBECE8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62600"/>
            <a:ext cx="914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兩條資料流，最後在報告層匯合；不要用同一套規則硬套</a:t>
            </a:r>
          </a:p>
        </p:txBody>
      </p:sp>
      <p:sp>
        <p:nvSpPr>
          <p:cNvPr id="23" name="text-1600">
            <a:extLst xmlns:a="http://schemas.openxmlformats.org/drawingml/2006/main">
              <a:ext uri="{FF2B5EF4-FFF2-40B4-BE49-F238E27FC236}">
                <a16:creationId xmlns:a16="http://schemas.microsoft.com/office/drawing/2014/main" id="{E83F06A7-1F52-49EE-AF9F-1009793B3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dc9efab550e4f11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c84063b4567479c"/>
              </a:rPr>
              <a:t>Codex ↗</a:t>
            </a:r>
          </a:p>
        </p:txBody>
      </p:sp>
      <p:sp>
        <p:nvSpPr>
          <p:cNvPr id="24" name="shape-1669">
            <a:extLst xmlns:a="http://schemas.openxmlformats.org/drawingml/2006/main">
              <a:ext uri="{FF2B5EF4-FFF2-40B4-BE49-F238E27FC236}">
                <a16:creationId xmlns:a16="http://schemas.microsoft.com/office/drawing/2014/main" id="{11B7166D-66EC-4ACD-B095-8E0666F27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49fb93cc764d87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6" name="text-1670">
            <a:extLst xmlns:a="http://schemas.openxmlformats.org/drawingml/2006/main">
              <a:ext uri="{FF2B5EF4-FFF2-40B4-BE49-F238E27FC236}">
                <a16:creationId xmlns:a16="http://schemas.microsoft.com/office/drawing/2014/main" id="{5CEC915F-E892-4C8F-82AB-397FA52FC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996015c56a4e61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8" name="text-1671">
            <a:extLst xmlns:a="http://schemas.openxmlformats.org/drawingml/2006/main">
              <a:ext uri="{FF2B5EF4-FFF2-40B4-BE49-F238E27FC236}">
                <a16:creationId xmlns:a16="http://schemas.microsoft.com/office/drawing/2014/main" id="{417263F9-480C-4EA2-82DB-DACD8F511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422384178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text-1342">
            <a:extLst xmlns:a="http://schemas.openxmlformats.org/drawingml/2006/main">
              <a:ext uri="{FF2B5EF4-FFF2-40B4-BE49-F238E27FC236}">
                <a16:creationId xmlns:a16="http://schemas.microsoft.com/office/drawing/2014/main" id="{28702348-DA29-4FD6-B202-0C2AAE1AA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EVIDENCE PIPELINE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D8AAC1D-07C6-4DC5-9EAD-574BBD00E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七步研究流程：從原始資料到可追查報告</a:t>
            </a:r>
          </a:p>
        </p:txBody>
      </p:sp>
      <p:cxnSp>
        <p:nvCxnSpPr>
          <p:cNvPr id="56" name="shape-134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44">
            <a:extLst xmlns:a="http://schemas.openxmlformats.org/drawingml/2006/main">
              <a:ext uri="{FF2B5EF4-FFF2-40B4-BE49-F238E27FC236}">
                <a16:creationId xmlns:a16="http://schemas.microsoft.com/office/drawing/2014/main" id="{0B6470BA-F19E-4262-AB7A-6043A7298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1E2D41A-7FBA-4BF8-BEB4-EBECD79F3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35</a:t>
            </a:r>
          </a:p>
        </p:txBody>
      </p:sp>
      <p:sp>
        <p:nvSpPr>
          <p:cNvPr id="6" name="shape-1345">
            <a:extLst xmlns:a="http://schemas.openxmlformats.org/drawingml/2006/main">
              <a:ext uri="{FF2B5EF4-FFF2-40B4-BE49-F238E27FC236}">
                <a16:creationId xmlns:a16="http://schemas.microsoft.com/office/drawing/2014/main" id="{238DD571-497B-414F-A476-1857E49C7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1346">
            <a:extLst xmlns:a="http://schemas.openxmlformats.org/drawingml/2006/main">
              <a:ext uri="{FF2B5EF4-FFF2-40B4-BE49-F238E27FC236}">
                <a16:creationId xmlns:a16="http://schemas.microsoft.com/office/drawing/2014/main" id="{D82E128A-42D1-45E7-BBEF-1D1012179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347">
            <a:extLst xmlns:a="http://schemas.openxmlformats.org/drawingml/2006/main">
              <a:ext uri="{FF2B5EF4-FFF2-40B4-BE49-F238E27FC236}">
                <a16:creationId xmlns:a16="http://schemas.microsoft.com/office/drawing/2014/main" id="{C1C48EDC-7762-4B14-AA81-C80645CA8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348">
            <a:extLst xmlns:a="http://schemas.openxmlformats.org/drawingml/2006/main">
              <a:ext uri="{FF2B5EF4-FFF2-40B4-BE49-F238E27FC236}">
                <a16:creationId xmlns:a16="http://schemas.microsoft.com/office/drawing/2014/main" id="{520DAAF4-7888-4034-B83D-3EADAE4A8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去識別</a:t>
            </a:r>
          </a:p>
        </p:txBody>
      </p:sp>
      <p:sp>
        <p:nvSpPr>
          <p:cNvPr id="10" name="text-1349">
            <a:extLst xmlns:a="http://schemas.openxmlformats.org/drawingml/2006/main">
              <a:ext uri="{FF2B5EF4-FFF2-40B4-BE49-F238E27FC236}">
                <a16:creationId xmlns:a16="http://schemas.microsoft.com/office/drawing/2014/main" id="{DAD9B0A3-58FD-4FE1-9EAB-57A18FBA8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移除姓名與直接識別欄位</a:t>
            </a:r>
          </a:p>
        </p:txBody>
      </p:sp>
      <p:sp>
        <p:nvSpPr>
          <p:cNvPr id="11" name="text-1350">
            <a:extLst xmlns:a="http://schemas.openxmlformats.org/drawingml/2006/main">
              <a:ext uri="{FF2B5EF4-FFF2-40B4-BE49-F238E27FC236}">
                <a16:creationId xmlns:a16="http://schemas.microsoft.com/office/drawing/2014/main" id="{4FF05053-F78A-47C0-A5CF-A596C540D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351">
            <a:extLst xmlns:a="http://schemas.openxmlformats.org/drawingml/2006/main">
              <a:ext uri="{FF2B5EF4-FFF2-40B4-BE49-F238E27FC236}">
                <a16:creationId xmlns:a16="http://schemas.microsoft.com/office/drawing/2014/main" id="{A1E35F54-E121-4502-A4AD-21743145A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1352">
            <a:extLst xmlns:a="http://schemas.openxmlformats.org/drawingml/2006/main">
              <a:ext uri="{FF2B5EF4-FFF2-40B4-BE49-F238E27FC236}">
                <a16:creationId xmlns:a16="http://schemas.microsoft.com/office/drawing/2014/main" id="{425F3E00-9B37-466F-925A-13E176EE0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353">
            <a:extLst xmlns:a="http://schemas.openxmlformats.org/drawingml/2006/main">
              <a:ext uri="{FF2B5EF4-FFF2-40B4-BE49-F238E27FC236}">
                <a16:creationId xmlns:a16="http://schemas.microsoft.com/office/drawing/2014/main" id="{55EB069F-2E18-4C6F-82BE-FF55015D1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354">
            <a:extLst xmlns:a="http://schemas.openxmlformats.org/drawingml/2006/main">
              <a:ext uri="{FF2B5EF4-FFF2-40B4-BE49-F238E27FC236}">
                <a16:creationId xmlns:a16="http://schemas.microsoft.com/office/drawing/2014/main" id="{D0BD60B0-4BCA-49A7-9980-2FB92B060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資料字典</a:t>
            </a:r>
          </a:p>
        </p:txBody>
      </p:sp>
      <p:sp>
        <p:nvSpPr>
          <p:cNvPr id="16" name="text-1355">
            <a:extLst xmlns:a="http://schemas.openxmlformats.org/drawingml/2006/main">
              <a:ext uri="{FF2B5EF4-FFF2-40B4-BE49-F238E27FC236}">
                <a16:creationId xmlns:a16="http://schemas.microsoft.com/office/drawing/2014/main" id="{782DBD48-D164-4CBE-A96B-0655AD53C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欄位、答案鍵、缺失值</a:t>
            </a:r>
          </a:p>
        </p:txBody>
      </p:sp>
      <p:sp>
        <p:nvSpPr>
          <p:cNvPr id="17" name="text-1356">
            <a:extLst xmlns:a="http://schemas.openxmlformats.org/drawingml/2006/main">
              <a:ext uri="{FF2B5EF4-FFF2-40B4-BE49-F238E27FC236}">
                <a16:creationId xmlns:a16="http://schemas.microsoft.com/office/drawing/2014/main" id="{5FDEE6FB-8F6D-4387-868C-68F59B00E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357">
            <a:extLst xmlns:a="http://schemas.openxmlformats.org/drawingml/2006/main">
              <a:ext uri="{FF2B5EF4-FFF2-40B4-BE49-F238E27FC236}">
                <a16:creationId xmlns:a16="http://schemas.microsoft.com/office/drawing/2014/main" id="{10A3DDB5-D531-4F98-9776-E456A5BCE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1358">
            <a:extLst xmlns:a="http://schemas.openxmlformats.org/drawingml/2006/main">
              <a:ext uri="{FF2B5EF4-FFF2-40B4-BE49-F238E27FC236}">
                <a16:creationId xmlns:a16="http://schemas.microsoft.com/office/drawing/2014/main" id="{7A9EA747-CA3C-4D4B-B99C-A8CA7B0A2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359">
            <a:extLst xmlns:a="http://schemas.openxmlformats.org/drawingml/2006/main">
              <a:ext uri="{FF2B5EF4-FFF2-40B4-BE49-F238E27FC236}">
                <a16:creationId xmlns:a16="http://schemas.microsoft.com/office/drawing/2014/main" id="{2744AF9C-B6DF-4B67-8F6B-4AF4FBB8F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360">
            <a:extLst xmlns:a="http://schemas.openxmlformats.org/drawingml/2006/main">
              <a:ext uri="{FF2B5EF4-FFF2-40B4-BE49-F238E27FC236}">
                <a16:creationId xmlns:a16="http://schemas.microsoft.com/office/drawing/2014/main" id="{2A6B3852-9F66-46B6-9708-A648C05C3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品質檢查</a:t>
            </a:r>
          </a:p>
        </p:txBody>
      </p:sp>
      <p:sp>
        <p:nvSpPr>
          <p:cNvPr id="22" name="text-1361">
            <a:extLst xmlns:a="http://schemas.openxmlformats.org/drawingml/2006/main">
              <a:ext uri="{FF2B5EF4-FFF2-40B4-BE49-F238E27FC236}">
                <a16:creationId xmlns:a16="http://schemas.microsoft.com/office/drawing/2014/main" id="{D180C127-DAEA-4C6C-8487-358E62CBD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重複、空白、非法值</a:t>
            </a:r>
          </a:p>
        </p:txBody>
      </p:sp>
      <p:sp>
        <p:nvSpPr>
          <p:cNvPr id="23" name="text-1362">
            <a:extLst xmlns:a="http://schemas.openxmlformats.org/drawingml/2006/main">
              <a:ext uri="{FF2B5EF4-FFF2-40B4-BE49-F238E27FC236}">
                <a16:creationId xmlns:a16="http://schemas.microsoft.com/office/drawing/2014/main" id="{CBBE585C-B619-4DEB-A7E3-A4D5A1E6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363">
            <a:extLst xmlns:a="http://schemas.openxmlformats.org/drawingml/2006/main">
              <a:ext uri="{FF2B5EF4-FFF2-40B4-BE49-F238E27FC236}">
                <a16:creationId xmlns:a16="http://schemas.microsoft.com/office/drawing/2014/main" id="{17B22417-0247-4E56-9C96-235FD60A2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1364">
            <a:extLst xmlns:a="http://schemas.openxmlformats.org/drawingml/2006/main">
              <a:ext uri="{FF2B5EF4-FFF2-40B4-BE49-F238E27FC236}">
                <a16:creationId xmlns:a16="http://schemas.microsoft.com/office/drawing/2014/main" id="{9B410B4B-ED94-463F-BE34-2E48EE730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365">
            <a:extLst xmlns:a="http://schemas.openxmlformats.org/drawingml/2006/main">
              <a:ext uri="{FF2B5EF4-FFF2-40B4-BE49-F238E27FC236}">
                <a16:creationId xmlns:a16="http://schemas.microsoft.com/office/drawing/2014/main" id="{FFB92BC6-334D-4CBB-AE3A-9B066550F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366">
            <a:extLst xmlns:a="http://schemas.openxmlformats.org/drawingml/2006/main">
              <a:ext uri="{FF2B5EF4-FFF2-40B4-BE49-F238E27FC236}">
                <a16:creationId xmlns:a16="http://schemas.microsoft.com/office/drawing/2014/main" id="{5B931563-4705-4DE8-BEB6-995E408FC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選擇題</a:t>
            </a:r>
          </a:p>
        </p:txBody>
      </p:sp>
      <p:sp>
        <p:nvSpPr>
          <p:cNvPr id="28" name="text-1367">
            <a:extLst xmlns:a="http://schemas.openxmlformats.org/drawingml/2006/main">
              <a:ext uri="{FF2B5EF4-FFF2-40B4-BE49-F238E27FC236}">
                <a16:creationId xmlns:a16="http://schemas.microsoft.com/office/drawing/2014/main" id="{72A65678-E47D-4E8B-9260-7061D97B9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答對率與選項分布</a:t>
            </a:r>
          </a:p>
        </p:txBody>
      </p:sp>
      <p:sp>
        <p:nvSpPr>
          <p:cNvPr id="29" name="text-1368">
            <a:extLst xmlns:a="http://schemas.openxmlformats.org/drawingml/2006/main">
              <a:ext uri="{FF2B5EF4-FFF2-40B4-BE49-F238E27FC236}">
                <a16:creationId xmlns:a16="http://schemas.microsoft.com/office/drawing/2014/main" id="{11D876FE-FFBE-41DA-8D3F-90BDFA94A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369">
            <a:extLst xmlns:a="http://schemas.openxmlformats.org/drawingml/2006/main">
              <a:ext uri="{FF2B5EF4-FFF2-40B4-BE49-F238E27FC236}">
                <a16:creationId xmlns:a16="http://schemas.microsoft.com/office/drawing/2014/main" id="{7D3667B6-67C7-4B96-A922-46A0FACEA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31" name="shape-1370">
            <a:extLst xmlns:a="http://schemas.openxmlformats.org/drawingml/2006/main">
              <a:ext uri="{FF2B5EF4-FFF2-40B4-BE49-F238E27FC236}">
                <a16:creationId xmlns:a16="http://schemas.microsoft.com/office/drawing/2014/main" id="{BB873620-9583-4615-8216-90AC8803C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371">
            <a:extLst xmlns:a="http://schemas.openxmlformats.org/drawingml/2006/main">
              <a:ext uri="{FF2B5EF4-FFF2-40B4-BE49-F238E27FC236}">
                <a16:creationId xmlns:a16="http://schemas.microsoft.com/office/drawing/2014/main" id="{6609BF9E-EDFE-4F5D-AB8B-5DE23F5EB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372">
            <a:extLst xmlns:a="http://schemas.openxmlformats.org/drawingml/2006/main">
              <a:ext uri="{FF2B5EF4-FFF2-40B4-BE49-F238E27FC236}">
                <a16:creationId xmlns:a16="http://schemas.microsoft.com/office/drawing/2014/main" id="{3AE07174-9B2E-4C1E-AEFF-5D4F1AB51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簡答初編</a:t>
            </a:r>
          </a:p>
        </p:txBody>
      </p:sp>
      <p:sp>
        <p:nvSpPr>
          <p:cNvPr id="34" name="text-1373">
            <a:extLst xmlns:a="http://schemas.openxmlformats.org/drawingml/2006/main">
              <a:ext uri="{FF2B5EF4-FFF2-40B4-BE49-F238E27FC236}">
                <a16:creationId xmlns:a16="http://schemas.microsoft.com/office/drawing/2014/main" id="{A8CAC583-8921-4C7A-B670-C59982497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依規準＋文字證據</a:t>
            </a:r>
          </a:p>
        </p:txBody>
      </p:sp>
      <p:sp>
        <p:nvSpPr>
          <p:cNvPr id="35" name="text-1374">
            <a:extLst xmlns:a="http://schemas.openxmlformats.org/drawingml/2006/main">
              <a:ext uri="{FF2B5EF4-FFF2-40B4-BE49-F238E27FC236}">
                <a16:creationId xmlns:a16="http://schemas.microsoft.com/office/drawing/2014/main" id="{A09E24CA-B374-473B-BC02-BD8758110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6" name="shape-1375">
            <a:extLst xmlns:a="http://schemas.openxmlformats.org/drawingml/2006/main">
              <a:ext uri="{FF2B5EF4-FFF2-40B4-BE49-F238E27FC236}">
                <a16:creationId xmlns:a16="http://schemas.microsoft.com/office/drawing/2014/main" id="{D831F52B-E9D4-4EE2-9F34-9B88EB352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37" name="shape-1376">
            <a:extLst xmlns:a="http://schemas.openxmlformats.org/drawingml/2006/main">
              <a:ext uri="{FF2B5EF4-FFF2-40B4-BE49-F238E27FC236}">
                <a16:creationId xmlns:a16="http://schemas.microsoft.com/office/drawing/2014/main" id="{D8F8F568-9C7D-495D-99C0-54A6414E9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text-1377">
            <a:extLst xmlns:a="http://schemas.openxmlformats.org/drawingml/2006/main">
              <a:ext uri="{FF2B5EF4-FFF2-40B4-BE49-F238E27FC236}">
                <a16:creationId xmlns:a16="http://schemas.microsoft.com/office/drawing/2014/main" id="{49FA2C24-FB98-454B-981C-16CCD98D5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6</a:t>
            </a:r>
          </a:p>
        </p:txBody>
      </p:sp>
      <p:sp>
        <p:nvSpPr>
          <p:cNvPr id="39" name="text-1378">
            <a:extLst xmlns:a="http://schemas.openxmlformats.org/drawingml/2006/main">
              <a:ext uri="{FF2B5EF4-FFF2-40B4-BE49-F238E27FC236}">
                <a16:creationId xmlns:a16="http://schemas.microsoft.com/office/drawing/2014/main" id="{0246FA6F-29A5-415A-A3C5-1639766F5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人工複核</a:t>
            </a:r>
          </a:p>
        </p:txBody>
      </p:sp>
      <p:sp>
        <p:nvSpPr>
          <p:cNvPr id="40" name="text-1379">
            <a:extLst xmlns:a="http://schemas.openxmlformats.org/drawingml/2006/main">
              <a:ext uri="{FF2B5EF4-FFF2-40B4-BE49-F238E27FC236}">
                <a16:creationId xmlns:a16="http://schemas.microsoft.com/office/drawing/2014/main" id="{21B58868-6DAA-4691-B074-106B2446D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盲評抽查與歧異討論</a:t>
            </a:r>
          </a:p>
        </p:txBody>
      </p:sp>
      <p:sp>
        <p:nvSpPr>
          <p:cNvPr id="41" name="text-1380">
            <a:extLst xmlns:a="http://schemas.openxmlformats.org/drawingml/2006/main">
              <a:ext uri="{FF2B5EF4-FFF2-40B4-BE49-F238E27FC236}">
                <a16:creationId xmlns:a16="http://schemas.microsoft.com/office/drawing/2014/main" id="{EF0EE27C-35AD-4366-8316-DD29E7271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42" name="shape-1381">
            <a:extLst xmlns:a="http://schemas.openxmlformats.org/drawingml/2006/main">
              <a:ext uri="{FF2B5EF4-FFF2-40B4-BE49-F238E27FC236}">
                <a16:creationId xmlns:a16="http://schemas.microsoft.com/office/drawing/2014/main" id="{FF8ECF57-1AA5-406C-B6E8-D4A3E3606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43" name="shape-1382">
            <a:extLst xmlns:a="http://schemas.openxmlformats.org/drawingml/2006/main">
              <a:ext uri="{FF2B5EF4-FFF2-40B4-BE49-F238E27FC236}">
                <a16:creationId xmlns:a16="http://schemas.microsoft.com/office/drawing/2014/main" id="{4F150655-B40C-4581-A275-B823AF214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text-1383">
            <a:extLst xmlns:a="http://schemas.openxmlformats.org/drawingml/2006/main">
              <a:ext uri="{FF2B5EF4-FFF2-40B4-BE49-F238E27FC236}">
                <a16:creationId xmlns:a16="http://schemas.microsoft.com/office/drawing/2014/main" id="{1AC24E19-7D02-43C7-BFA2-E71C9507A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7</a:t>
            </a:r>
          </a:p>
        </p:txBody>
      </p:sp>
      <p:sp>
        <p:nvSpPr>
          <p:cNvPr id="45" name="text-1384">
            <a:extLst xmlns:a="http://schemas.openxmlformats.org/drawingml/2006/main">
              <a:ext uri="{FF2B5EF4-FFF2-40B4-BE49-F238E27FC236}">
                <a16:creationId xmlns:a16="http://schemas.microsoft.com/office/drawing/2014/main" id="{6D9DE1B7-37DA-4800-BA0B-D019F4364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彙整報告</a:t>
            </a:r>
          </a:p>
        </p:txBody>
      </p:sp>
      <p:sp>
        <p:nvSpPr>
          <p:cNvPr id="46" name="text-1385">
            <a:extLst xmlns:a="http://schemas.openxmlformats.org/drawingml/2006/main">
              <a:ext uri="{FF2B5EF4-FFF2-40B4-BE49-F238E27FC236}">
                <a16:creationId xmlns:a16="http://schemas.microsoft.com/office/drawing/2014/main" id="{C9D56683-8680-4826-9E70-A049528EA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群體趨勢、限制、未確認</a:t>
            </a:r>
          </a:p>
        </p:txBody>
      </p:sp>
      <p:sp>
        <p:nvSpPr>
          <p:cNvPr id="47" name="text-1386">
            <a:extLst xmlns:a="http://schemas.openxmlformats.org/drawingml/2006/main">
              <a:ext uri="{FF2B5EF4-FFF2-40B4-BE49-F238E27FC236}">
                <a16:creationId xmlns:a16="http://schemas.microsoft.com/office/drawing/2014/main" id="{893020B3-5E65-4636-AD91-6F835DC89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48" name="text-1601">
            <a:extLst xmlns:a="http://schemas.openxmlformats.org/drawingml/2006/main">
              <a:ext uri="{FF2B5EF4-FFF2-40B4-BE49-F238E27FC236}">
                <a16:creationId xmlns:a16="http://schemas.microsoft.com/office/drawing/2014/main" id="{97EBCFAD-DC7B-46D0-9AFB-89324750B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e925145e49e483d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e13559441034bd6"/>
              </a:rPr>
              <a:t>Codex ↗</a:t>
            </a:r>
          </a:p>
        </p:txBody>
      </p:sp>
      <p:sp>
        <p:nvSpPr>
          <p:cNvPr id="49" name="shape-1672">
            <a:extLst xmlns:a="http://schemas.openxmlformats.org/drawingml/2006/main">
              <a:ext uri="{FF2B5EF4-FFF2-40B4-BE49-F238E27FC236}">
                <a16:creationId xmlns:a16="http://schemas.microsoft.com/office/drawing/2014/main" id="{7FAA8F45-2338-4210-B19D-5167121F5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ea78364ca442db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51" name="text-1673">
            <a:extLst xmlns:a="http://schemas.openxmlformats.org/drawingml/2006/main">
              <a:ext uri="{FF2B5EF4-FFF2-40B4-BE49-F238E27FC236}">
                <a16:creationId xmlns:a16="http://schemas.microsoft.com/office/drawing/2014/main" id="{D0155CE5-997A-4072-98A1-72803CEC0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10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d5061f045c4112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53" name="text-1674">
            <a:extLst xmlns:a="http://schemas.openxmlformats.org/drawingml/2006/main">
              <a:ext uri="{FF2B5EF4-FFF2-40B4-BE49-F238E27FC236}">
                <a16:creationId xmlns:a16="http://schemas.microsoft.com/office/drawing/2014/main" id="{6FB11D1B-0C19-473C-965D-EC457D4DE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618615946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387">
            <a:extLst xmlns:a="http://schemas.openxmlformats.org/drawingml/2006/main">
              <a:ext uri="{FF2B5EF4-FFF2-40B4-BE49-F238E27FC236}">
                <a16:creationId xmlns:a16="http://schemas.microsoft.com/office/drawing/2014/main" id="{906AE245-3CB3-4C30-82E2-7CE063A47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HUMAN-SCORED · AI PARALLEL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783B30D-1A9E-4932-8667-91500010A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初編不等於正式評分：PIRLS 2026 給我們的訊號</a:t>
            </a:r>
          </a:p>
        </p:txBody>
      </p:sp>
      <p:cxnSp>
        <p:nvCxnSpPr>
          <p:cNvPr id="30" name="shape-138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89">
            <a:extLst xmlns:a="http://schemas.openxmlformats.org/drawingml/2006/main">
              <a:ext uri="{FF2B5EF4-FFF2-40B4-BE49-F238E27FC236}">
                <a16:creationId xmlns:a16="http://schemas.microsoft.com/office/drawing/2014/main" id="{9D2ADA09-B111-41DF-9D2E-7E6184DB9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BDDA30B-C2D6-4E80-B219-242496F1B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36</a:t>
            </a:r>
          </a:p>
        </p:txBody>
      </p:sp>
      <p:sp>
        <p:nvSpPr>
          <p:cNvPr id="6" name="shape-1390">
            <a:extLst xmlns:a="http://schemas.openxmlformats.org/drawingml/2006/main">
              <a:ext uri="{FF2B5EF4-FFF2-40B4-BE49-F238E27FC236}">
                <a16:creationId xmlns:a16="http://schemas.microsoft.com/office/drawing/2014/main" id="{9740FDB5-88C5-44E8-A7B4-66104D646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391">
            <a:extLst xmlns:a="http://schemas.openxmlformats.org/drawingml/2006/main">
              <a:ext uri="{FF2B5EF4-FFF2-40B4-BE49-F238E27FC236}">
                <a16:creationId xmlns:a16="http://schemas.microsoft.com/office/drawing/2014/main" id="{09A1199F-05D3-45BF-BCDD-DD1FAFD60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H</a:t>
            </a:r>
          </a:p>
        </p:txBody>
      </p:sp>
      <p:sp>
        <p:nvSpPr>
          <p:cNvPr id="8" name="text-1392">
            <a:extLst xmlns:a="http://schemas.openxmlformats.org/drawingml/2006/main">
              <a:ext uri="{FF2B5EF4-FFF2-40B4-BE49-F238E27FC236}">
                <a16:creationId xmlns:a16="http://schemas.microsoft.com/office/drawing/2014/main" id="{B76223DC-2F15-4FFD-B357-ED1783D6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人工仍是主流程</a:t>
            </a:r>
          </a:p>
        </p:txBody>
      </p:sp>
      <p:sp>
        <p:nvSpPr>
          <p:cNvPr id="9" name="text-1393">
            <a:extLst xmlns:a="http://schemas.openxmlformats.org/drawingml/2006/main">
              <a:ext uri="{FF2B5EF4-FFF2-40B4-BE49-F238E27FC236}">
                <a16:creationId xmlns:a16="http://schemas.microsoft.com/office/drawing/2014/main" id="{B1BD46F1-C265-440D-A950-648FCD602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PIRLS 2026 的 constructed-response 項目規劃由各國人工評分。</a:t>
            </a:r>
          </a:p>
        </p:txBody>
      </p:sp>
      <p:sp>
        <p:nvSpPr>
          <p:cNvPr id="10" name="shape-1394">
            <a:extLst xmlns:a="http://schemas.openxmlformats.org/drawingml/2006/main">
              <a:ext uri="{FF2B5EF4-FFF2-40B4-BE49-F238E27FC236}">
                <a16:creationId xmlns:a16="http://schemas.microsoft.com/office/drawing/2014/main" id="{3D7CC67D-4CF7-4242-A283-70FDA339F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395">
            <a:extLst xmlns:a="http://schemas.openxmlformats.org/drawingml/2006/main">
              <a:ext uri="{FF2B5EF4-FFF2-40B4-BE49-F238E27FC236}">
                <a16:creationId xmlns:a16="http://schemas.microsoft.com/office/drawing/2014/main" id="{79C02598-5B59-4006-A491-9A5148569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AI</a:t>
            </a:r>
          </a:p>
        </p:txBody>
      </p:sp>
      <p:sp>
        <p:nvSpPr>
          <p:cNvPr id="12" name="text-1396">
            <a:extLst xmlns:a="http://schemas.openxmlformats.org/drawingml/2006/main">
              <a:ext uri="{FF2B5EF4-FFF2-40B4-BE49-F238E27FC236}">
                <a16:creationId xmlns:a16="http://schemas.microsoft.com/office/drawing/2014/main" id="{911109DA-7864-46A7-B44F-04D8E71C2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平行研究</a:t>
            </a:r>
          </a:p>
        </p:txBody>
      </p:sp>
      <p:sp>
        <p:nvSpPr>
          <p:cNvPr id="13" name="text-1397">
            <a:extLst xmlns:a="http://schemas.openxmlformats.org/drawingml/2006/main">
              <a:ext uri="{FF2B5EF4-FFF2-40B4-BE49-F238E27FC236}">
                <a16:creationId xmlns:a16="http://schemas.microsoft.com/office/drawing/2014/main" id="{08569B70-F657-4EFA-8D4C-450276A96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其中 40% 題目規劃同步以 LLM／NLP 方法進行平行評分研究。</a:t>
            </a:r>
          </a:p>
        </p:txBody>
      </p:sp>
      <p:sp>
        <p:nvSpPr>
          <p:cNvPr id="14" name="shape-1398">
            <a:extLst xmlns:a="http://schemas.openxmlformats.org/drawingml/2006/main">
              <a:ext uri="{FF2B5EF4-FFF2-40B4-BE49-F238E27FC236}">
                <a16:creationId xmlns:a16="http://schemas.microsoft.com/office/drawing/2014/main" id="{6D9AA5FA-B1C7-4E00-86BA-BCB1FC123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399">
            <a:extLst xmlns:a="http://schemas.openxmlformats.org/drawingml/2006/main">
              <a:ext uri="{FF2B5EF4-FFF2-40B4-BE49-F238E27FC236}">
                <a16:creationId xmlns:a16="http://schemas.microsoft.com/office/drawing/2014/main" id="{1C893574-98C8-44FE-9547-AD1A03107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Q</a:t>
            </a:r>
          </a:p>
        </p:txBody>
      </p:sp>
      <p:sp>
        <p:nvSpPr>
          <p:cNvPr id="16" name="text-1400">
            <a:extLst xmlns:a="http://schemas.openxmlformats.org/drawingml/2006/main">
              <a:ext uri="{FF2B5EF4-FFF2-40B4-BE49-F238E27FC236}">
                <a16:creationId xmlns:a16="http://schemas.microsoft.com/office/drawing/2014/main" id="{FF120007-92E1-42A2-AE06-A5022FDE4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不是只看準確率</a:t>
            </a:r>
          </a:p>
        </p:txBody>
      </p:sp>
      <p:sp>
        <p:nvSpPr>
          <p:cNvPr id="17" name="text-1401">
            <a:extLst xmlns:a="http://schemas.openxmlformats.org/drawingml/2006/main">
              <a:ext uri="{FF2B5EF4-FFF2-40B4-BE49-F238E27FC236}">
                <a16:creationId xmlns:a16="http://schemas.microsoft.com/office/drawing/2014/main" id="{982DC789-D22C-499A-A6D3-3C03E4DCC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還要關注資料隱私、安全、跨國與跨語言一致性。</a:t>
            </a:r>
          </a:p>
        </p:txBody>
      </p:sp>
      <p:sp>
        <p:nvSpPr>
          <p:cNvPr id="18" name="shape-1402">
            <a:extLst xmlns:a="http://schemas.openxmlformats.org/drawingml/2006/main">
              <a:ext uri="{FF2B5EF4-FFF2-40B4-BE49-F238E27FC236}">
                <a16:creationId xmlns:a16="http://schemas.microsoft.com/office/drawing/2014/main" id="{C0D57FBF-36B2-4955-8DFC-A8CAAB0BE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403">
            <a:extLst xmlns:a="http://schemas.openxmlformats.org/drawingml/2006/main">
              <a:ext uri="{FF2B5EF4-FFF2-40B4-BE49-F238E27FC236}">
                <a16:creationId xmlns:a16="http://schemas.microsoft.com/office/drawing/2014/main" id="{783FF769-D905-4BE6-A7E4-DF4F9D040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I</a:t>
            </a:r>
          </a:p>
        </p:txBody>
      </p:sp>
      <p:sp>
        <p:nvSpPr>
          <p:cNvPr id="20" name="text-1404">
            <a:extLst xmlns:a="http://schemas.openxmlformats.org/drawingml/2006/main">
              <a:ext uri="{FF2B5EF4-FFF2-40B4-BE49-F238E27FC236}">
                <a16:creationId xmlns:a16="http://schemas.microsoft.com/office/drawing/2014/main" id="{743D0763-6E83-4885-81E5-6E63E8E91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逐題評估</a:t>
            </a:r>
          </a:p>
        </p:txBody>
      </p:sp>
      <p:sp>
        <p:nvSpPr>
          <p:cNvPr id="21" name="text-1405">
            <a:extLst xmlns:a="http://schemas.openxmlformats.org/drawingml/2006/main">
              <a:ext uri="{FF2B5EF4-FFF2-40B4-BE49-F238E27FC236}">
                <a16:creationId xmlns:a16="http://schemas.microsoft.com/office/drawing/2014/main" id="{A279DF8E-9E56-4AE5-804D-18F2FE77A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自動評分效果會依題目、語言與回答型態而變，需逐題驗證。</a:t>
            </a:r>
          </a:p>
        </p:txBody>
      </p:sp>
      <p:sp>
        <p:nvSpPr>
          <p:cNvPr id="22" name="text-1602">
            <a:extLst xmlns:a="http://schemas.openxmlformats.org/drawingml/2006/main">
              <a:ext uri="{FF2B5EF4-FFF2-40B4-BE49-F238E27FC236}">
                <a16:creationId xmlns:a16="http://schemas.microsoft.com/office/drawing/2014/main" id="{D220AA30-87ED-4BBB-8DA0-3CF48F8E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95f97dab33f4e63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f0082724570421b"/>
              </a:rPr>
              <a:t>Codex ↗</a:t>
            </a:r>
          </a:p>
        </p:txBody>
      </p:sp>
      <p:sp>
        <p:nvSpPr>
          <p:cNvPr id="23" name="shape-1675">
            <a:extLst xmlns:a="http://schemas.openxmlformats.org/drawingml/2006/main">
              <a:ext uri="{FF2B5EF4-FFF2-40B4-BE49-F238E27FC236}">
                <a16:creationId xmlns:a16="http://schemas.microsoft.com/office/drawing/2014/main" id="{23E57817-FCD9-4AA8-A83F-8D20449E0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05176a3a684d37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676">
            <a:extLst xmlns:a="http://schemas.openxmlformats.org/drawingml/2006/main">
              <a:ext uri="{FF2B5EF4-FFF2-40B4-BE49-F238E27FC236}">
                <a16:creationId xmlns:a16="http://schemas.microsoft.com/office/drawing/2014/main" id="{B8CE7023-237D-4070-98A9-DE83C2EF9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7051a54e19405b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677">
            <a:extLst xmlns:a="http://schemas.openxmlformats.org/drawingml/2006/main">
              <a:ext uri="{FF2B5EF4-FFF2-40B4-BE49-F238E27FC236}">
                <a16:creationId xmlns:a16="http://schemas.microsoft.com/office/drawing/2014/main" id="{3280135A-9646-47B5-B2BA-9D1C7757D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29761130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406">
            <a:extLst xmlns:a="http://schemas.openxmlformats.org/drawingml/2006/main">
              <a:ext uri="{FF2B5EF4-FFF2-40B4-BE49-F238E27FC236}">
                <a16:creationId xmlns:a16="http://schemas.microsoft.com/office/drawing/2014/main" id="{6477B67E-3DD7-4400-9101-E947A2A9D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DATA &amp; CODING QUALITY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2072768-4837-4993-A5D4-CDF09E292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報告前的四項品質檢核</a:t>
            </a:r>
          </a:p>
        </p:txBody>
      </p:sp>
      <p:cxnSp>
        <p:nvCxnSpPr>
          <p:cNvPr id="38" name="shape-140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408">
            <a:extLst xmlns:a="http://schemas.openxmlformats.org/drawingml/2006/main">
              <a:ext uri="{FF2B5EF4-FFF2-40B4-BE49-F238E27FC236}">
                <a16:creationId xmlns:a16="http://schemas.microsoft.com/office/drawing/2014/main" id="{E8937BAA-6B71-4B45-9459-D37D673FD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CB0CBD3-C1D3-4255-9BE5-21B3A6AA2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37</a:t>
            </a:r>
          </a:p>
        </p:txBody>
      </p:sp>
      <p:sp>
        <p:nvSpPr>
          <p:cNvPr id="6" name="shape-1409">
            <a:extLst xmlns:a="http://schemas.openxmlformats.org/drawingml/2006/main">
              <a:ext uri="{FF2B5EF4-FFF2-40B4-BE49-F238E27FC236}">
                <a16:creationId xmlns:a16="http://schemas.microsoft.com/office/drawing/2014/main" id="{7EC1E8F9-3F1B-4679-8182-B96A8AFA1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410">
            <a:extLst xmlns:a="http://schemas.openxmlformats.org/drawingml/2006/main">
              <a:ext uri="{FF2B5EF4-FFF2-40B4-BE49-F238E27FC236}">
                <a16:creationId xmlns:a16="http://schemas.microsoft.com/office/drawing/2014/main" id="{13540E62-12DC-4125-B46C-D7B630485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411">
            <a:extLst xmlns:a="http://schemas.openxmlformats.org/drawingml/2006/main">
              <a:ext uri="{FF2B5EF4-FFF2-40B4-BE49-F238E27FC236}">
                <a16:creationId xmlns:a16="http://schemas.microsoft.com/office/drawing/2014/main" id="{2CDEE758-CDF9-4A4E-8119-649530EA5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資料完整性</a:t>
            </a:r>
          </a:p>
        </p:txBody>
      </p:sp>
      <p:sp>
        <p:nvSpPr>
          <p:cNvPr id="9" name="text-1412">
            <a:extLst xmlns:a="http://schemas.openxmlformats.org/drawingml/2006/main">
              <a:ext uri="{FF2B5EF4-FFF2-40B4-BE49-F238E27FC236}">
                <a16:creationId xmlns:a16="http://schemas.microsoft.com/office/drawing/2014/main" id="{F6230E38-23A9-4BD1-B753-3E4E22717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列出缺漏、重複、非法選項與無法解析的文字，不要自動補答案。</a:t>
            </a:r>
          </a:p>
        </p:txBody>
      </p:sp>
      <p:sp>
        <p:nvSpPr>
          <p:cNvPr id="10" name="shape-1413">
            <a:extLst xmlns:a="http://schemas.openxmlformats.org/drawingml/2006/main">
              <a:ext uri="{FF2B5EF4-FFF2-40B4-BE49-F238E27FC236}">
                <a16:creationId xmlns:a16="http://schemas.microsoft.com/office/drawing/2014/main" id="{9B0BFCC8-AC19-450B-BDC2-B7FA03AE2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414">
            <a:extLst xmlns:a="http://schemas.openxmlformats.org/drawingml/2006/main">
              <a:ext uri="{FF2B5EF4-FFF2-40B4-BE49-F238E27FC236}">
                <a16:creationId xmlns:a16="http://schemas.microsoft.com/office/drawing/2014/main" id="{8F21AC9D-4F9B-4CB6-989C-1DB4E8B92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415">
            <a:extLst xmlns:a="http://schemas.openxmlformats.org/drawingml/2006/main">
              <a:ext uri="{FF2B5EF4-FFF2-40B4-BE49-F238E27FC236}">
                <a16:creationId xmlns:a16="http://schemas.microsoft.com/office/drawing/2014/main" id="{E6A7A0A6-FA82-44CC-985F-9CD4C6516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逐題可追查</a:t>
            </a:r>
          </a:p>
        </p:txBody>
      </p:sp>
      <p:sp>
        <p:nvSpPr>
          <p:cNvPr id="13" name="text-1416">
            <a:extLst xmlns:a="http://schemas.openxmlformats.org/drawingml/2006/main">
              <a:ext uri="{FF2B5EF4-FFF2-40B4-BE49-F238E27FC236}">
                <a16:creationId xmlns:a16="http://schemas.microsoft.com/office/drawing/2014/main" id="{25E3CD3F-7F80-44D7-ABFE-AA875C7E3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每個簡答編碼都保留 evidence excerpt 與 rationale。</a:t>
            </a:r>
          </a:p>
        </p:txBody>
      </p:sp>
      <p:sp>
        <p:nvSpPr>
          <p:cNvPr id="14" name="shape-1417">
            <a:extLst xmlns:a="http://schemas.openxmlformats.org/drawingml/2006/main">
              <a:ext uri="{FF2B5EF4-FFF2-40B4-BE49-F238E27FC236}">
                <a16:creationId xmlns:a16="http://schemas.microsoft.com/office/drawing/2014/main" id="{DEB444CA-5543-457F-93CB-C73FDC044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418">
            <a:extLst xmlns:a="http://schemas.openxmlformats.org/drawingml/2006/main">
              <a:ext uri="{FF2B5EF4-FFF2-40B4-BE49-F238E27FC236}">
                <a16:creationId xmlns:a16="http://schemas.microsoft.com/office/drawing/2014/main" id="{E8A8BF3E-1DCA-4E56-9CB6-3E1D8F189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419">
            <a:extLst xmlns:a="http://schemas.openxmlformats.org/drawingml/2006/main">
              <a:ext uri="{FF2B5EF4-FFF2-40B4-BE49-F238E27FC236}">
                <a16:creationId xmlns:a16="http://schemas.microsoft.com/office/drawing/2014/main" id="{AF0E41C0-4D9A-4D83-8E02-0A58A1E56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一致性</a:t>
            </a:r>
          </a:p>
        </p:txBody>
      </p:sp>
      <p:sp>
        <p:nvSpPr>
          <p:cNvPr id="17" name="text-1420">
            <a:extLst xmlns:a="http://schemas.openxmlformats.org/drawingml/2006/main">
              <a:ext uri="{FF2B5EF4-FFF2-40B4-BE49-F238E27FC236}">
                <a16:creationId xmlns:a16="http://schemas.microsoft.com/office/drawing/2014/main" id="{8F720068-8EC0-45F6-8BD4-B40203909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比較 AI 與人工代碼，集中檢視不一致、低信心與邊界案例。</a:t>
            </a:r>
          </a:p>
        </p:txBody>
      </p:sp>
      <p:sp>
        <p:nvSpPr>
          <p:cNvPr id="18" name="shape-1421">
            <a:extLst xmlns:a="http://schemas.openxmlformats.org/drawingml/2006/main">
              <a:ext uri="{FF2B5EF4-FFF2-40B4-BE49-F238E27FC236}">
                <a16:creationId xmlns:a16="http://schemas.microsoft.com/office/drawing/2014/main" id="{7A481E7E-17BE-4020-83BC-8B8D043ED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422">
            <a:extLst xmlns:a="http://schemas.openxmlformats.org/drawingml/2006/main">
              <a:ext uri="{FF2B5EF4-FFF2-40B4-BE49-F238E27FC236}">
                <a16:creationId xmlns:a16="http://schemas.microsoft.com/office/drawing/2014/main" id="{A4C93C5C-6573-4C32-91B0-B311168DF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423">
            <a:extLst xmlns:a="http://schemas.openxmlformats.org/drawingml/2006/main">
              <a:ext uri="{FF2B5EF4-FFF2-40B4-BE49-F238E27FC236}">
                <a16:creationId xmlns:a16="http://schemas.microsoft.com/office/drawing/2014/main" id="{832F517D-F06A-4E89-A873-D0FBF54DE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報告邊界</a:t>
            </a:r>
          </a:p>
        </p:txBody>
      </p:sp>
      <p:sp>
        <p:nvSpPr>
          <p:cNvPr id="21" name="text-1424">
            <a:extLst xmlns:a="http://schemas.openxmlformats.org/drawingml/2006/main">
              <a:ext uri="{FF2B5EF4-FFF2-40B4-BE49-F238E27FC236}">
                <a16:creationId xmlns:a16="http://schemas.microsoft.com/office/drawing/2014/main" id="{B19F227C-36DF-43D5-9FCF-985E15C16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以群體趨勢協助教學診斷，不用未驗證的 AI 分數做高風險個人決策。</a:t>
            </a:r>
          </a:p>
        </p:txBody>
      </p:sp>
      <p:sp>
        <p:nvSpPr>
          <p:cNvPr id="22" name="text-1425">
            <a:extLst xmlns:a="http://schemas.openxmlformats.org/drawingml/2006/main">
              <a:ext uri="{FF2B5EF4-FFF2-40B4-BE49-F238E27FC236}">
                <a16:creationId xmlns:a16="http://schemas.microsoft.com/office/drawing/2014/main" id="{1C625030-631C-408C-8F91-05FDD1001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資料完整</a:t>
            </a:r>
          </a:p>
        </p:txBody>
      </p:sp>
      <p:sp>
        <p:nvSpPr>
          <p:cNvPr id="23" name="text-1426">
            <a:extLst xmlns:a="http://schemas.openxmlformats.org/drawingml/2006/main">
              <a:ext uri="{FF2B5EF4-FFF2-40B4-BE49-F238E27FC236}">
                <a16:creationId xmlns:a16="http://schemas.microsoft.com/office/drawing/2014/main" id="{754E12BD-A677-4D10-B295-6CF300F94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證據可追查</a:t>
            </a:r>
          </a:p>
        </p:txBody>
      </p:sp>
      <p:sp>
        <p:nvSpPr>
          <p:cNvPr id="24" name="text-1427">
            <a:extLst xmlns:a="http://schemas.openxmlformats.org/drawingml/2006/main">
              <a:ext uri="{FF2B5EF4-FFF2-40B4-BE49-F238E27FC236}">
                <a16:creationId xmlns:a16="http://schemas.microsoft.com/office/drawing/2014/main" id="{A9DC5E9E-0FC7-404E-A4B1-7B03FA942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AI／人一致性</a:t>
            </a:r>
          </a:p>
        </p:txBody>
      </p:sp>
      <p:sp>
        <p:nvSpPr>
          <p:cNvPr id="25" name="text-1428">
            <a:extLst xmlns:a="http://schemas.openxmlformats.org/drawingml/2006/main">
              <a:ext uri="{FF2B5EF4-FFF2-40B4-BE49-F238E27FC236}">
                <a16:creationId xmlns:a16="http://schemas.microsoft.com/office/drawing/2014/main" id="{DF02E897-EBF8-4FBB-8101-E391F4FC1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2A1B2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✓ 報告有邊界</a:t>
            </a:r>
          </a:p>
        </p:txBody>
      </p:sp>
      <p:cxnSp>
        <p:nvCxnSpPr>
          <p:cNvPr id="61" name=""/>
          <p:cNvCxnSpPr>
            <a:stCxn xmlns:a="http://schemas.openxmlformats.org/drawingml/2006/main" id="22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2895600" y="52292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62" name=""/>
          <p:cNvCxnSpPr>
            <a:stCxn xmlns:a="http://schemas.openxmlformats.org/drawingml/2006/main" id="23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5619750" y="52292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63" name=""/>
          <p:cNvCxnSpPr>
            <a:stCxn xmlns:a="http://schemas.openxmlformats.org/drawingml/2006/main" id="24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8343900" y="52292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806D"/>
            </a:solidFill>
            <a:prstDash val="solid"/>
            <a:tailEnd type="arrow" w="sm" len="sm"/>
          </a:ln>
        </p:spPr>
      </p:cxnSp>
      <p:sp>
        <p:nvSpPr>
          <p:cNvPr id="29" name="text-1429">
            <a:extLst xmlns:a="http://schemas.openxmlformats.org/drawingml/2006/main">
              <a:ext uri="{FF2B5EF4-FFF2-40B4-BE49-F238E27FC236}">
                <a16:creationId xmlns:a16="http://schemas.microsoft.com/office/drawing/2014/main" id="{27493336-3C81-4FBF-9DC2-E79A267E7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657850"/>
            <a:ext cx="640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四道閘門都通過，才進入研究報告；否則標示未確認</a:t>
            </a:r>
          </a:p>
        </p:txBody>
      </p:sp>
      <p:sp>
        <p:nvSpPr>
          <p:cNvPr id="30" name="text-1603">
            <a:extLst xmlns:a="http://schemas.openxmlformats.org/drawingml/2006/main">
              <a:ext uri="{FF2B5EF4-FFF2-40B4-BE49-F238E27FC236}">
                <a16:creationId xmlns:a16="http://schemas.microsoft.com/office/drawing/2014/main" id="{2DCC9C98-DFDE-443B-A418-92F993328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dc2aca34a784122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bf44d17439040ff"/>
              </a:rPr>
              <a:t>Codex ↗</a:t>
            </a:r>
          </a:p>
        </p:txBody>
      </p:sp>
      <p:sp>
        <p:nvSpPr>
          <p:cNvPr id="31" name="shape-1678">
            <a:extLst xmlns:a="http://schemas.openxmlformats.org/drawingml/2006/main">
              <a:ext uri="{FF2B5EF4-FFF2-40B4-BE49-F238E27FC236}">
                <a16:creationId xmlns:a16="http://schemas.microsoft.com/office/drawing/2014/main" id="{256F4F77-5A42-4F19-BD61-06B8463C7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ab04ddc34a44cb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679">
            <a:extLst xmlns:a="http://schemas.openxmlformats.org/drawingml/2006/main">
              <a:ext uri="{FF2B5EF4-FFF2-40B4-BE49-F238E27FC236}">
                <a16:creationId xmlns:a16="http://schemas.microsoft.com/office/drawing/2014/main" id="{E915B8D9-C958-48B1-A766-529411A18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b4fd24f1804cf3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680">
            <a:extLst xmlns:a="http://schemas.openxmlformats.org/drawingml/2006/main">
              <a:ext uri="{FF2B5EF4-FFF2-40B4-BE49-F238E27FC236}">
                <a16:creationId xmlns:a16="http://schemas.microsoft.com/office/drawing/2014/main" id="{36605440-87A9-4802-A672-8B429C377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280845025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430">
            <a:extLst xmlns:a="http://schemas.openxmlformats.org/drawingml/2006/main">
              <a:ext uri="{FF2B5EF4-FFF2-40B4-BE49-F238E27FC236}">
                <a16:creationId xmlns:a16="http://schemas.microsoft.com/office/drawing/2014/main" id="{36F29FD6-3C03-4809-9C38-35E2FFD72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C9FF929-BFC8-42C5-968F-9CE2BB55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 D｜PIRLS 風格合成資料分析</a:t>
            </a:r>
          </a:p>
        </p:txBody>
      </p:sp>
      <p:cxnSp>
        <p:nvCxnSpPr>
          <p:cNvPr id="27" name="shape-143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432">
            <a:extLst xmlns:a="http://schemas.openxmlformats.org/drawingml/2006/main">
              <a:ext uri="{FF2B5EF4-FFF2-40B4-BE49-F238E27FC236}">
                <a16:creationId xmlns:a16="http://schemas.microsoft.com/office/drawing/2014/main" id="{0E41C0CA-9409-44A6-AE2A-837F19312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CD60104-9423-4618-B193-750C4E419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38</a:t>
            </a:r>
          </a:p>
        </p:txBody>
      </p:sp>
      <p:sp>
        <p:nvSpPr>
          <p:cNvPr id="6" name="text-1433">
            <a:extLst xmlns:a="http://schemas.openxmlformats.org/drawingml/2006/main">
              <a:ext uri="{FF2B5EF4-FFF2-40B4-BE49-F238E27FC236}">
                <a16:creationId xmlns:a16="http://schemas.microsoft.com/office/drawing/2014/main" id="{C9C1B137-7D3A-419C-8AE9-48377DC73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20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434">
            <a:extLst xmlns:a="http://schemas.openxmlformats.org/drawingml/2006/main">
              <a:ext uri="{FF2B5EF4-FFF2-40B4-BE49-F238E27FC236}">
                <a16:creationId xmlns:a16="http://schemas.microsoft.com/office/drawing/2014/main" id="{2965518E-7BA7-40EA-AE8E-0C5F0528F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435">
            <a:extLst xmlns:a="http://schemas.openxmlformats.org/drawingml/2006/main">
              <a:ext uri="{FF2B5EF4-FFF2-40B4-BE49-F238E27FC236}">
                <a16:creationId xmlns:a16="http://schemas.microsoft.com/office/drawing/2014/main" id="{F1584979-AA0A-4E6D-A612-DEC606B3C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436">
            <a:extLst xmlns:a="http://schemas.openxmlformats.org/drawingml/2006/main">
              <a:ext uri="{FF2B5EF4-FFF2-40B4-BE49-F238E27FC236}">
                <a16:creationId xmlns:a16="http://schemas.microsoft.com/office/drawing/2014/main" id="{44385857-31C4-425F-B84F-6E3A67D6A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載入 CSV、答案鍵與簡答題編碼規準</a:t>
            </a:r>
          </a:p>
        </p:txBody>
      </p:sp>
      <p:sp>
        <p:nvSpPr>
          <p:cNvPr id="10" name="text-1437">
            <a:extLst xmlns:a="http://schemas.openxmlformats.org/drawingml/2006/main">
              <a:ext uri="{FF2B5EF4-FFF2-40B4-BE49-F238E27FC236}">
                <a16:creationId xmlns:a16="http://schemas.microsoft.com/office/drawing/2014/main" id="{6682B416-2CCC-4F44-9996-31B418B36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438">
            <a:extLst xmlns:a="http://schemas.openxmlformats.org/drawingml/2006/main">
              <a:ext uri="{FF2B5EF4-FFF2-40B4-BE49-F238E27FC236}">
                <a16:creationId xmlns:a16="http://schemas.microsoft.com/office/drawing/2014/main" id="{EA34E6E2-09F8-440F-B1A9-5C05E8466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先做缺漏與非法值檢查</a:t>
            </a:r>
          </a:p>
        </p:txBody>
      </p:sp>
      <p:sp>
        <p:nvSpPr>
          <p:cNvPr id="12" name="text-1439">
            <a:extLst xmlns:a="http://schemas.openxmlformats.org/drawingml/2006/main">
              <a:ext uri="{FF2B5EF4-FFF2-40B4-BE49-F238E27FC236}">
                <a16:creationId xmlns:a16="http://schemas.microsoft.com/office/drawing/2014/main" id="{C9B3D544-648D-49A9-8041-C841D1D26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440">
            <a:extLst xmlns:a="http://schemas.openxmlformats.org/drawingml/2006/main">
              <a:ext uri="{FF2B5EF4-FFF2-40B4-BE49-F238E27FC236}">
                <a16:creationId xmlns:a16="http://schemas.microsoft.com/office/drawing/2014/main" id="{0C14DE59-5BA2-4495-A3CB-B0663E82C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計算選擇題答對率與選項分布</a:t>
            </a:r>
          </a:p>
        </p:txBody>
      </p:sp>
      <p:sp>
        <p:nvSpPr>
          <p:cNvPr id="14" name="text-1441">
            <a:extLst xmlns:a="http://schemas.openxmlformats.org/drawingml/2006/main">
              <a:ext uri="{FF2B5EF4-FFF2-40B4-BE49-F238E27FC236}">
                <a16:creationId xmlns:a16="http://schemas.microsoft.com/office/drawing/2014/main" id="{6FB40060-344A-4733-AB47-86BFF6442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442">
            <a:extLst xmlns:a="http://schemas.openxmlformats.org/drawingml/2006/main">
              <a:ext uri="{FF2B5EF4-FFF2-40B4-BE49-F238E27FC236}">
                <a16:creationId xmlns:a16="http://schemas.microsoft.com/office/drawing/2014/main" id="{1A8E9B99-2F2D-4B21-AE10-D3AB31052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讓 AI 初編簡答並與講師參考編碼比較</a:t>
            </a:r>
          </a:p>
        </p:txBody>
      </p:sp>
      <p:sp>
        <p:nvSpPr>
          <p:cNvPr id="16" name="shape-1443">
            <a:extLst xmlns:a="http://schemas.openxmlformats.org/drawingml/2006/main">
              <a:ext uri="{FF2B5EF4-FFF2-40B4-BE49-F238E27FC236}">
                <a16:creationId xmlns:a16="http://schemas.microsoft.com/office/drawing/2014/main" id="{08706BB5-0A0C-4020-A4AF-202B3761B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444">
            <a:extLst xmlns:a="http://schemas.openxmlformats.org/drawingml/2006/main">
              <a:ext uri="{FF2B5EF4-FFF2-40B4-BE49-F238E27FC236}">
                <a16:creationId xmlns:a16="http://schemas.microsoft.com/office/drawing/2014/main" id="{59318894-196A-413C-BED7-70E5923F0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445">
            <a:extLst xmlns:a="http://schemas.openxmlformats.org/drawingml/2006/main">
              <a:ext uri="{FF2B5EF4-FFF2-40B4-BE49-F238E27FC236}">
                <a16:creationId xmlns:a16="http://schemas.microsoft.com/office/drawing/2014/main" id="{F4AC261D-FACC-4484-85C3-B1213FE54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不含真實個資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選擇題與簡答題分流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列出所有不一致案例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報告標示限制與未確認</a:t>
            </a:r>
          </a:p>
        </p:txBody>
      </p:sp>
      <p:sp>
        <p:nvSpPr>
          <p:cNvPr id="19" name="text-1604">
            <a:extLst xmlns:a="http://schemas.openxmlformats.org/drawingml/2006/main">
              <a:ext uri="{FF2B5EF4-FFF2-40B4-BE49-F238E27FC236}">
                <a16:creationId xmlns:a16="http://schemas.microsoft.com/office/drawing/2014/main" id="{8F7391CF-9877-4737-B301-5BF40DA72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84d9d565a0c4a08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19db898d4714e71"/>
              </a:rPr>
              <a:t>Codex ↗</a:t>
            </a:r>
          </a:p>
        </p:txBody>
      </p:sp>
      <p:sp>
        <p:nvSpPr>
          <p:cNvPr id="20" name="shape-1681">
            <a:extLst xmlns:a="http://schemas.openxmlformats.org/drawingml/2006/main">
              <a:ext uri="{FF2B5EF4-FFF2-40B4-BE49-F238E27FC236}">
                <a16:creationId xmlns:a16="http://schemas.microsoft.com/office/drawing/2014/main" id="{BC6DB121-411C-45FC-9394-CB9588D84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add5e076fe4e05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1682">
            <a:extLst xmlns:a="http://schemas.openxmlformats.org/drawingml/2006/main">
              <a:ext uri="{FF2B5EF4-FFF2-40B4-BE49-F238E27FC236}">
                <a16:creationId xmlns:a16="http://schemas.microsoft.com/office/drawing/2014/main" id="{C7D7A01A-7670-42FE-A33A-0BBB2EE74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54daf4242b4567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1683">
            <a:extLst xmlns:a="http://schemas.openxmlformats.org/drawingml/2006/main">
              <a:ext uri="{FF2B5EF4-FFF2-40B4-BE49-F238E27FC236}">
                <a16:creationId xmlns:a16="http://schemas.microsoft.com/office/drawing/2014/main" id="{A76F472D-E9BF-404F-A378-B28DE050E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753616762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446">
            <a:extLst xmlns:a="http://schemas.openxmlformats.org/drawingml/2006/main">
              <a:ext uri="{FF2B5EF4-FFF2-40B4-BE49-F238E27FC236}">
                <a16:creationId xmlns:a16="http://schemas.microsoft.com/office/drawing/2014/main" id="{6C53C97F-29E6-4C0D-A649-E901956A3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ADVANCED USE CASES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ED49587-41E8-46A6-9B78-AEE1E2155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大學教學的 Agent Skills 應用地圖</a:t>
            </a:r>
          </a:p>
        </p:txBody>
      </p:sp>
      <p:cxnSp>
        <p:nvCxnSpPr>
          <p:cNvPr id="38" name="shape-144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448">
            <a:extLst xmlns:a="http://schemas.openxmlformats.org/drawingml/2006/main">
              <a:ext uri="{FF2B5EF4-FFF2-40B4-BE49-F238E27FC236}">
                <a16:creationId xmlns:a16="http://schemas.microsoft.com/office/drawing/2014/main" id="{A669C277-FE27-4019-A31E-00AC8EF27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08C0229-8925-417A-B92A-038E511C1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39</a:t>
            </a:r>
          </a:p>
        </p:txBody>
      </p:sp>
      <p:sp>
        <p:nvSpPr>
          <p:cNvPr id="6" name="shape-1449">
            <a:extLst xmlns:a="http://schemas.openxmlformats.org/drawingml/2006/main">
              <a:ext uri="{FF2B5EF4-FFF2-40B4-BE49-F238E27FC236}">
                <a16:creationId xmlns:a16="http://schemas.microsoft.com/office/drawing/2014/main" id="{150FCE82-06E5-4015-A51C-6B20E73A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450">
            <a:extLst xmlns:a="http://schemas.openxmlformats.org/drawingml/2006/main">
              <a:ext uri="{FF2B5EF4-FFF2-40B4-BE49-F238E27FC236}">
                <a16:creationId xmlns:a16="http://schemas.microsoft.com/office/drawing/2014/main" id="{A8201CF2-C1B0-4889-BF0C-1292E4A21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451">
            <a:extLst xmlns:a="http://schemas.openxmlformats.org/drawingml/2006/main">
              <a:ext uri="{FF2B5EF4-FFF2-40B4-BE49-F238E27FC236}">
                <a16:creationId xmlns:a16="http://schemas.microsoft.com/office/drawing/2014/main" id="{FD3BE90E-5DB4-4BD0-80D2-3637C9E23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課程設計</a:t>
            </a:r>
          </a:p>
        </p:txBody>
      </p:sp>
      <p:sp>
        <p:nvSpPr>
          <p:cNvPr id="9" name="text-1452">
            <a:extLst xmlns:a="http://schemas.openxmlformats.org/drawingml/2006/main">
              <a:ext uri="{FF2B5EF4-FFF2-40B4-BE49-F238E27FC236}">
                <a16:creationId xmlns:a16="http://schemas.microsoft.com/office/drawing/2014/main" id="{088E5F40-139F-4178-93E7-2DD4C0CB5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課綱一致性、學習目標與評量對齊、週次負荷檢核。</a:t>
            </a:r>
          </a:p>
        </p:txBody>
      </p:sp>
      <p:sp>
        <p:nvSpPr>
          <p:cNvPr id="10" name="shape-1453">
            <a:extLst xmlns:a="http://schemas.openxmlformats.org/drawingml/2006/main">
              <a:ext uri="{FF2B5EF4-FFF2-40B4-BE49-F238E27FC236}">
                <a16:creationId xmlns:a16="http://schemas.microsoft.com/office/drawing/2014/main" id="{611FCB06-B4B0-4303-923D-04A005383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454">
            <a:extLst xmlns:a="http://schemas.openxmlformats.org/drawingml/2006/main">
              <a:ext uri="{FF2B5EF4-FFF2-40B4-BE49-F238E27FC236}">
                <a16:creationId xmlns:a16="http://schemas.microsoft.com/office/drawing/2014/main" id="{A904E27C-6F62-4C92-A60A-C22BB12FA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455">
            <a:extLst xmlns:a="http://schemas.openxmlformats.org/drawingml/2006/main">
              <a:ext uri="{FF2B5EF4-FFF2-40B4-BE49-F238E27FC236}">
                <a16:creationId xmlns:a16="http://schemas.microsoft.com/office/drawing/2014/main" id="{3035578B-3D30-4F1D-83BE-220198E1F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研究與閱讀</a:t>
            </a:r>
          </a:p>
        </p:txBody>
      </p:sp>
      <p:sp>
        <p:nvSpPr>
          <p:cNvPr id="13" name="text-1456">
            <a:extLst xmlns:a="http://schemas.openxmlformats.org/drawingml/2006/main">
              <a:ext uri="{FF2B5EF4-FFF2-40B4-BE49-F238E27FC236}">
                <a16:creationId xmlns:a16="http://schemas.microsoft.com/office/drawing/2014/main" id="{0508B5E1-F0EE-4CD4-BF9D-7A770F165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文獻整理、觀點矩陣、研究限制與引用追查。</a:t>
            </a:r>
          </a:p>
        </p:txBody>
      </p:sp>
      <p:sp>
        <p:nvSpPr>
          <p:cNvPr id="14" name="shape-1457">
            <a:extLst xmlns:a="http://schemas.openxmlformats.org/drawingml/2006/main">
              <a:ext uri="{FF2B5EF4-FFF2-40B4-BE49-F238E27FC236}">
                <a16:creationId xmlns:a16="http://schemas.microsoft.com/office/drawing/2014/main" id="{E426D4F3-1EFC-4785-BFE4-97A41A577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458">
            <a:extLst xmlns:a="http://schemas.openxmlformats.org/drawingml/2006/main">
              <a:ext uri="{FF2B5EF4-FFF2-40B4-BE49-F238E27FC236}">
                <a16:creationId xmlns:a16="http://schemas.microsoft.com/office/drawing/2014/main" id="{418AC862-3E8B-4815-892A-A86FBE13D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459">
            <a:extLst xmlns:a="http://schemas.openxmlformats.org/drawingml/2006/main">
              <a:ext uri="{FF2B5EF4-FFF2-40B4-BE49-F238E27FC236}">
                <a16:creationId xmlns:a16="http://schemas.microsoft.com/office/drawing/2014/main" id="{F2F13E1B-8555-48C1-92D5-77B87340F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教材製作</a:t>
            </a:r>
          </a:p>
        </p:txBody>
      </p:sp>
      <p:sp>
        <p:nvSpPr>
          <p:cNvPr id="17" name="text-1460">
            <a:extLst xmlns:a="http://schemas.openxmlformats.org/drawingml/2006/main">
              <a:ext uri="{FF2B5EF4-FFF2-40B4-BE49-F238E27FC236}">
                <a16:creationId xmlns:a16="http://schemas.microsoft.com/office/drawing/2014/main" id="{DFA7700E-1C99-429B-9EE1-378AC56EC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簡報、互動網站、圖表、字幕與多格式轉換。</a:t>
            </a:r>
          </a:p>
        </p:txBody>
      </p:sp>
      <p:sp>
        <p:nvSpPr>
          <p:cNvPr id="18" name="shape-1461">
            <a:extLst xmlns:a="http://schemas.openxmlformats.org/drawingml/2006/main">
              <a:ext uri="{FF2B5EF4-FFF2-40B4-BE49-F238E27FC236}">
                <a16:creationId xmlns:a16="http://schemas.microsoft.com/office/drawing/2014/main" id="{427EDAA1-199C-4893-9907-9DD130719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462">
            <a:extLst xmlns:a="http://schemas.openxmlformats.org/drawingml/2006/main">
              <a:ext uri="{FF2B5EF4-FFF2-40B4-BE49-F238E27FC236}">
                <a16:creationId xmlns:a16="http://schemas.microsoft.com/office/drawing/2014/main" id="{035D1DBF-1A53-446C-91EC-B8ABDA158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463">
            <a:extLst xmlns:a="http://schemas.openxmlformats.org/drawingml/2006/main">
              <a:ext uri="{FF2B5EF4-FFF2-40B4-BE49-F238E27FC236}">
                <a16:creationId xmlns:a16="http://schemas.microsoft.com/office/drawing/2014/main" id="{F5527878-D820-4018-851E-03842045B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學習支持</a:t>
            </a:r>
          </a:p>
        </p:txBody>
      </p:sp>
      <p:sp>
        <p:nvSpPr>
          <p:cNvPr id="21" name="text-1464">
            <a:extLst xmlns:a="http://schemas.openxmlformats.org/drawingml/2006/main">
              <a:ext uri="{FF2B5EF4-FFF2-40B4-BE49-F238E27FC236}">
                <a16:creationId xmlns:a16="http://schemas.microsoft.com/office/drawing/2014/main" id="{A840D92C-5EC2-4F4C-963E-FBF95A011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形成性回饋、差異化支架、常見迷思與練習生成。</a:t>
            </a:r>
          </a:p>
        </p:txBody>
      </p:sp>
      <p:sp>
        <p:nvSpPr>
          <p:cNvPr id="22" name="shape-1465">
            <a:extLst xmlns:a="http://schemas.openxmlformats.org/drawingml/2006/main">
              <a:ext uri="{FF2B5EF4-FFF2-40B4-BE49-F238E27FC236}">
                <a16:creationId xmlns:a16="http://schemas.microsoft.com/office/drawing/2014/main" id="{535996B8-0D13-4334-9EDE-CFADD1F40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3" name="text-1466">
            <a:extLst xmlns:a="http://schemas.openxmlformats.org/drawingml/2006/main">
              <a:ext uri="{FF2B5EF4-FFF2-40B4-BE49-F238E27FC236}">
                <a16:creationId xmlns:a16="http://schemas.microsoft.com/office/drawing/2014/main" id="{6670621A-7E13-4563-9980-B21276E77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24" name="text-1467">
            <a:extLst xmlns:a="http://schemas.openxmlformats.org/drawingml/2006/main">
              <a:ext uri="{FF2B5EF4-FFF2-40B4-BE49-F238E27FC236}">
                <a16:creationId xmlns:a16="http://schemas.microsoft.com/office/drawing/2014/main" id="{7C43133F-1821-47B0-A666-97169A73A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品質保證</a:t>
            </a:r>
          </a:p>
        </p:txBody>
      </p:sp>
      <p:sp>
        <p:nvSpPr>
          <p:cNvPr id="25" name="text-1468">
            <a:extLst xmlns:a="http://schemas.openxmlformats.org/drawingml/2006/main">
              <a:ext uri="{FF2B5EF4-FFF2-40B4-BE49-F238E27FC236}">
                <a16:creationId xmlns:a16="http://schemas.microsoft.com/office/drawing/2014/main" id="{35357863-1C44-425B-A761-6F451605D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RWD、無障礙、連結、內容依據與版本檢查。</a:t>
            </a:r>
          </a:p>
        </p:txBody>
      </p:sp>
      <p:sp>
        <p:nvSpPr>
          <p:cNvPr id="26" name="shape-1469">
            <a:extLst xmlns:a="http://schemas.openxmlformats.org/drawingml/2006/main">
              <a:ext uri="{FF2B5EF4-FFF2-40B4-BE49-F238E27FC236}">
                <a16:creationId xmlns:a16="http://schemas.microsoft.com/office/drawing/2014/main" id="{FB45FB1A-D86D-40FC-A85A-15BBDC8AC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7" name="text-1470">
            <a:extLst xmlns:a="http://schemas.openxmlformats.org/drawingml/2006/main">
              <a:ext uri="{FF2B5EF4-FFF2-40B4-BE49-F238E27FC236}">
                <a16:creationId xmlns:a16="http://schemas.microsoft.com/office/drawing/2014/main" id="{9DC3167D-F298-4CB6-9887-F326257EF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28" name="text-1471">
            <a:extLst xmlns:a="http://schemas.openxmlformats.org/drawingml/2006/main">
              <a:ext uri="{FF2B5EF4-FFF2-40B4-BE49-F238E27FC236}">
                <a16:creationId xmlns:a16="http://schemas.microsoft.com/office/drawing/2014/main" id="{EFF5A6F0-81FD-4454-B88B-3032BBDA5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部署交付</a:t>
            </a:r>
          </a:p>
        </p:txBody>
      </p:sp>
      <p:sp>
        <p:nvSpPr>
          <p:cNvPr id="29" name="text-1472">
            <a:extLst xmlns:a="http://schemas.openxmlformats.org/drawingml/2006/main">
              <a:ext uri="{FF2B5EF4-FFF2-40B4-BE49-F238E27FC236}">
                <a16:creationId xmlns:a16="http://schemas.microsoft.com/office/drawing/2014/main" id="{9BB50A17-DB48-4202-A6FE-87C551C76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Sites、Pages、文件、測試證據與團隊交接。</a:t>
            </a:r>
          </a:p>
        </p:txBody>
      </p:sp>
      <p:sp>
        <p:nvSpPr>
          <p:cNvPr id="30" name="text-1605">
            <a:extLst xmlns:a="http://schemas.openxmlformats.org/drawingml/2006/main">
              <a:ext uri="{FF2B5EF4-FFF2-40B4-BE49-F238E27FC236}">
                <a16:creationId xmlns:a16="http://schemas.microsoft.com/office/drawing/2014/main" id="{8E46ADE6-C1DC-43A7-809A-022457AC2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4b694038b4e41c8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5234f3edaf6496c"/>
              </a:rPr>
              <a:t>Codex ↗</a:t>
            </a:r>
          </a:p>
        </p:txBody>
      </p:sp>
      <p:sp>
        <p:nvSpPr>
          <p:cNvPr id="31" name="shape-1684">
            <a:extLst xmlns:a="http://schemas.openxmlformats.org/drawingml/2006/main">
              <a:ext uri="{FF2B5EF4-FFF2-40B4-BE49-F238E27FC236}">
                <a16:creationId xmlns:a16="http://schemas.microsoft.com/office/drawing/2014/main" id="{02B08FAA-EA2D-48AF-B8C9-5BC0A69BE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aff9e7c05e43fe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685">
            <a:extLst xmlns:a="http://schemas.openxmlformats.org/drawingml/2006/main">
              <a:ext uri="{FF2B5EF4-FFF2-40B4-BE49-F238E27FC236}">
                <a16:creationId xmlns:a16="http://schemas.microsoft.com/office/drawing/2014/main" id="{F6A2203F-752D-498E-A052-20809EC55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b392da857244a1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686">
            <a:extLst xmlns:a="http://schemas.openxmlformats.org/drawingml/2006/main">
              <a:ext uri="{FF2B5EF4-FFF2-40B4-BE49-F238E27FC236}">
                <a16:creationId xmlns:a16="http://schemas.microsoft.com/office/drawing/2014/main" id="{11CCE634-2352-4C7E-9901-F815D7F90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2147320966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473">
            <a:extLst xmlns:a="http://schemas.openxmlformats.org/drawingml/2006/main">
              <a:ext uri="{FF2B5EF4-FFF2-40B4-BE49-F238E27FC236}">
                <a16:creationId xmlns:a16="http://schemas.microsoft.com/office/drawing/2014/main" id="{76AB700F-A266-4F94-BCBA-3F12EB256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GUARDRAILS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141DD2A-2A0E-4063-B9E0-004C9A106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教育現場安全護欄：先寫進 Skill，再交給 Agent</a:t>
            </a:r>
          </a:p>
        </p:txBody>
      </p:sp>
      <p:cxnSp>
        <p:nvCxnSpPr>
          <p:cNvPr id="30" name="shape-147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475">
            <a:extLst xmlns:a="http://schemas.openxmlformats.org/drawingml/2006/main">
              <a:ext uri="{FF2B5EF4-FFF2-40B4-BE49-F238E27FC236}">
                <a16:creationId xmlns:a16="http://schemas.microsoft.com/office/drawing/2014/main" id="{6E75AD88-AF36-409F-B449-51D31A3A1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F29A055-1006-416E-A619-C073493C8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40</a:t>
            </a:r>
          </a:p>
        </p:txBody>
      </p:sp>
      <p:sp>
        <p:nvSpPr>
          <p:cNvPr id="6" name="shape-1476">
            <a:extLst xmlns:a="http://schemas.openxmlformats.org/drawingml/2006/main">
              <a:ext uri="{FF2B5EF4-FFF2-40B4-BE49-F238E27FC236}">
                <a16:creationId xmlns:a16="http://schemas.microsoft.com/office/drawing/2014/main" id="{F8599268-8D2E-40D2-BF4D-0296DCE9F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477">
            <a:extLst xmlns:a="http://schemas.openxmlformats.org/drawingml/2006/main">
              <a:ext uri="{FF2B5EF4-FFF2-40B4-BE49-F238E27FC236}">
                <a16:creationId xmlns:a16="http://schemas.microsoft.com/office/drawing/2014/main" id="{C9B7B1E4-04F1-4FA0-9E36-034956625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478">
            <a:extLst xmlns:a="http://schemas.openxmlformats.org/drawingml/2006/main">
              <a:ext uri="{FF2B5EF4-FFF2-40B4-BE49-F238E27FC236}">
                <a16:creationId xmlns:a16="http://schemas.microsoft.com/office/drawing/2014/main" id="{9E0D0C61-F9B8-4BB0-B839-F58E9BAA4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個資最小化</a:t>
            </a:r>
          </a:p>
        </p:txBody>
      </p:sp>
      <p:sp>
        <p:nvSpPr>
          <p:cNvPr id="9" name="text-1479">
            <a:extLst xmlns:a="http://schemas.openxmlformats.org/drawingml/2006/main">
              <a:ext uri="{FF2B5EF4-FFF2-40B4-BE49-F238E27FC236}">
                <a16:creationId xmlns:a16="http://schemas.microsoft.com/office/drawing/2014/main" id="{261795D5-6739-48F4-9F7A-B6444D353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先匿名化；不把學生姓名、成績、信箱與研究資料放入公開工作區。</a:t>
            </a:r>
          </a:p>
        </p:txBody>
      </p:sp>
      <p:sp>
        <p:nvSpPr>
          <p:cNvPr id="10" name="shape-1480">
            <a:extLst xmlns:a="http://schemas.openxmlformats.org/drawingml/2006/main">
              <a:ext uri="{FF2B5EF4-FFF2-40B4-BE49-F238E27FC236}">
                <a16:creationId xmlns:a16="http://schemas.microsoft.com/office/drawing/2014/main" id="{7F62FDAF-BC6C-48AB-B6C0-7230C3800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481">
            <a:extLst xmlns:a="http://schemas.openxmlformats.org/drawingml/2006/main">
              <a:ext uri="{FF2B5EF4-FFF2-40B4-BE49-F238E27FC236}">
                <a16:creationId xmlns:a16="http://schemas.microsoft.com/office/drawing/2014/main" id="{9802B35F-A4EC-4051-860F-41E0A6591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482">
            <a:extLst xmlns:a="http://schemas.openxmlformats.org/drawingml/2006/main">
              <a:ext uri="{FF2B5EF4-FFF2-40B4-BE49-F238E27FC236}">
                <a16:creationId xmlns:a16="http://schemas.microsoft.com/office/drawing/2014/main" id="{57F5CB05-9F52-474A-8689-CA7CE5DA0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來源與版權</a:t>
            </a:r>
          </a:p>
        </p:txBody>
      </p:sp>
      <p:sp>
        <p:nvSpPr>
          <p:cNvPr id="13" name="text-1483">
            <a:extLst xmlns:a="http://schemas.openxmlformats.org/drawingml/2006/main">
              <a:ext uri="{FF2B5EF4-FFF2-40B4-BE49-F238E27FC236}">
                <a16:creationId xmlns:a16="http://schemas.microsoft.com/office/drawing/2014/main" id="{96C3D094-B48A-47F9-B1BE-979FD2738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保留引用、授權與來源邊界；生成不等於可任意公開。</a:t>
            </a:r>
          </a:p>
        </p:txBody>
      </p:sp>
      <p:sp>
        <p:nvSpPr>
          <p:cNvPr id="14" name="shape-1484">
            <a:extLst xmlns:a="http://schemas.openxmlformats.org/drawingml/2006/main">
              <a:ext uri="{FF2B5EF4-FFF2-40B4-BE49-F238E27FC236}">
                <a16:creationId xmlns:a16="http://schemas.microsoft.com/office/drawing/2014/main" id="{BFC7E686-B4D4-4EC3-A8BF-D13D9A320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485">
            <a:extLst xmlns:a="http://schemas.openxmlformats.org/drawingml/2006/main">
              <a:ext uri="{FF2B5EF4-FFF2-40B4-BE49-F238E27FC236}">
                <a16:creationId xmlns:a16="http://schemas.microsoft.com/office/drawing/2014/main" id="{891508A7-8C01-4B58-BE40-242DF8CAE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486">
            <a:extLst xmlns:a="http://schemas.openxmlformats.org/drawingml/2006/main">
              <a:ext uri="{FF2B5EF4-FFF2-40B4-BE49-F238E27FC236}">
                <a16:creationId xmlns:a16="http://schemas.microsoft.com/office/drawing/2014/main" id="{FF0CC580-74A8-40D8-8638-598DC7B4D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人工決策</a:t>
            </a:r>
          </a:p>
        </p:txBody>
      </p:sp>
      <p:sp>
        <p:nvSpPr>
          <p:cNvPr id="17" name="text-1487">
            <a:extLst xmlns:a="http://schemas.openxmlformats.org/drawingml/2006/main">
              <a:ext uri="{FF2B5EF4-FFF2-40B4-BE49-F238E27FC236}">
                <a16:creationId xmlns:a16="http://schemas.microsoft.com/office/drawing/2014/main" id="{025144D0-FA3D-4CA2-AF74-53DCE8CEA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評分、倫理、輔導與正式行政決定，由人負責並保留紀錄。</a:t>
            </a:r>
          </a:p>
        </p:txBody>
      </p:sp>
      <p:sp>
        <p:nvSpPr>
          <p:cNvPr id="18" name="shape-1488">
            <a:extLst xmlns:a="http://schemas.openxmlformats.org/drawingml/2006/main">
              <a:ext uri="{FF2B5EF4-FFF2-40B4-BE49-F238E27FC236}">
                <a16:creationId xmlns:a16="http://schemas.microsoft.com/office/drawing/2014/main" id="{27FF4D36-43D9-4528-A5B6-36250EC5A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489">
            <a:extLst xmlns:a="http://schemas.openxmlformats.org/drawingml/2006/main">
              <a:ext uri="{FF2B5EF4-FFF2-40B4-BE49-F238E27FC236}">
                <a16:creationId xmlns:a16="http://schemas.microsoft.com/office/drawing/2014/main" id="{94E98A8C-2321-4577-A59D-A7099BB02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490">
            <a:extLst xmlns:a="http://schemas.openxmlformats.org/drawingml/2006/main">
              <a:ext uri="{FF2B5EF4-FFF2-40B4-BE49-F238E27FC236}">
                <a16:creationId xmlns:a16="http://schemas.microsoft.com/office/drawing/2014/main" id="{37BAA1D6-A886-461C-BAF7-14A31A35D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可逆優先</a:t>
            </a:r>
          </a:p>
        </p:txBody>
      </p:sp>
      <p:sp>
        <p:nvSpPr>
          <p:cNvPr id="21" name="text-1491">
            <a:extLst xmlns:a="http://schemas.openxmlformats.org/drawingml/2006/main">
              <a:ext uri="{FF2B5EF4-FFF2-40B4-BE49-F238E27FC236}">
                <a16:creationId xmlns:a16="http://schemas.microsoft.com/office/drawing/2014/main" id="{F13B16F6-5C66-451C-A7EB-72C0EAC4E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先分析、預覽、備份；發布、刪除與改權限需要明確確認。</a:t>
            </a:r>
          </a:p>
        </p:txBody>
      </p:sp>
      <p:sp>
        <p:nvSpPr>
          <p:cNvPr id="22" name="text-1606">
            <a:extLst xmlns:a="http://schemas.openxmlformats.org/drawingml/2006/main">
              <a:ext uri="{FF2B5EF4-FFF2-40B4-BE49-F238E27FC236}">
                <a16:creationId xmlns:a16="http://schemas.microsoft.com/office/drawing/2014/main" id="{6B7483E2-8B20-4A77-8132-968A3D8D8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04946da25c243a9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e4fb2cb337a4e7d"/>
              </a:rPr>
              <a:t>Codex ↗</a:t>
            </a:r>
          </a:p>
        </p:txBody>
      </p:sp>
      <p:sp>
        <p:nvSpPr>
          <p:cNvPr id="23" name="shape-1687">
            <a:extLst xmlns:a="http://schemas.openxmlformats.org/drawingml/2006/main">
              <a:ext uri="{FF2B5EF4-FFF2-40B4-BE49-F238E27FC236}">
                <a16:creationId xmlns:a16="http://schemas.microsoft.com/office/drawing/2014/main" id="{4D7F9D0B-0196-47FE-A939-B55BB2438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240155d88d4d30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688">
            <a:extLst xmlns:a="http://schemas.openxmlformats.org/drawingml/2006/main">
              <a:ext uri="{FF2B5EF4-FFF2-40B4-BE49-F238E27FC236}">
                <a16:creationId xmlns:a16="http://schemas.microsoft.com/office/drawing/2014/main" id="{AFD1E214-57FC-46E3-9C71-01F8E34A9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26167f9e764b60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689">
            <a:extLst xmlns:a="http://schemas.openxmlformats.org/drawingml/2006/main">
              <a:ext uri="{FF2B5EF4-FFF2-40B4-BE49-F238E27FC236}">
                <a16:creationId xmlns:a16="http://schemas.microsoft.com/office/drawing/2014/main" id="{B06AF537-1F93-4612-9698-242B96B69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80219059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492">
            <a:extLst xmlns:a="http://schemas.openxmlformats.org/drawingml/2006/main">
              <a:ext uri="{FF2B5EF4-FFF2-40B4-BE49-F238E27FC236}">
                <a16:creationId xmlns:a16="http://schemas.microsoft.com/office/drawing/2014/main" id="{4A8CDE1B-CFDA-4989-8804-8E0075149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93577BA-E56B-4E2C-B529-EE620166D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整合挑戰｜讓 Agent 完成可驗證的教學成果</a:t>
            </a:r>
          </a:p>
        </p:txBody>
      </p:sp>
      <p:cxnSp>
        <p:nvCxnSpPr>
          <p:cNvPr id="27" name="shape-149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494">
            <a:extLst xmlns:a="http://schemas.openxmlformats.org/drawingml/2006/main">
              <a:ext uri="{FF2B5EF4-FFF2-40B4-BE49-F238E27FC236}">
                <a16:creationId xmlns:a16="http://schemas.microsoft.com/office/drawing/2014/main" id="{0A7DB277-8692-4714-A7E0-7C6DA65D8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8C71639-FC5F-40B8-B15B-FD69E10DF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41</a:t>
            </a:r>
          </a:p>
        </p:txBody>
      </p:sp>
      <p:sp>
        <p:nvSpPr>
          <p:cNvPr id="6" name="text-1495">
            <a:extLst xmlns:a="http://schemas.openxmlformats.org/drawingml/2006/main">
              <a:ext uri="{FF2B5EF4-FFF2-40B4-BE49-F238E27FC236}">
                <a16:creationId xmlns:a16="http://schemas.microsoft.com/office/drawing/2014/main" id="{01CD4E3F-4B92-4618-8225-3782DF051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15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496">
            <a:extLst xmlns:a="http://schemas.openxmlformats.org/drawingml/2006/main">
              <a:ext uri="{FF2B5EF4-FFF2-40B4-BE49-F238E27FC236}">
                <a16:creationId xmlns:a16="http://schemas.microsoft.com/office/drawing/2014/main" id="{46E74593-041C-4594-9E47-5E874428F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497">
            <a:extLst xmlns:a="http://schemas.openxmlformats.org/drawingml/2006/main">
              <a:ext uri="{FF2B5EF4-FFF2-40B4-BE49-F238E27FC236}">
                <a16:creationId xmlns:a16="http://schemas.microsoft.com/office/drawing/2014/main" id="{C511E163-85A1-44B3-9F7C-8A9A3317A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498">
            <a:extLst xmlns:a="http://schemas.openxmlformats.org/drawingml/2006/main">
              <a:ext uri="{FF2B5EF4-FFF2-40B4-BE49-F238E27FC236}">
                <a16:creationId xmlns:a16="http://schemas.microsoft.com/office/drawing/2014/main" id="{4E8F89E9-4105-44D9-8059-23513BD10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啟用剛完成的 Skill</a:t>
            </a:r>
          </a:p>
        </p:txBody>
      </p:sp>
      <p:sp>
        <p:nvSpPr>
          <p:cNvPr id="10" name="text-1499">
            <a:extLst xmlns:a="http://schemas.openxmlformats.org/drawingml/2006/main">
              <a:ext uri="{FF2B5EF4-FFF2-40B4-BE49-F238E27FC236}">
                <a16:creationId xmlns:a16="http://schemas.microsoft.com/office/drawing/2014/main" id="{36D0DC9C-C6A6-4B8E-84D0-38EDABF07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500">
            <a:extLst xmlns:a="http://schemas.openxmlformats.org/drawingml/2006/main">
              <a:ext uri="{FF2B5EF4-FFF2-40B4-BE49-F238E27FC236}">
                <a16:creationId xmlns:a16="http://schemas.microsoft.com/office/drawing/2014/main" id="{E5FFA9EC-B2B5-42B1-A2B0-FADA1AB99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對上午作品或合成資料提出一項真實任務</a:t>
            </a:r>
          </a:p>
        </p:txBody>
      </p:sp>
      <p:sp>
        <p:nvSpPr>
          <p:cNvPr id="12" name="text-1501">
            <a:extLst xmlns:a="http://schemas.openxmlformats.org/drawingml/2006/main">
              <a:ext uri="{FF2B5EF4-FFF2-40B4-BE49-F238E27FC236}">
                <a16:creationId xmlns:a16="http://schemas.microsoft.com/office/drawing/2014/main" id="{82E02C6B-F190-42D1-BA03-F25291BF0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502">
            <a:extLst xmlns:a="http://schemas.openxmlformats.org/drawingml/2006/main">
              <a:ext uri="{FF2B5EF4-FFF2-40B4-BE49-F238E27FC236}">
                <a16:creationId xmlns:a16="http://schemas.microsoft.com/office/drawing/2014/main" id="{2D0F26EA-E46F-467E-84E4-72F8655EE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要求 Agent 實作並驗證</a:t>
            </a:r>
          </a:p>
        </p:txBody>
      </p:sp>
      <p:sp>
        <p:nvSpPr>
          <p:cNvPr id="14" name="text-1503">
            <a:extLst xmlns:a="http://schemas.openxmlformats.org/drawingml/2006/main">
              <a:ext uri="{FF2B5EF4-FFF2-40B4-BE49-F238E27FC236}">
                <a16:creationId xmlns:a16="http://schemas.microsoft.com/office/drawing/2014/main" id="{5EA22E36-D5F9-4F26-9926-D2FC97AD4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504">
            <a:extLst xmlns:a="http://schemas.openxmlformats.org/drawingml/2006/main">
              <a:ext uri="{FF2B5EF4-FFF2-40B4-BE49-F238E27FC236}">
                <a16:creationId xmlns:a16="http://schemas.microsoft.com/office/drawing/2014/main" id="{D73FB4B5-10FA-4C32-AF8F-C31BCF208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準備 90 秒成果與證據</a:t>
            </a:r>
          </a:p>
        </p:txBody>
      </p:sp>
      <p:sp>
        <p:nvSpPr>
          <p:cNvPr id="16" name="shape-1505">
            <a:extLst xmlns:a="http://schemas.openxmlformats.org/drawingml/2006/main">
              <a:ext uri="{FF2B5EF4-FFF2-40B4-BE49-F238E27FC236}">
                <a16:creationId xmlns:a16="http://schemas.microsoft.com/office/drawing/2014/main" id="{ADC1BD35-97FC-4D6E-83AE-0D7B32075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506">
            <a:extLst xmlns:a="http://schemas.openxmlformats.org/drawingml/2006/main">
              <a:ext uri="{FF2B5EF4-FFF2-40B4-BE49-F238E27FC236}">
                <a16:creationId xmlns:a16="http://schemas.microsoft.com/office/drawing/2014/main" id="{8195E789-1770-4D61-BD4E-BFFBAC373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507">
            <a:extLst xmlns:a="http://schemas.openxmlformats.org/drawingml/2006/main">
              <a:ext uri="{FF2B5EF4-FFF2-40B4-BE49-F238E27FC236}">
                <a16:creationId xmlns:a16="http://schemas.microsoft.com/office/drawing/2014/main" id="{07165821-A468-48C0-98DA-A8C89ABC8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Skill 有被正確觸發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成果可開啟或可檢查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至少一個驗證證據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說明一項人工決定</a:t>
            </a:r>
          </a:p>
        </p:txBody>
      </p:sp>
      <p:sp>
        <p:nvSpPr>
          <p:cNvPr id="19" name="text-1607">
            <a:extLst xmlns:a="http://schemas.openxmlformats.org/drawingml/2006/main">
              <a:ext uri="{FF2B5EF4-FFF2-40B4-BE49-F238E27FC236}">
                <a16:creationId xmlns:a16="http://schemas.microsoft.com/office/drawing/2014/main" id="{32B3D22D-30A3-477E-86EE-51064D937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d183455638a470b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6f70c89c26a4f17"/>
              </a:rPr>
              <a:t>Codex ↗</a:t>
            </a:r>
          </a:p>
        </p:txBody>
      </p:sp>
      <p:sp>
        <p:nvSpPr>
          <p:cNvPr id="20" name="shape-1690">
            <a:extLst xmlns:a="http://schemas.openxmlformats.org/drawingml/2006/main">
              <a:ext uri="{FF2B5EF4-FFF2-40B4-BE49-F238E27FC236}">
                <a16:creationId xmlns:a16="http://schemas.microsoft.com/office/drawing/2014/main" id="{91B2D415-D32A-4545-8D3B-08826FB0C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9bd488497945c7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1691">
            <a:extLst xmlns:a="http://schemas.openxmlformats.org/drawingml/2006/main">
              <a:ext uri="{FF2B5EF4-FFF2-40B4-BE49-F238E27FC236}">
                <a16:creationId xmlns:a16="http://schemas.microsoft.com/office/drawing/2014/main" id="{A83131B6-EFA1-4911-80A0-9A8334CB8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ff6f4f70b9458b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1692">
            <a:extLst xmlns:a="http://schemas.openxmlformats.org/drawingml/2006/main">
              <a:ext uri="{FF2B5EF4-FFF2-40B4-BE49-F238E27FC236}">
                <a16:creationId xmlns:a16="http://schemas.microsoft.com/office/drawing/2014/main" id="{9A54BB45-AD98-4964-9E99-7A537847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461848900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508">
            <a:extLst xmlns:a="http://schemas.openxmlformats.org/drawingml/2006/main">
              <a:ext uri="{FF2B5EF4-FFF2-40B4-BE49-F238E27FC236}">
                <a16:creationId xmlns:a16="http://schemas.microsoft.com/office/drawing/2014/main" id="{5D18BE8C-073E-466C-AC78-2CA7924DE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PEER REVIEW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D706EB1-5682-4CDD-A15C-D37D0FCCB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同儕回饋只看四件事</a:t>
            </a:r>
          </a:p>
        </p:txBody>
      </p:sp>
      <p:cxnSp>
        <p:nvCxnSpPr>
          <p:cNvPr id="30" name="shape-150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510">
            <a:extLst xmlns:a="http://schemas.openxmlformats.org/drawingml/2006/main">
              <a:ext uri="{FF2B5EF4-FFF2-40B4-BE49-F238E27FC236}">
                <a16:creationId xmlns:a16="http://schemas.microsoft.com/office/drawing/2014/main" id="{DDC5D037-56AF-4C2B-8074-F90A68549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12F7C53-EE40-4474-8A82-7ABF7E062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42</a:t>
            </a:r>
          </a:p>
        </p:txBody>
      </p:sp>
      <p:sp>
        <p:nvSpPr>
          <p:cNvPr id="6" name="shape-1511">
            <a:extLst xmlns:a="http://schemas.openxmlformats.org/drawingml/2006/main">
              <a:ext uri="{FF2B5EF4-FFF2-40B4-BE49-F238E27FC236}">
                <a16:creationId xmlns:a16="http://schemas.microsoft.com/office/drawing/2014/main" id="{C1D3A82C-348F-4C37-891E-DA2B5F289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512">
            <a:extLst xmlns:a="http://schemas.openxmlformats.org/drawingml/2006/main">
              <a:ext uri="{FF2B5EF4-FFF2-40B4-BE49-F238E27FC236}">
                <a16:creationId xmlns:a16="http://schemas.microsoft.com/office/drawing/2014/main" id="{216D4E19-A4A3-40AF-8060-E3FF64A55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513">
            <a:extLst xmlns:a="http://schemas.openxmlformats.org/drawingml/2006/main">
              <a:ext uri="{FF2B5EF4-FFF2-40B4-BE49-F238E27FC236}">
                <a16:creationId xmlns:a16="http://schemas.microsoft.com/office/drawing/2014/main" id="{C0B94E24-9870-4A70-AB22-03588E016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價值</a:t>
            </a:r>
          </a:p>
        </p:txBody>
      </p:sp>
      <p:sp>
        <p:nvSpPr>
          <p:cNvPr id="9" name="text-1514">
            <a:extLst xmlns:a="http://schemas.openxmlformats.org/drawingml/2006/main">
              <a:ext uri="{FF2B5EF4-FFF2-40B4-BE49-F238E27FC236}">
                <a16:creationId xmlns:a16="http://schemas.microsoft.com/office/drawing/2014/main" id="{FE4147B3-40ED-4B7E-8ED4-6076EA146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這個 Agent 任務是否解決真實教學問題？</a:t>
            </a:r>
          </a:p>
        </p:txBody>
      </p:sp>
      <p:sp>
        <p:nvSpPr>
          <p:cNvPr id="10" name="shape-1515">
            <a:extLst xmlns:a="http://schemas.openxmlformats.org/drawingml/2006/main">
              <a:ext uri="{FF2B5EF4-FFF2-40B4-BE49-F238E27FC236}">
                <a16:creationId xmlns:a16="http://schemas.microsoft.com/office/drawing/2014/main" id="{CDF69364-94C7-40A4-9FC2-6DF479D51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516">
            <a:extLst xmlns:a="http://schemas.openxmlformats.org/drawingml/2006/main">
              <a:ext uri="{FF2B5EF4-FFF2-40B4-BE49-F238E27FC236}">
                <a16:creationId xmlns:a16="http://schemas.microsoft.com/office/drawing/2014/main" id="{543AC816-9BED-4B8F-AC82-CD91C469B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517">
            <a:extLst xmlns:a="http://schemas.openxmlformats.org/drawingml/2006/main">
              <a:ext uri="{FF2B5EF4-FFF2-40B4-BE49-F238E27FC236}">
                <a16:creationId xmlns:a16="http://schemas.microsoft.com/office/drawing/2014/main" id="{BA40A3E9-F37F-44E2-A2B5-EAFC60F31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清楚</a:t>
            </a:r>
          </a:p>
        </p:txBody>
      </p:sp>
      <p:sp>
        <p:nvSpPr>
          <p:cNvPr id="13" name="text-1518">
            <a:extLst xmlns:a="http://schemas.openxmlformats.org/drawingml/2006/main">
              <a:ext uri="{FF2B5EF4-FFF2-40B4-BE49-F238E27FC236}">
                <a16:creationId xmlns:a16="http://schemas.microsoft.com/office/drawing/2014/main" id="{F9C9CCE2-B4CF-402B-B2FC-06383C043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陌生人是否能理解 Skill 的觸發時機與流程？</a:t>
            </a:r>
          </a:p>
        </p:txBody>
      </p:sp>
      <p:sp>
        <p:nvSpPr>
          <p:cNvPr id="14" name="shape-1519">
            <a:extLst xmlns:a="http://schemas.openxmlformats.org/drawingml/2006/main">
              <a:ext uri="{FF2B5EF4-FFF2-40B4-BE49-F238E27FC236}">
                <a16:creationId xmlns:a16="http://schemas.microsoft.com/office/drawing/2014/main" id="{C1431B8B-CAC9-47BC-A5A9-33D40FA28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520">
            <a:extLst xmlns:a="http://schemas.openxmlformats.org/drawingml/2006/main">
              <a:ext uri="{FF2B5EF4-FFF2-40B4-BE49-F238E27FC236}">
                <a16:creationId xmlns:a16="http://schemas.microsoft.com/office/drawing/2014/main" id="{9B7702B5-4662-4A41-85D8-6C4BFACD4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521">
            <a:extLst xmlns:a="http://schemas.openxmlformats.org/drawingml/2006/main">
              <a:ext uri="{FF2B5EF4-FFF2-40B4-BE49-F238E27FC236}">
                <a16:creationId xmlns:a16="http://schemas.microsoft.com/office/drawing/2014/main" id="{3B2D810D-774A-41F1-A4E1-2D2150BAC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證據</a:t>
            </a:r>
          </a:p>
        </p:txBody>
      </p:sp>
      <p:sp>
        <p:nvSpPr>
          <p:cNvPr id="17" name="text-1522">
            <a:extLst xmlns:a="http://schemas.openxmlformats.org/drawingml/2006/main">
              <a:ext uri="{FF2B5EF4-FFF2-40B4-BE49-F238E27FC236}">
                <a16:creationId xmlns:a16="http://schemas.microsoft.com/office/drawing/2014/main" id="{EF94D5CC-3733-47AF-9929-04662497A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完成宣告是否有檔案、測試、畫面或引用支持？</a:t>
            </a:r>
          </a:p>
        </p:txBody>
      </p:sp>
      <p:sp>
        <p:nvSpPr>
          <p:cNvPr id="18" name="shape-1523">
            <a:extLst xmlns:a="http://schemas.openxmlformats.org/drawingml/2006/main">
              <a:ext uri="{FF2B5EF4-FFF2-40B4-BE49-F238E27FC236}">
                <a16:creationId xmlns:a16="http://schemas.microsoft.com/office/drawing/2014/main" id="{606A27B1-9090-4300-BDF8-565DE185F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524">
            <a:extLst xmlns:a="http://schemas.openxmlformats.org/drawingml/2006/main">
              <a:ext uri="{FF2B5EF4-FFF2-40B4-BE49-F238E27FC236}">
                <a16:creationId xmlns:a16="http://schemas.microsoft.com/office/drawing/2014/main" id="{3493A45D-3387-4957-AA1B-4B5724D67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525">
            <a:extLst xmlns:a="http://schemas.openxmlformats.org/drawingml/2006/main">
              <a:ext uri="{FF2B5EF4-FFF2-40B4-BE49-F238E27FC236}">
                <a16:creationId xmlns:a16="http://schemas.microsoft.com/office/drawing/2014/main" id="{916B06C0-4B87-4FE9-B7C8-A95EDA3D3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邊界</a:t>
            </a:r>
          </a:p>
        </p:txBody>
      </p:sp>
      <p:sp>
        <p:nvSpPr>
          <p:cNvPr id="21" name="text-1526">
            <a:extLst xmlns:a="http://schemas.openxmlformats.org/drawingml/2006/main">
              <a:ext uri="{FF2B5EF4-FFF2-40B4-BE49-F238E27FC236}">
                <a16:creationId xmlns:a16="http://schemas.microsoft.com/office/drawing/2014/main" id="{841FA043-4FDF-4708-87F6-10AD18B4E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是否知道哪些動作需確認、哪些結果仍未確認？</a:t>
            </a:r>
          </a:p>
        </p:txBody>
      </p:sp>
      <p:sp>
        <p:nvSpPr>
          <p:cNvPr id="22" name="text-1608">
            <a:extLst xmlns:a="http://schemas.openxmlformats.org/drawingml/2006/main">
              <a:ext uri="{FF2B5EF4-FFF2-40B4-BE49-F238E27FC236}">
                <a16:creationId xmlns:a16="http://schemas.microsoft.com/office/drawing/2014/main" id="{5A58832E-4962-4102-AC94-10F425C6E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562404272ce40b5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6c6c0f7a67c4696"/>
              </a:rPr>
              <a:t>Codex ↗</a:t>
            </a:r>
          </a:p>
        </p:txBody>
      </p:sp>
      <p:sp>
        <p:nvSpPr>
          <p:cNvPr id="23" name="shape-1693">
            <a:extLst xmlns:a="http://schemas.openxmlformats.org/drawingml/2006/main">
              <a:ext uri="{FF2B5EF4-FFF2-40B4-BE49-F238E27FC236}">
                <a16:creationId xmlns:a16="http://schemas.microsoft.com/office/drawing/2014/main" id="{9BEF971A-33C2-4465-A069-E0FD93DB4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1314ce189d4d57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694">
            <a:extLst xmlns:a="http://schemas.openxmlformats.org/drawingml/2006/main">
              <a:ext uri="{FF2B5EF4-FFF2-40B4-BE49-F238E27FC236}">
                <a16:creationId xmlns:a16="http://schemas.microsoft.com/office/drawing/2014/main" id="{ED11DD10-5322-4663-A594-39A303A5A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b3c2c524534d0b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695">
            <a:extLst xmlns:a="http://schemas.openxmlformats.org/drawingml/2006/main">
              <a:ext uri="{FF2B5EF4-FFF2-40B4-BE49-F238E27FC236}">
                <a16:creationId xmlns:a16="http://schemas.microsoft.com/office/drawing/2014/main" id="{97483D3C-14CA-4283-B680-303431405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278082082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ext-1527">
            <a:extLst xmlns:a="http://schemas.openxmlformats.org/drawingml/2006/main">
              <a:ext uri="{FF2B5EF4-FFF2-40B4-BE49-F238E27FC236}">
                <a16:creationId xmlns:a16="http://schemas.microsoft.com/office/drawing/2014/main" id="{2AB7D210-BF27-4C23-819D-2A12ACDB3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NEXT 30 DAYS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956F005-4810-4084-9684-B50CC2D18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30 天導入計畫：小步驗證，留下可重用資產</a:t>
            </a:r>
          </a:p>
        </p:txBody>
      </p:sp>
      <p:cxnSp>
        <p:nvCxnSpPr>
          <p:cNvPr id="35" name="shape-152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529">
            <a:extLst xmlns:a="http://schemas.openxmlformats.org/drawingml/2006/main">
              <a:ext uri="{FF2B5EF4-FFF2-40B4-BE49-F238E27FC236}">
                <a16:creationId xmlns:a16="http://schemas.microsoft.com/office/drawing/2014/main" id="{C7DFD5E1-8552-4540-A1D6-926C00B13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A4F8DC2-B632-4A47-86A7-B03117EB0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43</a:t>
            </a:r>
          </a:p>
        </p:txBody>
      </p:sp>
      <p:cxnSp>
        <p:nvCxnSpPr>
          <p:cNvPr id="38" name="shape-1530"/>
          <p:cNvCxnSpPr/>
          <p:nvPr/>
        </p:nvCxnSpPr>
        <p:spPr>
          <a:xfrm xmlns:a="http://schemas.openxmlformats.org/drawingml/2006/main">
            <a:off x="876300" y="3143250"/>
            <a:ext cx="10401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shape-1531">
            <a:extLst xmlns:a="http://schemas.openxmlformats.org/drawingml/2006/main">
              <a:ext uri="{FF2B5EF4-FFF2-40B4-BE49-F238E27FC236}">
                <a16:creationId xmlns:a16="http://schemas.microsoft.com/office/drawing/2014/main" id="{90EB84C3-B93B-46E8-8775-B305CF4FA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532">
            <a:extLst xmlns:a="http://schemas.openxmlformats.org/drawingml/2006/main">
              <a:ext uri="{FF2B5EF4-FFF2-40B4-BE49-F238E27FC236}">
                <a16:creationId xmlns:a16="http://schemas.microsoft.com/office/drawing/2014/main" id="{C252689A-A797-4943-A2D1-9F17D62B2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1 週</a:t>
            </a:r>
          </a:p>
        </p:txBody>
      </p:sp>
      <p:sp>
        <p:nvSpPr>
          <p:cNvPr id="9" name="text-1533">
            <a:extLst xmlns:a="http://schemas.openxmlformats.org/drawingml/2006/main">
              <a:ext uri="{FF2B5EF4-FFF2-40B4-BE49-F238E27FC236}">
                <a16:creationId xmlns:a16="http://schemas.microsoft.com/office/drawing/2014/main" id="{127FEE9A-E037-4727-A0EF-A9CDCAD2F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選任務</a:t>
            </a:r>
          </a:p>
        </p:txBody>
      </p:sp>
      <p:sp>
        <p:nvSpPr>
          <p:cNvPr id="10" name="text-1534">
            <a:extLst xmlns:a="http://schemas.openxmlformats.org/drawingml/2006/main">
              <a:ext uri="{FF2B5EF4-FFF2-40B4-BE49-F238E27FC236}">
                <a16:creationId xmlns:a16="http://schemas.microsoft.com/office/drawing/2014/main" id="{AD443357-2DDB-435A-B062-7791F3C2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高頻、耗時、可驗證</a:t>
            </a:r>
          </a:p>
        </p:txBody>
      </p:sp>
      <p:sp>
        <p:nvSpPr>
          <p:cNvPr id="11" name="shape-1535">
            <a:extLst xmlns:a="http://schemas.openxmlformats.org/drawingml/2006/main">
              <a:ext uri="{FF2B5EF4-FFF2-40B4-BE49-F238E27FC236}">
                <a16:creationId xmlns:a16="http://schemas.microsoft.com/office/drawing/2014/main" id="{E58A7BF3-6EFF-40B4-A7C1-E8408357C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1536">
            <a:extLst xmlns:a="http://schemas.openxmlformats.org/drawingml/2006/main">
              <a:ext uri="{FF2B5EF4-FFF2-40B4-BE49-F238E27FC236}">
                <a16:creationId xmlns:a16="http://schemas.microsoft.com/office/drawing/2014/main" id="{10B66AF2-A851-4EF6-9364-E18B8AEA8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2 週</a:t>
            </a:r>
          </a:p>
        </p:txBody>
      </p:sp>
      <p:sp>
        <p:nvSpPr>
          <p:cNvPr id="13" name="text-1537">
            <a:extLst xmlns:a="http://schemas.openxmlformats.org/drawingml/2006/main">
              <a:ext uri="{FF2B5EF4-FFF2-40B4-BE49-F238E27FC236}">
                <a16:creationId xmlns:a16="http://schemas.microsoft.com/office/drawing/2014/main" id="{3FA97923-34A2-45DE-A638-2C803895F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試流程</a:t>
            </a:r>
          </a:p>
        </p:txBody>
      </p:sp>
      <p:sp>
        <p:nvSpPr>
          <p:cNvPr id="14" name="text-1538">
            <a:extLst xmlns:a="http://schemas.openxmlformats.org/drawingml/2006/main">
              <a:ext uri="{FF2B5EF4-FFF2-40B4-BE49-F238E27FC236}">
                <a16:creationId xmlns:a16="http://schemas.microsoft.com/office/drawing/2014/main" id="{A86A4057-0F25-4D63-8EAF-976A76A88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自己跑 3 次</a:t>
            </a:r>
          </a:p>
        </p:txBody>
      </p:sp>
      <p:sp>
        <p:nvSpPr>
          <p:cNvPr id="15" name="shape-1539">
            <a:extLst xmlns:a="http://schemas.openxmlformats.org/drawingml/2006/main">
              <a:ext uri="{FF2B5EF4-FFF2-40B4-BE49-F238E27FC236}">
                <a16:creationId xmlns:a16="http://schemas.microsoft.com/office/drawing/2014/main" id="{12675B48-CFC5-4870-B763-D97F08E6F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1540">
            <a:extLst xmlns:a="http://schemas.openxmlformats.org/drawingml/2006/main">
              <a:ext uri="{FF2B5EF4-FFF2-40B4-BE49-F238E27FC236}">
                <a16:creationId xmlns:a16="http://schemas.microsoft.com/office/drawing/2014/main" id="{B6DE79B0-FC13-4B36-A7DD-B26F0EF73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3 週</a:t>
            </a:r>
          </a:p>
        </p:txBody>
      </p:sp>
      <p:sp>
        <p:nvSpPr>
          <p:cNvPr id="17" name="text-1541">
            <a:extLst xmlns:a="http://schemas.openxmlformats.org/drawingml/2006/main">
              <a:ext uri="{FF2B5EF4-FFF2-40B4-BE49-F238E27FC236}">
                <a16:creationId xmlns:a16="http://schemas.microsoft.com/office/drawing/2014/main" id="{A4104556-0432-4A67-96D1-FA4D148FE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給同儕</a:t>
            </a:r>
          </a:p>
        </p:txBody>
      </p:sp>
      <p:sp>
        <p:nvSpPr>
          <p:cNvPr id="18" name="text-1542">
            <a:extLst xmlns:a="http://schemas.openxmlformats.org/drawingml/2006/main">
              <a:ext uri="{FF2B5EF4-FFF2-40B4-BE49-F238E27FC236}">
                <a16:creationId xmlns:a16="http://schemas.microsoft.com/office/drawing/2014/main" id="{AD63B259-AA40-4103-897C-A00EAD2B8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找 1 人盲測</a:t>
            </a:r>
          </a:p>
        </p:txBody>
      </p:sp>
      <p:sp>
        <p:nvSpPr>
          <p:cNvPr id="19" name="shape-1543">
            <a:extLst xmlns:a="http://schemas.openxmlformats.org/drawingml/2006/main">
              <a:ext uri="{FF2B5EF4-FFF2-40B4-BE49-F238E27FC236}">
                <a16:creationId xmlns:a16="http://schemas.microsoft.com/office/drawing/2014/main" id="{D01543F4-7B8B-4CC9-87F9-32F8B7B36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544">
            <a:extLst xmlns:a="http://schemas.openxmlformats.org/drawingml/2006/main">
              <a:ext uri="{FF2B5EF4-FFF2-40B4-BE49-F238E27FC236}">
                <a16:creationId xmlns:a16="http://schemas.microsoft.com/office/drawing/2014/main" id="{0B3A019E-4FFD-47AF-BB21-100711690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4 週</a:t>
            </a:r>
          </a:p>
        </p:txBody>
      </p:sp>
      <p:sp>
        <p:nvSpPr>
          <p:cNvPr id="21" name="text-1545">
            <a:extLst xmlns:a="http://schemas.openxmlformats.org/drawingml/2006/main">
              <a:ext uri="{FF2B5EF4-FFF2-40B4-BE49-F238E27FC236}">
                <a16:creationId xmlns:a16="http://schemas.microsoft.com/office/drawing/2014/main" id="{DF82F269-3255-4435-BF96-17D5C5403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修 Skill</a:t>
            </a:r>
          </a:p>
        </p:txBody>
      </p:sp>
      <p:sp>
        <p:nvSpPr>
          <p:cNvPr id="22" name="text-1546">
            <a:extLst xmlns:a="http://schemas.openxmlformats.org/drawingml/2006/main">
              <a:ext uri="{FF2B5EF4-FFF2-40B4-BE49-F238E27FC236}">
                <a16:creationId xmlns:a16="http://schemas.microsoft.com/office/drawing/2014/main" id="{D39090F5-3DA3-4BAD-8698-2E9F309BE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補規則與範例</a:t>
            </a:r>
          </a:p>
        </p:txBody>
      </p:sp>
      <p:sp>
        <p:nvSpPr>
          <p:cNvPr id="23" name="shape-1547">
            <a:extLst xmlns:a="http://schemas.openxmlformats.org/drawingml/2006/main">
              <a:ext uri="{FF2B5EF4-FFF2-40B4-BE49-F238E27FC236}">
                <a16:creationId xmlns:a16="http://schemas.microsoft.com/office/drawing/2014/main" id="{92A876EA-B130-4A91-A37A-EE3AC76D8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1548">
            <a:extLst xmlns:a="http://schemas.openxmlformats.org/drawingml/2006/main">
              <a:ext uri="{FF2B5EF4-FFF2-40B4-BE49-F238E27FC236}">
                <a16:creationId xmlns:a16="http://schemas.microsoft.com/office/drawing/2014/main" id="{4EE18D63-A873-473E-92B8-34B01A181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30 天</a:t>
            </a:r>
          </a:p>
        </p:txBody>
      </p:sp>
      <p:sp>
        <p:nvSpPr>
          <p:cNvPr id="25" name="text-1549">
            <a:extLst xmlns:a="http://schemas.openxmlformats.org/drawingml/2006/main">
              <a:ext uri="{FF2B5EF4-FFF2-40B4-BE49-F238E27FC236}">
                <a16:creationId xmlns:a16="http://schemas.microsoft.com/office/drawing/2014/main" id="{EC6F3BDF-E0DA-4781-BF09-FA0A09BA2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決定</a:t>
            </a:r>
          </a:p>
        </p:txBody>
      </p:sp>
      <p:sp>
        <p:nvSpPr>
          <p:cNvPr id="26" name="text-1550">
            <a:extLst xmlns:a="http://schemas.openxmlformats.org/drawingml/2006/main">
              <a:ext uri="{FF2B5EF4-FFF2-40B4-BE49-F238E27FC236}">
                <a16:creationId xmlns:a16="http://schemas.microsoft.com/office/drawing/2014/main" id="{7AC9DB09-B040-418F-8F52-2393CF63A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採用、修改或淘汰</a:t>
            </a:r>
          </a:p>
        </p:txBody>
      </p:sp>
      <p:sp>
        <p:nvSpPr>
          <p:cNvPr id="27" name="text-1609">
            <a:extLst xmlns:a="http://schemas.openxmlformats.org/drawingml/2006/main">
              <a:ext uri="{FF2B5EF4-FFF2-40B4-BE49-F238E27FC236}">
                <a16:creationId xmlns:a16="http://schemas.microsoft.com/office/drawing/2014/main" id="{C4005CDB-2D8E-4F24-BE88-F4CD67B81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5896cee437c4511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2fac74b69e74c3a"/>
              </a:rPr>
              <a:t>Codex ↗</a:t>
            </a:r>
          </a:p>
        </p:txBody>
      </p:sp>
      <p:sp>
        <p:nvSpPr>
          <p:cNvPr id="28" name="shape-1696">
            <a:extLst xmlns:a="http://schemas.openxmlformats.org/drawingml/2006/main">
              <a:ext uri="{FF2B5EF4-FFF2-40B4-BE49-F238E27FC236}">
                <a16:creationId xmlns:a16="http://schemas.microsoft.com/office/drawing/2014/main" id="{71D33F2C-B152-4D10-8800-E60A27416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5e129076aa4d5c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0" name="text-1697">
            <a:extLst xmlns:a="http://schemas.openxmlformats.org/drawingml/2006/main">
              <a:ext uri="{FF2B5EF4-FFF2-40B4-BE49-F238E27FC236}">
                <a16:creationId xmlns:a16="http://schemas.microsoft.com/office/drawing/2014/main" id="{DC096ABE-5E87-4DA4-94BB-375263960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072bbb67ac4d98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2" name="text-1698">
            <a:extLst xmlns:a="http://schemas.openxmlformats.org/drawingml/2006/main">
              <a:ext uri="{FF2B5EF4-FFF2-40B4-BE49-F238E27FC236}">
                <a16:creationId xmlns:a16="http://schemas.microsoft.com/office/drawing/2014/main" id="{38E34D26-6DF7-4057-9F79-117FB74F8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604345725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text-1551">
            <a:extLst xmlns:a="http://schemas.openxmlformats.org/drawingml/2006/main">
              <a:ext uri="{FF2B5EF4-FFF2-40B4-BE49-F238E27FC236}">
                <a16:creationId xmlns:a16="http://schemas.microsoft.com/office/drawing/2014/main" id="{C1BCA596-8A73-499C-84B4-8926ADC9C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BOOKMARKS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A7C1421-9C95-41C0-B5AC-D80908C26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下午資源書籤</a:t>
            </a:r>
          </a:p>
        </p:txBody>
      </p:sp>
      <p:cxnSp>
        <p:nvCxnSpPr>
          <p:cNvPr id="37" name="shape-155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553">
            <a:extLst xmlns:a="http://schemas.openxmlformats.org/drawingml/2006/main">
              <a:ext uri="{FF2B5EF4-FFF2-40B4-BE49-F238E27FC236}">
                <a16:creationId xmlns:a16="http://schemas.microsoft.com/office/drawing/2014/main" id="{AFB5F17D-9EBA-4A1B-A447-29B20D692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51EFD3E-1739-480A-9BD2-6A5A3677E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44</a:t>
            </a:r>
          </a:p>
        </p:txBody>
      </p:sp>
      <p:sp>
        <p:nvSpPr>
          <p:cNvPr id="6" name="shape-1554">
            <a:extLst xmlns:a="http://schemas.openxmlformats.org/drawingml/2006/main">
              <a:ext uri="{FF2B5EF4-FFF2-40B4-BE49-F238E27FC236}">
                <a16:creationId xmlns:a16="http://schemas.microsoft.com/office/drawing/2014/main" id="{C32D94C3-4094-43BF-9320-E7DB108E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555">
            <a:extLst xmlns:a="http://schemas.openxmlformats.org/drawingml/2006/main">
              <a:ext uri="{FF2B5EF4-FFF2-40B4-BE49-F238E27FC236}">
                <a16:creationId xmlns:a16="http://schemas.microsoft.com/office/drawing/2014/main" id="{3113B437-31A1-4D89-BD67-4CB4D0B2D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研習資源導航（同資料夾）</a:t>
            </a:r>
          </a:p>
        </p:txBody>
      </p:sp>
      <p:sp>
        <p:nvSpPr>
          <p:cNvPr id="8" name="text-1556">
            <a:extLst xmlns:a="http://schemas.openxmlformats.org/drawingml/2006/main">
              <a:ext uri="{FF2B5EF4-FFF2-40B4-BE49-F238E27FC236}">
                <a16:creationId xmlns:a16="http://schemas.microsoft.com/office/drawing/2014/main" id="{EF15A01B-89DE-4C8C-8CA3-D5BEF9F56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73a5ee3ab63441bd"/>
              </a:rPr>
              <a:t>../START_HERE_研習資源導航.html</a:t>
            </a:r>
          </a:p>
        </p:txBody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33127c86cb4599"/>
          <a:stretch xmlns:a="http://schemas.openxmlformats.org/drawingml/2006/main"/>
        </p:blipFill>
        <p:spPr>
          <a:xfrm xmlns:a="http://schemas.openxmlformats.org/drawingml/2006/main">
            <a:off x="49530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0" name="shape-1557">
            <a:extLst xmlns:a="http://schemas.openxmlformats.org/drawingml/2006/main">
              <a:ext uri="{FF2B5EF4-FFF2-40B4-BE49-F238E27FC236}">
                <a16:creationId xmlns:a16="http://schemas.microsoft.com/office/drawing/2014/main" id="{8B9A5924-B63D-4914-B31E-6CC40C22D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558">
            <a:extLst xmlns:a="http://schemas.openxmlformats.org/drawingml/2006/main">
              <a:ext uri="{FF2B5EF4-FFF2-40B4-BE49-F238E27FC236}">
                <a16:creationId xmlns:a16="http://schemas.microsoft.com/office/drawing/2014/main" id="{97EE9B0C-9CB2-4110-88B0-A05C59046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 Google Antigravity</a:t>
            </a:r>
          </a:p>
        </p:txBody>
      </p:sp>
      <p:sp>
        <p:nvSpPr>
          <p:cNvPr id="12" name="text-1559">
            <a:extLst xmlns:a="http://schemas.openxmlformats.org/drawingml/2006/main">
              <a:ext uri="{FF2B5EF4-FFF2-40B4-BE49-F238E27FC236}">
                <a16:creationId xmlns:a16="http://schemas.microsoft.com/office/drawing/2014/main" id="{72C3C08B-395F-4AEE-84AF-931C3939E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af413ae4ad184292"/>
              </a:rPr>
              <a:t>https://antigravity.google/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5fe34799be4c2d"/>
          <a:stretch xmlns:a="http://schemas.openxmlformats.org/drawingml/2006/main"/>
        </p:blipFill>
        <p:spPr>
          <a:xfrm xmlns:a="http://schemas.openxmlformats.org/drawingml/2006/main">
            <a:off x="49530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4" name="shape-1560">
            <a:extLst xmlns:a="http://schemas.openxmlformats.org/drawingml/2006/main">
              <a:ext uri="{FF2B5EF4-FFF2-40B4-BE49-F238E27FC236}">
                <a16:creationId xmlns:a16="http://schemas.microsoft.com/office/drawing/2014/main" id="{DFFACCB4-7B0F-4813-8D91-AEE17E12B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561">
            <a:extLst xmlns:a="http://schemas.openxmlformats.org/drawingml/2006/main">
              <a:ext uri="{FF2B5EF4-FFF2-40B4-BE49-F238E27FC236}">
                <a16:creationId xmlns:a16="http://schemas.microsoft.com/office/drawing/2014/main" id="{0B17F6DD-1833-4ECD-A920-6C495B82A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 Codex</a:t>
            </a:r>
          </a:p>
        </p:txBody>
      </p:sp>
      <p:sp>
        <p:nvSpPr>
          <p:cNvPr id="16" name="text-1562">
            <a:extLst xmlns:a="http://schemas.openxmlformats.org/drawingml/2006/main">
              <a:ext uri="{FF2B5EF4-FFF2-40B4-BE49-F238E27FC236}">
                <a16:creationId xmlns:a16="http://schemas.microsoft.com/office/drawing/2014/main" id="{1535E376-E174-4DBF-B944-25BFE4D4E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02610059345f4976"/>
              </a:rPr>
              <a:t>https://chatgpt.com/codex/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75a64c982e4da3"/>
          <a:stretch xmlns:a="http://schemas.openxmlformats.org/drawingml/2006/main"/>
        </p:blipFill>
        <p:spPr>
          <a:xfrm xmlns:a="http://schemas.openxmlformats.org/drawingml/2006/main">
            <a:off x="49530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8" name="shape-1563">
            <a:extLst xmlns:a="http://schemas.openxmlformats.org/drawingml/2006/main">
              <a:ext uri="{FF2B5EF4-FFF2-40B4-BE49-F238E27FC236}">
                <a16:creationId xmlns:a16="http://schemas.microsoft.com/office/drawing/2014/main" id="{6DCB8945-8CE6-47B1-8703-9D4D80857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564">
            <a:extLst xmlns:a="http://schemas.openxmlformats.org/drawingml/2006/main">
              <a:ext uri="{FF2B5EF4-FFF2-40B4-BE49-F238E27FC236}">
                <a16:creationId xmlns:a16="http://schemas.microsoft.com/office/drawing/2014/main" id="{7AC02637-621D-4DDF-A786-5F1E63DA2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Skills 官方教學</a:t>
            </a:r>
          </a:p>
        </p:txBody>
      </p:sp>
      <p:sp>
        <p:nvSpPr>
          <p:cNvPr id="20" name="text-1565">
            <a:extLst xmlns:a="http://schemas.openxmlformats.org/drawingml/2006/main">
              <a:ext uri="{FF2B5EF4-FFF2-40B4-BE49-F238E27FC236}">
                <a16:creationId xmlns:a16="http://schemas.microsoft.com/office/drawing/2014/main" id="{868C23EA-4F1E-41D0-8B0D-AAB5019D2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61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153f328ae8c343f7"/>
              </a:rPr>
              <a:t>https://codelabs.developers.google.com/getting-started-with-antigravity-skills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7f0ea0e2ea4f47"/>
          <a:stretch xmlns:a="http://schemas.openxmlformats.org/drawingml/2006/main"/>
        </p:blipFill>
        <p:spPr>
          <a:xfrm xmlns:a="http://schemas.openxmlformats.org/drawingml/2006/main">
            <a:off x="49530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2" name="shape-1566">
            <a:extLst xmlns:a="http://schemas.openxmlformats.org/drawingml/2006/main">
              <a:ext uri="{FF2B5EF4-FFF2-40B4-BE49-F238E27FC236}">
                <a16:creationId xmlns:a16="http://schemas.microsoft.com/office/drawing/2014/main" id="{4378B5EF-8239-4066-B9B2-02FDD5137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3" name="text-1567">
            <a:extLst xmlns:a="http://schemas.openxmlformats.org/drawingml/2006/main">
              <a:ext uri="{FF2B5EF4-FFF2-40B4-BE49-F238E27FC236}">
                <a16:creationId xmlns:a16="http://schemas.microsoft.com/office/drawing/2014/main" id="{E9D737CB-30DD-44EA-9637-27A6FFCC7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提示詞快捷面板（同資料夾）</a:t>
            </a:r>
          </a:p>
        </p:txBody>
      </p:sp>
      <p:sp>
        <p:nvSpPr>
          <p:cNvPr id="24" name="text-1568">
            <a:extLst xmlns:a="http://schemas.openxmlformats.org/drawingml/2006/main">
              <a:ext uri="{FF2B5EF4-FFF2-40B4-BE49-F238E27FC236}">
                <a16:creationId xmlns:a16="http://schemas.microsoft.com/office/drawing/2014/main" id="{8F47C6B3-8C35-4826-87A7-1584DB08B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c6ed4cf92fdc4f99"/>
              </a:rPr>
              <a:t>../04_實作工具/提示詞快捷面板_研習用.html</a:t>
            </a:r>
          </a:p>
        </p:txBody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1c8db27e534880"/>
          <a:stretch xmlns:a="http://schemas.openxmlformats.org/drawingml/2006/main"/>
        </p:blipFill>
        <p:spPr>
          <a:xfrm xmlns:a="http://schemas.openxmlformats.org/drawingml/2006/main">
            <a:off x="105537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6" name="shape-1569">
            <a:extLst xmlns:a="http://schemas.openxmlformats.org/drawingml/2006/main">
              <a:ext uri="{FF2B5EF4-FFF2-40B4-BE49-F238E27FC236}">
                <a16:creationId xmlns:a16="http://schemas.microsoft.com/office/drawing/2014/main" id="{3BCEBE15-8C37-4DE2-8C41-49CA401B1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7" name="text-1570">
            <a:extLst xmlns:a="http://schemas.openxmlformats.org/drawingml/2006/main">
              <a:ext uri="{FF2B5EF4-FFF2-40B4-BE49-F238E27FC236}">
                <a16:creationId xmlns:a16="http://schemas.microsoft.com/office/drawing/2014/main" id="{F1B85048-1A35-4A92-B01F-BAA8F27B0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教育科技創新專區</a:t>
            </a:r>
          </a:p>
        </p:txBody>
      </p:sp>
      <p:sp>
        <p:nvSpPr>
          <p:cNvPr id="28" name="text-1571">
            <a:extLst xmlns:a="http://schemas.openxmlformats.org/drawingml/2006/main">
              <a:ext uri="{FF2B5EF4-FFF2-40B4-BE49-F238E27FC236}">
                <a16:creationId xmlns:a16="http://schemas.microsoft.com/office/drawing/2014/main" id="{312F8406-B989-4A5E-85DF-005F97FB6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9e8b6d92e94c466b"/>
              </a:rPr>
              <a:t>https://cagoooo.github.io/Akai/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3897b9d9f84b27"/>
          <a:stretch xmlns:a="http://schemas.openxmlformats.org/drawingml/2006/main"/>
        </p:blipFill>
        <p:spPr>
          <a:xfrm xmlns:a="http://schemas.openxmlformats.org/drawingml/2006/main">
            <a:off x="105537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0" name="shape-1572">
            <a:extLst xmlns:a="http://schemas.openxmlformats.org/drawingml/2006/main">
              <a:ext uri="{FF2B5EF4-FFF2-40B4-BE49-F238E27FC236}">
                <a16:creationId xmlns:a16="http://schemas.microsoft.com/office/drawing/2014/main" id="{995AFF39-51AA-4B2F-BDA3-1B28F5D28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31" name="text-1573">
            <a:extLst xmlns:a="http://schemas.openxmlformats.org/drawingml/2006/main">
              <a:ext uri="{FF2B5EF4-FFF2-40B4-BE49-F238E27FC236}">
                <a16:creationId xmlns:a16="http://schemas.microsoft.com/office/drawing/2014/main" id="{D46F84A6-C587-4D4A-836A-FBF2BA22C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PIRLS 2026 評分規劃</a:t>
            </a:r>
          </a:p>
        </p:txBody>
      </p:sp>
      <p:sp>
        <p:nvSpPr>
          <p:cNvPr id="32" name="text-1574">
            <a:extLst xmlns:a="http://schemas.openxmlformats.org/drawingml/2006/main">
              <a:ext uri="{FF2B5EF4-FFF2-40B4-BE49-F238E27FC236}">
                <a16:creationId xmlns:a16="http://schemas.microsoft.com/office/drawing/2014/main" id="{A653C7EA-4247-441F-8596-9C46B7240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9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994a9ea470154825"/>
              </a:rPr>
              <a:t>https://www.iea.nl/sites/default/files/2025-10/GA66_PIRLS%202026.pdf</a:t>
            </a:r>
          </a:p>
        </p:txBody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a8c7425afa4dd5"/>
          <a:stretch xmlns:a="http://schemas.openxmlformats.org/drawingml/2006/main"/>
        </p:blipFill>
        <p:spPr>
          <a:xfrm xmlns:a="http://schemas.openxmlformats.org/drawingml/2006/main">
            <a:off x="105537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4" name="text-1575">
            <a:extLst xmlns:a="http://schemas.openxmlformats.org/drawingml/2006/main">
              <a:ext uri="{FF2B5EF4-FFF2-40B4-BE49-F238E27FC236}">
                <a16:creationId xmlns:a16="http://schemas.microsoft.com/office/drawing/2014/main" id="{2096E91D-F8EB-44F5-BEBF-5423B7C22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43550"/>
            <a:ext cx="11163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2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2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好的教學與研究 Agent 不只會做事；它會在正確邊界內做事，並留下你能檢查的證據。</a:t>
            </a:r>
          </a:p>
        </p:txBody>
      </p:sp>
    </p:spTree>
    <p:extLst>
      <p:ext uri="{BB962C8B-B14F-4D97-AF65-F5344CB8AC3E}">
        <p14:creationId xmlns:p14="http://schemas.microsoft.com/office/powerpoint/2010/main" val="1438958971"/>
      </p:ext>
    </p:extLst>
  </p:cSld>
</p:sld>
</file>

<file path=ppt/theme/theme1.xml><?xml version="1.0" encoding="utf-8"?>
<a:theme xmlns:a="http://schemas.openxmlformats.org/drawingml/2006/main" name="ChatGPT">
  <a:themeElements>
    <a:clrScheme name="NCU Afternoon">
      <a:dk1>
        <a:srgbClr val="000000"/>
      </a:dk1>
      <a:lt1>
        <a:srgbClr val="FFFFFF"/>
      </a:lt1>
      <a:dk2>
        <a:srgbClr val="07131F"/>
      </a:dk2>
      <a:lt2>
        <a:srgbClr val="0C1E30"/>
      </a:lt2>
      <a:accent1>
        <a:srgbClr val="55A7FF"/>
      </a:accent1>
      <a:accent2>
        <a:srgbClr val="FF806D"/>
      </a:accent2>
      <a:accent3>
        <a:srgbClr val="2CD2C7"/>
      </a:accent3>
      <a:accent4>
        <a:srgbClr val="A78BFA"/>
      </a:accent4>
      <a:accent5>
        <a:srgbClr val="F5C451"/>
      </a:accent5>
      <a:accent6>
        <a:srgbClr val="37D48B"/>
      </a:accent6>
      <a:hlink>
        <a:srgbClr val="55A7FF"/>
      </a:hlink>
      <a:folHlink>
        <a:srgbClr val="A78BFA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Afterno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2026-08-13T03:47:12.1710000Z</dcterms:created>
  <dcterms:modified xsi:type="dcterms:W3CDTF">2026-08-13T03:47:12.1710000Z</dcterms:modified>
</coreProperties>
</file>