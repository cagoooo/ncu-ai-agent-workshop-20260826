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82fca64e964af0" /><Relationship Type="http://schemas.openxmlformats.org/officeDocument/2006/relationships/extended-properties" Target="/docProps/app.xml" Id="R6277847bca3d4de2" /><Relationship Type="http://schemas.openxmlformats.org/officeDocument/2006/relationships/officeDocument" Target="/ppt/presentation.xml" Id="R97872af41e5d4b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14d349b55744e4"/>
  </p:sldMasterIdLst>
  <p:notesMasterIdLst>
    <p:notesMasterId xmlns:r="http://schemas.openxmlformats.org/officeDocument/2006/relationships" r:id="R9d78c6195edd41db"/>
  </p:notesMasterIdLst>
  <p:sldIdLst>
    <p:sldId xmlns:r="http://schemas.openxmlformats.org/officeDocument/2006/relationships" id="256" r:id="Reaced1584bb540db"/>
    <p:sldId xmlns:r="http://schemas.openxmlformats.org/officeDocument/2006/relationships" id="257" r:id="Ra16697d8538248d7"/>
    <p:sldId xmlns:r="http://schemas.openxmlformats.org/officeDocument/2006/relationships" id="258" r:id="Ree192e74e11144ac"/>
    <p:sldId xmlns:r="http://schemas.openxmlformats.org/officeDocument/2006/relationships" id="259" r:id="Ra0fef1daadc84845"/>
    <p:sldId xmlns:r="http://schemas.openxmlformats.org/officeDocument/2006/relationships" id="260" r:id="R72ace51b1b5047d3"/>
    <p:sldId xmlns:r="http://schemas.openxmlformats.org/officeDocument/2006/relationships" id="261" r:id="Rc23ad993f964478d"/>
    <p:sldId xmlns:r="http://schemas.openxmlformats.org/officeDocument/2006/relationships" id="262" r:id="R1aed6eb06e8a42d2"/>
    <p:sldId xmlns:r="http://schemas.openxmlformats.org/officeDocument/2006/relationships" id="263" r:id="Rc984eed5cf93497f"/>
    <p:sldId xmlns:r="http://schemas.openxmlformats.org/officeDocument/2006/relationships" id="264" r:id="R9679b3565ca9434f"/>
    <p:sldId xmlns:r="http://schemas.openxmlformats.org/officeDocument/2006/relationships" id="265" r:id="R76d79c00d7304daf"/>
    <p:sldId xmlns:r="http://schemas.openxmlformats.org/officeDocument/2006/relationships" id="266" r:id="R8e79e4307c8e4f6b"/>
    <p:sldId xmlns:r="http://schemas.openxmlformats.org/officeDocument/2006/relationships" id="267" r:id="R4727f252182349b4"/>
    <p:sldId xmlns:r="http://schemas.openxmlformats.org/officeDocument/2006/relationships" id="268" r:id="Rae5a843332314809"/>
    <p:sldId xmlns:r="http://schemas.openxmlformats.org/officeDocument/2006/relationships" id="269" r:id="R5c76e636fa654007"/>
    <p:sldId xmlns:r="http://schemas.openxmlformats.org/officeDocument/2006/relationships" id="270" r:id="R787431c43b784546"/>
    <p:sldId xmlns:r="http://schemas.openxmlformats.org/officeDocument/2006/relationships" id="271" r:id="R83717c4581bb4be3"/>
    <p:sldId xmlns:r="http://schemas.openxmlformats.org/officeDocument/2006/relationships" id="272" r:id="Rb332ff3598074471"/>
    <p:sldId xmlns:r="http://schemas.openxmlformats.org/officeDocument/2006/relationships" id="273" r:id="R0fe1f57d181547e4"/>
    <p:sldId xmlns:r="http://schemas.openxmlformats.org/officeDocument/2006/relationships" id="274" r:id="R71b6c96dcee74dae"/>
    <p:sldId xmlns:r="http://schemas.openxmlformats.org/officeDocument/2006/relationships" id="275" r:id="Rfa682fc82798473a"/>
    <p:sldId xmlns:r="http://schemas.openxmlformats.org/officeDocument/2006/relationships" id="276" r:id="R9da61e6fc315499b"/>
    <p:sldId xmlns:r="http://schemas.openxmlformats.org/officeDocument/2006/relationships" id="277" r:id="R924d360d7de848c6"/>
    <p:sldId xmlns:r="http://schemas.openxmlformats.org/officeDocument/2006/relationships" id="278" r:id="Ree6e5a7cac734ccb"/>
    <p:sldId xmlns:r="http://schemas.openxmlformats.org/officeDocument/2006/relationships" id="279" r:id="R4a7fe82ee64542b2"/>
    <p:sldId xmlns:r="http://schemas.openxmlformats.org/officeDocument/2006/relationships" id="280" r:id="Rc13a15bb81214577"/>
    <p:sldId xmlns:r="http://schemas.openxmlformats.org/officeDocument/2006/relationships" id="281" r:id="R9d2479fc43e949cd"/>
    <p:sldId xmlns:r="http://schemas.openxmlformats.org/officeDocument/2006/relationships" id="282" r:id="R223ca21894154941"/>
    <p:sldId xmlns:r="http://schemas.openxmlformats.org/officeDocument/2006/relationships" id="283" r:id="Re6a9ae440c984c4b"/>
    <p:sldId xmlns:r="http://schemas.openxmlformats.org/officeDocument/2006/relationships" id="284" r:id="R7d9f2d3f835842ce"/>
    <p:sldId xmlns:r="http://schemas.openxmlformats.org/officeDocument/2006/relationships" id="285" r:id="R1ab3200d870c4124"/>
    <p:sldId xmlns:r="http://schemas.openxmlformats.org/officeDocument/2006/relationships" id="286" r:id="Rf62887dcd4ec4ecc"/>
    <p:sldId xmlns:r="http://schemas.openxmlformats.org/officeDocument/2006/relationships" id="287" r:id="Rea3275f9c8844e26"/>
    <p:sldId xmlns:r="http://schemas.openxmlformats.org/officeDocument/2006/relationships" id="288" r:id="Rb8140987d51c4f40"/>
    <p:sldId xmlns:r="http://schemas.openxmlformats.org/officeDocument/2006/relationships" id="289" r:id="R1cd6a8830ee44be8"/>
    <p:sldId xmlns:r="http://schemas.openxmlformats.org/officeDocument/2006/relationships" id="290" r:id="R513d0edcffa94ae7"/>
    <p:sldId xmlns:r="http://schemas.openxmlformats.org/officeDocument/2006/relationships" id="291" r:id="R4513e19662864cfe"/>
    <p:sldId xmlns:r="http://schemas.openxmlformats.org/officeDocument/2006/relationships" id="292" r:id="R034a3b275d5145a3"/>
    <p:sldId xmlns:r="http://schemas.openxmlformats.org/officeDocument/2006/relationships" id="293" r:id="R7950e1f9e99c4a72"/>
    <p:sldId xmlns:r="http://schemas.openxmlformats.org/officeDocument/2006/relationships" id="294" r:id="R5c2d67ca96654282"/>
    <p:sldId xmlns:r="http://schemas.openxmlformats.org/officeDocument/2006/relationships" id="295" r:id="R134c9f900d4a4744"/>
    <p:sldId xmlns:r="http://schemas.openxmlformats.org/officeDocument/2006/relationships" id="296" r:id="Radc4d41933324ef5"/>
    <p:sldId xmlns:r="http://schemas.openxmlformats.org/officeDocument/2006/relationships" id="297" r:id="R7a980abca4504cf7"/>
    <p:sldId xmlns:r="http://schemas.openxmlformats.org/officeDocument/2006/relationships" id="298" r:id="R3e282672a9a14ca0"/>
    <p:sldId xmlns:r="http://schemas.openxmlformats.org/officeDocument/2006/relationships" id="299" r:id="Rfb46971100974c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18aad6e0cb48d5" /><Relationship Type="http://schemas.openxmlformats.org/officeDocument/2006/relationships/slideMaster" Target="/ppt/slideMasters/slideMaster1.xml" Id="R8014d349b55744e4" /><Relationship Type="http://schemas.openxmlformats.org/officeDocument/2006/relationships/notesMaster" Target="/ppt/notesMasters/notesMaster1.xml" Id="R9d78c6195edd41db" /><Relationship Type="http://schemas.openxmlformats.org/officeDocument/2006/relationships/presProps" Target="/ppt/presProps.xml" Id="R81e1556f8449408e" /><Relationship Type="http://schemas.openxmlformats.org/officeDocument/2006/relationships/tableStyles" Target="/ppt/tableStyles.xml" Id="Rd5009c2f9fdd447c" /><Relationship Type="http://schemas.openxmlformats.org/officeDocument/2006/relationships/slide" Target="/ppt/slides/slide1.xml" Id="Reaced1584bb540db" /><Relationship Type="http://schemas.openxmlformats.org/officeDocument/2006/relationships/slide" Target="/ppt/slides/slide2.xml" Id="Ra16697d8538248d7" /><Relationship Type="http://schemas.openxmlformats.org/officeDocument/2006/relationships/slide" Target="/ppt/slides/slide3.xml" Id="Ree192e74e11144ac" /><Relationship Type="http://schemas.openxmlformats.org/officeDocument/2006/relationships/slide" Target="/ppt/slides/slide4.xml" Id="Ra0fef1daadc84845" /><Relationship Type="http://schemas.openxmlformats.org/officeDocument/2006/relationships/slide" Target="/ppt/slides/slide5.xml" Id="R72ace51b1b5047d3" /><Relationship Type="http://schemas.openxmlformats.org/officeDocument/2006/relationships/slide" Target="/ppt/slides/slide6.xml" Id="Rc23ad993f964478d" /><Relationship Type="http://schemas.openxmlformats.org/officeDocument/2006/relationships/slide" Target="/ppt/slides/slide7.xml" Id="R1aed6eb06e8a42d2" /><Relationship Type="http://schemas.openxmlformats.org/officeDocument/2006/relationships/slide" Target="/ppt/slides/slide8.xml" Id="Rc984eed5cf93497f" /><Relationship Type="http://schemas.openxmlformats.org/officeDocument/2006/relationships/slide" Target="/ppt/slides/slide9.xml" Id="R9679b3565ca9434f" /><Relationship Type="http://schemas.openxmlformats.org/officeDocument/2006/relationships/slide" Target="/ppt/slides/slide10.xml" Id="R76d79c00d7304daf" /><Relationship Type="http://schemas.openxmlformats.org/officeDocument/2006/relationships/slide" Target="/ppt/slides/slide11.xml" Id="R8e79e4307c8e4f6b" /><Relationship Type="http://schemas.openxmlformats.org/officeDocument/2006/relationships/slide" Target="/ppt/slides/slide12.xml" Id="R4727f252182349b4" /><Relationship Type="http://schemas.openxmlformats.org/officeDocument/2006/relationships/slide" Target="/ppt/slides/slide13.xml" Id="Rae5a843332314809" /><Relationship Type="http://schemas.openxmlformats.org/officeDocument/2006/relationships/slide" Target="/ppt/slides/slide14.xml" Id="R5c76e636fa654007" /><Relationship Type="http://schemas.openxmlformats.org/officeDocument/2006/relationships/slide" Target="/ppt/slides/slide15.xml" Id="R787431c43b784546" /><Relationship Type="http://schemas.openxmlformats.org/officeDocument/2006/relationships/slide" Target="/ppt/slides/slide16.xml" Id="R83717c4581bb4be3" /><Relationship Type="http://schemas.openxmlformats.org/officeDocument/2006/relationships/slide" Target="/ppt/slides/slide17.xml" Id="Rb332ff3598074471" /><Relationship Type="http://schemas.openxmlformats.org/officeDocument/2006/relationships/slide" Target="/ppt/slides/slide18.xml" Id="R0fe1f57d181547e4" /><Relationship Type="http://schemas.openxmlformats.org/officeDocument/2006/relationships/slide" Target="/ppt/slides/slide19.xml" Id="R71b6c96dcee74dae" /><Relationship Type="http://schemas.openxmlformats.org/officeDocument/2006/relationships/slide" Target="/ppt/slides/slide20.xml" Id="Rfa682fc82798473a" /><Relationship Type="http://schemas.openxmlformats.org/officeDocument/2006/relationships/slide" Target="/ppt/slides/slide21.xml" Id="R9da61e6fc315499b" /><Relationship Type="http://schemas.openxmlformats.org/officeDocument/2006/relationships/slide" Target="/ppt/slides/slide22.xml" Id="R924d360d7de848c6" /><Relationship Type="http://schemas.openxmlformats.org/officeDocument/2006/relationships/slide" Target="/ppt/slides/slide23.xml" Id="Ree6e5a7cac734ccb" /><Relationship Type="http://schemas.openxmlformats.org/officeDocument/2006/relationships/slide" Target="/ppt/slides/slide24.xml" Id="R4a7fe82ee64542b2" /><Relationship Type="http://schemas.openxmlformats.org/officeDocument/2006/relationships/slide" Target="/ppt/slides/slide25.xml" Id="Rc13a15bb81214577" /><Relationship Type="http://schemas.openxmlformats.org/officeDocument/2006/relationships/slide" Target="/ppt/slides/slide26.xml" Id="R9d2479fc43e949cd" /><Relationship Type="http://schemas.openxmlformats.org/officeDocument/2006/relationships/slide" Target="/ppt/slides/slide27.xml" Id="R223ca21894154941" /><Relationship Type="http://schemas.openxmlformats.org/officeDocument/2006/relationships/slide" Target="/ppt/slides/slide28.xml" Id="Re6a9ae440c984c4b" /><Relationship Type="http://schemas.openxmlformats.org/officeDocument/2006/relationships/slide" Target="/ppt/slides/slide29.xml" Id="R7d9f2d3f835842ce" /><Relationship Type="http://schemas.openxmlformats.org/officeDocument/2006/relationships/slide" Target="/ppt/slides/slide30.xml" Id="R1ab3200d870c4124" /><Relationship Type="http://schemas.openxmlformats.org/officeDocument/2006/relationships/slide" Target="/ppt/slides/slide31.xml" Id="Rf62887dcd4ec4ecc" /><Relationship Type="http://schemas.openxmlformats.org/officeDocument/2006/relationships/slide" Target="/ppt/slides/slide32.xml" Id="Rea3275f9c8844e26" /><Relationship Type="http://schemas.openxmlformats.org/officeDocument/2006/relationships/slide" Target="/ppt/slides/slide33.xml" Id="Rb8140987d51c4f40" /><Relationship Type="http://schemas.openxmlformats.org/officeDocument/2006/relationships/slide" Target="/ppt/slides/slide34.xml" Id="R1cd6a8830ee44be8" /><Relationship Type="http://schemas.openxmlformats.org/officeDocument/2006/relationships/slide" Target="/ppt/slides/slide35.xml" Id="R513d0edcffa94ae7" /><Relationship Type="http://schemas.openxmlformats.org/officeDocument/2006/relationships/slide" Target="/ppt/slides/slide36.xml" Id="R4513e19662864cfe" /><Relationship Type="http://schemas.openxmlformats.org/officeDocument/2006/relationships/slide" Target="/ppt/slides/slide37.xml" Id="R034a3b275d5145a3" /><Relationship Type="http://schemas.openxmlformats.org/officeDocument/2006/relationships/slide" Target="/ppt/slides/slide38.xml" Id="R7950e1f9e99c4a72" /><Relationship Type="http://schemas.openxmlformats.org/officeDocument/2006/relationships/slide" Target="/ppt/slides/slide39.xml" Id="R5c2d67ca96654282" /><Relationship Type="http://schemas.openxmlformats.org/officeDocument/2006/relationships/slide" Target="/ppt/slides/slide40.xml" Id="R134c9f900d4a4744" /><Relationship Type="http://schemas.openxmlformats.org/officeDocument/2006/relationships/slide" Target="/ppt/slides/slide41.xml" Id="Radc4d41933324ef5" /><Relationship Type="http://schemas.openxmlformats.org/officeDocument/2006/relationships/slide" Target="/ppt/slides/slide42.xml" Id="R7a980abca4504cf7" /><Relationship Type="http://schemas.openxmlformats.org/officeDocument/2006/relationships/slide" Target="/ppt/slides/slide43.xml" Id="R3e282672a9a14ca0" /><Relationship Type="http://schemas.openxmlformats.org/officeDocument/2006/relationships/slide" Target="/ppt/slides/slide44.xml" Id="Rfb46971100974c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28c75ce0c04c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6670519c69a475e" /><Relationship Type="http://schemas.openxmlformats.org/officeDocument/2006/relationships/notesMaster" Target="/ppt/notesMasters/notesMaster1.xml" Id="R0763e5093fdc4d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d8c3a1f81d4df3" /><Relationship Type="http://schemas.openxmlformats.org/officeDocument/2006/relationships/notesMaster" Target="/ppt/notesMasters/notesMaster1.xml" Id="Reaff557fe7114d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355d4b351f4d4a" /><Relationship Type="http://schemas.openxmlformats.org/officeDocument/2006/relationships/notesMaster" Target="/ppt/notesMasters/notesMaster1.xml" Id="R99464c1f471c42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cadf45134d4d05" /><Relationship Type="http://schemas.openxmlformats.org/officeDocument/2006/relationships/notesMaster" Target="/ppt/notesMasters/notesMaster1.xml" Id="Re75291d145a94c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b19eebc2d04203" /><Relationship Type="http://schemas.openxmlformats.org/officeDocument/2006/relationships/notesMaster" Target="/ppt/notesMasters/notesMaster1.xml" Id="Raced9c11074b491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2b860c22fe4eb8" /><Relationship Type="http://schemas.openxmlformats.org/officeDocument/2006/relationships/notesMaster" Target="/ppt/notesMasters/notesMaster1.xml" Id="R568990124bc041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5e1901428de44d4" /><Relationship Type="http://schemas.openxmlformats.org/officeDocument/2006/relationships/notesMaster" Target="/ppt/notesMasters/notesMaster1.xml" Id="R94b74d329d50445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b9998bf0394a41" /><Relationship Type="http://schemas.openxmlformats.org/officeDocument/2006/relationships/notesMaster" Target="/ppt/notesMasters/notesMaster1.xml" Id="R1482c3ad407342e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2a5fc85783a44b4" /><Relationship Type="http://schemas.openxmlformats.org/officeDocument/2006/relationships/notesMaster" Target="/ppt/notesMasters/notesMaster1.xml" Id="R3ec32aa7f4aa4a1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a7a3ee1b4394d9c" /><Relationship Type="http://schemas.openxmlformats.org/officeDocument/2006/relationships/notesMaster" Target="/ppt/notesMasters/notesMaster1.xml" Id="Rc5ded37696cf419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644c94cacb34332" /><Relationship Type="http://schemas.openxmlformats.org/officeDocument/2006/relationships/notesMaster" Target="/ppt/notesMasters/notesMaster1.xml" Id="R4cbb93d3c5bf45f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7931dfbbe25411c" /><Relationship Type="http://schemas.openxmlformats.org/officeDocument/2006/relationships/notesMaster" Target="/ppt/notesMasters/notesMaster1.xml" Id="Rece03441df2b4d5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4367343769e46d1" /><Relationship Type="http://schemas.openxmlformats.org/officeDocument/2006/relationships/notesMaster" Target="/ppt/notesMasters/notesMaster1.xml" Id="R277301734c7e49b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5af13058497450d" /><Relationship Type="http://schemas.openxmlformats.org/officeDocument/2006/relationships/notesMaster" Target="/ppt/notesMasters/notesMaster1.xml" Id="R91ace4a82a4c4c4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71e784561bd48b6" /><Relationship Type="http://schemas.openxmlformats.org/officeDocument/2006/relationships/notesMaster" Target="/ppt/notesMasters/notesMaster1.xml" Id="R256b54cf3a1846b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117a3b7aeac46b0" /><Relationship Type="http://schemas.openxmlformats.org/officeDocument/2006/relationships/notesMaster" Target="/ppt/notesMasters/notesMaster1.xml" Id="Rd3cf63c45bec466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5e5fece5f4f49da" /><Relationship Type="http://schemas.openxmlformats.org/officeDocument/2006/relationships/notesMaster" Target="/ppt/notesMasters/notesMaster1.xml" Id="R5611c2ed1f8641a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fc05d5c8ebb46b9" /><Relationship Type="http://schemas.openxmlformats.org/officeDocument/2006/relationships/notesMaster" Target="/ppt/notesMasters/notesMaster1.xml" Id="R0588bf05479c41b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c2deb6cb17d4c37" /><Relationship Type="http://schemas.openxmlformats.org/officeDocument/2006/relationships/notesMaster" Target="/ppt/notesMasters/notesMaster1.xml" Id="Rd76276d896b74bd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c5c4ce8e3144c36" /><Relationship Type="http://schemas.openxmlformats.org/officeDocument/2006/relationships/notesMaster" Target="/ppt/notesMasters/notesMaster1.xml" Id="R9da2ddc7f3f54aa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cc4ac7fb86845fc" /><Relationship Type="http://schemas.openxmlformats.org/officeDocument/2006/relationships/notesMaster" Target="/ppt/notesMasters/notesMaster1.xml" Id="R9d5f477a71e44f4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2cdeeddcd0e41e3" /><Relationship Type="http://schemas.openxmlformats.org/officeDocument/2006/relationships/notesMaster" Target="/ppt/notesMasters/notesMaster1.xml" Id="R2d3d91c8db2d425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526fff834714b25" /><Relationship Type="http://schemas.openxmlformats.org/officeDocument/2006/relationships/notesMaster" Target="/ppt/notesMasters/notesMaster1.xml" Id="R00a8e2015af84c5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e376960d7ad442a" /><Relationship Type="http://schemas.openxmlformats.org/officeDocument/2006/relationships/notesMaster" Target="/ppt/notesMasters/notesMaster1.xml" Id="Rb1fcc581b97e446a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3ab29fe1e36480b" /><Relationship Type="http://schemas.openxmlformats.org/officeDocument/2006/relationships/notesMaster" Target="/ppt/notesMasters/notesMaster1.xml" Id="R06f5cb3712604db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528eab7a1ae4bed" /><Relationship Type="http://schemas.openxmlformats.org/officeDocument/2006/relationships/notesMaster" Target="/ppt/notesMasters/notesMaster1.xml" Id="R443f0fa7d6de4d3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23612c856a64779" /><Relationship Type="http://schemas.openxmlformats.org/officeDocument/2006/relationships/notesMaster" Target="/ppt/notesMasters/notesMaster1.xml" Id="R63d26058a97f450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04161208f1a46c7" /><Relationship Type="http://schemas.openxmlformats.org/officeDocument/2006/relationships/notesMaster" Target="/ppt/notesMasters/notesMaster1.xml" Id="R71ffc03d902e41a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4b1047515264387" /><Relationship Type="http://schemas.openxmlformats.org/officeDocument/2006/relationships/notesMaster" Target="/ppt/notesMasters/notesMaster1.xml" Id="Rba533f3e2b6a481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b098def3974746aa" /><Relationship Type="http://schemas.openxmlformats.org/officeDocument/2006/relationships/notesMaster" Target="/ppt/notesMasters/notesMaster1.xml" Id="R43beb9a5ab8547f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8bd6df396434fd4" /><Relationship Type="http://schemas.openxmlformats.org/officeDocument/2006/relationships/notesMaster" Target="/ppt/notesMasters/notesMaster1.xml" Id="R8a636637bab24b8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43cfb2b40a6d40c9" /><Relationship Type="http://schemas.openxmlformats.org/officeDocument/2006/relationships/notesMaster" Target="/ppt/notesMasters/notesMaster1.xml" Id="R76f12d80644d44a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644bdd20b624fb4" /><Relationship Type="http://schemas.openxmlformats.org/officeDocument/2006/relationships/notesMaster" Target="/ppt/notesMasters/notesMaster1.xml" Id="Rd33a9ec1ff1845a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2ee3d9f5ea04ccc" /><Relationship Type="http://schemas.openxmlformats.org/officeDocument/2006/relationships/notesMaster" Target="/ppt/notesMasters/notesMaster1.xml" Id="Rfe2e276f4eab438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69d90e8660a4e58" /><Relationship Type="http://schemas.openxmlformats.org/officeDocument/2006/relationships/notesMaster" Target="/ppt/notesMasters/notesMaster1.xml" Id="R2ae73499a2c8477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fafab8743d54b29" /><Relationship Type="http://schemas.openxmlformats.org/officeDocument/2006/relationships/notesMaster" Target="/ppt/notesMasters/notesMaster1.xml" Id="R72923dba7641414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5be2951cc58487e" /><Relationship Type="http://schemas.openxmlformats.org/officeDocument/2006/relationships/notesMaster" Target="/ppt/notesMasters/notesMaster1.xml" Id="R2670dc8cae004608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e72041c17a8c4d1b" /><Relationship Type="http://schemas.openxmlformats.org/officeDocument/2006/relationships/notesMaster" Target="/ppt/notesMasters/notesMaster1.xml" Id="Ra27b6b392cba467e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c3b2a94ef8294717" /><Relationship Type="http://schemas.openxmlformats.org/officeDocument/2006/relationships/notesMaster" Target="/ppt/notesMasters/notesMaster1.xml" Id="R43328a86cf0f4975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6cdab3954964821" /><Relationship Type="http://schemas.openxmlformats.org/officeDocument/2006/relationships/notesMaster" Target="/ppt/notesMasters/notesMaster1.xml" Id="Rc537889a18d8487a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45e902502a364d21" /><Relationship Type="http://schemas.openxmlformats.org/officeDocument/2006/relationships/notesMaster" Target="/ppt/notesMasters/notesMaster1.xml" Id="R870ff22d72714697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af43acde91514326" /><Relationship Type="http://schemas.openxmlformats.org/officeDocument/2006/relationships/notesMaster" Target="/ppt/notesMasters/notesMaster1.xml" Id="Ra5e6af754eb843a5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e86c23a484aa4c6b" /><Relationship Type="http://schemas.openxmlformats.org/officeDocument/2006/relationships/notesMaster" Target="/ppt/notesMasters/notesMaster1.xml" Id="R3c9f1cced25e443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a2531b91c8fc46e5" /><Relationship Type="http://schemas.openxmlformats.org/officeDocument/2006/relationships/notesMaster" Target="/ppt/notesMasters/notesMaster1.xml" Id="R91a2248e2c6b4c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提醒每一段都沿用上午作品與同一教學問題。參與者不需要重新發想題目。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轉場：用同一個任務進入 Codex，比較工作方式與成果證據，而不是比較誰的回答比較像人。模型與方案會變動；本次以 GPT-5.6 Luna＋Max 作為講師的成本效益示範取向。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可以處理檔案與專案工作，但使用者仍需界定範圍與權限。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若不希望修改原檔，先複製到練習資料夾或明確要求只讀分析。可用 GPT-5.6 Luna 並開啟 Max 強度作為成本效益示範；操作完用一句話回答：哪個工具的工作回報最容易查證？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這張是工作坊的工具選擇框架，不是永久排名。Claude 的代碼穩定與 Token 消耗是講師實務觀察；Opus 5 僅在講師帳號當期可見時作為選項提示，官方可查的模型與能力、價格請以 Anthropic 最新公告為準。Codex 的 Luna 與 Max 取向依 OpenAI 官方模型與方案說明；Antigravity 的 Gemini 3.6 Flash 速度與額度依 Google 產品與帳號方案變化。免費 Antigravity 約三輪對話的限制是講師過往實測，不是官方保證。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https://www.anthropic.com/news/claude-sonnet-5</a:t>
            </a:r>
          </a:p>
          <a:p xmlns:a="http://schemas.openxmlformats.org/drawingml/2006/main">
            <a:r>
              <a:t>- https://www.anthropic.com/news/claude-opus-4-8</a:t>
            </a:r>
          </a:p>
          <a:p xmlns:a="http://schemas.openxmlformats.org/drawingml/2006/main">
            <a:r>
              <a:t>- https://www.anthropic.com/news/claude-fable-5-mythos-5</a:t>
            </a:r>
          </a:p>
          <a:p xmlns:a="http://schemas.openxmlformats.org/drawingml/2006/main">
            <a:r>
              <a:t>- https://openai.com/index/gpt-5-6/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https://ai.google.dev/gemini-api/docs/models/gemini-3.6-flash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https://cagoooo.github.io/ncu-ai-agent-workshop-20260826/04_%E5%AF%A6%E4%BD%9C%E5%B7%A5%E5%85%B7/%E6%8F%90%E7%A4%BA%E8%A9%9E%E5%BF%AB%E6%8D%B7%E9%9D%A2%E6%9D%BF_%E7%A0%94%E7%BF%92%E7%94%A8.html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https://claude.ai/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4030072014413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d18234246d44ce" /><Relationship Type="http://schemas.openxmlformats.org/officeDocument/2006/relationships/slideLayout" Target="/ppt/slideLayouts/slideLayout1.xml" Id="R39a3f7017afd4af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9a3f7017afd4af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f694d8b724000" /><Relationship Type="http://schemas.openxmlformats.org/officeDocument/2006/relationships/image" Target="/ppt/media/image.png" Id="Rdbd0a5f4a22a4736" /><Relationship Type="http://schemas.openxmlformats.org/officeDocument/2006/relationships/notesSlide" Target="/ppt/notesSlides/notesSlide1.xml" Id="Rbb7302447ff24cc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e2f0d0c1c4ec7" /><Relationship Type="http://schemas.openxmlformats.org/officeDocument/2006/relationships/notesSlide" Target="/ppt/notesSlides/notesSlide2.xml" Id="Rf6949e43d4e34a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6d54a006004a01" /><Relationship Type="http://schemas.openxmlformats.org/officeDocument/2006/relationships/notesSlide" Target="/ppt/notesSlides/notesSlide3.xml" Id="R3e13f1c42f7541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d885f9950412a" /><Relationship Type="http://schemas.openxmlformats.org/officeDocument/2006/relationships/notesSlide" Target="/ppt/notesSlides/notesSlide4.xml" Id="Re2150afaef1542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8a230a2c734daf" /><Relationship Type="http://schemas.openxmlformats.org/officeDocument/2006/relationships/notesSlide" Target="/ppt/notesSlides/notesSlide5.xml" Id="R284ddb601c3a495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b68d74714482c" /><Relationship Type="http://schemas.openxmlformats.org/officeDocument/2006/relationships/notesSlide" Target="/ppt/notesSlides/notesSlide6.xml" Id="Ra456f49bdaaa4e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15e3a54d14696" /><Relationship Type="http://schemas.openxmlformats.org/officeDocument/2006/relationships/notesSlide" Target="/ppt/notesSlides/notesSlide7.xml" Id="R1a5b53e24ca3458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5f6f48b92c4df9" /><Relationship Type="http://schemas.openxmlformats.org/officeDocument/2006/relationships/hyperlink" Target="https://cagoooo.github.io/Akai/tool/73/" TargetMode="External" Id="R05db1870a5ef430f" /><Relationship Type="http://schemas.openxmlformats.org/officeDocument/2006/relationships/image" Target="/ppt/media/image2.png" Id="Re00c4fd29baa474f" /><Relationship Type="http://schemas.openxmlformats.org/officeDocument/2006/relationships/hyperlink" Target="https://cagoooo.github.io/filter/" TargetMode="External" Id="R3d152ee9984b4bdc" /><Relationship Type="http://schemas.openxmlformats.org/officeDocument/2006/relationships/image" Target="/ppt/media/image3.png" Id="R370b994c43de46fd" /><Relationship Type="http://schemas.openxmlformats.org/officeDocument/2006/relationships/hyperlink" Target="https://cagoooo.github.io/Akai/tool/87/" TargetMode="External" Id="R109b53b6a6e64f9e" /><Relationship Type="http://schemas.openxmlformats.org/officeDocument/2006/relationships/image" Target="/ppt/media/image4.png" Id="Rcc1672eb6a184666" /><Relationship Type="http://schemas.openxmlformats.org/officeDocument/2006/relationships/hyperlink" Target="https://cagoooo.github.io/pirls-questioncraft/" TargetMode="External" Id="R58f109922cba4305" /><Relationship Type="http://schemas.openxmlformats.org/officeDocument/2006/relationships/image" Target="/ppt/media/image5.png" Id="Rf96f6f047146416c" /><Relationship Type="http://schemas.openxmlformats.org/officeDocument/2006/relationships/hyperlink" Target="https://cagoooo.github.io/Akai/tool/103/" TargetMode="External" Id="Ra25829e46a064989" /><Relationship Type="http://schemas.openxmlformats.org/officeDocument/2006/relationships/image" Target="/ppt/media/image6.png" Id="Rd584dd63424549bb" /><Relationship Type="http://schemas.openxmlformats.org/officeDocument/2006/relationships/hyperlink" Target="https://cagoooo.github.io/PlayRight/" TargetMode="External" Id="R61792212266a499a" /><Relationship Type="http://schemas.openxmlformats.org/officeDocument/2006/relationships/image" Target="/ppt/media/image7.png" Id="R83ad11d3950c4042" /><Relationship Type="http://schemas.openxmlformats.org/officeDocument/2006/relationships/notesSlide" Target="/ppt/notesSlides/notesSlide8.xml" Id="Rf2de26ee6dea4f0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c64060e2e44e7" /><Relationship Type="http://schemas.openxmlformats.org/officeDocument/2006/relationships/hyperlink" Target="https://cagoooo.github.io/Akai/tool/105/" TargetMode="External" Id="R95d72ac6816749a3" /><Relationship Type="http://schemas.openxmlformats.org/officeDocument/2006/relationships/image" Target="/ppt/media/image8.png" Id="R22b109f78b704921" /><Relationship Type="http://schemas.openxmlformats.org/officeDocument/2006/relationships/hyperlink" Target="https://cagoooo.github.io/taic-edu/" TargetMode="External" Id="Rfa1bcca320f245ed" /><Relationship Type="http://schemas.openxmlformats.org/officeDocument/2006/relationships/image" Target="/ppt/media/image9.png" Id="R7a2f5b3aea0a45b6" /><Relationship Type="http://schemas.openxmlformats.org/officeDocument/2006/relationships/hyperlink" Target="https://cagoooo.github.io/Akai/tool/123/" TargetMode="External" Id="R7799b03dbd894b18" /><Relationship Type="http://schemas.openxmlformats.org/officeDocument/2006/relationships/image" Target="/ppt/media/image10.png" Id="R34a370587fee4a93" /><Relationship Type="http://schemas.openxmlformats.org/officeDocument/2006/relationships/hyperlink" Target="https://cagoooo.github.io/smes-web-migration/" TargetMode="External" Id="R5d7e2bd0441e45dd" /><Relationship Type="http://schemas.openxmlformats.org/officeDocument/2006/relationships/image" Target="/ppt/media/image11.png" Id="R3aeaa0d71a04403e" /><Relationship Type="http://schemas.openxmlformats.org/officeDocument/2006/relationships/hyperlink" Target="https://cagoooo.github.io/Akai/tool/88/" TargetMode="External" Id="R896506c559924063" /><Relationship Type="http://schemas.openxmlformats.org/officeDocument/2006/relationships/image" Target="/ppt/media/image12.png" Id="R04df524a6cd049ee" /><Relationship Type="http://schemas.openxmlformats.org/officeDocument/2006/relationships/hyperlink" Target="https://cagoooo.github.io/JHScurriculum/" TargetMode="External" Id="R00972603aa534c6b" /><Relationship Type="http://schemas.openxmlformats.org/officeDocument/2006/relationships/image" Target="/ppt/media/image13.png" Id="R3c675361a6f245ea" /><Relationship Type="http://schemas.openxmlformats.org/officeDocument/2006/relationships/notesSlide" Target="/ppt/notesSlides/notesSlide9.xml" Id="R7bbac3b891dc4d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48277192d44a2" /><Relationship Type="http://schemas.openxmlformats.org/officeDocument/2006/relationships/hyperlink" Target="https://antigravity.google/" TargetMode="External" Id="R394e29a4dd5a481f" /><Relationship Type="http://schemas.openxmlformats.org/officeDocument/2006/relationships/image" Target="/ppt/media/image14.png" Id="R83d5f1c4c6804467" /><Relationship Type="http://schemas.openxmlformats.org/officeDocument/2006/relationships/notesSlide" Target="/ppt/notesSlides/notesSlide10.xml" Id="Rc869a7387455419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165a99c2d4d45" /><Relationship Type="http://schemas.openxmlformats.org/officeDocument/2006/relationships/hyperlink" Target="https://antigravity.google/" TargetMode="External" Id="R39c9e92c0bc8415b" /><Relationship Type="http://schemas.openxmlformats.org/officeDocument/2006/relationships/image" Target="/ppt/media/image15.png" Id="Re600c3f34bb04732" /><Relationship Type="http://schemas.openxmlformats.org/officeDocument/2006/relationships/notesSlide" Target="/ppt/notesSlides/notesSlide11.xml" Id="Re9351617c99e477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b4abeedc214cfb" /><Relationship Type="http://schemas.openxmlformats.org/officeDocument/2006/relationships/hyperlink" Target="https://antigravity.google/" TargetMode="External" Id="Rb79c6943ad864f55" /><Relationship Type="http://schemas.openxmlformats.org/officeDocument/2006/relationships/image" Target="/ppt/media/image16.png" Id="Re92cb1baec484bf1" /><Relationship Type="http://schemas.openxmlformats.org/officeDocument/2006/relationships/notesSlide" Target="/ppt/notesSlides/notesSlide12.xml" Id="Ra10c6e04d4ca40b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74a39b3cb345e7" /><Relationship Type="http://schemas.openxmlformats.org/officeDocument/2006/relationships/hyperlink" Target="https://antigravity.google/" TargetMode="External" Id="R492b44854cde4bba" /><Relationship Type="http://schemas.openxmlformats.org/officeDocument/2006/relationships/image" Target="/ppt/media/image17.png" Id="R63514593d2c743a3" /><Relationship Type="http://schemas.openxmlformats.org/officeDocument/2006/relationships/notesSlide" Target="/ppt/notesSlides/notesSlide13.xml" Id="Rdf02d0be2dcf467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70c6f95904dcc" /><Relationship Type="http://schemas.openxmlformats.org/officeDocument/2006/relationships/hyperlink" Target="https://antigravity.google/" TargetMode="External" Id="R583040a26e1447d5" /><Relationship Type="http://schemas.openxmlformats.org/officeDocument/2006/relationships/image" Target="/ppt/media/image18.png" Id="R690f1fad67cc4aef" /><Relationship Type="http://schemas.openxmlformats.org/officeDocument/2006/relationships/notesSlide" Target="/ppt/notesSlides/notesSlide14.xml" Id="Rfdb61d4d439f4a9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5613ff21e4f1c" /><Relationship Type="http://schemas.openxmlformats.org/officeDocument/2006/relationships/hyperlink" Target="https://antigravity.google/" TargetMode="External" Id="R93bf4eaab6f04242" /><Relationship Type="http://schemas.openxmlformats.org/officeDocument/2006/relationships/image" Target="/ppt/media/image19.png" Id="R0a7fb09587514800" /><Relationship Type="http://schemas.openxmlformats.org/officeDocument/2006/relationships/notesSlide" Target="/ppt/notesSlides/notesSlide15.xml" Id="R5f1f7c2b6cea432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9308b27a44063" /><Relationship Type="http://schemas.openxmlformats.org/officeDocument/2006/relationships/hyperlink" Target="https://antigravity.google/" TargetMode="External" Id="Rd14c421d5cc34328" /><Relationship Type="http://schemas.openxmlformats.org/officeDocument/2006/relationships/image" Target="/ppt/media/image20.png" Id="R5a9ece2083894f28" /><Relationship Type="http://schemas.openxmlformats.org/officeDocument/2006/relationships/notesSlide" Target="/ppt/notesSlides/notesSlide16.xml" Id="Rf62fc11be2724e9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7f8ed052014f07" /><Relationship Type="http://schemas.openxmlformats.org/officeDocument/2006/relationships/hyperlink" Target="https://chatgpt.com/codex/" TargetMode="External" Id="Rb59a1c66e4ba48ef" /><Relationship Type="http://schemas.openxmlformats.org/officeDocument/2006/relationships/image" Target="/ppt/media/image21.png" Id="R51d528f2505e4429" /><Relationship Type="http://schemas.openxmlformats.org/officeDocument/2006/relationships/notesSlide" Target="/ppt/notesSlides/notesSlide17.xml" Id="R3f81f0d4e7c14e5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e9a5d3f63246a1" /><Relationship Type="http://schemas.openxmlformats.org/officeDocument/2006/relationships/hyperlink" Target="https://chatgpt.com/codex/" TargetMode="External" Id="Ra161d63f181d428a" /><Relationship Type="http://schemas.openxmlformats.org/officeDocument/2006/relationships/image" Target="/ppt/media/image22.png" Id="Rd3d1b85948a24ff4" /><Relationship Type="http://schemas.openxmlformats.org/officeDocument/2006/relationships/notesSlide" Target="/ppt/notesSlides/notesSlide18.xml" Id="R86fec11e7f604bf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e880fcd6be4d3a" /><Relationship Type="http://schemas.openxmlformats.org/officeDocument/2006/relationships/hyperlink" Target="https://chatgpt.com/codex/" TargetMode="External" Id="Rbf50f30785ab4bba" /><Relationship Type="http://schemas.openxmlformats.org/officeDocument/2006/relationships/image" Target="/ppt/media/image23.png" Id="Rec46f34ef8c841a2" /><Relationship Type="http://schemas.openxmlformats.org/officeDocument/2006/relationships/notesSlide" Target="/ppt/notesSlides/notesSlide19.xml" Id="R62966c877eb7404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b98da00df488f" /><Relationship Type="http://schemas.openxmlformats.org/officeDocument/2006/relationships/hyperlink" Target="https://chatgpt.com/codex/" TargetMode="External" Id="Rd338a2cda89b4fe5" /><Relationship Type="http://schemas.openxmlformats.org/officeDocument/2006/relationships/image" Target="/ppt/media/image24.png" Id="R76a54bc15c904136" /><Relationship Type="http://schemas.openxmlformats.org/officeDocument/2006/relationships/notesSlide" Target="/ppt/notesSlides/notesSlide20.xml" Id="R359449ce22c1436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4ccb16b2b544a7" /><Relationship Type="http://schemas.openxmlformats.org/officeDocument/2006/relationships/hyperlink" Target="https://chatgpt.com/codex/" TargetMode="External" Id="Rf71402b97bf646db" /><Relationship Type="http://schemas.openxmlformats.org/officeDocument/2006/relationships/image" Target="/ppt/media/image25.png" Id="R2183e309505240ae" /><Relationship Type="http://schemas.openxmlformats.org/officeDocument/2006/relationships/notesSlide" Target="/ppt/notesSlides/notesSlide21.xml" Id="R4eced140b0e540f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f2d68291d84bd4" /><Relationship Type="http://schemas.openxmlformats.org/officeDocument/2006/relationships/hyperlink" Target="https://antigravity.google/" TargetMode="External" Id="R7e4792f7b8b84d22" /><Relationship Type="http://schemas.openxmlformats.org/officeDocument/2006/relationships/hyperlink" Target="https://chatgpt.com/codex/" TargetMode="External" Id="R02a18ed0fcda47c1" /><Relationship Type="http://schemas.openxmlformats.org/officeDocument/2006/relationships/hyperlink" Target="https://claude.ai/" TargetMode="External" Id="Ra6e7e2fc0b254eaa" /><Relationship Type="http://schemas.openxmlformats.org/officeDocument/2006/relationships/image" Target="/ppt/media/image26.png" Id="Rb3a8b2b852b04c1e" /><Relationship Type="http://schemas.openxmlformats.org/officeDocument/2006/relationships/image" Target="/ppt/media/image27.png" Id="R9d93752a1c3b4532" /><Relationship Type="http://schemas.openxmlformats.org/officeDocument/2006/relationships/image" Target="/ppt/media/image28.png" Id="Rad575db8004d450e" /><Relationship Type="http://schemas.openxmlformats.org/officeDocument/2006/relationships/notesSlide" Target="/ppt/notesSlides/notesSlide22.xml" Id="Rfa26db2aea9d42e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ee41b6aa1149dd" /><Relationship Type="http://schemas.openxmlformats.org/officeDocument/2006/relationships/hyperlink" Target="https://codelabs.developers.google.com/getting-started-with-antigravity-skills" TargetMode="External" Id="Re8b3d9826195457c" /><Relationship Type="http://schemas.openxmlformats.org/officeDocument/2006/relationships/hyperlink" Target="https://learn.chatgpt.com/docs/build-skills" TargetMode="External" Id="Rd9c04d67e7724cb3" /><Relationship Type="http://schemas.openxmlformats.org/officeDocument/2006/relationships/image" Target="/ppt/media/image29.png" Id="R445dd59694214699" /><Relationship Type="http://schemas.openxmlformats.org/officeDocument/2006/relationships/image" Target="/ppt/media/image30.png" Id="R588cb006e961482b" /><Relationship Type="http://schemas.openxmlformats.org/officeDocument/2006/relationships/notesSlide" Target="/ppt/notesSlides/notesSlide23.xml" Id="R0dc84055ade04f6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ea106cede4d8a" /><Relationship Type="http://schemas.openxmlformats.org/officeDocument/2006/relationships/hyperlink" Target="https://codelabs.developers.google.com/getting-started-with-antigravity-skills" TargetMode="External" Id="R29deae4882684a64" /><Relationship Type="http://schemas.openxmlformats.org/officeDocument/2006/relationships/hyperlink" Target="https://learn.chatgpt.com/docs/build-skills" TargetMode="External" Id="R2845d0dc6ada40fe" /><Relationship Type="http://schemas.openxmlformats.org/officeDocument/2006/relationships/image" Target="/ppt/media/image31.png" Id="R10c23ca172214d1d" /><Relationship Type="http://schemas.openxmlformats.org/officeDocument/2006/relationships/image" Target="/ppt/media/image32.png" Id="R935e8938b86343e3" /><Relationship Type="http://schemas.openxmlformats.org/officeDocument/2006/relationships/notesSlide" Target="/ppt/notesSlides/notesSlide24.xml" Id="R5180b9c3b17243b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ea84c715184126" /><Relationship Type="http://schemas.openxmlformats.org/officeDocument/2006/relationships/image" Target="/ppt/media/image33.png" Id="R5f2a9b91003b452e" /><Relationship Type="http://schemas.openxmlformats.org/officeDocument/2006/relationships/hyperlink" Target="../04_&#23526;&#20316;&#24037;&#20855;/&#25552;&#31034;&#35422;&#24555;&#25463;&#38754;&#26495;_&#30740;&#32722;&#29992;.html" TargetMode="External" Id="R379e716dd6c14283" /><Relationship Type="http://schemas.openxmlformats.org/officeDocument/2006/relationships/image" Target="/ppt/media/image34.png" Id="R80a1fab5f5724b00" /><Relationship Type="http://schemas.openxmlformats.org/officeDocument/2006/relationships/notesSlide" Target="/ppt/notesSlides/notesSlide25.xml" Id="R31373688021b4fd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56332e0b674ea8" /><Relationship Type="http://schemas.openxmlformats.org/officeDocument/2006/relationships/hyperlink" Target="https://codelabs.developers.google.com/getting-started-with-antigravity-skills" TargetMode="External" Id="R3b9eab51e6de4f69" /><Relationship Type="http://schemas.openxmlformats.org/officeDocument/2006/relationships/hyperlink" Target="https://learn.chatgpt.com/docs/build-skills" TargetMode="External" Id="R2c765cc2c4bc4b02" /><Relationship Type="http://schemas.openxmlformats.org/officeDocument/2006/relationships/image" Target="/ppt/media/image35.png" Id="R6a7808a82e80419d" /><Relationship Type="http://schemas.openxmlformats.org/officeDocument/2006/relationships/image" Target="/ppt/media/image36.png" Id="Rdace1cebb1294d76" /><Relationship Type="http://schemas.openxmlformats.org/officeDocument/2006/relationships/notesSlide" Target="/ppt/notesSlides/notesSlide26.xml" Id="R0705f3326304493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cd0e068d9d45ff" /><Relationship Type="http://schemas.openxmlformats.org/officeDocument/2006/relationships/hyperlink" Target="https://codelabs.developers.google.com/getting-started-with-antigravity-skills" TargetMode="External" Id="R3b4cecdb8ff444ca" /><Relationship Type="http://schemas.openxmlformats.org/officeDocument/2006/relationships/hyperlink" Target="https://learn.chatgpt.com/docs/build-skills" TargetMode="External" Id="R794b4f975b76449c" /><Relationship Type="http://schemas.openxmlformats.org/officeDocument/2006/relationships/image" Target="/ppt/media/image37.png" Id="R7917a3b291c449e6" /><Relationship Type="http://schemas.openxmlformats.org/officeDocument/2006/relationships/image" Target="/ppt/media/image38.png" Id="Ra605cb90ba6e4578" /><Relationship Type="http://schemas.openxmlformats.org/officeDocument/2006/relationships/notesSlide" Target="/ppt/notesSlides/notesSlide27.xml" Id="R9a5573f932a547e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e829a60754bf9" /><Relationship Type="http://schemas.openxmlformats.org/officeDocument/2006/relationships/hyperlink" Target="https://codelabs.developers.google.com/getting-started-with-antigravity-skills" TargetMode="External" Id="R1c04fac3b40244cf" /><Relationship Type="http://schemas.openxmlformats.org/officeDocument/2006/relationships/hyperlink" Target="https://learn.chatgpt.com/docs/build-skills" TargetMode="External" Id="R4be7725d0b9c4587" /><Relationship Type="http://schemas.openxmlformats.org/officeDocument/2006/relationships/image" Target="/ppt/media/image39.png" Id="R07d0d3c0d35a4d33" /><Relationship Type="http://schemas.openxmlformats.org/officeDocument/2006/relationships/image" Target="/ppt/media/image40.png" Id="Red6c3e293a3f4cab" /><Relationship Type="http://schemas.openxmlformats.org/officeDocument/2006/relationships/notesSlide" Target="/ppt/notesSlides/notesSlide28.xml" Id="Re5399d5a5a1f445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e5246f585b48db" /><Relationship Type="http://schemas.openxmlformats.org/officeDocument/2006/relationships/hyperlink" Target="https://codelabs.developers.google.com/getting-started-with-antigravity-skills" TargetMode="External" Id="Rcdfd5e7397914513" /><Relationship Type="http://schemas.openxmlformats.org/officeDocument/2006/relationships/hyperlink" Target="https://learn.chatgpt.com/docs/build-skills" TargetMode="External" Id="Re0a6eeae05eb4a58" /><Relationship Type="http://schemas.openxmlformats.org/officeDocument/2006/relationships/image" Target="/ppt/media/image41.png" Id="R91a8c0ccdb484160" /><Relationship Type="http://schemas.openxmlformats.org/officeDocument/2006/relationships/image" Target="/ppt/media/image42.png" Id="R32d4d4db94834f5c" /><Relationship Type="http://schemas.openxmlformats.org/officeDocument/2006/relationships/notesSlide" Target="/ppt/notesSlides/notesSlide29.xml" Id="Rbf748b74b811418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e00bd562bf4de5" /><Relationship Type="http://schemas.openxmlformats.org/officeDocument/2006/relationships/hyperlink" Target="https://codelabs.developers.google.com/getting-started-with-antigravity-skills" TargetMode="External" Id="Re1d2f0f502be4a43" /><Relationship Type="http://schemas.openxmlformats.org/officeDocument/2006/relationships/hyperlink" Target="https://learn.chatgpt.com/docs/build-skills" TargetMode="External" Id="R1a5c9187d9a344f3" /><Relationship Type="http://schemas.openxmlformats.org/officeDocument/2006/relationships/image" Target="/ppt/media/image43.png" Id="R4541d92d55934298" /><Relationship Type="http://schemas.openxmlformats.org/officeDocument/2006/relationships/image" Target="/ppt/media/image44.png" Id="R136908167b9b4341" /><Relationship Type="http://schemas.openxmlformats.org/officeDocument/2006/relationships/notesSlide" Target="/ppt/notesSlides/notesSlide30.xml" Id="Rc97a7cb4dad04c6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8947b6e9ad45a3" /><Relationship Type="http://schemas.openxmlformats.org/officeDocument/2006/relationships/hyperlink" Target="https://codelabs.developers.google.com/getting-started-with-antigravity-skills" TargetMode="External" Id="Rac53bccee2fd4720" /><Relationship Type="http://schemas.openxmlformats.org/officeDocument/2006/relationships/hyperlink" Target="https://learn.chatgpt.com/docs/build-skills" TargetMode="External" Id="Ree4f45a4d6c44942" /><Relationship Type="http://schemas.openxmlformats.org/officeDocument/2006/relationships/image" Target="/ppt/media/image45.png" Id="R8993508d34924676" /><Relationship Type="http://schemas.openxmlformats.org/officeDocument/2006/relationships/image" Target="/ppt/media/image46.png" Id="R0d494c901ab24808" /><Relationship Type="http://schemas.openxmlformats.org/officeDocument/2006/relationships/notesSlide" Target="/ppt/notesSlides/notesSlide31.xml" Id="R3f0662a4fb7d4e9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155b89cd0f4c85" /><Relationship Type="http://schemas.openxmlformats.org/officeDocument/2006/relationships/hyperlink" Target="https://codelabs.developers.google.com/getting-started-with-antigravity-skills" TargetMode="External" Id="R9fe6db6437d54bd9" /><Relationship Type="http://schemas.openxmlformats.org/officeDocument/2006/relationships/hyperlink" Target="https://learn.chatgpt.com/docs/build-skills" TargetMode="External" Id="Rebebb05273ed46c2" /><Relationship Type="http://schemas.openxmlformats.org/officeDocument/2006/relationships/image" Target="/ppt/media/image47.png" Id="R4dd7ec1f1cf34e39" /><Relationship Type="http://schemas.openxmlformats.org/officeDocument/2006/relationships/image" Target="/ppt/media/image48.png" Id="Rcdfe3de0f0c34dd3" /><Relationship Type="http://schemas.openxmlformats.org/officeDocument/2006/relationships/notesSlide" Target="/ppt/notesSlides/notesSlide32.xml" Id="Re997fe068cae4c0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fb094aceed40be" /><Relationship Type="http://schemas.openxmlformats.org/officeDocument/2006/relationships/hyperlink" Target="https://antigravity.google/" TargetMode="External" Id="Rb3eaf3d4c16f45f7" /><Relationship Type="http://schemas.openxmlformats.org/officeDocument/2006/relationships/hyperlink" Target="https://chatgpt.com/codex/" TargetMode="External" Id="Redf215ea8d2047b8" /><Relationship Type="http://schemas.openxmlformats.org/officeDocument/2006/relationships/image" Target="/ppt/media/image49.png" Id="Rca8dc43f69a6457d" /><Relationship Type="http://schemas.openxmlformats.org/officeDocument/2006/relationships/image" Target="/ppt/media/image50.png" Id="Rd51ceed3ccc345d8" /><Relationship Type="http://schemas.openxmlformats.org/officeDocument/2006/relationships/notesSlide" Target="/ppt/notesSlides/notesSlide33.xml" Id="R2e228d80df93483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fe97c5a4bf4267" /><Relationship Type="http://schemas.openxmlformats.org/officeDocument/2006/relationships/hyperlink" Target="https://antigravity.google/" TargetMode="External" Id="Rd42a30f308cb41df" /><Relationship Type="http://schemas.openxmlformats.org/officeDocument/2006/relationships/hyperlink" Target="https://chatgpt.com/codex/" TargetMode="External" Id="R1569a1ad835c416e" /><Relationship Type="http://schemas.openxmlformats.org/officeDocument/2006/relationships/image" Target="/ppt/media/image51.png" Id="Rc5dd6c48eb1c4721" /><Relationship Type="http://schemas.openxmlformats.org/officeDocument/2006/relationships/image" Target="/ppt/media/image52.png" Id="Rf1db8a9e1def45c5" /><Relationship Type="http://schemas.openxmlformats.org/officeDocument/2006/relationships/notesSlide" Target="/ppt/notesSlides/notesSlide34.xml" Id="Re8d8bff713a04c3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af356c90be47f7" /><Relationship Type="http://schemas.openxmlformats.org/officeDocument/2006/relationships/hyperlink" Target="https://antigravity.google/" TargetMode="External" Id="R8c667c18ce2d4691" /><Relationship Type="http://schemas.openxmlformats.org/officeDocument/2006/relationships/hyperlink" Target="https://chatgpt.com/codex/" TargetMode="External" Id="R3e4c6da23c054048" /><Relationship Type="http://schemas.openxmlformats.org/officeDocument/2006/relationships/image" Target="/ppt/media/image53.png" Id="R266836e64f984eb1" /><Relationship Type="http://schemas.openxmlformats.org/officeDocument/2006/relationships/image" Target="/ppt/media/image54.png" Id="Ra3485160631a40c3" /><Relationship Type="http://schemas.openxmlformats.org/officeDocument/2006/relationships/notesSlide" Target="/ppt/notesSlides/notesSlide35.xml" Id="R988fe7253ce040e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97810b7c644343" /><Relationship Type="http://schemas.openxmlformats.org/officeDocument/2006/relationships/hyperlink" Target="https://antigravity.google/" TargetMode="External" Id="R6b0feaee8f654219" /><Relationship Type="http://schemas.openxmlformats.org/officeDocument/2006/relationships/hyperlink" Target="https://chatgpt.com/codex/" TargetMode="External" Id="R296a25e774204d7b" /><Relationship Type="http://schemas.openxmlformats.org/officeDocument/2006/relationships/image" Target="/ppt/media/image55.png" Id="R03a450c024e346a4" /><Relationship Type="http://schemas.openxmlformats.org/officeDocument/2006/relationships/image" Target="/ppt/media/image56.png" Id="R431e78223a634dc3" /><Relationship Type="http://schemas.openxmlformats.org/officeDocument/2006/relationships/notesSlide" Target="/ppt/notesSlides/notesSlide36.xml" Id="Rfe641f4666db4f7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b732e612f4a9b" /><Relationship Type="http://schemas.openxmlformats.org/officeDocument/2006/relationships/hyperlink" Target="https://antigravity.google/" TargetMode="External" Id="R2ce96821078e4d0b" /><Relationship Type="http://schemas.openxmlformats.org/officeDocument/2006/relationships/hyperlink" Target="https://chatgpt.com/codex/" TargetMode="External" Id="R7e48102c0f384642" /><Relationship Type="http://schemas.openxmlformats.org/officeDocument/2006/relationships/image" Target="/ppt/media/image57.png" Id="R56f33ec177c44506" /><Relationship Type="http://schemas.openxmlformats.org/officeDocument/2006/relationships/image" Target="/ppt/media/image58.png" Id="R5682c66c9baa421e" /><Relationship Type="http://schemas.openxmlformats.org/officeDocument/2006/relationships/notesSlide" Target="/ppt/notesSlides/notesSlide37.xml" Id="R8c8ee6847f16496e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bddc8c7ed44b9" /><Relationship Type="http://schemas.openxmlformats.org/officeDocument/2006/relationships/hyperlink" Target="https://antigravity.google/" TargetMode="External" Id="Re96397edf24d49fe" /><Relationship Type="http://schemas.openxmlformats.org/officeDocument/2006/relationships/hyperlink" Target="https://chatgpt.com/codex/" TargetMode="External" Id="Rd52223bf9bba4307" /><Relationship Type="http://schemas.openxmlformats.org/officeDocument/2006/relationships/image" Target="/ppt/media/image59.png" Id="Rfcdf69a541e54c9a" /><Relationship Type="http://schemas.openxmlformats.org/officeDocument/2006/relationships/image" Target="/ppt/media/image60.png" Id="R011053b221d64e7f" /><Relationship Type="http://schemas.openxmlformats.org/officeDocument/2006/relationships/notesSlide" Target="/ppt/notesSlides/notesSlide38.xml" Id="R692398b3c20e4610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b16a237deb412b" /><Relationship Type="http://schemas.openxmlformats.org/officeDocument/2006/relationships/hyperlink" Target="https://antigravity.google/" TargetMode="External" Id="R8c0d0e68deec4c42" /><Relationship Type="http://schemas.openxmlformats.org/officeDocument/2006/relationships/hyperlink" Target="https://chatgpt.com/codex/" TargetMode="External" Id="Rc3d53bf1aef94a85" /><Relationship Type="http://schemas.openxmlformats.org/officeDocument/2006/relationships/image" Target="/ppt/media/image61.png" Id="R2e251189e0144402" /><Relationship Type="http://schemas.openxmlformats.org/officeDocument/2006/relationships/image" Target="/ppt/media/image62.png" Id="R301c8dddf821480a" /><Relationship Type="http://schemas.openxmlformats.org/officeDocument/2006/relationships/notesSlide" Target="/ppt/notesSlides/notesSlide39.xml" Id="Rd0a486ed76104cc6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97e218d9c4bd5" /><Relationship Type="http://schemas.openxmlformats.org/officeDocument/2006/relationships/hyperlink" Target="https://antigravity.google/" TargetMode="External" Id="Ra4367de2180d4cb4" /><Relationship Type="http://schemas.openxmlformats.org/officeDocument/2006/relationships/hyperlink" Target="https://chatgpt.com/codex/" TargetMode="External" Id="Rb7b6691935fa43d9" /><Relationship Type="http://schemas.openxmlformats.org/officeDocument/2006/relationships/image" Target="/ppt/media/image63.png" Id="Rad955ee223ec43b9" /><Relationship Type="http://schemas.openxmlformats.org/officeDocument/2006/relationships/image" Target="/ppt/media/image64.png" Id="Re27522e03f324bfd" /><Relationship Type="http://schemas.openxmlformats.org/officeDocument/2006/relationships/notesSlide" Target="/ppt/notesSlides/notesSlide40.xml" Id="Rd552a16be36f45f2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4c22cec1642e9" /><Relationship Type="http://schemas.openxmlformats.org/officeDocument/2006/relationships/hyperlink" Target="https://antigravity.google/" TargetMode="External" Id="R3f98ade0f7464e33" /><Relationship Type="http://schemas.openxmlformats.org/officeDocument/2006/relationships/hyperlink" Target="https://chatgpt.com/codex/" TargetMode="External" Id="R817ce75cb4d54ac9" /><Relationship Type="http://schemas.openxmlformats.org/officeDocument/2006/relationships/image" Target="/ppt/media/image65.png" Id="R92556535eabf4dfb" /><Relationship Type="http://schemas.openxmlformats.org/officeDocument/2006/relationships/image" Target="/ppt/media/image66.png" Id="R86c476f7df604022" /><Relationship Type="http://schemas.openxmlformats.org/officeDocument/2006/relationships/notesSlide" Target="/ppt/notesSlides/notesSlide41.xml" Id="Ra62830bf76174cc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bdf0d08abc43f9" /><Relationship Type="http://schemas.openxmlformats.org/officeDocument/2006/relationships/hyperlink" Target="https://antigravity.google/" TargetMode="External" Id="R45b45580e1174da5" /><Relationship Type="http://schemas.openxmlformats.org/officeDocument/2006/relationships/hyperlink" Target="https://chatgpt.com/codex/" TargetMode="External" Id="R76c8884f7ef4455d" /><Relationship Type="http://schemas.openxmlformats.org/officeDocument/2006/relationships/image" Target="/ppt/media/image67.png" Id="R65d82b55564f46b5" /><Relationship Type="http://schemas.openxmlformats.org/officeDocument/2006/relationships/image" Target="/ppt/media/image68.png" Id="R56ed5fa116c84731" /><Relationship Type="http://schemas.openxmlformats.org/officeDocument/2006/relationships/notesSlide" Target="/ppt/notesSlides/notesSlide42.xml" Id="R7d6dc75123174276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b98d80b24b426b" /><Relationship Type="http://schemas.openxmlformats.org/officeDocument/2006/relationships/hyperlink" Target="https://antigravity.google/" TargetMode="External" Id="R9d8099d41ccf438a" /><Relationship Type="http://schemas.openxmlformats.org/officeDocument/2006/relationships/hyperlink" Target="https://chatgpt.com/codex/" TargetMode="External" Id="R27d56c7f4e994a33" /><Relationship Type="http://schemas.openxmlformats.org/officeDocument/2006/relationships/image" Target="/ppt/media/image69.png" Id="Re9d0247a000e4f1e" /><Relationship Type="http://schemas.openxmlformats.org/officeDocument/2006/relationships/image" Target="/ppt/media/image70.png" Id="R5c89cd9691b74d83" /><Relationship Type="http://schemas.openxmlformats.org/officeDocument/2006/relationships/notesSlide" Target="/ppt/notesSlides/notesSlide43.xml" Id="Rf159aa9281434ea5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c3258508b64f03" /><Relationship Type="http://schemas.openxmlformats.org/officeDocument/2006/relationships/hyperlink" Target="../START_HERE_&#30740;&#32722;&#36039;&#28304;&#23566;&#33322;.html" TargetMode="External" Id="R8626d55717054023" /><Relationship Type="http://schemas.openxmlformats.org/officeDocument/2006/relationships/image" Target="/ppt/media/image71.png" Id="Reb3777a0e8534756" /><Relationship Type="http://schemas.openxmlformats.org/officeDocument/2006/relationships/hyperlink" Target="https://antigravity.google/" TargetMode="External" Id="Rc03a4d17744f4f7b" /><Relationship Type="http://schemas.openxmlformats.org/officeDocument/2006/relationships/image" Target="/ppt/media/image72.png" Id="Rb859022dc3b042a5" /><Relationship Type="http://schemas.openxmlformats.org/officeDocument/2006/relationships/hyperlink" Target="https://chatgpt.com/codex/" TargetMode="External" Id="R9346f110a5204e92" /><Relationship Type="http://schemas.openxmlformats.org/officeDocument/2006/relationships/image" Target="/ppt/media/image73.png" Id="R5f7d5fc26075424a" /><Relationship Type="http://schemas.openxmlformats.org/officeDocument/2006/relationships/hyperlink" Target="https://claude.ai/" TargetMode="External" Id="Rafe351118a6b4c22" /><Relationship Type="http://schemas.openxmlformats.org/officeDocument/2006/relationships/image" Target="/ppt/media/image74.png" Id="R0928033baf784a99" /><Relationship Type="http://schemas.openxmlformats.org/officeDocument/2006/relationships/hyperlink" Target="https://codelabs.developers.google.com/getting-started-with-antigravity-skills" TargetMode="External" Id="R8cde54edc22e4acd" /><Relationship Type="http://schemas.openxmlformats.org/officeDocument/2006/relationships/image" Target="/ppt/media/image75.png" Id="Rd71c09fb05594279" /><Relationship Type="http://schemas.openxmlformats.org/officeDocument/2006/relationships/hyperlink" Target="../04_&#23526;&#20316;&#24037;&#20855;/&#25552;&#31034;&#35422;&#24555;&#25463;&#38754;&#26495;_&#30740;&#32722;&#29992;.html" TargetMode="External" Id="R8b1b32a9c59c48f4" /><Relationship Type="http://schemas.openxmlformats.org/officeDocument/2006/relationships/image" Target="/ppt/media/image76.png" Id="R2e7309539cb64e9d" /><Relationship Type="http://schemas.openxmlformats.org/officeDocument/2006/relationships/hyperlink" Target="https://cagoooo.github.io/Akai/" TargetMode="External" Id="R3429405615ca474d" /><Relationship Type="http://schemas.openxmlformats.org/officeDocument/2006/relationships/image" Target="/ppt/media/image77.png" Id="Rf03847bb968844ad" /><Relationship Type="http://schemas.openxmlformats.org/officeDocument/2006/relationships/hyperlink" Target="https://www.iea.nl/sites/default/files/2025-10/GA66_PIRLS%202026.pdf" TargetMode="External" Id="R754bc11eb2a346c6" /><Relationship Type="http://schemas.openxmlformats.org/officeDocument/2006/relationships/image" Target="/ppt/media/image78.png" Id="Rd8f9761ae50447a2" /><Relationship Type="http://schemas.openxmlformats.org/officeDocument/2006/relationships/notesSlide" Target="/ppt/notesSlides/notesSlide44.xml" Id="R680ac0483a05445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d0a5f4a22a473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734">
            <a:extLst xmlns:a="http://schemas.openxmlformats.org/drawingml/2006/main">
              <a:ext uri="{FF2B5EF4-FFF2-40B4-BE49-F238E27FC236}">
                <a16:creationId xmlns:a16="http://schemas.microsoft.com/office/drawing/2014/main" id="{9A77FCD0-6CBA-4554-9287-EBFEB9E5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735">
            <a:extLst xmlns:a="http://schemas.openxmlformats.org/drawingml/2006/main">
              <a:ext uri="{FF2B5EF4-FFF2-40B4-BE49-F238E27FC236}">
                <a16:creationId xmlns:a16="http://schemas.microsoft.com/office/drawing/2014/main" id="{0C40939B-B4C9-4068-B2E1-4F966AE7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736">
            <a:extLst xmlns:a="http://schemas.openxmlformats.org/drawingml/2006/main">
              <a:ext uri="{FF2B5EF4-FFF2-40B4-BE49-F238E27FC236}">
                <a16:creationId xmlns:a16="http://schemas.microsoft.com/office/drawing/2014/main" id="{E7A896D7-FD4F-41DC-BEBA-03A19F70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737">
            <a:extLst xmlns:a="http://schemas.openxmlformats.org/drawingml/2006/main">
              <a:ext uri="{FF2B5EF4-FFF2-40B4-BE49-F238E27FC236}">
                <a16:creationId xmlns:a16="http://schemas.microsoft.com/office/drawing/2014/main" id="{B8ADDF6F-AC53-4DC8-B04C-734EC4F9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Antigravity／Codex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Claude／Agent Skills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資料分析實戰</a:t>
            </a:r>
          </a:p>
        </p:txBody>
      </p:sp>
      <p:sp>
        <p:nvSpPr>
          <p:cNvPr id="6" name="shape-738">
            <a:extLst xmlns:a="http://schemas.openxmlformats.org/drawingml/2006/main">
              <a:ext uri="{FF2B5EF4-FFF2-40B4-BE49-F238E27FC236}">
                <a16:creationId xmlns:a16="http://schemas.microsoft.com/office/drawing/2014/main" id="{6EA4B1F9-7D84-444C-AF97-99952868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739">
            <a:extLst xmlns:a="http://schemas.openxmlformats.org/drawingml/2006/main">
              <a:ext uri="{FF2B5EF4-FFF2-40B4-BE49-F238E27FC236}">
                <a16:creationId xmlns:a16="http://schemas.microsoft.com/office/drawing/2014/main" id="{C3FCA433-DBB3-4B36-8552-69AFC6EB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40">
            <a:extLst xmlns:a="http://schemas.openxmlformats.org/drawingml/2006/main">
              <a:ext uri="{FF2B5EF4-FFF2-40B4-BE49-F238E27FC236}">
                <a16:creationId xmlns:a16="http://schemas.microsoft.com/office/drawing/2014/main" id="{F47C03CC-DDCB-4EFF-888D-AF5D99C6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5406087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41">
            <a:extLst xmlns:a="http://schemas.openxmlformats.org/drawingml/2006/main">
              <a:ext uri="{FF2B5EF4-FFF2-40B4-BE49-F238E27FC236}">
                <a16:creationId xmlns:a16="http://schemas.microsoft.com/office/drawing/2014/main" id="{9EB8B18B-9B48-4DE9-BDAD-7E8CF196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04F60EC-50BD-40C5-BBE7-90CC336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7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43">
            <a:extLst xmlns:a="http://schemas.openxmlformats.org/drawingml/2006/main">
              <a:ext uri="{FF2B5EF4-FFF2-40B4-BE49-F238E27FC236}">
                <a16:creationId xmlns:a16="http://schemas.microsoft.com/office/drawing/2014/main" id="{5DF9F57B-DB84-47B3-9283-E90469DB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3351FDD-51AF-40B2-B09C-902CB193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744">
            <a:extLst xmlns:a="http://schemas.openxmlformats.org/drawingml/2006/main">
              <a:ext uri="{FF2B5EF4-FFF2-40B4-BE49-F238E27FC236}">
                <a16:creationId xmlns:a16="http://schemas.microsoft.com/office/drawing/2014/main" id="{28370A57-981A-4825-94AC-D1C55285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745">
            <a:extLst xmlns:a="http://schemas.openxmlformats.org/drawingml/2006/main">
              <a:ext uri="{FF2B5EF4-FFF2-40B4-BE49-F238E27FC236}">
                <a16:creationId xmlns:a16="http://schemas.microsoft.com/office/drawing/2014/main" id="{9F5A6D82-0B28-4FB9-AEE0-C22E1E99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46">
            <a:extLst xmlns:a="http://schemas.openxmlformats.org/drawingml/2006/main">
              <a:ext uri="{FF2B5EF4-FFF2-40B4-BE49-F238E27FC236}">
                <a16:creationId xmlns:a16="http://schemas.microsoft.com/office/drawing/2014/main" id="{368A780B-4B3D-4C59-9990-2795E831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747">
            <a:extLst xmlns:a="http://schemas.openxmlformats.org/drawingml/2006/main">
              <a:ext uri="{FF2B5EF4-FFF2-40B4-BE49-F238E27FC236}">
                <a16:creationId xmlns:a16="http://schemas.microsoft.com/office/drawing/2014/main" id="{E59F03F0-3DCE-4063-9592-A761D772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748">
            <a:extLst xmlns:a="http://schemas.openxmlformats.org/drawingml/2006/main">
              <a:ext uri="{FF2B5EF4-FFF2-40B4-BE49-F238E27FC236}">
                <a16:creationId xmlns:a16="http://schemas.microsoft.com/office/drawing/2014/main" id="{F80C2EF4-D1A7-488D-9FFB-8228C1B2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749">
            <a:extLst xmlns:a="http://schemas.openxmlformats.org/drawingml/2006/main">
              <a:ext uri="{FF2B5EF4-FFF2-40B4-BE49-F238E27FC236}">
                <a16:creationId xmlns:a16="http://schemas.microsoft.com/office/drawing/2014/main" id="{80D7F55E-0B9E-4FCD-A135-56395967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50">
            <a:extLst xmlns:a="http://schemas.openxmlformats.org/drawingml/2006/main">
              <a:ext uri="{FF2B5EF4-FFF2-40B4-BE49-F238E27FC236}">
                <a16:creationId xmlns:a16="http://schemas.microsoft.com/office/drawing/2014/main" id="{8301A720-D6CE-4BED-9F95-73223D55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建立工具策略</a:t>
            </a:r>
          </a:p>
        </p:txBody>
      </p:sp>
      <p:sp>
        <p:nvSpPr>
          <p:cNvPr id="13" name="text-751">
            <a:extLst xmlns:a="http://schemas.openxmlformats.org/drawingml/2006/main">
              <a:ext uri="{FF2B5EF4-FFF2-40B4-BE49-F238E27FC236}">
                <a16:creationId xmlns:a16="http://schemas.microsoft.com/office/drawing/2014/main" id="{2ADE3578-5498-48A6-AF9E-5B6E3193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Antigravity、Codex 與 Claude，依任務、額度與驗收證據選擇工具。</a:t>
            </a:r>
          </a:p>
        </p:txBody>
      </p:sp>
      <p:sp>
        <p:nvSpPr>
          <p:cNvPr id="14" name="shape-752">
            <a:extLst xmlns:a="http://schemas.openxmlformats.org/drawingml/2006/main">
              <a:ext uri="{FF2B5EF4-FFF2-40B4-BE49-F238E27FC236}">
                <a16:creationId xmlns:a16="http://schemas.microsoft.com/office/drawing/2014/main" id="{47AA44EA-B549-41FB-BED7-2F286B59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753">
            <a:extLst xmlns:a="http://schemas.openxmlformats.org/drawingml/2006/main">
              <a:ext uri="{FF2B5EF4-FFF2-40B4-BE49-F238E27FC236}">
                <a16:creationId xmlns:a16="http://schemas.microsoft.com/office/drawing/2014/main" id="{CCEB286F-6AB1-4921-AE41-FDA5E7E6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54">
            <a:extLst xmlns:a="http://schemas.openxmlformats.org/drawingml/2006/main">
              <a:ext uri="{FF2B5EF4-FFF2-40B4-BE49-F238E27FC236}">
                <a16:creationId xmlns:a16="http://schemas.microsoft.com/office/drawing/2014/main" id="{FC7A4A67-F6FD-4888-BBFA-E27CFF40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755">
            <a:extLst xmlns:a="http://schemas.openxmlformats.org/drawingml/2006/main">
              <a:ext uri="{FF2B5EF4-FFF2-40B4-BE49-F238E27FC236}">
                <a16:creationId xmlns:a16="http://schemas.microsoft.com/office/drawing/2014/main" id="{A9CF3735-6154-4770-BB04-CA7A70A7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756">
            <a:extLst xmlns:a="http://schemas.openxmlformats.org/drawingml/2006/main">
              <a:ext uri="{FF2B5EF4-FFF2-40B4-BE49-F238E27FC236}">
                <a16:creationId xmlns:a16="http://schemas.microsoft.com/office/drawing/2014/main" id="{7FB32C55-51FF-479B-9AE2-73715151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757">
            <a:extLst xmlns:a="http://schemas.openxmlformats.org/drawingml/2006/main">
              <a:ext uri="{FF2B5EF4-FFF2-40B4-BE49-F238E27FC236}">
                <a16:creationId xmlns:a16="http://schemas.microsoft.com/office/drawing/2014/main" id="{5E2AD90C-3AC0-44C1-8AFC-F0301149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58">
            <a:extLst xmlns:a="http://schemas.openxmlformats.org/drawingml/2006/main">
              <a:ext uri="{FF2B5EF4-FFF2-40B4-BE49-F238E27FC236}">
                <a16:creationId xmlns:a16="http://schemas.microsoft.com/office/drawing/2014/main" id="{8844F373-96FC-42D9-B38D-1A4B7FBC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759">
            <a:extLst xmlns:a="http://schemas.openxmlformats.org/drawingml/2006/main">
              <a:ext uri="{FF2B5EF4-FFF2-40B4-BE49-F238E27FC236}">
                <a16:creationId xmlns:a16="http://schemas.microsoft.com/office/drawing/2014/main" id="{BBE861F1-BA13-4022-8B6A-EB85EDB2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92372888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760">
            <a:extLst xmlns:a="http://schemas.openxmlformats.org/drawingml/2006/main">
              <a:ext uri="{FF2B5EF4-FFF2-40B4-BE49-F238E27FC236}">
                <a16:creationId xmlns:a16="http://schemas.microsoft.com/office/drawing/2014/main" id="{28FB3017-1126-4213-87B8-916C2FF4C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D68E3A-564D-4FD0-9B85-CBEB90314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41" name="shape-7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62">
            <a:extLst xmlns:a="http://schemas.openxmlformats.org/drawingml/2006/main">
              <a:ext uri="{FF2B5EF4-FFF2-40B4-BE49-F238E27FC236}">
                <a16:creationId xmlns:a16="http://schemas.microsoft.com/office/drawing/2014/main" id="{5A5C1C9C-8ED4-412B-BCBF-D7BA6782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EFBB25-883E-4450-8756-BD1CAF395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4" name="shape-763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764">
            <a:extLst xmlns:a="http://schemas.openxmlformats.org/drawingml/2006/main">
              <a:ext uri="{FF2B5EF4-FFF2-40B4-BE49-F238E27FC236}">
                <a16:creationId xmlns:a16="http://schemas.microsoft.com/office/drawing/2014/main" id="{1D126870-7D2B-4583-89A6-A90E66584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65">
            <a:extLst xmlns:a="http://schemas.openxmlformats.org/drawingml/2006/main">
              <a:ext uri="{FF2B5EF4-FFF2-40B4-BE49-F238E27FC236}">
                <a16:creationId xmlns:a16="http://schemas.microsoft.com/office/drawing/2014/main" id="{4CF92105-E1F9-4121-9197-6CE3963E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766">
            <a:extLst xmlns:a="http://schemas.openxmlformats.org/drawingml/2006/main">
              <a:ext uri="{FF2B5EF4-FFF2-40B4-BE49-F238E27FC236}">
                <a16:creationId xmlns:a16="http://schemas.microsoft.com/office/drawing/2014/main" id="{86996CE5-BB64-4ECE-97C4-26B45255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767">
            <a:extLst xmlns:a="http://schemas.openxmlformats.org/drawingml/2006/main">
              <a:ext uri="{FF2B5EF4-FFF2-40B4-BE49-F238E27FC236}">
                <a16:creationId xmlns:a16="http://schemas.microsoft.com/office/drawing/2014/main" id="{5CE6A087-E4DB-4382-9163-35EE77CFF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768">
            <a:extLst xmlns:a="http://schemas.openxmlformats.org/drawingml/2006/main">
              <a:ext uri="{FF2B5EF4-FFF2-40B4-BE49-F238E27FC236}">
                <a16:creationId xmlns:a16="http://schemas.microsoft.com/office/drawing/2014/main" id="{4EA20D09-FEF2-4377-8AD9-342CC4CE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69">
            <a:extLst xmlns:a="http://schemas.openxmlformats.org/drawingml/2006/main">
              <a:ext uri="{FF2B5EF4-FFF2-40B4-BE49-F238E27FC236}">
                <a16:creationId xmlns:a16="http://schemas.microsoft.com/office/drawing/2014/main" id="{E16ED598-FBC8-4418-A237-F75680C0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20–45</a:t>
            </a:r>
          </a:p>
        </p:txBody>
      </p:sp>
      <p:sp>
        <p:nvSpPr>
          <p:cNvPr id="13" name="text-770">
            <a:extLst xmlns:a="http://schemas.openxmlformats.org/drawingml/2006/main">
              <a:ext uri="{FF2B5EF4-FFF2-40B4-BE49-F238E27FC236}">
                <a16:creationId xmlns:a16="http://schemas.microsoft.com/office/drawing/2014/main" id="{9F6E4BC2-21FE-4283-8BBB-8912F3FB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771">
            <a:extLst xmlns:a="http://schemas.openxmlformats.org/drawingml/2006/main">
              <a:ext uri="{FF2B5EF4-FFF2-40B4-BE49-F238E27FC236}">
                <a16:creationId xmlns:a16="http://schemas.microsoft.com/office/drawing/2014/main" id="{BFB19E1D-7B06-485B-B9D7-17E401B3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772">
            <a:extLst xmlns:a="http://schemas.openxmlformats.org/drawingml/2006/main">
              <a:ext uri="{FF2B5EF4-FFF2-40B4-BE49-F238E27FC236}">
                <a16:creationId xmlns:a16="http://schemas.microsoft.com/office/drawing/2014/main" id="{364E06A0-69BB-44DF-96D2-9B26369E4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73">
            <a:extLst xmlns:a="http://schemas.openxmlformats.org/drawingml/2006/main">
              <a:ext uri="{FF2B5EF4-FFF2-40B4-BE49-F238E27FC236}">
                <a16:creationId xmlns:a16="http://schemas.microsoft.com/office/drawing/2014/main" id="{676B4C4D-D825-4164-AC6C-E5AF91657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45–70</a:t>
            </a:r>
          </a:p>
        </p:txBody>
      </p:sp>
      <p:sp>
        <p:nvSpPr>
          <p:cNvPr id="17" name="text-774">
            <a:extLst xmlns:a="http://schemas.openxmlformats.org/drawingml/2006/main">
              <a:ext uri="{FF2B5EF4-FFF2-40B4-BE49-F238E27FC236}">
                <a16:creationId xmlns:a16="http://schemas.microsoft.com/office/drawing/2014/main" id="{520A65D3-147B-4CD0-8BDC-B2D66BD5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8" name="text-775">
            <a:extLst xmlns:a="http://schemas.openxmlformats.org/drawingml/2006/main">
              <a:ext uri="{FF2B5EF4-FFF2-40B4-BE49-F238E27FC236}">
                <a16:creationId xmlns:a16="http://schemas.microsoft.com/office/drawing/2014/main" id="{0E2B0115-01D0-43D0-92CA-E247B0C4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模型與成本</a:t>
            </a:r>
          </a:p>
        </p:txBody>
      </p:sp>
      <p:sp>
        <p:nvSpPr>
          <p:cNvPr id="19" name="shape-776">
            <a:extLst xmlns:a="http://schemas.openxmlformats.org/drawingml/2006/main">
              <a:ext uri="{FF2B5EF4-FFF2-40B4-BE49-F238E27FC236}">
                <a16:creationId xmlns:a16="http://schemas.microsoft.com/office/drawing/2014/main" id="{B800B9BF-6CEA-431F-B7E1-B2C386F1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77">
            <a:extLst xmlns:a="http://schemas.openxmlformats.org/drawingml/2006/main">
              <a:ext uri="{FF2B5EF4-FFF2-40B4-BE49-F238E27FC236}">
                <a16:creationId xmlns:a16="http://schemas.microsoft.com/office/drawing/2014/main" id="{2D8C572B-2A1D-44DF-AC76-E792D8D6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70–95</a:t>
            </a:r>
          </a:p>
        </p:txBody>
      </p:sp>
      <p:sp>
        <p:nvSpPr>
          <p:cNvPr id="21" name="text-778">
            <a:extLst xmlns:a="http://schemas.openxmlformats.org/drawingml/2006/main">
              <a:ext uri="{FF2B5EF4-FFF2-40B4-BE49-F238E27FC236}">
                <a16:creationId xmlns:a16="http://schemas.microsoft.com/office/drawing/2014/main" id="{74D29701-2F90-4C02-8CCE-53F57049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22" name="text-779">
            <a:extLst xmlns:a="http://schemas.openxmlformats.org/drawingml/2006/main">
              <a:ext uri="{FF2B5EF4-FFF2-40B4-BE49-F238E27FC236}">
                <a16:creationId xmlns:a16="http://schemas.microsoft.com/office/drawing/2014/main" id="{26BFA47C-FBD8-4061-BB4A-C53306EE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23" name="shape-780">
            <a:extLst xmlns:a="http://schemas.openxmlformats.org/drawingml/2006/main">
              <a:ext uri="{FF2B5EF4-FFF2-40B4-BE49-F238E27FC236}">
                <a16:creationId xmlns:a16="http://schemas.microsoft.com/office/drawing/2014/main" id="{567B994B-7EE3-4E35-96CF-5EEF4852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781">
            <a:extLst xmlns:a="http://schemas.openxmlformats.org/drawingml/2006/main">
              <a:ext uri="{FF2B5EF4-FFF2-40B4-BE49-F238E27FC236}">
                <a16:creationId xmlns:a16="http://schemas.microsoft.com/office/drawing/2014/main" id="{277AE172-0941-42D4-864F-F093EB6D4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95–105</a:t>
            </a:r>
          </a:p>
        </p:txBody>
      </p:sp>
      <p:sp>
        <p:nvSpPr>
          <p:cNvPr id="25" name="text-782">
            <a:extLst xmlns:a="http://schemas.openxmlformats.org/drawingml/2006/main">
              <a:ext uri="{FF2B5EF4-FFF2-40B4-BE49-F238E27FC236}">
                <a16:creationId xmlns:a16="http://schemas.microsoft.com/office/drawing/2014/main" id="{07E1CF53-D5E2-4308-99A6-893CDD61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783">
            <a:extLst xmlns:a="http://schemas.openxmlformats.org/drawingml/2006/main">
              <a:ext uri="{FF2B5EF4-FFF2-40B4-BE49-F238E27FC236}">
                <a16:creationId xmlns:a16="http://schemas.microsoft.com/office/drawing/2014/main" id="{13624573-35C9-4488-B238-8F78382A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7" name="shape-784">
            <a:extLst xmlns:a="http://schemas.openxmlformats.org/drawingml/2006/main">
              <a:ext uri="{FF2B5EF4-FFF2-40B4-BE49-F238E27FC236}">
                <a16:creationId xmlns:a16="http://schemas.microsoft.com/office/drawing/2014/main" id="{48C19CDA-BE22-4B4A-82E6-261A0A84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785">
            <a:extLst xmlns:a="http://schemas.openxmlformats.org/drawingml/2006/main">
              <a:ext uri="{FF2B5EF4-FFF2-40B4-BE49-F238E27FC236}">
                <a16:creationId xmlns:a16="http://schemas.microsoft.com/office/drawing/2014/main" id="{8511F28F-136F-456A-8524-9E8D521A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105–140</a:t>
            </a:r>
          </a:p>
        </p:txBody>
      </p:sp>
      <p:sp>
        <p:nvSpPr>
          <p:cNvPr id="29" name="text-786">
            <a:extLst xmlns:a="http://schemas.openxmlformats.org/drawingml/2006/main">
              <a:ext uri="{FF2B5EF4-FFF2-40B4-BE49-F238E27FC236}">
                <a16:creationId xmlns:a16="http://schemas.microsoft.com/office/drawing/2014/main" id="{077C61FC-2636-411E-A37F-36DD32EB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0" name="text-787">
            <a:extLst xmlns:a="http://schemas.openxmlformats.org/drawingml/2006/main">
              <a:ext uri="{FF2B5EF4-FFF2-40B4-BE49-F238E27FC236}">
                <a16:creationId xmlns:a16="http://schemas.microsoft.com/office/drawing/2014/main" id="{6C32DA10-CFC9-4247-884A-97E5BE1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31" name="shape-788">
            <a:extLst xmlns:a="http://schemas.openxmlformats.org/drawingml/2006/main">
              <a:ext uri="{FF2B5EF4-FFF2-40B4-BE49-F238E27FC236}">
                <a16:creationId xmlns:a16="http://schemas.microsoft.com/office/drawing/2014/main" id="{9D808439-65E2-4CCB-BE01-722A6225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789">
            <a:extLst xmlns:a="http://schemas.openxmlformats.org/drawingml/2006/main">
              <a:ext uri="{FF2B5EF4-FFF2-40B4-BE49-F238E27FC236}">
                <a16:creationId xmlns:a16="http://schemas.microsoft.com/office/drawing/2014/main" id="{E8C0AAC6-144D-43C2-8D0F-F26C70FE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140–160</a:t>
            </a:r>
          </a:p>
        </p:txBody>
      </p:sp>
      <p:sp>
        <p:nvSpPr>
          <p:cNvPr id="33" name="text-790">
            <a:extLst xmlns:a="http://schemas.openxmlformats.org/drawingml/2006/main">
              <a:ext uri="{FF2B5EF4-FFF2-40B4-BE49-F238E27FC236}">
                <a16:creationId xmlns:a16="http://schemas.microsoft.com/office/drawing/2014/main" id="{10726AD4-D1AE-44D8-8F3B-DC40DF37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4" name="text-791">
            <a:extLst xmlns:a="http://schemas.openxmlformats.org/drawingml/2006/main">
              <a:ext uri="{FF2B5EF4-FFF2-40B4-BE49-F238E27FC236}">
                <a16:creationId xmlns:a16="http://schemas.microsoft.com/office/drawing/2014/main" id="{59FC3741-9C66-44CC-9E6F-F09104ED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5" name="shape-792">
            <a:extLst xmlns:a="http://schemas.openxmlformats.org/drawingml/2006/main">
              <a:ext uri="{FF2B5EF4-FFF2-40B4-BE49-F238E27FC236}">
                <a16:creationId xmlns:a16="http://schemas.microsoft.com/office/drawing/2014/main" id="{EFCF47FA-E9A2-4EE4-BC5C-CC98BAEE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text-793">
            <a:extLst xmlns:a="http://schemas.openxmlformats.org/drawingml/2006/main">
              <a:ext uri="{FF2B5EF4-FFF2-40B4-BE49-F238E27FC236}">
                <a16:creationId xmlns:a16="http://schemas.microsoft.com/office/drawing/2014/main" id="{7ED79023-6FD5-4F11-A2F7-2FF66B933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7" name="text-794">
            <a:extLst xmlns:a="http://schemas.openxmlformats.org/drawingml/2006/main">
              <a:ext uri="{FF2B5EF4-FFF2-40B4-BE49-F238E27FC236}">
                <a16:creationId xmlns:a16="http://schemas.microsoft.com/office/drawing/2014/main" id="{B93269F7-D123-4B6B-9DEC-2BAB22ED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8" name="text-795">
            <a:extLst xmlns:a="http://schemas.openxmlformats.org/drawingml/2006/main">
              <a:ext uri="{FF2B5EF4-FFF2-40B4-BE49-F238E27FC236}">
                <a16:creationId xmlns:a16="http://schemas.microsoft.com/office/drawing/2014/main" id="{EE4A7C68-A870-476F-914D-5726A4A3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6013195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796">
            <a:extLst xmlns:a="http://schemas.openxmlformats.org/drawingml/2006/main">
              <a:ext uri="{FF2B5EF4-FFF2-40B4-BE49-F238E27FC236}">
                <a16:creationId xmlns:a16="http://schemas.microsoft.com/office/drawing/2014/main" id="{E321F34B-EFA8-4F03-B330-F2FE1DCC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94C7374-01FD-4636-87C9-CC621163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32" name="shape-79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98">
            <a:extLst xmlns:a="http://schemas.openxmlformats.org/drawingml/2006/main">
              <a:ext uri="{FF2B5EF4-FFF2-40B4-BE49-F238E27FC236}">
                <a16:creationId xmlns:a16="http://schemas.microsoft.com/office/drawing/2014/main" id="{4AB75347-B041-4C14-8FC9-D9F54FE39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06DBD1-AE19-4736-983D-F0E3299E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799">
            <a:extLst xmlns:a="http://schemas.openxmlformats.org/drawingml/2006/main">
              <a:ext uri="{FF2B5EF4-FFF2-40B4-BE49-F238E27FC236}">
                <a16:creationId xmlns:a16="http://schemas.microsoft.com/office/drawing/2014/main" id="{835704FC-E4AE-4CA7-A4A9-4FEC25E5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800">
            <a:extLst xmlns:a="http://schemas.openxmlformats.org/drawingml/2006/main">
              <a:ext uri="{FF2B5EF4-FFF2-40B4-BE49-F238E27FC236}">
                <a16:creationId xmlns:a16="http://schemas.microsoft.com/office/drawing/2014/main" id="{8772B82D-8904-4C3A-8AE1-79058E11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01">
            <a:extLst xmlns:a="http://schemas.openxmlformats.org/drawingml/2006/main">
              <a:ext uri="{FF2B5EF4-FFF2-40B4-BE49-F238E27FC236}">
                <a16:creationId xmlns:a16="http://schemas.microsoft.com/office/drawing/2014/main" id="{F252A02A-809D-484B-8EE5-5B41D95B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02">
            <a:extLst xmlns:a="http://schemas.openxmlformats.org/drawingml/2006/main">
              <a:ext uri="{FF2B5EF4-FFF2-40B4-BE49-F238E27FC236}">
                <a16:creationId xmlns:a16="http://schemas.microsoft.com/office/drawing/2014/main" id="{229ABC9B-72A5-4180-80BA-984E89FF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10" name="text-803">
            <a:extLst xmlns:a="http://schemas.openxmlformats.org/drawingml/2006/main">
              <a:ext uri="{FF2B5EF4-FFF2-40B4-BE49-F238E27FC236}">
                <a16:creationId xmlns:a16="http://schemas.microsoft.com/office/drawing/2014/main" id="{AA9B9E5C-7BF2-4292-A898-2742A6EE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11" name="text-804">
            <a:extLst xmlns:a="http://schemas.openxmlformats.org/drawingml/2006/main">
              <a:ext uri="{FF2B5EF4-FFF2-40B4-BE49-F238E27FC236}">
                <a16:creationId xmlns:a16="http://schemas.microsoft.com/office/drawing/2014/main" id="{119A2314-32A1-4426-8EF4-E2330B4F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05">
            <a:extLst xmlns:a="http://schemas.openxmlformats.org/drawingml/2006/main">
              <a:ext uri="{FF2B5EF4-FFF2-40B4-BE49-F238E27FC236}">
                <a16:creationId xmlns:a16="http://schemas.microsoft.com/office/drawing/2014/main" id="{BB6E7DD7-916B-4F01-BF2F-29E4DF77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806">
            <a:extLst xmlns:a="http://schemas.openxmlformats.org/drawingml/2006/main">
              <a:ext uri="{FF2B5EF4-FFF2-40B4-BE49-F238E27FC236}">
                <a16:creationId xmlns:a16="http://schemas.microsoft.com/office/drawing/2014/main" id="{636FB9E5-14C3-47B9-A40F-A4947CDE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07">
            <a:extLst xmlns:a="http://schemas.openxmlformats.org/drawingml/2006/main">
              <a:ext uri="{FF2B5EF4-FFF2-40B4-BE49-F238E27FC236}">
                <a16:creationId xmlns:a16="http://schemas.microsoft.com/office/drawing/2014/main" id="{77754D42-CE27-4FDF-B55F-579A4105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08">
            <a:extLst xmlns:a="http://schemas.openxmlformats.org/drawingml/2006/main">
              <a:ext uri="{FF2B5EF4-FFF2-40B4-BE49-F238E27FC236}">
                <a16:creationId xmlns:a16="http://schemas.microsoft.com/office/drawing/2014/main" id="{4A9E2D04-9DED-4A2F-A50E-B7C66765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6" name="text-809">
            <a:extLst xmlns:a="http://schemas.openxmlformats.org/drawingml/2006/main">
              <a:ext uri="{FF2B5EF4-FFF2-40B4-BE49-F238E27FC236}">
                <a16:creationId xmlns:a16="http://schemas.microsoft.com/office/drawing/2014/main" id="{F7A96CC5-3CC2-4040-88E9-9EF236E2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7" name="text-810">
            <a:extLst xmlns:a="http://schemas.openxmlformats.org/drawingml/2006/main">
              <a:ext uri="{FF2B5EF4-FFF2-40B4-BE49-F238E27FC236}">
                <a16:creationId xmlns:a16="http://schemas.microsoft.com/office/drawing/2014/main" id="{14C33140-5A95-48F4-968E-1F13662F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11">
            <a:extLst xmlns:a="http://schemas.openxmlformats.org/drawingml/2006/main">
              <a:ext uri="{FF2B5EF4-FFF2-40B4-BE49-F238E27FC236}">
                <a16:creationId xmlns:a16="http://schemas.microsoft.com/office/drawing/2014/main" id="{00C6DC70-809F-406A-870E-8CA587708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812">
            <a:extLst xmlns:a="http://schemas.openxmlformats.org/drawingml/2006/main">
              <a:ext uri="{FF2B5EF4-FFF2-40B4-BE49-F238E27FC236}">
                <a16:creationId xmlns:a16="http://schemas.microsoft.com/office/drawing/2014/main" id="{6A261C3F-EEF4-4375-9957-FB66C1C4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13">
            <a:extLst xmlns:a="http://schemas.openxmlformats.org/drawingml/2006/main">
              <a:ext uri="{FF2B5EF4-FFF2-40B4-BE49-F238E27FC236}">
                <a16:creationId xmlns:a16="http://schemas.microsoft.com/office/drawing/2014/main" id="{3C5B06F1-ED0F-4236-B04C-7B9D32CD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14">
            <a:extLst xmlns:a="http://schemas.openxmlformats.org/drawingml/2006/main">
              <a:ext uri="{FF2B5EF4-FFF2-40B4-BE49-F238E27FC236}">
                <a16:creationId xmlns:a16="http://schemas.microsoft.com/office/drawing/2014/main" id="{A92FB94C-300B-46B1-96E5-DA9DA74C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22" name="text-815">
            <a:extLst xmlns:a="http://schemas.openxmlformats.org/drawingml/2006/main">
              <a:ext uri="{FF2B5EF4-FFF2-40B4-BE49-F238E27FC236}">
                <a16:creationId xmlns:a16="http://schemas.microsoft.com/office/drawing/2014/main" id="{BFD21249-2E03-454C-8502-F3FC6AA1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23" name="text-816">
            <a:extLst xmlns:a="http://schemas.openxmlformats.org/drawingml/2006/main">
              <a:ext uri="{FF2B5EF4-FFF2-40B4-BE49-F238E27FC236}">
                <a16:creationId xmlns:a16="http://schemas.microsoft.com/office/drawing/2014/main" id="{331A6F11-DD1D-48F4-869E-F9350F3E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17">
            <a:extLst xmlns:a="http://schemas.openxmlformats.org/drawingml/2006/main">
              <a:ext uri="{FF2B5EF4-FFF2-40B4-BE49-F238E27FC236}">
                <a16:creationId xmlns:a16="http://schemas.microsoft.com/office/drawing/2014/main" id="{AD105E35-44F5-4F02-8227-BBD77A85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818">
            <a:extLst xmlns:a="http://schemas.openxmlformats.org/drawingml/2006/main">
              <a:ext uri="{FF2B5EF4-FFF2-40B4-BE49-F238E27FC236}">
                <a16:creationId xmlns:a16="http://schemas.microsoft.com/office/drawing/2014/main" id="{6E7D7726-CA3C-4CD8-9C05-DCE2EADD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19">
            <a:extLst xmlns:a="http://schemas.openxmlformats.org/drawingml/2006/main">
              <a:ext uri="{FF2B5EF4-FFF2-40B4-BE49-F238E27FC236}">
                <a16:creationId xmlns:a16="http://schemas.microsoft.com/office/drawing/2014/main" id="{7B36594B-639A-4482-A1C6-209753FE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20">
            <a:extLst xmlns:a="http://schemas.openxmlformats.org/drawingml/2006/main">
              <a:ext uri="{FF2B5EF4-FFF2-40B4-BE49-F238E27FC236}">
                <a16:creationId xmlns:a16="http://schemas.microsoft.com/office/drawing/2014/main" id="{02A63D76-34D1-4932-85EF-9289E666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8" name="text-821">
            <a:extLst xmlns:a="http://schemas.openxmlformats.org/drawingml/2006/main">
              <a:ext uri="{FF2B5EF4-FFF2-40B4-BE49-F238E27FC236}">
                <a16:creationId xmlns:a16="http://schemas.microsoft.com/office/drawing/2014/main" id="{9366EAC3-AA49-4798-9FFA-5A48729C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9" name="text-822">
            <a:extLst xmlns:a="http://schemas.openxmlformats.org/drawingml/2006/main">
              <a:ext uri="{FF2B5EF4-FFF2-40B4-BE49-F238E27FC236}">
                <a16:creationId xmlns:a16="http://schemas.microsoft.com/office/drawing/2014/main" id="{EC1C28B8-F466-4E9E-A1D7-48FF06D4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671479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823">
            <a:extLst xmlns:a="http://schemas.openxmlformats.org/drawingml/2006/main">
              <a:ext uri="{FF2B5EF4-FFF2-40B4-BE49-F238E27FC236}">
                <a16:creationId xmlns:a16="http://schemas.microsoft.com/office/drawing/2014/main" id="{DED7F4C6-54D8-4E8F-9405-B21046243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D31558-2BFD-4A87-B54A-C3CC902A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38" name="shape-82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25">
            <a:extLst xmlns:a="http://schemas.openxmlformats.org/drawingml/2006/main">
              <a:ext uri="{FF2B5EF4-FFF2-40B4-BE49-F238E27FC236}">
                <a16:creationId xmlns:a16="http://schemas.microsoft.com/office/drawing/2014/main" id="{38D030F7-D70D-4F93-9E5C-2BE0B30A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32ADDC8-4625-425C-A2BC-63CD7BA6D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26">
            <a:extLst xmlns:a="http://schemas.openxmlformats.org/drawingml/2006/main">
              <a:ext uri="{FF2B5EF4-FFF2-40B4-BE49-F238E27FC236}">
                <a16:creationId xmlns:a16="http://schemas.microsoft.com/office/drawing/2014/main" id="{7E948D43-4EFF-43FE-B9FB-27D5168FC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827">
            <a:extLst xmlns:a="http://schemas.openxmlformats.org/drawingml/2006/main">
              <a:ext uri="{FF2B5EF4-FFF2-40B4-BE49-F238E27FC236}">
                <a16:creationId xmlns:a16="http://schemas.microsoft.com/office/drawing/2014/main" id="{8BF9323B-CE27-4CE2-B268-F9F4B5987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28">
            <a:extLst xmlns:a="http://schemas.openxmlformats.org/drawingml/2006/main">
              <a:ext uri="{FF2B5EF4-FFF2-40B4-BE49-F238E27FC236}">
                <a16:creationId xmlns:a16="http://schemas.microsoft.com/office/drawing/2014/main" id="{6ECB66FD-E493-445A-8216-14F8BC49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29">
            <a:extLst xmlns:a="http://schemas.openxmlformats.org/drawingml/2006/main">
              <a:ext uri="{FF2B5EF4-FFF2-40B4-BE49-F238E27FC236}">
                <a16:creationId xmlns:a16="http://schemas.microsoft.com/office/drawing/2014/main" id="{D801C330-2146-44A5-92A5-C3B0B9A7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10" name="text-830">
            <a:extLst xmlns:a="http://schemas.openxmlformats.org/drawingml/2006/main">
              <a:ext uri="{FF2B5EF4-FFF2-40B4-BE49-F238E27FC236}">
                <a16:creationId xmlns:a16="http://schemas.microsoft.com/office/drawing/2014/main" id="{71AC755A-FF27-4A86-908E-B686E7A77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11" name="text-831">
            <a:extLst xmlns:a="http://schemas.openxmlformats.org/drawingml/2006/main">
              <a:ext uri="{FF2B5EF4-FFF2-40B4-BE49-F238E27FC236}">
                <a16:creationId xmlns:a16="http://schemas.microsoft.com/office/drawing/2014/main" id="{2CC1A114-EEB7-4E88-B5E5-8E57E618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32">
            <a:extLst xmlns:a="http://schemas.openxmlformats.org/drawingml/2006/main">
              <a:ext uri="{FF2B5EF4-FFF2-40B4-BE49-F238E27FC236}">
                <a16:creationId xmlns:a16="http://schemas.microsoft.com/office/drawing/2014/main" id="{A74DC743-9197-4773-9A28-55452BB2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833">
            <a:extLst xmlns:a="http://schemas.openxmlformats.org/drawingml/2006/main">
              <a:ext uri="{FF2B5EF4-FFF2-40B4-BE49-F238E27FC236}">
                <a16:creationId xmlns:a16="http://schemas.microsoft.com/office/drawing/2014/main" id="{3F6611E4-3AAD-4723-9E20-C371653B3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34">
            <a:extLst xmlns:a="http://schemas.openxmlformats.org/drawingml/2006/main">
              <a:ext uri="{FF2B5EF4-FFF2-40B4-BE49-F238E27FC236}">
                <a16:creationId xmlns:a16="http://schemas.microsoft.com/office/drawing/2014/main" id="{2BFFD766-39E3-4C81-9A63-8078E1D7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35">
            <a:extLst xmlns:a="http://schemas.openxmlformats.org/drawingml/2006/main">
              <a:ext uri="{FF2B5EF4-FFF2-40B4-BE49-F238E27FC236}">
                <a16:creationId xmlns:a16="http://schemas.microsoft.com/office/drawing/2014/main" id="{5C79DBD7-C2A2-45D7-A63E-675010B0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6" name="text-836">
            <a:extLst xmlns:a="http://schemas.openxmlformats.org/drawingml/2006/main">
              <a:ext uri="{FF2B5EF4-FFF2-40B4-BE49-F238E27FC236}">
                <a16:creationId xmlns:a16="http://schemas.microsoft.com/office/drawing/2014/main" id="{9A24E7EC-B681-4BFA-8C16-F801D1E4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7" name="text-837">
            <a:extLst xmlns:a="http://schemas.openxmlformats.org/drawingml/2006/main">
              <a:ext uri="{FF2B5EF4-FFF2-40B4-BE49-F238E27FC236}">
                <a16:creationId xmlns:a16="http://schemas.microsoft.com/office/drawing/2014/main" id="{DC075DE8-11C9-40DA-B383-19D33B1C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38">
            <a:extLst xmlns:a="http://schemas.openxmlformats.org/drawingml/2006/main">
              <a:ext uri="{FF2B5EF4-FFF2-40B4-BE49-F238E27FC236}">
                <a16:creationId xmlns:a16="http://schemas.microsoft.com/office/drawing/2014/main" id="{74F7F230-B568-4C17-9A0D-7D12F880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839">
            <a:extLst xmlns:a="http://schemas.openxmlformats.org/drawingml/2006/main">
              <a:ext uri="{FF2B5EF4-FFF2-40B4-BE49-F238E27FC236}">
                <a16:creationId xmlns:a16="http://schemas.microsoft.com/office/drawing/2014/main" id="{C3354FC3-2B0A-4743-8951-81BB1715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40">
            <a:extLst xmlns:a="http://schemas.openxmlformats.org/drawingml/2006/main">
              <a:ext uri="{FF2B5EF4-FFF2-40B4-BE49-F238E27FC236}">
                <a16:creationId xmlns:a16="http://schemas.microsoft.com/office/drawing/2014/main" id="{2913E0C1-0150-4EAF-A6CB-E98C6C41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41">
            <a:extLst xmlns:a="http://schemas.openxmlformats.org/drawingml/2006/main">
              <a:ext uri="{FF2B5EF4-FFF2-40B4-BE49-F238E27FC236}">
                <a16:creationId xmlns:a16="http://schemas.microsoft.com/office/drawing/2014/main" id="{055B8D3F-9D73-4DB8-8713-AD1DD7E9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22" name="text-842">
            <a:extLst xmlns:a="http://schemas.openxmlformats.org/drawingml/2006/main">
              <a:ext uri="{FF2B5EF4-FFF2-40B4-BE49-F238E27FC236}">
                <a16:creationId xmlns:a16="http://schemas.microsoft.com/office/drawing/2014/main" id="{AA1C8C94-F404-4180-AC4F-DAA231A2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23" name="text-843">
            <a:extLst xmlns:a="http://schemas.openxmlformats.org/drawingml/2006/main">
              <a:ext uri="{FF2B5EF4-FFF2-40B4-BE49-F238E27FC236}">
                <a16:creationId xmlns:a16="http://schemas.microsoft.com/office/drawing/2014/main" id="{89A8099C-E002-4DA0-BCDC-7CBC3D4B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44">
            <a:extLst xmlns:a="http://schemas.openxmlformats.org/drawingml/2006/main">
              <a:ext uri="{FF2B5EF4-FFF2-40B4-BE49-F238E27FC236}">
                <a16:creationId xmlns:a16="http://schemas.microsoft.com/office/drawing/2014/main" id="{6BFB4E4B-42E7-492A-8194-1BC5B271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845">
            <a:extLst xmlns:a="http://schemas.openxmlformats.org/drawingml/2006/main">
              <a:ext uri="{FF2B5EF4-FFF2-40B4-BE49-F238E27FC236}">
                <a16:creationId xmlns:a16="http://schemas.microsoft.com/office/drawing/2014/main" id="{4C12D748-6B40-4062-94C3-EEB26C7F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46">
            <a:extLst xmlns:a="http://schemas.openxmlformats.org/drawingml/2006/main">
              <a:ext uri="{FF2B5EF4-FFF2-40B4-BE49-F238E27FC236}">
                <a16:creationId xmlns:a16="http://schemas.microsoft.com/office/drawing/2014/main" id="{C1C1AA68-E18F-4218-8C90-EA5A4A6C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47">
            <a:extLst xmlns:a="http://schemas.openxmlformats.org/drawingml/2006/main">
              <a:ext uri="{FF2B5EF4-FFF2-40B4-BE49-F238E27FC236}">
                <a16:creationId xmlns:a16="http://schemas.microsoft.com/office/drawing/2014/main" id="{ECAB0F94-9CDB-4071-86D1-BF96E2675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8" name="text-848">
            <a:extLst xmlns:a="http://schemas.openxmlformats.org/drawingml/2006/main">
              <a:ext uri="{FF2B5EF4-FFF2-40B4-BE49-F238E27FC236}">
                <a16:creationId xmlns:a16="http://schemas.microsoft.com/office/drawing/2014/main" id="{25E961D1-33D3-4A28-83BD-2E562591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9" name="text-849">
            <a:extLst xmlns:a="http://schemas.openxmlformats.org/drawingml/2006/main">
              <a:ext uri="{FF2B5EF4-FFF2-40B4-BE49-F238E27FC236}">
                <a16:creationId xmlns:a16="http://schemas.microsoft.com/office/drawing/2014/main" id="{588200B6-18CB-478F-952F-A83A3705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850">
            <a:extLst xmlns:a="http://schemas.openxmlformats.org/drawingml/2006/main">
              <a:ext uri="{FF2B5EF4-FFF2-40B4-BE49-F238E27FC236}">
                <a16:creationId xmlns:a16="http://schemas.microsoft.com/office/drawing/2014/main" id="{77820CCB-2D23-45E1-88E3-43CF976F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851">
            <a:extLst xmlns:a="http://schemas.openxmlformats.org/drawingml/2006/main">
              <a:ext uri="{FF2B5EF4-FFF2-40B4-BE49-F238E27FC236}">
                <a16:creationId xmlns:a16="http://schemas.microsoft.com/office/drawing/2014/main" id="{4C94BACE-A102-406C-9996-20885243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852">
            <a:extLst xmlns:a="http://schemas.openxmlformats.org/drawingml/2006/main">
              <a:ext uri="{FF2B5EF4-FFF2-40B4-BE49-F238E27FC236}">
                <a16:creationId xmlns:a16="http://schemas.microsoft.com/office/drawing/2014/main" id="{CDCD9FF6-6026-4BAB-B233-EFABE153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853">
            <a:extLst xmlns:a="http://schemas.openxmlformats.org/drawingml/2006/main">
              <a:ext uri="{FF2B5EF4-FFF2-40B4-BE49-F238E27FC236}">
                <a16:creationId xmlns:a16="http://schemas.microsoft.com/office/drawing/2014/main" id="{36E68724-0420-4830-A566-9BBA5B2D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854">
            <a:extLst xmlns:a="http://schemas.openxmlformats.org/drawingml/2006/main">
              <a:ext uri="{FF2B5EF4-FFF2-40B4-BE49-F238E27FC236}">
                <a16:creationId xmlns:a16="http://schemas.microsoft.com/office/drawing/2014/main" id="{B29EAF0E-C7B5-4F50-B31A-21DDCFD3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35" name="text-855">
            <a:extLst xmlns:a="http://schemas.openxmlformats.org/drawingml/2006/main">
              <a:ext uri="{FF2B5EF4-FFF2-40B4-BE49-F238E27FC236}">
                <a16:creationId xmlns:a16="http://schemas.microsoft.com/office/drawing/2014/main" id="{36247079-A721-4FEE-B6CA-C57315FB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373057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56">
            <a:extLst xmlns:a="http://schemas.openxmlformats.org/drawingml/2006/main">
              <a:ext uri="{FF2B5EF4-FFF2-40B4-BE49-F238E27FC236}">
                <a16:creationId xmlns:a16="http://schemas.microsoft.com/office/drawing/2014/main" id="{8F857F15-24E4-47E2-B102-9BCB4917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A4B3A77-BF91-4265-BBC0-BBC2AA48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8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58">
            <a:extLst xmlns:a="http://schemas.openxmlformats.org/drawingml/2006/main">
              <a:ext uri="{FF2B5EF4-FFF2-40B4-BE49-F238E27FC236}">
                <a16:creationId xmlns:a16="http://schemas.microsoft.com/office/drawing/2014/main" id="{62AC3F4B-1FEE-4EE8-988E-145A76BF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B11555A-2655-444C-83C3-231B9A94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859">
            <a:extLst xmlns:a="http://schemas.openxmlformats.org/drawingml/2006/main">
              <a:ext uri="{FF2B5EF4-FFF2-40B4-BE49-F238E27FC236}">
                <a16:creationId xmlns:a16="http://schemas.microsoft.com/office/drawing/2014/main" id="{8FBA3970-2774-4E8C-9242-1CAEF2E5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60">
            <a:extLst xmlns:a="http://schemas.openxmlformats.org/drawingml/2006/main">
              <a:ext uri="{FF2B5EF4-FFF2-40B4-BE49-F238E27FC236}">
                <a16:creationId xmlns:a16="http://schemas.microsoft.com/office/drawing/2014/main" id="{CD00075C-B90C-43BA-96B8-1E0A45F70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861">
            <a:extLst xmlns:a="http://schemas.openxmlformats.org/drawingml/2006/main">
              <a:ext uri="{FF2B5EF4-FFF2-40B4-BE49-F238E27FC236}">
                <a16:creationId xmlns:a16="http://schemas.microsoft.com/office/drawing/2014/main" id="{1BE4E5D0-12C6-44A8-A476-DC8D40C0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862">
            <a:extLst xmlns:a="http://schemas.openxmlformats.org/drawingml/2006/main">
              <a:ext uri="{FF2B5EF4-FFF2-40B4-BE49-F238E27FC236}">
                <a16:creationId xmlns:a16="http://schemas.microsoft.com/office/drawing/2014/main" id="{2183B8DC-E44B-4579-BFC1-077AFD09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863">
            <a:extLst xmlns:a="http://schemas.openxmlformats.org/drawingml/2006/main">
              <a:ext uri="{FF2B5EF4-FFF2-40B4-BE49-F238E27FC236}">
                <a16:creationId xmlns:a16="http://schemas.microsoft.com/office/drawing/2014/main" id="{7F395894-2F9A-4C3E-A493-40CF35225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64">
            <a:extLst xmlns:a="http://schemas.openxmlformats.org/drawingml/2006/main">
              <a:ext uri="{FF2B5EF4-FFF2-40B4-BE49-F238E27FC236}">
                <a16:creationId xmlns:a16="http://schemas.microsoft.com/office/drawing/2014/main" id="{18A82E7A-761B-46B3-9CA7-A315D9C4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865">
            <a:extLst xmlns:a="http://schemas.openxmlformats.org/drawingml/2006/main">
              <a:ext uri="{FF2B5EF4-FFF2-40B4-BE49-F238E27FC236}">
                <a16:creationId xmlns:a16="http://schemas.microsoft.com/office/drawing/2014/main" id="{96179135-D661-4FDE-AABE-F20A1BDA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866">
            <a:extLst xmlns:a="http://schemas.openxmlformats.org/drawingml/2006/main">
              <a:ext uri="{FF2B5EF4-FFF2-40B4-BE49-F238E27FC236}">
                <a16:creationId xmlns:a16="http://schemas.microsoft.com/office/drawing/2014/main" id="{494E8966-2E3F-400D-AE69-38BF11DD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867">
            <a:extLst xmlns:a="http://schemas.openxmlformats.org/drawingml/2006/main">
              <a:ext uri="{FF2B5EF4-FFF2-40B4-BE49-F238E27FC236}">
                <a16:creationId xmlns:a16="http://schemas.microsoft.com/office/drawing/2014/main" id="{ACBCA30B-D770-4BA1-B01E-99A024DF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68">
            <a:extLst xmlns:a="http://schemas.openxmlformats.org/drawingml/2006/main">
              <a:ext uri="{FF2B5EF4-FFF2-40B4-BE49-F238E27FC236}">
                <a16:creationId xmlns:a16="http://schemas.microsoft.com/office/drawing/2014/main" id="{1A531346-9868-4F87-AF7C-D8B37E70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869">
            <a:extLst xmlns:a="http://schemas.openxmlformats.org/drawingml/2006/main">
              <a:ext uri="{FF2B5EF4-FFF2-40B4-BE49-F238E27FC236}">
                <a16:creationId xmlns:a16="http://schemas.microsoft.com/office/drawing/2014/main" id="{B06CFA42-9D87-4020-8615-834BF0F2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870">
            <a:extLst xmlns:a="http://schemas.openxmlformats.org/drawingml/2006/main">
              <a:ext uri="{FF2B5EF4-FFF2-40B4-BE49-F238E27FC236}">
                <a16:creationId xmlns:a16="http://schemas.microsoft.com/office/drawing/2014/main" id="{4F187E5A-68BA-4C43-97F6-550FBE32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12523037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71">
            <a:extLst xmlns:a="http://schemas.openxmlformats.org/drawingml/2006/main">
              <a:ext uri="{FF2B5EF4-FFF2-40B4-BE49-F238E27FC236}">
                <a16:creationId xmlns:a16="http://schemas.microsoft.com/office/drawing/2014/main" id="{6ED6F48A-BE74-4579-A8D1-D0DB8ED2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96C9D4F-F9F6-4892-9602-49DD2A64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87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73">
            <a:extLst xmlns:a="http://schemas.openxmlformats.org/drawingml/2006/main">
              <a:ext uri="{FF2B5EF4-FFF2-40B4-BE49-F238E27FC236}">
                <a16:creationId xmlns:a16="http://schemas.microsoft.com/office/drawing/2014/main" id="{8FF38280-6F4A-425F-A6DE-9C5D7817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E3B6D30-C9AB-4BE1-9A07-44C86C08B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874">
            <a:extLst xmlns:a="http://schemas.openxmlformats.org/drawingml/2006/main">
              <a:ext uri="{FF2B5EF4-FFF2-40B4-BE49-F238E27FC236}">
                <a16:creationId xmlns:a16="http://schemas.microsoft.com/office/drawing/2014/main" id="{4E1EB6E5-DC86-4CE1-9545-14E74C81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875">
            <a:extLst xmlns:a="http://schemas.openxmlformats.org/drawingml/2006/main">
              <a:ext uri="{FF2B5EF4-FFF2-40B4-BE49-F238E27FC236}">
                <a16:creationId xmlns:a16="http://schemas.microsoft.com/office/drawing/2014/main" id="{53861AC2-4EC0-482D-8757-59CBAE14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76">
            <a:extLst xmlns:a="http://schemas.openxmlformats.org/drawingml/2006/main">
              <a:ext uri="{FF2B5EF4-FFF2-40B4-BE49-F238E27FC236}">
                <a16:creationId xmlns:a16="http://schemas.microsoft.com/office/drawing/2014/main" id="{4232372C-CBD8-4A40-87FA-FE2D2D3D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877">
            <a:extLst xmlns:a="http://schemas.openxmlformats.org/drawingml/2006/main">
              <a:ext uri="{FF2B5EF4-FFF2-40B4-BE49-F238E27FC236}">
                <a16:creationId xmlns:a16="http://schemas.microsoft.com/office/drawing/2014/main" id="{9E858EF2-6932-497E-AB0A-EAFAF34DA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878">
            <a:extLst xmlns:a="http://schemas.openxmlformats.org/drawingml/2006/main">
              <a:ext uri="{FF2B5EF4-FFF2-40B4-BE49-F238E27FC236}">
                <a16:creationId xmlns:a16="http://schemas.microsoft.com/office/drawing/2014/main" id="{FA813636-C7AD-4C07-BE02-22BAB5CC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879">
            <a:extLst xmlns:a="http://schemas.openxmlformats.org/drawingml/2006/main">
              <a:ext uri="{FF2B5EF4-FFF2-40B4-BE49-F238E27FC236}">
                <a16:creationId xmlns:a16="http://schemas.microsoft.com/office/drawing/2014/main" id="{F049553E-531D-4008-8E44-028E893D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880">
            <a:extLst xmlns:a="http://schemas.openxmlformats.org/drawingml/2006/main">
              <a:ext uri="{FF2B5EF4-FFF2-40B4-BE49-F238E27FC236}">
                <a16:creationId xmlns:a16="http://schemas.microsoft.com/office/drawing/2014/main" id="{C814FB3E-F357-4AE8-B406-68A77E01A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881">
            <a:extLst xmlns:a="http://schemas.openxmlformats.org/drawingml/2006/main">
              <a:ext uri="{FF2B5EF4-FFF2-40B4-BE49-F238E27FC236}">
                <a16:creationId xmlns:a16="http://schemas.microsoft.com/office/drawing/2014/main" id="{BE1E2106-92C5-421C-A465-A6C98518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882">
            <a:extLst xmlns:a="http://schemas.openxmlformats.org/drawingml/2006/main">
              <a:ext uri="{FF2B5EF4-FFF2-40B4-BE49-F238E27FC236}">
                <a16:creationId xmlns:a16="http://schemas.microsoft.com/office/drawing/2014/main" id="{505F10E1-152F-443B-9533-7B76795F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883">
            <a:extLst xmlns:a="http://schemas.openxmlformats.org/drawingml/2006/main">
              <a:ext uri="{FF2B5EF4-FFF2-40B4-BE49-F238E27FC236}">
                <a16:creationId xmlns:a16="http://schemas.microsoft.com/office/drawing/2014/main" id="{3A178A7E-A126-4377-A2E2-91A8C9E8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4856413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884">
            <a:extLst xmlns:a="http://schemas.openxmlformats.org/drawingml/2006/main">
              <a:ext uri="{FF2B5EF4-FFF2-40B4-BE49-F238E27FC236}">
                <a16:creationId xmlns:a16="http://schemas.microsoft.com/office/drawing/2014/main" id="{A84FECD5-422C-4D67-B1AE-FFB9D875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4E2FE4-1D75-4E14-9DA7-CCF72EA4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88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86">
            <a:extLst xmlns:a="http://schemas.openxmlformats.org/drawingml/2006/main">
              <a:ext uri="{FF2B5EF4-FFF2-40B4-BE49-F238E27FC236}">
                <a16:creationId xmlns:a16="http://schemas.microsoft.com/office/drawing/2014/main" id="{3282F49A-C45F-4B49-BB6B-4E5053A2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4FA0BA0-55D2-419A-8A29-8EA0330C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887">
            <a:extLst xmlns:a="http://schemas.openxmlformats.org/drawingml/2006/main">
              <a:ext uri="{FF2B5EF4-FFF2-40B4-BE49-F238E27FC236}">
                <a16:creationId xmlns:a16="http://schemas.microsoft.com/office/drawing/2014/main" id="{B5EC6AEA-B34F-4925-BD36-03211059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888">
            <a:extLst xmlns:a="http://schemas.openxmlformats.org/drawingml/2006/main">
              <a:ext uri="{FF2B5EF4-FFF2-40B4-BE49-F238E27FC236}">
                <a16:creationId xmlns:a16="http://schemas.microsoft.com/office/drawing/2014/main" id="{D9145F55-4FB8-4BA6-B469-C04B7A3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89">
            <a:extLst xmlns:a="http://schemas.openxmlformats.org/drawingml/2006/main">
              <a:ext uri="{FF2B5EF4-FFF2-40B4-BE49-F238E27FC236}">
                <a16:creationId xmlns:a16="http://schemas.microsoft.com/office/drawing/2014/main" id="{CAE39984-B385-44D9-BC6D-0665B65AA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890">
            <a:extLst xmlns:a="http://schemas.openxmlformats.org/drawingml/2006/main">
              <a:ext uri="{FF2B5EF4-FFF2-40B4-BE49-F238E27FC236}">
                <a16:creationId xmlns:a16="http://schemas.microsoft.com/office/drawing/2014/main" id="{3054B306-8522-4136-9427-FF794F6C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891">
            <a:extLst xmlns:a="http://schemas.openxmlformats.org/drawingml/2006/main">
              <a:ext uri="{FF2B5EF4-FFF2-40B4-BE49-F238E27FC236}">
                <a16:creationId xmlns:a16="http://schemas.microsoft.com/office/drawing/2014/main" id="{633B5169-923C-43B5-A8F9-1B681243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892">
            <a:extLst xmlns:a="http://schemas.openxmlformats.org/drawingml/2006/main">
              <a:ext uri="{FF2B5EF4-FFF2-40B4-BE49-F238E27FC236}">
                <a16:creationId xmlns:a16="http://schemas.microsoft.com/office/drawing/2014/main" id="{B478BC44-7DA4-4A4F-94E1-DFD05259F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5db1870a5ef430f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c4fd29baa474f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893">
            <a:extLst xmlns:a="http://schemas.openxmlformats.org/drawingml/2006/main">
              <a:ext uri="{FF2B5EF4-FFF2-40B4-BE49-F238E27FC236}">
                <a16:creationId xmlns:a16="http://schemas.microsoft.com/office/drawing/2014/main" id="{76D2367F-8859-4B1B-94F6-F73E3BDE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d152ee9984b4bdc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994c43de46fd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894">
            <a:extLst xmlns:a="http://schemas.openxmlformats.org/drawingml/2006/main">
              <a:ext uri="{FF2B5EF4-FFF2-40B4-BE49-F238E27FC236}">
                <a16:creationId xmlns:a16="http://schemas.microsoft.com/office/drawing/2014/main" id="{E99E6C12-D08D-43E1-AAA0-36E06AB5B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895">
            <a:extLst xmlns:a="http://schemas.openxmlformats.org/drawingml/2006/main">
              <a:ext uri="{FF2B5EF4-FFF2-40B4-BE49-F238E27FC236}">
                <a16:creationId xmlns:a16="http://schemas.microsoft.com/office/drawing/2014/main" id="{6DA5E8EA-6913-43E6-BCE9-3B255C05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896">
            <a:extLst xmlns:a="http://schemas.openxmlformats.org/drawingml/2006/main">
              <a:ext uri="{FF2B5EF4-FFF2-40B4-BE49-F238E27FC236}">
                <a16:creationId xmlns:a16="http://schemas.microsoft.com/office/drawing/2014/main" id="{DC809480-878A-4FD7-8852-4FAF9652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897">
            <a:extLst xmlns:a="http://schemas.openxmlformats.org/drawingml/2006/main">
              <a:ext uri="{FF2B5EF4-FFF2-40B4-BE49-F238E27FC236}">
                <a16:creationId xmlns:a16="http://schemas.microsoft.com/office/drawing/2014/main" id="{D73EA02D-6BDA-49B0-8358-B5968315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898">
            <a:extLst xmlns:a="http://schemas.openxmlformats.org/drawingml/2006/main">
              <a:ext uri="{FF2B5EF4-FFF2-40B4-BE49-F238E27FC236}">
                <a16:creationId xmlns:a16="http://schemas.microsoft.com/office/drawing/2014/main" id="{CAA134C2-8F98-4403-BAEF-C0C620BAA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09b53b6a6e64f9e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1672eb6a184666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899">
            <a:extLst xmlns:a="http://schemas.openxmlformats.org/drawingml/2006/main">
              <a:ext uri="{FF2B5EF4-FFF2-40B4-BE49-F238E27FC236}">
                <a16:creationId xmlns:a16="http://schemas.microsoft.com/office/drawing/2014/main" id="{FB3882BA-B618-4810-8DF0-761AA762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f109922cba4305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6f6f047146416c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900">
            <a:extLst xmlns:a="http://schemas.openxmlformats.org/drawingml/2006/main">
              <a:ext uri="{FF2B5EF4-FFF2-40B4-BE49-F238E27FC236}">
                <a16:creationId xmlns:a16="http://schemas.microsoft.com/office/drawing/2014/main" id="{73EEF1E6-EA74-4D95-B454-0FDD3F2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901">
            <a:extLst xmlns:a="http://schemas.openxmlformats.org/drawingml/2006/main">
              <a:ext uri="{FF2B5EF4-FFF2-40B4-BE49-F238E27FC236}">
                <a16:creationId xmlns:a16="http://schemas.microsoft.com/office/drawing/2014/main" id="{2C93B9AF-7299-4DEF-BA05-FF93F76F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902">
            <a:extLst xmlns:a="http://schemas.openxmlformats.org/drawingml/2006/main">
              <a:ext uri="{FF2B5EF4-FFF2-40B4-BE49-F238E27FC236}">
                <a16:creationId xmlns:a16="http://schemas.microsoft.com/office/drawing/2014/main" id="{EB5372BF-3F49-463A-AE6A-391B7116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903">
            <a:extLst xmlns:a="http://schemas.openxmlformats.org/drawingml/2006/main">
              <a:ext uri="{FF2B5EF4-FFF2-40B4-BE49-F238E27FC236}">
                <a16:creationId xmlns:a16="http://schemas.microsoft.com/office/drawing/2014/main" id="{BD0CE7B2-96F6-41AC-8E6A-FA40D20A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904">
            <a:extLst xmlns:a="http://schemas.openxmlformats.org/drawingml/2006/main">
              <a:ext uri="{FF2B5EF4-FFF2-40B4-BE49-F238E27FC236}">
                <a16:creationId xmlns:a16="http://schemas.microsoft.com/office/drawing/2014/main" id="{D8C36E8D-2653-492C-A9D7-76825F75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25829e46a064989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84dd63424549bb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905">
            <a:extLst xmlns:a="http://schemas.openxmlformats.org/drawingml/2006/main">
              <a:ext uri="{FF2B5EF4-FFF2-40B4-BE49-F238E27FC236}">
                <a16:creationId xmlns:a16="http://schemas.microsoft.com/office/drawing/2014/main" id="{46E83446-AD96-4B1D-8BFE-16876B55A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792212266a499a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d11d3950c4042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0306749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906">
            <a:extLst xmlns:a="http://schemas.openxmlformats.org/drawingml/2006/main">
              <a:ext uri="{FF2B5EF4-FFF2-40B4-BE49-F238E27FC236}">
                <a16:creationId xmlns:a16="http://schemas.microsoft.com/office/drawing/2014/main" id="{E1BA7AEC-2293-437F-9AC9-D6346D32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F05B0D-91D3-4607-A6D4-9DD9CE12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9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08">
            <a:extLst xmlns:a="http://schemas.openxmlformats.org/drawingml/2006/main">
              <a:ext uri="{FF2B5EF4-FFF2-40B4-BE49-F238E27FC236}">
                <a16:creationId xmlns:a16="http://schemas.microsoft.com/office/drawing/2014/main" id="{9E0829D8-AAF3-4710-8450-6CBD2F09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235C94-93E3-4360-BD6F-1961BF16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909">
            <a:extLst xmlns:a="http://schemas.openxmlformats.org/drawingml/2006/main">
              <a:ext uri="{FF2B5EF4-FFF2-40B4-BE49-F238E27FC236}">
                <a16:creationId xmlns:a16="http://schemas.microsoft.com/office/drawing/2014/main" id="{87976DC7-B8DE-4F0F-AE96-78CBC3BC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910">
            <a:extLst xmlns:a="http://schemas.openxmlformats.org/drawingml/2006/main">
              <a:ext uri="{FF2B5EF4-FFF2-40B4-BE49-F238E27FC236}">
                <a16:creationId xmlns:a16="http://schemas.microsoft.com/office/drawing/2014/main" id="{4BACB395-7B32-4AA0-A85C-FFD3F32BF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11">
            <a:extLst xmlns:a="http://schemas.openxmlformats.org/drawingml/2006/main">
              <a:ext uri="{FF2B5EF4-FFF2-40B4-BE49-F238E27FC236}">
                <a16:creationId xmlns:a16="http://schemas.microsoft.com/office/drawing/2014/main" id="{B444D51B-D726-45B3-AD73-2875FEFE7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912">
            <a:extLst xmlns:a="http://schemas.openxmlformats.org/drawingml/2006/main">
              <a:ext uri="{FF2B5EF4-FFF2-40B4-BE49-F238E27FC236}">
                <a16:creationId xmlns:a16="http://schemas.microsoft.com/office/drawing/2014/main" id="{74B7B458-14A3-4FF6-B0F7-02E1EBFF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913">
            <a:extLst xmlns:a="http://schemas.openxmlformats.org/drawingml/2006/main">
              <a:ext uri="{FF2B5EF4-FFF2-40B4-BE49-F238E27FC236}">
                <a16:creationId xmlns:a16="http://schemas.microsoft.com/office/drawing/2014/main" id="{BBFD2ADD-1897-4AA4-BFEE-349B938C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914">
            <a:extLst xmlns:a="http://schemas.openxmlformats.org/drawingml/2006/main">
              <a:ext uri="{FF2B5EF4-FFF2-40B4-BE49-F238E27FC236}">
                <a16:creationId xmlns:a16="http://schemas.microsoft.com/office/drawing/2014/main" id="{DA03696C-4235-4534-84F0-9D4F0CFB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d72ac6816749a3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b109f78b704921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915">
            <a:extLst xmlns:a="http://schemas.openxmlformats.org/drawingml/2006/main">
              <a:ext uri="{FF2B5EF4-FFF2-40B4-BE49-F238E27FC236}">
                <a16:creationId xmlns:a16="http://schemas.microsoft.com/office/drawing/2014/main" id="{2D672266-61F2-4D87-9F37-C62E9736A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a1bcca320f245ed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2f5b3aea0a45b6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916">
            <a:extLst xmlns:a="http://schemas.openxmlformats.org/drawingml/2006/main">
              <a:ext uri="{FF2B5EF4-FFF2-40B4-BE49-F238E27FC236}">
                <a16:creationId xmlns:a16="http://schemas.microsoft.com/office/drawing/2014/main" id="{6F310CC8-2199-4EA0-9CEE-D7AACF7B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917">
            <a:extLst xmlns:a="http://schemas.openxmlformats.org/drawingml/2006/main">
              <a:ext uri="{FF2B5EF4-FFF2-40B4-BE49-F238E27FC236}">
                <a16:creationId xmlns:a16="http://schemas.microsoft.com/office/drawing/2014/main" id="{2E0314D4-5D7D-4D82-AD2A-27BB6AE4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918">
            <a:extLst xmlns:a="http://schemas.openxmlformats.org/drawingml/2006/main">
              <a:ext uri="{FF2B5EF4-FFF2-40B4-BE49-F238E27FC236}">
                <a16:creationId xmlns:a16="http://schemas.microsoft.com/office/drawing/2014/main" id="{4197F2E6-E865-45FC-9A33-FDB44F62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919">
            <a:extLst xmlns:a="http://schemas.openxmlformats.org/drawingml/2006/main">
              <a:ext uri="{FF2B5EF4-FFF2-40B4-BE49-F238E27FC236}">
                <a16:creationId xmlns:a16="http://schemas.microsoft.com/office/drawing/2014/main" id="{C9705FC7-F2A7-4D82-B8F6-7F913310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920">
            <a:extLst xmlns:a="http://schemas.openxmlformats.org/drawingml/2006/main">
              <a:ext uri="{FF2B5EF4-FFF2-40B4-BE49-F238E27FC236}">
                <a16:creationId xmlns:a16="http://schemas.microsoft.com/office/drawing/2014/main" id="{26A7B027-C57A-4284-A784-0EF1401E6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799b03dbd894b18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a370587fee4a93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921">
            <a:extLst xmlns:a="http://schemas.openxmlformats.org/drawingml/2006/main">
              <a:ext uri="{FF2B5EF4-FFF2-40B4-BE49-F238E27FC236}">
                <a16:creationId xmlns:a16="http://schemas.microsoft.com/office/drawing/2014/main" id="{38758446-5C6A-415D-837E-14130170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d7e2bd0441e45dd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eaa0d71a04403e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922">
            <a:extLst xmlns:a="http://schemas.openxmlformats.org/drawingml/2006/main">
              <a:ext uri="{FF2B5EF4-FFF2-40B4-BE49-F238E27FC236}">
                <a16:creationId xmlns:a16="http://schemas.microsoft.com/office/drawing/2014/main" id="{8A4A0544-DD2B-4C4A-9FA7-3800B039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923">
            <a:extLst xmlns:a="http://schemas.openxmlformats.org/drawingml/2006/main">
              <a:ext uri="{FF2B5EF4-FFF2-40B4-BE49-F238E27FC236}">
                <a16:creationId xmlns:a16="http://schemas.microsoft.com/office/drawing/2014/main" id="{3E03B95C-6F6F-4B09-A2EB-7B56E2204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924">
            <a:extLst xmlns:a="http://schemas.openxmlformats.org/drawingml/2006/main">
              <a:ext uri="{FF2B5EF4-FFF2-40B4-BE49-F238E27FC236}">
                <a16:creationId xmlns:a16="http://schemas.microsoft.com/office/drawing/2014/main" id="{419EE396-76C6-4158-9BE3-70FF1555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925">
            <a:extLst xmlns:a="http://schemas.openxmlformats.org/drawingml/2006/main">
              <a:ext uri="{FF2B5EF4-FFF2-40B4-BE49-F238E27FC236}">
                <a16:creationId xmlns:a16="http://schemas.microsoft.com/office/drawing/2014/main" id="{C82DC4FE-15EF-4B2D-B829-2825A661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926">
            <a:extLst xmlns:a="http://schemas.openxmlformats.org/drawingml/2006/main">
              <a:ext uri="{FF2B5EF4-FFF2-40B4-BE49-F238E27FC236}">
                <a16:creationId xmlns:a16="http://schemas.microsoft.com/office/drawing/2014/main" id="{0D9F513E-869E-45B0-B456-6334F424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96506c559924063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df524a6cd049ee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927">
            <a:extLst xmlns:a="http://schemas.openxmlformats.org/drawingml/2006/main">
              <a:ext uri="{FF2B5EF4-FFF2-40B4-BE49-F238E27FC236}">
                <a16:creationId xmlns:a16="http://schemas.microsoft.com/office/drawing/2014/main" id="{09C059F6-F9CC-4165-8569-C03E6382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0972603aa534c6b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75361a6f245ea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5296523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928">
            <a:extLst xmlns:a="http://schemas.openxmlformats.org/drawingml/2006/main">
              <a:ext uri="{FF2B5EF4-FFF2-40B4-BE49-F238E27FC236}">
                <a16:creationId xmlns:a16="http://schemas.microsoft.com/office/drawing/2014/main" id="{04754EDA-F07E-4003-9B3B-E0EC89546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929">
            <a:extLst xmlns:a="http://schemas.openxmlformats.org/drawingml/2006/main">
              <a:ext uri="{FF2B5EF4-FFF2-40B4-BE49-F238E27FC236}">
                <a16:creationId xmlns:a16="http://schemas.microsoft.com/office/drawing/2014/main" id="{79C3EC99-05AF-49D0-ABF6-30188E3A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930">
            <a:extLst xmlns:a="http://schemas.openxmlformats.org/drawingml/2006/main">
              <a:ext uri="{FF2B5EF4-FFF2-40B4-BE49-F238E27FC236}">
                <a16:creationId xmlns:a16="http://schemas.microsoft.com/office/drawing/2014/main" id="{F55447C0-30DE-4E27-B489-6A1EFD5D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931">
            <a:extLst xmlns:a="http://schemas.openxmlformats.org/drawingml/2006/main">
              <a:ext uri="{FF2B5EF4-FFF2-40B4-BE49-F238E27FC236}">
                <a16:creationId xmlns:a16="http://schemas.microsoft.com/office/drawing/2014/main" id="{B9EB883C-1FF9-4A81-810B-65CD5253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932">
            <a:extLst xmlns:a="http://schemas.openxmlformats.org/drawingml/2006/main">
              <a:ext uri="{FF2B5EF4-FFF2-40B4-BE49-F238E27FC236}">
                <a16:creationId xmlns:a16="http://schemas.microsoft.com/office/drawing/2014/main" id="{55866918-9571-447D-9718-76AA0F64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933">
            <a:extLst xmlns:a="http://schemas.openxmlformats.org/drawingml/2006/main">
              <a:ext uri="{FF2B5EF4-FFF2-40B4-BE49-F238E27FC236}">
                <a16:creationId xmlns:a16="http://schemas.microsoft.com/office/drawing/2014/main" id="{541A0C1D-FD55-45CE-BFBB-7A8A30279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934">
            <a:extLst xmlns:a="http://schemas.openxmlformats.org/drawingml/2006/main">
              <a:ext uri="{FF2B5EF4-FFF2-40B4-BE49-F238E27FC236}">
                <a16:creationId xmlns:a16="http://schemas.microsoft.com/office/drawing/2014/main" id="{0360A51F-77F9-4DE3-859E-9E6FD8B1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✦</a:t>
            </a:r>
          </a:p>
        </p:txBody>
      </p:sp>
      <p:sp>
        <p:nvSpPr>
          <p:cNvPr id="8" name="text-935">
            <a:extLst xmlns:a="http://schemas.openxmlformats.org/drawingml/2006/main">
              <a:ext uri="{FF2B5EF4-FFF2-40B4-BE49-F238E27FC236}">
                <a16:creationId xmlns:a16="http://schemas.microsoft.com/office/drawing/2014/main" id="{D5836148-F656-4BF6-901C-DFA404B1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936">
            <a:extLst xmlns:a="http://schemas.openxmlformats.org/drawingml/2006/main">
              <a:ext uri="{FF2B5EF4-FFF2-40B4-BE49-F238E27FC236}">
                <a16:creationId xmlns:a16="http://schemas.microsoft.com/office/drawing/2014/main" id="{EDEA368D-1D3C-4587-B2C2-A5D2131A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Agent 工作區</a:t>
            </a:r>
          </a:p>
        </p:txBody>
      </p:sp>
      <p:cxnSp>
        <p:nvCxnSpPr>
          <p:cNvPr id="26" name="shape-9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938">
            <a:extLst xmlns:a="http://schemas.openxmlformats.org/drawingml/2006/main">
              <a:ext uri="{FF2B5EF4-FFF2-40B4-BE49-F238E27FC236}">
                <a16:creationId xmlns:a16="http://schemas.microsoft.com/office/drawing/2014/main" id="{27E71460-CDCC-4AD1-AF08-E14576DF4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B8B486E-AF3C-49C1-A468-0D798AD7E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13" name="text-1605">
            <a:extLst xmlns:a="http://schemas.openxmlformats.org/drawingml/2006/main">
              <a:ext uri="{FF2B5EF4-FFF2-40B4-BE49-F238E27FC236}">
                <a16:creationId xmlns:a16="http://schemas.microsoft.com/office/drawing/2014/main" id="{17A97CE2-B2D4-4B54-83D9-36DA6B85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94e29a4dd5a481f"/>
              </a:rPr>
              <a:t>開啟 Antigravity ↗</a:t>
            </a:r>
          </a:p>
        </p:txBody>
      </p:sp>
      <p:sp>
        <p:nvSpPr>
          <p:cNvPr id="14" name="shape-1639">
            <a:extLst xmlns:a="http://schemas.openxmlformats.org/drawingml/2006/main">
              <a:ext uri="{FF2B5EF4-FFF2-40B4-BE49-F238E27FC236}">
                <a16:creationId xmlns:a16="http://schemas.microsoft.com/office/drawing/2014/main" id="{A9F840EE-F843-4E0B-BEB1-BBC5860A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d5f1c4c680446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40">
            <a:extLst xmlns:a="http://schemas.openxmlformats.org/drawingml/2006/main">
              <a:ext uri="{FF2B5EF4-FFF2-40B4-BE49-F238E27FC236}">
                <a16:creationId xmlns:a16="http://schemas.microsoft.com/office/drawing/2014/main" id="{ACEA93EA-85F2-485B-9E78-3F79041B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6877181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939">
            <a:extLst xmlns:a="http://schemas.openxmlformats.org/drawingml/2006/main">
              <a:ext uri="{FF2B5EF4-FFF2-40B4-BE49-F238E27FC236}">
                <a16:creationId xmlns:a16="http://schemas.microsoft.com/office/drawing/2014/main" id="{9FEE63BC-DF82-42E7-97D3-D909CFB2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F7C07C-AEC7-438E-BE60-CE38A957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9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41">
            <a:extLst xmlns:a="http://schemas.openxmlformats.org/drawingml/2006/main">
              <a:ext uri="{FF2B5EF4-FFF2-40B4-BE49-F238E27FC236}">
                <a16:creationId xmlns:a16="http://schemas.microsoft.com/office/drawing/2014/main" id="{4731D6F9-8184-4397-B9BB-C163EBF9D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662BD1E-42D5-4F7F-999D-1680F48F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942">
            <a:extLst xmlns:a="http://schemas.openxmlformats.org/drawingml/2006/main">
              <a:ext uri="{FF2B5EF4-FFF2-40B4-BE49-F238E27FC236}">
                <a16:creationId xmlns:a16="http://schemas.microsoft.com/office/drawing/2014/main" id="{A752CCA4-5370-455E-B99B-1F9C80321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943">
            <a:extLst xmlns:a="http://schemas.openxmlformats.org/drawingml/2006/main">
              <a:ext uri="{FF2B5EF4-FFF2-40B4-BE49-F238E27FC236}">
                <a16:creationId xmlns:a16="http://schemas.microsoft.com/office/drawing/2014/main" id="{5011887B-AE0D-456F-A4DB-843714C3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944">
            <a:extLst xmlns:a="http://schemas.openxmlformats.org/drawingml/2006/main">
              <a:ext uri="{FF2B5EF4-FFF2-40B4-BE49-F238E27FC236}">
                <a16:creationId xmlns:a16="http://schemas.microsoft.com/office/drawing/2014/main" id="{0436AADA-8297-4782-80A3-B137DE05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945">
            <a:extLst xmlns:a="http://schemas.openxmlformats.org/drawingml/2006/main">
              <a:ext uri="{FF2B5EF4-FFF2-40B4-BE49-F238E27FC236}">
                <a16:creationId xmlns:a16="http://schemas.microsoft.com/office/drawing/2014/main" id="{AD8B7459-BC00-4E59-ADEB-C5C6ECF4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946">
            <a:extLst xmlns:a="http://schemas.openxmlformats.org/drawingml/2006/main">
              <a:ext uri="{FF2B5EF4-FFF2-40B4-BE49-F238E27FC236}">
                <a16:creationId xmlns:a16="http://schemas.microsoft.com/office/drawing/2014/main" id="{1090DAB7-3759-448E-A166-83B83F59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947">
            <a:extLst xmlns:a="http://schemas.openxmlformats.org/drawingml/2006/main">
              <a:ext uri="{FF2B5EF4-FFF2-40B4-BE49-F238E27FC236}">
                <a16:creationId xmlns:a16="http://schemas.microsoft.com/office/drawing/2014/main" id="{14BD7D1C-7733-4D33-931F-B4513B40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606">
            <a:extLst xmlns:a="http://schemas.openxmlformats.org/drawingml/2006/main">
              <a:ext uri="{FF2B5EF4-FFF2-40B4-BE49-F238E27FC236}">
                <a16:creationId xmlns:a16="http://schemas.microsoft.com/office/drawing/2014/main" id="{AD438D7F-AB85-48EB-8536-CA256775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9c9e92c0bc8415b"/>
              </a:rPr>
              <a:t>開啟 Antigravity ↗</a:t>
            </a:r>
          </a:p>
        </p:txBody>
      </p:sp>
      <p:sp>
        <p:nvSpPr>
          <p:cNvPr id="13" name="shape-1641">
            <a:extLst xmlns:a="http://schemas.openxmlformats.org/drawingml/2006/main">
              <a:ext uri="{FF2B5EF4-FFF2-40B4-BE49-F238E27FC236}">
                <a16:creationId xmlns:a16="http://schemas.microsoft.com/office/drawing/2014/main" id="{865A339E-FAA6-41A7-A05D-3BF60568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00c3f34bb0473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642">
            <a:extLst xmlns:a="http://schemas.openxmlformats.org/drawingml/2006/main">
              <a:ext uri="{FF2B5EF4-FFF2-40B4-BE49-F238E27FC236}">
                <a16:creationId xmlns:a16="http://schemas.microsoft.com/office/drawing/2014/main" id="{043A24C5-1361-4099-A03A-D1CB60D6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7555354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48">
            <a:extLst xmlns:a="http://schemas.openxmlformats.org/drawingml/2006/main">
              <a:ext uri="{FF2B5EF4-FFF2-40B4-BE49-F238E27FC236}">
                <a16:creationId xmlns:a16="http://schemas.microsoft.com/office/drawing/2014/main" id="{9A15345E-BDBE-46B2-8A1B-531E3F3D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B89B08B-5527-4288-BE2F-CF4F4AE0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94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50">
            <a:extLst xmlns:a="http://schemas.openxmlformats.org/drawingml/2006/main">
              <a:ext uri="{FF2B5EF4-FFF2-40B4-BE49-F238E27FC236}">
                <a16:creationId xmlns:a16="http://schemas.microsoft.com/office/drawing/2014/main" id="{4F97B18D-0C26-4756-ABC9-277B0919B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4AA84F-DE2B-4537-9A32-BCA2B5E8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951">
            <a:extLst xmlns:a="http://schemas.openxmlformats.org/drawingml/2006/main">
              <a:ext uri="{FF2B5EF4-FFF2-40B4-BE49-F238E27FC236}">
                <a16:creationId xmlns:a16="http://schemas.microsoft.com/office/drawing/2014/main" id="{3A306FF5-91A1-4326-ADF2-E41AB388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52">
            <a:extLst xmlns:a="http://schemas.openxmlformats.org/drawingml/2006/main">
              <a:ext uri="{FF2B5EF4-FFF2-40B4-BE49-F238E27FC236}">
                <a16:creationId xmlns:a16="http://schemas.microsoft.com/office/drawing/2014/main" id="{DA38518B-3050-41A0-8E0B-0578D344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53">
            <a:extLst xmlns:a="http://schemas.openxmlformats.org/drawingml/2006/main">
              <a:ext uri="{FF2B5EF4-FFF2-40B4-BE49-F238E27FC236}">
                <a16:creationId xmlns:a16="http://schemas.microsoft.com/office/drawing/2014/main" id="{F38B2C55-145F-4457-9CE7-91700FF00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954">
            <a:extLst xmlns:a="http://schemas.openxmlformats.org/drawingml/2006/main">
              <a:ext uri="{FF2B5EF4-FFF2-40B4-BE49-F238E27FC236}">
                <a16:creationId xmlns:a16="http://schemas.microsoft.com/office/drawing/2014/main" id="{F93415EB-8478-4E49-B03A-0AA293876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955">
            <a:extLst xmlns:a="http://schemas.openxmlformats.org/drawingml/2006/main">
              <a:ext uri="{FF2B5EF4-FFF2-40B4-BE49-F238E27FC236}">
                <a16:creationId xmlns:a16="http://schemas.microsoft.com/office/drawing/2014/main" id="{0F9C7AA2-252B-49E4-A3B6-6DE20866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56">
            <a:extLst xmlns:a="http://schemas.openxmlformats.org/drawingml/2006/main">
              <a:ext uri="{FF2B5EF4-FFF2-40B4-BE49-F238E27FC236}">
                <a16:creationId xmlns:a16="http://schemas.microsoft.com/office/drawing/2014/main" id="{B6528167-CFF8-4F6F-8A3C-2590EE6F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57">
            <a:extLst xmlns:a="http://schemas.openxmlformats.org/drawingml/2006/main">
              <a:ext uri="{FF2B5EF4-FFF2-40B4-BE49-F238E27FC236}">
                <a16:creationId xmlns:a16="http://schemas.microsoft.com/office/drawing/2014/main" id="{6099B50B-539B-4ED7-8280-8BFB379F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958">
            <a:extLst xmlns:a="http://schemas.openxmlformats.org/drawingml/2006/main">
              <a:ext uri="{FF2B5EF4-FFF2-40B4-BE49-F238E27FC236}">
                <a16:creationId xmlns:a16="http://schemas.microsoft.com/office/drawing/2014/main" id="{388A4F03-22F6-404F-98F5-8AD965DB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959">
            <a:extLst xmlns:a="http://schemas.openxmlformats.org/drawingml/2006/main">
              <a:ext uri="{FF2B5EF4-FFF2-40B4-BE49-F238E27FC236}">
                <a16:creationId xmlns:a16="http://schemas.microsoft.com/office/drawing/2014/main" id="{F4A13D3B-39D9-4962-B1BF-B58C594F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60">
            <a:extLst xmlns:a="http://schemas.openxmlformats.org/drawingml/2006/main">
              <a:ext uri="{FF2B5EF4-FFF2-40B4-BE49-F238E27FC236}">
                <a16:creationId xmlns:a16="http://schemas.microsoft.com/office/drawing/2014/main" id="{92305B8D-CEC6-4AED-9F9F-CD0744C1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61">
            <a:extLst xmlns:a="http://schemas.openxmlformats.org/drawingml/2006/main">
              <a:ext uri="{FF2B5EF4-FFF2-40B4-BE49-F238E27FC236}">
                <a16:creationId xmlns:a16="http://schemas.microsoft.com/office/drawing/2014/main" id="{E5733156-51E7-48F4-9605-FBB26BFE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962">
            <a:extLst xmlns:a="http://schemas.openxmlformats.org/drawingml/2006/main">
              <a:ext uri="{FF2B5EF4-FFF2-40B4-BE49-F238E27FC236}">
                <a16:creationId xmlns:a16="http://schemas.microsoft.com/office/drawing/2014/main" id="{C484B67A-AD28-4B2A-B142-AE62B485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963">
            <a:extLst xmlns:a="http://schemas.openxmlformats.org/drawingml/2006/main">
              <a:ext uri="{FF2B5EF4-FFF2-40B4-BE49-F238E27FC236}">
                <a16:creationId xmlns:a16="http://schemas.microsoft.com/office/drawing/2014/main" id="{6E6ECC13-7FA7-40D2-AEB3-96874BBA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64">
            <a:extLst xmlns:a="http://schemas.openxmlformats.org/drawingml/2006/main">
              <a:ext uri="{FF2B5EF4-FFF2-40B4-BE49-F238E27FC236}">
                <a16:creationId xmlns:a16="http://schemas.microsoft.com/office/drawing/2014/main" id="{FCC8E1C1-009D-4BF6-BE32-754C5738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65">
            <a:extLst xmlns:a="http://schemas.openxmlformats.org/drawingml/2006/main">
              <a:ext uri="{FF2B5EF4-FFF2-40B4-BE49-F238E27FC236}">
                <a16:creationId xmlns:a16="http://schemas.microsoft.com/office/drawing/2014/main" id="{2AC27D3B-5FC1-4FCC-93AD-0B7CBE3B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966">
            <a:extLst xmlns:a="http://schemas.openxmlformats.org/drawingml/2006/main">
              <a:ext uri="{FF2B5EF4-FFF2-40B4-BE49-F238E27FC236}">
                <a16:creationId xmlns:a16="http://schemas.microsoft.com/office/drawing/2014/main" id="{F8B2A4E9-78F7-4FF8-9E38-39328311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607">
            <a:extLst xmlns:a="http://schemas.openxmlformats.org/drawingml/2006/main">
              <a:ext uri="{FF2B5EF4-FFF2-40B4-BE49-F238E27FC236}">
                <a16:creationId xmlns:a16="http://schemas.microsoft.com/office/drawing/2014/main" id="{A8FD37B6-8A41-4A47-9555-87289BD30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79c6943ad864f55"/>
              </a:rPr>
              <a:t>開啟 Antigravity ↗</a:t>
            </a:r>
          </a:p>
        </p:txBody>
      </p:sp>
      <p:sp>
        <p:nvSpPr>
          <p:cNvPr id="23" name="shape-1643">
            <a:extLst xmlns:a="http://schemas.openxmlformats.org/drawingml/2006/main">
              <a:ext uri="{FF2B5EF4-FFF2-40B4-BE49-F238E27FC236}">
                <a16:creationId xmlns:a16="http://schemas.microsoft.com/office/drawing/2014/main" id="{7969BB5B-6841-448E-8A16-A3222118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2cb1baec484bf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44">
            <a:extLst xmlns:a="http://schemas.openxmlformats.org/drawingml/2006/main">
              <a:ext uri="{FF2B5EF4-FFF2-40B4-BE49-F238E27FC236}">
                <a16:creationId xmlns:a16="http://schemas.microsoft.com/office/drawing/2014/main" id="{E4F233D9-D114-4E57-A4CC-168E9AA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06891147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67">
            <a:extLst xmlns:a="http://schemas.openxmlformats.org/drawingml/2006/main">
              <a:ext uri="{FF2B5EF4-FFF2-40B4-BE49-F238E27FC236}">
                <a16:creationId xmlns:a16="http://schemas.microsoft.com/office/drawing/2014/main" id="{BD96746B-B86F-46F1-A5FA-E2A9804C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4AB2B9-2B46-4FD4-9D97-138365D6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9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69">
            <a:extLst xmlns:a="http://schemas.openxmlformats.org/drawingml/2006/main">
              <a:ext uri="{FF2B5EF4-FFF2-40B4-BE49-F238E27FC236}">
                <a16:creationId xmlns:a16="http://schemas.microsoft.com/office/drawing/2014/main" id="{87824AAF-9709-454D-93A7-9CEB70E6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1BBEA7-971D-478D-8EC0-71E5F0E7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970">
            <a:extLst xmlns:a="http://schemas.openxmlformats.org/drawingml/2006/main">
              <a:ext uri="{FF2B5EF4-FFF2-40B4-BE49-F238E27FC236}">
                <a16:creationId xmlns:a16="http://schemas.microsoft.com/office/drawing/2014/main" id="{3381D21D-7ADE-4026-8CAE-700550B9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71">
            <a:extLst xmlns:a="http://schemas.openxmlformats.org/drawingml/2006/main">
              <a:ext uri="{FF2B5EF4-FFF2-40B4-BE49-F238E27FC236}">
                <a16:creationId xmlns:a16="http://schemas.microsoft.com/office/drawing/2014/main" id="{E5FEE155-7268-4B55-A4DD-9F0526E9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72">
            <a:extLst xmlns:a="http://schemas.openxmlformats.org/drawingml/2006/main">
              <a:ext uri="{FF2B5EF4-FFF2-40B4-BE49-F238E27FC236}">
                <a16:creationId xmlns:a16="http://schemas.microsoft.com/office/drawing/2014/main" id="{EBB6488F-EEA2-4ABF-9603-0725F8F10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973">
            <a:extLst xmlns:a="http://schemas.openxmlformats.org/drawingml/2006/main">
              <a:ext uri="{FF2B5EF4-FFF2-40B4-BE49-F238E27FC236}">
                <a16:creationId xmlns:a16="http://schemas.microsoft.com/office/drawing/2014/main" id="{B4B940C9-71B4-40E9-BBBF-B94E37AEB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974">
            <a:extLst xmlns:a="http://schemas.openxmlformats.org/drawingml/2006/main">
              <a:ext uri="{FF2B5EF4-FFF2-40B4-BE49-F238E27FC236}">
                <a16:creationId xmlns:a16="http://schemas.microsoft.com/office/drawing/2014/main" id="{03A6C0F6-99A6-4691-A3D0-B2B4F10D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75">
            <a:extLst xmlns:a="http://schemas.openxmlformats.org/drawingml/2006/main">
              <a:ext uri="{FF2B5EF4-FFF2-40B4-BE49-F238E27FC236}">
                <a16:creationId xmlns:a16="http://schemas.microsoft.com/office/drawing/2014/main" id="{26AD9906-24B0-46F3-B851-DC655ED4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76">
            <a:extLst xmlns:a="http://schemas.openxmlformats.org/drawingml/2006/main">
              <a:ext uri="{FF2B5EF4-FFF2-40B4-BE49-F238E27FC236}">
                <a16:creationId xmlns:a16="http://schemas.microsoft.com/office/drawing/2014/main" id="{43F64B96-C19F-433D-9D0A-F5DEB66B4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977">
            <a:extLst xmlns:a="http://schemas.openxmlformats.org/drawingml/2006/main">
              <a:ext uri="{FF2B5EF4-FFF2-40B4-BE49-F238E27FC236}">
                <a16:creationId xmlns:a16="http://schemas.microsoft.com/office/drawing/2014/main" id="{AEC7D620-65CF-419E-88A4-740435E4D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978">
            <a:extLst xmlns:a="http://schemas.openxmlformats.org/drawingml/2006/main">
              <a:ext uri="{FF2B5EF4-FFF2-40B4-BE49-F238E27FC236}">
                <a16:creationId xmlns:a16="http://schemas.microsoft.com/office/drawing/2014/main" id="{38431003-74DA-4208-A392-6D42DD2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79">
            <a:extLst xmlns:a="http://schemas.openxmlformats.org/drawingml/2006/main">
              <a:ext uri="{FF2B5EF4-FFF2-40B4-BE49-F238E27FC236}">
                <a16:creationId xmlns:a16="http://schemas.microsoft.com/office/drawing/2014/main" id="{23ED12E3-07C6-4F43-9F88-24A36684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80">
            <a:extLst xmlns:a="http://schemas.openxmlformats.org/drawingml/2006/main">
              <a:ext uri="{FF2B5EF4-FFF2-40B4-BE49-F238E27FC236}">
                <a16:creationId xmlns:a16="http://schemas.microsoft.com/office/drawing/2014/main" id="{C83CC0E2-8FF1-4E32-8096-377B331F8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981">
            <a:extLst xmlns:a="http://schemas.openxmlformats.org/drawingml/2006/main">
              <a:ext uri="{FF2B5EF4-FFF2-40B4-BE49-F238E27FC236}">
                <a16:creationId xmlns:a16="http://schemas.microsoft.com/office/drawing/2014/main" id="{14A9E896-42E6-4616-8260-19809B78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982">
            <a:extLst xmlns:a="http://schemas.openxmlformats.org/drawingml/2006/main">
              <a:ext uri="{FF2B5EF4-FFF2-40B4-BE49-F238E27FC236}">
                <a16:creationId xmlns:a16="http://schemas.microsoft.com/office/drawing/2014/main" id="{A50D3994-04A9-4DEC-A54A-5E0E3DDC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83">
            <a:extLst xmlns:a="http://schemas.openxmlformats.org/drawingml/2006/main">
              <a:ext uri="{FF2B5EF4-FFF2-40B4-BE49-F238E27FC236}">
                <a16:creationId xmlns:a16="http://schemas.microsoft.com/office/drawing/2014/main" id="{4DCB0916-F7FE-48F8-AFC9-A5DEE754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84">
            <a:extLst xmlns:a="http://schemas.openxmlformats.org/drawingml/2006/main">
              <a:ext uri="{FF2B5EF4-FFF2-40B4-BE49-F238E27FC236}">
                <a16:creationId xmlns:a16="http://schemas.microsoft.com/office/drawing/2014/main" id="{6871BC08-7701-4C0B-B17F-55B3AB34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985">
            <a:extLst xmlns:a="http://schemas.openxmlformats.org/drawingml/2006/main">
              <a:ext uri="{FF2B5EF4-FFF2-40B4-BE49-F238E27FC236}">
                <a16:creationId xmlns:a16="http://schemas.microsoft.com/office/drawing/2014/main" id="{FD12DD3B-F94E-4255-9718-5AB5CA90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608">
            <a:extLst xmlns:a="http://schemas.openxmlformats.org/drawingml/2006/main">
              <a:ext uri="{FF2B5EF4-FFF2-40B4-BE49-F238E27FC236}">
                <a16:creationId xmlns:a16="http://schemas.microsoft.com/office/drawing/2014/main" id="{A9D2DA01-3721-4572-944F-07425AD3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92b44854cde4bba"/>
              </a:rPr>
              <a:t>開啟 Antigravity ↗</a:t>
            </a:r>
          </a:p>
        </p:txBody>
      </p:sp>
      <p:sp>
        <p:nvSpPr>
          <p:cNvPr id="23" name="shape-1645">
            <a:extLst xmlns:a="http://schemas.openxmlformats.org/drawingml/2006/main">
              <a:ext uri="{FF2B5EF4-FFF2-40B4-BE49-F238E27FC236}">
                <a16:creationId xmlns:a16="http://schemas.microsoft.com/office/drawing/2014/main" id="{028DECC9-3D9A-4825-8E10-507A9768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514593d2c743a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46">
            <a:extLst xmlns:a="http://schemas.openxmlformats.org/drawingml/2006/main">
              <a:ext uri="{FF2B5EF4-FFF2-40B4-BE49-F238E27FC236}">
                <a16:creationId xmlns:a16="http://schemas.microsoft.com/office/drawing/2014/main" id="{FF23C5CD-92E8-4BA6-BDA4-BE9ECE91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3967818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text-986">
            <a:extLst xmlns:a="http://schemas.openxmlformats.org/drawingml/2006/main">
              <a:ext uri="{FF2B5EF4-FFF2-40B4-BE49-F238E27FC236}">
                <a16:creationId xmlns:a16="http://schemas.microsoft.com/office/drawing/2014/main" id="{96E3E34D-7841-4EAA-A964-95E582D4D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2B5D967-36D1-490F-A53B-27347682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59" name="shape-9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88">
            <a:extLst xmlns:a="http://schemas.openxmlformats.org/drawingml/2006/main">
              <a:ext uri="{FF2B5EF4-FFF2-40B4-BE49-F238E27FC236}">
                <a16:creationId xmlns:a16="http://schemas.microsoft.com/office/drawing/2014/main" id="{94F327FC-CC84-41F6-A997-254D8BCE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85FF84-95CD-45CA-A68D-0351D799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989">
            <a:extLst xmlns:a="http://schemas.openxmlformats.org/drawingml/2006/main">
              <a:ext uri="{FF2B5EF4-FFF2-40B4-BE49-F238E27FC236}">
                <a16:creationId xmlns:a16="http://schemas.microsoft.com/office/drawing/2014/main" id="{481A0A6B-EBDF-4F92-9083-0B543E5A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990">
            <a:extLst xmlns:a="http://schemas.openxmlformats.org/drawingml/2006/main">
              <a:ext uri="{FF2B5EF4-FFF2-40B4-BE49-F238E27FC236}">
                <a16:creationId xmlns:a16="http://schemas.microsoft.com/office/drawing/2014/main" id="{366B1E01-3883-442A-9865-F2E3529D5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991">
            <a:extLst xmlns:a="http://schemas.openxmlformats.org/drawingml/2006/main">
              <a:ext uri="{FF2B5EF4-FFF2-40B4-BE49-F238E27FC236}">
                <a16:creationId xmlns:a16="http://schemas.microsoft.com/office/drawing/2014/main" id="{5F730726-D47A-4471-B700-F799F045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92">
            <a:extLst xmlns:a="http://schemas.openxmlformats.org/drawingml/2006/main">
              <a:ext uri="{FF2B5EF4-FFF2-40B4-BE49-F238E27FC236}">
                <a16:creationId xmlns:a16="http://schemas.microsoft.com/office/drawing/2014/main" id="{902EA80F-3460-4545-9135-8821ECB2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993">
            <a:extLst xmlns:a="http://schemas.openxmlformats.org/drawingml/2006/main">
              <a:ext uri="{FF2B5EF4-FFF2-40B4-BE49-F238E27FC236}">
                <a16:creationId xmlns:a16="http://schemas.microsoft.com/office/drawing/2014/main" id="{FDE9D96E-6600-43D0-9502-B4E0B490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11" name="text-994">
            <a:extLst xmlns:a="http://schemas.openxmlformats.org/drawingml/2006/main">
              <a:ext uri="{FF2B5EF4-FFF2-40B4-BE49-F238E27FC236}">
                <a16:creationId xmlns:a16="http://schemas.microsoft.com/office/drawing/2014/main" id="{BF05ED35-1519-48C2-8DEE-DEDC9DFB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995">
            <a:extLst xmlns:a="http://schemas.openxmlformats.org/drawingml/2006/main">
              <a:ext uri="{FF2B5EF4-FFF2-40B4-BE49-F238E27FC236}">
                <a16:creationId xmlns:a16="http://schemas.microsoft.com/office/drawing/2014/main" id="{AF1010D9-54AE-43FB-941A-ADEE52226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996">
            <a:extLst xmlns:a="http://schemas.openxmlformats.org/drawingml/2006/main">
              <a:ext uri="{FF2B5EF4-FFF2-40B4-BE49-F238E27FC236}">
                <a16:creationId xmlns:a16="http://schemas.microsoft.com/office/drawing/2014/main" id="{1E7E5F13-E0DC-4F71-B427-FA67DD10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997">
            <a:extLst xmlns:a="http://schemas.openxmlformats.org/drawingml/2006/main">
              <a:ext uri="{FF2B5EF4-FFF2-40B4-BE49-F238E27FC236}">
                <a16:creationId xmlns:a16="http://schemas.microsoft.com/office/drawing/2014/main" id="{F468604D-07DE-49DC-B04A-5E948B31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998">
            <a:extLst xmlns:a="http://schemas.openxmlformats.org/drawingml/2006/main">
              <a:ext uri="{FF2B5EF4-FFF2-40B4-BE49-F238E27FC236}">
                <a16:creationId xmlns:a16="http://schemas.microsoft.com/office/drawing/2014/main" id="{F0070EB0-974C-4E6D-8E9F-FAFA00BE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6" name="text-999">
            <a:extLst xmlns:a="http://schemas.openxmlformats.org/drawingml/2006/main">
              <a:ext uri="{FF2B5EF4-FFF2-40B4-BE49-F238E27FC236}">
                <a16:creationId xmlns:a16="http://schemas.microsoft.com/office/drawing/2014/main" id="{E711DCAE-9619-48B8-98AD-DB8A031E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7" name="text-1000">
            <a:extLst xmlns:a="http://schemas.openxmlformats.org/drawingml/2006/main">
              <a:ext uri="{FF2B5EF4-FFF2-40B4-BE49-F238E27FC236}">
                <a16:creationId xmlns:a16="http://schemas.microsoft.com/office/drawing/2014/main" id="{57FA8DF1-1E48-4CC7-9254-8019A523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001">
            <a:extLst xmlns:a="http://schemas.openxmlformats.org/drawingml/2006/main">
              <a:ext uri="{FF2B5EF4-FFF2-40B4-BE49-F238E27FC236}">
                <a16:creationId xmlns:a16="http://schemas.microsoft.com/office/drawing/2014/main" id="{8B4542DA-B4C5-49D4-99A6-AB173387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002">
            <a:extLst xmlns:a="http://schemas.openxmlformats.org/drawingml/2006/main">
              <a:ext uri="{FF2B5EF4-FFF2-40B4-BE49-F238E27FC236}">
                <a16:creationId xmlns:a16="http://schemas.microsoft.com/office/drawing/2014/main" id="{6F306B6E-A3BA-447C-9943-B57CA5649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03">
            <a:extLst xmlns:a="http://schemas.openxmlformats.org/drawingml/2006/main">
              <a:ext uri="{FF2B5EF4-FFF2-40B4-BE49-F238E27FC236}">
                <a16:creationId xmlns:a16="http://schemas.microsoft.com/office/drawing/2014/main" id="{8E4BD41B-CB09-41E4-8E46-E14D0008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004">
            <a:extLst xmlns:a="http://schemas.openxmlformats.org/drawingml/2006/main">
              <a:ext uri="{FF2B5EF4-FFF2-40B4-BE49-F238E27FC236}">
                <a16:creationId xmlns:a16="http://schemas.microsoft.com/office/drawing/2014/main" id="{0865B0AE-08A1-45C6-9549-21F16B18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22" name="text-1005">
            <a:extLst xmlns:a="http://schemas.openxmlformats.org/drawingml/2006/main">
              <a:ext uri="{FF2B5EF4-FFF2-40B4-BE49-F238E27FC236}">
                <a16:creationId xmlns:a16="http://schemas.microsoft.com/office/drawing/2014/main" id="{987BCBF9-E446-45E5-89A3-767949AE8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23" name="text-1006">
            <a:extLst xmlns:a="http://schemas.openxmlformats.org/drawingml/2006/main">
              <a:ext uri="{FF2B5EF4-FFF2-40B4-BE49-F238E27FC236}">
                <a16:creationId xmlns:a16="http://schemas.microsoft.com/office/drawing/2014/main" id="{2AFD253A-9549-44A7-8B46-63A9C55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007">
            <a:extLst xmlns:a="http://schemas.openxmlformats.org/drawingml/2006/main">
              <a:ext uri="{FF2B5EF4-FFF2-40B4-BE49-F238E27FC236}">
                <a16:creationId xmlns:a16="http://schemas.microsoft.com/office/drawing/2014/main" id="{51D50A58-A635-4E57-9117-56399A43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008">
            <a:extLst xmlns:a="http://schemas.openxmlformats.org/drawingml/2006/main">
              <a:ext uri="{FF2B5EF4-FFF2-40B4-BE49-F238E27FC236}">
                <a16:creationId xmlns:a16="http://schemas.microsoft.com/office/drawing/2014/main" id="{9A6897E3-7C30-4EE1-B895-EDDFE531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009">
            <a:extLst xmlns:a="http://schemas.openxmlformats.org/drawingml/2006/main">
              <a:ext uri="{FF2B5EF4-FFF2-40B4-BE49-F238E27FC236}">
                <a16:creationId xmlns:a16="http://schemas.microsoft.com/office/drawing/2014/main" id="{76BE17BC-B26F-4D60-994D-7BC0B1BBF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010">
            <a:extLst xmlns:a="http://schemas.openxmlformats.org/drawingml/2006/main">
              <a:ext uri="{FF2B5EF4-FFF2-40B4-BE49-F238E27FC236}">
                <a16:creationId xmlns:a16="http://schemas.microsoft.com/office/drawing/2014/main" id="{8D3249BF-4701-466F-B2D4-D02D3C67E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8" name="text-1011">
            <a:extLst xmlns:a="http://schemas.openxmlformats.org/drawingml/2006/main">
              <a:ext uri="{FF2B5EF4-FFF2-40B4-BE49-F238E27FC236}">
                <a16:creationId xmlns:a16="http://schemas.microsoft.com/office/drawing/2014/main" id="{B8511057-A61B-4C33-98B1-FC0C7DB9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9" name="text-1012">
            <a:extLst xmlns:a="http://schemas.openxmlformats.org/drawingml/2006/main">
              <a:ext uri="{FF2B5EF4-FFF2-40B4-BE49-F238E27FC236}">
                <a16:creationId xmlns:a16="http://schemas.microsoft.com/office/drawing/2014/main" id="{7CDE80A4-ECF0-4D70-91F9-4117CF121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013">
            <a:extLst xmlns:a="http://schemas.openxmlformats.org/drawingml/2006/main">
              <a:ext uri="{FF2B5EF4-FFF2-40B4-BE49-F238E27FC236}">
                <a16:creationId xmlns:a16="http://schemas.microsoft.com/office/drawing/2014/main" id="{35FEE0FC-BCA7-44AA-966C-4F02D794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014">
            <a:extLst xmlns:a="http://schemas.openxmlformats.org/drawingml/2006/main">
              <a:ext uri="{FF2B5EF4-FFF2-40B4-BE49-F238E27FC236}">
                <a16:creationId xmlns:a16="http://schemas.microsoft.com/office/drawing/2014/main" id="{5342F568-40E7-4BCA-B266-A8F39D5C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015">
            <a:extLst xmlns:a="http://schemas.openxmlformats.org/drawingml/2006/main">
              <a:ext uri="{FF2B5EF4-FFF2-40B4-BE49-F238E27FC236}">
                <a16:creationId xmlns:a16="http://schemas.microsoft.com/office/drawing/2014/main" id="{BCD0580F-D4A3-4F0E-857C-AF4B8924F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016">
            <a:extLst xmlns:a="http://schemas.openxmlformats.org/drawingml/2006/main">
              <a:ext uri="{FF2B5EF4-FFF2-40B4-BE49-F238E27FC236}">
                <a16:creationId xmlns:a16="http://schemas.microsoft.com/office/drawing/2014/main" id="{1C7B04FD-77FF-4B44-A394-F4BD1EAE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34" name="text-1017">
            <a:extLst xmlns:a="http://schemas.openxmlformats.org/drawingml/2006/main">
              <a:ext uri="{FF2B5EF4-FFF2-40B4-BE49-F238E27FC236}">
                <a16:creationId xmlns:a16="http://schemas.microsoft.com/office/drawing/2014/main" id="{CED37E88-3185-41A2-A5D6-30EA9627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35" name="shape-1018">
            <a:extLst xmlns:a="http://schemas.openxmlformats.org/drawingml/2006/main">
              <a:ext uri="{FF2B5EF4-FFF2-40B4-BE49-F238E27FC236}">
                <a16:creationId xmlns:a16="http://schemas.microsoft.com/office/drawing/2014/main" id="{020A0D1E-1B44-4970-9DC9-D6025C103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116330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02B43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36" name="text-1019">
            <a:extLst xmlns:a="http://schemas.openxmlformats.org/drawingml/2006/main">
              <a:ext uri="{FF2B5EF4-FFF2-40B4-BE49-F238E27FC236}">
                <a16:creationId xmlns:a16="http://schemas.microsoft.com/office/drawing/2014/main" id="{E2E44E59-52B8-4EED-9BC7-95AE2C6EA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人在迴路</a:t>
            </a:r>
          </a:p>
        </p:txBody>
      </p:sp>
      <p:sp>
        <p:nvSpPr>
          <p:cNvPr id="37" name="text-1020">
            <a:extLst xmlns:a="http://schemas.openxmlformats.org/drawingml/2006/main">
              <a:ext uri="{FF2B5EF4-FFF2-40B4-BE49-F238E27FC236}">
                <a16:creationId xmlns:a16="http://schemas.microsoft.com/office/drawing/2014/main" id="{03800C5F-08CE-48C5-9C78-7005CF10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146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7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Agent 可以推進，但最後的範圍與發布決定仍由人保留</a:t>
            </a:r>
          </a:p>
        </p:txBody>
      </p:sp>
      <p:sp>
        <p:nvSpPr>
          <p:cNvPr id="38" name="shape-1021">
            <a:extLst xmlns:a="http://schemas.openxmlformats.org/drawingml/2006/main">
              <a:ext uri="{FF2B5EF4-FFF2-40B4-BE49-F238E27FC236}">
                <a16:creationId xmlns:a16="http://schemas.microsoft.com/office/drawing/2014/main" id="{0CB8FE91-702B-4D39-A698-597683DC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55A7FF"/>
            </a:solidFill>
            <a:prstDash val="solid"/>
          </a:ln>
        </p:spPr>
      </p:sp>
      <p:sp>
        <p:nvSpPr>
          <p:cNvPr id="39" name="text-1022">
            <a:extLst xmlns:a="http://schemas.openxmlformats.org/drawingml/2006/main">
              <a:ext uri="{FF2B5EF4-FFF2-40B4-BE49-F238E27FC236}">
                <a16:creationId xmlns:a16="http://schemas.microsoft.com/office/drawing/2014/main" id="{9062ED09-C8F7-4939-A168-C1B6E71F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提案</a:t>
            </a:r>
          </a:p>
        </p:txBody>
      </p:sp>
      <p:sp>
        <p:nvSpPr>
          <p:cNvPr id="40" name="text-1023">
            <a:extLst xmlns:a="http://schemas.openxmlformats.org/drawingml/2006/main">
              <a:ext uri="{FF2B5EF4-FFF2-40B4-BE49-F238E27FC236}">
                <a16:creationId xmlns:a16="http://schemas.microsoft.com/office/drawing/2014/main" id="{32FD4509-A0D1-4316-A3F5-716F8875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先看計畫</a:t>
            </a:r>
          </a:p>
        </p:txBody>
      </p:sp>
      <p:sp>
        <p:nvSpPr>
          <p:cNvPr id="41" name="text-1024">
            <a:extLst xmlns:a="http://schemas.openxmlformats.org/drawingml/2006/main">
              <a:ext uri="{FF2B5EF4-FFF2-40B4-BE49-F238E27FC236}">
                <a16:creationId xmlns:a16="http://schemas.microsoft.com/office/drawing/2014/main" id="{13EAFB13-3ACA-4843-B43B-A233E58B1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025">
            <a:extLst xmlns:a="http://schemas.openxmlformats.org/drawingml/2006/main">
              <a:ext uri="{FF2B5EF4-FFF2-40B4-BE49-F238E27FC236}">
                <a16:creationId xmlns:a16="http://schemas.microsoft.com/office/drawing/2014/main" id="{1F4BE14A-AFDA-4470-80A4-6194883D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2CD2C7"/>
            </a:solidFill>
            <a:prstDash val="solid"/>
          </a:ln>
        </p:spPr>
      </p:sp>
      <p:sp>
        <p:nvSpPr>
          <p:cNvPr id="43" name="text-1026">
            <a:extLst xmlns:a="http://schemas.openxmlformats.org/drawingml/2006/main">
              <a:ext uri="{FF2B5EF4-FFF2-40B4-BE49-F238E27FC236}">
                <a16:creationId xmlns:a16="http://schemas.microsoft.com/office/drawing/2014/main" id="{814192CC-9229-4BED-9B08-C629CA410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教師核准</a:t>
            </a:r>
          </a:p>
        </p:txBody>
      </p:sp>
      <p:sp>
        <p:nvSpPr>
          <p:cNvPr id="44" name="text-1027">
            <a:extLst xmlns:a="http://schemas.openxmlformats.org/drawingml/2006/main">
              <a:ext uri="{FF2B5EF4-FFF2-40B4-BE49-F238E27FC236}">
                <a16:creationId xmlns:a16="http://schemas.microsoft.com/office/drawing/2014/main" id="{8246A5BD-0A53-4D17-8B3B-A25B60FC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確認範圍</a:t>
            </a:r>
          </a:p>
        </p:txBody>
      </p:sp>
      <p:sp>
        <p:nvSpPr>
          <p:cNvPr id="45" name="text-1028">
            <a:extLst xmlns:a="http://schemas.openxmlformats.org/drawingml/2006/main">
              <a:ext uri="{FF2B5EF4-FFF2-40B4-BE49-F238E27FC236}">
                <a16:creationId xmlns:a16="http://schemas.microsoft.com/office/drawing/2014/main" id="{953F631B-C775-40C7-852E-28E51104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6" name="shape-1029">
            <a:extLst xmlns:a="http://schemas.openxmlformats.org/drawingml/2006/main">
              <a:ext uri="{FF2B5EF4-FFF2-40B4-BE49-F238E27FC236}">
                <a16:creationId xmlns:a16="http://schemas.microsoft.com/office/drawing/2014/main" id="{8A3C4468-0DBA-46D1-8BDF-D28EBECD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FF806D"/>
            </a:solidFill>
            <a:prstDash val="solid"/>
          </a:ln>
        </p:spPr>
      </p:sp>
      <p:sp>
        <p:nvSpPr>
          <p:cNvPr id="47" name="text-1030">
            <a:extLst xmlns:a="http://schemas.openxmlformats.org/drawingml/2006/main">
              <a:ext uri="{FF2B5EF4-FFF2-40B4-BE49-F238E27FC236}">
                <a16:creationId xmlns:a16="http://schemas.microsoft.com/office/drawing/2014/main" id="{F716BC88-B796-4FF4-A2CB-0C6C7C96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測試驗證</a:t>
            </a:r>
          </a:p>
        </p:txBody>
      </p:sp>
      <p:sp>
        <p:nvSpPr>
          <p:cNvPr id="48" name="text-1031">
            <a:extLst xmlns:a="http://schemas.openxmlformats.org/drawingml/2006/main">
              <a:ext uri="{FF2B5EF4-FFF2-40B4-BE49-F238E27FC236}">
                <a16:creationId xmlns:a16="http://schemas.microsoft.com/office/drawing/2014/main" id="{D46F8574-A736-4AC5-A6D2-DCB4AFA6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桌機 × 手機</a:t>
            </a:r>
          </a:p>
        </p:txBody>
      </p:sp>
      <p:sp>
        <p:nvSpPr>
          <p:cNvPr id="49" name="text-1032">
            <a:extLst xmlns:a="http://schemas.openxmlformats.org/drawingml/2006/main">
              <a:ext uri="{FF2B5EF4-FFF2-40B4-BE49-F238E27FC236}">
                <a16:creationId xmlns:a16="http://schemas.microsoft.com/office/drawing/2014/main" id="{1A9EE29A-7494-4D68-B0AD-581FE472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324475"/>
            <a:ext cx="17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22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8FC8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50" name="shape-1033">
            <a:extLst xmlns:a="http://schemas.openxmlformats.org/drawingml/2006/main">
              <a:ext uri="{FF2B5EF4-FFF2-40B4-BE49-F238E27FC236}">
                <a16:creationId xmlns:a16="http://schemas.microsoft.com/office/drawing/2014/main" id="{E93812C8-8007-4050-A837-EB10F8AC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210175"/>
            <a:ext cx="20002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A1C2D"/>
          </a:solidFill>
          <a:ln xmlns:a="http://schemas.openxmlformats.org/drawingml/2006/main" w="9525">
            <a:solidFill>
              <a:srgbClr val="AFC1D2"/>
            </a:solidFill>
            <a:prstDash val="solid"/>
          </a:ln>
        </p:spPr>
      </p:sp>
      <p:sp>
        <p:nvSpPr>
          <p:cNvPr id="51" name="text-1034">
            <a:extLst xmlns:a="http://schemas.openxmlformats.org/drawingml/2006/main">
              <a:ext uri="{FF2B5EF4-FFF2-40B4-BE49-F238E27FC236}">
                <a16:creationId xmlns:a16="http://schemas.microsoft.com/office/drawing/2014/main" id="{5A3E39FC-AC89-43EF-9A95-05972CFEF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257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再決定交付</a:t>
            </a:r>
          </a:p>
        </p:txBody>
      </p:sp>
      <p:sp>
        <p:nvSpPr>
          <p:cNvPr id="52" name="text-1035">
            <a:extLst xmlns:a="http://schemas.openxmlformats.org/drawingml/2006/main">
              <a:ext uri="{FF2B5EF4-FFF2-40B4-BE49-F238E27FC236}">
                <a16:creationId xmlns:a16="http://schemas.microsoft.com/office/drawing/2014/main" id="{D2828C95-9213-49D3-B42F-3A0C8222D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505450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0">
                <a:solidFill>
                  <a:srgbClr val="C5D7E6"/>
                </a:solidFill>
                <a:latin typeface="Noto Sans TC"/>
                <a:ea typeface="Noto Sans TC"/>
                <a:cs typeface="Noto Sans TC"/>
              </a:rPr>
              <a:t>差異・證據・限制</a:t>
            </a:r>
          </a:p>
        </p:txBody>
      </p:sp>
      <p:sp>
        <p:nvSpPr>
          <p:cNvPr id="53" name="text-1609">
            <a:extLst xmlns:a="http://schemas.openxmlformats.org/drawingml/2006/main">
              <a:ext uri="{FF2B5EF4-FFF2-40B4-BE49-F238E27FC236}">
                <a16:creationId xmlns:a16="http://schemas.microsoft.com/office/drawing/2014/main" id="{E072F5B0-783F-476B-B7A1-7F411FBB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3040a26e1447d5"/>
              </a:rPr>
              <a:t>開啟 Antigravity ↗</a:t>
            </a:r>
          </a:p>
        </p:txBody>
      </p:sp>
      <p:sp>
        <p:nvSpPr>
          <p:cNvPr id="54" name="shape-1647">
            <a:extLst xmlns:a="http://schemas.openxmlformats.org/drawingml/2006/main">
              <a:ext uri="{FF2B5EF4-FFF2-40B4-BE49-F238E27FC236}">
                <a16:creationId xmlns:a16="http://schemas.microsoft.com/office/drawing/2014/main" id="{13E90157-1E07-4C2F-AE04-4FAC3473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0f1fad67cc4ae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56" name="text-1648">
            <a:extLst xmlns:a="http://schemas.openxmlformats.org/drawingml/2006/main">
              <a:ext uri="{FF2B5EF4-FFF2-40B4-BE49-F238E27FC236}">
                <a16:creationId xmlns:a16="http://schemas.microsoft.com/office/drawing/2014/main" id="{F6F6CC8E-4E4A-4700-BC6E-7BB8BD03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9060091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1036">
            <a:extLst xmlns:a="http://schemas.openxmlformats.org/drawingml/2006/main">
              <a:ext uri="{FF2B5EF4-FFF2-40B4-BE49-F238E27FC236}">
                <a16:creationId xmlns:a16="http://schemas.microsoft.com/office/drawing/2014/main" id="{C5B42598-9749-40C6-A2AA-497A52C5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5CF824E-41A9-43C4-B680-72EA63E6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10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38">
            <a:extLst xmlns:a="http://schemas.openxmlformats.org/drawingml/2006/main">
              <a:ext uri="{FF2B5EF4-FFF2-40B4-BE49-F238E27FC236}">
                <a16:creationId xmlns:a16="http://schemas.microsoft.com/office/drawing/2014/main" id="{62336817-B2B6-4B72-A2FD-A7523BB8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77CBD0D-00D1-4E44-A426-10BC2B47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1039">
            <a:extLst xmlns:a="http://schemas.openxmlformats.org/drawingml/2006/main">
              <a:ext uri="{FF2B5EF4-FFF2-40B4-BE49-F238E27FC236}">
                <a16:creationId xmlns:a16="http://schemas.microsoft.com/office/drawing/2014/main" id="{E6116C9A-85F6-4EB5-9D96-AB5002DB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40">
            <a:extLst xmlns:a="http://schemas.openxmlformats.org/drawingml/2006/main">
              <a:ext uri="{FF2B5EF4-FFF2-40B4-BE49-F238E27FC236}">
                <a16:creationId xmlns:a16="http://schemas.microsoft.com/office/drawing/2014/main" id="{37D33A83-1045-40F5-85A8-6061CF662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041">
            <a:extLst xmlns:a="http://schemas.openxmlformats.org/drawingml/2006/main">
              <a:ext uri="{FF2B5EF4-FFF2-40B4-BE49-F238E27FC236}">
                <a16:creationId xmlns:a16="http://schemas.microsoft.com/office/drawing/2014/main" id="{84124512-E511-4B7A-B7DE-31C0C19D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1042">
            <a:extLst xmlns:a="http://schemas.openxmlformats.org/drawingml/2006/main">
              <a:ext uri="{FF2B5EF4-FFF2-40B4-BE49-F238E27FC236}">
                <a16:creationId xmlns:a16="http://schemas.microsoft.com/office/drawing/2014/main" id="{62C91C3A-36F8-4E7E-B9E0-ED08EAF4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1043">
            <a:extLst xmlns:a="http://schemas.openxmlformats.org/drawingml/2006/main">
              <a:ext uri="{FF2B5EF4-FFF2-40B4-BE49-F238E27FC236}">
                <a16:creationId xmlns:a16="http://schemas.microsoft.com/office/drawing/2014/main" id="{30AB0F5D-29C7-43D1-8166-8D72AE17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44">
            <a:extLst xmlns:a="http://schemas.openxmlformats.org/drawingml/2006/main">
              <a:ext uri="{FF2B5EF4-FFF2-40B4-BE49-F238E27FC236}">
                <a16:creationId xmlns:a16="http://schemas.microsoft.com/office/drawing/2014/main" id="{37DE4CC9-7946-4779-B965-64237CC3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045">
            <a:extLst xmlns:a="http://schemas.openxmlformats.org/drawingml/2006/main">
              <a:ext uri="{FF2B5EF4-FFF2-40B4-BE49-F238E27FC236}">
                <a16:creationId xmlns:a16="http://schemas.microsoft.com/office/drawing/2014/main" id="{01A73CFE-62B7-4A03-AFB8-AE0624B7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1046">
            <a:extLst xmlns:a="http://schemas.openxmlformats.org/drawingml/2006/main">
              <a:ext uri="{FF2B5EF4-FFF2-40B4-BE49-F238E27FC236}">
                <a16:creationId xmlns:a16="http://schemas.microsoft.com/office/drawing/2014/main" id="{495AF06D-E715-42CB-BC07-D49FCEDD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1047">
            <a:extLst xmlns:a="http://schemas.openxmlformats.org/drawingml/2006/main">
              <a:ext uri="{FF2B5EF4-FFF2-40B4-BE49-F238E27FC236}">
                <a16:creationId xmlns:a16="http://schemas.microsoft.com/office/drawing/2014/main" id="{716912F3-6F86-4AB1-8AB2-A2F1732F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48">
            <a:extLst xmlns:a="http://schemas.openxmlformats.org/drawingml/2006/main">
              <a:ext uri="{FF2B5EF4-FFF2-40B4-BE49-F238E27FC236}">
                <a16:creationId xmlns:a16="http://schemas.microsoft.com/office/drawing/2014/main" id="{6F2D0662-6312-4C93-B52A-AC7B0D1E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049">
            <a:extLst xmlns:a="http://schemas.openxmlformats.org/drawingml/2006/main">
              <a:ext uri="{FF2B5EF4-FFF2-40B4-BE49-F238E27FC236}">
                <a16:creationId xmlns:a16="http://schemas.microsoft.com/office/drawing/2014/main" id="{C9116ADA-9D6A-4FBA-9DD3-57B0743E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1050">
            <a:extLst xmlns:a="http://schemas.openxmlformats.org/drawingml/2006/main">
              <a:ext uri="{FF2B5EF4-FFF2-40B4-BE49-F238E27FC236}">
                <a16:creationId xmlns:a16="http://schemas.microsoft.com/office/drawing/2014/main" id="{009181C3-A6B7-4B98-A99E-04CF47B39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1051">
            <a:extLst xmlns:a="http://schemas.openxmlformats.org/drawingml/2006/main">
              <a:ext uri="{FF2B5EF4-FFF2-40B4-BE49-F238E27FC236}">
                <a16:creationId xmlns:a16="http://schemas.microsoft.com/office/drawing/2014/main" id="{49FC63F3-2D0B-4406-BA65-4A265B65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52">
            <a:extLst xmlns:a="http://schemas.openxmlformats.org/drawingml/2006/main">
              <a:ext uri="{FF2B5EF4-FFF2-40B4-BE49-F238E27FC236}">
                <a16:creationId xmlns:a16="http://schemas.microsoft.com/office/drawing/2014/main" id="{3D2D8665-22BB-460F-8044-FA70B748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053">
            <a:extLst xmlns:a="http://schemas.openxmlformats.org/drawingml/2006/main">
              <a:ext uri="{FF2B5EF4-FFF2-40B4-BE49-F238E27FC236}">
                <a16:creationId xmlns:a16="http://schemas.microsoft.com/office/drawing/2014/main" id="{781C3D00-FF58-42E7-A589-3AD86D3C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1054">
            <a:extLst xmlns:a="http://schemas.openxmlformats.org/drawingml/2006/main">
              <a:ext uri="{FF2B5EF4-FFF2-40B4-BE49-F238E27FC236}">
                <a16:creationId xmlns:a16="http://schemas.microsoft.com/office/drawing/2014/main" id="{B6FFD28B-98C8-44BF-9961-6B6BEA39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610">
            <a:extLst xmlns:a="http://schemas.openxmlformats.org/drawingml/2006/main">
              <a:ext uri="{FF2B5EF4-FFF2-40B4-BE49-F238E27FC236}">
                <a16:creationId xmlns:a16="http://schemas.microsoft.com/office/drawing/2014/main" id="{39BFDEDC-CF5B-4126-8919-BDF01FED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3bf4eaab6f04242"/>
              </a:rPr>
              <a:t>開啟 Antigravity ↗</a:t>
            </a:r>
          </a:p>
        </p:txBody>
      </p:sp>
      <p:sp>
        <p:nvSpPr>
          <p:cNvPr id="23" name="shape-1649">
            <a:extLst xmlns:a="http://schemas.openxmlformats.org/drawingml/2006/main">
              <a:ext uri="{FF2B5EF4-FFF2-40B4-BE49-F238E27FC236}">
                <a16:creationId xmlns:a16="http://schemas.microsoft.com/office/drawing/2014/main" id="{65152C1C-1E93-426E-8284-0883ECD1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7fb0958751480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650">
            <a:extLst xmlns:a="http://schemas.openxmlformats.org/drawingml/2006/main">
              <a:ext uri="{FF2B5EF4-FFF2-40B4-BE49-F238E27FC236}">
                <a16:creationId xmlns:a16="http://schemas.microsoft.com/office/drawing/2014/main" id="{A93166BD-7C64-41BA-B54C-D4E06768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08873414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055">
            <a:extLst xmlns:a="http://schemas.openxmlformats.org/drawingml/2006/main">
              <a:ext uri="{FF2B5EF4-FFF2-40B4-BE49-F238E27FC236}">
                <a16:creationId xmlns:a16="http://schemas.microsoft.com/office/drawing/2014/main" id="{E0DAF5DC-D516-41BF-9707-7EE3FA33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47EE20-16DE-4F31-B723-197583DB4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10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57">
            <a:extLst xmlns:a="http://schemas.openxmlformats.org/drawingml/2006/main">
              <a:ext uri="{FF2B5EF4-FFF2-40B4-BE49-F238E27FC236}">
                <a16:creationId xmlns:a16="http://schemas.microsoft.com/office/drawing/2014/main" id="{6460DF6D-DF31-455B-A6BF-94C8E1F3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6A7590D-65DC-480C-B240-17733846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1058">
            <a:extLst xmlns:a="http://schemas.openxmlformats.org/drawingml/2006/main">
              <a:ext uri="{FF2B5EF4-FFF2-40B4-BE49-F238E27FC236}">
                <a16:creationId xmlns:a16="http://schemas.microsoft.com/office/drawing/2014/main" id="{1CE16AC2-C5C4-4B79-9C64-6C826590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059">
            <a:extLst xmlns:a="http://schemas.openxmlformats.org/drawingml/2006/main">
              <a:ext uri="{FF2B5EF4-FFF2-40B4-BE49-F238E27FC236}">
                <a16:creationId xmlns:a16="http://schemas.microsoft.com/office/drawing/2014/main" id="{C7206F04-CD3B-49EA-B2EC-D3596C6F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060">
            <a:extLst xmlns:a="http://schemas.openxmlformats.org/drawingml/2006/main">
              <a:ext uri="{FF2B5EF4-FFF2-40B4-BE49-F238E27FC236}">
                <a16:creationId xmlns:a16="http://schemas.microsoft.com/office/drawing/2014/main" id="{6E440CA9-BF3F-4A16-9E7F-E60337EC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61">
            <a:extLst xmlns:a="http://schemas.openxmlformats.org/drawingml/2006/main">
              <a:ext uri="{FF2B5EF4-FFF2-40B4-BE49-F238E27FC236}">
                <a16:creationId xmlns:a16="http://schemas.microsoft.com/office/drawing/2014/main" id="{1F5E949F-071F-4B9B-8B0B-5E4F6619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1062">
            <a:extLst xmlns:a="http://schemas.openxmlformats.org/drawingml/2006/main">
              <a:ext uri="{FF2B5EF4-FFF2-40B4-BE49-F238E27FC236}">
                <a16:creationId xmlns:a16="http://schemas.microsoft.com/office/drawing/2014/main" id="{30439C92-15FE-4F04-A85A-A2C4F6B8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063">
            <a:extLst xmlns:a="http://schemas.openxmlformats.org/drawingml/2006/main">
              <a:ext uri="{FF2B5EF4-FFF2-40B4-BE49-F238E27FC236}">
                <a16:creationId xmlns:a16="http://schemas.microsoft.com/office/drawing/2014/main" id="{9D111870-032E-4DAA-924E-14D9C9D9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1064">
            <a:extLst xmlns:a="http://schemas.openxmlformats.org/drawingml/2006/main">
              <a:ext uri="{FF2B5EF4-FFF2-40B4-BE49-F238E27FC236}">
                <a16:creationId xmlns:a16="http://schemas.microsoft.com/office/drawing/2014/main" id="{7B1702CC-D957-4C9D-8385-953E426EC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065">
            <a:extLst xmlns:a="http://schemas.openxmlformats.org/drawingml/2006/main">
              <a:ext uri="{FF2B5EF4-FFF2-40B4-BE49-F238E27FC236}">
                <a16:creationId xmlns:a16="http://schemas.microsoft.com/office/drawing/2014/main" id="{12E66AFE-96D6-44D7-B97A-97573D0F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1066">
            <a:extLst xmlns:a="http://schemas.openxmlformats.org/drawingml/2006/main">
              <a:ext uri="{FF2B5EF4-FFF2-40B4-BE49-F238E27FC236}">
                <a16:creationId xmlns:a16="http://schemas.microsoft.com/office/drawing/2014/main" id="{2D3FC6DF-43B2-49A5-A4B0-E9084718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067">
            <a:extLst xmlns:a="http://schemas.openxmlformats.org/drawingml/2006/main">
              <a:ext uri="{FF2B5EF4-FFF2-40B4-BE49-F238E27FC236}">
                <a16:creationId xmlns:a16="http://schemas.microsoft.com/office/drawing/2014/main" id="{201B18A5-D6F6-4EED-AB5E-5541C0E2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1068">
            <a:extLst xmlns:a="http://schemas.openxmlformats.org/drawingml/2006/main">
              <a:ext uri="{FF2B5EF4-FFF2-40B4-BE49-F238E27FC236}">
                <a16:creationId xmlns:a16="http://schemas.microsoft.com/office/drawing/2014/main" id="{E6487C64-8FE7-43CF-B372-3D930D35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069">
            <a:extLst xmlns:a="http://schemas.openxmlformats.org/drawingml/2006/main">
              <a:ext uri="{FF2B5EF4-FFF2-40B4-BE49-F238E27FC236}">
                <a16:creationId xmlns:a16="http://schemas.microsoft.com/office/drawing/2014/main" id="{3CEEEB20-B49A-4275-B71E-7EC05ADE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070">
            <a:extLst xmlns:a="http://schemas.openxmlformats.org/drawingml/2006/main">
              <a:ext uri="{FF2B5EF4-FFF2-40B4-BE49-F238E27FC236}">
                <a16:creationId xmlns:a16="http://schemas.microsoft.com/office/drawing/2014/main" id="{7E70516E-4C57-4E52-890D-90A508EFC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611">
            <a:extLst xmlns:a="http://schemas.openxmlformats.org/drawingml/2006/main">
              <a:ext uri="{FF2B5EF4-FFF2-40B4-BE49-F238E27FC236}">
                <a16:creationId xmlns:a16="http://schemas.microsoft.com/office/drawing/2014/main" id="{79B5F5F0-F88D-4C4C-825C-E8AAF82E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14c421d5cc34328"/>
              </a:rPr>
              <a:t>開啟 Antigravity ↗</a:t>
            </a:r>
          </a:p>
        </p:txBody>
      </p:sp>
      <p:sp>
        <p:nvSpPr>
          <p:cNvPr id="20" name="shape-1651">
            <a:extLst xmlns:a="http://schemas.openxmlformats.org/drawingml/2006/main">
              <a:ext uri="{FF2B5EF4-FFF2-40B4-BE49-F238E27FC236}">
                <a16:creationId xmlns:a16="http://schemas.microsoft.com/office/drawing/2014/main" id="{A010F59F-8D7F-459C-B9FD-1A7C4D26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9ece2083894f2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652">
            <a:extLst xmlns:a="http://schemas.openxmlformats.org/drawingml/2006/main">
              <a:ext uri="{FF2B5EF4-FFF2-40B4-BE49-F238E27FC236}">
                <a16:creationId xmlns:a16="http://schemas.microsoft.com/office/drawing/2014/main" id="{6A10F39E-A2DC-4B20-83AF-C3790C3D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59917559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071">
            <a:extLst xmlns:a="http://schemas.openxmlformats.org/drawingml/2006/main">
              <a:ext uri="{FF2B5EF4-FFF2-40B4-BE49-F238E27FC236}">
                <a16:creationId xmlns:a16="http://schemas.microsoft.com/office/drawing/2014/main" id="{45D01FAF-DE5C-4CB3-8730-FB364213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1072">
            <a:extLst xmlns:a="http://schemas.openxmlformats.org/drawingml/2006/main">
              <a:ext uri="{FF2B5EF4-FFF2-40B4-BE49-F238E27FC236}">
                <a16:creationId xmlns:a16="http://schemas.microsoft.com/office/drawing/2014/main" id="{AF87EBE4-BB2D-4D68-B73A-63DC1FF8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1073">
            <a:extLst xmlns:a="http://schemas.openxmlformats.org/drawingml/2006/main">
              <a:ext uri="{FF2B5EF4-FFF2-40B4-BE49-F238E27FC236}">
                <a16:creationId xmlns:a16="http://schemas.microsoft.com/office/drawing/2014/main" id="{8E9E983B-8985-4426-91CE-2DFA313F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在你的工作區讀取脈絡、建立或修改檔案、執行檢查，並交付可追查的成果。</a:t>
            </a:r>
          </a:p>
        </p:txBody>
      </p:sp>
      <p:sp>
        <p:nvSpPr>
          <p:cNvPr id="4" name="shape-1074">
            <a:extLst xmlns:a="http://schemas.openxmlformats.org/drawingml/2006/main">
              <a:ext uri="{FF2B5EF4-FFF2-40B4-BE49-F238E27FC236}">
                <a16:creationId xmlns:a16="http://schemas.microsoft.com/office/drawing/2014/main" id="{35DDDE5F-8E87-49A9-862D-8F3DAFFB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075">
            <a:extLst xmlns:a="http://schemas.openxmlformats.org/drawingml/2006/main">
              <a:ext uri="{FF2B5EF4-FFF2-40B4-BE49-F238E27FC236}">
                <a16:creationId xmlns:a16="http://schemas.microsoft.com/office/drawing/2014/main" id="{E313A213-9211-4BD0-9702-C20734A7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sp>
        <p:nvSpPr>
          <p:cNvPr id="6" name="shape-1076">
            <a:extLst xmlns:a="http://schemas.openxmlformats.org/drawingml/2006/main">
              <a:ext uri="{FF2B5EF4-FFF2-40B4-BE49-F238E27FC236}">
                <a16:creationId xmlns:a16="http://schemas.microsoft.com/office/drawing/2014/main" id="{9928EDF2-9AB1-476D-BA28-3257AD1B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524500"/>
            <a:ext cx="23812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315D7E"/>
            </a:solidFill>
            <a:prstDash val="solid"/>
          </a:ln>
        </p:spPr>
      </p:sp>
      <p:sp>
        <p:nvSpPr>
          <p:cNvPr id="7" name="text-1077">
            <a:extLst xmlns:a="http://schemas.openxmlformats.org/drawingml/2006/main">
              <a:ext uri="{FF2B5EF4-FFF2-40B4-BE49-F238E27FC236}">
                <a16:creationId xmlns:a16="http://schemas.microsoft.com/office/drawing/2014/main" id="{A3A85748-0125-4772-B6AE-10C701D5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559117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&lt;&gt;</a:t>
            </a:r>
          </a:p>
        </p:txBody>
      </p:sp>
      <p:sp>
        <p:nvSpPr>
          <p:cNvPr id="8" name="text-1078">
            <a:extLst xmlns:a="http://schemas.openxmlformats.org/drawingml/2006/main">
              <a:ext uri="{FF2B5EF4-FFF2-40B4-BE49-F238E27FC236}">
                <a16:creationId xmlns:a16="http://schemas.microsoft.com/office/drawing/2014/main" id="{B9BFF856-57C8-4EDB-BF35-CA4238DA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600700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9" name="text-1079">
            <a:extLst xmlns:a="http://schemas.openxmlformats.org/drawingml/2006/main">
              <a:ext uri="{FF2B5EF4-FFF2-40B4-BE49-F238E27FC236}">
                <a16:creationId xmlns:a16="http://schemas.microsoft.com/office/drawing/2014/main" id="{DE227FB0-3C15-4DA5-B0E4-FA59600E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5800725"/>
            <a:ext cx="17335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ChatGPT Agent 工作區</a:t>
            </a:r>
          </a:p>
        </p:txBody>
      </p:sp>
      <p:cxnSp>
        <p:nvCxnSpPr>
          <p:cNvPr id="26" name="shape-10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11" name="text-1081">
            <a:extLst xmlns:a="http://schemas.openxmlformats.org/drawingml/2006/main">
              <a:ext uri="{FF2B5EF4-FFF2-40B4-BE49-F238E27FC236}">
                <a16:creationId xmlns:a16="http://schemas.microsoft.com/office/drawing/2014/main" id="{607035F6-34D1-4092-A599-D3867BC9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AB57288-D8BD-47CB-A22F-CF58A0C4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13" name="text-1612">
            <a:extLst xmlns:a="http://schemas.openxmlformats.org/drawingml/2006/main">
              <a:ext uri="{FF2B5EF4-FFF2-40B4-BE49-F238E27FC236}">
                <a16:creationId xmlns:a16="http://schemas.microsoft.com/office/drawing/2014/main" id="{B218387A-1F8F-4CB4-A3F6-7E4E4D18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9a1c66e4ba48ef"/>
              </a:rPr>
              <a:t>開啟 Codex ↗</a:t>
            </a:r>
          </a:p>
        </p:txBody>
      </p:sp>
      <p:sp>
        <p:nvSpPr>
          <p:cNvPr id="14" name="shape-1653">
            <a:extLst xmlns:a="http://schemas.openxmlformats.org/drawingml/2006/main">
              <a:ext uri="{FF2B5EF4-FFF2-40B4-BE49-F238E27FC236}">
                <a16:creationId xmlns:a16="http://schemas.microsoft.com/office/drawing/2014/main" id="{156C7DAC-1336-46B5-9BEA-3D8C1B02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d528f2505e442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54">
            <a:extLst xmlns:a="http://schemas.openxmlformats.org/drawingml/2006/main">
              <a:ext uri="{FF2B5EF4-FFF2-40B4-BE49-F238E27FC236}">
                <a16:creationId xmlns:a16="http://schemas.microsoft.com/office/drawing/2014/main" id="{A69DA32A-CBCC-431B-83B7-93A34E4B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78103874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082">
            <a:extLst xmlns:a="http://schemas.openxmlformats.org/drawingml/2006/main">
              <a:ext uri="{FF2B5EF4-FFF2-40B4-BE49-F238E27FC236}">
                <a16:creationId xmlns:a16="http://schemas.microsoft.com/office/drawing/2014/main" id="{9113CE94-500B-46A9-B802-D67E417BD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1F0A26-16F1-4F97-92BB-D51E41A1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42" name="shape-10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84">
            <a:extLst xmlns:a="http://schemas.openxmlformats.org/drawingml/2006/main">
              <a:ext uri="{FF2B5EF4-FFF2-40B4-BE49-F238E27FC236}">
                <a16:creationId xmlns:a16="http://schemas.microsoft.com/office/drawing/2014/main" id="{701182E2-01BA-4704-81D6-AD1E6F29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6521233-2486-4637-BF35-1DBEACDAC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1085">
            <a:extLst xmlns:a="http://schemas.openxmlformats.org/drawingml/2006/main">
              <a:ext uri="{FF2B5EF4-FFF2-40B4-BE49-F238E27FC236}">
                <a16:creationId xmlns:a16="http://schemas.microsoft.com/office/drawing/2014/main" id="{5355C519-A448-4FC1-99C4-4FD7F8771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086">
            <a:extLst xmlns:a="http://schemas.openxmlformats.org/drawingml/2006/main">
              <a:ext uri="{FF2B5EF4-FFF2-40B4-BE49-F238E27FC236}">
                <a16:creationId xmlns:a16="http://schemas.microsoft.com/office/drawing/2014/main" id="{D33CD3DE-E955-4AE5-8962-1114995C6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087">
            <a:extLst xmlns:a="http://schemas.openxmlformats.org/drawingml/2006/main">
              <a:ext uri="{FF2B5EF4-FFF2-40B4-BE49-F238E27FC236}">
                <a16:creationId xmlns:a16="http://schemas.microsoft.com/office/drawing/2014/main" id="{3BCF28EF-8EFB-48CB-A4D3-ED0EA9AA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88">
            <a:extLst xmlns:a="http://schemas.openxmlformats.org/drawingml/2006/main">
              <a:ext uri="{FF2B5EF4-FFF2-40B4-BE49-F238E27FC236}">
                <a16:creationId xmlns:a16="http://schemas.microsoft.com/office/drawing/2014/main" id="{1D6DEAA3-35A7-47A5-A042-AAE922A0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開啟工作區</a:t>
            </a:r>
          </a:p>
        </p:txBody>
      </p:sp>
      <p:sp>
        <p:nvSpPr>
          <p:cNvPr id="10" name="text-1089">
            <a:extLst xmlns:a="http://schemas.openxmlformats.org/drawingml/2006/main">
              <a:ext uri="{FF2B5EF4-FFF2-40B4-BE49-F238E27FC236}">
                <a16:creationId xmlns:a16="http://schemas.microsoft.com/office/drawing/2014/main" id="{824F046C-2D5E-43B9-808B-915ECCC3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把素材放在清楚資料夾</a:t>
            </a:r>
          </a:p>
        </p:txBody>
      </p:sp>
      <p:sp>
        <p:nvSpPr>
          <p:cNvPr id="11" name="text-1090">
            <a:extLst xmlns:a="http://schemas.openxmlformats.org/drawingml/2006/main">
              <a:ext uri="{FF2B5EF4-FFF2-40B4-BE49-F238E27FC236}">
                <a16:creationId xmlns:a16="http://schemas.microsoft.com/office/drawing/2014/main" id="{74BA9A63-A60F-4BED-A86A-B93B02A5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091">
            <a:extLst xmlns:a="http://schemas.openxmlformats.org/drawingml/2006/main">
              <a:ext uri="{FF2B5EF4-FFF2-40B4-BE49-F238E27FC236}">
                <a16:creationId xmlns:a16="http://schemas.microsoft.com/office/drawing/2014/main" id="{0B448B16-4FA9-4B2F-B91C-FECE1B85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092">
            <a:extLst xmlns:a="http://schemas.openxmlformats.org/drawingml/2006/main">
              <a:ext uri="{FF2B5EF4-FFF2-40B4-BE49-F238E27FC236}">
                <a16:creationId xmlns:a16="http://schemas.microsoft.com/office/drawing/2014/main" id="{13244DB4-44A3-4428-A2A4-11821565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093">
            <a:extLst xmlns:a="http://schemas.openxmlformats.org/drawingml/2006/main">
              <a:ext uri="{FF2B5EF4-FFF2-40B4-BE49-F238E27FC236}">
                <a16:creationId xmlns:a16="http://schemas.microsoft.com/office/drawing/2014/main" id="{A889B5E1-5621-480A-9661-3A2F4E2D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094">
            <a:extLst xmlns:a="http://schemas.openxmlformats.org/drawingml/2006/main">
              <a:ext uri="{FF2B5EF4-FFF2-40B4-BE49-F238E27FC236}">
                <a16:creationId xmlns:a16="http://schemas.microsoft.com/office/drawing/2014/main" id="{E19FC40D-7344-461A-A1F1-3464E269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6" name="text-1095">
            <a:extLst xmlns:a="http://schemas.openxmlformats.org/drawingml/2006/main">
              <a:ext uri="{FF2B5EF4-FFF2-40B4-BE49-F238E27FC236}">
                <a16:creationId xmlns:a16="http://schemas.microsoft.com/office/drawing/2014/main" id="{E9BF1F9D-A8A1-454F-8F58-77242096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7" name="text-1096">
            <a:extLst xmlns:a="http://schemas.openxmlformats.org/drawingml/2006/main">
              <a:ext uri="{FF2B5EF4-FFF2-40B4-BE49-F238E27FC236}">
                <a16:creationId xmlns:a16="http://schemas.microsoft.com/office/drawing/2014/main" id="{C447995C-BB92-401B-B81A-26F00718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097">
            <a:extLst xmlns:a="http://schemas.openxmlformats.org/drawingml/2006/main">
              <a:ext uri="{FF2B5EF4-FFF2-40B4-BE49-F238E27FC236}">
                <a16:creationId xmlns:a16="http://schemas.microsoft.com/office/drawing/2014/main" id="{F88DD3C1-C5EC-4901-8080-F2B7ACC52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098">
            <a:extLst xmlns:a="http://schemas.openxmlformats.org/drawingml/2006/main">
              <a:ext uri="{FF2B5EF4-FFF2-40B4-BE49-F238E27FC236}">
                <a16:creationId xmlns:a16="http://schemas.microsoft.com/office/drawing/2014/main" id="{E90744CF-929B-4828-ACB8-862758BC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099">
            <a:extLst xmlns:a="http://schemas.openxmlformats.org/drawingml/2006/main">
              <a:ext uri="{FF2B5EF4-FFF2-40B4-BE49-F238E27FC236}">
                <a16:creationId xmlns:a16="http://schemas.microsoft.com/office/drawing/2014/main" id="{A872D192-1084-479A-A8F2-AE02EAFC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100">
            <a:extLst xmlns:a="http://schemas.openxmlformats.org/drawingml/2006/main">
              <a:ext uri="{FF2B5EF4-FFF2-40B4-BE49-F238E27FC236}">
                <a16:creationId xmlns:a16="http://schemas.microsoft.com/office/drawing/2014/main" id="{E5EB1696-3E83-414A-AF26-E55ADAEF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22" name="text-1101">
            <a:extLst xmlns:a="http://schemas.openxmlformats.org/drawingml/2006/main">
              <a:ext uri="{FF2B5EF4-FFF2-40B4-BE49-F238E27FC236}">
                <a16:creationId xmlns:a16="http://schemas.microsoft.com/office/drawing/2014/main" id="{CA49950D-36D0-449E-BC08-59499630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23" name="text-1102">
            <a:extLst xmlns:a="http://schemas.openxmlformats.org/drawingml/2006/main">
              <a:ext uri="{FF2B5EF4-FFF2-40B4-BE49-F238E27FC236}">
                <a16:creationId xmlns:a16="http://schemas.microsoft.com/office/drawing/2014/main" id="{6158225B-907D-4E98-93A6-B5B0F650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103">
            <a:extLst xmlns:a="http://schemas.openxmlformats.org/drawingml/2006/main">
              <a:ext uri="{FF2B5EF4-FFF2-40B4-BE49-F238E27FC236}">
                <a16:creationId xmlns:a16="http://schemas.microsoft.com/office/drawing/2014/main" id="{19C338D7-A99D-4F94-A0BC-2133C6950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104">
            <a:extLst xmlns:a="http://schemas.openxmlformats.org/drawingml/2006/main">
              <a:ext uri="{FF2B5EF4-FFF2-40B4-BE49-F238E27FC236}">
                <a16:creationId xmlns:a16="http://schemas.microsoft.com/office/drawing/2014/main" id="{66F16924-3191-49D8-BE16-EDA2320D9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105">
            <a:extLst xmlns:a="http://schemas.openxmlformats.org/drawingml/2006/main">
              <a:ext uri="{FF2B5EF4-FFF2-40B4-BE49-F238E27FC236}">
                <a16:creationId xmlns:a16="http://schemas.microsoft.com/office/drawing/2014/main" id="{9DBAAF02-5238-495D-A11B-755FE15B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106">
            <a:extLst xmlns:a="http://schemas.openxmlformats.org/drawingml/2006/main">
              <a:ext uri="{FF2B5EF4-FFF2-40B4-BE49-F238E27FC236}">
                <a16:creationId xmlns:a16="http://schemas.microsoft.com/office/drawing/2014/main" id="{C5AA8B1C-A104-4906-A12B-F287EF62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8" name="text-1107">
            <a:extLst xmlns:a="http://schemas.openxmlformats.org/drawingml/2006/main">
              <a:ext uri="{FF2B5EF4-FFF2-40B4-BE49-F238E27FC236}">
                <a16:creationId xmlns:a16="http://schemas.microsoft.com/office/drawing/2014/main" id="{E992433A-0F15-4C02-B75F-AFFC91F28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9" name="text-1108">
            <a:extLst xmlns:a="http://schemas.openxmlformats.org/drawingml/2006/main">
              <a:ext uri="{FF2B5EF4-FFF2-40B4-BE49-F238E27FC236}">
                <a16:creationId xmlns:a16="http://schemas.microsoft.com/office/drawing/2014/main" id="{860CB94C-4313-4A4A-8C03-DA95FFC1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109">
            <a:extLst xmlns:a="http://schemas.openxmlformats.org/drawingml/2006/main">
              <a:ext uri="{FF2B5EF4-FFF2-40B4-BE49-F238E27FC236}">
                <a16:creationId xmlns:a16="http://schemas.microsoft.com/office/drawing/2014/main" id="{EDE6F893-4B07-43D2-999B-85C38158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110">
            <a:extLst xmlns:a="http://schemas.openxmlformats.org/drawingml/2006/main">
              <a:ext uri="{FF2B5EF4-FFF2-40B4-BE49-F238E27FC236}">
                <a16:creationId xmlns:a16="http://schemas.microsoft.com/office/drawing/2014/main" id="{AEF5111B-B0B7-4BC5-A39D-62D60D09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111">
            <a:extLst xmlns:a="http://schemas.openxmlformats.org/drawingml/2006/main">
              <a:ext uri="{FF2B5EF4-FFF2-40B4-BE49-F238E27FC236}">
                <a16:creationId xmlns:a16="http://schemas.microsoft.com/office/drawing/2014/main" id="{C76C00EC-C75B-4834-8317-6B98BE61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112">
            <a:extLst xmlns:a="http://schemas.openxmlformats.org/drawingml/2006/main">
              <a:ext uri="{FF2B5EF4-FFF2-40B4-BE49-F238E27FC236}">
                <a16:creationId xmlns:a16="http://schemas.microsoft.com/office/drawing/2014/main" id="{07506C40-3A49-4641-8051-A9F2233F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34" name="text-1113">
            <a:extLst xmlns:a="http://schemas.openxmlformats.org/drawingml/2006/main">
              <a:ext uri="{FF2B5EF4-FFF2-40B4-BE49-F238E27FC236}">
                <a16:creationId xmlns:a16="http://schemas.microsoft.com/office/drawing/2014/main" id="{F3313F33-BD9C-4411-BE64-A440D1C8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35" name="text-1114">
            <a:extLst xmlns:a="http://schemas.openxmlformats.org/drawingml/2006/main">
              <a:ext uri="{FF2B5EF4-FFF2-40B4-BE49-F238E27FC236}">
                <a16:creationId xmlns:a16="http://schemas.microsoft.com/office/drawing/2014/main" id="{75456C03-9BF0-412D-B4A3-249AB040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1613">
            <a:extLst xmlns:a="http://schemas.openxmlformats.org/drawingml/2006/main">
              <a:ext uri="{FF2B5EF4-FFF2-40B4-BE49-F238E27FC236}">
                <a16:creationId xmlns:a16="http://schemas.microsoft.com/office/drawing/2014/main" id="{E41B0CC2-10FA-4CA0-A275-6EF70B48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61d63f181d428a"/>
              </a:rPr>
              <a:t>開啟 Codex ↗</a:t>
            </a:r>
          </a:p>
        </p:txBody>
      </p:sp>
      <p:sp>
        <p:nvSpPr>
          <p:cNvPr id="37" name="shape-1655">
            <a:extLst xmlns:a="http://schemas.openxmlformats.org/drawingml/2006/main">
              <a:ext uri="{FF2B5EF4-FFF2-40B4-BE49-F238E27FC236}">
                <a16:creationId xmlns:a16="http://schemas.microsoft.com/office/drawing/2014/main" id="{BF30CAB9-97C5-437B-976C-8DA5AB24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d1b85948a24ff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9" name="text-1656">
            <a:extLst xmlns:a="http://schemas.openxmlformats.org/drawingml/2006/main">
              <a:ext uri="{FF2B5EF4-FFF2-40B4-BE49-F238E27FC236}">
                <a16:creationId xmlns:a16="http://schemas.microsoft.com/office/drawing/2014/main" id="{6361E360-FB53-4555-8032-F85A94B7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11038274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1115">
            <a:extLst xmlns:a="http://schemas.openxmlformats.org/drawingml/2006/main">
              <a:ext uri="{FF2B5EF4-FFF2-40B4-BE49-F238E27FC236}">
                <a16:creationId xmlns:a16="http://schemas.microsoft.com/office/drawing/2014/main" id="{56377F7A-675B-4090-869B-1F772495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B91CD53-B2A5-4F54-8856-96BCE8A3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11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17">
            <a:extLst xmlns:a="http://schemas.openxmlformats.org/drawingml/2006/main">
              <a:ext uri="{FF2B5EF4-FFF2-40B4-BE49-F238E27FC236}">
                <a16:creationId xmlns:a16="http://schemas.microsoft.com/office/drawing/2014/main" id="{503EC50B-C1E3-4AF0-8867-FFDDA0005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57A25D-0822-4064-9742-AD7F9312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1118">
            <a:extLst xmlns:a="http://schemas.openxmlformats.org/drawingml/2006/main">
              <a:ext uri="{FF2B5EF4-FFF2-40B4-BE49-F238E27FC236}">
                <a16:creationId xmlns:a16="http://schemas.microsoft.com/office/drawing/2014/main" id="{60162864-9EAD-4BF7-813F-F98033A2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1119">
            <a:extLst xmlns:a="http://schemas.openxmlformats.org/drawingml/2006/main">
              <a:ext uri="{FF2B5EF4-FFF2-40B4-BE49-F238E27FC236}">
                <a16:creationId xmlns:a16="http://schemas.microsoft.com/office/drawing/2014/main" id="{82F9DC1C-C4C9-4175-B2ED-30EB68125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1120">
            <a:extLst xmlns:a="http://schemas.openxmlformats.org/drawingml/2006/main">
              <a:ext uri="{FF2B5EF4-FFF2-40B4-BE49-F238E27FC236}">
                <a16:creationId xmlns:a16="http://schemas.microsoft.com/office/drawing/2014/main" id="{F3918E19-8AC1-44A7-B06C-6C0310786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1121">
            <a:extLst xmlns:a="http://schemas.openxmlformats.org/drawingml/2006/main">
              <a:ext uri="{FF2B5EF4-FFF2-40B4-BE49-F238E27FC236}">
                <a16:creationId xmlns:a16="http://schemas.microsoft.com/office/drawing/2014/main" id="{F22D113D-C755-4EB8-BAA5-C335422C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1122">
            <a:extLst xmlns:a="http://schemas.openxmlformats.org/drawingml/2006/main">
              <a:ext uri="{FF2B5EF4-FFF2-40B4-BE49-F238E27FC236}">
                <a16:creationId xmlns:a16="http://schemas.microsoft.com/office/drawing/2014/main" id="{76C8D242-FF4A-456F-ADEC-780226562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1123">
            <a:extLst xmlns:a="http://schemas.openxmlformats.org/drawingml/2006/main">
              <a:ext uri="{FF2B5EF4-FFF2-40B4-BE49-F238E27FC236}">
                <a16:creationId xmlns:a16="http://schemas.microsoft.com/office/drawing/2014/main" id="{255E823E-4792-4099-A7F6-1E17803D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1124">
            <a:extLst xmlns:a="http://schemas.openxmlformats.org/drawingml/2006/main">
              <a:ext uri="{FF2B5EF4-FFF2-40B4-BE49-F238E27FC236}">
                <a16:creationId xmlns:a16="http://schemas.microsoft.com/office/drawing/2014/main" id="{E1AD5056-8802-4376-A07C-B2A2ACE6B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614">
            <a:extLst xmlns:a="http://schemas.openxmlformats.org/drawingml/2006/main">
              <a:ext uri="{FF2B5EF4-FFF2-40B4-BE49-F238E27FC236}">
                <a16:creationId xmlns:a16="http://schemas.microsoft.com/office/drawing/2014/main" id="{6E5857CA-CD47-4E5E-B521-B2CCC956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f50f30785ab4bba"/>
              </a:rPr>
              <a:t>開啟 Codex ↗</a:t>
            </a:r>
          </a:p>
        </p:txBody>
      </p:sp>
      <p:sp>
        <p:nvSpPr>
          <p:cNvPr id="14" name="shape-1657">
            <a:extLst xmlns:a="http://schemas.openxmlformats.org/drawingml/2006/main">
              <a:ext uri="{FF2B5EF4-FFF2-40B4-BE49-F238E27FC236}">
                <a16:creationId xmlns:a16="http://schemas.microsoft.com/office/drawing/2014/main" id="{7FBC8634-0BAC-4B7C-B900-FEC86202F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6f34ef8c841a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658">
            <a:extLst xmlns:a="http://schemas.openxmlformats.org/drawingml/2006/main">
              <a:ext uri="{FF2B5EF4-FFF2-40B4-BE49-F238E27FC236}">
                <a16:creationId xmlns:a16="http://schemas.microsoft.com/office/drawing/2014/main" id="{CA3E2446-1564-4CDB-8A3D-64EAB6A0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02888093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1125">
            <a:extLst xmlns:a="http://schemas.openxmlformats.org/drawingml/2006/main">
              <a:ext uri="{FF2B5EF4-FFF2-40B4-BE49-F238E27FC236}">
                <a16:creationId xmlns:a16="http://schemas.microsoft.com/office/drawing/2014/main" id="{5EBB1D2C-989F-45CB-AD6A-E45FBE2D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8142E5-6F51-4CA7-8B8B-23CF780F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112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27">
            <a:extLst xmlns:a="http://schemas.openxmlformats.org/drawingml/2006/main">
              <a:ext uri="{FF2B5EF4-FFF2-40B4-BE49-F238E27FC236}">
                <a16:creationId xmlns:a16="http://schemas.microsoft.com/office/drawing/2014/main" id="{B6EAEF1C-7C09-4054-A16A-FE730C946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25DCFC9-BD79-49F3-AC69-64085204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1128">
            <a:extLst xmlns:a="http://schemas.openxmlformats.org/drawingml/2006/main">
              <a:ext uri="{FF2B5EF4-FFF2-40B4-BE49-F238E27FC236}">
                <a16:creationId xmlns:a16="http://schemas.microsoft.com/office/drawing/2014/main" id="{91ABA6AB-451B-4D67-9981-5D10E07A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29">
            <a:extLst xmlns:a="http://schemas.openxmlformats.org/drawingml/2006/main">
              <a:ext uri="{FF2B5EF4-FFF2-40B4-BE49-F238E27FC236}">
                <a16:creationId xmlns:a16="http://schemas.microsoft.com/office/drawing/2014/main" id="{3ECC2874-6D02-4439-A3BE-0BFC69134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1130">
            <a:extLst xmlns:a="http://schemas.openxmlformats.org/drawingml/2006/main">
              <a:ext uri="{FF2B5EF4-FFF2-40B4-BE49-F238E27FC236}">
                <a16:creationId xmlns:a16="http://schemas.microsoft.com/office/drawing/2014/main" id="{AAAD2D64-C46C-43F6-A399-B295E743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1131">
            <a:extLst xmlns:a="http://schemas.openxmlformats.org/drawingml/2006/main">
              <a:ext uri="{FF2B5EF4-FFF2-40B4-BE49-F238E27FC236}">
                <a16:creationId xmlns:a16="http://schemas.microsoft.com/office/drawing/2014/main" id="{94419338-BEDB-4F9D-BD6C-595D39D0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教學問題與使用者價值</a:t>
            </a:r>
          </a:p>
        </p:txBody>
      </p:sp>
      <p:sp>
        <p:nvSpPr>
          <p:cNvPr id="10" name="shape-1132">
            <a:extLst xmlns:a="http://schemas.openxmlformats.org/drawingml/2006/main">
              <a:ext uri="{FF2B5EF4-FFF2-40B4-BE49-F238E27FC236}">
                <a16:creationId xmlns:a16="http://schemas.microsoft.com/office/drawing/2014/main" id="{7EF28648-669B-4FDE-9BBC-BC1DE0B0B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33">
            <a:extLst xmlns:a="http://schemas.openxmlformats.org/drawingml/2006/main">
              <a:ext uri="{FF2B5EF4-FFF2-40B4-BE49-F238E27FC236}">
                <a16:creationId xmlns:a16="http://schemas.microsoft.com/office/drawing/2014/main" id="{461BBCD5-154B-40E3-A9D8-506E584E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1134">
            <a:extLst xmlns:a="http://schemas.openxmlformats.org/drawingml/2006/main">
              <a:ext uri="{FF2B5EF4-FFF2-40B4-BE49-F238E27FC236}">
                <a16:creationId xmlns:a16="http://schemas.microsoft.com/office/drawing/2014/main" id="{E34519BE-563F-4E54-8168-10085FFB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1135">
            <a:extLst xmlns:a="http://schemas.openxmlformats.org/drawingml/2006/main">
              <a:ext uri="{FF2B5EF4-FFF2-40B4-BE49-F238E27FC236}">
                <a16:creationId xmlns:a16="http://schemas.microsoft.com/office/drawing/2014/main" id="{50A21AD1-C695-467D-A57E-970AA515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1136">
            <a:extLst xmlns:a="http://schemas.openxmlformats.org/drawingml/2006/main">
              <a:ext uri="{FF2B5EF4-FFF2-40B4-BE49-F238E27FC236}">
                <a16:creationId xmlns:a16="http://schemas.microsoft.com/office/drawing/2014/main" id="{501360C3-CFE0-41CA-B469-685FC23F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37">
            <a:extLst xmlns:a="http://schemas.openxmlformats.org/drawingml/2006/main">
              <a:ext uri="{FF2B5EF4-FFF2-40B4-BE49-F238E27FC236}">
                <a16:creationId xmlns:a16="http://schemas.microsoft.com/office/drawing/2014/main" id="{FE2C458B-4AD7-4866-BBDD-D79795D4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1138">
            <a:extLst xmlns:a="http://schemas.openxmlformats.org/drawingml/2006/main">
              <a:ext uri="{FF2B5EF4-FFF2-40B4-BE49-F238E27FC236}">
                <a16:creationId xmlns:a16="http://schemas.microsoft.com/office/drawing/2014/main" id="{4578308E-EE28-4170-AAAF-839233C21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1139">
            <a:extLst xmlns:a="http://schemas.openxmlformats.org/drawingml/2006/main">
              <a:ext uri="{FF2B5EF4-FFF2-40B4-BE49-F238E27FC236}">
                <a16:creationId xmlns:a16="http://schemas.microsoft.com/office/drawing/2014/main" id="{0E1582D3-22CF-49CF-8717-344C0AEE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1140">
            <a:extLst xmlns:a="http://schemas.openxmlformats.org/drawingml/2006/main">
              <a:ext uri="{FF2B5EF4-FFF2-40B4-BE49-F238E27FC236}">
                <a16:creationId xmlns:a16="http://schemas.microsoft.com/office/drawing/2014/main" id="{3CFAD485-9F18-497F-AFC3-F429DE0F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41">
            <a:extLst xmlns:a="http://schemas.openxmlformats.org/drawingml/2006/main">
              <a:ext uri="{FF2B5EF4-FFF2-40B4-BE49-F238E27FC236}">
                <a16:creationId xmlns:a16="http://schemas.microsoft.com/office/drawing/2014/main" id="{1153E5FF-400E-4B04-9F54-71CA0BE8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1142">
            <a:extLst xmlns:a="http://schemas.openxmlformats.org/drawingml/2006/main">
              <a:ext uri="{FF2B5EF4-FFF2-40B4-BE49-F238E27FC236}">
                <a16:creationId xmlns:a16="http://schemas.microsoft.com/office/drawing/2014/main" id="{B58F835E-EDBD-4DFB-875B-3A27F2C1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1143">
            <a:extLst xmlns:a="http://schemas.openxmlformats.org/drawingml/2006/main">
              <a:ext uri="{FF2B5EF4-FFF2-40B4-BE49-F238E27FC236}">
                <a16:creationId xmlns:a16="http://schemas.microsoft.com/office/drawing/2014/main" id="{5D244B85-51BC-47C6-AFEC-D51878F7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1144">
            <a:extLst xmlns:a="http://schemas.openxmlformats.org/drawingml/2006/main">
              <a:ext uri="{FF2B5EF4-FFF2-40B4-BE49-F238E27FC236}">
                <a16:creationId xmlns:a16="http://schemas.microsoft.com/office/drawing/2014/main" id="{6BECE2CF-A071-4C64-828A-D6F104582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145">
            <a:extLst xmlns:a="http://schemas.openxmlformats.org/drawingml/2006/main">
              <a:ext uri="{FF2B5EF4-FFF2-40B4-BE49-F238E27FC236}">
                <a16:creationId xmlns:a16="http://schemas.microsoft.com/office/drawing/2014/main" id="{D09B6A7D-C0F2-42B0-B0E4-8E746B77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146">
            <a:extLst xmlns:a="http://schemas.openxmlformats.org/drawingml/2006/main">
              <a:ext uri="{FF2B5EF4-FFF2-40B4-BE49-F238E27FC236}">
                <a16:creationId xmlns:a16="http://schemas.microsoft.com/office/drawing/2014/main" id="{A44AAF95-F42F-4C83-BBCD-3B9664A0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147">
            <a:extLst xmlns:a="http://schemas.openxmlformats.org/drawingml/2006/main">
              <a:ext uri="{FF2B5EF4-FFF2-40B4-BE49-F238E27FC236}">
                <a16:creationId xmlns:a16="http://schemas.microsoft.com/office/drawing/2014/main" id="{58C33632-1D33-46BE-AF47-06F5D44D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148">
            <a:extLst xmlns:a="http://schemas.openxmlformats.org/drawingml/2006/main">
              <a:ext uri="{FF2B5EF4-FFF2-40B4-BE49-F238E27FC236}">
                <a16:creationId xmlns:a16="http://schemas.microsoft.com/office/drawing/2014/main" id="{F14DEA98-8A4D-468C-9472-9B1318F8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149">
            <a:extLst xmlns:a="http://schemas.openxmlformats.org/drawingml/2006/main">
              <a:ext uri="{FF2B5EF4-FFF2-40B4-BE49-F238E27FC236}">
                <a16:creationId xmlns:a16="http://schemas.microsoft.com/office/drawing/2014/main" id="{E9F639B6-203E-4115-B611-35645AFD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150">
            <a:extLst xmlns:a="http://schemas.openxmlformats.org/drawingml/2006/main">
              <a:ext uri="{FF2B5EF4-FFF2-40B4-BE49-F238E27FC236}">
                <a16:creationId xmlns:a16="http://schemas.microsoft.com/office/drawing/2014/main" id="{2E3E049C-EA1F-4AC0-8479-6B16BCA4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151">
            <a:extLst xmlns:a="http://schemas.openxmlformats.org/drawingml/2006/main">
              <a:ext uri="{FF2B5EF4-FFF2-40B4-BE49-F238E27FC236}">
                <a16:creationId xmlns:a16="http://schemas.microsoft.com/office/drawing/2014/main" id="{19A498F5-E38B-44F1-BB90-7CFBC8B14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615">
            <a:extLst xmlns:a="http://schemas.openxmlformats.org/drawingml/2006/main">
              <a:ext uri="{FF2B5EF4-FFF2-40B4-BE49-F238E27FC236}">
                <a16:creationId xmlns:a16="http://schemas.microsoft.com/office/drawing/2014/main" id="{56FA5250-C7DB-4E29-8F22-0086CE38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338a2cda89b4fe5"/>
              </a:rPr>
              <a:t>開啟 Codex ↗</a:t>
            </a:r>
          </a:p>
        </p:txBody>
      </p:sp>
      <p:sp>
        <p:nvSpPr>
          <p:cNvPr id="31" name="shape-1659">
            <a:extLst xmlns:a="http://schemas.openxmlformats.org/drawingml/2006/main">
              <a:ext uri="{FF2B5EF4-FFF2-40B4-BE49-F238E27FC236}">
                <a16:creationId xmlns:a16="http://schemas.microsoft.com/office/drawing/2014/main" id="{4DC1266E-A751-4DBE-8FBF-35D62C07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a54bc15c90413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1660">
            <a:extLst xmlns:a="http://schemas.openxmlformats.org/drawingml/2006/main">
              <a:ext uri="{FF2B5EF4-FFF2-40B4-BE49-F238E27FC236}">
                <a16:creationId xmlns:a16="http://schemas.microsoft.com/office/drawing/2014/main" id="{52ABC117-3439-486C-97BC-67006271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7126785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152">
            <a:extLst xmlns:a="http://schemas.openxmlformats.org/drawingml/2006/main">
              <a:ext uri="{FF2B5EF4-FFF2-40B4-BE49-F238E27FC236}">
                <a16:creationId xmlns:a16="http://schemas.microsoft.com/office/drawing/2014/main" id="{F070A51D-D3EA-4323-9BAE-E8DD39A7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DC24B1-37C6-479C-9E3F-2BB72717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15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54">
            <a:extLst xmlns:a="http://schemas.openxmlformats.org/drawingml/2006/main">
              <a:ext uri="{FF2B5EF4-FFF2-40B4-BE49-F238E27FC236}">
                <a16:creationId xmlns:a16="http://schemas.microsoft.com/office/drawing/2014/main" id="{62FC898A-5FE0-472D-B587-16D283C1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CCA6AAF-C73C-468B-AD0B-77FCBFCE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text-1155">
            <a:extLst xmlns:a="http://schemas.openxmlformats.org/drawingml/2006/main">
              <a:ext uri="{FF2B5EF4-FFF2-40B4-BE49-F238E27FC236}">
                <a16:creationId xmlns:a16="http://schemas.microsoft.com/office/drawing/2014/main" id="{C0F25BE6-52C8-47D9-A091-B23B4204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156">
            <a:extLst xmlns:a="http://schemas.openxmlformats.org/drawingml/2006/main">
              <a:ext uri="{FF2B5EF4-FFF2-40B4-BE49-F238E27FC236}">
                <a16:creationId xmlns:a16="http://schemas.microsoft.com/office/drawing/2014/main" id="{749175D4-78C9-4789-85E2-9F78A1D16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157">
            <a:extLst xmlns:a="http://schemas.openxmlformats.org/drawingml/2006/main">
              <a:ext uri="{FF2B5EF4-FFF2-40B4-BE49-F238E27FC236}">
                <a16:creationId xmlns:a16="http://schemas.microsoft.com/office/drawing/2014/main" id="{5684728B-C8AC-46FF-9511-908B4EBC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58">
            <a:extLst xmlns:a="http://schemas.openxmlformats.org/drawingml/2006/main">
              <a:ext uri="{FF2B5EF4-FFF2-40B4-BE49-F238E27FC236}">
                <a16:creationId xmlns:a16="http://schemas.microsoft.com/office/drawing/2014/main" id="{09977E81-D51B-4761-BB0D-5A4433A96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159">
            <a:extLst xmlns:a="http://schemas.openxmlformats.org/drawingml/2006/main">
              <a:ext uri="{FF2B5EF4-FFF2-40B4-BE49-F238E27FC236}">
                <a16:creationId xmlns:a16="http://schemas.microsoft.com/office/drawing/2014/main" id="{8C29EEC9-E7C5-4D36-99A7-B8670E65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60">
            <a:extLst xmlns:a="http://schemas.openxmlformats.org/drawingml/2006/main">
              <a:ext uri="{FF2B5EF4-FFF2-40B4-BE49-F238E27FC236}">
                <a16:creationId xmlns:a16="http://schemas.microsoft.com/office/drawing/2014/main" id="{F164D422-D11F-4DDF-9ED5-F679398F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161">
            <a:extLst xmlns:a="http://schemas.openxmlformats.org/drawingml/2006/main">
              <a:ext uri="{FF2B5EF4-FFF2-40B4-BE49-F238E27FC236}">
                <a16:creationId xmlns:a16="http://schemas.microsoft.com/office/drawing/2014/main" id="{359B7CFF-4058-456B-9A78-51AB5DC4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162">
            <a:extLst xmlns:a="http://schemas.openxmlformats.org/drawingml/2006/main">
              <a:ext uri="{FF2B5EF4-FFF2-40B4-BE49-F238E27FC236}">
                <a16:creationId xmlns:a16="http://schemas.microsoft.com/office/drawing/2014/main" id="{B88E6DA2-F6AF-4948-BD5E-3F41A553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163">
            <a:extLst xmlns:a="http://schemas.openxmlformats.org/drawingml/2006/main">
              <a:ext uri="{FF2B5EF4-FFF2-40B4-BE49-F238E27FC236}">
                <a16:creationId xmlns:a16="http://schemas.microsoft.com/office/drawing/2014/main" id="{55995244-F183-4951-99B8-77318695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164">
            <a:extLst xmlns:a="http://schemas.openxmlformats.org/drawingml/2006/main">
              <a:ext uri="{FF2B5EF4-FFF2-40B4-BE49-F238E27FC236}">
                <a16:creationId xmlns:a16="http://schemas.microsoft.com/office/drawing/2014/main" id="{55E6C726-D73B-4EB3-A1E8-096792B3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165">
            <a:extLst xmlns:a="http://schemas.openxmlformats.org/drawingml/2006/main">
              <a:ext uri="{FF2B5EF4-FFF2-40B4-BE49-F238E27FC236}">
                <a16:creationId xmlns:a16="http://schemas.microsoft.com/office/drawing/2014/main" id="{480A25B1-381F-41FA-B8DE-7386DE27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166">
            <a:extLst xmlns:a="http://schemas.openxmlformats.org/drawingml/2006/main">
              <a:ext uri="{FF2B5EF4-FFF2-40B4-BE49-F238E27FC236}">
                <a16:creationId xmlns:a16="http://schemas.microsoft.com/office/drawing/2014/main" id="{0D27485B-3272-4E7F-8B57-C100121A3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167">
            <a:extLst xmlns:a="http://schemas.openxmlformats.org/drawingml/2006/main">
              <a:ext uri="{FF2B5EF4-FFF2-40B4-BE49-F238E27FC236}">
                <a16:creationId xmlns:a16="http://schemas.microsoft.com/office/drawing/2014/main" id="{ED74468A-57F9-4081-AF86-7814859E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616">
            <a:extLst xmlns:a="http://schemas.openxmlformats.org/drawingml/2006/main">
              <a:ext uri="{FF2B5EF4-FFF2-40B4-BE49-F238E27FC236}">
                <a16:creationId xmlns:a16="http://schemas.microsoft.com/office/drawing/2014/main" id="{61E3E3F7-E62C-4417-973D-574A31A9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71402b97bf646db"/>
              </a:rPr>
              <a:t>開啟 Codex ↗</a:t>
            </a:r>
          </a:p>
        </p:txBody>
      </p:sp>
      <p:sp>
        <p:nvSpPr>
          <p:cNvPr id="20" name="shape-1661">
            <a:extLst xmlns:a="http://schemas.openxmlformats.org/drawingml/2006/main">
              <a:ext uri="{FF2B5EF4-FFF2-40B4-BE49-F238E27FC236}">
                <a16:creationId xmlns:a16="http://schemas.microsoft.com/office/drawing/2014/main" id="{1E446CEE-49A8-4638-87DA-38249989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83e309505240a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662">
            <a:extLst xmlns:a="http://schemas.openxmlformats.org/drawingml/2006/main">
              <a:ext uri="{FF2B5EF4-FFF2-40B4-BE49-F238E27FC236}">
                <a16:creationId xmlns:a16="http://schemas.microsoft.com/office/drawing/2014/main" id="{BA37FE71-63BA-4EC8-B3BA-03FDB0FB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1317537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168">
            <a:extLst xmlns:a="http://schemas.openxmlformats.org/drawingml/2006/main">
              <a:ext uri="{FF2B5EF4-FFF2-40B4-BE49-F238E27FC236}">
                <a16:creationId xmlns:a16="http://schemas.microsoft.com/office/drawing/2014/main" id="{5555E5DB-361E-4C67-8487-26F091EB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TOOL STRATEGY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98B1BD-C99D-414C-BD9E-14793FC4D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三種 Agent 工具，先看任務再選模型</a:t>
            </a:r>
          </a:p>
        </p:txBody>
      </p:sp>
      <p:cxnSp>
        <p:nvCxnSpPr>
          <p:cNvPr id="31" name="shape-116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70">
            <a:extLst xmlns:a="http://schemas.openxmlformats.org/drawingml/2006/main">
              <a:ext uri="{FF2B5EF4-FFF2-40B4-BE49-F238E27FC236}">
                <a16:creationId xmlns:a16="http://schemas.microsoft.com/office/drawing/2014/main" id="{97930ED6-19E2-41A0-9816-171575EC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C604C34-8B21-405E-AC5E-D5DB6686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1171">
            <a:extLst xmlns:a="http://schemas.openxmlformats.org/drawingml/2006/main">
              <a:ext uri="{FF2B5EF4-FFF2-40B4-BE49-F238E27FC236}">
                <a16:creationId xmlns:a16="http://schemas.microsoft.com/office/drawing/2014/main" id="{95EC86EC-8345-441D-8B37-25E4F95F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72">
            <a:extLst xmlns:a="http://schemas.openxmlformats.org/drawingml/2006/main">
              <a:ext uri="{FF2B5EF4-FFF2-40B4-BE49-F238E27FC236}">
                <a16:creationId xmlns:a16="http://schemas.microsoft.com/office/drawing/2014/main" id="{2588B6BB-B61B-479F-8B08-1F5B1B30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173">
            <a:extLst xmlns:a="http://schemas.openxmlformats.org/drawingml/2006/main">
              <a:ext uri="{FF2B5EF4-FFF2-40B4-BE49-F238E27FC236}">
                <a16:creationId xmlns:a16="http://schemas.microsoft.com/office/drawing/2014/main" id="{B397A235-9954-47DB-8D04-1FAE95C0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775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9" name="text-1174">
            <a:extLst xmlns:a="http://schemas.openxmlformats.org/drawingml/2006/main">
              <a:ext uri="{FF2B5EF4-FFF2-40B4-BE49-F238E27FC236}">
                <a16:creationId xmlns:a16="http://schemas.microsoft.com/office/drawing/2014/main" id="{B3A932DE-1460-4C4F-A929-694BA548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  <p:sp>
        <p:nvSpPr>
          <p:cNvPr id="10" name="text-1175">
            <a:extLst xmlns:a="http://schemas.openxmlformats.org/drawingml/2006/main">
              <a:ext uri="{FF2B5EF4-FFF2-40B4-BE49-F238E27FC236}">
                <a16:creationId xmlns:a16="http://schemas.microsoft.com/office/drawing/2014/main" id="{3BF7500E-1C20-42AA-9402-A73ADBC6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代碼產出穩定；長任務 Token 消耗較快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複雜應用程式開發：Opus 4.8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文件、計畫與日常任務：Sonnet 5，成本效益較佳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Opus 5（若帳號當期可見）／Fable 5 等頂尖模型留給真正高難度任務</a:t>
            </a:r>
          </a:p>
        </p:txBody>
      </p:sp>
      <p:sp>
        <p:nvSpPr>
          <p:cNvPr id="11" name="shape-1176">
            <a:extLst xmlns:a="http://schemas.openxmlformats.org/drawingml/2006/main">
              <a:ext uri="{FF2B5EF4-FFF2-40B4-BE49-F238E27FC236}">
                <a16:creationId xmlns:a16="http://schemas.microsoft.com/office/drawing/2014/main" id="{A1B1B7A1-425C-48ED-B6BB-7BAB4B77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2" name="shape-1177">
            <a:extLst xmlns:a="http://schemas.openxmlformats.org/drawingml/2006/main">
              <a:ext uri="{FF2B5EF4-FFF2-40B4-BE49-F238E27FC236}">
                <a16:creationId xmlns:a16="http://schemas.microsoft.com/office/drawing/2014/main" id="{9833D867-E7C0-45E9-A16B-A86354C6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1178">
            <a:extLst xmlns:a="http://schemas.openxmlformats.org/drawingml/2006/main">
              <a:ext uri="{FF2B5EF4-FFF2-40B4-BE49-F238E27FC236}">
                <a16:creationId xmlns:a16="http://schemas.microsoft.com/office/drawing/2014/main" id="{3EB2CD35-EDF6-434A-99D0-631BEB69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X</a:t>
            </a:r>
          </a:p>
        </p:txBody>
      </p:sp>
      <p:sp>
        <p:nvSpPr>
          <p:cNvPr id="14" name="text-1179">
            <a:extLst xmlns:a="http://schemas.openxmlformats.org/drawingml/2006/main">
              <a:ext uri="{FF2B5EF4-FFF2-40B4-BE49-F238E27FC236}">
                <a16:creationId xmlns:a16="http://schemas.microsoft.com/office/drawing/2014/main" id="{323C8B58-2056-4008-8EDE-4A5E6F423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Codex／ChatGPT</a:t>
            </a:r>
          </a:p>
        </p:txBody>
      </p:sp>
      <p:sp>
        <p:nvSpPr>
          <p:cNvPr id="15" name="text-1180">
            <a:extLst xmlns:a="http://schemas.openxmlformats.org/drawingml/2006/main">
              <a:ext uri="{FF2B5EF4-FFF2-40B4-BE49-F238E27FC236}">
                <a16:creationId xmlns:a16="http://schemas.microsoft.com/office/drawing/2014/main" id="{01428CB8-BA9A-4FAC-B350-1E7B77A3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GPT-5.6 Luna＋Max：講師推薦的省錢組合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適合日常文件、網站與驗證任務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講師觀察：能力／成本平衡接近日常使用的 Sonnet 5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額度、方案與優惠會變動，先看當期限制</a:t>
            </a:r>
          </a:p>
        </p:txBody>
      </p:sp>
      <p:sp>
        <p:nvSpPr>
          <p:cNvPr id="16" name="shape-1181">
            <a:extLst xmlns:a="http://schemas.openxmlformats.org/drawingml/2006/main">
              <a:ext uri="{FF2B5EF4-FFF2-40B4-BE49-F238E27FC236}">
                <a16:creationId xmlns:a16="http://schemas.microsoft.com/office/drawing/2014/main" id="{705D2F86-C5AE-420C-949C-966EF9C0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shape-1182">
            <a:extLst xmlns:a="http://schemas.openxmlformats.org/drawingml/2006/main">
              <a:ext uri="{FF2B5EF4-FFF2-40B4-BE49-F238E27FC236}">
                <a16:creationId xmlns:a16="http://schemas.microsoft.com/office/drawing/2014/main" id="{BAE4E33C-A31B-4682-A209-B3829070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1183">
            <a:extLst xmlns:a="http://schemas.openxmlformats.org/drawingml/2006/main">
              <a:ext uri="{FF2B5EF4-FFF2-40B4-BE49-F238E27FC236}">
                <a16:creationId xmlns:a16="http://schemas.microsoft.com/office/drawing/2014/main" id="{28231F9C-47A3-4C0F-8DC5-1BD198A2A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</a:t>
            </a:r>
          </a:p>
        </p:txBody>
      </p:sp>
      <p:sp>
        <p:nvSpPr>
          <p:cNvPr id="19" name="text-1184">
            <a:extLst xmlns:a="http://schemas.openxmlformats.org/drawingml/2006/main">
              <a:ext uri="{FF2B5EF4-FFF2-40B4-BE49-F238E27FC236}">
                <a16:creationId xmlns:a16="http://schemas.microsoft.com/office/drawing/2014/main" id="{8FD99089-E186-4910-8CDF-EF30F573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Antigravity／Gemini</a:t>
            </a:r>
          </a:p>
        </p:txBody>
      </p:sp>
      <p:sp>
        <p:nvSpPr>
          <p:cNvPr id="20" name="text-1185">
            <a:extLst xmlns:a="http://schemas.openxmlformats.org/drawingml/2006/main">
              <a:ext uri="{FF2B5EF4-FFF2-40B4-BE49-F238E27FC236}">
                <a16:creationId xmlns:a16="http://schemas.microsoft.com/office/drawing/2014/main" id="{DDE3DF98-E082-4BD0-B21F-3B937EA9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Gemini 3.6 Flash：速度快，適合快速 Agent 迭代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Gemini 訂閱通常可取得較多額度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講師曾實測免費額度約三輪對話即受 5 小時限制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額度依方案與時間窗變化，活動前重新確認</a:t>
            </a:r>
          </a:p>
        </p:txBody>
      </p:sp>
      <p:sp>
        <p:nvSpPr>
          <p:cNvPr id="21" name="text-1617">
            <a:extLst xmlns:a="http://schemas.openxmlformats.org/drawingml/2006/main">
              <a:ext uri="{FF2B5EF4-FFF2-40B4-BE49-F238E27FC236}">
                <a16:creationId xmlns:a16="http://schemas.microsoft.com/office/drawing/2014/main" id="{1DDF0481-5048-4188-8120-C0F593532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e4792f7b8b84d22"/>
              </a:rPr>
              <a:t>Antigravity ↗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2a18ed0fcda47c1"/>
              </a:rPr>
              <a:t>Codex ↗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6e7e2fc0b254eaa"/>
              </a:rPr>
              <a:t>Claude ↗</a:t>
            </a:r>
          </a:p>
        </p:txBody>
      </p:sp>
      <p:sp>
        <p:nvSpPr>
          <p:cNvPr id="22" name="shape-1663">
            <a:extLst xmlns:a="http://schemas.openxmlformats.org/drawingml/2006/main">
              <a:ext uri="{FF2B5EF4-FFF2-40B4-BE49-F238E27FC236}">
                <a16:creationId xmlns:a16="http://schemas.microsoft.com/office/drawing/2014/main" id="{D96FC176-3036-4D15-8C03-56A751E1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a8b2b852b04c1e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664">
            <a:extLst xmlns:a="http://schemas.openxmlformats.org/drawingml/2006/main">
              <a:ext uri="{FF2B5EF4-FFF2-40B4-BE49-F238E27FC236}">
                <a16:creationId xmlns:a16="http://schemas.microsoft.com/office/drawing/2014/main" id="{E14E8EBD-11FD-48AF-BFB9-347878227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93752a1c3b4532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665">
            <a:extLst xmlns:a="http://schemas.openxmlformats.org/drawingml/2006/main">
              <a:ext uri="{FF2B5EF4-FFF2-40B4-BE49-F238E27FC236}">
                <a16:creationId xmlns:a16="http://schemas.microsoft.com/office/drawing/2014/main" id="{6465E3E4-B7A7-4E94-8C26-92DEAE7E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575db8004d450e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1666">
            <a:extLst xmlns:a="http://schemas.openxmlformats.org/drawingml/2006/main">
              <a:ext uri="{FF2B5EF4-FFF2-40B4-BE49-F238E27FC236}">
                <a16:creationId xmlns:a16="http://schemas.microsoft.com/office/drawing/2014/main" id="{F49ECFB3-BD21-421C-8E99-FA0A8A37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Claude</a:t>
            </a:r>
          </a:p>
        </p:txBody>
      </p:sp>
    </p:spTree>
    <p:extLst>
      <p:ext uri="{BB962C8B-B14F-4D97-AF65-F5344CB8AC3E}">
        <p14:creationId xmlns:p14="http://schemas.microsoft.com/office/powerpoint/2010/main" val="190428886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186">
            <a:extLst xmlns:a="http://schemas.openxmlformats.org/drawingml/2006/main">
              <a:ext uri="{FF2B5EF4-FFF2-40B4-BE49-F238E27FC236}">
                <a16:creationId xmlns:a16="http://schemas.microsoft.com/office/drawing/2014/main" id="{E0F8FEAC-5184-493F-94BC-2F17F906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187">
            <a:extLst xmlns:a="http://schemas.openxmlformats.org/drawingml/2006/main">
              <a:ext uri="{FF2B5EF4-FFF2-40B4-BE49-F238E27FC236}">
                <a16:creationId xmlns:a16="http://schemas.microsoft.com/office/drawing/2014/main" id="{18F620A3-58A7-4603-AF2C-6DEBFA8E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188">
            <a:extLst xmlns:a="http://schemas.openxmlformats.org/drawingml/2006/main">
              <a:ext uri="{FF2B5EF4-FFF2-40B4-BE49-F238E27FC236}">
                <a16:creationId xmlns:a16="http://schemas.microsoft.com/office/drawing/2014/main" id="{5D36B15E-CEC7-4EF9-AD4E-A49AA0861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189">
            <a:extLst xmlns:a="http://schemas.openxmlformats.org/drawingml/2006/main">
              <a:ext uri="{FF2B5EF4-FFF2-40B4-BE49-F238E27FC236}">
                <a16:creationId xmlns:a16="http://schemas.microsoft.com/office/drawing/2014/main" id="{7B717782-373A-49E1-84A5-B8157E73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190">
            <a:extLst xmlns:a="http://schemas.openxmlformats.org/drawingml/2006/main">
              <a:ext uri="{FF2B5EF4-FFF2-40B4-BE49-F238E27FC236}">
                <a16:creationId xmlns:a16="http://schemas.microsoft.com/office/drawing/2014/main" id="{897EA30B-50F7-48C7-8D15-4D457923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1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192">
            <a:extLst xmlns:a="http://schemas.openxmlformats.org/drawingml/2006/main">
              <a:ext uri="{FF2B5EF4-FFF2-40B4-BE49-F238E27FC236}">
                <a16:creationId xmlns:a16="http://schemas.microsoft.com/office/drawing/2014/main" id="{12CFD6F9-2EF1-4780-AA33-BCF6D096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00D1B2E-99D3-480A-AE83-80DA879C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618">
            <a:extLst xmlns:a="http://schemas.openxmlformats.org/drawingml/2006/main">
              <a:ext uri="{FF2B5EF4-FFF2-40B4-BE49-F238E27FC236}">
                <a16:creationId xmlns:a16="http://schemas.microsoft.com/office/drawing/2014/main" id="{526108F8-23E7-4A09-94E4-FF4753AE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8b3d9826195457c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9c04d67e7724cb3"/>
              </a:rPr>
              <a:t>Codex Skills ↗</a:t>
            </a:r>
          </a:p>
        </p:txBody>
      </p:sp>
      <p:sp>
        <p:nvSpPr>
          <p:cNvPr id="10" name="shape-1667">
            <a:extLst xmlns:a="http://schemas.openxmlformats.org/drawingml/2006/main">
              <a:ext uri="{FF2B5EF4-FFF2-40B4-BE49-F238E27FC236}">
                <a16:creationId xmlns:a16="http://schemas.microsoft.com/office/drawing/2014/main" id="{59AE507F-4F10-4722-A1B5-87DF17F6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5dd5969421469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668">
            <a:extLst xmlns:a="http://schemas.openxmlformats.org/drawingml/2006/main">
              <a:ext uri="{FF2B5EF4-FFF2-40B4-BE49-F238E27FC236}">
                <a16:creationId xmlns:a16="http://schemas.microsoft.com/office/drawing/2014/main" id="{81BAEAA6-C23C-4446-8D05-3A325041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8cb006e961482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669">
            <a:extLst xmlns:a="http://schemas.openxmlformats.org/drawingml/2006/main">
              <a:ext uri="{FF2B5EF4-FFF2-40B4-BE49-F238E27FC236}">
                <a16:creationId xmlns:a16="http://schemas.microsoft.com/office/drawing/2014/main" id="{8F4F6B1D-DD1D-4A20-A76C-8A548478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57149017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193">
            <a:extLst xmlns:a="http://schemas.openxmlformats.org/drawingml/2006/main">
              <a:ext uri="{FF2B5EF4-FFF2-40B4-BE49-F238E27FC236}">
                <a16:creationId xmlns:a16="http://schemas.microsoft.com/office/drawing/2014/main" id="{3138A6BB-1D57-4D82-A6AA-8520E8D78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870782-7487-4712-B4DB-4D464996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20" name="shape-119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95">
            <a:extLst xmlns:a="http://schemas.openxmlformats.org/drawingml/2006/main">
              <a:ext uri="{FF2B5EF4-FFF2-40B4-BE49-F238E27FC236}">
                <a16:creationId xmlns:a16="http://schemas.microsoft.com/office/drawing/2014/main" id="{07EB8844-3764-418F-96D1-A03432AB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E637528-220B-4D43-B4B5-1DE66BAB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196">
            <a:extLst xmlns:a="http://schemas.openxmlformats.org/drawingml/2006/main">
              <a:ext uri="{FF2B5EF4-FFF2-40B4-BE49-F238E27FC236}">
                <a16:creationId xmlns:a16="http://schemas.microsoft.com/office/drawing/2014/main" id="{B6B9DC0A-3CB0-454D-93D2-203DFBA0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97">
            <a:extLst xmlns:a="http://schemas.openxmlformats.org/drawingml/2006/main">
              <a:ext uri="{FF2B5EF4-FFF2-40B4-BE49-F238E27FC236}">
                <a16:creationId xmlns:a16="http://schemas.microsoft.com/office/drawing/2014/main" id="{CA30F559-53E8-4EA2-BAEB-2B9A8202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198">
            <a:extLst xmlns:a="http://schemas.openxmlformats.org/drawingml/2006/main">
              <a:ext uri="{FF2B5EF4-FFF2-40B4-BE49-F238E27FC236}">
                <a16:creationId xmlns:a16="http://schemas.microsoft.com/office/drawing/2014/main" id="{5FEB47EB-7F9E-4555-9B22-BA1C59F0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199">
            <a:extLst xmlns:a="http://schemas.openxmlformats.org/drawingml/2006/main">
              <a:ext uri="{FF2B5EF4-FFF2-40B4-BE49-F238E27FC236}">
                <a16:creationId xmlns:a16="http://schemas.microsoft.com/office/drawing/2014/main" id="{4E27CA34-81F0-4A9B-96AB-E9621DAC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200">
            <a:extLst xmlns:a="http://schemas.openxmlformats.org/drawingml/2006/main">
              <a:ext uri="{FF2B5EF4-FFF2-40B4-BE49-F238E27FC236}">
                <a16:creationId xmlns:a16="http://schemas.microsoft.com/office/drawing/2014/main" id="{27C2447D-C10E-44BB-BE68-6FC11F57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201">
            <a:extLst xmlns:a="http://schemas.openxmlformats.org/drawingml/2006/main">
              <a:ext uri="{FF2B5EF4-FFF2-40B4-BE49-F238E27FC236}">
                <a16:creationId xmlns:a16="http://schemas.microsoft.com/office/drawing/2014/main" id="{F7BB3773-5C5E-4834-BFD1-2B9763FA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619">
            <a:extLst xmlns:a="http://schemas.openxmlformats.org/drawingml/2006/main">
              <a:ext uri="{FF2B5EF4-FFF2-40B4-BE49-F238E27FC236}">
                <a16:creationId xmlns:a16="http://schemas.microsoft.com/office/drawing/2014/main" id="{8BAEF180-6086-4BD3-A8F9-A49EB543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deae4882684a64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845d0dc6ada40fe"/>
              </a:rPr>
              <a:t>Codex Skills ↗</a:t>
            </a:r>
          </a:p>
        </p:txBody>
      </p:sp>
      <p:sp>
        <p:nvSpPr>
          <p:cNvPr id="13" name="shape-1670">
            <a:extLst xmlns:a="http://schemas.openxmlformats.org/drawingml/2006/main">
              <a:ext uri="{FF2B5EF4-FFF2-40B4-BE49-F238E27FC236}">
                <a16:creationId xmlns:a16="http://schemas.microsoft.com/office/drawing/2014/main" id="{C08333CE-3063-4835-9FF6-E95BD1B4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c23ca172214d1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1671">
            <a:extLst xmlns:a="http://schemas.openxmlformats.org/drawingml/2006/main">
              <a:ext uri="{FF2B5EF4-FFF2-40B4-BE49-F238E27FC236}">
                <a16:creationId xmlns:a16="http://schemas.microsoft.com/office/drawing/2014/main" id="{DDF10D90-3F2E-406D-AAC8-6DBD8010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5e8938b86343e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1672">
            <a:extLst xmlns:a="http://schemas.openxmlformats.org/drawingml/2006/main">
              <a:ext uri="{FF2B5EF4-FFF2-40B4-BE49-F238E27FC236}">
                <a16:creationId xmlns:a16="http://schemas.microsoft.com/office/drawing/2014/main" id="{D51F9A34-12CD-4274-84D1-19D233ADF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43606475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202">
            <a:extLst xmlns:a="http://schemas.openxmlformats.org/drawingml/2006/main">
              <a:ext uri="{FF2B5EF4-FFF2-40B4-BE49-F238E27FC236}">
                <a16:creationId xmlns:a16="http://schemas.microsoft.com/office/drawing/2014/main" id="{741BDFC2-3F39-46F1-B65C-CC34F96F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0AD046-3482-4B61-975A-AADEF756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20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04">
            <a:extLst xmlns:a="http://schemas.openxmlformats.org/drawingml/2006/main">
              <a:ext uri="{FF2B5EF4-FFF2-40B4-BE49-F238E27FC236}">
                <a16:creationId xmlns:a16="http://schemas.microsoft.com/office/drawing/2014/main" id="{1A44BFDB-3699-4DFA-8E92-E6F64CFC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2998C1-E7EA-49DA-AE45-556F3203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a9b91003b452e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205">
            <a:extLst xmlns:a="http://schemas.openxmlformats.org/drawingml/2006/main">
              <a:ext uri="{FF2B5EF4-FFF2-40B4-BE49-F238E27FC236}">
                <a16:creationId xmlns:a16="http://schemas.microsoft.com/office/drawing/2014/main" id="{2CF5A4B8-E576-4ECD-AB70-ED296712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206">
            <a:extLst xmlns:a="http://schemas.openxmlformats.org/drawingml/2006/main">
              <a:ext uri="{FF2B5EF4-FFF2-40B4-BE49-F238E27FC236}">
                <a16:creationId xmlns:a16="http://schemas.microsoft.com/office/drawing/2014/main" id="{8B07C7D3-8F77-47F9-A78C-4BDD4F4A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627">
            <a:extLst xmlns:a="http://schemas.openxmlformats.org/drawingml/2006/main">
              <a:ext uri="{FF2B5EF4-FFF2-40B4-BE49-F238E27FC236}">
                <a16:creationId xmlns:a16="http://schemas.microsoft.com/office/drawing/2014/main" id="{3111F192-4BD4-4ED7-BA37-66AA8DFE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79e716dd6c14283"/>
              </a:rPr>
              <a:t>開啟提示詞面板 ↗</a:t>
            </a:r>
          </a:p>
        </p:txBody>
      </p:sp>
      <p:sp>
        <p:nvSpPr>
          <p:cNvPr id="10" name="shape-1694">
            <a:extLst xmlns:a="http://schemas.openxmlformats.org/drawingml/2006/main">
              <a:ext uri="{FF2B5EF4-FFF2-40B4-BE49-F238E27FC236}">
                <a16:creationId xmlns:a16="http://schemas.microsoft.com/office/drawing/2014/main" id="{EDB66B3D-E8B3-4FDE-B5FF-233E0771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1fab5f5724b0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695">
            <a:extLst xmlns:a="http://schemas.openxmlformats.org/drawingml/2006/main">
              <a:ext uri="{FF2B5EF4-FFF2-40B4-BE49-F238E27FC236}">
                <a16:creationId xmlns:a16="http://schemas.microsoft.com/office/drawing/2014/main" id="{51AFB9C5-DB3B-4868-86D9-45E6BEA0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125380339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207">
            <a:extLst xmlns:a="http://schemas.openxmlformats.org/drawingml/2006/main">
              <a:ext uri="{FF2B5EF4-FFF2-40B4-BE49-F238E27FC236}">
                <a16:creationId xmlns:a16="http://schemas.microsoft.com/office/drawing/2014/main" id="{7D0A4E79-6942-4DDA-90DA-70753FB6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90EA79-A1A9-4F56-B949-8DE6967E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0" name="shape-12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09">
            <a:extLst xmlns:a="http://schemas.openxmlformats.org/drawingml/2006/main">
              <a:ext uri="{FF2B5EF4-FFF2-40B4-BE49-F238E27FC236}">
                <a16:creationId xmlns:a16="http://schemas.microsoft.com/office/drawing/2014/main" id="{5FE3C6BF-C27B-4FDF-85D6-42F0740D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D54AC2-D257-474B-A32D-279EB919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210">
            <a:extLst xmlns:a="http://schemas.openxmlformats.org/drawingml/2006/main">
              <a:ext uri="{FF2B5EF4-FFF2-40B4-BE49-F238E27FC236}">
                <a16:creationId xmlns:a16="http://schemas.microsoft.com/office/drawing/2014/main" id="{377B0AC6-C1E5-471E-AC14-BE9AE663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11">
            <a:extLst xmlns:a="http://schemas.openxmlformats.org/drawingml/2006/main">
              <a:ext uri="{FF2B5EF4-FFF2-40B4-BE49-F238E27FC236}">
                <a16:creationId xmlns:a16="http://schemas.microsoft.com/office/drawing/2014/main" id="{08C75F45-54D1-46BC-8B79-87C10B2F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212">
            <a:extLst xmlns:a="http://schemas.openxmlformats.org/drawingml/2006/main">
              <a:ext uri="{FF2B5EF4-FFF2-40B4-BE49-F238E27FC236}">
                <a16:creationId xmlns:a16="http://schemas.microsoft.com/office/drawing/2014/main" id="{37805537-C4A5-4EEC-B198-E553CB6C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213">
            <a:extLst xmlns:a="http://schemas.openxmlformats.org/drawingml/2006/main">
              <a:ext uri="{FF2B5EF4-FFF2-40B4-BE49-F238E27FC236}">
                <a16:creationId xmlns:a16="http://schemas.microsoft.com/office/drawing/2014/main" id="{BBE19E47-3946-49F4-9A4D-BFF3DE84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214">
            <a:extLst xmlns:a="http://schemas.openxmlformats.org/drawingml/2006/main">
              <a:ext uri="{FF2B5EF4-FFF2-40B4-BE49-F238E27FC236}">
                <a16:creationId xmlns:a16="http://schemas.microsoft.com/office/drawing/2014/main" id="{B1577C10-F997-4ED1-A34D-2A75494A3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15">
            <a:extLst xmlns:a="http://schemas.openxmlformats.org/drawingml/2006/main">
              <a:ext uri="{FF2B5EF4-FFF2-40B4-BE49-F238E27FC236}">
                <a16:creationId xmlns:a16="http://schemas.microsoft.com/office/drawing/2014/main" id="{A9E9BAB6-5FEE-4E02-AA29-A0C2F5BB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216">
            <a:extLst xmlns:a="http://schemas.openxmlformats.org/drawingml/2006/main">
              <a:ext uri="{FF2B5EF4-FFF2-40B4-BE49-F238E27FC236}">
                <a16:creationId xmlns:a16="http://schemas.microsoft.com/office/drawing/2014/main" id="{67B0F8C5-1EBA-4AE9-A738-73E93651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217">
            <a:extLst xmlns:a="http://schemas.openxmlformats.org/drawingml/2006/main">
              <a:ext uri="{FF2B5EF4-FFF2-40B4-BE49-F238E27FC236}">
                <a16:creationId xmlns:a16="http://schemas.microsoft.com/office/drawing/2014/main" id="{05528227-4E62-4B77-BD0E-9089067D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218">
            <a:extLst xmlns:a="http://schemas.openxmlformats.org/drawingml/2006/main">
              <a:ext uri="{FF2B5EF4-FFF2-40B4-BE49-F238E27FC236}">
                <a16:creationId xmlns:a16="http://schemas.microsoft.com/office/drawing/2014/main" id="{5ABD010E-71F1-402D-9BBC-82A21C74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19">
            <a:extLst xmlns:a="http://schemas.openxmlformats.org/drawingml/2006/main">
              <a:ext uri="{FF2B5EF4-FFF2-40B4-BE49-F238E27FC236}">
                <a16:creationId xmlns:a16="http://schemas.microsoft.com/office/drawing/2014/main" id="{EEEE96B0-B23C-4287-B89F-8D42B4C2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220">
            <a:extLst xmlns:a="http://schemas.openxmlformats.org/drawingml/2006/main">
              <a:ext uri="{FF2B5EF4-FFF2-40B4-BE49-F238E27FC236}">
                <a16:creationId xmlns:a16="http://schemas.microsoft.com/office/drawing/2014/main" id="{3E863138-0115-430E-A57C-6EDF37AE7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221">
            <a:extLst xmlns:a="http://schemas.openxmlformats.org/drawingml/2006/main">
              <a:ext uri="{FF2B5EF4-FFF2-40B4-BE49-F238E27FC236}">
                <a16:creationId xmlns:a16="http://schemas.microsoft.com/office/drawing/2014/main" id="{B537BFD5-195A-4A63-9271-B547C22E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222">
            <a:extLst xmlns:a="http://schemas.openxmlformats.org/drawingml/2006/main">
              <a:ext uri="{FF2B5EF4-FFF2-40B4-BE49-F238E27FC236}">
                <a16:creationId xmlns:a16="http://schemas.microsoft.com/office/drawing/2014/main" id="{85732EB2-D848-4456-8E1C-88CF471A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23">
            <a:extLst xmlns:a="http://schemas.openxmlformats.org/drawingml/2006/main">
              <a:ext uri="{FF2B5EF4-FFF2-40B4-BE49-F238E27FC236}">
                <a16:creationId xmlns:a16="http://schemas.microsoft.com/office/drawing/2014/main" id="{6B6E83B4-DC0A-4F92-9A51-2A173714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224">
            <a:extLst xmlns:a="http://schemas.openxmlformats.org/drawingml/2006/main">
              <a:ext uri="{FF2B5EF4-FFF2-40B4-BE49-F238E27FC236}">
                <a16:creationId xmlns:a16="http://schemas.microsoft.com/office/drawing/2014/main" id="{6D950830-75FA-4483-9C50-06256B64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225">
            <a:extLst xmlns:a="http://schemas.openxmlformats.org/drawingml/2006/main">
              <a:ext uri="{FF2B5EF4-FFF2-40B4-BE49-F238E27FC236}">
                <a16:creationId xmlns:a16="http://schemas.microsoft.com/office/drawing/2014/main" id="{13760773-E7DE-47A2-8022-49D92DC4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620">
            <a:extLst xmlns:a="http://schemas.openxmlformats.org/drawingml/2006/main">
              <a:ext uri="{FF2B5EF4-FFF2-40B4-BE49-F238E27FC236}">
                <a16:creationId xmlns:a16="http://schemas.microsoft.com/office/drawing/2014/main" id="{77132B61-36DB-4FFE-A4B4-FE96AC1F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9eab51e6de4f69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765cc2c4bc4b02"/>
              </a:rPr>
              <a:t>Codex Skills ↗</a:t>
            </a:r>
          </a:p>
        </p:txBody>
      </p:sp>
      <p:sp>
        <p:nvSpPr>
          <p:cNvPr id="23" name="shape-1673">
            <a:extLst xmlns:a="http://schemas.openxmlformats.org/drawingml/2006/main">
              <a:ext uri="{FF2B5EF4-FFF2-40B4-BE49-F238E27FC236}">
                <a16:creationId xmlns:a16="http://schemas.microsoft.com/office/drawing/2014/main" id="{225C3E11-C8BE-48E6-9C72-19CA85B90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808a82e80419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74">
            <a:extLst xmlns:a="http://schemas.openxmlformats.org/drawingml/2006/main">
              <a:ext uri="{FF2B5EF4-FFF2-40B4-BE49-F238E27FC236}">
                <a16:creationId xmlns:a16="http://schemas.microsoft.com/office/drawing/2014/main" id="{8C6F18F7-1B44-47B9-99ED-700E635B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ce1cebb1294d7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75">
            <a:extLst xmlns:a="http://schemas.openxmlformats.org/drawingml/2006/main">
              <a:ext uri="{FF2B5EF4-FFF2-40B4-BE49-F238E27FC236}">
                <a16:creationId xmlns:a16="http://schemas.microsoft.com/office/drawing/2014/main" id="{64CE07DA-4133-4598-A7F7-68C08A5F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20832951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26">
            <a:extLst xmlns:a="http://schemas.openxmlformats.org/drawingml/2006/main">
              <a:ext uri="{FF2B5EF4-FFF2-40B4-BE49-F238E27FC236}">
                <a16:creationId xmlns:a16="http://schemas.microsoft.com/office/drawing/2014/main" id="{AB2DB576-239D-481C-9D63-DA21FDD7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89F7EC-0093-4AA2-A6AB-B7013F88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8" name="shape-12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28">
            <a:extLst xmlns:a="http://schemas.openxmlformats.org/drawingml/2006/main">
              <a:ext uri="{FF2B5EF4-FFF2-40B4-BE49-F238E27FC236}">
                <a16:creationId xmlns:a16="http://schemas.microsoft.com/office/drawing/2014/main" id="{50EAFEFB-4295-4DE8-B1FC-0D60B72F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63E9888-DDB4-4594-9BA2-118E8221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229">
            <a:extLst xmlns:a="http://schemas.openxmlformats.org/drawingml/2006/main">
              <a:ext uri="{FF2B5EF4-FFF2-40B4-BE49-F238E27FC236}">
                <a16:creationId xmlns:a16="http://schemas.microsoft.com/office/drawing/2014/main" id="{30942E4F-D1FC-4134-8D64-ABB5E584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30">
            <a:extLst xmlns:a="http://schemas.openxmlformats.org/drawingml/2006/main">
              <a:ext uri="{FF2B5EF4-FFF2-40B4-BE49-F238E27FC236}">
                <a16:creationId xmlns:a16="http://schemas.microsoft.com/office/drawing/2014/main" id="{243BA6A9-1188-4E87-B540-65E7F652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231">
            <a:extLst xmlns:a="http://schemas.openxmlformats.org/drawingml/2006/main">
              <a:ext uri="{FF2B5EF4-FFF2-40B4-BE49-F238E27FC236}">
                <a16:creationId xmlns:a16="http://schemas.microsoft.com/office/drawing/2014/main" id="{284A5D16-1678-4F7C-8AF4-5831819F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232">
            <a:extLst xmlns:a="http://schemas.openxmlformats.org/drawingml/2006/main">
              <a:ext uri="{FF2B5EF4-FFF2-40B4-BE49-F238E27FC236}">
                <a16:creationId xmlns:a16="http://schemas.microsoft.com/office/drawing/2014/main" id="{8AF8638C-18F9-4B15-8D04-17840E69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233">
            <a:extLst xmlns:a="http://schemas.openxmlformats.org/drawingml/2006/main">
              <a:ext uri="{FF2B5EF4-FFF2-40B4-BE49-F238E27FC236}">
                <a16:creationId xmlns:a16="http://schemas.microsoft.com/office/drawing/2014/main" id="{460C3F8A-D828-4D12-B169-1CEF894C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34">
            <a:extLst xmlns:a="http://schemas.openxmlformats.org/drawingml/2006/main">
              <a:ext uri="{FF2B5EF4-FFF2-40B4-BE49-F238E27FC236}">
                <a16:creationId xmlns:a16="http://schemas.microsoft.com/office/drawing/2014/main" id="{94AD2124-9B10-481A-8828-C5C480A5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235">
            <a:extLst xmlns:a="http://schemas.openxmlformats.org/drawingml/2006/main">
              <a:ext uri="{FF2B5EF4-FFF2-40B4-BE49-F238E27FC236}">
                <a16:creationId xmlns:a16="http://schemas.microsoft.com/office/drawing/2014/main" id="{DA96EEDE-5A89-4A70-80C4-61EB8ABE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236">
            <a:extLst xmlns:a="http://schemas.openxmlformats.org/drawingml/2006/main">
              <a:ext uri="{FF2B5EF4-FFF2-40B4-BE49-F238E27FC236}">
                <a16:creationId xmlns:a16="http://schemas.microsoft.com/office/drawing/2014/main" id="{0F2AC274-9F56-4905-BC1D-63BB5D38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237">
            <a:extLst xmlns:a="http://schemas.openxmlformats.org/drawingml/2006/main">
              <a:ext uri="{FF2B5EF4-FFF2-40B4-BE49-F238E27FC236}">
                <a16:creationId xmlns:a16="http://schemas.microsoft.com/office/drawing/2014/main" id="{C1C271EA-02CF-4940-AB2E-4AB8DFB5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38">
            <a:extLst xmlns:a="http://schemas.openxmlformats.org/drawingml/2006/main">
              <a:ext uri="{FF2B5EF4-FFF2-40B4-BE49-F238E27FC236}">
                <a16:creationId xmlns:a16="http://schemas.microsoft.com/office/drawing/2014/main" id="{397BED61-6471-4023-BF9D-35592237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239">
            <a:extLst xmlns:a="http://schemas.openxmlformats.org/drawingml/2006/main">
              <a:ext uri="{FF2B5EF4-FFF2-40B4-BE49-F238E27FC236}">
                <a16:creationId xmlns:a16="http://schemas.microsoft.com/office/drawing/2014/main" id="{66F132EC-6D9E-47FA-90BC-EA059B980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240">
            <a:extLst xmlns:a="http://schemas.openxmlformats.org/drawingml/2006/main">
              <a:ext uri="{FF2B5EF4-FFF2-40B4-BE49-F238E27FC236}">
                <a16:creationId xmlns:a16="http://schemas.microsoft.com/office/drawing/2014/main" id="{C0309F26-B7E5-4829-A637-1056A8113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241">
            <a:extLst xmlns:a="http://schemas.openxmlformats.org/drawingml/2006/main">
              <a:ext uri="{FF2B5EF4-FFF2-40B4-BE49-F238E27FC236}">
                <a16:creationId xmlns:a16="http://schemas.microsoft.com/office/drawing/2014/main" id="{F0A20220-CCE6-41C3-B3B2-D7AD88FF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42">
            <a:extLst xmlns:a="http://schemas.openxmlformats.org/drawingml/2006/main">
              <a:ext uri="{FF2B5EF4-FFF2-40B4-BE49-F238E27FC236}">
                <a16:creationId xmlns:a16="http://schemas.microsoft.com/office/drawing/2014/main" id="{A2FC8B90-2403-4A88-A1F5-95E8CEC2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243">
            <a:extLst xmlns:a="http://schemas.openxmlformats.org/drawingml/2006/main">
              <a:ext uri="{FF2B5EF4-FFF2-40B4-BE49-F238E27FC236}">
                <a16:creationId xmlns:a16="http://schemas.microsoft.com/office/drawing/2014/main" id="{5A5DA4B5-57C8-4F51-B4A3-2F83FC0B0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244">
            <a:extLst xmlns:a="http://schemas.openxmlformats.org/drawingml/2006/main">
              <a:ext uri="{FF2B5EF4-FFF2-40B4-BE49-F238E27FC236}">
                <a16:creationId xmlns:a16="http://schemas.microsoft.com/office/drawing/2014/main" id="{B791AD4B-65B4-414B-832A-5ED95B5A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245">
            <a:extLst xmlns:a="http://schemas.openxmlformats.org/drawingml/2006/main">
              <a:ext uri="{FF2B5EF4-FFF2-40B4-BE49-F238E27FC236}">
                <a16:creationId xmlns:a16="http://schemas.microsoft.com/office/drawing/2014/main" id="{A6E6E478-9341-454A-9A83-0864D314E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246">
            <a:extLst xmlns:a="http://schemas.openxmlformats.org/drawingml/2006/main">
              <a:ext uri="{FF2B5EF4-FFF2-40B4-BE49-F238E27FC236}">
                <a16:creationId xmlns:a16="http://schemas.microsoft.com/office/drawing/2014/main" id="{F0C0CF1A-F923-4F58-83C4-892F8C1D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247">
            <a:extLst xmlns:a="http://schemas.openxmlformats.org/drawingml/2006/main">
              <a:ext uri="{FF2B5EF4-FFF2-40B4-BE49-F238E27FC236}">
                <a16:creationId xmlns:a16="http://schemas.microsoft.com/office/drawing/2014/main" id="{41C3FA06-8D57-4D19-88BF-68267DA4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248">
            <a:extLst xmlns:a="http://schemas.openxmlformats.org/drawingml/2006/main">
              <a:ext uri="{FF2B5EF4-FFF2-40B4-BE49-F238E27FC236}">
                <a16:creationId xmlns:a16="http://schemas.microsoft.com/office/drawing/2014/main" id="{28BF417B-4168-4EF9-86C9-500A6422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249">
            <a:extLst xmlns:a="http://schemas.openxmlformats.org/drawingml/2006/main">
              <a:ext uri="{FF2B5EF4-FFF2-40B4-BE49-F238E27FC236}">
                <a16:creationId xmlns:a16="http://schemas.microsoft.com/office/drawing/2014/main" id="{395A7FE2-C438-488A-81DA-8B0AD7CC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250">
            <a:extLst xmlns:a="http://schemas.openxmlformats.org/drawingml/2006/main">
              <a:ext uri="{FF2B5EF4-FFF2-40B4-BE49-F238E27FC236}">
                <a16:creationId xmlns:a16="http://schemas.microsoft.com/office/drawing/2014/main" id="{797B0D80-7CDE-45FA-A962-505B70A3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251">
            <a:extLst xmlns:a="http://schemas.openxmlformats.org/drawingml/2006/main">
              <a:ext uri="{FF2B5EF4-FFF2-40B4-BE49-F238E27FC236}">
                <a16:creationId xmlns:a16="http://schemas.microsoft.com/office/drawing/2014/main" id="{069832D4-D857-4AE2-B377-136F652D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252">
            <a:extLst xmlns:a="http://schemas.openxmlformats.org/drawingml/2006/main">
              <a:ext uri="{FF2B5EF4-FFF2-40B4-BE49-F238E27FC236}">
                <a16:creationId xmlns:a16="http://schemas.microsoft.com/office/drawing/2014/main" id="{C6534B30-4467-4AA9-9E1D-B40C81A6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621">
            <a:extLst xmlns:a="http://schemas.openxmlformats.org/drawingml/2006/main">
              <a:ext uri="{FF2B5EF4-FFF2-40B4-BE49-F238E27FC236}">
                <a16:creationId xmlns:a16="http://schemas.microsoft.com/office/drawing/2014/main" id="{4E7A0147-B8A3-4E5E-9DBF-3B086281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b4cecdb8ff444ca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94b4f975b76449c"/>
              </a:rPr>
              <a:t>Codex Skills ↗</a:t>
            </a:r>
          </a:p>
        </p:txBody>
      </p:sp>
      <p:sp>
        <p:nvSpPr>
          <p:cNvPr id="31" name="shape-1676">
            <a:extLst xmlns:a="http://schemas.openxmlformats.org/drawingml/2006/main">
              <a:ext uri="{FF2B5EF4-FFF2-40B4-BE49-F238E27FC236}">
                <a16:creationId xmlns:a16="http://schemas.microsoft.com/office/drawing/2014/main" id="{A19FB0C0-3744-4C2A-A807-CFBDEEC5D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17a3b291c449e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77">
            <a:extLst xmlns:a="http://schemas.openxmlformats.org/drawingml/2006/main">
              <a:ext uri="{FF2B5EF4-FFF2-40B4-BE49-F238E27FC236}">
                <a16:creationId xmlns:a16="http://schemas.microsoft.com/office/drawing/2014/main" id="{18830C06-E253-4D8C-B569-6B457028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5cb90ba6e457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78">
            <a:extLst xmlns:a="http://schemas.openxmlformats.org/drawingml/2006/main">
              <a:ext uri="{FF2B5EF4-FFF2-40B4-BE49-F238E27FC236}">
                <a16:creationId xmlns:a16="http://schemas.microsoft.com/office/drawing/2014/main" id="{5EB86926-8E76-4A2C-AA32-F3041A30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41480160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53">
            <a:extLst xmlns:a="http://schemas.openxmlformats.org/drawingml/2006/main">
              <a:ext uri="{FF2B5EF4-FFF2-40B4-BE49-F238E27FC236}">
                <a16:creationId xmlns:a16="http://schemas.microsoft.com/office/drawing/2014/main" id="{4DB21FB0-CD72-4254-8234-7836B8A48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C3DE57-1A1F-4624-AEEC-A68FE69C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38" name="shape-125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55">
            <a:extLst xmlns:a="http://schemas.openxmlformats.org/drawingml/2006/main">
              <a:ext uri="{FF2B5EF4-FFF2-40B4-BE49-F238E27FC236}">
                <a16:creationId xmlns:a16="http://schemas.microsoft.com/office/drawing/2014/main" id="{ED474489-E015-4AA3-86DD-2870BF5E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DA85B5F-8340-4244-9BB9-950913FE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1256">
            <a:extLst xmlns:a="http://schemas.openxmlformats.org/drawingml/2006/main">
              <a:ext uri="{FF2B5EF4-FFF2-40B4-BE49-F238E27FC236}">
                <a16:creationId xmlns:a16="http://schemas.microsoft.com/office/drawing/2014/main" id="{9A3ED105-C7D3-4BA7-A6A4-1415666C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257">
            <a:extLst xmlns:a="http://schemas.openxmlformats.org/drawingml/2006/main">
              <a:ext uri="{FF2B5EF4-FFF2-40B4-BE49-F238E27FC236}">
                <a16:creationId xmlns:a16="http://schemas.microsoft.com/office/drawing/2014/main" id="{74DEBB42-83DD-4B15-8261-CA4D04DD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258">
            <a:extLst xmlns:a="http://schemas.openxmlformats.org/drawingml/2006/main">
              <a:ext uri="{FF2B5EF4-FFF2-40B4-BE49-F238E27FC236}">
                <a16:creationId xmlns:a16="http://schemas.microsoft.com/office/drawing/2014/main" id="{E4D8D9A3-E66D-4EBA-B796-B8F64C896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59">
            <a:extLst xmlns:a="http://schemas.openxmlformats.org/drawingml/2006/main">
              <a:ext uri="{FF2B5EF4-FFF2-40B4-BE49-F238E27FC236}">
                <a16:creationId xmlns:a16="http://schemas.microsoft.com/office/drawing/2014/main" id="{958E2DD7-6C53-443B-BCEF-00EA8A1D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10" name="text-1260">
            <a:extLst xmlns:a="http://schemas.openxmlformats.org/drawingml/2006/main">
              <a:ext uri="{FF2B5EF4-FFF2-40B4-BE49-F238E27FC236}">
                <a16:creationId xmlns:a16="http://schemas.microsoft.com/office/drawing/2014/main" id="{1FB0C078-9729-4A41-879E-08DD91E2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11" name="text-1261">
            <a:extLst xmlns:a="http://schemas.openxmlformats.org/drawingml/2006/main">
              <a:ext uri="{FF2B5EF4-FFF2-40B4-BE49-F238E27FC236}">
                <a16:creationId xmlns:a16="http://schemas.microsoft.com/office/drawing/2014/main" id="{A1514D91-4CE8-4C36-BA1F-5BBB8F4B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262">
            <a:extLst xmlns:a="http://schemas.openxmlformats.org/drawingml/2006/main">
              <a:ext uri="{FF2B5EF4-FFF2-40B4-BE49-F238E27FC236}">
                <a16:creationId xmlns:a16="http://schemas.microsoft.com/office/drawing/2014/main" id="{CAF4D0DE-FCD6-4DD3-B1C2-FB3BAEA8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263">
            <a:extLst xmlns:a="http://schemas.openxmlformats.org/drawingml/2006/main">
              <a:ext uri="{FF2B5EF4-FFF2-40B4-BE49-F238E27FC236}">
                <a16:creationId xmlns:a16="http://schemas.microsoft.com/office/drawing/2014/main" id="{F250DE94-216D-4C7D-9345-4583D788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264">
            <a:extLst xmlns:a="http://schemas.openxmlformats.org/drawingml/2006/main">
              <a:ext uri="{FF2B5EF4-FFF2-40B4-BE49-F238E27FC236}">
                <a16:creationId xmlns:a16="http://schemas.microsoft.com/office/drawing/2014/main" id="{CF52DC13-AB21-4C6F-9A1A-81E113DB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265">
            <a:extLst xmlns:a="http://schemas.openxmlformats.org/drawingml/2006/main">
              <a:ext uri="{FF2B5EF4-FFF2-40B4-BE49-F238E27FC236}">
                <a16:creationId xmlns:a16="http://schemas.microsoft.com/office/drawing/2014/main" id="{7D59A175-9A24-4AB0-94B8-A657A13F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6" name="text-1266">
            <a:extLst xmlns:a="http://schemas.openxmlformats.org/drawingml/2006/main">
              <a:ext uri="{FF2B5EF4-FFF2-40B4-BE49-F238E27FC236}">
                <a16:creationId xmlns:a16="http://schemas.microsoft.com/office/drawing/2014/main" id="{84D10702-2008-445B-BDD3-EB72E16C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7" name="text-1267">
            <a:extLst xmlns:a="http://schemas.openxmlformats.org/drawingml/2006/main">
              <a:ext uri="{FF2B5EF4-FFF2-40B4-BE49-F238E27FC236}">
                <a16:creationId xmlns:a16="http://schemas.microsoft.com/office/drawing/2014/main" id="{280CDD7C-A7C3-433E-BFA5-8ED02A300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268">
            <a:extLst xmlns:a="http://schemas.openxmlformats.org/drawingml/2006/main">
              <a:ext uri="{FF2B5EF4-FFF2-40B4-BE49-F238E27FC236}">
                <a16:creationId xmlns:a16="http://schemas.microsoft.com/office/drawing/2014/main" id="{65B3424B-1000-41C0-8394-B73900D0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269">
            <a:extLst xmlns:a="http://schemas.openxmlformats.org/drawingml/2006/main">
              <a:ext uri="{FF2B5EF4-FFF2-40B4-BE49-F238E27FC236}">
                <a16:creationId xmlns:a16="http://schemas.microsoft.com/office/drawing/2014/main" id="{AD4D981F-E245-4A23-8B25-4B87D70F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270">
            <a:extLst xmlns:a="http://schemas.openxmlformats.org/drawingml/2006/main">
              <a:ext uri="{FF2B5EF4-FFF2-40B4-BE49-F238E27FC236}">
                <a16:creationId xmlns:a16="http://schemas.microsoft.com/office/drawing/2014/main" id="{CC4DBB16-7BC2-4FEC-BC3A-55973FB7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271">
            <a:extLst xmlns:a="http://schemas.openxmlformats.org/drawingml/2006/main">
              <a:ext uri="{FF2B5EF4-FFF2-40B4-BE49-F238E27FC236}">
                <a16:creationId xmlns:a16="http://schemas.microsoft.com/office/drawing/2014/main" id="{9FBCD98C-BB90-46CA-B661-2EB98297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22" name="text-1272">
            <a:extLst xmlns:a="http://schemas.openxmlformats.org/drawingml/2006/main">
              <a:ext uri="{FF2B5EF4-FFF2-40B4-BE49-F238E27FC236}">
                <a16:creationId xmlns:a16="http://schemas.microsoft.com/office/drawing/2014/main" id="{31A36C18-B8E4-40B0-A765-C0D1C9DA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23" name="text-1273">
            <a:extLst xmlns:a="http://schemas.openxmlformats.org/drawingml/2006/main">
              <a:ext uri="{FF2B5EF4-FFF2-40B4-BE49-F238E27FC236}">
                <a16:creationId xmlns:a16="http://schemas.microsoft.com/office/drawing/2014/main" id="{BA249461-2A99-41AD-9B01-B15FDFF2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274">
            <a:extLst xmlns:a="http://schemas.openxmlformats.org/drawingml/2006/main">
              <a:ext uri="{FF2B5EF4-FFF2-40B4-BE49-F238E27FC236}">
                <a16:creationId xmlns:a16="http://schemas.microsoft.com/office/drawing/2014/main" id="{146B9B44-4FB0-4078-8C70-06F70ADC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275">
            <a:extLst xmlns:a="http://schemas.openxmlformats.org/drawingml/2006/main">
              <a:ext uri="{FF2B5EF4-FFF2-40B4-BE49-F238E27FC236}">
                <a16:creationId xmlns:a16="http://schemas.microsoft.com/office/drawing/2014/main" id="{5A5DBB5D-F2DF-4E61-B25C-2F088275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276">
            <a:extLst xmlns:a="http://schemas.openxmlformats.org/drawingml/2006/main">
              <a:ext uri="{FF2B5EF4-FFF2-40B4-BE49-F238E27FC236}">
                <a16:creationId xmlns:a16="http://schemas.microsoft.com/office/drawing/2014/main" id="{F523D2AE-4278-44E0-8F3E-F8E269A9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277">
            <a:extLst xmlns:a="http://schemas.openxmlformats.org/drawingml/2006/main">
              <a:ext uri="{FF2B5EF4-FFF2-40B4-BE49-F238E27FC236}">
                <a16:creationId xmlns:a16="http://schemas.microsoft.com/office/drawing/2014/main" id="{D0F78556-4341-4832-8173-E0AA20DB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8" name="text-1278">
            <a:extLst xmlns:a="http://schemas.openxmlformats.org/drawingml/2006/main">
              <a:ext uri="{FF2B5EF4-FFF2-40B4-BE49-F238E27FC236}">
                <a16:creationId xmlns:a16="http://schemas.microsoft.com/office/drawing/2014/main" id="{C062917A-99EB-4CE3-97EA-C063676C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9" name="text-1279">
            <a:extLst xmlns:a="http://schemas.openxmlformats.org/drawingml/2006/main">
              <a:ext uri="{FF2B5EF4-FFF2-40B4-BE49-F238E27FC236}">
                <a16:creationId xmlns:a16="http://schemas.microsoft.com/office/drawing/2014/main" id="{C5F7C4FB-9BF5-4C19-B3D0-1FAEAA4C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1622">
            <a:extLst xmlns:a="http://schemas.openxmlformats.org/drawingml/2006/main">
              <a:ext uri="{FF2B5EF4-FFF2-40B4-BE49-F238E27FC236}">
                <a16:creationId xmlns:a16="http://schemas.microsoft.com/office/drawing/2014/main" id="{094498F5-BFBE-4DC6-9103-059299C7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c04fac3b40244cf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be7725d0b9c4587"/>
              </a:rPr>
              <a:t>Codex Skills ↗</a:t>
            </a:r>
          </a:p>
        </p:txBody>
      </p:sp>
      <p:sp>
        <p:nvSpPr>
          <p:cNvPr id="31" name="shape-1679">
            <a:extLst xmlns:a="http://schemas.openxmlformats.org/drawingml/2006/main">
              <a:ext uri="{FF2B5EF4-FFF2-40B4-BE49-F238E27FC236}">
                <a16:creationId xmlns:a16="http://schemas.microsoft.com/office/drawing/2014/main" id="{C752490A-05AC-4CFD-9389-F0BB8A36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d0d3c0d35a4d3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680">
            <a:extLst xmlns:a="http://schemas.openxmlformats.org/drawingml/2006/main">
              <a:ext uri="{FF2B5EF4-FFF2-40B4-BE49-F238E27FC236}">
                <a16:creationId xmlns:a16="http://schemas.microsoft.com/office/drawing/2014/main" id="{FFDBF57A-A206-4D9D-B7BE-60BBDE4E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6c3e293a3f4ca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681">
            <a:extLst xmlns:a="http://schemas.openxmlformats.org/drawingml/2006/main">
              <a:ext uri="{FF2B5EF4-FFF2-40B4-BE49-F238E27FC236}">
                <a16:creationId xmlns:a16="http://schemas.microsoft.com/office/drawing/2014/main" id="{8BEF34D6-7BD9-4061-B363-BD3EBEFF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45845591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280">
            <a:extLst xmlns:a="http://schemas.openxmlformats.org/drawingml/2006/main">
              <a:ext uri="{FF2B5EF4-FFF2-40B4-BE49-F238E27FC236}">
                <a16:creationId xmlns:a16="http://schemas.microsoft.com/office/drawing/2014/main" id="{993D65A9-467C-4D05-8E6E-540814F5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BE8AF4-3C49-4DA6-84B4-2FD6D08C8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1" name="shape-12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82">
            <a:extLst xmlns:a="http://schemas.openxmlformats.org/drawingml/2006/main">
              <a:ext uri="{FF2B5EF4-FFF2-40B4-BE49-F238E27FC236}">
                <a16:creationId xmlns:a16="http://schemas.microsoft.com/office/drawing/2014/main" id="{A6A420A0-BD74-4787-8C5D-5CAA23FF3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CBA556A-D8CC-43D8-9829-3A06075C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283">
            <a:extLst xmlns:a="http://schemas.openxmlformats.org/drawingml/2006/main">
              <a:ext uri="{FF2B5EF4-FFF2-40B4-BE49-F238E27FC236}">
                <a16:creationId xmlns:a16="http://schemas.microsoft.com/office/drawing/2014/main" id="{EDE2FB27-2CF5-41DE-8393-341B20A0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284">
            <a:extLst xmlns:a="http://schemas.openxmlformats.org/drawingml/2006/main">
              <a:ext uri="{FF2B5EF4-FFF2-40B4-BE49-F238E27FC236}">
                <a16:creationId xmlns:a16="http://schemas.microsoft.com/office/drawing/2014/main" id="{E1EA37B8-C881-4592-AD9D-6D1C7F70F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285">
            <a:extLst xmlns:a="http://schemas.openxmlformats.org/drawingml/2006/main">
              <a:ext uri="{FF2B5EF4-FFF2-40B4-BE49-F238E27FC236}">
                <a16:creationId xmlns:a16="http://schemas.microsoft.com/office/drawing/2014/main" id="{003CFC38-23BA-4A42-885F-8ED71835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286">
            <a:extLst xmlns:a="http://schemas.openxmlformats.org/drawingml/2006/main">
              <a:ext uri="{FF2B5EF4-FFF2-40B4-BE49-F238E27FC236}">
                <a16:creationId xmlns:a16="http://schemas.microsoft.com/office/drawing/2014/main" id="{B8FE8271-86AC-4225-A4E3-F85BF6EF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287">
            <a:extLst xmlns:a="http://schemas.openxmlformats.org/drawingml/2006/main">
              <a:ext uri="{FF2B5EF4-FFF2-40B4-BE49-F238E27FC236}">
                <a16:creationId xmlns:a16="http://schemas.microsoft.com/office/drawing/2014/main" id="{CE14C49F-4BE2-4B1A-BCE8-961F324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288">
            <a:extLst xmlns:a="http://schemas.openxmlformats.org/drawingml/2006/main">
              <a:ext uri="{FF2B5EF4-FFF2-40B4-BE49-F238E27FC236}">
                <a16:creationId xmlns:a16="http://schemas.microsoft.com/office/drawing/2014/main" id="{9CEAB3CE-F96A-436C-8237-E41C5A96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289">
            <a:extLst xmlns:a="http://schemas.openxmlformats.org/drawingml/2006/main">
              <a:ext uri="{FF2B5EF4-FFF2-40B4-BE49-F238E27FC236}">
                <a16:creationId xmlns:a16="http://schemas.microsoft.com/office/drawing/2014/main" id="{11C159EA-1A5A-4CDA-9139-0D7E517C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623">
            <a:extLst xmlns:a="http://schemas.openxmlformats.org/drawingml/2006/main">
              <a:ext uri="{FF2B5EF4-FFF2-40B4-BE49-F238E27FC236}">
                <a16:creationId xmlns:a16="http://schemas.microsoft.com/office/drawing/2014/main" id="{ED824EF9-C656-4BAF-AB5D-98982ABB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dfd5e7397914513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0a6eeae05eb4a58"/>
              </a:rPr>
              <a:t>Codex Skills ↗</a:t>
            </a:r>
          </a:p>
        </p:txBody>
      </p:sp>
      <p:sp>
        <p:nvSpPr>
          <p:cNvPr id="14" name="shape-1682">
            <a:extLst xmlns:a="http://schemas.openxmlformats.org/drawingml/2006/main">
              <a:ext uri="{FF2B5EF4-FFF2-40B4-BE49-F238E27FC236}">
                <a16:creationId xmlns:a16="http://schemas.microsoft.com/office/drawing/2014/main" id="{F948F2C0-C50C-48F1-8C62-DC7E171AF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a8c0ccdb48416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6" name="text-1683">
            <a:extLst xmlns:a="http://schemas.openxmlformats.org/drawingml/2006/main">
              <a:ext uri="{FF2B5EF4-FFF2-40B4-BE49-F238E27FC236}">
                <a16:creationId xmlns:a16="http://schemas.microsoft.com/office/drawing/2014/main" id="{2485C1F5-7113-4166-85FF-A8C979F74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d4d4db94834f5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8" name="text-1684">
            <a:extLst xmlns:a="http://schemas.openxmlformats.org/drawingml/2006/main">
              <a:ext uri="{FF2B5EF4-FFF2-40B4-BE49-F238E27FC236}">
                <a16:creationId xmlns:a16="http://schemas.microsoft.com/office/drawing/2014/main" id="{DA1F1F79-01B4-4014-B525-71A7F8B61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92282713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290">
            <a:extLst xmlns:a="http://schemas.openxmlformats.org/drawingml/2006/main">
              <a:ext uri="{FF2B5EF4-FFF2-40B4-BE49-F238E27FC236}">
                <a16:creationId xmlns:a16="http://schemas.microsoft.com/office/drawing/2014/main" id="{D30E28FA-4E81-41EE-8323-25674143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37C6EB-A754-43FC-8999-BE39E494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4" name="shape-12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92">
            <a:extLst xmlns:a="http://schemas.openxmlformats.org/drawingml/2006/main">
              <a:ext uri="{FF2B5EF4-FFF2-40B4-BE49-F238E27FC236}">
                <a16:creationId xmlns:a16="http://schemas.microsoft.com/office/drawing/2014/main" id="{4E7B11BE-5897-4D43-8478-DD93BB3F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1B4AE4-DB9B-4BA3-9083-09CA4AB2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293">
            <a:extLst xmlns:a="http://schemas.openxmlformats.org/drawingml/2006/main">
              <a:ext uri="{FF2B5EF4-FFF2-40B4-BE49-F238E27FC236}">
                <a16:creationId xmlns:a16="http://schemas.microsoft.com/office/drawing/2014/main" id="{C7EF2D00-EB0E-4C83-BC31-B54DA91A8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94">
            <a:extLst xmlns:a="http://schemas.openxmlformats.org/drawingml/2006/main">
              <a:ext uri="{FF2B5EF4-FFF2-40B4-BE49-F238E27FC236}">
                <a16:creationId xmlns:a16="http://schemas.microsoft.com/office/drawing/2014/main" id="{00184C46-0264-4C92-BECC-524C126C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95">
            <a:extLst xmlns:a="http://schemas.openxmlformats.org/drawingml/2006/main">
              <a:ext uri="{FF2B5EF4-FFF2-40B4-BE49-F238E27FC236}">
                <a16:creationId xmlns:a16="http://schemas.microsoft.com/office/drawing/2014/main" id="{8480B00E-32CC-4F07-87D1-1EB7156D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296">
            <a:extLst xmlns:a="http://schemas.openxmlformats.org/drawingml/2006/main">
              <a:ext uri="{FF2B5EF4-FFF2-40B4-BE49-F238E27FC236}">
                <a16:creationId xmlns:a16="http://schemas.microsoft.com/office/drawing/2014/main" id="{F408065A-EF39-4BE6-B7D9-2280FB8F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297">
            <a:extLst xmlns:a="http://schemas.openxmlformats.org/drawingml/2006/main">
              <a:ext uri="{FF2B5EF4-FFF2-40B4-BE49-F238E27FC236}">
                <a16:creationId xmlns:a16="http://schemas.microsoft.com/office/drawing/2014/main" id="{F5D91E77-F118-44F9-90CA-7705DE3B8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98">
            <a:extLst xmlns:a="http://schemas.openxmlformats.org/drawingml/2006/main">
              <a:ext uri="{FF2B5EF4-FFF2-40B4-BE49-F238E27FC236}">
                <a16:creationId xmlns:a16="http://schemas.microsoft.com/office/drawing/2014/main" id="{ECBD0BD8-7D32-43E1-82E2-06691020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99">
            <a:extLst xmlns:a="http://schemas.openxmlformats.org/drawingml/2006/main">
              <a:ext uri="{FF2B5EF4-FFF2-40B4-BE49-F238E27FC236}">
                <a16:creationId xmlns:a16="http://schemas.microsoft.com/office/drawing/2014/main" id="{07F6E546-5700-48A5-BBC8-2B4B605DC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300">
            <a:extLst xmlns:a="http://schemas.openxmlformats.org/drawingml/2006/main">
              <a:ext uri="{FF2B5EF4-FFF2-40B4-BE49-F238E27FC236}">
                <a16:creationId xmlns:a16="http://schemas.microsoft.com/office/drawing/2014/main" id="{AA363561-7466-4506-B94B-3C9EE2D3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301">
            <a:extLst xmlns:a="http://schemas.openxmlformats.org/drawingml/2006/main">
              <a:ext uri="{FF2B5EF4-FFF2-40B4-BE49-F238E27FC236}">
                <a16:creationId xmlns:a16="http://schemas.microsoft.com/office/drawing/2014/main" id="{1B775251-7EB7-4EB7-A66C-B7B59D6D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02">
            <a:extLst xmlns:a="http://schemas.openxmlformats.org/drawingml/2006/main">
              <a:ext uri="{FF2B5EF4-FFF2-40B4-BE49-F238E27FC236}">
                <a16:creationId xmlns:a16="http://schemas.microsoft.com/office/drawing/2014/main" id="{B43D1DC1-2C59-4ACC-B9DC-4857675E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03">
            <a:extLst xmlns:a="http://schemas.openxmlformats.org/drawingml/2006/main">
              <a:ext uri="{FF2B5EF4-FFF2-40B4-BE49-F238E27FC236}">
                <a16:creationId xmlns:a16="http://schemas.microsoft.com/office/drawing/2014/main" id="{58DC7871-98C4-4C8E-8B69-F74A099D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304">
            <a:extLst xmlns:a="http://schemas.openxmlformats.org/drawingml/2006/main">
              <a:ext uri="{FF2B5EF4-FFF2-40B4-BE49-F238E27FC236}">
                <a16:creationId xmlns:a16="http://schemas.microsoft.com/office/drawing/2014/main" id="{D8912090-6B40-4D15-9668-BB8CED8D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305">
            <a:extLst xmlns:a="http://schemas.openxmlformats.org/drawingml/2006/main">
              <a:ext uri="{FF2B5EF4-FFF2-40B4-BE49-F238E27FC236}">
                <a16:creationId xmlns:a16="http://schemas.microsoft.com/office/drawing/2014/main" id="{07EDAA91-659D-42FD-AFB6-6205C90B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306">
            <a:extLst xmlns:a="http://schemas.openxmlformats.org/drawingml/2006/main">
              <a:ext uri="{FF2B5EF4-FFF2-40B4-BE49-F238E27FC236}">
                <a16:creationId xmlns:a16="http://schemas.microsoft.com/office/drawing/2014/main" id="{21ED1BA5-A20F-4E76-B08E-FE326D26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307">
            <a:extLst xmlns:a="http://schemas.openxmlformats.org/drawingml/2006/main">
              <a:ext uri="{FF2B5EF4-FFF2-40B4-BE49-F238E27FC236}">
                <a16:creationId xmlns:a16="http://schemas.microsoft.com/office/drawing/2014/main" id="{69E83B5C-9F1F-4A91-926F-EA79AD49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308">
            <a:extLst xmlns:a="http://schemas.openxmlformats.org/drawingml/2006/main">
              <a:ext uri="{FF2B5EF4-FFF2-40B4-BE49-F238E27FC236}">
                <a16:creationId xmlns:a16="http://schemas.microsoft.com/office/drawing/2014/main" id="{E040BFE2-68F4-4648-9188-044BC192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5" name="text-1309">
            <a:extLst xmlns:a="http://schemas.openxmlformats.org/drawingml/2006/main">
              <a:ext uri="{FF2B5EF4-FFF2-40B4-BE49-F238E27FC236}">
                <a16:creationId xmlns:a16="http://schemas.microsoft.com/office/drawing/2014/main" id="{40F8E970-439A-4D57-A562-C3F6B71A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624">
            <a:extLst xmlns:a="http://schemas.openxmlformats.org/drawingml/2006/main">
              <a:ext uri="{FF2B5EF4-FFF2-40B4-BE49-F238E27FC236}">
                <a16:creationId xmlns:a16="http://schemas.microsoft.com/office/drawing/2014/main" id="{6318285E-07A9-4775-98EB-D036B15A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1d2f0f502be4a43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a5c9187d9a344f3"/>
              </a:rPr>
              <a:t>Codex Skills ↗</a:t>
            </a:r>
          </a:p>
        </p:txBody>
      </p:sp>
      <p:sp>
        <p:nvSpPr>
          <p:cNvPr id="27" name="shape-1685">
            <a:extLst xmlns:a="http://schemas.openxmlformats.org/drawingml/2006/main">
              <a:ext uri="{FF2B5EF4-FFF2-40B4-BE49-F238E27FC236}">
                <a16:creationId xmlns:a16="http://schemas.microsoft.com/office/drawing/2014/main" id="{EDA10ECA-9A92-4DBD-9B4C-AF9A4A3FA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41d92d5593429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9" name="text-1686">
            <a:extLst xmlns:a="http://schemas.openxmlformats.org/drawingml/2006/main">
              <a:ext uri="{FF2B5EF4-FFF2-40B4-BE49-F238E27FC236}">
                <a16:creationId xmlns:a16="http://schemas.microsoft.com/office/drawing/2014/main" id="{D04A2211-8086-4BB5-9345-24A1E8E8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908167b9b434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1" name="text-1687">
            <a:extLst xmlns:a="http://schemas.openxmlformats.org/drawingml/2006/main">
              <a:ext uri="{FF2B5EF4-FFF2-40B4-BE49-F238E27FC236}">
                <a16:creationId xmlns:a16="http://schemas.microsoft.com/office/drawing/2014/main" id="{C61E4995-62D5-4076-862B-66EC89D76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77473382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310">
            <a:extLst xmlns:a="http://schemas.openxmlformats.org/drawingml/2006/main">
              <a:ext uri="{FF2B5EF4-FFF2-40B4-BE49-F238E27FC236}">
                <a16:creationId xmlns:a16="http://schemas.microsoft.com/office/drawing/2014/main" id="{FBEB5FBD-4E61-42DB-BCEF-36A90E8E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F6171D-492D-47FF-A798-D86DE1B7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7" name="shape-131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12">
            <a:extLst xmlns:a="http://schemas.openxmlformats.org/drawingml/2006/main">
              <a:ext uri="{FF2B5EF4-FFF2-40B4-BE49-F238E27FC236}">
                <a16:creationId xmlns:a16="http://schemas.microsoft.com/office/drawing/2014/main" id="{C69A7A3F-3B7D-4EAB-BFE2-81E9F5B4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162A035-EEFF-4DFF-AA90-3D8768DBD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313">
            <a:extLst xmlns:a="http://schemas.openxmlformats.org/drawingml/2006/main">
              <a:ext uri="{FF2B5EF4-FFF2-40B4-BE49-F238E27FC236}">
                <a16:creationId xmlns:a16="http://schemas.microsoft.com/office/drawing/2014/main" id="{97716885-E5F9-4A40-90CC-1B0EACD7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314">
            <a:extLst xmlns:a="http://schemas.openxmlformats.org/drawingml/2006/main">
              <a:ext uri="{FF2B5EF4-FFF2-40B4-BE49-F238E27FC236}">
                <a16:creationId xmlns:a16="http://schemas.microsoft.com/office/drawing/2014/main" id="{9FB53FDC-CA09-4363-B0D1-F74C5C0A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315">
            <a:extLst xmlns:a="http://schemas.openxmlformats.org/drawingml/2006/main">
              <a:ext uri="{FF2B5EF4-FFF2-40B4-BE49-F238E27FC236}">
                <a16:creationId xmlns:a16="http://schemas.microsoft.com/office/drawing/2014/main" id="{F665B97C-E511-4B7E-BE58-2CED4244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16">
            <a:extLst xmlns:a="http://schemas.openxmlformats.org/drawingml/2006/main">
              <a:ext uri="{FF2B5EF4-FFF2-40B4-BE49-F238E27FC236}">
                <a16:creationId xmlns:a16="http://schemas.microsoft.com/office/drawing/2014/main" id="{3B71E1B1-E971-485B-BC84-1F2EB044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317">
            <a:extLst xmlns:a="http://schemas.openxmlformats.org/drawingml/2006/main">
              <a:ext uri="{FF2B5EF4-FFF2-40B4-BE49-F238E27FC236}">
                <a16:creationId xmlns:a16="http://schemas.microsoft.com/office/drawing/2014/main" id="{F5F732A3-9C30-4DD6-AC4A-B7F0B0E5F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318">
            <a:extLst xmlns:a="http://schemas.openxmlformats.org/drawingml/2006/main">
              <a:ext uri="{FF2B5EF4-FFF2-40B4-BE49-F238E27FC236}">
                <a16:creationId xmlns:a16="http://schemas.microsoft.com/office/drawing/2014/main" id="{B203DC31-5FB3-4FC3-8FFB-022C82B7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319">
            <a:extLst xmlns:a="http://schemas.openxmlformats.org/drawingml/2006/main">
              <a:ext uri="{FF2B5EF4-FFF2-40B4-BE49-F238E27FC236}">
                <a16:creationId xmlns:a16="http://schemas.microsoft.com/office/drawing/2014/main" id="{DDDCDEE7-4725-4E84-AA0C-A98A6D5C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320">
            <a:extLst xmlns:a="http://schemas.openxmlformats.org/drawingml/2006/main">
              <a:ext uri="{FF2B5EF4-FFF2-40B4-BE49-F238E27FC236}">
                <a16:creationId xmlns:a16="http://schemas.microsoft.com/office/drawing/2014/main" id="{4C1B294C-6682-4686-A176-888732E2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321">
            <a:extLst xmlns:a="http://schemas.openxmlformats.org/drawingml/2006/main">
              <a:ext uri="{FF2B5EF4-FFF2-40B4-BE49-F238E27FC236}">
                <a16:creationId xmlns:a16="http://schemas.microsoft.com/office/drawing/2014/main" id="{34368A8B-AF5C-4C48-B5D0-430789FB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322">
            <a:extLst xmlns:a="http://schemas.openxmlformats.org/drawingml/2006/main">
              <a:ext uri="{FF2B5EF4-FFF2-40B4-BE49-F238E27FC236}">
                <a16:creationId xmlns:a16="http://schemas.microsoft.com/office/drawing/2014/main" id="{94E3E4F5-E7CB-450D-AC9D-99B596DB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323">
            <a:extLst xmlns:a="http://schemas.openxmlformats.org/drawingml/2006/main">
              <a:ext uri="{FF2B5EF4-FFF2-40B4-BE49-F238E27FC236}">
                <a16:creationId xmlns:a16="http://schemas.microsoft.com/office/drawing/2014/main" id="{2D53BF3B-26BE-4C44-9D76-C92049FC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324">
            <a:extLst xmlns:a="http://schemas.openxmlformats.org/drawingml/2006/main">
              <a:ext uri="{FF2B5EF4-FFF2-40B4-BE49-F238E27FC236}">
                <a16:creationId xmlns:a16="http://schemas.microsoft.com/office/drawing/2014/main" id="{8D2B2CB9-4DB1-4E24-BDA5-7DFEA7BE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325">
            <a:extLst xmlns:a="http://schemas.openxmlformats.org/drawingml/2006/main">
              <a:ext uri="{FF2B5EF4-FFF2-40B4-BE49-F238E27FC236}">
                <a16:creationId xmlns:a16="http://schemas.microsoft.com/office/drawing/2014/main" id="{787A6C27-D97E-4069-B7D4-A006F747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625">
            <a:extLst xmlns:a="http://schemas.openxmlformats.org/drawingml/2006/main">
              <a:ext uri="{FF2B5EF4-FFF2-40B4-BE49-F238E27FC236}">
                <a16:creationId xmlns:a16="http://schemas.microsoft.com/office/drawing/2014/main" id="{8D2E2ABA-319B-48EE-9F84-02002B57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c53bccee2fd4720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e4f45a4d6c44942"/>
              </a:rPr>
              <a:t>Codex Skills ↗</a:t>
            </a:r>
          </a:p>
        </p:txBody>
      </p:sp>
      <p:sp>
        <p:nvSpPr>
          <p:cNvPr id="20" name="shape-1688">
            <a:extLst xmlns:a="http://schemas.openxmlformats.org/drawingml/2006/main">
              <a:ext uri="{FF2B5EF4-FFF2-40B4-BE49-F238E27FC236}">
                <a16:creationId xmlns:a16="http://schemas.microsoft.com/office/drawing/2014/main" id="{A060070C-271C-443F-9C00-0BA3A139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93508d3492467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689">
            <a:extLst xmlns:a="http://schemas.openxmlformats.org/drawingml/2006/main">
              <a:ext uri="{FF2B5EF4-FFF2-40B4-BE49-F238E27FC236}">
                <a16:creationId xmlns:a16="http://schemas.microsoft.com/office/drawing/2014/main" id="{35054EB9-8840-45A6-96C2-009630BD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494c901ab2480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690">
            <a:extLst xmlns:a="http://schemas.openxmlformats.org/drawingml/2006/main">
              <a:ext uri="{FF2B5EF4-FFF2-40B4-BE49-F238E27FC236}">
                <a16:creationId xmlns:a16="http://schemas.microsoft.com/office/drawing/2014/main" id="{8BD10C67-A3A4-4807-ABED-E9725DCA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84559588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26">
            <a:extLst xmlns:a="http://schemas.openxmlformats.org/drawingml/2006/main">
              <a:ext uri="{FF2B5EF4-FFF2-40B4-BE49-F238E27FC236}">
                <a16:creationId xmlns:a16="http://schemas.microsoft.com/office/drawing/2014/main" id="{9B96B7CD-E61C-44E3-B96A-E2F1E72A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932CF6-8D88-434A-849B-B2D8A5D0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0" name="shape-13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28">
            <a:extLst xmlns:a="http://schemas.openxmlformats.org/drawingml/2006/main">
              <a:ext uri="{FF2B5EF4-FFF2-40B4-BE49-F238E27FC236}">
                <a16:creationId xmlns:a16="http://schemas.microsoft.com/office/drawing/2014/main" id="{7FAED425-2AE4-495F-A573-3886DF95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F966BBF-C82E-4723-B496-CB5E49377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329">
            <a:extLst xmlns:a="http://schemas.openxmlformats.org/drawingml/2006/main">
              <a:ext uri="{FF2B5EF4-FFF2-40B4-BE49-F238E27FC236}">
                <a16:creationId xmlns:a16="http://schemas.microsoft.com/office/drawing/2014/main" id="{8FDFC3DC-0E2E-4295-83B9-D5C2A250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30">
            <a:extLst xmlns:a="http://schemas.openxmlformats.org/drawingml/2006/main">
              <a:ext uri="{FF2B5EF4-FFF2-40B4-BE49-F238E27FC236}">
                <a16:creationId xmlns:a16="http://schemas.microsoft.com/office/drawing/2014/main" id="{BC868B24-B330-478B-B079-8746207E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31">
            <a:extLst xmlns:a="http://schemas.openxmlformats.org/drawingml/2006/main">
              <a:ext uri="{FF2B5EF4-FFF2-40B4-BE49-F238E27FC236}">
                <a16:creationId xmlns:a16="http://schemas.microsoft.com/office/drawing/2014/main" id="{A43E199F-1B74-43A0-9BC4-1F9B6C90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332">
            <a:extLst xmlns:a="http://schemas.openxmlformats.org/drawingml/2006/main">
              <a:ext uri="{FF2B5EF4-FFF2-40B4-BE49-F238E27FC236}">
                <a16:creationId xmlns:a16="http://schemas.microsoft.com/office/drawing/2014/main" id="{C428C641-9677-4417-82FA-E94F2CB4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333">
            <a:extLst xmlns:a="http://schemas.openxmlformats.org/drawingml/2006/main">
              <a:ext uri="{FF2B5EF4-FFF2-40B4-BE49-F238E27FC236}">
                <a16:creationId xmlns:a16="http://schemas.microsoft.com/office/drawing/2014/main" id="{64E7A8D5-A99E-47BB-AA66-73B1FD191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34">
            <a:extLst xmlns:a="http://schemas.openxmlformats.org/drawingml/2006/main">
              <a:ext uri="{FF2B5EF4-FFF2-40B4-BE49-F238E27FC236}">
                <a16:creationId xmlns:a16="http://schemas.microsoft.com/office/drawing/2014/main" id="{3B8E673A-B965-41A6-9F80-E3122434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35">
            <a:extLst xmlns:a="http://schemas.openxmlformats.org/drawingml/2006/main">
              <a:ext uri="{FF2B5EF4-FFF2-40B4-BE49-F238E27FC236}">
                <a16:creationId xmlns:a16="http://schemas.microsoft.com/office/drawing/2014/main" id="{F96FB7A7-0F99-4CC1-991A-CAAECC736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336">
            <a:extLst xmlns:a="http://schemas.openxmlformats.org/drawingml/2006/main">
              <a:ext uri="{FF2B5EF4-FFF2-40B4-BE49-F238E27FC236}">
                <a16:creationId xmlns:a16="http://schemas.microsoft.com/office/drawing/2014/main" id="{3DE77896-02D4-4258-83BD-D76E51D0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337">
            <a:extLst xmlns:a="http://schemas.openxmlformats.org/drawingml/2006/main">
              <a:ext uri="{FF2B5EF4-FFF2-40B4-BE49-F238E27FC236}">
                <a16:creationId xmlns:a16="http://schemas.microsoft.com/office/drawing/2014/main" id="{419ABF28-4A57-4C16-9F36-6543010B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38">
            <a:extLst xmlns:a="http://schemas.openxmlformats.org/drawingml/2006/main">
              <a:ext uri="{FF2B5EF4-FFF2-40B4-BE49-F238E27FC236}">
                <a16:creationId xmlns:a16="http://schemas.microsoft.com/office/drawing/2014/main" id="{A5F45632-1054-4158-B092-2FE411A0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39">
            <a:extLst xmlns:a="http://schemas.openxmlformats.org/drawingml/2006/main">
              <a:ext uri="{FF2B5EF4-FFF2-40B4-BE49-F238E27FC236}">
                <a16:creationId xmlns:a16="http://schemas.microsoft.com/office/drawing/2014/main" id="{F5FC487D-2D1A-4EB5-90D6-441DF8A5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340">
            <a:extLst xmlns:a="http://schemas.openxmlformats.org/drawingml/2006/main">
              <a:ext uri="{FF2B5EF4-FFF2-40B4-BE49-F238E27FC236}">
                <a16:creationId xmlns:a16="http://schemas.microsoft.com/office/drawing/2014/main" id="{5323F097-B930-4064-9603-1EDAF08A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341">
            <a:extLst xmlns:a="http://schemas.openxmlformats.org/drawingml/2006/main">
              <a:ext uri="{FF2B5EF4-FFF2-40B4-BE49-F238E27FC236}">
                <a16:creationId xmlns:a16="http://schemas.microsoft.com/office/drawing/2014/main" id="{57B7BA72-C79B-44B9-9A51-2085258C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42">
            <a:extLst xmlns:a="http://schemas.openxmlformats.org/drawingml/2006/main">
              <a:ext uri="{FF2B5EF4-FFF2-40B4-BE49-F238E27FC236}">
                <a16:creationId xmlns:a16="http://schemas.microsoft.com/office/drawing/2014/main" id="{2D50E4E1-E396-49DB-9546-A0B34093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43">
            <a:extLst xmlns:a="http://schemas.openxmlformats.org/drawingml/2006/main">
              <a:ext uri="{FF2B5EF4-FFF2-40B4-BE49-F238E27FC236}">
                <a16:creationId xmlns:a16="http://schemas.microsoft.com/office/drawing/2014/main" id="{303DC4D7-EBA0-4B0C-8700-8680CCC9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344">
            <a:extLst xmlns:a="http://schemas.openxmlformats.org/drawingml/2006/main">
              <a:ext uri="{FF2B5EF4-FFF2-40B4-BE49-F238E27FC236}">
                <a16:creationId xmlns:a16="http://schemas.microsoft.com/office/drawing/2014/main" id="{6EAF672F-3A52-4963-B4AE-A26B305D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626">
            <a:extLst xmlns:a="http://schemas.openxmlformats.org/drawingml/2006/main">
              <a:ext uri="{FF2B5EF4-FFF2-40B4-BE49-F238E27FC236}">
                <a16:creationId xmlns:a16="http://schemas.microsoft.com/office/drawing/2014/main" id="{BE15D8BF-0205-4646-A435-FFF803477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fe6db6437d54bd9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bebb05273ed46c2"/>
              </a:rPr>
              <a:t>Codex Skills ↗</a:t>
            </a:r>
          </a:p>
        </p:txBody>
      </p:sp>
      <p:sp>
        <p:nvSpPr>
          <p:cNvPr id="23" name="shape-1691">
            <a:extLst xmlns:a="http://schemas.openxmlformats.org/drawingml/2006/main">
              <a:ext uri="{FF2B5EF4-FFF2-40B4-BE49-F238E27FC236}">
                <a16:creationId xmlns:a16="http://schemas.microsoft.com/office/drawing/2014/main" id="{CF02A241-0C69-43D3-B939-C817FA975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7ec1f1cf34e3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692">
            <a:extLst xmlns:a="http://schemas.openxmlformats.org/drawingml/2006/main">
              <a:ext uri="{FF2B5EF4-FFF2-40B4-BE49-F238E27FC236}">
                <a16:creationId xmlns:a16="http://schemas.microsoft.com/office/drawing/2014/main" id="{08B8C049-BBB6-4B85-8F5B-D266384C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e3de0f0c34dd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693">
            <a:extLst xmlns:a="http://schemas.openxmlformats.org/drawingml/2006/main">
              <a:ext uri="{FF2B5EF4-FFF2-40B4-BE49-F238E27FC236}">
                <a16:creationId xmlns:a16="http://schemas.microsoft.com/office/drawing/2014/main" id="{DF8109ED-AA02-47D7-A46A-90BB915C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94954278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345">
            <a:extLst xmlns:a="http://schemas.openxmlformats.org/drawingml/2006/main">
              <a:ext uri="{FF2B5EF4-FFF2-40B4-BE49-F238E27FC236}">
                <a16:creationId xmlns:a16="http://schemas.microsoft.com/office/drawing/2014/main" id="{58B908B3-34A8-4370-9AB8-D5CB0EAD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346">
            <a:extLst xmlns:a="http://schemas.openxmlformats.org/drawingml/2006/main">
              <a:ext uri="{FF2B5EF4-FFF2-40B4-BE49-F238E27FC236}">
                <a16:creationId xmlns:a16="http://schemas.microsoft.com/office/drawing/2014/main" id="{CE27A6FD-6537-49D5-8DD0-627EE33B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347">
            <a:extLst xmlns:a="http://schemas.openxmlformats.org/drawingml/2006/main">
              <a:ext uri="{FF2B5EF4-FFF2-40B4-BE49-F238E27FC236}">
                <a16:creationId xmlns:a16="http://schemas.microsoft.com/office/drawing/2014/main" id="{048E9D69-C69C-4254-B775-F4F389959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348">
            <a:extLst xmlns:a="http://schemas.openxmlformats.org/drawingml/2006/main">
              <a:ext uri="{FF2B5EF4-FFF2-40B4-BE49-F238E27FC236}">
                <a16:creationId xmlns:a16="http://schemas.microsoft.com/office/drawing/2014/main" id="{2609C7F6-C6D1-49AD-98FC-CBC533EEA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349">
            <a:extLst xmlns:a="http://schemas.openxmlformats.org/drawingml/2006/main">
              <a:ext uri="{FF2B5EF4-FFF2-40B4-BE49-F238E27FC236}">
                <a16:creationId xmlns:a16="http://schemas.microsoft.com/office/drawing/2014/main" id="{B28902BC-6321-40FE-BB84-D57CD732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35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351">
            <a:extLst xmlns:a="http://schemas.openxmlformats.org/drawingml/2006/main">
              <a:ext uri="{FF2B5EF4-FFF2-40B4-BE49-F238E27FC236}">
                <a16:creationId xmlns:a16="http://schemas.microsoft.com/office/drawing/2014/main" id="{193BB701-6E35-409C-A5C4-B490EE7B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27F542-95D4-4C08-9F8D-A35FE6A0A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628">
            <a:extLst xmlns:a="http://schemas.openxmlformats.org/drawingml/2006/main">
              <a:ext uri="{FF2B5EF4-FFF2-40B4-BE49-F238E27FC236}">
                <a16:creationId xmlns:a16="http://schemas.microsoft.com/office/drawing/2014/main" id="{AC16E9DE-57A1-4378-8F78-88A2D6F6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3eaf3d4c16f45f7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df215ea8d2047b8"/>
              </a:rPr>
              <a:t>Codex ↗</a:t>
            </a:r>
          </a:p>
        </p:txBody>
      </p:sp>
      <p:sp>
        <p:nvSpPr>
          <p:cNvPr id="10" name="shape-1696">
            <a:extLst xmlns:a="http://schemas.openxmlformats.org/drawingml/2006/main">
              <a:ext uri="{FF2B5EF4-FFF2-40B4-BE49-F238E27FC236}">
                <a16:creationId xmlns:a16="http://schemas.microsoft.com/office/drawing/2014/main" id="{29553721-F2FF-4C84-9AF4-2A1D9911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8dc43f69a6457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697">
            <a:extLst xmlns:a="http://schemas.openxmlformats.org/drawingml/2006/main">
              <a:ext uri="{FF2B5EF4-FFF2-40B4-BE49-F238E27FC236}">
                <a16:creationId xmlns:a16="http://schemas.microsoft.com/office/drawing/2014/main" id="{719170D0-A025-42A6-BAFE-471671630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1ceed3ccc345d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698">
            <a:extLst xmlns:a="http://schemas.openxmlformats.org/drawingml/2006/main">
              <a:ext uri="{FF2B5EF4-FFF2-40B4-BE49-F238E27FC236}">
                <a16:creationId xmlns:a16="http://schemas.microsoft.com/office/drawing/2014/main" id="{40288069-E94C-4989-85DC-1E07F916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02698363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352">
            <a:extLst xmlns:a="http://schemas.openxmlformats.org/drawingml/2006/main">
              <a:ext uri="{FF2B5EF4-FFF2-40B4-BE49-F238E27FC236}">
                <a16:creationId xmlns:a16="http://schemas.microsoft.com/office/drawing/2014/main" id="{E8036E39-7E16-4632-9FC0-6F9AE18B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563B8A4-27FA-45CA-A014-E320CA42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35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54">
            <a:extLst xmlns:a="http://schemas.openxmlformats.org/drawingml/2006/main">
              <a:ext uri="{FF2B5EF4-FFF2-40B4-BE49-F238E27FC236}">
                <a16:creationId xmlns:a16="http://schemas.microsoft.com/office/drawing/2014/main" id="{2E2D18F0-3DC7-4569-AA6D-03C2CD8E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59852AA-B9BE-4A81-B53B-B192245C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355">
            <a:extLst xmlns:a="http://schemas.openxmlformats.org/drawingml/2006/main">
              <a:ext uri="{FF2B5EF4-FFF2-40B4-BE49-F238E27FC236}">
                <a16:creationId xmlns:a16="http://schemas.microsoft.com/office/drawing/2014/main" id="{42E19802-76CF-488E-96E0-5F1BD9D3A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356">
            <a:extLst xmlns:a="http://schemas.openxmlformats.org/drawingml/2006/main">
              <a:ext uri="{FF2B5EF4-FFF2-40B4-BE49-F238E27FC236}">
                <a16:creationId xmlns:a16="http://schemas.microsoft.com/office/drawing/2014/main" id="{5BA8E993-3642-40DF-9E72-C5D7782B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357">
            <a:extLst xmlns:a="http://schemas.openxmlformats.org/drawingml/2006/main">
              <a:ext uri="{FF2B5EF4-FFF2-40B4-BE49-F238E27FC236}">
                <a16:creationId xmlns:a16="http://schemas.microsoft.com/office/drawing/2014/main" id="{3CDC2A0E-C6E0-4E9F-A0B9-3700AD98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358">
            <a:extLst xmlns:a="http://schemas.openxmlformats.org/drawingml/2006/main">
              <a:ext uri="{FF2B5EF4-FFF2-40B4-BE49-F238E27FC236}">
                <a16:creationId xmlns:a16="http://schemas.microsoft.com/office/drawing/2014/main" id="{D264FE4B-46E0-43C8-93BE-6CDF2277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359">
            <a:extLst xmlns:a="http://schemas.openxmlformats.org/drawingml/2006/main">
              <a:ext uri="{FF2B5EF4-FFF2-40B4-BE49-F238E27FC236}">
                <a16:creationId xmlns:a16="http://schemas.microsoft.com/office/drawing/2014/main" id="{FC5541A5-6DE2-4370-9B96-84249DDE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360">
            <a:extLst xmlns:a="http://schemas.openxmlformats.org/drawingml/2006/main">
              <a:ext uri="{FF2B5EF4-FFF2-40B4-BE49-F238E27FC236}">
                <a16:creationId xmlns:a16="http://schemas.microsoft.com/office/drawing/2014/main" id="{F6B31AAD-B59D-40F9-8F18-CF5BD42D0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361">
            <a:extLst xmlns:a="http://schemas.openxmlformats.org/drawingml/2006/main">
              <a:ext uri="{FF2B5EF4-FFF2-40B4-BE49-F238E27FC236}">
                <a16:creationId xmlns:a16="http://schemas.microsoft.com/office/drawing/2014/main" id="{63F5ADA4-EBD7-4AA4-89A8-43172E19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362">
            <a:extLst xmlns:a="http://schemas.openxmlformats.org/drawingml/2006/main">
              <a:ext uri="{FF2B5EF4-FFF2-40B4-BE49-F238E27FC236}">
                <a16:creationId xmlns:a16="http://schemas.microsoft.com/office/drawing/2014/main" id="{2B50D0A9-FAC0-4482-A107-DCFEB899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363">
            <a:extLst xmlns:a="http://schemas.openxmlformats.org/drawingml/2006/main">
              <a:ext uri="{FF2B5EF4-FFF2-40B4-BE49-F238E27FC236}">
                <a16:creationId xmlns:a16="http://schemas.microsoft.com/office/drawing/2014/main" id="{8740DB5D-8219-4E92-8DB9-97164A48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sp>
        <p:nvSpPr>
          <p:cNvPr id="17" name="text-1364">
            <a:extLst xmlns:a="http://schemas.openxmlformats.org/drawingml/2006/main">
              <a:ext uri="{FF2B5EF4-FFF2-40B4-BE49-F238E27FC236}">
                <a16:creationId xmlns:a16="http://schemas.microsoft.com/office/drawing/2014/main" id="{15AB6C83-F5AF-4462-84A1-5A8E3405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365">
            <a:extLst xmlns:a="http://schemas.openxmlformats.org/drawingml/2006/main">
              <a:ext uri="{FF2B5EF4-FFF2-40B4-BE49-F238E27FC236}">
                <a16:creationId xmlns:a16="http://schemas.microsoft.com/office/drawing/2014/main" id="{8C54699F-653F-4AC2-A608-24A30A73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366">
            <a:extLst xmlns:a="http://schemas.openxmlformats.org/drawingml/2006/main">
              <a:ext uri="{FF2B5EF4-FFF2-40B4-BE49-F238E27FC236}">
                <a16:creationId xmlns:a16="http://schemas.microsoft.com/office/drawing/2014/main" id="{01E54A15-3810-447F-BBC3-F39C550F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CD2C7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2" name="text-1367">
            <a:extLst xmlns:a="http://schemas.openxmlformats.org/drawingml/2006/main">
              <a:ext uri="{FF2B5EF4-FFF2-40B4-BE49-F238E27FC236}">
                <a16:creationId xmlns:a16="http://schemas.microsoft.com/office/drawing/2014/main" id="{C39A99BB-1BE3-4F34-9A57-3D44A009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629">
            <a:extLst xmlns:a="http://schemas.openxmlformats.org/drawingml/2006/main">
              <a:ext uri="{FF2B5EF4-FFF2-40B4-BE49-F238E27FC236}">
                <a16:creationId xmlns:a16="http://schemas.microsoft.com/office/drawing/2014/main" id="{6E6B50E2-5609-4E9E-B3B2-AB7075921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42a30f308cb41df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569a1ad835c416e"/>
              </a:rPr>
              <a:t>Codex ↗</a:t>
            </a:r>
          </a:p>
        </p:txBody>
      </p:sp>
      <p:sp>
        <p:nvSpPr>
          <p:cNvPr id="24" name="shape-1699">
            <a:extLst xmlns:a="http://schemas.openxmlformats.org/drawingml/2006/main">
              <a:ext uri="{FF2B5EF4-FFF2-40B4-BE49-F238E27FC236}">
                <a16:creationId xmlns:a16="http://schemas.microsoft.com/office/drawing/2014/main" id="{B5E3FFAC-C8E9-4434-8DC4-1CE0E7CA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dd6c48eb1c472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1700">
            <a:extLst xmlns:a="http://schemas.openxmlformats.org/drawingml/2006/main">
              <a:ext uri="{FF2B5EF4-FFF2-40B4-BE49-F238E27FC236}">
                <a16:creationId xmlns:a16="http://schemas.microsoft.com/office/drawing/2014/main" id="{00EEF627-5426-4EAD-A28E-D1301E4E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db8a9e1def45c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1701">
            <a:extLst xmlns:a="http://schemas.openxmlformats.org/drawingml/2006/main">
              <a:ext uri="{FF2B5EF4-FFF2-40B4-BE49-F238E27FC236}">
                <a16:creationId xmlns:a16="http://schemas.microsoft.com/office/drawing/2014/main" id="{FC40FCE7-233E-4DE8-8B25-DB14405F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5934429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text-1368">
            <a:extLst xmlns:a="http://schemas.openxmlformats.org/drawingml/2006/main">
              <a:ext uri="{FF2B5EF4-FFF2-40B4-BE49-F238E27FC236}">
                <a16:creationId xmlns:a16="http://schemas.microsoft.com/office/drawing/2014/main" id="{DC7921EC-DD37-415E-97C7-E688E354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E572BF0-8526-41C6-8EF8-0978D9F4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56" name="shape-136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70">
            <a:extLst xmlns:a="http://schemas.openxmlformats.org/drawingml/2006/main">
              <a:ext uri="{FF2B5EF4-FFF2-40B4-BE49-F238E27FC236}">
                <a16:creationId xmlns:a16="http://schemas.microsoft.com/office/drawing/2014/main" id="{52311D38-177C-4CC1-8A73-333283D0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EAF6DD-B752-4756-8D57-7510869C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1371">
            <a:extLst xmlns:a="http://schemas.openxmlformats.org/drawingml/2006/main">
              <a:ext uri="{FF2B5EF4-FFF2-40B4-BE49-F238E27FC236}">
                <a16:creationId xmlns:a16="http://schemas.microsoft.com/office/drawing/2014/main" id="{1BA04CD4-2D2C-4425-BF68-90927B9AC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7" name="shape-1372">
            <a:extLst xmlns:a="http://schemas.openxmlformats.org/drawingml/2006/main">
              <a:ext uri="{FF2B5EF4-FFF2-40B4-BE49-F238E27FC236}">
                <a16:creationId xmlns:a16="http://schemas.microsoft.com/office/drawing/2014/main" id="{A857C9B2-44AD-45EE-A911-85560AD9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73">
            <a:extLst xmlns:a="http://schemas.openxmlformats.org/drawingml/2006/main">
              <a:ext uri="{FF2B5EF4-FFF2-40B4-BE49-F238E27FC236}">
                <a16:creationId xmlns:a16="http://schemas.microsoft.com/office/drawing/2014/main" id="{948A7790-D299-4F34-B0DF-7F8D0A2F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74">
            <a:extLst xmlns:a="http://schemas.openxmlformats.org/drawingml/2006/main">
              <a:ext uri="{FF2B5EF4-FFF2-40B4-BE49-F238E27FC236}">
                <a16:creationId xmlns:a16="http://schemas.microsoft.com/office/drawing/2014/main" id="{4D7CCE02-2587-421C-8273-F05EC04D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10" name="text-1375">
            <a:extLst xmlns:a="http://schemas.openxmlformats.org/drawingml/2006/main">
              <a:ext uri="{FF2B5EF4-FFF2-40B4-BE49-F238E27FC236}">
                <a16:creationId xmlns:a16="http://schemas.microsoft.com/office/drawing/2014/main" id="{B14D368A-54DD-4D0F-A54D-C42152B9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11" name="text-1376">
            <a:extLst xmlns:a="http://schemas.openxmlformats.org/drawingml/2006/main">
              <a:ext uri="{FF2B5EF4-FFF2-40B4-BE49-F238E27FC236}">
                <a16:creationId xmlns:a16="http://schemas.microsoft.com/office/drawing/2014/main" id="{97812F51-2416-4FC0-963D-3BFA3691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377">
            <a:extLst xmlns:a="http://schemas.openxmlformats.org/drawingml/2006/main">
              <a:ext uri="{FF2B5EF4-FFF2-40B4-BE49-F238E27FC236}">
                <a16:creationId xmlns:a16="http://schemas.microsoft.com/office/drawing/2014/main" id="{06291F98-6752-447A-B3DE-35058E341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3" name="shape-1378">
            <a:extLst xmlns:a="http://schemas.openxmlformats.org/drawingml/2006/main">
              <a:ext uri="{FF2B5EF4-FFF2-40B4-BE49-F238E27FC236}">
                <a16:creationId xmlns:a16="http://schemas.microsoft.com/office/drawing/2014/main" id="{0B5B0D9F-4AE3-47E3-8C0B-DC30E23B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379">
            <a:extLst xmlns:a="http://schemas.openxmlformats.org/drawingml/2006/main">
              <a:ext uri="{FF2B5EF4-FFF2-40B4-BE49-F238E27FC236}">
                <a16:creationId xmlns:a16="http://schemas.microsoft.com/office/drawing/2014/main" id="{01137D4D-A253-4CAC-82F3-E1C86AA9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380">
            <a:extLst xmlns:a="http://schemas.openxmlformats.org/drawingml/2006/main">
              <a:ext uri="{FF2B5EF4-FFF2-40B4-BE49-F238E27FC236}">
                <a16:creationId xmlns:a16="http://schemas.microsoft.com/office/drawing/2014/main" id="{0FCD8F55-3099-415E-AA4B-D5D8DD58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6" name="text-1381">
            <a:extLst xmlns:a="http://schemas.openxmlformats.org/drawingml/2006/main">
              <a:ext uri="{FF2B5EF4-FFF2-40B4-BE49-F238E27FC236}">
                <a16:creationId xmlns:a16="http://schemas.microsoft.com/office/drawing/2014/main" id="{B2ED0C98-60B4-4DEF-9FB1-758E9652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7" name="text-1382">
            <a:extLst xmlns:a="http://schemas.openxmlformats.org/drawingml/2006/main">
              <a:ext uri="{FF2B5EF4-FFF2-40B4-BE49-F238E27FC236}">
                <a16:creationId xmlns:a16="http://schemas.microsoft.com/office/drawing/2014/main" id="{B8A39345-AF56-4318-B52E-811BD2C8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383">
            <a:extLst xmlns:a="http://schemas.openxmlformats.org/drawingml/2006/main">
              <a:ext uri="{FF2B5EF4-FFF2-40B4-BE49-F238E27FC236}">
                <a16:creationId xmlns:a16="http://schemas.microsoft.com/office/drawing/2014/main" id="{56CEE64D-9BB2-48F4-8A9A-D26603C23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19" name="shape-1384">
            <a:extLst xmlns:a="http://schemas.openxmlformats.org/drawingml/2006/main">
              <a:ext uri="{FF2B5EF4-FFF2-40B4-BE49-F238E27FC236}">
                <a16:creationId xmlns:a16="http://schemas.microsoft.com/office/drawing/2014/main" id="{C85ACE12-D81E-45F2-8611-014985E6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85">
            <a:extLst xmlns:a="http://schemas.openxmlformats.org/drawingml/2006/main">
              <a:ext uri="{FF2B5EF4-FFF2-40B4-BE49-F238E27FC236}">
                <a16:creationId xmlns:a16="http://schemas.microsoft.com/office/drawing/2014/main" id="{D1F5148C-1957-45CC-9F61-AD82D510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386">
            <a:extLst xmlns:a="http://schemas.openxmlformats.org/drawingml/2006/main">
              <a:ext uri="{FF2B5EF4-FFF2-40B4-BE49-F238E27FC236}">
                <a16:creationId xmlns:a16="http://schemas.microsoft.com/office/drawing/2014/main" id="{EDD132C4-B88B-4FA5-8F75-18D9D25C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22" name="text-1387">
            <a:extLst xmlns:a="http://schemas.openxmlformats.org/drawingml/2006/main">
              <a:ext uri="{FF2B5EF4-FFF2-40B4-BE49-F238E27FC236}">
                <a16:creationId xmlns:a16="http://schemas.microsoft.com/office/drawing/2014/main" id="{A979B47E-854B-46E4-803D-3BA89989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23" name="text-1388">
            <a:extLst xmlns:a="http://schemas.openxmlformats.org/drawingml/2006/main">
              <a:ext uri="{FF2B5EF4-FFF2-40B4-BE49-F238E27FC236}">
                <a16:creationId xmlns:a16="http://schemas.microsoft.com/office/drawing/2014/main" id="{B4007CCC-C8A2-4AC4-9243-ADA37FA7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389">
            <a:extLst xmlns:a="http://schemas.openxmlformats.org/drawingml/2006/main">
              <a:ext uri="{FF2B5EF4-FFF2-40B4-BE49-F238E27FC236}">
                <a16:creationId xmlns:a16="http://schemas.microsoft.com/office/drawing/2014/main" id="{B889BCA6-408B-4C20-9723-D71437EC9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25" name="shape-1390">
            <a:extLst xmlns:a="http://schemas.openxmlformats.org/drawingml/2006/main">
              <a:ext uri="{FF2B5EF4-FFF2-40B4-BE49-F238E27FC236}">
                <a16:creationId xmlns:a16="http://schemas.microsoft.com/office/drawing/2014/main" id="{17ECF0CF-245C-4F3D-8509-A7A8FE025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391">
            <a:extLst xmlns:a="http://schemas.openxmlformats.org/drawingml/2006/main">
              <a:ext uri="{FF2B5EF4-FFF2-40B4-BE49-F238E27FC236}">
                <a16:creationId xmlns:a16="http://schemas.microsoft.com/office/drawing/2014/main" id="{235E3FFA-A487-4AD6-AD13-CE57A0EB6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392">
            <a:extLst xmlns:a="http://schemas.openxmlformats.org/drawingml/2006/main">
              <a:ext uri="{FF2B5EF4-FFF2-40B4-BE49-F238E27FC236}">
                <a16:creationId xmlns:a16="http://schemas.microsoft.com/office/drawing/2014/main" id="{3C5CC6F5-C315-4425-AB3C-4EBA3C41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8" name="text-1393">
            <a:extLst xmlns:a="http://schemas.openxmlformats.org/drawingml/2006/main">
              <a:ext uri="{FF2B5EF4-FFF2-40B4-BE49-F238E27FC236}">
                <a16:creationId xmlns:a16="http://schemas.microsoft.com/office/drawing/2014/main" id="{3B380AEA-BA82-4355-9C3B-D7BA0A0C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9" name="text-1394">
            <a:extLst xmlns:a="http://schemas.openxmlformats.org/drawingml/2006/main">
              <a:ext uri="{FF2B5EF4-FFF2-40B4-BE49-F238E27FC236}">
                <a16:creationId xmlns:a16="http://schemas.microsoft.com/office/drawing/2014/main" id="{970CF44E-CF73-4045-86AF-14166607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395">
            <a:extLst xmlns:a="http://schemas.openxmlformats.org/drawingml/2006/main">
              <a:ext uri="{FF2B5EF4-FFF2-40B4-BE49-F238E27FC236}">
                <a16:creationId xmlns:a16="http://schemas.microsoft.com/office/drawing/2014/main" id="{F105647B-5611-4F23-9049-69DDC3AF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1" name="shape-1396">
            <a:extLst xmlns:a="http://schemas.openxmlformats.org/drawingml/2006/main">
              <a:ext uri="{FF2B5EF4-FFF2-40B4-BE49-F238E27FC236}">
                <a16:creationId xmlns:a16="http://schemas.microsoft.com/office/drawing/2014/main" id="{B322B62C-CE6F-4375-9584-38AEAFE4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397">
            <a:extLst xmlns:a="http://schemas.openxmlformats.org/drawingml/2006/main">
              <a:ext uri="{FF2B5EF4-FFF2-40B4-BE49-F238E27FC236}">
                <a16:creationId xmlns:a16="http://schemas.microsoft.com/office/drawing/2014/main" id="{C527D969-CB10-4677-9409-B16BFEB1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398">
            <a:extLst xmlns:a="http://schemas.openxmlformats.org/drawingml/2006/main">
              <a:ext uri="{FF2B5EF4-FFF2-40B4-BE49-F238E27FC236}">
                <a16:creationId xmlns:a16="http://schemas.microsoft.com/office/drawing/2014/main" id="{6F99A11E-7459-46E7-A88E-6F764C82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34" name="text-1399">
            <a:extLst xmlns:a="http://schemas.openxmlformats.org/drawingml/2006/main">
              <a:ext uri="{FF2B5EF4-FFF2-40B4-BE49-F238E27FC236}">
                <a16:creationId xmlns:a16="http://schemas.microsoft.com/office/drawing/2014/main" id="{F4FF62EB-8BF1-42A8-9349-08D6A873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35" name="text-1400">
            <a:extLst xmlns:a="http://schemas.openxmlformats.org/drawingml/2006/main">
              <a:ext uri="{FF2B5EF4-FFF2-40B4-BE49-F238E27FC236}">
                <a16:creationId xmlns:a16="http://schemas.microsoft.com/office/drawing/2014/main" id="{C7915084-61B5-455D-8007-8FCA5019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6" name="shape-1401">
            <a:extLst xmlns:a="http://schemas.openxmlformats.org/drawingml/2006/main">
              <a:ext uri="{FF2B5EF4-FFF2-40B4-BE49-F238E27FC236}">
                <a16:creationId xmlns:a16="http://schemas.microsoft.com/office/drawing/2014/main" id="{E459CF8D-E6E7-4FB0-8BA3-CF87F694D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37" name="shape-1402">
            <a:extLst xmlns:a="http://schemas.openxmlformats.org/drawingml/2006/main">
              <a:ext uri="{FF2B5EF4-FFF2-40B4-BE49-F238E27FC236}">
                <a16:creationId xmlns:a16="http://schemas.microsoft.com/office/drawing/2014/main" id="{C538716A-74A9-4D20-83D6-E682A1EC4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text-1403">
            <a:extLst xmlns:a="http://schemas.openxmlformats.org/drawingml/2006/main">
              <a:ext uri="{FF2B5EF4-FFF2-40B4-BE49-F238E27FC236}">
                <a16:creationId xmlns:a16="http://schemas.microsoft.com/office/drawing/2014/main" id="{A35BB8E2-E937-41E0-8C59-E8391C13F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39" name="text-1404">
            <a:extLst xmlns:a="http://schemas.openxmlformats.org/drawingml/2006/main">
              <a:ext uri="{FF2B5EF4-FFF2-40B4-BE49-F238E27FC236}">
                <a16:creationId xmlns:a16="http://schemas.microsoft.com/office/drawing/2014/main" id="{D88549F5-1B2F-4DA0-8FEF-B0F9D4AC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40" name="text-1405">
            <a:extLst xmlns:a="http://schemas.openxmlformats.org/drawingml/2006/main">
              <a:ext uri="{FF2B5EF4-FFF2-40B4-BE49-F238E27FC236}">
                <a16:creationId xmlns:a16="http://schemas.microsoft.com/office/drawing/2014/main" id="{85F792C3-2573-4EB8-BAE2-73FA66CF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41" name="text-1406">
            <a:extLst xmlns:a="http://schemas.openxmlformats.org/drawingml/2006/main">
              <a:ext uri="{FF2B5EF4-FFF2-40B4-BE49-F238E27FC236}">
                <a16:creationId xmlns:a16="http://schemas.microsoft.com/office/drawing/2014/main" id="{F8A767C2-22B1-49F5-A726-434386FE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42" name="shape-1407">
            <a:extLst xmlns:a="http://schemas.openxmlformats.org/drawingml/2006/main">
              <a:ext uri="{FF2B5EF4-FFF2-40B4-BE49-F238E27FC236}">
                <a16:creationId xmlns:a16="http://schemas.microsoft.com/office/drawing/2014/main" id="{96327E93-1452-476E-8ECD-87C6B1B9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76400"/>
            <a:ext cx="1600200" cy="31432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0D2235"/>
          </a:solidFill>
          <a:ln xmlns:a="http://schemas.openxmlformats.org/drawingml/2006/main" w="9525">
            <a:solidFill>
              <a:srgbClr val="254965"/>
            </a:solidFill>
            <a:prstDash val="solid"/>
          </a:ln>
        </p:spPr>
      </p:sp>
      <p:sp>
        <p:nvSpPr>
          <p:cNvPr id="43" name="shape-1408">
            <a:extLst xmlns:a="http://schemas.openxmlformats.org/drawingml/2006/main">
              <a:ext uri="{FF2B5EF4-FFF2-40B4-BE49-F238E27FC236}">
                <a16:creationId xmlns:a16="http://schemas.microsoft.com/office/drawing/2014/main" id="{47505E96-3C80-439F-B3DC-798082C9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1790700"/>
            <a:ext cx="12573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text-1409">
            <a:extLst xmlns:a="http://schemas.openxmlformats.org/drawingml/2006/main">
              <a:ext uri="{FF2B5EF4-FFF2-40B4-BE49-F238E27FC236}">
                <a16:creationId xmlns:a16="http://schemas.microsoft.com/office/drawing/2014/main" id="{5C94AAD2-30B2-48A6-A10D-A0348FBB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45" name="text-1410">
            <a:extLst xmlns:a="http://schemas.openxmlformats.org/drawingml/2006/main">
              <a:ext uri="{FF2B5EF4-FFF2-40B4-BE49-F238E27FC236}">
                <a16:creationId xmlns:a16="http://schemas.microsoft.com/office/drawing/2014/main" id="{AFA83F42-3BF6-485A-84BB-474C4F09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860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46" name="text-1411">
            <a:extLst xmlns:a="http://schemas.openxmlformats.org/drawingml/2006/main">
              <a:ext uri="{FF2B5EF4-FFF2-40B4-BE49-F238E27FC236}">
                <a16:creationId xmlns:a16="http://schemas.microsoft.com/office/drawing/2014/main" id="{ED9139DE-C723-41B7-B2FD-618D9B2B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352800"/>
            <a:ext cx="11811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D2E0EB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47" name="text-1412">
            <a:extLst xmlns:a="http://schemas.openxmlformats.org/drawingml/2006/main">
              <a:ext uri="{FF2B5EF4-FFF2-40B4-BE49-F238E27FC236}">
                <a16:creationId xmlns:a16="http://schemas.microsoft.com/office/drawing/2014/main" id="{F8B8900C-8099-4522-B099-7A49F899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48" name="text-1630">
            <a:extLst xmlns:a="http://schemas.openxmlformats.org/drawingml/2006/main">
              <a:ext uri="{FF2B5EF4-FFF2-40B4-BE49-F238E27FC236}">
                <a16:creationId xmlns:a16="http://schemas.microsoft.com/office/drawing/2014/main" id="{5E464706-CE70-476F-802E-0F92AA02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c667c18ce2d4691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e4c6da23c054048"/>
              </a:rPr>
              <a:t>Codex ↗</a:t>
            </a:r>
          </a:p>
        </p:txBody>
      </p:sp>
      <p:sp>
        <p:nvSpPr>
          <p:cNvPr id="49" name="shape-1702">
            <a:extLst xmlns:a="http://schemas.openxmlformats.org/drawingml/2006/main">
              <a:ext uri="{FF2B5EF4-FFF2-40B4-BE49-F238E27FC236}">
                <a16:creationId xmlns:a16="http://schemas.microsoft.com/office/drawing/2014/main" id="{A68C099B-BB2D-47A4-B4D4-4C8092B5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6836e64f984eb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1" name="text-1703">
            <a:extLst xmlns:a="http://schemas.openxmlformats.org/drawingml/2006/main">
              <a:ext uri="{FF2B5EF4-FFF2-40B4-BE49-F238E27FC236}">
                <a16:creationId xmlns:a16="http://schemas.microsoft.com/office/drawing/2014/main" id="{AA0EF775-7209-4005-9F6B-C15825F39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485160631a40c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53" name="text-1704">
            <a:extLst xmlns:a="http://schemas.openxmlformats.org/drawingml/2006/main">
              <a:ext uri="{FF2B5EF4-FFF2-40B4-BE49-F238E27FC236}">
                <a16:creationId xmlns:a16="http://schemas.microsoft.com/office/drawing/2014/main" id="{BF461DDE-D16F-4634-B406-EA75DE2D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61948278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13">
            <a:extLst xmlns:a="http://schemas.openxmlformats.org/drawingml/2006/main">
              <a:ext uri="{FF2B5EF4-FFF2-40B4-BE49-F238E27FC236}">
                <a16:creationId xmlns:a16="http://schemas.microsoft.com/office/drawing/2014/main" id="{24029715-97A2-46FD-A6C1-33D58C19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7203174-1C5A-4192-8D10-ECE02015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4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15">
            <a:extLst xmlns:a="http://schemas.openxmlformats.org/drawingml/2006/main">
              <a:ext uri="{FF2B5EF4-FFF2-40B4-BE49-F238E27FC236}">
                <a16:creationId xmlns:a16="http://schemas.microsoft.com/office/drawing/2014/main" id="{F8A34431-C841-44F9-B1D6-4D763911A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7AAC2ED-633C-4FC8-8BF2-BC22BCD7B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416">
            <a:extLst xmlns:a="http://schemas.openxmlformats.org/drawingml/2006/main">
              <a:ext uri="{FF2B5EF4-FFF2-40B4-BE49-F238E27FC236}">
                <a16:creationId xmlns:a16="http://schemas.microsoft.com/office/drawing/2014/main" id="{13AAB9C0-DC56-4017-8D15-70F3DB8E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17">
            <a:extLst xmlns:a="http://schemas.openxmlformats.org/drawingml/2006/main">
              <a:ext uri="{FF2B5EF4-FFF2-40B4-BE49-F238E27FC236}">
                <a16:creationId xmlns:a16="http://schemas.microsoft.com/office/drawing/2014/main" id="{F1326EDC-B409-4C38-B4A3-C3973748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418">
            <a:extLst xmlns:a="http://schemas.openxmlformats.org/drawingml/2006/main">
              <a:ext uri="{FF2B5EF4-FFF2-40B4-BE49-F238E27FC236}">
                <a16:creationId xmlns:a16="http://schemas.microsoft.com/office/drawing/2014/main" id="{10E17E4D-6195-4945-8DF8-FAD37BD1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419">
            <a:extLst xmlns:a="http://schemas.openxmlformats.org/drawingml/2006/main">
              <a:ext uri="{FF2B5EF4-FFF2-40B4-BE49-F238E27FC236}">
                <a16:creationId xmlns:a16="http://schemas.microsoft.com/office/drawing/2014/main" id="{1398FBE9-222A-4632-A577-EA0C2CF9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420">
            <a:extLst xmlns:a="http://schemas.openxmlformats.org/drawingml/2006/main">
              <a:ext uri="{FF2B5EF4-FFF2-40B4-BE49-F238E27FC236}">
                <a16:creationId xmlns:a16="http://schemas.microsoft.com/office/drawing/2014/main" id="{D7FD7DF7-A4D4-4C30-B227-DAB9E966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21">
            <a:extLst xmlns:a="http://schemas.openxmlformats.org/drawingml/2006/main">
              <a:ext uri="{FF2B5EF4-FFF2-40B4-BE49-F238E27FC236}">
                <a16:creationId xmlns:a16="http://schemas.microsoft.com/office/drawing/2014/main" id="{10F6345B-491D-489F-85D5-4D57980E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422">
            <a:extLst xmlns:a="http://schemas.openxmlformats.org/drawingml/2006/main">
              <a:ext uri="{FF2B5EF4-FFF2-40B4-BE49-F238E27FC236}">
                <a16:creationId xmlns:a16="http://schemas.microsoft.com/office/drawing/2014/main" id="{42F0C03A-97D9-486A-A14E-FB4159DD8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423">
            <a:extLst xmlns:a="http://schemas.openxmlformats.org/drawingml/2006/main">
              <a:ext uri="{FF2B5EF4-FFF2-40B4-BE49-F238E27FC236}">
                <a16:creationId xmlns:a16="http://schemas.microsoft.com/office/drawing/2014/main" id="{D8E257DF-39D0-466D-AFD7-F4DA5684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424">
            <a:extLst xmlns:a="http://schemas.openxmlformats.org/drawingml/2006/main">
              <a:ext uri="{FF2B5EF4-FFF2-40B4-BE49-F238E27FC236}">
                <a16:creationId xmlns:a16="http://schemas.microsoft.com/office/drawing/2014/main" id="{E20E1863-36BE-411A-96D2-93FAB85E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25">
            <a:extLst xmlns:a="http://schemas.openxmlformats.org/drawingml/2006/main">
              <a:ext uri="{FF2B5EF4-FFF2-40B4-BE49-F238E27FC236}">
                <a16:creationId xmlns:a16="http://schemas.microsoft.com/office/drawing/2014/main" id="{26FE5BA7-5AD4-48C7-A74C-5C170E95B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426">
            <a:extLst xmlns:a="http://schemas.openxmlformats.org/drawingml/2006/main">
              <a:ext uri="{FF2B5EF4-FFF2-40B4-BE49-F238E27FC236}">
                <a16:creationId xmlns:a16="http://schemas.microsoft.com/office/drawing/2014/main" id="{49FF902D-6553-4004-90C6-2A13D912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427">
            <a:extLst xmlns:a="http://schemas.openxmlformats.org/drawingml/2006/main">
              <a:ext uri="{FF2B5EF4-FFF2-40B4-BE49-F238E27FC236}">
                <a16:creationId xmlns:a16="http://schemas.microsoft.com/office/drawing/2014/main" id="{6978FE00-9540-45AE-9F4B-FB3158A4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428">
            <a:extLst xmlns:a="http://schemas.openxmlformats.org/drawingml/2006/main">
              <a:ext uri="{FF2B5EF4-FFF2-40B4-BE49-F238E27FC236}">
                <a16:creationId xmlns:a16="http://schemas.microsoft.com/office/drawing/2014/main" id="{870D51E3-87EE-491B-8C13-F02F10D0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29">
            <a:extLst xmlns:a="http://schemas.openxmlformats.org/drawingml/2006/main">
              <a:ext uri="{FF2B5EF4-FFF2-40B4-BE49-F238E27FC236}">
                <a16:creationId xmlns:a16="http://schemas.microsoft.com/office/drawing/2014/main" id="{8D08C9AB-59B2-43E5-BA09-CB5145AA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430">
            <a:extLst xmlns:a="http://schemas.openxmlformats.org/drawingml/2006/main">
              <a:ext uri="{FF2B5EF4-FFF2-40B4-BE49-F238E27FC236}">
                <a16:creationId xmlns:a16="http://schemas.microsoft.com/office/drawing/2014/main" id="{124E320A-9BE4-41CB-900C-5D255F37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431">
            <a:extLst xmlns:a="http://schemas.openxmlformats.org/drawingml/2006/main">
              <a:ext uri="{FF2B5EF4-FFF2-40B4-BE49-F238E27FC236}">
                <a16:creationId xmlns:a16="http://schemas.microsoft.com/office/drawing/2014/main" id="{2F9A487A-5088-4C91-A30C-10CF2E07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631">
            <a:extLst xmlns:a="http://schemas.openxmlformats.org/drawingml/2006/main">
              <a:ext uri="{FF2B5EF4-FFF2-40B4-BE49-F238E27FC236}">
                <a16:creationId xmlns:a16="http://schemas.microsoft.com/office/drawing/2014/main" id="{73165EA3-65F4-4511-832D-C95E8C9A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b0feaee8f654219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6a25e774204d7b"/>
              </a:rPr>
              <a:t>Codex ↗</a:t>
            </a:r>
          </a:p>
        </p:txBody>
      </p:sp>
      <p:sp>
        <p:nvSpPr>
          <p:cNvPr id="23" name="shape-1705">
            <a:extLst xmlns:a="http://schemas.openxmlformats.org/drawingml/2006/main">
              <a:ext uri="{FF2B5EF4-FFF2-40B4-BE49-F238E27FC236}">
                <a16:creationId xmlns:a16="http://schemas.microsoft.com/office/drawing/2014/main" id="{3DAD61A9-0212-448A-B329-ABA9BBDA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a450c024e346a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06">
            <a:extLst xmlns:a="http://schemas.openxmlformats.org/drawingml/2006/main">
              <a:ext uri="{FF2B5EF4-FFF2-40B4-BE49-F238E27FC236}">
                <a16:creationId xmlns:a16="http://schemas.microsoft.com/office/drawing/2014/main" id="{2B77C089-E367-4692-99F3-46145753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1e78223a634dc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07">
            <a:extLst xmlns:a="http://schemas.openxmlformats.org/drawingml/2006/main">
              <a:ext uri="{FF2B5EF4-FFF2-40B4-BE49-F238E27FC236}">
                <a16:creationId xmlns:a16="http://schemas.microsoft.com/office/drawing/2014/main" id="{8D0117DA-8392-4500-A002-3CB9FC94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79236242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32">
            <a:extLst xmlns:a="http://schemas.openxmlformats.org/drawingml/2006/main">
              <a:ext uri="{FF2B5EF4-FFF2-40B4-BE49-F238E27FC236}">
                <a16:creationId xmlns:a16="http://schemas.microsoft.com/office/drawing/2014/main" id="{7D002DB4-B2AB-4093-A2DC-32194C5A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CD58ACB-A9A0-4F60-974B-71192386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4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34">
            <a:extLst xmlns:a="http://schemas.openxmlformats.org/drawingml/2006/main">
              <a:ext uri="{FF2B5EF4-FFF2-40B4-BE49-F238E27FC236}">
                <a16:creationId xmlns:a16="http://schemas.microsoft.com/office/drawing/2014/main" id="{D8CCB32A-8991-4C3D-9569-0F9447A0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C5D8962-4E81-40E0-954D-EC1D8E21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435">
            <a:extLst xmlns:a="http://schemas.openxmlformats.org/drawingml/2006/main">
              <a:ext uri="{FF2B5EF4-FFF2-40B4-BE49-F238E27FC236}">
                <a16:creationId xmlns:a16="http://schemas.microsoft.com/office/drawing/2014/main" id="{73DFC1A4-75BB-4563-8461-45AFF24D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36">
            <a:extLst xmlns:a="http://schemas.openxmlformats.org/drawingml/2006/main">
              <a:ext uri="{FF2B5EF4-FFF2-40B4-BE49-F238E27FC236}">
                <a16:creationId xmlns:a16="http://schemas.microsoft.com/office/drawing/2014/main" id="{B8393AA2-BE65-4234-A685-FCF104B7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37">
            <a:extLst xmlns:a="http://schemas.openxmlformats.org/drawingml/2006/main">
              <a:ext uri="{FF2B5EF4-FFF2-40B4-BE49-F238E27FC236}">
                <a16:creationId xmlns:a16="http://schemas.microsoft.com/office/drawing/2014/main" id="{848ABF20-C4DA-46E2-9278-9821C0400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438">
            <a:extLst xmlns:a="http://schemas.openxmlformats.org/drawingml/2006/main">
              <a:ext uri="{FF2B5EF4-FFF2-40B4-BE49-F238E27FC236}">
                <a16:creationId xmlns:a16="http://schemas.microsoft.com/office/drawing/2014/main" id="{F1005195-60BC-421D-B095-0053CC37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439">
            <a:extLst xmlns:a="http://schemas.openxmlformats.org/drawingml/2006/main">
              <a:ext uri="{FF2B5EF4-FFF2-40B4-BE49-F238E27FC236}">
                <a16:creationId xmlns:a16="http://schemas.microsoft.com/office/drawing/2014/main" id="{87F70DB7-BF45-447D-BD69-5B74EAA7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40">
            <a:extLst xmlns:a="http://schemas.openxmlformats.org/drawingml/2006/main">
              <a:ext uri="{FF2B5EF4-FFF2-40B4-BE49-F238E27FC236}">
                <a16:creationId xmlns:a16="http://schemas.microsoft.com/office/drawing/2014/main" id="{E146D256-FB76-4B15-85CC-DBCFCF94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41">
            <a:extLst xmlns:a="http://schemas.openxmlformats.org/drawingml/2006/main">
              <a:ext uri="{FF2B5EF4-FFF2-40B4-BE49-F238E27FC236}">
                <a16:creationId xmlns:a16="http://schemas.microsoft.com/office/drawing/2014/main" id="{D2310545-D719-4CC0-BE24-5B1E3C33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442">
            <a:extLst xmlns:a="http://schemas.openxmlformats.org/drawingml/2006/main">
              <a:ext uri="{FF2B5EF4-FFF2-40B4-BE49-F238E27FC236}">
                <a16:creationId xmlns:a16="http://schemas.microsoft.com/office/drawing/2014/main" id="{B6B6C8D2-C629-4AAA-830F-A3A55484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443">
            <a:extLst xmlns:a="http://schemas.openxmlformats.org/drawingml/2006/main">
              <a:ext uri="{FF2B5EF4-FFF2-40B4-BE49-F238E27FC236}">
                <a16:creationId xmlns:a16="http://schemas.microsoft.com/office/drawing/2014/main" id="{048FE7D1-C65C-40F8-A816-F0089E394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44">
            <a:extLst xmlns:a="http://schemas.openxmlformats.org/drawingml/2006/main">
              <a:ext uri="{FF2B5EF4-FFF2-40B4-BE49-F238E27FC236}">
                <a16:creationId xmlns:a16="http://schemas.microsoft.com/office/drawing/2014/main" id="{D6FCE499-7FE9-4AD1-8C8B-1CEC8023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45">
            <a:extLst xmlns:a="http://schemas.openxmlformats.org/drawingml/2006/main">
              <a:ext uri="{FF2B5EF4-FFF2-40B4-BE49-F238E27FC236}">
                <a16:creationId xmlns:a16="http://schemas.microsoft.com/office/drawing/2014/main" id="{8EEB68C6-8779-42B9-B4B0-2A6586A50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446">
            <a:extLst xmlns:a="http://schemas.openxmlformats.org/drawingml/2006/main">
              <a:ext uri="{FF2B5EF4-FFF2-40B4-BE49-F238E27FC236}">
                <a16:creationId xmlns:a16="http://schemas.microsoft.com/office/drawing/2014/main" id="{D8009643-C648-4B8D-A7B2-AC90FCB13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447">
            <a:extLst xmlns:a="http://schemas.openxmlformats.org/drawingml/2006/main">
              <a:ext uri="{FF2B5EF4-FFF2-40B4-BE49-F238E27FC236}">
                <a16:creationId xmlns:a16="http://schemas.microsoft.com/office/drawing/2014/main" id="{0B4AAF4A-C1C6-41A9-AEE4-526616EF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48">
            <a:extLst xmlns:a="http://schemas.openxmlformats.org/drawingml/2006/main">
              <a:ext uri="{FF2B5EF4-FFF2-40B4-BE49-F238E27FC236}">
                <a16:creationId xmlns:a16="http://schemas.microsoft.com/office/drawing/2014/main" id="{80CD5989-09C9-4999-AE5D-0ED310D7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49">
            <a:extLst xmlns:a="http://schemas.openxmlformats.org/drawingml/2006/main">
              <a:ext uri="{FF2B5EF4-FFF2-40B4-BE49-F238E27FC236}">
                <a16:creationId xmlns:a16="http://schemas.microsoft.com/office/drawing/2014/main" id="{E6F56FE8-14F1-43C7-B79D-F2E318310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450">
            <a:extLst xmlns:a="http://schemas.openxmlformats.org/drawingml/2006/main">
              <a:ext uri="{FF2B5EF4-FFF2-40B4-BE49-F238E27FC236}">
                <a16:creationId xmlns:a16="http://schemas.microsoft.com/office/drawing/2014/main" id="{3D1C0B9E-A5CB-4700-AAC5-88897BFE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451">
            <a:extLst xmlns:a="http://schemas.openxmlformats.org/drawingml/2006/main">
              <a:ext uri="{FF2B5EF4-FFF2-40B4-BE49-F238E27FC236}">
                <a16:creationId xmlns:a16="http://schemas.microsoft.com/office/drawing/2014/main" id="{01844093-4BE9-4CAC-91FC-55182577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452">
            <a:extLst xmlns:a="http://schemas.openxmlformats.org/drawingml/2006/main">
              <a:ext uri="{FF2B5EF4-FFF2-40B4-BE49-F238E27FC236}">
                <a16:creationId xmlns:a16="http://schemas.microsoft.com/office/drawing/2014/main" id="{9C58653F-C35A-451C-A98E-EC795EA9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453">
            <a:extLst xmlns:a="http://schemas.openxmlformats.org/drawingml/2006/main">
              <a:ext uri="{FF2B5EF4-FFF2-40B4-BE49-F238E27FC236}">
                <a16:creationId xmlns:a16="http://schemas.microsoft.com/office/drawing/2014/main" id="{A7667DD1-0C89-4E3F-9EDB-25322C707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454">
            <a:extLst xmlns:a="http://schemas.openxmlformats.org/drawingml/2006/main">
              <a:ext uri="{FF2B5EF4-FFF2-40B4-BE49-F238E27FC236}">
                <a16:creationId xmlns:a16="http://schemas.microsoft.com/office/drawing/2014/main" id="{C2155EE4-3D65-40BF-B4B6-D194D5E3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9" name="text-1455">
            <a:extLst xmlns:a="http://schemas.openxmlformats.org/drawingml/2006/main">
              <a:ext uri="{FF2B5EF4-FFF2-40B4-BE49-F238E27FC236}">
                <a16:creationId xmlns:a16="http://schemas.microsoft.com/office/drawing/2014/main" id="{9BB33B0A-814B-4157-8A69-98049AF0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632">
            <a:extLst xmlns:a="http://schemas.openxmlformats.org/drawingml/2006/main">
              <a:ext uri="{FF2B5EF4-FFF2-40B4-BE49-F238E27FC236}">
                <a16:creationId xmlns:a16="http://schemas.microsoft.com/office/drawing/2014/main" id="{1D436857-FC1B-435B-9586-FD4EAD7B5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e96821078e4d0b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e48102c0f384642"/>
              </a:rPr>
              <a:t>Codex ↗</a:t>
            </a:r>
          </a:p>
        </p:txBody>
      </p:sp>
      <p:sp>
        <p:nvSpPr>
          <p:cNvPr id="31" name="shape-1708">
            <a:extLst xmlns:a="http://schemas.openxmlformats.org/drawingml/2006/main">
              <a:ext uri="{FF2B5EF4-FFF2-40B4-BE49-F238E27FC236}">
                <a16:creationId xmlns:a16="http://schemas.microsoft.com/office/drawing/2014/main" id="{9765EC27-55C4-4C9A-9CD8-B310C1F0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f33ec177c4450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709">
            <a:extLst xmlns:a="http://schemas.openxmlformats.org/drawingml/2006/main">
              <a:ext uri="{FF2B5EF4-FFF2-40B4-BE49-F238E27FC236}">
                <a16:creationId xmlns:a16="http://schemas.microsoft.com/office/drawing/2014/main" id="{B9AF9A29-8863-47D3-93C5-0B1F6FFE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2c66c9baa421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710">
            <a:extLst xmlns:a="http://schemas.openxmlformats.org/drawingml/2006/main">
              <a:ext uri="{FF2B5EF4-FFF2-40B4-BE49-F238E27FC236}">
                <a16:creationId xmlns:a16="http://schemas.microsoft.com/office/drawing/2014/main" id="{6BD9B40D-4E14-41D6-80C4-3FA1F651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7669728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456">
            <a:extLst xmlns:a="http://schemas.openxmlformats.org/drawingml/2006/main">
              <a:ext uri="{FF2B5EF4-FFF2-40B4-BE49-F238E27FC236}">
                <a16:creationId xmlns:a16="http://schemas.microsoft.com/office/drawing/2014/main" id="{26FA807D-914E-4F18-9E59-DB2C574E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CC0B85-AFD5-44FE-A4D2-69E341FC4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4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58">
            <a:extLst xmlns:a="http://schemas.openxmlformats.org/drawingml/2006/main">
              <a:ext uri="{FF2B5EF4-FFF2-40B4-BE49-F238E27FC236}">
                <a16:creationId xmlns:a16="http://schemas.microsoft.com/office/drawing/2014/main" id="{D6D09F5C-CE95-4229-A740-5001D441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634B4FD-ACB3-44B7-B1AA-B13F8E85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459">
            <a:extLst xmlns:a="http://schemas.openxmlformats.org/drawingml/2006/main">
              <a:ext uri="{FF2B5EF4-FFF2-40B4-BE49-F238E27FC236}">
                <a16:creationId xmlns:a16="http://schemas.microsoft.com/office/drawing/2014/main" id="{5BDAE00F-C09B-4849-B936-A6A88D9A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460">
            <a:extLst xmlns:a="http://schemas.openxmlformats.org/drawingml/2006/main">
              <a:ext uri="{FF2B5EF4-FFF2-40B4-BE49-F238E27FC236}">
                <a16:creationId xmlns:a16="http://schemas.microsoft.com/office/drawing/2014/main" id="{A2497D1E-E3F5-4DE8-8FFA-DCF9B6541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461">
            <a:extLst xmlns:a="http://schemas.openxmlformats.org/drawingml/2006/main">
              <a:ext uri="{FF2B5EF4-FFF2-40B4-BE49-F238E27FC236}">
                <a16:creationId xmlns:a16="http://schemas.microsoft.com/office/drawing/2014/main" id="{6208E167-51A0-4176-9964-FEFB1A4C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62">
            <a:extLst xmlns:a="http://schemas.openxmlformats.org/drawingml/2006/main">
              <a:ext uri="{FF2B5EF4-FFF2-40B4-BE49-F238E27FC236}">
                <a16:creationId xmlns:a16="http://schemas.microsoft.com/office/drawing/2014/main" id="{F2F8D9F2-F666-4AAC-B23C-8E26380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463">
            <a:extLst xmlns:a="http://schemas.openxmlformats.org/drawingml/2006/main">
              <a:ext uri="{FF2B5EF4-FFF2-40B4-BE49-F238E27FC236}">
                <a16:creationId xmlns:a16="http://schemas.microsoft.com/office/drawing/2014/main" id="{514E6BB0-8991-4801-885F-26F969831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464">
            <a:extLst xmlns:a="http://schemas.openxmlformats.org/drawingml/2006/main">
              <a:ext uri="{FF2B5EF4-FFF2-40B4-BE49-F238E27FC236}">
                <a16:creationId xmlns:a16="http://schemas.microsoft.com/office/drawing/2014/main" id="{27D833EC-D5DA-4395-98E4-B8A96B5C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465">
            <a:extLst xmlns:a="http://schemas.openxmlformats.org/drawingml/2006/main">
              <a:ext uri="{FF2B5EF4-FFF2-40B4-BE49-F238E27FC236}">
                <a16:creationId xmlns:a16="http://schemas.microsoft.com/office/drawing/2014/main" id="{197B72D3-1234-4E4A-B676-7921D8D4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466">
            <a:extLst xmlns:a="http://schemas.openxmlformats.org/drawingml/2006/main">
              <a:ext uri="{FF2B5EF4-FFF2-40B4-BE49-F238E27FC236}">
                <a16:creationId xmlns:a16="http://schemas.microsoft.com/office/drawing/2014/main" id="{8E6C2B9F-0F67-463C-BA82-E00C3303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467">
            <a:extLst xmlns:a="http://schemas.openxmlformats.org/drawingml/2006/main">
              <a:ext uri="{FF2B5EF4-FFF2-40B4-BE49-F238E27FC236}">
                <a16:creationId xmlns:a16="http://schemas.microsoft.com/office/drawing/2014/main" id="{083790F2-8E5B-4C3B-8E5F-7E4DC222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468">
            <a:extLst xmlns:a="http://schemas.openxmlformats.org/drawingml/2006/main">
              <a:ext uri="{FF2B5EF4-FFF2-40B4-BE49-F238E27FC236}">
                <a16:creationId xmlns:a16="http://schemas.microsoft.com/office/drawing/2014/main" id="{B6D66C0B-3089-4CE4-B690-24D051E2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469">
            <a:extLst xmlns:a="http://schemas.openxmlformats.org/drawingml/2006/main">
              <a:ext uri="{FF2B5EF4-FFF2-40B4-BE49-F238E27FC236}">
                <a16:creationId xmlns:a16="http://schemas.microsoft.com/office/drawing/2014/main" id="{2618DA1E-5026-4B5C-BC3D-82546132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470">
            <a:extLst xmlns:a="http://schemas.openxmlformats.org/drawingml/2006/main">
              <a:ext uri="{FF2B5EF4-FFF2-40B4-BE49-F238E27FC236}">
                <a16:creationId xmlns:a16="http://schemas.microsoft.com/office/drawing/2014/main" id="{C0E141A2-D6F0-4E20-A338-03D81B1B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471">
            <a:extLst xmlns:a="http://schemas.openxmlformats.org/drawingml/2006/main">
              <a:ext uri="{FF2B5EF4-FFF2-40B4-BE49-F238E27FC236}">
                <a16:creationId xmlns:a16="http://schemas.microsoft.com/office/drawing/2014/main" id="{25389334-1DE8-405F-BFFB-3BE24950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633">
            <a:extLst xmlns:a="http://schemas.openxmlformats.org/drawingml/2006/main">
              <a:ext uri="{FF2B5EF4-FFF2-40B4-BE49-F238E27FC236}">
                <a16:creationId xmlns:a16="http://schemas.microsoft.com/office/drawing/2014/main" id="{AC61C4B3-5467-4665-B48D-35B76845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96397edf24d49fe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52223bf9bba4307"/>
              </a:rPr>
              <a:t>Codex ↗</a:t>
            </a:r>
          </a:p>
        </p:txBody>
      </p:sp>
      <p:sp>
        <p:nvSpPr>
          <p:cNvPr id="20" name="shape-1711">
            <a:extLst xmlns:a="http://schemas.openxmlformats.org/drawingml/2006/main">
              <a:ext uri="{FF2B5EF4-FFF2-40B4-BE49-F238E27FC236}">
                <a16:creationId xmlns:a16="http://schemas.microsoft.com/office/drawing/2014/main" id="{621EB2E1-E09B-480A-B231-3C98F7ED3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df69a541e54c9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712">
            <a:extLst xmlns:a="http://schemas.openxmlformats.org/drawingml/2006/main">
              <a:ext uri="{FF2B5EF4-FFF2-40B4-BE49-F238E27FC236}">
                <a16:creationId xmlns:a16="http://schemas.microsoft.com/office/drawing/2014/main" id="{C12EB6B1-DBCF-4BE1-AA42-632B9880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1053b221d64e7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713">
            <a:extLst xmlns:a="http://schemas.openxmlformats.org/drawingml/2006/main">
              <a:ext uri="{FF2B5EF4-FFF2-40B4-BE49-F238E27FC236}">
                <a16:creationId xmlns:a16="http://schemas.microsoft.com/office/drawing/2014/main" id="{39E2E6DA-BA8C-439A-AA9C-2F86DB84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3135409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472">
            <a:extLst xmlns:a="http://schemas.openxmlformats.org/drawingml/2006/main">
              <a:ext uri="{FF2B5EF4-FFF2-40B4-BE49-F238E27FC236}">
                <a16:creationId xmlns:a16="http://schemas.microsoft.com/office/drawing/2014/main" id="{DADA2582-9054-4EB3-82B5-7E553867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A0308FB-9E2D-4FC2-903B-A20D69A9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4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74">
            <a:extLst xmlns:a="http://schemas.openxmlformats.org/drawingml/2006/main">
              <a:ext uri="{FF2B5EF4-FFF2-40B4-BE49-F238E27FC236}">
                <a16:creationId xmlns:a16="http://schemas.microsoft.com/office/drawing/2014/main" id="{BA6450B9-492C-42D8-B6E2-A1D45E67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973C78-AD17-4A3B-AD09-80E1C8310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475">
            <a:extLst xmlns:a="http://schemas.openxmlformats.org/drawingml/2006/main">
              <a:ext uri="{FF2B5EF4-FFF2-40B4-BE49-F238E27FC236}">
                <a16:creationId xmlns:a16="http://schemas.microsoft.com/office/drawing/2014/main" id="{DDB8D3C3-882D-43D8-9E0F-6F6C5AB8D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76">
            <a:extLst xmlns:a="http://schemas.openxmlformats.org/drawingml/2006/main">
              <a:ext uri="{FF2B5EF4-FFF2-40B4-BE49-F238E27FC236}">
                <a16:creationId xmlns:a16="http://schemas.microsoft.com/office/drawing/2014/main" id="{43709304-F2B5-4A41-82E4-E21FBC8A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77">
            <a:extLst xmlns:a="http://schemas.openxmlformats.org/drawingml/2006/main">
              <a:ext uri="{FF2B5EF4-FFF2-40B4-BE49-F238E27FC236}">
                <a16:creationId xmlns:a16="http://schemas.microsoft.com/office/drawing/2014/main" id="{561013DF-54B8-4FC9-81DE-4B8D537D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478">
            <a:extLst xmlns:a="http://schemas.openxmlformats.org/drawingml/2006/main">
              <a:ext uri="{FF2B5EF4-FFF2-40B4-BE49-F238E27FC236}">
                <a16:creationId xmlns:a16="http://schemas.microsoft.com/office/drawing/2014/main" id="{D290A3AE-A53A-464B-B168-1FDAFA83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479">
            <a:extLst xmlns:a="http://schemas.openxmlformats.org/drawingml/2006/main">
              <a:ext uri="{FF2B5EF4-FFF2-40B4-BE49-F238E27FC236}">
                <a16:creationId xmlns:a16="http://schemas.microsoft.com/office/drawing/2014/main" id="{AE50FCEC-0FEA-40E4-AB88-483D65D7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80">
            <a:extLst xmlns:a="http://schemas.openxmlformats.org/drawingml/2006/main">
              <a:ext uri="{FF2B5EF4-FFF2-40B4-BE49-F238E27FC236}">
                <a16:creationId xmlns:a16="http://schemas.microsoft.com/office/drawing/2014/main" id="{AAB05E0C-EC99-4C92-BF63-6B99EB4E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481">
            <a:extLst xmlns:a="http://schemas.openxmlformats.org/drawingml/2006/main">
              <a:ext uri="{FF2B5EF4-FFF2-40B4-BE49-F238E27FC236}">
                <a16:creationId xmlns:a16="http://schemas.microsoft.com/office/drawing/2014/main" id="{B27796B6-2F76-4860-881A-76EF4AC5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482">
            <a:extLst xmlns:a="http://schemas.openxmlformats.org/drawingml/2006/main">
              <a:ext uri="{FF2B5EF4-FFF2-40B4-BE49-F238E27FC236}">
                <a16:creationId xmlns:a16="http://schemas.microsoft.com/office/drawing/2014/main" id="{6FDC61BB-406A-4BBD-9C2F-F43AEDC7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483">
            <a:extLst xmlns:a="http://schemas.openxmlformats.org/drawingml/2006/main">
              <a:ext uri="{FF2B5EF4-FFF2-40B4-BE49-F238E27FC236}">
                <a16:creationId xmlns:a16="http://schemas.microsoft.com/office/drawing/2014/main" id="{79365F44-1ABA-47D4-ABEE-13F0625F9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84">
            <a:extLst xmlns:a="http://schemas.openxmlformats.org/drawingml/2006/main">
              <a:ext uri="{FF2B5EF4-FFF2-40B4-BE49-F238E27FC236}">
                <a16:creationId xmlns:a16="http://schemas.microsoft.com/office/drawing/2014/main" id="{0A10BB33-525B-4659-858F-1D96D93A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485">
            <a:extLst xmlns:a="http://schemas.openxmlformats.org/drawingml/2006/main">
              <a:ext uri="{FF2B5EF4-FFF2-40B4-BE49-F238E27FC236}">
                <a16:creationId xmlns:a16="http://schemas.microsoft.com/office/drawing/2014/main" id="{CE9D70E0-4E96-4D52-9BB3-819D3F921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486">
            <a:extLst xmlns:a="http://schemas.openxmlformats.org/drawingml/2006/main">
              <a:ext uri="{FF2B5EF4-FFF2-40B4-BE49-F238E27FC236}">
                <a16:creationId xmlns:a16="http://schemas.microsoft.com/office/drawing/2014/main" id="{1447584E-C060-4E77-8868-532FE6F1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487">
            <a:extLst xmlns:a="http://schemas.openxmlformats.org/drawingml/2006/main">
              <a:ext uri="{FF2B5EF4-FFF2-40B4-BE49-F238E27FC236}">
                <a16:creationId xmlns:a16="http://schemas.microsoft.com/office/drawing/2014/main" id="{D39EC90C-A8B2-44EA-9814-063491EC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88">
            <a:extLst xmlns:a="http://schemas.openxmlformats.org/drawingml/2006/main">
              <a:ext uri="{FF2B5EF4-FFF2-40B4-BE49-F238E27FC236}">
                <a16:creationId xmlns:a16="http://schemas.microsoft.com/office/drawing/2014/main" id="{2C68A762-A85B-4375-9A42-3C6935647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489">
            <a:extLst xmlns:a="http://schemas.openxmlformats.org/drawingml/2006/main">
              <a:ext uri="{FF2B5EF4-FFF2-40B4-BE49-F238E27FC236}">
                <a16:creationId xmlns:a16="http://schemas.microsoft.com/office/drawing/2014/main" id="{DB962F61-93DF-4338-B298-DAE9B1C4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490">
            <a:extLst xmlns:a="http://schemas.openxmlformats.org/drawingml/2006/main">
              <a:ext uri="{FF2B5EF4-FFF2-40B4-BE49-F238E27FC236}">
                <a16:creationId xmlns:a16="http://schemas.microsoft.com/office/drawing/2014/main" id="{108F5F57-B303-4F41-8EF1-616A08142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491">
            <a:extLst xmlns:a="http://schemas.openxmlformats.org/drawingml/2006/main">
              <a:ext uri="{FF2B5EF4-FFF2-40B4-BE49-F238E27FC236}">
                <a16:creationId xmlns:a16="http://schemas.microsoft.com/office/drawing/2014/main" id="{4556FC02-4C47-4E7B-8F3E-29FDD13F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492">
            <a:extLst xmlns:a="http://schemas.openxmlformats.org/drawingml/2006/main">
              <a:ext uri="{FF2B5EF4-FFF2-40B4-BE49-F238E27FC236}">
                <a16:creationId xmlns:a16="http://schemas.microsoft.com/office/drawing/2014/main" id="{6286E660-3103-4EF5-A976-0F84CF27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493">
            <a:extLst xmlns:a="http://schemas.openxmlformats.org/drawingml/2006/main">
              <a:ext uri="{FF2B5EF4-FFF2-40B4-BE49-F238E27FC236}">
                <a16:creationId xmlns:a16="http://schemas.microsoft.com/office/drawing/2014/main" id="{D3E8AD1D-415B-4F94-A390-A7C14779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494">
            <a:extLst xmlns:a="http://schemas.openxmlformats.org/drawingml/2006/main">
              <a:ext uri="{FF2B5EF4-FFF2-40B4-BE49-F238E27FC236}">
                <a16:creationId xmlns:a16="http://schemas.microsoft.com/office/drawing/2014/main" id="{10953ACF-DED0-4821-B072-BDDA2A29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495">
            <a:extLst xmlns:a="http://schemas.openxmlformats.org/drawingml/2006/main">
              <a:ext uri="{FF2B5EF4-FFF2-40B4-BE49-F238E27FC236}">
                <a16:creationId xmlns:a16="http://schemas.microsoft.com/office/drawing/2014/main" id="{8FB36BC8-334E-464C-9BEF-F8033E07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496">
            <a:extLst xmlns:a="http://schemas.openxmlformats.org/drawingml/2006/main">
              <a:ext uri="{FF2B5EF4-FFF2-40B4-BE49-F238E27FC236}">
                <a16:creationId xmlns:a16="http://schemas.microsoft.com/office/drawing/2014/main" id="{F6C95A22-38DC-49BF-B316-1184D0F82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497">
            <a:extLst xmlns:a="http://schemas.openxmlformats.org/drawingml/2006/main">
              <a:ext uri="{FF2B5EF4-FFF2-40B4-BE49-F238E27FC236}">
                <a16:creationId xmlns:a16="http://schemas.microsoft.com/office/drawing/2014/main" id="{835C7265-407E-4167-8A41-0E074E515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498">
            <a:extLst xmlns:a="http://schemas.openxmlformats.org/drawingml/2006/main">
              <a:ext uri="{FF2B5EF4-FFF2-40B4-BE49-F238E27FC236}">
                <a16:creationId xmlns:a16="http://schemas.microsoft.com/office/drawing/2014/main" id="{D5F62FC7-51BF-4738-BAB0-5514CDDF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634">
            <a:extLst xmlns:a="http://schemas.openxmlformats.org/drawingml/2006/main">
              <a:ext uri="{FF2B5EF4-FFF2-40B4-BE49-F238E27FC236}">
                <a16:creationId xmlns:a16="http://schemas.microsoft.com/office/drawing/2014/main" id="{B7D84886-3C61-4EE5-B166-221FDBEC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c0d0e68deec4c42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3d53bf1aef94a85"/>
              </a:rPr>
              <a:t>Codex ↗</a:t>
            </a:r>
          </a:p>
        </p:txBody>
      </p:sp>
      <p:sp>
        <p:nvSpPr>
          <p:cNvPr id="31" name="shape-1714">
            <a:extLst xmlns:a="http://schemas.openxmlformats.org/drawingml/2006/main">
              <a:ext uri="{FF2B5EF4-FFF2-40B4-BE49-F238E27FC236}">
                <a16:creationId xmlns:a16="http://schemas.microsoft.com/office/drawing/2014/main" id="{B461F33B-E54A-430D-9143-A05F2E92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251189e014440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715">
            <a:extLst xmlns:a="http://schemas.openxmlformats.org/drawingml/2006/main">
              <a:ext uri="{FF2B5EF4-FFF2-40B4-BE49-F238E27FC236}">
                <a16:creationId xmlns:a16="http://schemas.microsoft.com/office/drawing/2014/main" id="{A683E585-3B8B-4ACC-833A-267F8322E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1c8dddf821480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716">
            <a:extLst xmlns:a="http://schemas.openxmlformats.org/drawingml/2006/main">
              <a:ext uri="{FF2B5EF4-FFF2-40B4-BE49-F238E27FC236}">
                <a16:creationId xmlns:a16="http://schemas.microsoft.com/office/drawing/2014/main" id="{9361829E-ED17-467F-910F-F52E1F17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5872426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499">
            <a:extLst xmlns:a="http://schemas.openxmlformats.org/drawingml/2006/main">
              <a:ext uri="{FF2B5EF4-FFF2-40B4-BE49-F238E27FC236}">
                <a16:creationId xmlns:a16="http://schemas.microsoft.com/office/drawing/2014/main" id="{1FEDF36F-6EBF-4428-B42F-6FB53E70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70E35D-7A49-4677-B66A-0553F7F3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50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01">
            <a:extLst xmlns:a="http://schemas.openxmlformats.org/drawingml/2006/main">
              <a:ext uri="{FF2B5EF4-FFF2-40B4-BE49-F238E27FC236}">
                <a16:creationId xmlns:a16="http://schemas.microsoft.com/office/drawing/2014/main" id="{663706C2-6B9D-4AF0-848A-DE6AE395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D318F26-6534-4723-97CA-96E2C9162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502">
            <a:extLst xmlns:a="http://schemas.openxmlformats.org/drawingml/2006/main">
              <a:ext uri="{FF2B5EF4-FFF2-40B4-BE49-F238E27FC236}">
                <a16:creationId xmlns:a16="http://schemas.microsoft.com/office/drawing/2014/main" id="{C53AFDCA-E235-4DBB-95B6-7378C1D0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03">
            <a:extLst xmlns:a="http://schemas.openxmlformats.org/drawingml/2006/main">
              <a:ext uri="{FF2B5EF4-FFF2-40B4-BE49-F238E27FC236}">
                <a16:creationId xmlns:a16="http://schemas.microsoft.com/office/drawing/2014/main" id="{F7B5FB62-D584-4A4A-931B-96F71B09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04">
            <a:extLst xmlns:a="http://schemas.openxmlformats.org/drawingml/2006/main">
              <a:ext uri="{FF2B5EF4-FFF2-40B4-BE49-F238E27FC236}">
                <a16:creationId xmlns:a16="http://schemas.microsoft.com/office/drawing/2014/main" id="{54FBDDCA-6408-4456-ACC5-4DE03BC7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505">
            <a:extLst xmlns:a="http://schemas.openxmlformats.org/drawingml/2006/main">
              <a:ext uri="{FF2B5EF4-FFF2-40B4-BE49-F238E27FC236}">
                <a16:creationId xmlns:a16="http://schemas.microsoft.com/office/drawing/2014/main" id="{1F12CBF1-A6B9-4BB4-9556-21CCD889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506">
            <a:extLst xmlns:a="http://schemas.openxmlformats.org/drawingml/2006/main">
              <a:ext uri="{FF2B5EF4-FFF2-40B4-BE49-F238E27FC236}">
                <a16:creationId xmlns:a16="http://schemas.microsoft.com/office/drawing/2014/main" id="{26292F1D-3A79-49FB-9E5D-D5D4B737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07">
            <a:extLst xmlns:a="http://schemas.openxmlformats.org/drawingml/2006/main">
              <a:ext uri="{FF2B5EF4-FFF2-40B4-BE49-F238E27FC236}">
                <a16:creationId xmlns:a16="http://schemas.microsoft.com/office/drawing/2014/main" id="{D9EF758E-ED95-4E82-85E2-BCD7B55C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08">
            <a:extLst xmlns:a="http://schemas.openxmlformats.org/drawingml/2006/main">
              <a:ext uri="{FF2B5EF4-FFF2-40B4-BE49-F238E27FC236}">
                <a16:creationId xmlns:a16="http://schemas.microsoft.com/office/drawing/2014/main" id="{D819EC12-5487-4ED0-8AB0-24F95916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509">
            <a:extLst xmlns:a="http://schemas.openxmlformats.org/drawingml/2006/main">
              <a:ext uri="{FF2B5EF4-FFF2-40B4-BE49-F238E27FC236}">
                <a16:creationId xmlns:a16="http://schemas.microsoft.com/office/drawing/2014/main" id="{159972BE-7D5E-4BA3-BEB0-9736F98E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510">
            <a:extLst xmlns:a="http://schemas.openxmlformats.org/drawingml/2006/main">
              <a:ext uri="{FF2B5EF4-FFF2-40B4-BE49-F238E27FC236}">
                <a16:creationId xmlns:a16="http://schemas.microsoft.com/office/drawing/2014/main" id="{48659B00-ED39-41F5-B17B-3751DDFAA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11">
            <a:extLst xmlns:a="http://schemas.openxmlformats.org/drawingml/2006/main">
              <a:ext uri="{FF2B5EF4-FFF2-40B4-BE49-F238E27FC236}">
                <a16:creationId xmlns:a16="http://schemas.microsoft.com/office/drawing/2014/main" id="{8D77D915-F1FB-4446-9E72-B6A96435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12">
            <a:extLst xmlns:a="http://schemas.openxmlformats.org/drawingml/2006/main">
              <a:ext uri="{FF2B5EF4-FFF2-40B4-BE49-F238E27FC236}">
                <a16:creationId xmlns:a16="http://schemas.microsoft.com/office/drawing/2014/main" id="{83B54636-3A81-454B-846C-ABEFF6F7C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513">
            <a:extLst xmlns:a="http://schemas.openxmlformats.org/drawingml/2006/main">
              <a:ext uri="{FF2B5EF4-FFF2-40B4-BE49-F238E27FC236}">
                <a16:creationId xmlns:a16="http://schemas.microsoft.com/office/drawing/2014/main" id="{1A309D27-EC9F-40F3-8796-C954B134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514">
            <a:extLst xmlns:a="http://schemas.openxmlformats.org/drawingml/2006/main">
              <a:ext uri="{FF2B5EF4-FFF2-40B4-BE49-F238E27FC236}">
                <a16:creationId xmlns:a16="http://schemas.microsoft.com/office/drawing/2014/main" id="{64EE1784-8D5B-4AA7-84E9-2F1BAA5C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15">
            <a:extLst xmlns:a="http://schemas.openxmlformats.org/drawingml/2006/main">
              <a:ext uri="{FF2B5EF4-FFF2-40B4-BE49-F238E27FC236}">
                <a16:creationId xmlns:a16="http://schemas.microsoft.com/office/drawing/2014/main" id="{C2F11404-355B-4177-A846-0C7C0926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16">
            <a:extLst xmlns:a="http://schemas.openxmlformats.org/drawingml/2006/main">
              <a:ext uri="{FF2B5EF4-FFF2-40B4-BE49-F238E27FC236}">
                <a16:creationId xmlns:a16="http://schemas.microsoft.com/office/drawing/2014/main" id="{6A84A377-2518-47FC-92B9-EA2AFB83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517">
            <a:extLst xmlns:a="http://schemas.openxmlformats.org/drawingml/2006/main">
              <a:ext uri="{FF2B5EF4-FFF2-40B4-BE49-F238E27FC236}">
                <a16:creationId xmlns:a16="http://schemas.microsoft.com/office/drawing/2014/main" id="{27873F42-A096-4DE9-9073-2DE68216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635">
            <a:extLst xmlns:a="http://schemas.openxmlformats.org/drawingml/2006/main">
              <a:ext uri="{FF2B5EF4-FFF2-40B4-BE49-F238E27FC236}">
                <a16:creationId xmlns:a16="http://schemas.microsoft.com/office/drawing/2014/main" id="{9EE42BB5-1CD4-4AAF-ABD4-8E19B2AF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4367de2180d4cb4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7b6691935fa43d9"/>
              </a:rPr>
              <a:t>Codex ↗</a:t>
            </a:r>
          </a:p>
        </p:txBody>
      </p:sp>
      <p:sp>
        <p:nvSpPr>
          <p:cNvPr id="23" name="shape-1717">
            <a:extLst xmlns:a="http://schemas.openxmlformats.org/drawingml/2006/main">
              <a:ext uri="{FF2B5EF4-FFF2-40B4-BE49-F238E27FC236}">
                <a16:creationId xmlns:a16="http://schemas.microsoft.com/office/drawing/2014/main" id="{2E5F5B16-3A35-4080-ABE2-3D74903E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955ee223ec43b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18">
            <a:extLst xmlns:a="http://schemas.openxmlformats.org/drawingml/2006/main">
              <a:ext uri="{FF2B5EF4-FFF2-40B4-BE49-F238E27FC236}">
                <a16:creationId xmlns:a16="http://schemas.microsoft.com/office/drawing/2014/main" id="{AD0AB452-0B65-4FFA-8EA6-73738640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7522e03f324bf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19">
            <a:extLst xmlns:a="http://schemas.openxmlformats.org/drawingml/2006/main">
              <a:ext uri="{FF2B5EF4-FFF2-40B4-BE49-F238E27FC236}">
                <a16:creationId xmlns:a16="http://schemas.microsoft.com/office/drawing/2014/main" id="{5F1F9780-FD1E-475C-8A75-A4996D68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4189704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518">
            <a:extLst xmlns:a="http://schemas.openxmlformats.org/drawingml/2006/main">
              <a:ext uri="{FF2B5EF4-FFF2-40B4-BE49-F238E27FC236}">
                <a16:creationId xmlns:a16="http://schemas.microsoft.com/office/drawing/2014/main" id="{51A7B07A-59A8-4D1C-B40D-CAD3DEC6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BCF290-356B-422C-8D05-A4F761B8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整合挑戰｜讓 Agent 完成可驗證的教學成果</a:t>
            </a:r>
          </a:p>
        </p:txBody>
      </p:sp>
      <p:cxnSp>
        <p:nvCxnSpPr>
          <p:cNvPr id="27" name="shape-151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20">
            <a:extLst xmlns:a="http://schemas.openxmlformats.org/drawingml/2006/main">
              <a:ext uri="{FF2B5EF4-FFF2-40B4-BE49-F238E27FC236}">
                <a16:creationId xmlns:a16="http://schemas.microsoft.com/office/drawing/2014/main" id="{4FAF7C71-23BB-4F5F-87E0-BB70B6D2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0B02DB4-6B3E-4A0D-9A28-9ED80702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521">
            <a:extLst xmlns:a="http://schemas.openxmlformats.org/drawingml/2006/main">
              <a:ext uri="{FF2B5EF4-FFF2-40B4-BE49-F238E27FC236}">
                <a16:creationId xmlns:a16="http://schemas.microsoft.com/office/drawing/2014/main" id="{5947027E-4654-4959-9BCD-B1F2556D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522">
            <a:extLst xmlns:a="http://schemas.openxmlformats.org/drawingml/2006/main">
              <a:ext uri="{FF2B5EF4-FFF2-40B4-BE49-F238E27FC236}">
                <a16:creationId xmlns:a16="http://schemas.microsoft.com/office/drawing/2014/main" id="{66593376-5300-42FB-9AE6-7BA005F49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523">
            <a:extLst xmlns:a="http://schemas.openxmlformats.org/drawingml/2006/main">
              <a:ext uri="{FF2B5EF4-FFF2-40B4-BE49-F238E27FC236}">
                <a16:creationId xmlns:a16="http://schemas.microsoft.com/office/drawing/2014/main" id="{1D9E6F75-C1B7-4EED-8BC0-A11CAAB4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524">
            <a:extLst xmlns:a="http://schemas.openxmlformats.org/drawingml/2006/main">
              <a:ext uri="{FF2B5EF4-FFF2-40B4-BE49-F238E27FC236}">
                <a16:creationId xmlns:a16="http://schemas.microsoft.com/office/drawing/2014/main" id="{2C5D4132-4ACC-4085-A682-EDC91C5C7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525">
            <a:extLst xmlns:a="http://schemas.openxmlformats.org/drawingml/2006/main">
              <a:ext uri="{FF2B5EF4-FFF2-40B4-BE49-F238E27FC236}">
                <a16:creationId xmlns:a16="http://schemas.microsoft.com/office/drawing/2014/main" id="{ADC98D64-C35A-4264-9926-7584889F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526">
            <a:extLst xmlns:a="http://schemas.openxmlformats.org/drawingml/2006/main">
              <a:ext uri="{FF2B5EF4-FFF2-40B4-BE49-F238E27FC236}">
                <a16:creationId xmlns:a16="http://schemas.microsoft.com/office/drawing/2014/main" id="{012C4BC4-284F-4A40-93E2-F712B10E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對上午作品或合成資料提出一項真實任務</a:t>
            </a:r>
          </a:p>
        </p:txBody>
      </p:sp>
      <p:sp>
        <p:nvSpPr>
          <p:cNvPr id="12" name="text-1527">
            <a:extLst xmlns:a="http://schemas.openxmlformats.org/drawingml/2006/main">
              <a:ext uri="{FF2B5EF4-FFF2-40B4-BE49-F238E27FC236}">
                <a16:creationId xmlns:a16="http://schemas.microsoft.com/office/drawing/2014/main" id="{D24DEF81-2A89-49C1-B0B2-619D8256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528">
            <a:extLst xmlns:a="http://schemas.openxmlformats.org/drawingml/2006/main">
              <a:ext uri="{FF2B5EF4-FFF2-40B4-BE49-F238E27FC236}">
                <a16:creationId xmlns:a16="http://schemas.microsoft.com/office/drawing/2014/main" id="{21371BE6-23C4-46CE-B7D2-FE2AAFCD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529">
            <a:extLst xmlns:a="http://schemas.openxmlformats.org/drawingml/2006/main">
              <a:ext uri="{FF2B5EF4-FFF2-40B4-BE49-F238E27FC236}">
                <a16:creationId xmlns:a16="http://schemas.microsoft.com/office/drawing/2014/main" id="{6A61A4DE-C46E-476E-8039-9947F1E1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530">
            <a:extLst xmlns:a="http://schemas.openxmlformats.org/drawingml/2006/main">
              <a:ext uri="{FF2B5EF4-FFF2-40B4-BE49-F238E27FC236}">
                <a16:creationId xmlns:a16="http://schemas.microsoft.com/office/drawing/2014/main" id="{AEEDC2A3-1A87-4FFC-A127-97889A1C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531">
            <a:extLst xmlns:a="http://schemas.openxmlformats.org/drawingml/2006/main">
              <a:ext uri="{FF2B5EF4-FFF2-40B4-BE49-F238E27FC236}">
                <a16:creationId xmlns:a16="http://schemas.microsoft.com/office/drawing/2014/main" id="{1DABF63C-D549-46B6-AE10-F61D9270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532">
            <a:extLst xmlns:a="http://schemas.openxmlformats.org/drawingml/2006/main">
              <a:ext uri="{FF2B5EF4-FFF2-40B4-BE49-F238E27FC236}">
                <a16:creationId xmlns:a16="http://schemas.microsoft.com/office/drawing/2014/main" id="{FCFEB5A8-CBFF-4B2C-AAAD-73F19215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533">
            <a:extLst xmlns:a="http://schemas.openxmlformats.org/drawingml/2006/main">
              <a:ext uri="{FF2B5EF4-FFF2-40B4-BE49-F238E27FC236}">
                <a16:creationId xmlns:a16="http://schemas.microsoft.com/office/drawing/2014/main" id="{84E0E6FA-12A8-44FA-98A9-2012EB65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636">
            <a:extLst xmlns:a="http://schemas.openxmlformats.org/drawingml/2006/main">
              <a:ext uri="{FF2B5EF4-FFF2-40B4-BE49-F238E27FC236}">
                <a16:creationId xmlns:a16="http://schemas.microsoft.com/office/drawing/2014/main" id="{26900162-37BF-48BC-93DD-A49F21D58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f98ade0f7464e33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7ce75cb4d54ac9"/>
              </a:rPr>
              <a:t>Codex ↗</a:t>
            </a:r>
          </a:p>
        </p:txBody>
      </p:sp>
      <p:sp>
        <p:nvSpPr>
          <p:cNvPr id="20" name="shape-1720">
            <a:extLst xmlns:a="http://schemas.openxmlformats.org/drawingml/2006/main">
              <a:ext uri="{FF2B5EF4-FFF2-40B4-BE49-F238E27FC236}">
                <a16:creationId xmlns:a16="http://schemas.microsoft.com/office/drawing/2014/main" id="{24544043-3560-4921-A22F-C4899886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556535eabf4df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721">
            <a:extLst xmlns:a="http://schemas.openxmlformats.org/drawingml/2006/main">
              <a:ext uri="{FF2B5EF4-FFF2-40B4-BE49-F238E27FC236}">
                <a16:creationId xmlns:a16="http://schemas.microsoft.com/office/drawing/2014/main" id="{1E39A0F3-5E92-4331-8C95-17EB7A2B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476f7df60402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722">
            <a:extLst xmlns:a="http://schemas.openxmlformats.org/drawingml/2006/main">
              <a:ext uri="{FF2B5EF4-FFF2-40B4-BE49-F238E27FC236}">
                <a16:creationId xmlns:a16="http://schemas.microsoft.com/office/drawing/2014/main" id="{E8049E2B-B786-498F-B7E4-B79E472D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0920951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534">
            <a:extLst xmlns:a="http://schemas.openxmlformats.org/drawingml/2006/main">
              <a:ext uri="{FF2B5EF4-FFF2-40B4-BE49-F238E27FC236}">
                <a16:creationId xmlns:a16="http://schemas.microsoft.com/office/drawing/2014/main" id="{71F8E663-263A-473C-87F1-0430E0B0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2725892-B918-49B7-920B-4543FCAC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5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36">
            <a:extLst xmlns:a="http://schemas.openxmlformats.org/drawingml/2006/main">
              <a:ext uri="{FF2B5EF4-FFF2-40B4-BE49-F238E27FC236}">
                <a16:creationId xmlns:a16="http://schemas.microsoft.com/office/drawing/2014/main" id="{ED9CBF9F-F49E-4C20-9E6E-79695B29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F5D5A4-1A56-4F2C-B909-B2988293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537">
            <a:extLst xmlns:a="http://schemas.openxmlformats.org/drawingml/2006/main">
              <a:ext uri="{FF2B5EF4-FFF2-40B4-BE49-F238E27FC236}">
                <a16:creationId xmlns:a16="http://schemas.microsoft.com/office/drawing/2014/main" id="{45D1AADA-B21B-467D-A5B7-7F9DF1881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38">
            <a:extLst xmlns:a="http://schemas.openxmlformats.org/drawingml/2006/main">
              <a:ext uri="{FF2B5EF4-FFF2-40B4-BE49-F238E27FC236}">
                <a16:creationId xmlns:a16="http://schemas.microsoft.com/office/drawing/2014/main" id="{37A3586C-FD66-48F5-96A9-1EAEB752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539">
            <a:extLst xmlns:a="http://schemas.openxmlformats.org/drawingml/2006/main">
              <a:ext uri="{FF2B5EF4-FFF2-40B4-BE49-F238E27FC236}">
                <a16:creationId xmlns:a16="http://schemas.microsoft.com/office/drawing/2014/main" id="{FB225EF2-9FEF-41DE-96A5-20931DCA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540">
            <a:extLst xmlns:a="http://schemas.openxmlformats.org/drawingml/2006/main">
              <a:ext uri="{FF2B5EF4-FFF2-40B4-BE49-F238E27FC236}">
                <a16:creationId xmlns:a16="http://schemas.microsoft.com/office/drawing/2014/main" id="{16B518C3-D775-40BE-BB9F-42FC79EF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這個 Agent 任務是否解決真實教學問題？</a:t>
            </a:r>
          </a:p>
        </p:txBody>
      </p:sp>
      <p:sp>
        <p:nvSpPr>
          <p:cNvPr id="10" name="shape-1541">
            <a:extLst xmlns:a="http://schemas.openxmlformats.org/drawingml/2006/main">
              <a:ext uri="{FF2B5EF4-FFF2-40B4-BE49-F238E27FC236}">
                <a16:creationId xmlns:a16="http://schemas.microsoft.com/office/drawing/2014/main" id="{CAC0E53F-5423-4CF4-AAB3-45F0E647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42">
            <a:extLst xmlns:a="http://schemas.openxmlformats.org/drawingml/2006/main">
              <a:ext uri="{FF2B5EF4-FFF2-40B4-BE49-F238E27FC236}">
                <a16:creationId xmlns:a16="http://schemas.microsoft.com/office/drawing/2014/main" id="{F3275A0D-CBDD-43E1-823A-9060202B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43">
            <a:extLst xmlns:a="http://schemas.openxmlformats.org/drawingml/2006/main">
              <a:ext uri="{FF2B5EF4-FFF2-40B4-BE49-F238E27FC236}">
                <a16:creationId xmlns:a16="http://schemas.microsoft.com/office/drawing/2014/main" id="{981D06DA-47C0-4042-9D61-DFF073F4B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544">
            <a:extLst xmlns:a="http://schemas.openxmlformats.org/drawingml/2006/main">
              <a:ext uri="{FF2B5EF4-FFF2-40B4-BE49-F238E27FC236}">
                <a16:creationId xmlns:a16="http://schemas.microsoft.com/office/drawing/2014/main" id="{9F1FDAC7-A862-450E-9DDD-59050604F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545">
            <a:extLst xmlns:a="http://schemas.openxmlformats.org/drawingml/2006/main">
              <a:ext uri="{FF2B5EF4-FFF2-40B4-BE49-F238E27FC236}">
                <a16:creationId xmlns:a16="http://schemas.microsoft.com/office/drawing/2014/main" id="{0C569011-D132-4EFF-B4AE-ED320C424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46">
            <a:extLst xmlns:a="http://schemas.openxmlformats.org/drawingml/2006/main">
              <a:ext uri="{FF2B5EF4-FFF2-40B4-BE49-F238E27FC236}">
                <a16:creationId xmlns:a16="http://schemas.microsoft.com/office/drawing/2014/main" id="{791F486F-1215-4955-9DDC-3A044A78D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47">
            <a:extLst xmlns:a="http://schemas.openxmlformats.org/drawingml/2006/main">
              <a:ext uri="{FF2B5EF4-FFF2-40B4-BE49-F238E27FC236}">
                <a16:creationId xmlns:a16="http://schemas.microsoft.com/office/drawing/2014/main" id="{AB3D56FB-10A9-4E99-8426-EBF9CD49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548">
            <a:extLst xmlns:a="http://schemas.openxmlformats.org/drawingml/2006/main">
              <a:ext uri="{FF2B5EF4-FFF2-40B4-BE49-F238E27FC236}">
                <a16:creationId xmlns:a16="http://schemas.microsoft.com/office/drawing/2014/main" id="{15A78156-A488-4BC5-BAA3-1346FB7B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549">
            <a:extLst xmlns:a="http://schemas.openxmlformats.org/drawingml/2006/main">
              <a:ext uri="{FF2B5EF4-FFF2-40B4-BE49-F238E27FC236}">
                <a16:creationId xmlns:a16="http://schemas.microsoft.com/office/drawing/2014/main" id="{0A19BEDD-F457-4461-B266-968D11121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50">
            <a:extLst xmlns:a="http://schemas.openxmlformats.org/drawingml/2006/main">
              <a:ext uri="{FF2B5EF4-FFF2-40B4-BE49-F238E27FC236}">
                <a16:creationId xmlns:a16="http://schemas.microsoft.com/office/drawing/2014/main" id="{E7BE581E-EF16-4B9B-955C-4B1D19C1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51">
            <a:extLst xmlns:a="http://schemas.openxmlformats.org/drawingml/2006/main">
              <a:ext uri="{FF2B5EF4-FFF2-40B4-BE49-F238E27FC236}">
                <a16:creationId xmlns:a16="http://schemas.microsoft.com/office/drawing/2014/main" id="{915E3313-5C9A-4918-A0B5-B868EEBD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552">
            <a:extLst xmlns:a="http://schemas.openxmlformats.org/drawingml/2006/main">
              <a:ext uri="{FF2B5EF4-FFF2-40B4-BE49-F238E27FC236}">
                <a16:creationId xmlns:a16="http://schemas.microsoft.com/office/drawing/2014/main" id="{0B41748D-ED20-42BB-91E5-196EE2019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637">
            <a:extLst xmlns:a="http://schemas.openxmlformats.org/drawingml/2006/main">
              <a:ext uri="{FF2B5EF4-FFF2-40B4-BE49-F238E27FC236}">
                <a16:creationId xmlns:a16="http://schemas.microsoft.com/office/drawing/2014/main" id="{10C85EBE-AC99-4B21-BAA3-207F557E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5b45580e1174da5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6c8884f7ef4455d"/>
              </a:rPr>
              <a:t>Codex ↗</a:t>
            </a:r>
          </a:p>
        </p:txBody>
      </p:sp>
      <p:sp>
        <p:nvSpPr>
          <p:cNvPr id="23" name="shape-1723">
            <a:extLst xmlns:a="http://schemas.openxmlformats.org/drawingml/2006/main">
              <a:ext uri="{FF2B5EF4-FFF2-40B4-BE49-F238E27FC236}">
                <a16:creationId xmlns:a16="http://schemas.microsoft.com/office/drawing/2014/main" id="{38F635FB-36A7-4E64-9116-F1ED3726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d82b55564f46b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724">
            <a:extLst xmlns:a="http://schemas.openxmlformats.org/drawingml/2006/main">
              <a:ext uri="{FF2B5EF4-FFF2-40B4-BE49-F238E27FC236}">
                <a16:creationId xmlns:a16="http://schemas.microsoft.com/office/drawing/2014/main" id="{C028805C-16D8-448B-8675-E466D5CF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ed5fa116c84731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725">
            <a:extLst xmlns:a="http://schemas.openxmlformats.org/drawingml/2006/main">
              <a:ext uri="{FF2B5EF4-FFF2-40B4-BE49-F238E27FC236}">
                <a16:creationId xmlns:a16="http://schemas.microsoft.com/office/drawing/2014/main" id="{7232B9A1-5B93-452E-8AC8-1E192A30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156459580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553">
            <a:extLst xmlns:a="http://schemas.openxmlformats.org/drawingml/2006/main">
              <a:ext uri="{FF2B5EF4-FFF2-40B4-BE49-F238E27FC236}">
                <a16:creationId xmlns:a16="http://schemas.microsoft.com/office/drawing/2014/main" id="{2F643EA4-D4A5-4A79-92BF-AB56AE16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2DCA64F-57F1-47A1-93F5-D1891296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55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55">
            <a:extLst xmlns:a="http://schemas.openxmlformats.org/drawingml/2006/main">
              <a:ext uri="{FF2B5EF4-FFF2-40B4-BE49-F238E27FC236}">
                <a16:creationId xmlns:a16="http://schemas.microsoft.com/office/drawing/2014/main" id="{A152639B-7AE7-4635-8F71-A28C5CA69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DF15B6B-1B82-4C7B-9809-EB35F24B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cxnSp>
        <p:nvCxnSpPr>
          <p:cNvPr id="38" name="shape-1556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1557">
            <a:extLst xmlns:a="http://schemas.openxmlformats.org/drawingml/2006/main">
              <a:ext uri="{FF2B5EF4-FFF2-40B4-BE49-F238E27FC236}">
                <a16:creationId xmlns:a16="http://schemas.microsoft.com/office/drawing/2014/main" id="{7057C1A1-E7A1-42AB-9A01-F5F97E78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558">
            <a:extLst xmlns:a="http://schemas.openxmlformats.org/drawingml/2006/main">
              <a:ext uri="{FF2B5EF4-FFF2-40B4-BE49-F238E27FC236}">
                <a16:creationId xmlns:a16="http://schemas.microsoft.com/office/drawing/2014/main" id="{39B36552-3FFA-4199-A2B7-98FA85A6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559">
            <a:extLst xmlns:a="http://schemas.openxmlformats.org/drawingml/2006/main">
              <a:ext uri="{FF2B5EF4-FFF2-40B4-BE49-F238E27FC236}">
                <a16:creationId xmlns:a16="http://schemas.microsoft.com/office/drawing/2014/main" id="{A43C7616-4E71-4CF0-A339-472E183B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560">
            <a:extLst xmlns:a="http://schemas.openxmlformats.org/drawingml/2006/main">
              <a:ext uri="{FF2B5EF4-FFF2-40B4-BE49-F238E27FC236}">
                <a16:creationId xmlns:a16="http://schemas.microsoft.com/office/drawing/2014/main" id="{A0047990-A486-4877-866B-AF73FCED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561">
            <a:extLst xmlns:a="http://schemas.openxmlformats.org/drawingml/2006/main">
              <a:ext uri="{FF2B5EF4-FFF2-40B4-BE49-F238E27FC236}">
                <a16:creationId xmlns:a16="http://schemas.microsoft.com/office/drawing/2014/main" id="{FEBF60F9-E6AC-49D8-9506-A8BBB67C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562">
            <a:extLst xmlns:a="http://schemas.openxmlformats.org/drawingml/2006/main">
              <a:ext uri="{FF2B5EF4-FFF2-40B4-BE49-F238E27FC236}">
                <a16:creationId xmlns:a16="http://schemas.microsoft.com/office/drawing/2014/main" id="{F4757906-224F-4F69-A8BB-ABBAF908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563">
            <a:extLst xmlns:a="http://schemas.openxmlformats.org/drawingml/2006/main">
              <a:ext uri="{FF2B5EF4-FFF2-40B4-BE49-F238E27FC236}">
                <a16:creationId xmlns:a16="http://schemas.microsoft.com/office/drawing/2014/main" id="{F46D5A70-0C73-4849-AC34-3A6195BF5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564">
            <a:extLst xmlns:a="http://schemas.openxmlformats.org/drawingml/2006/main">
              <a:ext uri="{FF2B5EF4-FFF2-40B4-BE49-F238E27FC236}">
                <a16:creationId xmlns:a16="http://schemas.microsoft.com/office/drawing/2014/main" id="{4BB6472C-88E8-4D41-A8DA-503C873B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565">
            <a:extLst xmlns:a="http://schemas.openxmlformats.org/drawingml/2006/main">
              <a:ext uri="{FF2B5EF4-FFF2-40B4-BE49-F238E27FC236}">
                <a16:creationId xmlns:a16="http://schemas.microsoft.com/office/drawing/2014/main" id="{C61EF772-DE48-4199-9A0E-8FF1382D2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566">
            <a:extLst xmlns:a="http://schemas.openxmlformats.org/drawingml/2006/main">
              <a:ext uri="{FF2B5EF4-FFF2-40B4-BE49-F238E27FC236}">
                <a16:creationId xmlns:a16="http://schemas.microsoft.com/office/drawing/2014/main" id="{4CBFDCED-2BA1-4C8A-B46B-94A3DA79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567">
            <a:extLst xmlns:a="http://schemas.openxmlformats.org/drawingml/2006/main">
              <a:ext uri="{FF2B5EF4-FFF2-40B4-BE49-F238E27FC236}">
                <a16:creationId xmlns:a16="http://schemas.microsoft.com/office/drawing/2014/main" id="{1CEB7842-E1EC-4958-AD27-61E383440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568">
            <a:extLst xmlns:a="http://schemas.openxmlformats.org/drawingml/2006/main">
              <a:ext uri="{FF2B5EF4-FFF2-40B4-BE49-F238E27FC236}">
                <a16:creationId xmlns:a16="http://schemas.microsoft.com/office/drawing/2014/main" id="{347B636A-BDE2-4C7B-9D42-FDF69B06A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569">
            <a:extLst xmlns:a="http://schemas.openxmlformats.org/drawingml/2006/main">
              <a:ext uri="{FF2B5EF4-FFF2-40B4-BE49-F238E27FC236}">
                <a16:creationId xmlns:a16="http://schemas.microsoft.com/office/drawing/2014/main" id="{C3FC440F-D759-4726-B7F0-33132B33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570">
            <a:extLst xmlns:a="http://schemas.openxmlformats.org/drawingml/2006/main">
              <a:ext uri="{FF2B5EF4-FFF2-40B4-BE49-F238E27FC236}">
                <a16:creationId xmlns:a16="http://schemas.microsoft.com/office/drawing/2014/main" id="{050EC49E-BFE8-46C9-A277-77BBA262A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571">
            <a:extLst xmlns:a="http://schemas.openxmlformats.org/drawingml/2006/main">
              <a:ext uri="{FF2B5EF4-FFF2-40B4-BE49-F238E27FC236}">
                <a16:creationId xmlns:a16="http://schemas.microsoft.com/office/drawing/2014/main" id="{3E4231BC-9E8B-4FE3-81E3-F035E854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572">
            <a:extLst xmlns:a="http://schemas.openxmlformats.org/drawingml/2006/main">
              <a:ext uri="{FF2B5EF4-FFF2-40B4-BE49-F238E27FC236}">
                <a16:creationId xmlns:a16="http://schemas.microsoft.com/office/drawing/2014/main" id="{3181C0FC-76B5-4833-971F-AEFB4705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573">
            <a:extLst xmlns:a="http://schemas.openxmlformats.org/drawingml/2006/main">
              <a:ext uri="{FF2B5EF4-FFF2-40B4-BE49-F238E27FC236}">
                <a16:creationId xmlns:a16="http://schemas.microsoft.com/office/drawing/2014/main" id="{0818AC63-BD94-480C-9F2F-7101FDA0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574">
            <a:extLst xmlns:a="http://schemas.openxmlformats.org/drawingml/2006/main">
              <a:ext uri="{FF2B5EF4-FFF2-40B4-BE49-F238E27FC236}">
                <a16:creationId xmlns:a16="http://schemas.microsoft.com/office/drawing/2014/main" id="{5C9C32A5-2033-48C9-9451-36704D0B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575">
            <a:extLst xmlns:a="http://schemas.openxmlformats.org/drawingml/2006/main">
              <a:ext uri="{FF2B5EF4-FFF2-40B4-BE49-F238E27FC236}">
                <a16:creationId xmlns:a16="http://schemas.microsoft.com/office/drawing/2014/main" id="{5967F329-3539-4B7E-8D5D-88DAE30C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576">
            <a:extLst xmlns:a="http://schemas.openxmlformats.org/drawingml/2006/main">
              <a:ext uri="{FF2B5EF4-FFF2-40B4-BE49-F238E27FC236}">
                <a16:creationId xmlns:a16="http://schemas.microsoft.com/office/drawing/2014/main" id="{CEC090EE-4019-4BE8-A95A-89EF7ADB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638">
            <a:extLst xmlns:a="http://schemas.openxmlformats.org/drawingml/2006/main">
              <a:ext uri="{FF2B5EF4-FFF2-40B4-BE49-F238E27FC236}">
                <a16:creationId xmlns:a16="http://schemas.microsoft.com/office/drawing/2014/main" id="{D3BB89F3-FF0B-48BC-9755-1A0AF096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d8099d41ccf438a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7d56c7f4e994a33"/>
              </a:rPr>
              <a:t>Codex ↗</a:t>
            </a:r>
          </a:p>
        </p:txBody>
      </p:sp>
      <p:sp>
        <p:nvSpPr>
          <p:cNvPr id="28" name="shape-1726">
            <a:extLst xmlns:a="http://schemas.openxmlformats.org/drawingml/2006/main">
              <a:ext uri="{FF2B5EF4-FFF2-40B4-BE49-F238E27FC236}">
                <a16:creationId xmlns:a16="http://schemas.microsoft.com/office/drawing/2014/main" id="{4FFF9809-5D04-4A2F-AEC6-9932D47E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d0247a000e4f1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1727">
            <a:extLst xmlns:a="http://schemas.openxmlformats.org/drawingml/2006/main">
              <a:ext uri="{FF2B5EF4-FFF2-40B4-BE49-F238E27FC236}">
                <a16:creationId xmlns:a16="http://schemas.microsoft.com/office/drawing/2014/main" id="{7FC7CA57-B478-4692-9561-7CFBC6AB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89cd9691b74d8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1728">
            <a:extLst xmlns:a="http://schemas.openxmlformats.org/drawingml/2006/main">
              <a:ext uri="{FF2B5EF4-FFF2-40B4-BE49-F238E27FC236}">
                <a16:creationId xmlns:a16="http://schemas.microsoft.com/office/drawing/2014/main" id="{4E875DF4-5AAA-46CE-A171-5D72571D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7412625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text-1577">
            <a:extLst xmlns:a="http://schemas.openxmlformats.org/drawingml/2006/main">
              <a:ext uri="{FF2B5EF4-FFF2-40B4-BE49-F238E27FC236}">
                <a16:creationId xmlns:a16="http://schemas.microsoft.com/office/drawing/2014/main" id="{C88452B6-D01D-489B-9912-DE00AD0C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2A7F1B-89BB-43F8-BA8E-86476971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41" name="shape-157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579">
            <a:extLst xmlns:a="http://schemas.openxmlformats.org/drawingml/2006/main">
              <a:ext uri="{FF2B5EF4-FFF2-40B4-BE49-F238E27FC236}">
                <a16:creationId xmlns:a16="http://schemas.microsoft.com/office/drawing/2014/main" id="{333A8E83-4DD3-4E57-B9A8-A5577D07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9A08DB5-46A7-492A-9222-8822B0BE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580">
            <a:extLst xmlns:a="http://schemas.openxmlformats.org/drawingml/2006/main">
              <a:ext uri="{FF2B5EF4-FFF2-40B4-BE49-F238E27FC236}">
                <a16:creationId xmlns:a16="http://schemas.microsoft.com/office/drawing/2014/main" id="{21BB12FF-A73F-41C3-9F27-415F54AB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581">
            <a:extLst xmlns:a="http://schemas.openxmlformats.org/drawingml/2006/main">
              <a:ext uri="{FF2B5EF4-FFF2-40B4-BE49-F238E27FC236}">
                <a16:creationId xmlns:a16="http://schemas.microsoft.com/office/drawing/2014/main" id="{4287E969-77DD-4377-8E82-3619E84B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1582">
            <a:extLst xmlns:a="http://schemas.openxmlformats.org/drawingml/2006/main">
              <a:ext uri="{FF2B5EF4-FFF2-40B4-BE49-F238E27FC236}">
                <a16:creationId xmlns:a16="http://schemas.microsoft.com/office/drawing/2014/main" id="{83EEFF0C-CED9-450C-82F1-0A2A54FA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626d55717054023"/>
              </a:rPr>
              <a:t>../START_HERE_研習資源導航.html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3777a0e8534756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1583">
            <a:extLst xmlns:a="http://schemas.openxmlformats.org/drawingml/2006/main">
              <a:ext uri="{FF2B5EF4-FFF2-40B4-BE49-F238E27FC236}">
                <a16:creationId xmlns:a16="http://schemas.microsoft.com/office/drawing/2014/main" id="{3F80D62B-937F-4CB2-A7B9-75BAF5C2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584">
            <a:extLst xmlns:a="http://schemas.openxmlformats.org/drawingml/2006/main">
              <a:ext uri="{FF2B5EF4-FFF2-40B4-BE49-F238E27FC236}">
                <a16:creationId xmlns:a16="http://schemas.microsoft.com/office/drawing/2014/main" id="{A4753F71-98C3-4C8D-BB2F-DF329106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1585">
            <a:extLst xmlns:a="http://schemas.openxmlformats.org/drawingml/2006/main">
              <a:ext uri="{FF2B5EF4-FFF2-40B4-BE49-F238E27FC236}">
                <a16:creationId xmlns:a16="http://schemas.microsoft.com/office/drawing/2014/main" id="{E797B548-D624-4975-A0ED-A8D8C928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c03a4d17744f4f7b"/>
              </a:rPr>
              <a:t>https://antigravity.google/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9022dc3b042a5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1586">
            <a:extLst xmlns:a="http://schemas.openxmlformats.org/drawingml/2006/main">
              <a:ext uri="{FF2B5EF4-FFF2-40B4-BE49-F238E27FC236}">
                <a16:creationId xmlns:a16="http://schemas.microsoft.com/office/drawing/2014/main" id="{EEDFE20E-E60C-4942-AA47-2E128E4FC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587">
            <a:extLst xmlns:a="http://schemas.openxmlformats.org/drawingml/2006/main">
              <a:ext uri="{FF2B5EF4-FFF2-40B4-BE49-F238E27FC236}">
                <a16:creationId xmlns:a16="http://schemas.microsoft.com/office/drawing/2014/main" id="{969FA523-1A91-453B-8FF3-564C4E6C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1588">
            <a:extLst xmlns:a="http://schemas.openxmlformats.org/drawingml/2006/main">
              <a:ext uri="{FF2B5EF4-FFF2-40B4-BE49-F238E27FC236}">
                <a16:creationId xmlns:a16="http://schemas.microsoft.com/office/drawing/2014/main" id="{74C0DFAD-4178-4CFD-96C7-235A9586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9346f110a5204e92"/>
              </a:rPr>
              <a:t>https://chatgpt.com/codex/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7d5fc26075424a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1589">
            <a:extLst xmlns:a="http://schemas.openxmlformats.org/drawingml/2006/main">
              <a:ext uri="{FF2B5EF4-FFF2-40B4-BE49-F238E27FC236}">
                <a16:creationId xmlns:a16="http://schemas.microsoft.com/office/drawing/2014/main" id="{B098AF60-C5B9-46AF-AB3A-510BE1F3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590">
            <a:extLst xmlns:a="http://schemas.openxmlformats.org/drawingml/2006/main">
              <a:ext uri="{FF2B5EF4-FFF2-40B4-BE49-F238E27FC236}">
                <a16:creationId xmlns:a16="http://schemas.microsoft.com/office/drawing/2014/main" id="{AA81BE49-BCEB-404D-9752-455DEB9B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Claude</a:t>
            </a:r>
          </a:p>
        </p:txBody>
      </p:sp>
      <p:sp>
        <p:nvSpPr>
          <p:cNvPr id="20" name="text-1591">
            <a:extLst xmlns:a="http://schemas.openxmlformats.org/drawingml/2006/main">
              <a:ext uri="{FF2B5EF4-FFF2-40B4-BE49-F238E27FC236}">
                <a16:creationId xmlns:a16="http://schemas.microsoft.com/office/drawing/2014/main" id="{6052BD3E-61D0-441A-AFFD-90961DC2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fe351118a6b4c22"/>
              </a:rPr>
              <a:t>https://claude.ai/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28033baf784a99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1592">
            <a:extLst xmlns:a="http://schemas.openxmlformats.org/drawingml/2006/main">
              <a:ext uri="{FF2B5EF4-FFF2-40B4-BE49-F238E27FC236}">
                <a16:creationId xmlns:a16="http://schemas.microsoft.com/office/drawing/2014/main" id="{C0CFB3D0-5834-400C-9B80-A9CD3335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593">
            <a:extLst xmlns:a="http://schemas.openxmlformats.org/drawingml/2006/main">
              <a:ext uri="{FF2B5EF4-FFF2-40B4-BE49-F238E27FC236}">
                <a16:creationId xmlns:a16="http://schemas.microsoft.com/office/drawing/2014/main" id="{BB0C4ACA-033B-4B16-A617-E4711446B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4" name="text-1594">
            <a:extLst xmlns:a="http://schemas.openxmlformats.org/drawingml/2006/main">
              <a:ext uri="{FF2B5EF4-FFF2-40B4-BE49-F238E27FC236}">
                <a16:creationId xmlns:a16="http://schemas.microsoft.com/office/drawing/2014/main" id="{13FAD957-8528-42E8-9A69-2901937EE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cde54edc22e4acd"/>
              </a:rPr>
              <a:t>https://codelabs.developers.google.com/getting-started-with-antigravity-skills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1c09fb05594279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1595">
            <a:extLst xmlns:a="http://schemas.openxmlformats.org/drawingml/2006/main">
              <a:ext uri="{FF2B5EF4-FFF2-40B4-BE49-F238E27FC236}">
                <a16:creationId xmlns:a16="http://schemas.microsoft.com/office/drawing/2014/main" id="{22E90BFD-A98B-402F-B0F2-B6DAEED9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596">
            <a:extLst xmlns:a="http://schemas.openxmlformats.org/drawingml/2006/main">
              <a:ext uri="{FF2B5EF4-FFF2-40B4-BE49-F238E27FC236}">
                <a16:creationId xmlns:a16="http://schemas.microsoft.com/office/drawing/2014/main" id="{C1D5202C-10FC-4D77-9359-F146BB0E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28" name="text-1597">
            <a:extLst xmlns:a="http://schemas.openxmlformats.org/drawingml/2006/main">
              <a:ext uri="{FF2B5EF4-FFF2-40B4-BE49-F238E27FC236}">
                <a16:creationId xmlns:a16="http://schemas.microsoft.com/office/drawing/2014/main" id="{57C697CA-AE46-4670-8C98-01A0EA48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8b1b32a9c59c48f4"/>
              </a:rPr>
              <a:t>../04_實作工具/提示詞快捷面板_研習用.html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309539cb64e9d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1598">
            <a:extLst xmlns:a="http://schemas.openxmlformats.org/drawingml/2006/main">
              <a:ext uri="{FF2B5EF4-FFF2-40B4-BE49-F238E27FC236}">
                <a16:creationId xmlns:a16="http://schemas.microsoft.com/office/drawing/2014/main" id="{501CD93C-6F78-4A69-A25A-396C8E0D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1" name="text-1599">
            <a:extLst xmlns:a="http://schemas.openxmlformats.org/drawingml/2006/main">
              <a:ext uri="{FF2B5EF4-FFF2-40B4-BE49-F238E27FC236}">
                <a16:creationId xmlns:a16="http://schemas.microsoft.com/office/drawing/2014/main" id="{DD7B173C-FCDC-43A2-8C0A-3C34512B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32" name="text-1600">
            <a:extLst xmlns:a="http://schemas.openxmlformats.org/drawingml/2006/main">
              <a:ext uri="{FF2B5EF4-FFF2-40B4-BE49-F238E27FC236}">
                <a16:creationId xmlns:a16="http://schemas.microsoft.com/office/drawing/2014/main" id="{C91EDDEF-F649-4D01-A953-A34E5951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429405615ca474d"/>
              </a:rPr>
              <a:t>https://cagoooo.github.io/Akai/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3847bb968844ad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1601">
            <a:extLst xmlns:a="http://schemas.openxmlformats.org/drawingml/2006/main">
              <a:ext uri="{FF2B5EF4-FFF2-40B4-BE49-F238E27FC236}">
                <a16:creationId xmlns:a16="http://schemas.microsoft.com/office/drawing/2014/main" id="{A908ED13-6F59-4392-BD49-E0DC6E15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5" name="text-1602">
            <a:extLst xmlns:a="http://schemas.openxmlformats.org/drawingml/2006/main">
              <a:ext uri="{FF2B5EF4-FFF2-40B4-BE49-F238E27FC236}">
                <a16:creationId xmlns:a16="http://schemas.microsoft.com/office/drawing/2014/main" id="{C9FB81A0-8799-4FC4-A6CD-E76475F1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36" name="text-1603">
            <a:extLst xmlns:a="http://schemas.openxmlformats.org/drawingml/2006/main">
              <a:ext uri="{FF2B5EF4-FFF2-40B4-BE49-F238E27FC236}">
                <a16:creationId xmlns:a16="http://schemas.microsoft.com/office/drawing/2014/main" id="{A8411A3E-AD51-4545-B0F4-5B79FC82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754bc11eb2a346c6"/>
              </a:rPr>
              <a:t>https://www.iea.nl/sites/default/files/2025-10/GA66_PIRLS%202026.pdf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9761ae50447a2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text-1604">
            <a:extLst xmlns:a="http://schemas.openxmlformats.org/drawingml/2006/main">
              <a:ext uri="{FF2B5EF4-FFF2-40B4-BE49-F238E27FC236}">
                <a16:creationId xmlns:a16="http://schemas.microsoft.com/office/drawing/2014/main" id="{8D1861DE-7820-4EA1-9C47-4F212662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62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1578025520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2026-08-13T08:59:09.1830000Z</dcterms:created>
  <dcterms:modified xsi:type="dcterms:W3CDTF">2026-08-13T08:59:09.1830000Z</dcterms:modified>
</coreProperties>
</file>