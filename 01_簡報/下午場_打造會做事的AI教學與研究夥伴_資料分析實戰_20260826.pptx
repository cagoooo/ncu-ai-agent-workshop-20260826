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efc8c25fcbe4787" /><Relationship Type="http://schemas.openxmlformats.org/officeDocument/2006/relationships/extended-properties" Target="/docProps/app.xml" Id="R973fc50beafc41c2" /><Relationship Type="http://schemas.openxmlformats.org/officeDocument/2006/relationships/officeDocument" Target="/ppt/presentation.xml" Id="R21d5cc1e8b8e480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b911be9f4fb4b84"/>
  </p:sldMasterIdLst>
  <p:notesMasterIdLst>
    <p:notesMasterId xmlns:r="http://schemas.openxmlformats.org/officeDocument/2006/relationships" r:id="Ra3d76056fd6e45e4"/>
  </p:notesMasterIdLst>
  <p:sldIdLst>
    <p:sldId xmlns:r="http://schemas.openxmlformats.org/officeDocument/2006/relationships" id="256" r:id="R1b7a7883e6554691"/>
    <p:sldId xmlns:r="http://schemas.openxmlformats.org/officeDocument/2006/relationships" id="257" r:id="R801a3dd7866d4535"/>
    <p:sldId xmlns:r="http://schemas.openxmlformats.org/officeDocument/2006/relationships" id="258" r:id="R92e2c132d0e6484e"/>
    <p:sldId xmlns:r="http://schemas.openxmlformats.org/officeDocument/2006/relationships" id="259" r:id="R8fff681b8b01411d"/>
    <p:sldId xmlns:r="http://schemas.openxmlformats.org/officeDocument/2006/relationships" id="260" r:id="R5abdba42661045bf"/>
    <p:sldId xmlns:r="http://schemas.openxmlformats.org/officeDocument/2006/relationships" id="261" r:id="R2dde08f23424479c"/>
    <p:sldId xmlns:r="http://schemas.openxmlformats.org/officeDocument/2006/relationships" id="262" r:id="Rea6752a40ef7489e"/>
    <p:sldId xmlns:r="http://schemas.openxmlformats.org/officeDocument/2006/relationships" id="263" r:id="Ra8b8fcb8dbf34204"/>
    <p:sldId xmlns:r="http://schemas.openxmlformats.org/officeDocument/2006/relationships" id="264" r:id="R223c7edf81474b19"/>
    <p:sldId xmlns:r="http://schemas.openxmlformats.org/officeDocument/2006/relationships" id="265" r:id="R5350c206499c465a"/>
    <p:sldId xmlns:r="http://schemas.openxmlformats.org/officeDocument/2006/relationships" id="266" r:id="Rb7ffcf705e49422c"/>
    <p:sldId xmlns:r="http://schemas.openxmlformats.org/officeDocument/2006/relationships" id="267" r:id="R8feaed5513a64690"/>
    <p:sldId xmlns:r="http://schemas.openxmlformats.org/officeDocument/2006/relationships" id="268" r:id="R408f2a0020e24790"/>
    <p:sldId xmlns:r="http://schemas.openxmlformats.org/officeDocument/2006/relationships" id="269" r:id="Ra1a886a7164e4710"/>
    <p:sldId xmlns:r="http://schemas.openxmlformats.org/officeDocument/2006/relationships" id="270" r:id="Rd0cad741bf714652"/>
    <p:sldId xmlns:r="http://schemas.openxmlformats.org/officeDocument/2006/relationships" id="271" r:id="Re3915d2db0794b06"/>
    <p:sldId xmlns:r="http://schemas.openxmlformats.org/officeDocument/2006/relationships" id="272" r:id="R41b124df2b4143fc"/>
    <p:sldId xmlns:r="http://schemas.openxmlformats.org/officeDocument/2006/relationships" id="273" r:id="R3586e5f8363f4d32"/>
    <p:sldId xmlns:r="http://schemas.openxmlformats.org/officeDocument/2006/relationships" id="274" r:id="R8d7e2a420d3f4e88"/>
    <p:sldId xmlns:r="http://schemas.openxmlformats.org/officeDocument/2006/relationships" id="275" r:id="R0fa47189743f4f88"/>
    <p:sldId xmlns:r="http://schemas.openxmlformats.org/officeDocument/2006/relationships" id="276" r:id="R7df5d85dc21945a0"/>
    <p:sldId xmlns:r="http://schemas.openxmlformats.org/officeDocument/2006/relationships" id="277" r:id="R7c0b39293a26432d"/>
    <p:sldId xmlns:r="http://schemas.openxmlformats.org/officeDocument/2006/relationships" id="278" r:id="R43157914831e4077"/>
    <p:sldId xmlns:r="http://schemas.openxmlformats.org/officeDocument/2006/relationships" id="279" r:id="R29f39c7376cb49b6"/>
    <p:sldId xmlns:r="http://schemas.openxmlformats.org/officeDocument/2006/relationships" id="280" r:id="R8519098dc6484c67"/>
    <p:sldId xmlns:r="http://schemas.openxmlformats.org/officeDocument/2006/relationships" id="281" r:id="R11b01a41e7d84b4b"/>
    <p:sldId xmlns:r="http://schemas.openxmlformats.org/officeDocument/2006/relationships" id="282" r:id="Reeefae247d5c405e"/>
    <p:sldId xmlns:r="http://schemas.openxmlformats.org/officeDocument/2006/relationships" id="283" r:id="R1dc465337e1346bc"/>
    <p:sldId xmlns:r="http://schemas.openxmlformats.org/officeDocument/2006/relationships" id="284" r:id="R48a7d9dce7844cce"/>
    <p:sldId xmlns:r="http://schemas.openxmlformats.org/officeDocument/2006/relationships" id="285" r:id="Rcbb4fded354c4063"/>
    <p:sldId xmlns:r="http://schemas.openxmlformats.org/officeDocument/2006/relationships" id="286" r:id="Re8bcdeb717a54425"/>
    <p:sldId xmlns:r="http://schemas.openxmlformats.org/officeDocument/2006/relationships" id="287" r:id="Reec90bf818694ec3"/>
    <p:sldId xmlns:r="http://schemas.openxmlformats.org/officeDocument/2006/relationships" id="288" r:id="Rd1e5df43d53d4ab9"/>
    <p:sldId xmlns:r="http://schemas.openxmlformats.org/officeDocument/2006/relationships" id="289" r:id="Reac0b9d767e641b2"/>
    <p:sldId xmlns:r="http://schemas.openxmlformats.org/officeDocument/2006/relationships" id="290" r:id="R178fa50382c94254"/>
    <p:sldId xmlns:r="http://schemas.openxmlformats.org/officeDocument/2006/relationships" id="291" r:id="R293d96fd992c492b"/>
    <p:sldId xmlns:r="http://schemas.openxmlformats.org/officeDocument/2006/relationships" id="292" r:id="Rf0043f3a49b24c6e"/>
    <p:sldId xmlns:r="http://schemas.openxmlformats.org/officeDocument/2006/relationships" id="293" r:id="R9768ba67bf134962"/>
    <p:sldId xmlns:r="http://schemas.openxmlformats.org/officeDocument/2006/relationships" id="294" r:id="R1d6db218e41447f5"/>
    <p:sldId xmlns:r="http://schemas.openxmlformats.org/officeDocument/2006/relationships" id="295" r:id="R59a217d03e7b427f"/>
    <p:sldId xmlns:r="http://schemas.openxmlformats.org/officeDocument/2006/relationships" id="296" r:id="R806267236dbb4d3c"/>
    <p:sldId xmlns:r="http://schemas.openxmlformats.org/officeDocument/2006/relationships" id="297" r:id="R808de6f69ef84dd7"/>
    <p:sldId xmlns:r="http://schemas.openxmlformats.org/officeDocument/2006/relationships" id="298" r:id="R85d57963d38442fe"/>
    <p:sldId xmlns:r="http://schemas.openxmlformats.org/officeDocument/2006/relationships" id="299" r:id="Ra10fe4892cf74c2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c2c2377db5147f0" /><Relationship Type="http://schemas.openxmlformats.org/officeDocument/2006/relationships/slideMaster" Target="/ppt/slideMasters/slideMaster1.xml" Id="Rbb911be9f4fb4b84" /><Relationship Type="http://schemas.openxmlformats.org/officeDocument/2006/relationships/notesMaster" Target="/ppt/notesMasters/notesMaster1.xml" Id="Ra3d76056fd6e45e4" /><Relationship Type="http://schemas.openxmlformats.org/officeDocument/2006/relationships/presProps" Target="/ppt/presProps.xml" Id="R45e85a1f9221417e" /><Relationship Type="http://schemas.openxmlformats.org/officeDocument/2006/relationships/tableStyles" Target="/ppt/tableStyles.xml" Id="R3150524fb8da4b10" /><Relationship Type="http://schemas.openxmlformats.org/officeDocument/2006/relationships/slide" Target="/ppt/slides/slide1.xml" Id="R1b7a7883e6554691" /><Relationship Type="http://schemas.openxmlformats.org/officeDocument/2006/relationships/slide" Target="/ppt/slides/slide2.xml" Id="R801a3dd7866d4535" /><Relationship Type="http://schemas.openxmlformats.org/officeDocument/2006/relationships/slide" Target="/ppt/slides/slide3.xml" Id="R92e2c132d0e6484e" /><Relationship Type="http://schemas.openxmlformats.org/officeDocument/2006/relationships/slide" Target="/ppt/slides/slide4.xml" Id="R8fff681b8b01411d" /><Relationship Type="http://schemas.openxmlformats.org/officeDocument/2006/relationships/slide" Target="/ppt/slides/slide5.xml" Id="R5abdba42661045bf" /><Relationship Type="http://schemas.openxmlformats.org/officeDocument/2006/relationships/slide" Target="/ppt/slides/slide6.xml" Id="R2dde08f23424479c" /><Relationship Type="http://schemas.openxmlformats.org/officeDocument/2006/relationships/slide" Target="/ppt/slides/slide7.xml" Id="Rea6752a40ef7489e" /><Relationship Type="http://schemas.openxmlformats.org/officeDocument/2006/relationships/slide" Target="/ppt/slides/slide8.xml" Id="Ra8b8fcb8dbf34204" /><Relationship Type="http://schemas.openxmlformats.org/officeDocument/2006/relationships/slide" Target="/ppt/slides/slide9.xml" Id="R223c7edf81474b19" /><Relationship Type="http://schemas.openxmlformats.org/officeDocument/2006/relationships/slide" Target="/ppt/slides/slide10.xml" Id="R5350c206499c465a" /><Relationship Type="http://schemas.openxmlformats.org/officeDocument/2006/relationships/slide" Target="/ppt/slides/slide11.xml" Id="Rb7ffcf705e49422c" /><Relationship Type="http://schemas.openxmlformats.org/officeDocument/2006/relationships/slide" Target="/ppt/slides/slide12.xml" Id="R8feaed5513a64690" /><Relationship Type="http://schemas.openxmlformats.org/officeDocument/2006/relationships/slide" Target="/ppt/slides/slide13.xml" Id="R408f2a0020e24790" /><Relationship Type="http://schemas.openxmlformats.org/officeDocument/2006/relationships/slide" Target="/ppt/slides/slide14.xml" Id="Ra1a886a7164e4710" /><Relationship Type="http://schemas.openxmlformats.org/officeDocument/2006/relationships/slide" Target="/ppt/slides/slide15.xml" Id="Rd0cad741bf714652" /><Relationship Type="http://schemas.openxmlformats.org/officeDocument/2006/relationships/slide" Target="/ppt/slides/slide16.xml" Id="Re3915d2db0794b06" /><Relationship Type="http://schemas.openxmlformats.org/officeDocument/2006/relationships/slide" Target="/ppt/slides/slide17.xml" Id="R41b124df2b4143fc" /><Relationship Type="http://schemas.openxmlformats.org/officeDocument/2006/relationships/slide" Target="/ppt/slides/slide18.xml" Id="R3586e5f8363f4d32" /><Relationship Type="http://schemas.openxmlformats.org/officeDocument/2006/relationships/slide" Target="/ppt/slides/slide19.xml" Id="R8d7e2a420d3f4e88" /><Relationship Type="http://schemas.openxmlformats.org/officeDocument/2006/relationships/slide" Target="/ppt/slides/slide20.xml" Id="R0fa47189743f4f88" /><Relationship Type="http://schemas.openxmlformats.org/officeDocument/2006/relationships/slide" Target="/ppt/slides/slide21.xml" Id="R7df5d85dc21945a0" /><Relationship Type="http://schemas.openxmlformats.org/officeDocument/2006/relationships/slide" Target="/ppt/slides/slide22.xml" Id="R7c0b39293a26432d" /><Relationship Type="http://schemas.openxmlformats.org/officeDocument/2006/relationships/slide" Target="/ppt/slides/slide23.xml" Id="R43157914831e4077" /><Relationship Type="http://schemas.openxmlformats.org/officeDocument/2006/relationships/slide" Target="/ppt/slides/slide24.xml" Id="R29f39c7376cb49b6" /><Relationship Type="http://schemas.openxmlformats.org/officeDocument/2006/relationships/slide" Target="/ppt/slides/slide25.xml" Id="R8519098dc6484c67" /><Relationship Type="http://schemas.openxmlformats.org/officeDocument/2006/relationships/slide" Target="/ppt/slides/slide26.xml" Id="R11b01a41e7d84b4b" /><Relationship Type="http://schemas.openxmlformats.org/officeDocument/2006/relationships/slide" Target="/ppt/slides/slide27.xml" Id="Reeefae247d5c405e" /><Relationship Type="http://schemas.openxmlformats.org/officeDocument/2006/relationships/slide" Target="/ppt/slides/slide28.xml" Id="R1dc465337e1346bc" /><Relationship Type="http://schemas.openxmlformats.org/officeDocument/2006/relationships/slide" Target="/ppt/slides/slide29.xml" Id="R48a7d9dce7844cce" /><Relationship Type="http://schemas.openxmlformats.org/officeDocument/2006/relationships/slide" Target="/ppt/slides/slide30.xml" Id="Rcbb4fded354c4063" /><Relationship Type="http://schemas.openxmlformats.org/officeDocument/2006/relationships/slide" Target="/ppt/slides/slide31.xml" Id="Re8bcdeb717a54425" /><Relationship Type="http://schemas.openxmlformats.org/officeDocument/2006/relationships/slide" Target="/ppt/slides/slide32.xml" Id="Reec90bf818694ec3" /><Relationship Type="http://schemas.openxmlformats.org/officeDocument/2006/relationships/slide" Target="/ppt/slides/slide33.xml" Id="Rd1e5df43d53d4ab9" /><Relationship Type="http://schemas.openxmlformats.org/officeDocument/2006/relationships/slide" Target="/ppt/slides/slide34.xml" Id="Reac0b9d767e641b2" /><Relationship Type="http://schemas.openxmlformats.org/officeDocument/2006/relationships/slide" Target="/ppt/slides/slide35.xml" Id="R178fa50382c94254" /><Relationship Type="http://schemas.openxmlformats.org/officeDocument/2006/relationships/slide" Target="/ppt/slides/slide36.xml" Id="R293d96fd992c492b" /><Relationship Type="http://schemas.openxmlformats.org/officeDocument/2006/relationships/slide" Target="/ppt/slides/slide37.xml" Id="Rf0043f3a49b24c6e" /><Relationship Type="http://schemas.openxmlformats.org/officeDocument/2006/relationships/slide" Target="/ppt/slides/slide38.xml" Id="R9768ba67bf134962" /><Relationship Type="http://schemas.openxmlformats.org/officeDocument/2006/relationships/slide" Target="/ppt/slides/slide39.xml" Id="R1d6db218e41447f5" /><Relationship Type="http://schemas.openxmlformats.org/officeDocument/2006/relationships/slide" Target="/ppt/slides/slide40.xml" Id="R59a217d03e7b427f" /><Relationship Type="http://schemas.openxmlformats.org/officeDocument/2006/relationships/slide" Target="/ppt/slides/slide41.xml" Id="R806267236dbb4d3c" /><Relationship Type="http://schemas.openxmlformats.org/officeDocument/2006/relationships/slide" Target="/ppt/slides/slide42.xml" Id="R808de6f69ef84dd7" /><Relationship Type="http://schemas.openxmlformats.org/officeDocument/2006/relationships/slide" Target="/ppt/slides/slide43.xml" Id="R85d57963d38442fe" /><Relationship Type="http://schemas.openxmlformats.org/officeDocument/2006/relationships/slide" Target="/ppt/slides/slide44.xml" Id="Ra10fe4892cf74c2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fa6b843640f45b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NCU Afternoon">
      <a:dk1>
        <a:srgbClr val="000000"/>
      </a:dk1>
      <a:lt1>
        <a:srgbClr val="FFFFFF"/>
      </a:lt1>
      <a:dk2>
        <a:srgbClr val="07131F"/>
      </a:dk2>
      <a:lt2>
        <a:srgbClr val="0C1E30"/>
      </a:lt2>
      <a:accent1>
        <a:srgbClr val="55A7FF"/>
      </a:accent1>
      <a:accent2>
        <a:srgbClr val="FF806D"/>
      </a:accent2>
      <a:accent3>
        <a:srgbClr val="2CD2C7"/>
      </a:accent3>
      <a:accent4>
        <a:srgbClr val="A78BFA"/>
      </a:accent4>
      <a:accent5>
        <a:srgbClr val="F5C451"/>
      </a:accent5>
      <a:accent6>
        <a:srgbClr val="37D48B"/>
      </a:accent6>
      <a:hlink>
        <a:srgbClr val="55A7FF"/>
      </a:hlink>
      <a:folHlink>
        <a:srgbClr val="A78BF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7d0ce3233144d4e" /><Relationship Type="http://schemas.openxmlformats.org/officeDocument/2006/relationships/notesMaster" Target="/ppt/notesMasters/notesMaster1.xml" Id="Rab4ba01662504ca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e6b3c115c894737" /><Relationship Type="http://schemas.openxmlformats.org/officeDocument/2006/relationships/notesMaster" Target="/ppt/notesMasters/notesMaster1.xml" Id="R9b1603c196cd46a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305ec00bc134658" /><Relationship Type="http://schemas.openxmlformats.org/officeDocument/2006/relationships/notesMaster" Target="/ppt/notesMasters/notesMaster1.xml" Id="Rf3888cdd15244c8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08416e054354da3" /><Relationship Type="http://schemas.openxmlformats.org/officeDocument/2006/relationships/notesMaster" Target="/ppt/notesMasters/notesMaster1.xml" Id="R1662c3ec6724489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bb38873a2446d2" /><Relationship Type="http://schemas.openxmlformats.org/officeDocument/2006/relationships/notesMaster" Target="/ppt/notesMasters/notesMaster1.xml" Id="Rbfbbb80eb16a448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c336b589a774e7a" /><Relationship Type="http://schemas.openxmlformats.org/officeDocument/2006/relationships/notesMaster" Target="/ppt/notesMasters/notesMaster1.xml" Id="Rdda54e7e2df14e1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6a9178de0a24213" /><Relationship Type="http://schemas.openxmlformats.org/officeDocument/2006/relationships/notesMaster" Target="/ppt/notesMasters/notesMaster1.xml" Id="R56de99218ba14ac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17cbca295d44a2e" /><Relationship Type="http://schemas.openxmlformats.org/officeDocument/2006/relationships/notesMaster" Target="/ppt/notesMasters/notesMaster1.xml" Id="R5c8988916fab49c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d29f878638e4bad" /><Relationship Type="http://schemas.openxmlformats.org/officeDocument/2006/relationships/notesMaster" Target="/ppt/notesMasters/notesMaster1.xml" Id="R5670998026a3464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c3b70d7c48f490c" /><Relationship Type="http://schemas.openxmlformats.org/officeDocument/2006/relationships/notesMaster" Target="/ppt/notesMasters/notesMaster1.xml" Id="Rce35e5f1417c441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ea5feb556034088" /><Relationship Type="http://schemas.openxmlformats.org/officeDocument/2006/relationships/notesMaster" Target="/ppt/notesMasters/notesMaster1.xml" Id="R40008e4243984f7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53fca686a21430e" /><Relationship Type="http://schemas.openxmlformats.org/officeDocument/2006/relationships/notesMaster" Target="/ppt/notesMasters/notesMaster1.xml" Id="R5bbf250de976494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dc7ef2ae0984f4c" /><Relationship Type="http://schemas.openxmlformats.org/officeDocument/2006/relationships/notesMaster" Target="/ppt/notesMasters/notesMaster1.xml" Id="Rae7b236243ef4c7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dfcb60b2a794dda" /><Relationship Type="http://schemas.openxmlformats.org/officeDocument/2006/relationships/notesMaster" Target="/ppt/notesMasters/notesMaster1.xml" Id="R57265102358443a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999559cb1d64939" /><Relationship Type="http://schemas.openxmlformats.org/officeDocument/2006/relationships/notesMaster" Target="/ppt/notesMasters/notesMaster1.xml" Id="Rb448dca91e754de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cad1e8110f448e7" /><Relationship Type="http://schemas.openxmlformats.org/officeDocument/2006/relationships/notesMaster" Target="/ppt/notesMasters/notesMaster1.xml" Id="R66ecc20d72ee4db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56bffe43a8a4f68" /><Relationship Type="http://schemas.openxmlformats.org/officeDocument/2006/relationships/notesMaster" Target="/ppt/notesMasters/notesMaster1.xml" Id="Refef4551254e40e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f2f9251cd644c6b" /><Relationship Type="http://schemas.openxmlformats.org/officeDocument/2006/relationships/notesMaster" Target="/ppt/notesMasters/notesMaster1.xml" Id="Re534625228884e4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5f44b7530614bf9" /><Relationship Type="http://schemas.openxmlformats.org/officeDocument/2006/relationships/notesMaster" Target="/ppt/notesMasters/notesMaster1.xml" Id="R768cf58638c24b7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8a527c2aca24696" /><Relationship Type="http://schemas.openxmlformats.org/officeDocument/2006/relationships/notesMaster" Target="/ppt/notesMasters/notesMaster1.xml" Id="Rb7a08ef1e289460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f56835d04ba4cb2" /><Relationship Type="http://schemas.openxmlformats.org/officeDocument/2006/relationships/notesMaster" Target="/ppt/notesMasters/notesMaster1.xml" Id="Rcce46ef785624b7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8c81836ce4849a1" /><Relationship Type="http://schemas.openxmlformats.org/officeDocument/2006/relationships/notesMaster" Target="/ppt/notesMasters/notesMaster1.xml" Id="Reeda8c6da6ec404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795e9c1226941e8" /><Relationship Type="http://schemas.openxmlformats.org/officeDocument/2006/relationships/notesMaster" Target="/ppt/notesMasters/notesMaster1.xml" Id="R2b70df7bb9e44b0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69620cc7c76412c" /><Relationship Type="http://schemas.openxmlformats.org/officeDocument/2006/relationships/notesMaster" Target="/ppt/notesMasters/notesMaster1.xml" Id="R2591779f27ce41b8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0ce4b9a044d4758" /><Relationship Type="http://schemas.openxmlformats.org/officeDocument/2006/relationships/notesMaster" Target="/ppt/notesMasters/notesMaster1.xml" Id="Rdfde77711eb2464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1e94fba493e453b" /><Relationship Type="http://schemas.openxmlformats.org/officeDocument/2006/relationships/notesMaster" Target="/ppt/notesMasters/notesMaster1.xml" Id="R8c6facda02e24f78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0a7e3ff29ef4430" /><Relationship Type="http://schemas.openxmlformats.org/officeDocument/2006/relationships/notesMaster" Target="/ppt/notesMasters/notesMaster1.xml" Id="R0fc909439e1242b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702ddb8443084b4c" /><Relationship Type="http://schemas.openxmlformats.org/officeDocument/2006/relationships/notesMaster" Target="/ppt/notesMasters/notesMaster1.xml" Id="Rb353980284c14aaa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fd2d4368d6a64714" /><Relationship Type="http://schemas.openxmlformats.org/officeDocument/2006/relationships/notesMaster" Target="/ppt/notesMasters/notesMaster1.xml" Id="Rdede935027ca4710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ac83e271801427f" /><Relationship Type="http://schemas.openxmlformats.org/officeDocument/2006/relationships/notesMaster" Target="/ppt/notesMasters/notesMaster1.xml" Id="R14524a44103443e8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0fe6da79069d47db" /><Relationship Type="http://schemas.openxmlformats.org/officeDocument/2006/relationships/notesMaster" Target="/ppt/notesMasters/notesMaster1.xml" Id="R3bcca7cd10df4f45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072cf88cd7064847" /><Relationship Type="http://schemas.openxmlformats.org/officeDocument/2006/relationships/notesMaster" Target="/ppt/notesMasters/notesMaster1.xml" Id="R88a440f21e404243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4e64e05752954a65" /><Relationship Type="http://schemas.openxmlformats.org/officeDocument/2006/relationships/notesMaster" Target="/ppt/notesMasters/notesMaster1.xml" Id="R52c22f51d6774a7d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ea2ad9ca1a3041ac" /><Relationship Type="http://schemas.openxmlformats.org/officeDocument/2006/relationships/notesMaster" Target="/ppt/notesMasters/notesMaster1.xml" Id="Rfd22b3f4cbe248ab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0477da8dfe95443c" /><Relationship Type="http://schemas.openxmlformats.org/officeDocument/2006/relationships/notesMaster" Target="/ppt/notesMasters/notesMaster1.xml" Id="R5fa31cbdab34487b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13d3fd3aaf0f4fde" /><Relationship Type="http://schemas.openxmlformats.org/officeDocument/2006/relationships/notesMaster" Target="/ppt/notesMasters/notesMaster1.xml" Id="R1167db835e374ab0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a0d86ccf1c4e475f" /><Relationship Type="http://schemas.openxmlformats.org/officeDocument/2006/relationships/notesMaster" Target="/ppt/notesMasters/notesMaster1.xml" Id="R5e06d67b556647ab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dd9a1127afcc4e9b" /><Relationship Type="http://schemas.openxmlformats.org/officeDocument/2006/relationships/notesMaster" Target="/ppt/notesMasters/notesMaster1.xml" Id="R6b6782c9b2554cb7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aeb99ae1b8f54615" /><Relationship Type="http://schemas.openxmlformats.org/officeDocument/2006/relationships/notesMaster" Target="/ppt/notesMasters/notesMaster1.xml" Id="R10ea20da021041eb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00842084547147e1" /><Relationship Type="http://schemas.openxmlformats.org/officeDocument/2006/relationships/notesMaster" Target="/ppt/notesMasters/notesMaster1.xml" Id="Rb00b3f15b24e4b6a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b0bc64a70edf4151" /><Relationship Type="http://schemas.openxmlformats.org/officeDocument/2006/relationships/notesMaster" Target="/ppt/notesMasters/notesMaster1.xml" Id="R079d558d20574324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b25892b5c3534cd3" /><Relationship Type="http://schemas.openxmlformats.org/officeDocument/2006/relationships/notesMaster" Target="/ppt/notesMasters/notesMaster1.xml" Id="R542b41aad50a4405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c732e1062e0946e4" /><Relationship Type="http://schemas.openxmlformats.org/officeDocument/2006/relationships/notesMaster" Target="/ppt/notesMasters/notesMaster1.xml" Id="R73d281667fc84601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a0d03d086969408a" /><Relationship Type="http://schemas.openxmlformats.org/officeDocument/2006/relationships/notesMaster" Target="/ppt/notesMasters/notesMaster1.xml" Id="R7d29f343128b4fb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開場先說明：今天的重點不是把所有按鈕看過一遍，而是每位參與者都完成可帶回課堂的成果。邀請大家先選定一門課程，以及一個真實的教學／研究痛點與問題。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提醒：本簡報已全面採用現行名稱「Gemini Notebook」。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說明下午不是程式設計課，而是任務設計、權限判斷與成果驗證課。沒有 Google 訂閱的參與者可在 Codex 完成主要任務，Antigravity 採同組共作。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提醒每一段都沿用上午作品與同一個教學／研究痛點與問題。參與者不需要重新發想題目。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用一個例子說明：『告訴我如何改網站』是對話；『依我的規則產出設計建議』是助理；『讀取專案、修改、測試、交付』才是 Agent 任務。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要求參與者之後每次都問：Agent 的完成證據在哪裡？若只有一段漂亮說明，工作還沒有完成。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先讀取與分析通常風險較低；公開、刪除與替人做決策需要明確授權。請參與者把『需要我確認後才做』寫入任務限制。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請每組建立一個專案資料夾，放入上午成果、需求說明與素材。Agent 需要可讀的工作區，不要只靠聊天記憶。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這三個案例分別支援學生資料、PIRLS 評量與 Agent Skills 的實作討論。先判斷輸入資料、規則與驗收，再決定交給哪個 Agent。本次資料依據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https://cagoooo.github.io/Akai/tool/73/</a:t>
            </a:r>
          </a:p>
          <a:p xmlns:a="http://schemas.openxmlformats.org/drawingml/2006/main">
            <a:r>
              <a:t>- https://cagoooo.github.io/filter/</a:t>
            </a:r>
          </a:p>
          <a:p xmlns:a="http://schemas.openxmlformats.org/drawingml/2006/main">
            <a:r>
              <a:t>- https://cagoooo.github.io/Akai/tool/87/</a:t>
            </a:r>
          </a:p>
          <a:p xmlns:a="http://schemas.openxmlformats.org/drawingml/2006/main">
            <a:r>
              <a:t>- https://cagoooo.github.io/pirls-questioncraft/</a:t>
            </a:r>
          </a:p>
          <a:p xmlns:a="http://schemas.openxmlformats.org/drawingml/2006/main">
            <a:r>
              <a:t>- https://cagoooo.github.io/Akai/tool/103/</a:t>
            </a:r>
          </a:p>
          <a:p xmlns:a="http://schemas.openxmlformats.org/drawingml/2006/main">
            <a:r>
              <a:t>- https://cagoooo.github.io/PlayRight/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三個案例分別對應研究資料、無障礙檢核與規準式 AI 審查。請參與者比較：哪些步驟能交給 Agent，哪些判斷必須保留人工責任。本次資料依據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https://cagoooo.github.io/Akai/tool/105/</a:t>
            </a:r>
          </a:p>
          <a:p xmlns:a="http://schemas.openxmlformats.org/drawingml/2006/main">
            <a:r>
              <a:t>- https://cagoooo.github.io/taic-edu/</a:t>
            </a:r>
          </a:p>
          <a:p xmlns:a="http://schemas.openxmlformats.org/drawingml/2006/main">
            <a:r>
              <a:t>- https://cagoooo.github.io/Akai/tool/123/</a:t>
            </a:r>
          </a:p>
          <a:p xmlns:a="http://schemas.openxmlformats.org/drawingml/2006/main">
            <a:r>
              <a:t>- https://cagoooo.github.io/smes-web-migration/</a:t>
            </a:r>
          </a:p>
          <a:p xmlns:a="http://schemas.openxmlformats.org/drawingml/2006/main">
            <a:r>
              <a:t>- https://cagoooo.github.io/Akai/tool/88/</a:t>
            </a:r>
          </a:p>
          <a:p xmlns:a="http://schemas.openxmlformats.org/drawingml/2006/main">
            <a:r>
              <a:t>- https://cagoooo.github.io/JHScurriculum/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章節轉場。Antigravity 實作以同組共作為主，實際可用功能依現場帳號方案與管理政策為準。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Codelab 將 Antigravity 描述為可啟動、監看與協調 AI agents 活動的中央指揮中心。教學上最重要的是任務與驗收，而不是介面按鈕。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示範先請 Agent 閱讀並摘要專案，不立即修改。讓參與者建立『先觀察，再授權』的操作節奏。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請每組照四句話改成自己的任務。若任務無法在 20 分鐘內驗收，先縮小範圍。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示範任務可選：修正 RWD、加入一個形成性回饋、改善無障礙標籤。刻意要求 Agent 不要發布，讓權限邊界可見。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請參與者對示範結果追問：『你實際跑了什麼？』『哪一項沒有驗證？』培養證據導向，而不是相信完成宣告。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每組只做一項改善。若工具不可用，觀察員可用任務簡報與驗收規準進行紙上模擬，之後在 Codex 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轉場：用同一個任務進入 Codex，比較工作方式與成果證據，而不是比較誰的回答比較像人。模型與方案會變動；本次以 GPT-5.6 Luna＋Max 作為講師的成本效益示範取向。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- https://openai.com/index/gpt-5-6/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示範如何把一個模糊要求改成可驗證任務。強調 Codex 可以處理檔案與專案工作，但使用者仍需界定範圍與權限。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這段可直接複製給 Codex，再把目標換成各組需求。若 Agent 建議超出範圍，先縮小任務，不要一路追加。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六欄不是要寫長文，而是讓 Agent 有足夠上下文完成閉環。請每組把剛才四句任務補成六欄。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若不希望修改原檔，先複製到練習資料夾或明確要求只讀分析。可用 GPT-5.6 Luna 並開啟 Max 強度作為成本效益示範；操作完用一句話回答：哪個工具的工作回報最容易查證？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https://openai.com/index/gpt-5-6/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這張是工作坊的工具選擇框架，不是永久排名。Claude 的代碼穩定與 Token 消耗是講師實務觀察；Opus 5 僅在講師帳號當期可見時作為選項提示，官方可查的模型與能力、價格請以 Anthropic 最新公告為準。Codex 的 Luna 與 Max 取向依 OpenAI 官方模型與方案說明；Antigravity 的 Gemini 3.6 Flash 速度與額度依 Google 產品與帳號方案變化。免費 Antigravity 約三輪對話的限制是講師過往實測，不是官方保證。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https://www.anthropic.com/news/claude-sonnet-5</a:t>
            </a:r>
          </a:p>
          <a:p xmlns:a="http://schemas.openxmlformats.org/drawingml/2006/main">
            <a:r>
              <a:t>- https://www.anthropic.com/news/claude-opus-4-8</a:t>
            </a:r>
          </a:p>
          <a:p xmlns:a="http://schemas.openxmlformats.org/drawingml/2006/main">
            <a:r>
              <a:t>- https://www.anthropic.com/news/claude-fable-5-mythos-5</a:t>
            </a:r>
          </a:p>
          <a:p xmlns:a="http://schemas.openxmlformats.org/drawingml/2006/main">
            <a:r>
              <a:t>- https://openai.com/index/gpt-5-6/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https://ai.google.dev/gemini-api/docs/models/gemini-3.6-flash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轉場：提示詞解決這一次；Skill 保存一套可重複、可維護、可驗證的做法。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Codelab 強調 Skill 是輕量、開放的 Agent 能力擴充格式，並以按需載入減少上下文飽和與工具膨脹。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這是使用者提供的真實提示詞庫：目前畫面顯示 51 筆、9 大分類。現場每組先挑一筆最常用的，不從空白開始。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https://cagoooo.github.io/ncu-ai-agent-workshop-20260826/04_%E5%AF%A6%E4%BD%9C%E5%B7%A5%E5%85%B7/%E6%8F%90%E7%A4%BA%E8%A9%9E%E5%BF%AB%E6%8D%B7%E9%9D%A2%E6%9D%BF_%E7%A0%94%E7%BF%92%E7%94%A8.html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四問有三個『是』就值得做 Skill；只有一個『是』，先留在提示詞面板。避免把每句常用語都包成 Skill。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每組從六例或完整提示詞庫選一個。升級時一定要補上：輸入材料、步驟、禁止事項、驗收條件與需要人工確認的動作。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不是每個 Skill 都要四個資料夾。先從 SKILL.md 開始，只有當內容能降低重複、提高穩定性時才增加 references、scripts 或 assets。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本工作坊採跨平台相容規格：YAML frontmatter 只放 name 與 description。正文用命令式步驟，並把人工授權邊界寫明。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比喻成課程平台：首頁只放導航，進入單元才讀教學內容，需要時才下載附件。Skill 不應把整個知識庫一次塞進主文。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建議兩人分工：一人當 Skill 作者，一人當陌生使用者。測試者不看原提示詞，只用自然語句提出需求，觀察 Agent 是否正確啟用流程。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把測試結果記成兩欄，不要求輸出一模一樣；要求核心規則、授權邊界與驗收一致。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這一段使用工作坊自製的 PIRLS 風格合成資料，不是真實學生資料，也不是正式 PIRLS 題目。重點是 AI 輔助研究流程、編碼可靠性與資料治理。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- https://www.iea.nl/sites/default/files/2024-04/Operational-Automatic-Scoring-of-Text-Responses-ePIRLS.pdf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選擇題與簡答題需要不同分析方法。不要讓 AI 先自由閱讀所有回覆再自行發明分類；先建立資料字典、答案鍵與逐題 scoring guide。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https://www.iea.nl/publications/teachers-resources/putting-pirls-use-classrooms-across-globe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要求每一步保留輸入、輸出與狀態。簡答初編的輸出至少包含 student_id、ai_code、evidence_excerpt、rationale、confidence、needs_human_review。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這張不是主張直接把正式評分交給 AI，而是說明國際評量也採『人工主流程＋AI 平行研究』的審慎路徑。工作坊內只做研究性初編與群體分析。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- https://www.iea.nl/sites/default/files/2024-04/Operational-Automatic-Scoring-of-Text-Responses-ePIRLS.pdf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正式研究可再加入雙評分者、抽樣比例與一致性統計。PIRLS／TIMSS 技術流程重視明確 scoring guides、評分訓練與獨立雙評以記錄 reliability。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https://timssandpirls.bc.edu/timss2019/methods/pdf/TIMSS-2019-MP-Technical-Report.pdf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練習檔位於成果資料夾：PIRLS風格_學生資料_AI分析練習.csv、PIRLS風格_簡答題編碼規準.txt；最後才提供講師用人工參考編碼。禁止一開始把參考答案交給 AI。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請每位教授圈一個 30 天內最想驗證的領域。選擇標準是高頻、耗時、可檢查，不是最炫。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請各組在自己的 Skill 加上一條最重要的安全規則。學生資料 Skill 必須明確要求去識別化、資料最小化、人工複核與用途限制。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可選任務：課程網站上線前總檢、閱讀資料互動導讀、字幕品質檢查、GitHub Pages 部署計畫、PIRLS 風格學生資料分析。今天不要求公開發布。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 90 秒展示，回饋者用四項各給一個勾或問號。若是學生資料案例，再加問：資料是否去識別？AI 編碼是否有人工複核？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請每位教授寫下：哪一門課、哪一個任務、成功的量化或質化證據、哪一天回顧。學生資料任務要先用合成或去識別資料驗證。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請參與者先把資源頁加入書籤，再用手機拍下最後一句。若現場時間不足，部署與 Skill 擴寫可依此清單回家續作。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../START_HERE_研習資源導航.html</a:t>
            </a:r>
          </a:p>
          <a:p xmlns:a="http://schemas.openxmlformats.org/drawingml/2006/main">
            <a:r>
              <a:t>- https://antigravity.google/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https://claude.ai/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../04_實作工具/提示詞快捷面板_研習用.html</a:t>
            </a:r>
          </a:p>
          <a:p xmlns:a="http://schemas.openxmlformats.org/drawingml/2006/main">
            <a:r>
              <a:t>- https://cagoooo.github.io/Akai/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8b611de395458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b74d9b3cd9c444a" /><Relationship Type="http://schemas.openxmlformats.org/officeDocument/2006/relationships/slideLayout" Target="/ppt/slideLayouts/slideLayout1.xml" Id="R7a8b33c8ea6d421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a8b33c8ea6d421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NCU Afternoon">
      <a:dk1>
        <a:srgbClr val="000000"/>
      </a:dk1>
      <a:lt1>
        <a:srgbClr val="FFFFFF"/>
      </a:lt1>
      <a:dk2>
        <a:srgbClr val="07131F"/>
      </a:dk2>
      <a:lt2>
        <a:srgbClr val="0C1E30"/>
      </a:lt2>
      <a:accent1>
        <a:srgbClr val="55A7FF"/>
      </a:accent1>
      <a:accent2>
        <a:srgbClr val="FF806D"/>
      </a:accent2>
      <a:accent3>
        <a:srgbClr val="2CD2C7"/>
      </a:accent3>
      <a:accent4>
        <a:srgbClr val="A78BFA"/>
      </a:accent4>
      <a:accent5>
        <a:srgbClr val="F5C451"/>
      </a:accent5>
      <a:accent6>
        <a:srgbClr val="37D48B"/>
      </a:accent6>
      <a:hlink>
        <a:srgbClr val="55A7FF"/>
      </a:hlink>
      <a:folHlink>
        <a:srgbClr val="A78BF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0563fda3f84f13" /><Relationship Type="http://schemas.openxmlformats.org/officeDocument/2006/relationships/image" Target="/ppt/media/image.png" Id="Rd0d8ad5ce13d46ad" /><Relationship Type="http://schemas.openxmlformats.org/officeDocument/2006/relationships/notesSlide" Target="/ppt/notesSlides/notesSlide1.xml" Id="Rf1f131156baf404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36eef0963d42d7" /><Relationship Type="http://schemas.openxmlformats.org/officeDocument/2006/relationships/notesSlide" Target="/ppt/notesSlides/notesSlide2.xml" Id="Rba0e326e2b74499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2e2d80ccbc4c4f" /><Relationship Type="http://schemas.openxmlformats.org/officeDocument/2006/relationships/notesSlide" Target="/ppt/notesSlides/notesSlide3.xml" Id="R4b142782a52d4ae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0b84e152a34f51" /><Relationship Type="http://schemas.openxmlformats.org/officeDocument/2006/relationships/notesSlide" Target="/ppt/notesSlides/notesSlide4.xml" Id="R3f5a89891423460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c2f6f0e9c0432c" /><Relationship Type="http://schemas.openxmlformats.org/officeDocument/2006/relationships/notesSlide" Target="/ppt/notesSlides/notesSlide5.xml" Id="R042f5603c66c4e9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06d473b9d048f8" /><Relationship Type="http://schemas.openxmlformats.org/officeDocument/2006/relationships/notesSlide" Target="/ppt/notesSlides/notesSlide6.xml" Id="R24e70a1019da44d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350b8810964db5" /><Relationship Type="http://schemas.openxmlformats.org/officeDocument/2006/relationships/notesSlide" Target="/ppt/notesSlides/notesSlide7.xml" Id="R3d3928d5a6f44d1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3d4470ed254165" /><Relationship Type="http://schemas.openxmlformats.org/officeDocument/2006/relationships/hyperlink" Target="https://cagoooo.github.io/Akai/tool/73/" TargetMode="External" Id="Rea144a748cfb41e7" /><Relationship Type="http://schemas.openxmlformats.org/officeDocument/2006/relationships/image" Target="/ppt/media/image2.png" Id="R6187c959f20e4f4d" /><Relationship Type="http://schemas.openxmlformats.org/officeDocument/2006/relationships/hyperlink" Target="https://cagoooo.github.io/filter/" TargetMode="External" Id="R0363dcfd4468459c" /><Relationship Type="http://schemas.openxmlformats.org/officeDocument/2006/relationships/image" Target="/ppt/media/image3.png" Id="R93c2666c4ac8496c" /><Relationship Type="http://schemas.openxmlformats.org/officeDocument/2006/relationships/hyperlink" Target="https://cagoooo.github.io/Akai/tool/87/" TargetMode="External" Id="Rb04dbb8840da43be" /><Relationship Type="http://schemas.openxmlformats.org/officeDocument/2006/relationships/image" Target="/ppt/media/image4.png" Id="Re83e955ab1c84eef" /><Relationship Type="http://schemas.openxmlformats.org/officeDocument/2006/relationships/hyperlink" Target="https://cagoooo.github.io/pirls-questioncraft/" TargetMode="External" Id="R6a437d74c1744c8d" /><Relationship Type="http://schemas.openxmlformats.org/officeDocument/2006/relationships/image" Target="/ppt/media/image5.png" Id="Re05a6545e8894db2" /><Relationship Type="http://schemas.openxmlformats.org/officeDocument/2006/relationships/hyperlink" Target="https://cagoooo.github.io/Akai/tool/103/" TargetMode="External" Id="Rb7df16dc438446e2" /><Relationship Type="http://schemas.openxmlformats.org/officeDocument/2006/relationships/image" Target="/ppt/media/image6.png" Id="Rc9e86abb1e464c98" /><Relationship Type="http://schemas.openxmlformats.org/officeDocument/2006/relationships/hyperlink" Target="https://cagoooo.github.io/PlayRight/" TargetMode="External" Id="R7d6d5cd304f94e34" /><Relationship Type="http://schemas.openxmlformats.org/officeDocument/2006/relationships/image" Target="/ppt/media/image7.png" Id="R2ba3f8c703c346cf" /><Relationship Type="http://schemas.openxmlformats.org/officeDocument/2006/relationships/notesSlide" Target="/ppt/notesSlides/notesSlide8.xml" Id="R2cb0b304f7b0407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c55bd0b2a34faa" /><Relationship Type="http://schemas.openxmlformats.org/officeDocument/2006/relationships/hyperlink" Target="https://cagoooo.github.io/Akai/tool/105/" TargetMode="External" Id="R0e195b609ee84547" /><Relationship Type="http://schemas.openxmlformats.org/officeDocument/2006/relationships/image" Target="/ppt/media/image8.png" Id="Radf46a6da6b84bbd" /><Relationship Type="http://schemas.openxmlformats.org/officeDocument/2006/relationships/hyperlink" Target="https://cagoooo.github.io/taic-edu/" TargetMode="External" Id="Rf8a843f2d972472f" /><Relationship Type="http://schemas.openxmlformats.org/officeDocument/2006/relationships/image" Target="/ppt/media/image9.png" Id="Ra1f5dec673764708" /><Relationship Type="http://schemas.openxmlformats.org/officeDocument/2006/relationships/hyperlink" Target="https://cagoooo.github.io/Akai/tool/123/" TargetMode="External" Id="R1fd4995211cc4e64" /><Relationship Type="http://schemas.openxmlformats.org/officeDocument/2006/relationships/image" Target="/ppt/media/image10.png" Id="R3a6d82de986e434b" /><Relationship Type="http://schemas.openxmlformats.org/officeDocument/2006/relationships/hyperlink" Target="https://cagoooo.github.io/smes-web-migration/" TargetMode="External" Id="Ra44b358396944911" /><Relationship Type="http://schemas.openxmlformats.org/officeDocument/2006/relationships/image" Target="/ppt/media/image11.png" Id="Rfaae42c16c874185" /><Relationship Type="http://schemas.openxmlformats.org/officeDocument/2006/relationships/hyperlink" Target="https://cagoooo.github.io/Akai/tool/88/" TargetMode="External" Id="R95c0a140a08241ab" /><Relationship Type="http://schemas.openxmlformats.org/officeDocument/2006/relationships/image" Target="/ppt/media/image12.png" Id="Ra1c80a7bcf52477b" /><Relationship Type="http://schemas.openxmlformats.org/officeDocument/2006/relationships/hyperlink" Target="https://cagoooo.github.io/JHScurriculum/" TargetMode="External" Id="R017721de89ad4e3e" /><Relationship Type="http://schemas.openxmlformats.org/officeDocument/2006/relationships/image" Target="/ppt/media/image13.png" Id="Rff06926326024084" /><Relationship Type="http://schemas.openxmlformats.org/officeDocument/2006/relationships/notesSlide" Target="/ppt/notesSlides/notesSlide9.xml" Id="R6ba2ad4bb0144f9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b6a774571e4466" /><Relationship Type="http://schemas.openxmlformats.org/officeDocument/2006/relationships/hyperlink" Target="https://antigravity.google/" TargetMode="External" Id="R0ffabe1e702c4dfd" /><Relationship Type="http://schemas.openxmlformats.org/officeDocument/2006/relationships/image" Target="/ppt/media/image14.png" Id="Rc0a8dad99c5641ba" /><Relationship Type="http://schemas.openxmlformats.org/officeDocument/2006/relationships/notesSlide" Target="/ppt/notesSlides/notesSlide10.xml" Id="Rffbe9dde86b34c8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589ed0d39e435d" /><Relationship Type="http://schemas.openxmlformats.org/officeDocument/2006/relationships/hyperlink" Target="https://antigravity.google/" TargetMode="External" Id="R922c3d43b7bc4820" /><Relationship Type="http://schemas.openxmlformats.org/officeDocument/2006/relationships/image" Target="/ppt/media/image15.png" Id="R8f1cfee1c91d498c" /><Relationship Type="http://schemas.openxmlformats.org/officeDocument/2006/relationships/notesSlide" Target="/ppt/notesSlides/notesSlide11.xml" Id="Reba10d524e32475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3193a5db904d08" /><Relationship Type="http://schemas.openxmlformats.org/officeDocument/2006/relationships/hyperlink" Target="https://antigravity.google/" TargetMode="External" Id="R10cfc1f38ab8466c" /><Relationship Type="http://schemas.openxmlformats.org/officeDocument/2006/relationships/image" Target="/ppt/media/image16.png" Id="R5fb8e3efa9ac4d46" /><Relationship Type="http://schemas.openxmlformats.org/officeDocument/2006/relationships/notesSlide" Target="/ppt/notesSlides/notesSlide12.xml" Id="Rd5307bd7f39c4a6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aacddc979a4bda" /><Relationship Type="http://schemas.openxmlformats.org/officeDocument/2006/relationships/hyperlink" Target="https://antigravity.google/" TargetMode="External" Id="R837fcaf650164543" /><Relationship Type="http://schemas.openxmlformats.org/officeDocument/2006/relationships/image" Target="/ppt/media/image17.png" Id="R63d8b59460a84365" /><Relationship Type="http://schemas.openxmlformats.org/officeDocument/2006/relationships/notesSlide" Target="/ppt/notesSlides/notesSlide13.xml" Id="R2ac3b31d1900424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3d50203db747f4" /><Relationship Type="http://schemas.openxmlformats.org/officeDocument/2006/relationships/hyperlink" Target="https://antigravity.google/" TargetMode="External" Id="R36a77dbcbc2947d5" /><Relationship Type="http://schemas.openxmlformats.org/officeDocument/2006/relationships/image" Target="/ppt/media/image18.png" Id="R2223b51fa7964dbe" /><Relationship Type="http://schemas.openxmlformats.org/officeDocument/2006/relationships/notesSlide" Target="/ppt/notesSlides/notesSlide14.xml" Id="Ra29d651dec14462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8848b558f64b12" /><Relationship Type="http://schemas.openxmlformats.org/officeDocument/2006/relationships/hyperlink" Target="https://antigravity.google/" TargetMode="External" Id="R5eafb91799af49fa" /><Relationship Type="http://schemas.openxmlformats.org/officeDocument/2006/relationships/image" Target="/ppt/media/image19.png" Id="Rfe20dedf0dee45c0" /><Relationship Type="http://schemas.openxmlformats.org/officeDocument/2006/relationships/notesSlide" Target="/ppt/notesSlides/notesSlide15.xml" Id="R149aacd981ee444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121350809441e2" /><Relationship Type="http://schemas.openxmlformats.org/officeDocument/2006/relationships/hyperlink" Target="https://antigravity.google/" TargetMode="External" Id="Ra156c09e3b704cc5" /><Relationship Type="http://schemas.openxmlformats.org/officeDocument/2006/relationships/image" Target="/ppt/media/image20.png" Id="Re8b3b277430043a4" /><Relationship Type="http://schemas.openxmlformats.org/officeDocument/2006/relationships/notesSlide" Target="/ppt/notesSlides/notesSlide16.xml" Id="R562c804f2d724ce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825241f1684e73" /><Relationship Type="http://schemas.openxmlformats.org/officeDocument/2006/relationships/hyperlink" Target="https://chatgpt.com/codex/" TargetMode="External" Id="Raa2064ad60e74f4c" /><Relationship Type="http://schemas.openxmlformats.org/officeDocument/2006/relationships/image" Target="/ppt/media/image21.png" Id="R0d78bda0f02e44a3" /><Relationship Type="http://schemas.openxmlformats.org/officeDocument/2006/relationships/notesSlide" Target="/ppt/notesSlides/notesSlide17.xml" Id="Ra68257a72f5a40b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ce947aa96b4803" /><Relationship Type="http://schemas.openxmlformats.org/officeDocument/2006/relationships/hyperlink" Target="https://chatgpt.com/codex/" TargetMode="External" Id="R950c9630a1274e1a" /><Relationship Type="http://schemas.openxmlformats.org/officeDocument/2006/relationships/image" Target="/ppt/media/image22.png" Id="R4ae17c55c16a4d26" /><Relationship Type="http://schemas.openxmlformats.org/officeDocument/2006/relationships/notesSlide" Target="/ppt/notesSlides/notesSlide18.xml" Id="R3817edd749f34fc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cb145f845247c0" /><Relationship Type="http://schemas.openxmlformats.org/officeDocument/2006/relationships/hyperlink" Target="https://chatgpt.com/codex/" TargetMode="External" Id="Rbe4025562e824be9" /><Relationship Type="http://schemas.openxmlformats.org/officeDocument/2006/relationships/image" Target="/ppt/media/image23.png" Id="Ra37df8a3a4a244f2" /><Relationship Type="http://schemas.openxmlformats.org/officeDocument/2006/relationships/notesSlide" Target="/ppt/notesSlides/notesSlide19.xml" Id="Rf6986c0e647f4cd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fea840bafc46ca" /><Relationship Type="http://schemas.openxmlformats.org/officeDocument/2006/relationships/hyperlink" Target="https://chatgpt.com/codex/" TargetMode="External" Id="Rec5fd915d920486c" /><Relationship Type="http://schemas.openxmlformats.org/officeDocument/2006/relationships/image" Target="/ppt/media/image24.png" Id="R3f0d715bea114571" /><Relationship Type="http://schemas.openxmlformats.org/officeDocument/2006/relationships/notesSlide" Target="/ppt/notesSlides/notesSlide20.xml" Id="R5415dcc041fa4ce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8f8be263cd4ec2" /><Relationship Type="http://schemas.openxmlformats.org/officeDocument/2006/relationships/hyperlink" Target="https://chatgpt.com/codex/" TargetMode="External" Id="R064873f1412c4c85" /><Relationship Type="http://schemas.openxmlformats.org/officeDocument/2006/relationships/image" Target="/ppt/media/image25.png" Id="Ra44e71ddbcdf46e5" /><Relationship Type="http://schemas.openxmlformats.org/officeDocument/2006/relationships/notesSlide" Target="/ppt/notesSlides/notesSlide21.xml" Id="R994f5b2a415140e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aa6ee035e8491d" /><Relationship Type="http://schemas.openxmlformats.org/officeDocument/2006/relationships/hyperlink" Target="https://antigravity.google/" TargetMode="External" Id="R6b987ef3c0ca497b" /><Relationship Type="http://schemas.openxmlformats.org/officeDocument/2006/relationships/hyperlink" Target="https://chatgpt.com/codex/" TargetMode="External" Id="R6d6036f2235f4e49" /><Relationship Type="http://schemas.openxmlformats.org/officeDocument/2006/relationships/hyperlink" Target="https://claude.ai/" TargetMode="External" Id="Ra25276ba590a484a" /><Relationship Type="http://schemas.openxmlformats.org/officeDocument/2006/relationships/image" Target="/ppt/media/image26.png" Id="R18bcd77dbfbc4c36" /><Relationship Type="http://schemas.openxmlformats.org/officeDocument/2006/relationships/image" Target="/ppt/media/image27.png" Id="R6c003d0fd90649dd" /><Relationship Type="http://schemas.openxmlformats.org/officeDocument/2006/relationships/image" Target="/ppt/media/image28.png" Id="Raab5fce7dbcf4e43" /><Relationship Type="http://schemas.openxmlformats.org/officeDocument/2006/relationships/notesSlide" Target="/ppt/notesSlides/notesSlide22.xml" Id="R68e996d5ede64b1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c785a8fb114520" /><Relationship Type="http://schemas.openxmlformats.org/officeDocument/2006/relationships/hyperlink" Target="https://codelabs.developers.google.com/getting-started-with-antigravity-skills" TargetMode="External" Id="R822e43aac1a4462d" /><Relationship Type="http://schemas.openxmlformats.org/officeDocument/2006/relationships/hyperlink" Target="https://learn.chatgpt.com/docs/build-skills" TargetMode="External" Id="R6d8828e58bf64f0b" /><Relationship Type="http://schemas.openxmlformats.org/officeDocument/2006/relationships/image" Target="/ppt/media/image29.png" Id="Rad0fc450a1e14a9c" /><Relationship Type="http://schemas.openxmlformats.org/officeDocument/2006/relationships/image" Target="/ppt/media/image30.png" Id="R392646e3f73542df" /><Relationship Type="http://schemas.openxmlformats.org/officeDocument/2006/relationships/notesSlide" Target="/ppt/notesSlides/notesSlide23.xml" Id="R81ce0686c281416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132adf05704db9" /><Relationship Type="http://schemas.openxmlformats.org/officeDocument/2006/relationships/hyperlink" Target="https://codelabs.developers.google.com/getting-started-with-antigravity-skills" TargetMode="External" Id="R33bdd0f9d14c4e0a" /><Relationship Type="http://schemas.openxmlformats.org/officeDocument/2006/relationships/hyperlink" Target="https://learn.chatgpt.com/docs/build-skills" TargetMode="External" Id="Rb0d2c401563f4fd5" /><Relationship Type="http://schemas.openxmlformats.org/officeDocument/2006/relationships/image" Target="/ppt/media/image31.png" Id="R57a0b5b1abdb4545" /><Relationship Type="http://schemas.openxmlformats.org/officeDocument/2006/relationships/image" Target="/ppt/media/image32.png" Id="R540e5620e1cb47c1" /><Relationship Type="http://schemas.openxmlformats.org/officeDocument/2006/relationships/notesSlide" Target="/ppt/notesSlides/notesSlide24.xml" Id="R7a7fe76dcbac481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8d33781aa84ce4" /><Relationship Type="http://schemas.openxmlformats.org/officeDocument/2006/relationships/image" Target="/ppt/media/image33.png" Id="R88de0fb1bae84d5c" /><Relationship Type="http://schemas.openxmlformats.org/officeDocument/2006/relationships/hyperlink" Target="../04_&#23526;&#20316;&#24037;&#20855;/&#25552;&#31034;&#35422;&#24555;&#25463;&#38754;&#26495;_&#30740;&#32722;&#29992;.html" TargetMode="External" Id="R261a57c79b724641" /><Relationship Type="http://schemas.openxmlformats.org/officeDocument/2006/relationships/image" Target="/ppt/media/image34.png" Id="R4bf924a9354f4de8" /><Relationship Type="http://schemas.openxmlformats.org/officeDocument/2006/relationships/notesSlide" Target="/ppt/notesSlides/notesSlide25.xml" Id="Rbfc821f237d841df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d68d2a2777480d" /><Relationship Type="http://schemas.openxmlformats.org/officeDocument/2006/relationships/hyperlink" Target="https://codelabs.developers.google.com/getting-started-with-antigravity-skills" TargetMode="External" Id="R9883410d7db04936" /><Relationship Type="http://schemas.openxmlformats.org/officeDocument/2006/relationships/hyperlink" Target="https://learn.chatgpt.com/docs/build-skills" TargetMode="External" Id="R60d1b431e2c74bcf" /><Relationship Type="http://schemas.openxmlformats.org/officeDocument/2006/relationships/image" Target="/ppt/media/image35.png" Id="R4411b89a8e854353" /><Relationship Type="http://schemas.openxmlformats.org/officeDocument/2006/relationships/image" Target="/ppt/media/image36.png" Id="Rf6325a6e5dcf4a8e" /><Relationship Type="http://schemas.openxmlformats.org/officeDocument/2006/relationships/notesSlide" Target="/ppt/notesSlides/notesSlide26.xml" Id="R077dc9b663a244a0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11c82c71974b70" /><Relationship Type="http://schemas.openxmlformats.org/officeDocument/2006/relationships/hyperlink" Target="https://codelabs.developers.google.com/getting-started-with-antigravity-skills" TargetMode="External" Id="R9b501ea2ee364136" /><Relationship Type="http://schemas.openxmlformats.org/officeDocument/2006/relationships/hyperlink" Target="https://learn.chatgpt.com/docs/build-skills" TargetMode="External" Id="R8aeb417c5ae94649" /><Relationship Type="http://schemas.openxmlformats.org/officeDocument/2006/relationships/image" Target="/ppt/media/image37.png" Id="R20b0c2203bcf4083" /><Relationship Type="http://schemas.openxmlformats.org/officeDocument/2006/relationships/image" Target="/ppt/media/image38.png" Id="Re00fb4ebf3c4499f" /><Relationship Type="http://schemas.openxmlformats.org/officeDocument/2006/relationships/notesSlide" Target="/ppt/notesSlides/notesSlide27.xml" Id="R64efd6f0d8be4ac6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c2f6bc86f14b9a" /><Relationship Type="http://schemas.openxmlformats.org/officeDocument/2006/relationships/hyperlink" Target="https://codelabs.developers.google.com/getting-started-with-antigravity-skills" TargetMode="External" Id="R7494cac29d5a42c4" /><Relationship Type="http://schemas.openxmlformats.org/officeDocument/2006/relationships/hyperlink" Target="https://learn.chatgpt.com/docs/build-skills" TargetMode="External" Id="R823765d609184c15" /><Relationship Type="http://schemas.openxmlformats.org/officeDocument/2006/relationships/image" Target="/ppt/media/image39.png" Id="Rf0a5b3c262f5420b" /><Relationship Type="http://schemas.openxmlformats.org/officeDocument/2006/relationships/image" Target="/ppt/media/image40.png" Id="R44046645b2ee49be" /><Relationship Type="http://schemas.openxmlformats.org/officeDocument/2006/relationships/notesSlide" Target="/ppt/notesSlides/notesSlide28.xml" Id="R9cac5acd628c47a4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67eabe89c94f65" /><Relationship Type="http://schemas.openxmlformats.org/officeDocument/2006/relationships/hyperlink" Target="https://codelabs.developers.google.com/getting-started-with-antigravity-skills" TargetMode="External" Id="Rcb9e8df797e9404f" /><Relationship Type="http://schemas.openxmlformats.org/officeDocument/2006/relationships/hyperlink" Target="https://learn.chatgpt.com/docs/build-skills" TargetMode="External" Id="R37ee39ee470542e5" /><Relationship Type="http://schemas.openxmlformats.org/officeDocument/2006/relationships/image" Target="/ppt/media/image41.png" Id="R3b40c70f53794981" /><Relationship Type="http://schemas.openxmlformats.org/officeDocument/2006/relationships/image" Target="/ppt/media/image42.png" Id="Rb2a7617c361e4e57" /><Relationship Type="http://schemas.openxmlformats.org/officeDocument/2006/relationships/notesSlide" Target="/ppt/notesSlides/notesSlide29.xml" Id="R966a2be04fa24117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2a957bec784cee" /><Relationship Type="http://schemas.openxmlformats.org/officeDocument/2006/relationships/hyperlink" Target="https://codelabs.developers.google.com/getting-started-with-antigravity-skills" TargetMode="External" Id="R4405de79f5664984" /><Relationship Type="http://schemas.openxmlformats.org/officeDocument/2006/relationships/hyperlink" Target="https://learn.chatgpt.com/docs/build-skills" TargetMode="External" Id="R2b3b609f506d475c" /><Relationship Type="http://schemas.openxmlformats.org/officeDocument/2006/relationships/image" Target="/ppt/media/image43.png" Id="Rcf03cb6249af406a" /><Relationship Type="http://schemas.openxmlformats.org/officeDocument/2006/relationships/image" Target="/ppt/media/image44.png" Id="R316670aa5abd4d11" /><Relationship Type="http://schemas.openxmlformats.org/officeDocument/2006/relationships/notesSlide" Target="/ppt/notesSlides/notesSlide30.xml" Id="R54652d65805a411c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e47add2ee44a89" /><Relationship Type="http://schemas.openxmlformats.org/officeDocument/2006/relationships/hyperlink" Target="https://codelabs.developers.google.com/getting-started-with-antigravity-skills" TargetMode="External" Id="R627658f7dae34ad4" /><Relationship Type="http://schemas.openxmlformats.org/officeDocument/2006/relationships/hyperlink" Target="https://learn.chatgpt.com/docs/build-skills" TargetMode="External" Id="Rf59365416b444026" /><Relationship Type="http://schemas.openxmlformats.org/officeDocument/2006/relationships/image" Target="/ppt/media/image45.png" Id="R87f7711cbb0841b6" /><Relationship Type="http://schemas.openxmlformats.org/officeDocument/2006/relationships/image" Target="/ppt/media/image46.png" Id="R45c42be65c474314" /><Relationship Type="http://schemas.openxmlformats.org/officeDocument/2006/relationships/notesSlide" Target="/ppt/notesSlides/notesSlide31.xml" Id="R32de52cfc3c74801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8dda61cc2e46cf" /><Relationship Type="http://schemas.openxmlformats.org/officeDocument/2006/relationships/hyperlink" Target="https://codelabs.developers.google.com/getting-started-with-antigravity-skills" TargetMode="External" Id="Rf04922f4f30e49e7" /><Relationship Type="http://schemas.openxmlformats.org/officeDocument/2006/relationships/hyperlink" Target="https://learn.chatgpt.com/docs/build-skills" TargetMode="External" Id="Rbcfd28c1ec5b4cba" /><Relationship Type="http://schemas.openxmlformats.org/officeDocument/2006/relationships/image" Target="/ppt/media/image47.png" Id="Rdd2204c6f87542f4" /><Relationship Type="http://schemas.openxmlformats.org/officeDocument/2006/relationships/image" Target="/ppt/media/image48.png" Id="Rd03ddb1032174753" /><Relationship Type="http://schemas.openxmlformats.org/officeDocument/2006/relationships/notesSlide" Target="/ppt/notesSlides/notesSlide32.xml" Id="Rcf0ed9ebb20d4c49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05cd0c8fb84c9b" /><Relationship Type="http://schemas.openxmlformats.org/officeDocument/2006/relationships/hyperlink" Target="https://antigravity.google/" TargetMode="External" Id="R4e04b889fd714be3" /><Relationship Type="http://schemas.openxmlformats.org/officeDocument/2006/relationships/hyperlink" Target="https://chatgpt.com/codex/" TargetMode="External" Id="Ra87fa15efc9b4bee" /><Relationship Type="http://schemas.openxmlformats.org/officeDocument/2006/relationships/image" Target="/ppt/media/image49.png" Id="Rb5d759e8d3d046a0" /><Relationship Type="http://schemas.openxmlformats.org/officeDocument/2006/relationships/image" Target="/ppt/media/image50.png" Id="Rf47eb7de91244d87" /><Relationship Type="http://schemas.openxmlformats.org/officeDocument/2006/relationships/notesSlide" Target="/ppt/notesSlides/notesSlide33.xml" Id="Rb98a6ee717664245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7ae3fc532642d6" /><Relationship Type="http://schemas.openxmlformats.org/officeDocument/2006/relationships/hyperlink" Target="https://antigravity.google/" TargetMode="External" Id="R16dab808ec104e1a" /><Relationship Type="http://schemas.openxmlformats.org/officeDocument/2006/relationships/hyperlink" Target="https://chatgpt.com/codex/" TargetMode="External" Id="Re544003ec80b4c94" /><Relationship Type="http://schemas.openxmlformats.org/officeDocument/2006/relationships/image" Target="/ppt/media/image51.png" Id="Rc6394d0709164f3b" /><Relationship Type="http://schemas.openxmlformats.org/officeDocument/2006/relationships/image" Target="/ppt/media/image52.png" Id="Rbd0b454d1b0a4ea3" /><Relationship Type="http://schemas.openxmlformats.org/officeDocument/2006/relationships/notesSlide" Target="/ppt/notesSlides/notesSlide34.xml" Id="Rf81ac22c3eda4591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722361f3f84ff5" /><Relationship Type="http://schemas.openxmlformats.org/officeDocument/2006/relationships/hyperlink" Target="https://antigravity.google/" TargetMode="External" Id="Rf9d95db1076c4b9e" /><Relationship Type="http://schemas.openxmlformats.org/officeDocument/2006/relationships/hyperlink" Target="https://chatgpt.com/codex/" TargetMode="External" Id="Rca79153962c643cc" /><Relationship Type="http://schemas.openxmlformats.org/officeDocument/2006/relationships/image" Target="/ppt/media/image53.png" Id="R590fe463ed654838" /><Relationship Type="http://schemas.openxmlformats.org/officeDocument/2006/relationships/image" Target="/ppt/media/image54.png" Id="Rbc84706af9834517" /><Relationship Type="http://schemas.openxmlformats.org/officeDocument/2006/relationships/notesSlide" Target="/ppt/notesSlides/notesSlide35.xml" Id="Rfa572be4133b4413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24fe32f5954169" /><Relationship Type="http://schemas.openxmlformats.org/officeDocument/2006/relationships/hyperlink" Target="https://antigravity.google/" TargetMode="External" Id="R29715f7256254e0b" /><Relationship Type="http://schemas.openxmlformats.org/officeDocument/2006/relationships/hyperlink" Target="https://chatgpt.com/codex/" TargetMode="External" Id="Rc3819e276d134a55" /><Relationship Type="http://schemas.openxmlformats.org/officeDocument/2006/relationships/image" Target="/ppt/media/image55.png" Id="R5a572281af2e4f68" /><Relationship Type="http://schemas.openxmlformats.org/officeDocument/2006/relationships/image" Target="/ppt/media/image56.png" Id="R1243518f75054897" /><Relationship Type="http://schemas.openxmlformats.org/officeDocument/2006/relationships/notesSlide" Target="/ppt/notesSlides/notesSlide36.xml" Id="R5412ec5970fd4a0a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d1877665694520" /><Relationship Type="http://schemas.openxmlformats.org/officeDocument/2006/relationships/hyperlink" Target="https://antigravity.google/" TargetMode="External" Id="Rf46e23dc9db24e14" /><Relationship Type="http://schemas.openxmlformats.org/officeDocument/2006/relationships/hyperlink" Target="https://chatgpt.com/codex/" TargetMode="External" Id="Rb5963187adbb451f" /><Relationship Type="http://schemas.openxmlformats.org/officeDocument/2006/relationships/image" Target="/ppt/media/image57.png" Id="R03fd599702344cc1" /><Relationship Type="http://schemas.openxmlformats.org/officeDocument/2006/relationships/image" Target="/ppt/media/image58.png" Id="R42e5ae5a04e64b56" /><Relationship Type="http://schemas.openxmlformats.org/officeDocument/2006/relationships/notesSlide" Target="/ppt/notesSlides/notesSlide37.xml" Id="R069e9ea2aabf4b03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957e67e32b4ce9" /><Relationship Type="http://schemas.openxmlformats.org/officeDocument/2006/relationships/hyperlink" Target="https://antigravity.google/" TargetMode="External" Id="R900fbf6ff26e4e37" /><Relationship Type="http://schemas.openxmlformats.org/officeDocument/2006/relationships/hyperlink" Target="https://chatgpt.com/codex/" TargetMode="External" Id="Rbfadeef06a664f87" /><Relationship Type="http://schemas.openxmlformats.org/officeDocument/2006/relationships/image" Target="/ppt/media/image59.png" Id="Re49dd71d25074426" /><Relationship Type="http://schemas.openxmlformats.org/officeDocument/2006/relationships/image" Target="/ppt/media/image60.png" Id="R6152ad6e47f54c40" /><Relationship Type="http://schemas.openxmlformats.org/officeDocument/2006/relationships/notesSlide" Target="/ppt/notesSlides/notesSlide38.xml" Id="Rbe295f33dc8646b7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fc31f8744049a8" /><Relationship Type="http://schemas.openxmlformats.org/officeDocument/2006/relationships/hyperlink" Target="https://antigravity.google/" TargetMode="External" Id="Rd27e038d4e5040f4" /><Relationship Type="http://schemas.openxmlformats.org/officeDocument/2006/relationships/hyperlink" Target="https://chatgpt.com/codex/" TargetMode="External" Id="Ra36d3f96c8d44b3c" /><Relationship Type="http://schemas.openxmlformats.org/officeDocument/2006/relationships/image" Target="/ppt/media/image61.png" Id="R38b3c564579144d6" /><Relationship Type="http://schemas.openxmlformats.org/officeDocument/2006/relationships/image" Target="/ppt/media/image62.png" Id="Rffedcf79933c4af4" /><Relationship Type="http://schemas.openxmlformats.org/officeDocument/2006/relationships/notesSlide" Target="/ppt/notesSlides/notesSlide39.xml" Id="R147223ccd38b4e9b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2e110444534f5c" /><Relationship Type="http://schemas.openxmlformats.org/officeDocument/2006/relationships/hyperlink" Target="https://antigravity.google/" TargetMode="External" Id="Raafb59f3b652496e" /><Relationship Type="http://schemas.openxmlformats.org/officeDocument/2006/relationships/hyperlink" Target="https://chatgpt.com/codex/" TargetMode="External" Id="R908f2d553a0c44d5" /><Relationship Type="http://schemas.openxmlformats.org/officeDocument/2006/relationships/image" Target="/ppt/media/image63.png" Id="R7165bd10b2164515" /><Relationship Type="http://schemas.openxmlformats.org/officeDocument/2006/relationships/image" Target="/ppt/media/image64.png" Id="Rcff285e834094bf7" /><Relationship Type="http://schemas.openxmlformats.org/officeDocument/2006/relationships/notesSlide" Target="/ppt/notesSlides/notesSlide40.xml" Id="R4251c7ac3d1c4e50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bd5b9352ef4a91" /><Relationship Type="http://schemas.openxmlformats.org/officeDocument/2006/relationships/hyperlink" Target="https://antigravity.google/" TargetMode="External" Id="R7659d522b4134afa" /><Relationship Type="http://schemas.openxmlformats.org/officeDocument/2006/relationships/hyperlink" Target="https://chatgpt.com/codex/" TargetMode="External" Id="R025f5149ef3d46ad" /><Relationship Type="http://schemas.openxmlformats.org/officeDocument/2006/relationships/image" Target="/ppt/media/image65.png" Id="R06cefd620b93436c" /><Relationship Type="http://schemas.openxmlformats.org/officeDocument/2006/relationships/image" Target="/ppt/media/image66.png" Id="R41394e9a09cc403e" /><Relationship Type="http://schemas.openxmlformats.org/officeDocument/2006/relationships/notesSlide" Target="/ppt/notesSlides/notesSlide41.xml" Id="Rbe8af52573ed447b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079c72076e4449" /><Relationship Type="http://schemas.openxmlformats.org/officeDocument/2006/relationships/hyperlink" Target="https://antigravity.google/" TargetMode="External" Id="R5914a2d65f014509" /><Relationship Type="http://schemas.openxmlformats.org/officeDocument/2006/relationships/hyperlink" Target="https://chatgpt.com/codex/" TargetMode="External" Id="R8fed5bf055624892" /><Relationship Type="http://schemas.openxmlformats.org/officeDocument/2006/relationships/image" Target="/ppt/media/image67.png" Id="Rced401ba721c43d4" /><Relationship Type="http://schemas.openxmlformats.org/officeDocument/2006/relationships/image" Target="/ppt/media/image68.png" Id="R7c8004193c104484" /><Relationship Type="http://schemas.openxmlformats.org/officeDocument/2006/relationships/notesSlide" Target="/ppt/notesSlides/notesSlide42.xml" Id="Re7ca5723d31e4e67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d3a6a28ffa4f1c" /><Relationship Type="http://schemas.openxmlformats.org/officeDocument/2006/relationships/hyperlink" Target="https://antigravity.google/" TargetMode="External" Id="R1a617d64238047b6" /><Relationship Type="http://schemas.openxmlformats.org/officeDocument/2006/relationships/hyperlink" Target="https://chatgpt.com/codex/" TargetMode="External" Id="Rb04c911a5e484f38" /><Relationship Type="http://schemas.openxmlformats.org/officeDocument/2006/relationships/image" Target="/ppt/media/image69.png" Id="Rcaa86247f39f421f" /><Relationship Type="http://schemas.openxmlformats.org/officeDocument/2006/relationships/image" Target="/ppt/media/image70.png" Id="R57e82383252046c0" /><Relationship Type="http://schemas.openxmlformats.org/officeDocument/2006/relationships/notesSlide" Target="/ppt/notesSlides/notesSlide43.xml" Id="R8209edcf40354373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885ab186bd4aa9" /><Relationship Type="http://schemas.openxmlformats.org/officeDocument/2006/relationships/hyperlink" Target="../START_HERE_&#30740;&#32722;&#36039;&#28304;&#23566;&#33322;.html" TargetMode="External" Id="Re933a955936847cf" /><Relationship Type="http://schemas.openxmlformats.org/officeDocument/2006/relationships/image" Target="/ppt/media/image71.png" Id="Rb9d6f1d18c4e4ee9" /><Relationship Type="http://schemas.openxmlformats.org/officeDocument/2006/relationships/hyperlink" Target="https://antigravity.google/" TargetMode="External" Id="R8e4f753cb5b94263" /><Relationship Type="http://schemas.openxmlformats.org/officeDocument/2006/relationships/image" Target="/ppt/media/image72.png" Id="Re5b0bd60b5854579" /><Relationship Type="http://schemas.openxmlformats.org/officeDocument/2006/relationships/hyperlink" Target="https://chatgpt.com/codex/" TargetMode="External" Id="R7cc557ac767346ac" /><Relationship Type="http://schemas.openxmlformats.org/officeDocument/2006/relationships/image" Target="/ppt/media/image73.png" Id="R9a13d66fdb0b44e0" /><Relationship Type="http://schemas.openxmlformats.org/officeDocument/2006/relationships/hyperlink" Target="https://claude.ai/" TargetMode="External" Id="Rcf34bb6ee0da422c" /><Relationship Type="http://schemas.openxmlformats.org/officeDocument/2006/relationships/image" Target="/ppt/media/image74.png" Id="R916aedd6359f4899" /><Relationship Type="http://schemas.openxmlformats.org/officeDocument/2006/relationships/hyperlink" Target="https://codelabs.developers.google.com/getting-started-with-antigravity-skills" TargetMode="External" Id="Ra7229e3c95264fce" /><Relationship Type="http://schemas.openxmlformats.org/officeDocument/2006/relationships/image" Target="/ppt/media/image75.png" Id="R975afba3fd9447bb" /><Relationship Type="http://schemas.openxmlformats.org/officeDocument/2006/relationships/hyperlink" Target="../04_&#23526;&#20316;&#24037;&#20855;/&#25552;&#31034;&#35422;&#24555;&#25463;&#38754;&#26495;_&#30740;&#32722;&#29992;.html" TargetMode="External" Id="R3fa986b9c9e74f2a" /><Relationship Type="http://schemas.openxmlformats.org/officeDocument/2006/relationships/image" Target="/ppt/media/image76.png" Id="R9a2853dd7c31457a" /><Relationship Type="http://schemas.openxmlformats.org/officeDocument/2006/relationships/hyperlink" Target="https://cagoooo.github.io/Akai/" TargetMode="External" Id="R860517cdff5b49b1" /><Relationship Type="http://schemas.openxmlformats.org/officeDocument/2006/relationships/image" Target="/ppt/media/image77.png" Id="Rf7fab96326914663" /><Relationship Type="http://schemas.openxmlformats.org/officeDocument/2006/relationships/hyperlink" Target="https://www.iea.nl/sites/default/files/2025-10/GA66_PIRLS%202026.pdf" TargetMode="External" Id="R596e2aa3c7334843" /><Relationship Type="http://schemas.openxmlformats.org/officeDocument/2006/relationships/image" Target="/ppt/media/image78.png" Id="R875fc0130432429c" /><Relationship Type="http://schemas.openxmlformats.org/officeDocument/2006/relationships/notesSlide" Target="/ppt/notesSlides/notesSlide44.xml" Id="Re162d2d16e354b7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d8ad5ce13d46a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hape-840">
            <a:extLst xmlns:a="http://schemas.openxmlformats.org/drawingml/2006/main">
              <a:ext uri="{FF2B5EF4-FFF2-40B4-BE49-F238E27FC236}">
                <a16:creationId xmlns:a16="http://schemas.microsoft.com/office/drawing/2014/main" id="{CD533833-4A23-4961-9A61-F62A370FB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0"/>
            <a:ext cx="5619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3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841">
            <a:extLst xmlns:a="http://schemas.openxmlformats.org/drawingml/2006/main">
              <a:ext uri="{FF2B5EF4-FFF2-40B4-BE49-F238E27FC236}">
                <a16:creationId xmlns:a16="http://schemas.microsoft.com/office/drawing/2014/main" id="{278512F1-89A5-40D2-9509-E983D51B6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143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國立中央大學｜2026.08.26</a:t>
            </a:r>
          </a:p>
        </p:txBody>
      </p:sp>
      <p:sp>
        <p:nvSpPr>
          <p:cNvPr id="4" name="text-842">
            <a:extLst xmlns:a="http://schemas.openxmlformats.org/drawingml/2006/main">
              <a:ext uri="{FF2B5EF4-FFF2-40B4-BE49-F238E27FC236}">
                <a16:creationId xmlns:a16="http://schemas.microsoft.com/office/drawing/2014/main" id="{C0F07DDE-ACC9-48F9-8001-3B749993F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00125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下午場｜13:00–16:00</a:t>
            </a:r>
          </a:p>
        </p:txBody>
      </p:sp>
      <p:sp>
        <p:nvSpPr>
          <p:cNvPr id="5" name="text-843">
            <a:extLst xmlns:a="http://schemas.openxmlformats.org/drawingml/2006/main">
              <a:ext uri="{FF2B5EF4-FFF2-40B4-BE49-F238E27FC236}">
                <a16:creationId xmlns:a16="http://schemas.microsoft.com/office/drawing/2014/main" id="{4E26DCD7-7C44-43D5-8E74-6713B949B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504950"/>
            <a:ext cx="46291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打造會做事的 AI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教學與研究夥伴：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Antigravity／Codex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Claude／Agent Skills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資料分析實戰</a:t>
            </a:r>
          </a:p>
        </p:txBody>
      </p:sp>
      <p:sp>
        <p:nvSpPr>
          <p:cNvPr id="6" name="shape-844">
            <a:extLst xmlns:a="http://schemas.openxmlformats.org/drawingml/2006/main">
              <a:ext uri="{FF2B5EF4-FFF2-40B4-BE49-F238E27FC236}">
                <a16:creationId xmlns:a16="http://schemas.microsoft.com/office/drawing/2014/main" id="{1895B965-3D5B-4E16-AE74-0BE9F21B6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305300"/>
            <a:ext cx="723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845">
            <a:extLst xmlns:a="http://schemas.openxmlformats.org/drawingml/2006/main">
              <a:ext uri="{FF2B5EF4-FFF2-40B4-BE49-F238E27FC236}">
                <a16:creationId xmlns:a16="http://schemas.microsoft.com/office/drawing/2014/main" id="{65703196-06D4-46FB-BA0F-7DE4B090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629150"/>
            <a:ext cx="46291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從 AI 教學與研究助理到 AI Agent：大學教師的生成式 AI 實作工作坊</a:t>
            </a:r>
          </a:p>
        </p:txBody>
      </p:sp>
      <p:sp>
        <p:nvSpPr>
          <p:cNvPr id="8" name="text-846">
            <a:extLst xmlns:a="http://schemas.openxmlformats.org/drawingml/2006/main">
              <a:ext uri="{FF2B5EF4-FFF2-40B4-BE49-F238E27FC236}">
                <a16:creationId xmlns:a16="http://schemas.microsoft.com/office/drawing/2014/main" id="{909DD608-4560-48BC-BD0D-04681D444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864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黃凱揚（阿凱老師）｜桃園市龍潭區石門國小資訊組長｜教學年資第 11 年</a:t>
            </a:r>
          </a:p>
        </p:txBody>
      </p:sp>
    </p:spTree>
    <p:extLst>
      <p:ext uri="{BB962C8B-B14F-4D97-AF65-F5344CB8AC3E}">
        <p14:creationId xmlns:p14="http://schemas.microsoft.com/office/powerpoint/2010/main" val="158318812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847">
            <a:extLst xmlns:a="http://schemas.openxmlformats.org/drawingml/2006/main">
              <a:ext uri="{FF2B5EF4-FFF2-40B4-BE49-F238E27FC236}">
                <a16:creationId xmlns:a16="http://schemas.microsoft.com/office/drawing/2014/main" id="{661FB0EC-D805-4B32-8A20-06E3EF7BD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LEARNING OUTCOMES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0E2609B-B81B-469A-9F36-AD6AE7C9D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下午離開前，你會有四項成果</a:t>
            </a:r>
          </a:p>
        </p:txBody>
      </p:sp>
      <p:cxnSp>
        <p:nvCxnSpPr>
          <p:cNvPr id="24" name="shape-84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49">
            <a:extLst xmlns:a="http://schemas.openxmlformats.org/drawingml/2006/main">
              <a:ext uri="{FF2B5EF4-FFF2-40B4-BE49-F238E27FC236}">
                <a16:creationId xmlns:a16="http://schemas.microsoft.com/office/drawing/2014/main" id="{34BCC28B-1410-422D-9B43-7258A3C0E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0153FB1-EAD9-496B-938E-553DF9627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6" name="shape-850">
            <a:extLst xmlns:a="http://schemas.openxmlformats.org/drawingml/2006/main">
              <a:ext uri="{FF2B5EF4-FFF2-40B4-BE49-F238E27FC236}">
                <a16:creationId xmlns:a16="http://schemas.microsoft.com/office/drawing/2014/main" id="{0DC0EB53-8BC4-4ED9-8501-AB07AA6DF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851">
            <a:extLst xmlns:a="http://schemas.openxmlformats.org/drawingml/2006/main">
              <a:ext uri="{FF2B5EF4-FFF2-40B4-BE49-F238E27FC236}">
                <a16:creationId xmlns:a16="http://schemas.microsoft.com/office/drawing/2014/main" id="{5651F7D1-599C-499B-B80D-27291F0F5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852">
            <a:extLst xmlns:a="http://schemas.openxmlformats.org/drawingml/2006/main">
              <a:ext uri="{FF2B5EF4-FFF2-40B4-BE49-F238E27FC236}">
                <a16:creationId xmlns:a16="http://schemas.microsoft.com/office/drawing/2014/main" id="{69F98B65-04A0-45D8-B2E1-447148F19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看懂 Agent</a:t>
            </a:r>
          </a:p>
        </p:txBody>
      </p:sp>
      <p:sp>
        <p:nvSpPr>
          <p:cNvPr id="9" name="text-853">
            <a:extLst xmlns:a="http://schemas.openxmlformats.org/drawingml/2006/main">
              <a:ext uri="{FF2B5EF4-FFF2-40B4-BE49-F238E27FC236}">
                <a16:creationId xmlns:a16="http://schemas.microsoft.com/office/drawing/2014/main" id="{A16A11FA-C6B8-42C8-9CCD-53756303C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能分辨對話、助理與 Agent，知道何時必須人在迴路。</a:t>
            </a:r>
          </a:p>
        </p:txBody>
      </p:sp>
      <p:sp>
        <p:nvSpPr>
          <p:cNvPr id="10" name="shape-854">
            <a:extLst xmlns:a="http://schemas.openxmlformats.org/drawingml/2006/main">
              <a:ext uri="{FF2B5EF4-FFF2-40B4-BE49-F238E27FC236}">
                <a16:creationId xmlns:a16="http://schemas.microsoft.com/office/drawing/2014/main" id="{FAAD8273-C79C-4E9F-A660-4188BEDA6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855">
            <a:extLst xmlns:a="http://schemas.openxmlformats.org/drawingml/2006/main">
              <a:ext uri="{FF2B5EF4-FFF2-40B4-BE49-F238E27FC236}">
                <a16:creationId xmlns:a16="http://schemas.microsoft.com/office/drawing/2014/main" id="{B28E57D7-F761-4AC9-A0E5-BE392F75B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856">
            <a:extLst xmlns:a="http://schemas.openxmlformats.org/drawingml/2006/main">
              <a:ext uri="{FF2B5EF4-FFF2-40B4-BE49-F238E27FC236}">
                <a16:creationId xmlns:a16="http://schemas.microsoft.com/office/drawing/2014/main" id="{1E555911-39A9-4C19-85A7-37EC57134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建立工具策略</a:t>
            </a:r>
          </a:p>
        </p:txBody>
      </p:sp>
      <p:sp>
        <p:nvSpPr>
          <p:cNvPr id="13" name="text-857">
            <a:extLst xmlns:a="http://schemas.openxmlformats.org/drawingml/2006/main">
              <a:ext uri="{FF2B5EF4-FFF2-40B4-BE49-F238E27FC236}">
                <a16:creationId xmlns:a16="http://schemas.microsoft.com/office/drawing/2014/main" id="{52FA750D-641A-4CA6-82CA-DE758FE16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比較 Antigravity、Codex 與 Claude，依任務、額度與驗收證據選擇工具。</a:t>
            </a:r>
          </a:p>
        </p:txBody>
      </p:sp>
      <p:sp>
        <p:nvSpPr>
          <p:cNvPr id="14" name="shape-858">
            <a:extLst xmlns:a="http://schemas.openxmlformats.org/drawingml/2006/main">
              <a:ext uri="{FF2B5EF4-FFF2-40B4-BE49-F238E27FC236}">
                <a16:creationId xmlns:a16="http://schemas.microsoft.com/office/drawing/2014/main" id="{2E8317AF-AA10-4D25-B8D7-D49C7D3BC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859">
            <a:extLst xmlns:a="http://schemas.openxmlformats.org/drawingml/2006/main">
              <a:ext uri="{FF2B5EF4-FFF2-40B4-BE49-F238E27FC236}">
                <a16:creationId xmlns:a16="http://schemas.microsoft.com/office/drawing/2014/main" id="{F5A8E1C1-0D0F-4179-A6C1-3263D2946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860">
            <a:extLst xmlns:a="http://schemas.openxmlformats.org/drawingml/2006/main">
              <a:ext uri="{FF2B5EF4-FFF2-40B4-BE49-F238E27FC236}">
                <a16:creationId xmlns:a16="http://schemas.microsoft.com/office/drawing/2014/main" id="{053CD996-A25A-4A8E-8919-4182D5258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完成一個 Skill</a:t>
            </a:r>
          </a:p>
        </p:txBody>
      </p:sp>
      <p:sp>
        <p:nvSpPr>
          <p:cNvPr id="17" name="text-861">
            <a:extLst xmlns:a="http://schemas.openxmlformats.org/drawingml/2006/main">
              <a:ext uri="{FF2B5EF4-FFF2-40B4-BE49-F238E27FC236}">
                <a16:creationId xmlns:a16="http://schemas.microsoft.com/office/drawing/2014/main" id="{71D46936-C8DE-4C0B-8EB4-134F121AB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把教學或研究提示詞升級成可重複、可測試的工作流程。</a:t>
            </a:r>
          </a:p>
        </p:txBody>
      </p:sp>
      <p:sp>
        <p:nvSpPr>
          <p:cNvPr id="18" name="shape-862">
            <a:extLst xmlns:a="http://schemas.openxmlformats.org/drawingml/2006/main">
              <a:ext uri="{FF2B5EF4-FFF2-40B4-BE49-F238E27FC236}">
                <a16:creationId xmlns:a16="http://schemas.microsoft.com/office/drawing/2014/main" id="{9C6A351F-2678-4A41-B033-FAEB84BF9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863">
            <a:extLst xmlns:a="http://schemas.openxmlformats.org/drawingml/2006/main">
              <a:ext uri="{FF2B5EF4-FFF2-40B4-BE49-F238E27FC236}">
                <a16:creationId xmlns:a16="http://schemas.microsoft.com/office/drawing/2014/main" id="{51568194-836A-47F4-8F80-D0D333F1F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864">
            <a:extLst xmlns:a="http://schemas.openxmlformats.org/drawingml/2006/main">
              <a:ext uri="{FF2B5EF4-FFF2-40B4-BE49-F238E27FC236}">
                <a16:creationId xmlns:a16="http://schemas.microsoft.com/office/drawing/2014/main" id="{C725FBBD-66B0-4C5F-A6C3-53AFF9927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完成資料分析</a:t>
            </a:r>
          </a:p>
        </p:txBody>
      </p:sp>
      <p:sp>
        <p:nvSpPr>
          <p:cNvPr id="21" name="text-865">
            <a:extLst xmlns:a="http://schemas.openxmlformats.org/drawingml/2006/main">
              <a:ext uri="{FF2B5EF4-FFF2-40B4-BE49-F238E27FC236}">
                <a16:creationId xmlns:a16="http://schemas.microsoft.com/office/drawing/2014/main" id="{68F8D76A-ECAF-41AC-BE0D-075EED340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以合成資料練習選擇題統計、簡答初編與人工複核。</a:t>
            </a:r>
          </a:p>
        </p:txBody>
      </p:sp>
    </p:spTree>
    <p:extLst>
      <p:ext uri="{BB962C8B-B14F-4D97-AF65-F5344CB8AC3E}">
        <p14:creationId xmlns:p14="http://schemas.microsoft.com/office/powerpoint/2010/main" val="102911989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text-866">
            <a:extLst xmlns:a="http://schemas.openxmlformats.org/drawingml/2006/main">
              <a:ext uri="{FF2B5EF4-FFF2-40B4-BE49-F238E27FC236}">
                <a16:creationId xmlns:a16="http://schemas.microsoft.com/office/drawing/2014/main" id="{F8D47339-B262-4D87-9893-CA25D9C3D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RUN OF SHOW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BAA6D49-D485-48CD-843B-A0EBA25AD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 180 分鐘：從操作到可重複流程</a:t>
            </a:r>
          </a:p>
        </p:txBody>
      </p:sp>
      <p:cxnSp>
        <p:nvCxnSpPr>
          <p:cNvPr id="41" name="shape-86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68">
            <a:extLst xmlns:a="http://schemas.openxmlformats.org/drawingml/2006/main">
              <a:ext uri="{FF2B5EF4-FFF2-40B4-BE49-F238E27FC236}">
                <a16:creationId xmlns:a16="http://schemas.microsoft.com/office/drawing/2014/main" id="{D28FB37C-051A-49D5-85FA-BAB7BA465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7131387-5625-4B24-87A9-3997C0ACD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cxnSp>
        <p:nvCxnSpPr>
          <p:cNvPr id="44" name="shape-869"/>
          <p:cNvCxnSpPr/>
          <p:nvPr/>
        </p:nvCxnSpPr>
        <p:spPr>
          <a:xfrm xmlns:a="http://schemas.openxmlformats.org/drawingml/2006/main">
            <a:off x="876300" y="3143250"/>
            <a:ext cx="10401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shape-870">
            <a:extLst xmlns:a="http://schemas.openxmlformats.org/drawingml/2006/main">
              <a:ext uri="{FF2B5EF4-FFF2-40B4-BE49-F238E27FC236}">
                <a16:creationId xmlns:a16="http://schemas.microsoft.com/office/drawing/2014/main" id="{4663000A-552E-469E-B3A3-4FBD1748D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871">
            <a:extLst xmlns:a="http://schemas.openxmlformats.org/drawingml/2006/main">
              <a:ext uri="{FF2B5EF4-FFF2-40B4-BE49-F238E27FC236}">
                <a16:creationId xmlns:a16="http://schemas.microsoft.com/office/drawing/2014/main" id="{3C75F725-21BE-4151-8716-BD9DF80C0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00–20</a:t>
            </a:r>
          </a:p>
        </p:txBody>
      </p:sp>
      <p:sp>
        <p:nvSpPr>
          <p:cNvPr id="9" name="text-872">
            <a:extLst xmlns:a="http://schemas.openxmlformats.org/drawingml/2006/main">
              <a:ext uri="{FF2B5EF4-FFF2-40B4-BE49-F238E27FC236}">
                <a16:creationId xmlns:a16="http://schemas.microsoft.com/office/drawing/2014/main" id="{C665498E-312F-42C1-8D7A-4C3F45AF7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觀念</a:t>
            </a:r>
          </a:p>
        </p:txBody>
      </p:sp>
      <p:sp>
        <p:nvSpPr>
          <p:cNvPr id="10" name="text-873">
            <a:extLst xmlns:a="http://schemas.openxmlformats.org/drawingml/2006/main">
              <a:ext uri="{FF2B5EF4-FFF2-40B4-BE49-F238E27FC236}">
                <a16:creationId xmlns:a16="http://schemas.microsoft.com/office/drawing/2014/main" id="{342C6A10-F771-4052-8D8B-A237EA340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能力與風險</a:t>
            </a:r>
          </a:p>
        </p:txBody>
      </p:sp>
      <p:sp>
        <p:nvSpPr>
          <p:cNvPr id="11" name="shape-874">
            <a:extLst xmlns:a="http://schemas.openxmlformats.org/drawingml/2006/main">
              <a:ext uri="{FF2B5EF4-FFF2-40B4-BE49-F238E27FC236}">
                <a16:creationId xmlns:a16="http://schemas.microsoft.com/office/drawing/2014/main" id="{449C711D-06F7-4A1A-BD3A-01874D239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875">
            <a:extLst xmlns:a="http://schemas.openxmlformats.org/drawingml/2006/main">
              <a:ext uri="{FF2B5EF4-FFF2-40B4-BE49-F238E27FC236}">
                <a16:creationId xmlns:a16="http://schemas.microsoft.com/office/drawing/2014/main" id="{74A5DACA-D321-434C-A177-CBEC59EED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20–45</a:t>
            </a:r>
          </a:p>
        </p:txBody>
      </p:sp>
      <p:sp>
        <p:nvSpPr>
          <p:cNvPr id="13" name="text-876">
            <a:extLst xmlns:a="http://schemas.openxmlformats.org/drawingml/2006/main">
              <a:ext uri="{FF2B5EF4-FFF2-40B4-BE49-F238E27FC236}">
                <a16:creationId xmlns:a16="http://schemas.microsoft.com/office/drawing/2014/main" id="{B95D1B7D-2E39-465A-AD2C-DA8CB08E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14" name="text-877">
            <a:extLst xmlns:a="http://schemas.openxmlformats.org/drawingml/2006/main">
              <a:ext uri="{FF2B5EF4-FFF2-40B4-BE49-F238E27FC236}">
                <a16:creationId xmlns:a16="http://schemas.microsoft.com/office/drawing/2014/main" id="{EA5D5249-D230-44AD-B153-5C0633FB9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任務與證據</a:t>
            </a:r>
          </a:p>
        </p:txBody>
      </p:sp>
      <p:sp>
        <p:nvSpPr>
          <p:cNvPr id="15" name="shape-878">
            <a:extLst xmlns:a="http://schemas.openxmlformats.org/drawingml/2006/main">
              <a:ext uri="{FF2B5EF4-FFF2-40B4-BE49-F238E27FC236}">
                <a16:creationId xmlns:a16="http://schemas.microsoft.com/office/drawing/2014/main" id="{1C404BE8-042E-40AE-81DD-DE6E6D705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879">
            <a:extLst xmlns:a="http://schemas.openxmlformats.org/drawingml/2006/main">
              <a:ext uri="{FF2B5EF4-FFF2-40B4-BE49-F238E27FC236}">
                <a16:creationId xmlns:a16="http://schemas.microsoft.com/office/drawing/2014/main" id="{FC64D78A-F0E6-4F6B-8F44-466674AEB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45–70</a:t>
            </a:r>
          </a:p>
        </p:txBody>
      </p:sp>
      <p:sp>
        <p:nvSpPr>
          <p:cNvPr id="17" name="text-880">
            <a:extLst xmlns:a="http://schemas.openxmlformats.org/drawingml/2006/main">
              <a:ext uri="{FF2B5EF4-FFF2-40B4-BE49-F238E27FC236}">
                <a16:creationId xmlns:a16="http://schemas.microsoft.com/office/drawing/2014/main" id="{1F866796-9C17-44D9-A9EA-1BED670A9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Claude</a:t>
            </a:r>
          </a:p>
        </p:txBody>
      </p:sp>
      <p:sp>
        <p:nvSpPr>
          <p:cNvPr id="18" name="text-881">
            <a:extLst xmlns:a="http://schemas.openxmlformats.org/drawingml/2006/main">
              <a:ext uri="{FF2B5EF4-FFF2-40B4-BE49-F238E27FC236}">
                <a16:creationId xmlns:a16="http://schemas.microsoft.com/office/drawing/2014/main" id="{54A03F4E-EA8A-4ADE-B7B5-A01D7FF9A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模型與成本</a:t>
            </a:r>
          </a:p>
        </p:txBody>
      </p:sp>
      <p:sp>
        <p:nvSpPr>
          <p:cNvPr id="19" name="shape-882">
            <a:extLst xmlns:a="http://schemas.openxmlformats.org/drawingml/2006/main">
              <a:ext uri="{FF2B5EF4-FFF2-40B4-BE49-F238E27FC236}">
                <a16:creationId xmlns:a16="http://schemas.microsoft.com/office/drawing/2014/main" id="{C1D34F5C-C368-4F49-BA1F-1409D21AF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883">
            <a:extLst xmlns:a="http://schemas.openxmlformats.org/drawingml/2006/main">
              <a:ext uri="{FF2B5EF4-FFF2-40B4-BE49-F238E27FC236}">
                <a16:creationId xmlns:a16="http://schemas.microsoft.com/office/drawing/2014/main" id="{AA9021F4-481D-4C2B-B863-F33E27C30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70–95</a:t>
            </a:r>
          </a:p>
        </p:txBody>
      </p:sp>
      <p:sp>
        <p:nvSpPr>
          <p:cNvPr id="21" name="text-884">
            <a:extLst xmlns:a="http://schemas.openxmlformats.org/drawingml/2006/main">
              <a:ext uri="{FF2B5EF4-FFF2-40B4-BE49-F238E27FC236}">
                <a16:creationId xmlns:a16="http://schemas.microsoft.com/office/drawing/2014/main" id="{6C0DA22F-8C93-4FE7-9CB3-17F1370C6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22" name="text-885">
            <a:extLst xmlns:a="http://schemas.openxmlformats.org/drawingml/2006/main">
              <a:ext uri="{FF2B5EF4-FFF2-40B4-BE49-F238E27FC236}">
                <a16:creationId xmlns:a16="http://schemas.microsoft.com/office/drawing/2014/main" id="{32169733-DDA4-4EA0-A86B-88E81B348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實作工作流</a:t>
            </a:r>
          </a:p>
        </p:txBody>
      </p:sp>
      <p:sp>
        <p:nvSpPr>
          <p:cNvPr id="23" name="shape-886">
            <a:extLst xmlns:a="http://schemas.openxmlformats.org/drawingml/2006/main">
              <a:ext uri="{FF2B5EF4-FFF2-40B4-BE49-F238E27FC236}">
                <a16:creationId xmlns:a16="http://schemas.microsoft.com/office/drawing/2014/main" id="{8A99FE1E-ED04-46F4-AFD5-F3D441E37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887">
            <a:extLst xmlns:a="http://schemas.openxmlformats.org/drawingml/2006/main">
              <a:ext uri="{FF2B5EF4-FFF2-40B4-BE49-F238E27FC236}">
                <a16:creationId xmlns:a16="http://schemas.microsoft.com/office/drawing/2014/main" id="{4B497235-015B-4228-96A7-9A818EBD1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95–105</a:t>
            </a:r>
          </a:p>
        </p:txBody>
      </p:sp>
      <p:sp>
        <p:nvSpPr>
          <p:cNvPr id="25" name="text-888">
            <a:extLst xmlns:a="http://schemas.openxmlformats.org/drawingml/2006/main">
              <a:ext uri="{FF2B5EF4-FFF2-40B4-BE49-F238E27FC236}">
                <a16:creationId xmlns:a16="http://schemas.microsoft.com/office/drawing/2014/main" id="{99AD0FE6-1DEF-4E43-8294-BF689A3F3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休息</a:t>
            </a:r>
          </a:p>
        </p:txBody>
      </p:sp>
      <p:sp>
        <p:nvSpPr>
          <p:cNvPr id="26" name="text-889">
            <a:extLst xmlns:a="http://schemas.openxmlformats.org/drawingml/2006/main">
              <a:ext uri="{FF2B5EF4-FFF2-40B4-BE49-F238E27FC236}">
                <a16:creationId xmlns:a16="http://schemas.microsoft.com/office/drawing/2014/main" id="{37B4D875-6076-4940-8BF5-CC9AE5B4C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整理成果</a:t>
            </a:r>
          </a:p>
        </p:txBody>
      </p:sp>
      <p:sp>
        <p:nvSpPr>
          <p:cNvPr id="27" name="shape-890">
            <a:extLst xmlns:a="http://schemas.openxmlformats.org/drawingml/2006/main">
              <a:ext uri="{FF2B5EF4-FFF2-40B4-BE49-F238E27FC236}">
                <a16:creationId xmlns:a16="http://schemas.microsoft.com/office/drawing/2014/main" id="{4564B75B-522C-4BEC-AC4F-ED034EBA5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-891">
            <a:extLst xmlns:a="http://schemas.openxmlformats.org/drawingml/2006/main">
              <a:ext uri="{FF2B5EF4-FFF2-40B4-BE49-F238E27FC236}">
                <a16:creationId xmlns:a16="http://schemas.microsoft.com/office/drawing/2014/main" id="{8376A4D4-9529-4CEB-95A3-1317A580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105–140</a:t>
            </a:r>
          </a:p>
        </p:txBody>
      </p:sp>
      <p:sp>
        <p:nvSpPr>
          <p:cNvPr id="29" name="text-892">
            <a:extLst xmlns:a="http://schemas.openxmlformats.org/drawingml/2006/main">
              <a:ext uri="{FF2B5EF4-FFF2-40B4-BE49-F238E27FC236}">
                <a16:creationId xmlns:a16="http://schemas.microsoft.com/office/drawing/2014/main" id="{CEB3CBED-A87C-4834-AEBE-D1A364794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</a:t>
            </a:r>
          </a:p>
        </p:txBody>
      </p:sp>
      <p:sp>
        <p:nvSpPr>
          <p:cNvPr id="30" name="text-893">
            <a:extLst xmlns:a="http://schemas.openxmlformats.org/drawingml/2006/main">
              <a:ext uri="{FF2B5EF4-FFF2-40B4-BE49-F238E27FC236}">
                <a16:creationId xmlns:a16="http://schemas.microsoft.com/office/drawing/2014/main" id="{584F9D8C-6138-4D7A-A8E9-6BDE909CB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提示詞升級</a:t>
            </a:r>
          </a:p>
        </p:txBody>
      </p:sp>
      <p:sp>
        <p:nvSpPr>
          <p:cNvPr id="31" name="shape-894">
            <a:extLst xmlns:a="http://schemas.openxmlformats.org/drawingml/2006/main">
              <a:ext uri="{FF2B5EF4-FFF2-40B4-BE49-F238E27FC236}">
                <a16:creationId xmlns:a16="http://schemas.microsoft.com/office/drawing/2014/main" id="{20D1F099-1F2A-45CE-9183-5505BF931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895">
            <a:extLst xmlns:a="http://schemas.openxmlformats.org/drawingml/2006/main">
              <a:ext uri="{FF2B5EF4-FFF2-40B4-BE49-F238E27FC236}">
                <a16:creationId xmlns:a16="http://schemas.microsoft.com/office/drawing/2014/main" id="{7B162372-6E19-415F-9DFD-691E1D714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140–160</a:t>
            </a:r>
          </a:p>
        </p:txBody>
      </p:sp>
      <p:sp>
        <p:nvSpPr>
          <p:cNvPr id="33" name="text-896">
            <a:extLst xmlns:a="http://schemas.openxmlformats.org/drawingml/2006/main">
              <a:ext uri="{FF2B5EF4-FFF2-40B4-BE49-F238E27FC236}">
                <a16:creationId xmlns:a16="http://schemas.microsoft.com/office/drawing/2014/main" id="{8FB4C683-EEA3-4611-A2C7-9D3661D24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學生資料</a:t>
            </a:r>
          </a:p>
        </p:txBody>
      </p:sp>
      <p:sp>
        <p:nvSpPr>
          <p:cNvPr id="34" name="text-897">
            <a:extLst xmlns:a="http://schemas.openxmlformats.org/drawingml/2006/main">
              <a:ext uri="{FF2B5EF4-FFF2-40B4-BE49-F238E27FC236}">
                <a16:creationId xmlns:a16="http://schemas.microsoft.com/office/drawing/2014/main" id="{D526E054-C53A-4C81-9071-36A63584A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PIRLS 風格分析</a:t>
            </a:r>
          </a:p>
        </p:txBody>
      </p:sp>
      <p:sp>
        <p:nvSpPr>
          <p:cNvPr id="35" name="shape-898">
            <a:extLst xmlns:a="http://schemas.openxmlformats.org/drawingml/2006/main">
              <a:ext uri="{FF2B5EF4-FFF2-40B4-BE49-F238E27FC236}">
                <a16:creationId xmlns:a16="http://schemas.microsoft.com/office/drawing/2014/main" id="{1150F025-3256-4821-8982-B36851FD5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text-899">
            <a:extLst xmlns:a="http://schemas.openxmlformats.org/drawingml/2006/main">
              <a:ext uri="{FF2B5EF4-FFF2-40B4-BE49-F238E27FC236}">
                <a16:creationId xmlns:a16="http://schemas.microsoft.com/office/drawing/2014/main" id="{3C6E375C-D44A-4626-9DF0-6A2F314EF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160–180</a:t>
            </a:r>
          </a:p>
        </p:txBody>
      </p:sp>
      <p:sp>
        <p:nvSpPr>
          <p:cNvPr id="37" name="text-900">
            <a:extLst xmlns:a="http://schemas.openxmlformats.org/drawingml/2006/main">
              <a:ext uri="{FF2B5EF4-FFF2-40B4-BE49-F238E27FC236}">
                <a16:creationId xmlns:a16="http://schemas.microsoft.com/office/drawing/2014/main" id="{F25D1DAE-3322-4B60-8D99-28C2D650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整合分享</a:t>
            </a:r>
          </a:p>
        </p:txBody>
      </p:sp>
      <p:sp>
        <p:nvSpPr>
          <p:cNvPr id="38" name="text-901">
            <a:extLst xmlns:a="http://schemas.openxmlformats.org/drawingml/2006/main">
              <a:ext uri="{FF2B5EF4-FFF2-40B4-BE49-F238E27FC236}">
                <a16:creationId xmlns:a16="http://schemas.microsoft.com/office/drawing/2014/main" id="{D7A66858-36F9-4581-973B-E8499D77B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可驗證交付</a:t>
            </a:r>
          </a:p>
        </p:txBody>
      </p:sp>
    </p:spTree>
    <p:extLst>
      <p:ext uri="{BB962C8B-B14F-4D97-AF65-F5344CB8AC3E}">
        <p14:creationId xmlns:p14="http://schemas.microsoft.com/office/powerpoint/2010/main" val="15503867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ext-902">
            <a:extLst xmlns:a="http://schemas.openxmlformats.org/drawingml/2006/main">
              <a:ext uri="{FF2B5EF4-FFF2-40B4-BE49-F238E27FC236}">
                <a16:creationId xmlns:a16="http://schemas.microsoft.com/office/drawing/2014/main" id="{B24B4AF9-DECA-4628-B488-34AF5866A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CAPABILITY LADDER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634E9CD-638F-447B-A5F0-B68EF2E59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對話、助理、Agent：差別在能否推進工作</a:t>
            </a:r>
          </a:p>
        </p:txBody>
      </p:sp>
      <p:cxnSp>
        <p:nvCxnSpPr>
          <p:cNvPr id="32" name="shape-90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04">
            <a:extLst xmlns:a="http://schemas.openxmlformats.org/drawingml/2006/main">
              <a:ext uri="{FF2B5EF4-FFF2-40B4-BE49-F238E27FC236}">
                <a16:creationId xmlns:a16="http://schemas.microsoft.com/office/drawing/2014/main" id="{EE769B2E-B6E0-46CD-9002-AF2EE4058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472F6B8-3DE8-4D43-A17F-1B4492633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6" name="shape-905">
            <a:extLst xmlns:a="http://schemas.openxmlformats.org/drawingml/2006/main">
              <a:ext uri="{FF2B5EF4-FFF2-40B4-BE49-F238E27FC236}">
                <a16:creationId xmlns:a16="http://schemas.microsoft.com/office/drawing/2014/main" id="{ECB8634F-D435-4FE0-BE96-410360A9A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906">
            <a:extLst xmlns:a="http://schemas.openxmlformats.org/drawingml/2006/main">
              <a:ext uri="{FF2B5EF4-FFF2-40B4-BE49-F238E27FC236}">
                <a16:creationId xmlns:a16="http://schemas.microsoft.com/office/drawing/2014/main" id="{7ABA9BC2-B3CF-41A8-8E92-A15D1E45F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907">
            <a:extLst xmlns:a="http://schemas.openxmlformats.org/drawingml/2006/main">
              <a:ext uri="{FF2B5EF4-FFF2-40B4-BE49-F238E27FC236}">
                <a16:creationId xmlns:a16="http://schemas.microsoft.com/office/drawing/2014/main" id="{7A446CBC-AB91-4AED-AF06-B7B1B84DB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908">
            <a:extLst xmlns:a="http://schemas.openxmlformats.org/drawingml/2006/main">
              <a:ext uri="{FF2B5EF4-FFF2-40B4-BE49-F238E27FC236}">
                <a16:creationId xmlns:a16="http://schemas.microsoft.com/office/drawing/2014/main" id="{7E198555-9EBF-4DBF-87D3-B860A2786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對話</a:t>
            </a:r>
          </a:p>
        </p:txBody>
      </p:sp>
      <p:sp>
        <p:nvSpPr>
          <p:cNvPr id="10" name="text-909">
            <a:extLst xmlns:a="http://schemas.openxmlformats.org/drawingml/2006/main">
              <a:ext uri="{FF2B5EF4-FFF2-40B4-BE49-F238E27FC236}">
                <a16:creationId xmlns:a16="http://schemas.microsoft.com/office/drawing/2014/main" id="{EF5DA76A-41EA-4C03-8B82-EFA266E7F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回答、解釋、發想</a:t>
            </a:r>
          </a:p>
        </p:txBody>
      </p:sp>
      <p:sp>
        <p:nvSpPr>
          <p:cNvPr id="11" name="text-910">
            <a:extLst xmlns:a="http://schemas.openxmlformats.org/drawingml/2006/main">
              <a:ext uri="{FF2B5EF4-FFF2-40B4-BE49-F238E27FC236}">
                <a16:creationId xmlns:a16="http://schemas.microsoft.com/office/drawing/2014/main" id="{0B70165C-FFF1-4FFB-96CB-F6795C1E3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911">
            <a:extLst xmlns:a="http://schemas.openxmlformats.org/drawingml/2006/main">
              <a:ext uri="{FF2B5EF4-FFF2-40B4-BE49-F238E27FC236}">
                <a16:creationId xmlns:a16="http://schemas.microsoft.com/office/drawing/2014/main" id="{9A3AE068-B057-4942-B701-D1CB1FB5F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912">
            <a:extLst xmlns:a="http://schemas.openxmlformats.org/drawingml/2006/main">
              <a:ext uri="{FF2B5EF4-FFF2-40B4-BE49-F238E27FC236}">
                <a16:creationId xmlns:a16="http://schemas.microsoft.com/office/drawing/2014/main" id="{6AF8EB71-8BAB-4535-A336-9FE8F66C7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913">
            <a:extLst xmlns:a="http://schemas.openxmlformats.org/drawingml/2006/main">
              <a:ext uri="{FF2B5EF4-FFF2-40B4-BE49-F238E27FC236}">
                <a16:creationId xmlns:a16="http://schemas.microsoft.com/office/drawing/2014/main" id="{1AAD4F79-3528-40FE-973F-8FFD4D4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914">
            <a:extLst xmlns:a="http://schemas.openxmlformats.org/drawingml/2006/main">
              <a:ext uri="{FF2B5EF4-FFF2-40B4-BE49-F238E27FC236}">
                <a16:creationId xmlns:a16="http://schemas.microsoft.com/office/drawing/2014/main" id="{E324E77C-0AD5-467E-B614-21B7B971E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助理</a:t>
            </a:r>
          </a:p>
        </p:txBody>
      </p:sp>
      <p:sp>
        <p:nvSpPr>
          <p:cNvPr id="16" name="text-915">
            <a:extLst xmlns:a="http://schemas.openxmlformats.org/drawingml/2006/main">
              <a:ext uri="{FF2B5EF4-FFF2-40B4-BE49-F238E27FC236}">
                <a16:creationId xmlns:a16="http://schemas.microsoft.com/office/drawing/2014/main" id="{FF9907BC-6C0C-4198-8A3A-8A64AC6FA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固定角色與格式</a:t>
            </a:r>
          </a:p>
        </p:txBody>
      </p:sp>
      <p:sp>
        <p:nvSpPr>
          <p:cNvPr id="17" name="text-916">
            <a:extLst xmlns:a="http://schemas.openxmlformats.org/drawingml/2006/main">
              <a:ext uri="{FF2B5EF4-FFF2-40B4-BE49-F238E27FC236}">
                <a16:creationId xmlns:a16="http://schemas.microsoft.com/office/drawing/2014/main" id="{46A6810A-2F5B-4752-B5D8-F4B619BDA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917">
            <a:extLst xmlns:a="http://schemas.openxmlformats.org/drawingml/2006/main">
              <a:ext uri="{FF2B5EF4-FFF2-40B4-BE49-F238E27FC236}">
                <a16:creationId xmlns:a16="http://schemas.microsoft.com/office/drawing/2014/main" id="{04EB9E1C-0CF9-4B88-B202-5B850ECE7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918">
            <a:extLst xmlns:a="http://schemas.openxmlformats.org/drawingml/2006/main">
              <a:ext uri="{FF2B5EF4-FFF2-40B4-BE49-F238E27FC236}">
                <a16:creationId xmlns:a16="http://schemas.microsoft.com/office/drawing/2014/main" id="{BB0F9A34-3FF4-44C2-9BC6-E36BC6CA5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919">
            <a:extLst xmlns:a="http://schemas.openxmlformats.org/drawingml/2006/main">
              <a:ext uri="{FF2B5EF4-FFF2-40B4-BE49-F238E27FC236}">
                <a16:creationId xmlns:a16="http://schemas.microsoft.com/office/drawing/2014/main" id="{10BC9917-4D37-428E-9365-2F75362B5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920">
            <a:extLst xmlns:a="http://schemas.openxmlformats.org/drawingml/2006/main">
              <a:ext uri="{FF2B5EF4-FFF2-40B4-BE49-F238E27FC236}">
                <a16:creationId xmlns:a16="http://schemas.microsoft.com/office/drawing/2014/main" id="{2D8D5DA9-3BF7-47C7-9C26-74DBFF7F9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</a:t>
            </a:r>
          </a:p>
        </p:txBody>
      </p:sp>
      <p:sp>
        <p:nvSpPr>
          <p:cNvPr id="22" name="text-921">
            <a:extLst xmlns:a="http://schemas.openxmlformats.org/drawingml/2006/main">
              <a:ext uri="{FF2B5EF4-FFF2-40B4-BE49-F238E27FC236}">
                <a16:creationId xmlns:a16="http://schemas.microsoft.com/office/drawing/2014/main" id="{FD5322EF-1B12-4AB8-BEC8-5B5ED5F36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讀取環境、規劃、使用工具</a:t>
            </a:r>
          </a:p>
        </p:txBody>
      </p:sp>
      <p:sp>
        <p:nvSpPr>
          <p:cNvPr id="23" name="text-922">
            <a:extLst xmlns:a="http://schemas.openxmlformats.org/drawingml/2006/main">
              <a:ext uri="{FF2B5EF4-FFF2-40B4-BE49-F238E27FC236}">
                <a16:creationId xmlns:a16="http://schemas.microsoft.com/office/drawing/2014/main" id="{FD60D323-8293-4885-B488-D8DE43BB2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923">
            <a:extLst xmlns:a="http://schemas.openxmlformats.org/drawingml/2006/main">
              <a:ext uri="{FF2B5EF4-FFF2-40B4-BE49-F238E27FC236}">
                <a16:creationId xmlns:a16="http://schemas.microsoft.com/office/drawing/2014/main" id="{196FD144-738C-4494-A917-DC61BA68E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924">
            <a:extLst xmlns:a="http://schemas.openxmlformats.org/drawingml/2006/main">
              <a:ext uri="{FF2B5EF4-FFF2-40B4-BE49-F238E27FC236}">
                <a16:creationId xmlns:a16="http://schemas.microsoft.com/office/drawing/2014/main" id="{62168F8B-1D04-4E13-9804-76DA2DB2D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925">
            <a:extLst xmlns:a="http://schemas.openxmlformats.org/drawingml/2006/main">
              <a:ext uri="{FF2B5EF4-FFF2-40B4-BE49-F238E27FC236}">
                <a16:creationId xmlns:a16="http://schemas.microsoft.com/office/drawing/2014/main" id="{146570CC-8CD9-467D-9E84-120D8BB39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926">
            <a:extLst xmlns:a="http://schemas.openxmlformats.org/drawingml/2006/main">
              <a:ext uri="{FF2B5EF4-FFF2-40B4-BE49-F238E27FC236}">
                <a16:creationId xmlns:a16="http://schemas.microsoft.com/office/drawing/2014/main" id="{787372EF-8D46-4CE5-8424-8291D8DC0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可信 Agent</a:t>
            </a:r>
          </a:p>
        </p:txBody>
      </p:sp>
      <p:sp>
        <p:nvSpPr>
          <p:cNvPr id="28" name="text-927">
            <a:extLst xmlns:a="http://schemas.openxmlformats.org/drawingml/2006/main">
              <a:ext uri="{FF2B5EF4-FFF2-40B4-BE49-F238E27FC236}">
                <a16:creationId xmlns:a16="http://schemas.microsoft.com/office/drawing/2014/main" id="{F2F4C11F-48E5-4CA3-84A8-A35DE8DA4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驗證結果、回報限制、等待授權</a:t>
            </a:r>
          </a:p>
        </p:txBody>
      </p:sp>
      <p:sp>
        <p:nvSpPr>
          <p:cNvPr id="29" name="text-928">
            <a:extLst xmlns:a="http://schemas.openxmlformats.org/drawingml/2006/main">
              <a:ext uri="{FF2B5EF4-FFF2-40B4-BE49-F238E27FC236}">
                <a16:creationId xmlns:a16="http://schemas.microsoft.com/office/drawing/2014/main" id="{9A710D2E-2955-4282-AD1B-97E3D8570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39278394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929">
            <a:extLst xmlns:a="http://schemas.openxmlformats.org/drawingml/2006/main">
              <a:ext uri="{FF2B5EF4-FFF2-40B4-BE49-F238E27FC236}">
                <a16:creationId xmlns:a16="http://schemas.microsoft.com/office/drawing/2014/main" id="{C2741DA4-AA62-4911-BFE3-B659ACDB4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LOOP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E60F815-2C1C-4816-B925-1292312CA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五步循環：完成，不是只產生</a:t>
            </a:r>
          </a:p>
        </p:txBody>
      </p:sp>
      <p:cxnSp>
        <p:nvCxnSpPr>
          <p:cNvPr id="38" name="shape-93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31">
            <a:extLst xmlns:a="http://schemas.openxmlformats.org/drawingml/2006/main">
              <a:ext uri="{FF2B5EF4-FFF2-40B4-BE49-F238E27FC236}">
                <a16:creationId xmlns:a16="http://schemas.microsoft.com/office/drawing/2014/main" id="{0EBEF95E-5B0F-4AB8-9A2E-B7895E4F7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F319AE8-D4B3-4B9C-AF89-01657AFB7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6" name="shape-932">
            <a:extLst xmlns:a="http://schemas.openxmlformats.org/drawingml/2006/main">
              <a:ext uri="{FF2B5EF4-FFF2-40B4-BE49-F238E27FC236}">
                <a16:creationId xmlns:a16="http://schemas.microsoft.com/office/drawing/2014/main" id="{8A628195-9BAD-4672-B1A2-D0A1BB48A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933">
            <a:extLst xmlns:a="http://schemas.openxmlformats.org/drawingml/2006/main">
              <a:ext uri="{FF2B5EF4-FFF2-40B4-BE49-F238E27FC236}">
                <a16:creationId xmlns:a16="http://schemas.microsoft.com/office/drawing/2014/main" id="{7F9A0E52-6204-4420-9DA9-9CE23E564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934">
            <a:extLst xmlns:a="http://schemas.openxmlformats.org/drawingml/2006/main">
              <a:ext uri="{FF2B5EF4-FFF2-40B4-BE49-F238E27FC236}">
                <a16:creationId xmlns:a16="http://schemas.microsoft.com/office/drawing/2014/main" id="{5D6BC0C7-A4C8-4A6B-863E-8617E5665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935">
            <a:extLst xmlns:a="http://schemas.openxmlformats.org/drawingml/2006/main">
              <a:ext uri="{FF2B5EF4-FFF2-40B4-BE49-F238E27FC236}">
                <a16:creationId xmlns:a16="http://schemas.microsoft.com/office/drawing/2014/main" id="{0A9F3538-5E0F-49B6-9F00-0E281C1A8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理解</a:t>
            </a:r>
          </a:p>
        </p:txBody>
      </p:sp>
      <p:sp>
        <p:nvSpPr>
          <p:cNvPr id="10" name="text-936">
            <a:extLst xmlns:a="http://schemas.openxmlformats.org/drawingml/2006/main">
              <a:ext uri="{FF2B5EF4-FFF2-40B4-BE49-F238E27FC236}">
                <a16:creationId xmlns:a16="http://schemas.microsoft.com/office/drawing/2014/main" id="{1F772434-2849-4919-8AD3-F443466F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確認目標與環境</a:t>
            </a:r>
          </a:p>
        </p:txBody>
      </p:sp>
      <p:sp>
        <p:nvSpPr>
          <p:cNvPr id="11" name="text-937">
            <a:extLst xmlns:a="http://schemas.openxmlformats.org/drawingml/2006/main">
              <a:ext uri="{FF2B5EF4-FFF2-40B4-BE49-F238E27FC236}">
                <a16:creationId xmlns:a16="http://schemas.microsoft.com/office/drawing/2014/main" id="{631158CC-6153-4E48-9DF8-810AD0151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938">
            <a:extLst xmlns:a="http://schemas.openxmlformats.org/drawingml/2006/main">
              <a:ext uri="{FF2B5EF4-FFF2-40B4-BE49-F238E27FC236}">
                <a16:creationId xmlns:a16="http://schemas.microsoft.com/office/drawing/2014/main" id="{1C254AD3-AD51-4B98-AB4F-C54BC8E6E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939">
            <a:extLst xmlns:a="http://schemas.openxmlformats.org/drawingml/2006/main">
              <a:ext uri="{FF2B5EF4-FFF2-40B4-BE49-F238E27FC236}">
                <a16:creationId xmlns:a16="http://schemas.microsoft.com/office/drawing/2014/main" id="{B2CA8DC5-77F8-4714-81D9-F6B8E7B94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940">
            <a:extLst xmlns:a="http://schemas.openxmlformats.org/drawingml/2006/main">
              <a:ext uri="{FF2B5EF4-FFF2-40B4-BE49-F238E27FC236}">
                <a16:creationId xmlns:a16="http://schemas.microsoft.com/office/drawing/2014/main" id="{55F72CC5-AF70-4313-A1C0-88FADBF47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941">
            <a:extLst xmlns:a="http://schemas.openxmlformats.org/drawingml/2006/main">
              <a:ext uri="{FF2B5EF4-FFF2-40B4-BE49-F238E27FC236}">
                <a16:creationId xmlns:a16="http://schemas.microsoft.com/office/drawing/2014/main" id="{FEE2A052-928E-423C-8C5A-6913CB089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規劃</a:t>
            </a:r>
          </a:p>
        </p:txBody>
      </p:sp>
      <p:sp>
        <p:nvSpPr>
          <p:cNvPr id="16" name="text-942">
            <a:extLst xmlns:a="http://schemas.openxmlformats.org/drawingml/2006/main">
              <a:ext uri="{FF2B5EF4-FFF2-40B4-BE49-F238E27FC236}">
                <a16:creationId xmlns:a16="http://schemas.microsoft.com/office/drawing/2014/main" id="{ADB1F261-05AD-400B-9D5F-4BB09AADD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拆解步驟與風險</a:t>
            </a:r>
          </a:p>
        </p:txBody>
      </p:sp>
      <p:sp>
        <p:nvSpPr>
          <p:cNvPr id="17" name="text-943">
            <a:extLst xmlns:a="http://schemas.openxmlformats.org/drawingml/2006/main">
              <a:ext uri="{FF2B5EF4-FFF2-40B4-BE49-F238E27FC236}">
                <a16:creationId xmlns:a16="http://schemas.microsoft.com/office/drawing/2014/main" id="{E05161E3-7184-4E01-A8E5-B9E44A242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944">
            <a:extLst xmlns:a="http://schemas.openxmlformats.org/drawingml/2006/main">
              <a:ext uri="{FF2B5EF4-FFF2-40B4-BE49-F238E27FC236}">
                <a16:creationId xmlns:a16="http://schemas.microsoft.com/office/drawing/2014/main" id="{6642DE0B-1897-4FDF-99E9-7850BFEC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945">
            <a:extLst xmlns:a="http://schemas.openxmlformats.org/drawingml/2006/main">
              <a:ext uri="{FF2B5EF4-FFF2-40B4-BE49-F238E27FC236}">
                <a16:creationId xmlns:a16="http://schemas.microsoft.com/office/drawing/2014/main" id="{F5F50255-BFC0-49DD-9AF1-091ECC888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946">
            <a:extLst xmlns:a="http://schemas.openxmlformats.org/drawingml/2006/main">
              <a:ext uri="{FF2B5EF4-FFF2-40B4-BE49-F238E27FC236}">
                <a16:creationId xmlns:a16="http://schemas.microsoft.com/office/drawing/2014/main" id="{2EEA8B18-A2FC-491E-A9C6-96315D2EE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947">
            <a:extLst xmlns:a="http://schemas.openxmlformats.org/drawingml/2006/main">
              <a:ext uri="{FF2B5EF4-FFF2-40B4-BE49-F238E27FC236}">
                <a16:creationId xmlns:a16="http://schemas.microsoft.com/office/drawing/2014/main" id="{4AF65140-F701-4BAA-970D-449535D3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執行</a:t>
            </a:r>
          </a:p>
        </p:txBody>
      </p:sp>
      <p:sp>
        <p:nvSpPr>
          <p:cNvPr id="22" name="text-948">
            <a:extLst xmlns:a="http://schemas.openxmlformats.org/drawingml/2006/main">
              <a:ext uri="{FF2B5EF4-FFF2-40B4-BE49-F238E27FC236}">
                <a16:creationId xmlns:a16="http://schemas.microsoft.com/office/drawing/2014/main" id="{6B37EC5C-D849-4D2B-80B9-D0F617666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讀檔、寫檔、使用工具</a:t>
            </a:r>
          </a:p>
        </p:txBody>
      </p:sp>
      <p:sp>
        <p:nvSpPr>
          <p:cNvPr id="23" name="text-949">
            <a:extLst xmlns:a="http://schemas.openxmlformats.org/drawingml/2006/main">
              <a:ext uri="{FF2B5EF4-FFF2-40B4-BE49-F238E27FC236}">
                <a16:creationId xmlns:a16="http://schemas.microsoft.com/office/drawing/2014/main" id="{57EC6690-7C68-433E-9E85-38C779961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950">
            <a:extLst xmlns:a="http://schemas.openxmlformats.org/drawingml/2006/main">
              <a:ext uri="{FF2B5EF4-FFF2-40B4-BE49-F238E27FC236}">
                <a16:creationId xmlns:a16="http://schemas.microsoft.com/office/drawing/2014/main" id="{9C27D0A2-97B9-4FAB-B20A-D059B33B6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951">
            <a:extLst xmlns:a="http://schemas.openxmlformats.org/drawingml/2006/main">
              <a:ext uri="{FF2B5EF4-FFF2-40B4-BE49-F238E27FC236}">
                <a16:creationId xmlns:a16="http://schemas.microsoft.com/office/drawing/2014/main" id="{EACBFB59-AB81-4419-AF04-CF5E30CA5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952">
            <a:extLst xmlns:a="http://schemas.openxmlformats.org/drawingml/2006/main">
              <a:ext uri="{FF2B5EF4-FFF2-40B4-BE49-F238E27FC236}">
                <a16:creationId xmlns:a16="http://schemas.microsoft.com/office/drawing/2014/main" id="{E0B35987-A1B8-42D7-AD2B-EDD92E7EF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953">
            <a:extLst xmlns:a="http://schemas.openxmlformats.org/drawingml/2006/main">
              <a:ext uri="{FF2B5EF4-FFF2-40B4-BE49-F238E27FC236}">
                <a16:creationId xmlns:a16="http://schemas.microsoft.com/office/drawing/2014/main" id="{E388B8F2-5D4C-4C04-B177-F98348D0B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驗證</a:t>
            </a:r>
          </a:p>
        </p:txBody>
      </p:sp>
      <p:sp>
        <p:nvSpPr>
          <p:cNvPr id="28" name="text-954">
            <a:extLst xmlns:a="http://schemas.openxmlformats.org/drawingml/2006/main">
              <a:ext uri="{FF2B5EF4-FFF2-40B4-BE49-F238E27FC236}">
                <a16:creationId xmlns:a16="http://schemas.microsoft.com/office/drawing/2014/main" id="{482951CD-318D-404C-9956-4BEEE6C8D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測試、畫面、差異</a:t>
            </a:r>
          </a:p>
        </p:txBody>
      </p:sp>
      <p:sp>
        <p:nvSpPr>
          <p:cNvPr id="29" name="text-955">
            <a:extLst xmlns:a="http://schemas.openxmlformats.org/drawingml/2006/main">
              <a:ext uri="{FF2B5EF4-FFF2-40B4-BE49-F238E27FC236}">
                <a16:creationId xmlns:a16="http://schemas.microsoft.com/office/drawing/2014/main" id="{F7C668CE-B90F-4624-9E02-7678F505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956">
            <a:extLst xmlns:a="http://schemas.openxmlformats.org/drawingml/2006/main">
              <a:ext uri="{FF2B5EF4-FFF2-40B4-BE49-F238E27FC236}">
                <a16:creationId xmlns:a16="http://schemas.microsoft.com/office/drawing/2014/main" id="{119720FB-BFC0-413A-A1DE-2EF21ED84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1" name="shape-957">
            <a:extLst xmlns:a="http://schemas.openxmlformats.org/drawingml/2006/main">
              <a:ext uri="{FF2B5EF4-FFF2-40B4-BE49-F238E27FC236}">
                <a16:creationId xmlns:a16="http://schemas.microsoft.com/office/drawing/2014/main" id="{A49BE73B-B8CF-4355-8265-770B2D27A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958">
            <a:extLst xmlns:a="http://schemas.openxmlformats.org/drawingml/2006/main">
              <a:ext uri="{FF2B5EF4-FFF2-40B4-BE49-F238E27FC236}">
                <a16:creationId xmlns:a16="http://schemas.microsoft.com/office/drawing/2014/main" id="{40D9FFCB-F13C-4F7A-AE85-8DCC93BFD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959">
            <a:extLst xmlns:a="http://schemas.openxmlformats.org/drawingml/2006/main">
              <a:ext uri="{FF2B5EF4-FFF2-40B4-BE49-F238E27FC236}">
                <a16:creationId xmlns:a16="http://schemas.microsoft.com/office/drawing/2014/main" id="{2C104F80-285E-4444-ABDA-5A4F47CC2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交付</a:t>
            </a:r>
          </a:p>
        </p:txBody>
      </p:sp>
      <p:sp>
        <p:nvSpPr>
          <p:cNvPr id="34" name="text-960">
            <a:extLst xmlns:a="http://schemas.openxmlformats.org/drawingml/2006/main">
              <a:ext uri="{FF2B5EF4-FFF2-40B4-BE49-F238E27FC236}">
                <a16:creationId xmlns:a16="http://schemas.microsoft.com/office/drawing/2014/main" id="{CFEB36D5-B2C5-41D0-9940-C546ED8A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成果、限制、下一步</a:t>
            </a:r>
          </a:p>
        </p:txBody>
      </p:sp>
      <p:sp>
        <p:nvSpPr>
          <p:cNvPr id="35" name="text-961">
            <a:extLst xmlns:a="http://schemas.openxmlformats.org/drawingml/2006/main">
              <a:ext uri="{FF2B5EF4-FFF2-40B4-BE49-F238E27FC236}">
                <a16:creationId xmlns:a16="http://schemas.microsoft.com/office/drawing/2014/main" id="{5CA80441-25C5-46A2-9AAE-F6BAD2D82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13367371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962">
            <a:extLst xmlns:a="http://schemas.openxmlformats.org/drawingml/2006/main">
              <a:ext uri="{FF2B5EF4-FFF2-40B4-BE49-F238E27FC236}">
                <a16:creationId xmlns:a16="http://schemas.microsoft.com/office/drawing/2014/main" id="{67723501-818C-42C2-8B39-E75C269A9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HUMAN CONTROL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38BE3D5-8513-4A77-B9A0-F3A8E2DBA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人在迴路：三種情況一定要停一下</a:t>
            </a:r>
          </a:p>
        </p:txBody>
      </p:sp>
      <p:cxnSp>
        <p:nvCxnSpPr>
          <p:cNvPr id="20" name="shape-96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64">
            <a:extLst xmlns:a="http://schemas.openxmlformats.org/drawingml/2006/main">
              <a:ext uri="{FF2B5EF4-FFF2-40B4-BE49-F238E27FC236}">
                <a16:creationId xmlns:a16="http://schemas.microsoft.com/office/drawing/2014/main" id="{156C0D69-B444-4EA1-98D0-F1A9675E1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8EA3E58-0476-40B9-9594-F68DF3CC6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6" name="shape-965">
            <a:extLst xmlns:a="http://schemas.openxmlformats.org/drawingml/2006/main">
              <a:ext uri="{FF2B5EF4-FFF2-40B4-BE49-F238E27FC236}">
                <a16:creationId xmlns:a16="http://schemas.microsoft.com/office/drawing/2014/main" id="{E56EE932-0E11-4DD4-8976-FB65EB991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966">
            <a:extLst xmlns:a="http://schemas.openxmlformats.org/drawingml/2006/main">
              <a:ext uri="{FF2B5EF4-FFF2-40B4-BE49-F238E27FC236}">
                <a16:creationId xmlns:a16="http://schemas.microsoft.com/office/drawing/2014/main" id="{937A40CB-D1CC-4FFD-833B-E24A83492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STOP</a:t>
            </a:r>
          </a:p>
        </p:txBody>
      </p:sp>
      <p:sp>
        <p:nvSpPr>
          <p:cNvPr id="8" name="text-967">
            <a:extLst xmlns:a="http://schemas.openxmlformats.org/drawingml/2006/main">
              <a:ext uri="{FF2B5EF4-FFF2-40B4-BE49-F238E27FC236}">
                <a16:creationId xmlns:a16="http://schemas.microsoft.com/office/drawing/2014/main" id="{AAEB1181-76F1-4867-8297-52EB47CD3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不可逆</a:t>
            </a:r>
          </a:p>
        </p:txBody>
      </p:sp>
      <p:sp>
        <p:nvSpPr>
          <p:cNvPr id="9" name="text-968">
            <a:extLst xmlns:a="http://schemas.openxmlformats.org/drawingml/2006/main">
              <a:ext uri="{FF2B5EF4-FFF2-40B4-BE49-F238E27FC236}">
                <a16:creationId xmlns:a16="http://schemas.microsoft.com/office/drawing/2014/main" id="{36F4AC31-BA69-4371-B9A4-B5388C25E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刪除、覆寫、公開發布、寄信、上傳、改權限。</a:t>
            </a:r>
          </a:p>
        </p:txBody>
      </p:sp>
      <p:sp>
        <p:nvSpPr>
          <p:cNvPr id="10" name="shape-969">
            <a:extLst xmlns:a="http://schemas.openxmlformats.org/drawingml/2006/main">
              <a:ext uri="{FF2B5EF4-FFF2-40B4-BE49-F238E27FC236}">
                <a16:creationId xmlns:a16="http://schemas.microsoft.com/office/drawing/2014/main" id="{9D9A89EA-F253-4AB1-8DA9-2AC40B8DA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970">
            <a:extLst xmlns:a="http://schemas.openxmlformats.org/drawingml/2006/main">
              <a:ext uri="{FF2B5EF4-FFF2-40B4-BE49-F238E27FC236}">
                <a16:creationId xmlns:a16="http://schemas.microsoft.com/office/drawing/2014/main" id="{220EF651-1473-4EB1-9D3E-2F55A8970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SAFE</a:t>
            </a:r>
          </a:p>
        </p:txBody>
      </p:sp>
      <p:sp>
        <p:nvSpPr>
          <p:cNvPr id="12" name="text-971">
            <a:extLst xmlns:a="http://schemas.openxmlformats.org/drawingml/2006/main">
              <a:ext uri="{FF2B5EF4-FFF2-40B4-BE49-F238E27FC236}">
                <a16:creationId xmlns:a16="http://schemas.microsoft.com/office/drawing/2014/main" id="{DA2A5F84-84AB-418B-B042-60CAF8669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敏感</a:t>
            </a:r>
          </a:p>
        </p:txBody>
      </p:sp>
      <p:sp>
        <p:nvSpPr>
          <p:cNvPr id="13" name="text-972">
            <a:extLst xmlns:a="http://schemas.openxmlformats.org/drawingml/2006/main">
              <a:ext uri="{FF2B5EF4-FFF2-40B4-BE49-F238E27FC236}">
                <a16:creationId xmlns:a16="http://schemas.microsoft.com/office/drawing/2014/main" id="{9E81D201-6D5B-41BF-82B7-301D9BACB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學生個資、成績、未公開研究、帳號與金鑰。</a:t>
            </a:r>
          </a:p>
        </p:txBody>
      </p:sp>
      <p:sp>
        <p:nvSpPr>
          <p:cNvPr id="14" name="shape-973">
            <a:extLst xmlns:a="http://schemas.openxmlformats.org/drawingml/2006/main">
              <a:ext uri="{FF2B5EF4-FFF2-40B4-BE49-F238E27FC236}">
                <a16:creationId xmlns:a16="http://schemas.microsoft.com/office/drawing/2014/main" id="{D6A5E8F8-875F-4CD5-91C5-AADEAC09D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974">
            <a:extLst xmlns:a="http://schemas.openxmlformats.org/drawingml/2006/main">
              <a:ext uri="{FF2B5EF4-FFF2-40B4-BE49-F238E27FC236}">
                <a16:creationId xmlns:a16="http://schemas.microsoft.com/office/drawing/2014/main" id="{FF5A6E61-02C7-47E8-96A2-05537507C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ASK</a:t>
            </a:r>
          </a:p>
        </p:txBody>
      </p:sp>
      <p:sp>
        <p:nvSpPr>
          <p:cNvPr id="16" name="text-975">
            <a:extLst xmlns:a="http://schemas.openxmlformats.org/drawingml/2006/main">
              <a:ext uri="{FF2B5EF4-FFF2-40B4-BE49-F238E27FC236}">
                <a16:creationId xmlns:a16="http://schemas.microsoft.com/office/drawing/2014/main" id="{7CC1711A-E357-4D81-8FF5-BCFF13C8A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高影響</a:t>
            </a:r>
          </a:p>
        </p:txBody>
      </p:sp>
      <p:sp>
        <p:nvSpPr>
          <p:cNvPr id="17" name="text-976">
            <a:extLst xmlns:a="http://schemas.openxmlformats.org/drawingml/2006/main">
              <a:ext uri="{FF2B5EF4-FFF2-40B4-BE49-F238E27FC236}">
                <a16:creationId xmlns:a16="http://schemas.microsoft.com/office/drawing/2014/main" id="{A0BA1662-DB63-49A4-AE23-D1BC5A53A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正式評量、行政決策、倫理或專業判斷。</a:t>
            </a:r>
          </a:p>
        </p:txBody>
      </p:sp>
    </p:spTree>
    <p:extLst>
      <p:ext uri="{BB962C8B-B14F-4D97-AF65-F5344CB8AC3E}">
        <p14:creationId xmlns:p14="http://schemas.microsoft.com/office/powerpoint/2010/main" val="109829022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977">
            <a:extLst xmlns:a="http://schemas.openxmlformats.org/drawingml/2006/main">
              <a:ext uri="{FF2B5EF4-FFF2-40B4-BE49-F238E27FC236}">
                <a16:creationId xmlns:a16="http://schemas.microsoft.com/office/drawing/2014/main" id="{5A26BA3E-F1B1-4A0F-9F48-CBBDB82B7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CONTINUITY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312B467-B185-4966-84E0-88F276D43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下午不重做：直接升級上午成果</a:t>
            </a:r>
          </a:p>
        </p:txBody>
      </p:sp>
      <p:cxnSp>
        <p:nvCxnSpPr>
          <p:cNvPr id="20" name="shape-97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79">
            <a:extLst xmlns:a="http://schemas.openxmlformats.org/drawingml/2006/main">
              <a:ext uri="{FF2B5EF4-FFF2-40B4-BE49-F238E27FC236}">
                <a16:creationId xmlns:a16="http://schemas.microsoft.com/office/drawing/2014/main" id="{80FA3018-4566-43FC-BBA3-58CFC9082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4421B7A-57AC-47AC-BCF8-C4F687059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sp>
        <p:nvSpPr>
          <p:cNvPr id="6" name="shape-980">
            <a:extLst xmlns:a="http://schemas.openxmlformats.org/drawingml/2006/main">
              <a:ext uri="{FF2B5EF4-FFF2-40B4-BE49-F238E27FC236}">
                <a16:creationId xmlns:a16="http://schemas.microsoft.com/office/drawing/2014/main" id="{2B3519C5-A6A1-428C-8D96-E3C260B59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981">
            <a:extLst xmlns:a="http://schemas.openxmlformats.org/drawingml/2006/main">
              <a:ext uri="{FF2B5EF4-FFF2-40B4-BE49-F238E27FC236}">
                <a16:creationId xmlns:a16="http://schemas.microsoft.com/office/drawing/2014/main" id="{9F62D8DB-C173-4ADC-BB5C-19B6F4F69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982">
            <a:extLst xmlns:a="http://schemas.openxmlformats.org/drawingml/2006/main">
              <a:ext uri="{FF2B5EF4-FFF2-40B4-BE49-F238E27FC236}">
                <a16:creationId xmlns:a16="http://schemas.microsoft.com/office/drawing/2014/main" id="{E391931D-1AB0-415F-AE29-9AFAF6785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上午已有</a:t>
            </a:r>
          </a:p>
        </p:txBody>
      </p:sp>
      <p:sp>
        <p:nvSpPr>
          <p:cNvPr id="9" name="text-983">
            <a:extLst xmlns:a="http://schemas.openxmlformats.org/drawingml/2006/main">
              <a:ext uri="{FF2B5EF4-FFF2-40B4-BE49-F238E27FC236}">
                <a16:creationId xmlns:a16="http://schemas.microsoft.com/office/drawing/2014/main" id="{6B00BE15-5A19-4061-A313-78C9EBC8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Gemini Notebook 來源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Gem 教學方法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Canvas 互動原型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部署或分享連結</a:t>
            </a:r>
          </a:p>
        </p:txBody>
      </p:sp>
      <p:sp>
        <p:nvSpPr>
          <p:cNvPr id="10" name="text-984">
            <a:extLst xmlns:a="http://schemas.openxmlformats.org/drawingml/2006/main">
              <a:ext uri="{FF2B5EF4-FFF2-40B4-BE49-F238E27FC236}">
                <a16:creationId xmlns:a16="http://schemas.microsoft.com/office/drawing/2014/main" id="{AC3E55E2-D1A3-4606-B5DF-B8060464A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下午新增</a:t>
            </a:r>
          </a:p>
        </p:txBody>
      </p:sp>
      <p:sp>
        <p:nvSpPr>
          <p:cNvPr id="11" name="text-985">
            <a:extLst xmlns:a="http://schemas.openxmlformats.org/drawingml/2006/main">
              <a:ext uri="{FF2B5EF4-FFF2-40B4-BE49-F238E27FC236}">
                <a16:creationId xmlns:a16="http://schemas.microsoft.com/office/drawing/2014/main" id="{046BFA23-280D-4C53-8799-62C13AF1F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專案資料夾與任務簡報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修改與測試證據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可重複使用的 Skill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跨工具驗證紀錄</a:t>
            </a:r>
          </a:p>
        </p:txBody>
      </p:sp>
      <p:sp>
        <p:nvSpPr>
          <p:cNvPr id="12" name="text-986">
            <a:extLst xmlns:a="http://schemas.openxmlformats.org/drawingml/2006/main">
              <a:ext uri="{FF2B5EF4-FFF2-40B4-BE49-F238E27FC236}">
                <a16:creationId xmlns:a16="http://schemas.microsoft.com/office/drawing/2014/main" id="{D67AA099-C69D-455E-9ED0-E2DCDD08D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上午成果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來源、Gem、Canvas、連結</a:t>
            </a:r>
          </a:p>
        </p:txBody>
      </p:sp>
      <p:sp>
        <p:nvSpPr>
          <p:cNvPr id="13" name="text-987">
            <a:extLst xmlns:a="http://schemas.openxmlformats.org/drawingml/2006/main">
              <a:ext uri="{FF2B5EF4-FFF2-40B4-BE49-F238E27FC236}">
                <a16:creationId xmlns:a16="http://schemas.microsoft.com/office/drawing/2014/main" id="{CD5E6E68-1C1E-481A-A3A5-023FFEC40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同一個問題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繼續往下做</a:t>
            </a:r>
          </a:p>
        </p:txBody>
      </p:sp>
      <p:sp>
        <p:nvSpPr>
          <p:cNvPr id="14" name="text-988">
            <a:extLst xmlns:a="http://schemas.openxmlformats.org/drawingml/2006/main">
              <a:ext uri="{FF2B5EF4-FFF2-40B4-BE49-F238E27FC236}">
                <a16:creationId xmlns:a16="http://schemas.microsoft.com/office/drawing/2014/main" id="{09B94BB1-EE6F-4422-B64F-2E2B10D70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下午升級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任務、Skill、證據、驗證</a:t>
            </a:r>
          </a:p>
        </p:txBody>
      </p:sp>
      <p:cxnSp>
        <p:nvCxnSpPr>
          <p:cNvPr id="3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181350" y="5181600"/>
            <a:ext cx="1724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33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286625" y="5181600"/>
            <a:ext cx="1724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17" name="text-989">
            <a:extLst xmlns:a="http://schemas.openxmlformats.org/drawingml/2006/main">
              <a:ext uri="{FF2B5EF4-FFF2-40B4-BE49-F238E27FC236}">
                <a16:creationId xmlns:a16="http://schemas.microsoft.com/office/drawing/2014/main" id="{4D20B9E2-6927-4B15-BAA5-DECB70C78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619750"/>
            <a:ext cx="598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不是重做，而是把作品變成可重複流程</a:t>
            </a:r>
          </a:p>
        </p:txBody>
      </p:sp>
    </p:spTree>
    <p:extLst>
      <p:ext uri="{BB962C8B-B14F-4D97-AF65-F5344CB8AC3E}">
        <p14:creationId xmlns:p14="http://schemas.microsoft.com/office/powerpoint/2010/main" val="148156510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990">
            <a:extLst xmlns:a="http://schemas.openxmlformats.org/drawingml/2006/main">
              <a:ext uri="{FF2B5EF4-FFF2-40B4-BE49-F238E27FC236}">
                <a16:creationId xmlns:a16="http://schemas.microsoft.com/office/drawing/2014/main" id="{659E0398-028C-4B13-9135-66E53FA48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C9C2561-3B84-4963-9BFA-50F76031E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阿凱老師實戰案例導航｜資料與 Agent Skills</a:t>
            </a:r>
          </a:p>
        </p:txBody>
      </p:sp>
      <p:cxnSp>
        <p:nvCxnSpPr>
          <p:cNvPr id="33" name="shape-99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92">
            <a:extLst xmlns:a="http://schemas.openxmlformats.org/drawingml/2006/main">
              <a:ext uri="{FF2B5EF4-FFF2-40B4-BE49-F238E27FC236}">
                <a16:creationId xmlns:a16="http://schemas.microsoft.com/office/drawing/2014/main" id="{BB6ACD8B-26E8-4AA4-90B5-E66B1C7C4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3420219-7910-4724-9F17-DD90018AE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  <p:sp>
        <p:nvSpPr>
          <p:cNvPr id="6" name="text-993">
            <a:extLst xmlns:a="http://schemas.openxmlformats.org/drawingml/2006/main">
              <a:ext uri="{FF2B5EF4-FFF2-40B4-BE49-F238E27FC236}">
                <a16:creationId xmlns:a16="http://schemas.microsoft.com/office/drawing/2014/main" id="{BF0E2E2A-583E-4BDE-8545-0225411D8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從學生表現分析、PIRLS 評量設計到 Web Agent 技能，觀察可驗證的工作流程。</a:t>
            </a:r>
          </a:p>
        </p:txBody>
      </p:sp>
      <p:sp>
        <p:nvSpPr>
          <p:cNvPr id="7" name="shape-994">
            <a:extLst xmlns:a="http://schemas.openxmlformats.org/drawingml/2006/main">
              <a:ext uri="{FF2B5EF4-FFF2-40B4-BE49-F238E27FC236}">
                <a16:creationId xmlns:a16="http://schemas.microsoft.com/office/drawing/2014/main" id="{3659127E-4E42-450A-992A-6B5278C0C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995">
            <a:extLst xmlns:a="http://schemas.openxmlformats.org/drawingml/2006/main">
              <a:ext uri="{FF2B5EF4-FFF2-40B4-BE49-F238E27FC236}">
                <a16:creationId xmlns:a16="http://schemas.microsoft.com/office/drawing/2014/main" id="{A86741A7-C813-4E7E-B429-678AC98B7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#73 · 學生資料分析</a:t>
            </a:r>
          </a:p>
        </p:txBody>
      </p:sp>
      <p:sp>
        <p:nvSpPr>
          <p:cNvPr id="9" name="text-996">
            <a:extLst xmlns:a="http://schemas.openxmlformats.org/drawingml/2006/main">
              <a:ext uri="{FF2B5EF4-FFF2-40B4-BE49-F238E27FC236}">
                <a16:creationId xmlns:a16="http://schemas.microsoft.com/office/drawing/2014/main" id="{67BD622C-C568-4479-AA99-EAD7E5C15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國小期中考成績篩選工具</a:t>
            </a:r>
          </a:p>
        </p:txBody>
      </p:sp>
      <p:sp>
        <p:nvSpPr>
          <p:cNvPr id="10" name="text-997">
            <a:extLst xmlns:a="http://schemas.openxmlformats.org/drawingml/2006/main">
              <a:ext uri="{FF2B5EF4-FFF2-40B4-BE49-F238E27FC236}">
                <a16:creationId xmlns:a16="http://schemas.microsoft.com/office/drawing/2014/main" id="{4E7964AC-330F-4C69-BE5C-1C6504C2F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快速查看成績分布與篩選結果，作為結構化學生資料分析的入門案例。</a:t>
            </a:r>
          </a:p>
        </p:txBody>
      </p:sp>
      <p:sp>
        <p:nvSpPr>
          <p:cNvPr id="11" name="text-998">
            <a:extLst xmlns:a="http://schemas.openxmlformats.org/drawingml/2006/main">
              <a:ext uri="{FF2B5EF4-FFF2-40B4-BE49-F238E27FC236}">
                <a16:creationId xmlns:a16="http://schemas.microsoft.com/office/drawing/2014/main" id="{6B8F0EA1-C271-4234-8C7E-1EF9C68E9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a144a748cfb41e7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87c959f20e4f4d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999">
            <a:extLst xmlns:a="http://schemas.openxmlformats.org/drawingml/2006/main">
              <a:ext uri="{FF2B5EF4-FFF2-40B4-BE49-F238E27FC236}">
                <a16:creationId xmlns:a16="http://schemas.microsoft.com/office/drawing/2014/main" id="{C3841CF4-6859-41D5-9101-D6BDAED0E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363dcfd4468459c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c2666c4ac8496c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1000">
            <a:extLst xmlns:a="http://schemas.openxmlformats.org/drawingml/2006/main">
              <a:ext uri="{FF2B5EF4-FFF2-40B4-BE49-F238E27FC236}">
                <a16:creationId xmlns:a16="http://schemas.microsoft.com/office/drawing/2014/main" id="{E1D8C6B1-7B87-4BE4-A27F-DF1E16316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6" name="text-1001">
            <a:extLst xmlns:a="http://schemas.openxmlformats.org/drawingml/2006/main">
              <a:ext uri="{FF2B5EF4-FFF2-40B4-BE49-F238E27FC236}">
                <a16:creationId xmlns:a16="http://schemas.microsoft.com/office/drawing/2014/main" id="{18AD290C-35D5-4F43-889C-5F175C582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#87 · PIRLS 評量</a:t>
            </a:r>
          </a:p>
        </p:txBody>
      </p:sp>
      <p:sp>
        <p:nvSpPr>
          <p:cNvPr id="17" name="text-1002">
            <a:extLst xmlns:a="http://schemas.openxmlformats.org/drawingml/2006/main">
              <a:ext uri="{FF2B5EF4-FFF2-40B4-BE49-F238E27FC236}">
                <a16:creationId xmlns:a16="http://schemas.microsoft.com/office/drawing/2014/main" id="{8BCBF772-33D6-4A4F-AE04-53452B0E4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PIRLS 閱讀理解生成站 PRO</a:t>
            </a:r>
          </a:p>
        </p:txBody>
      </p:sp>
      <p:sp>
        <p:nvSpPr>
          <p:cNvPr id="18" name="text-1003">
            <a:extLst xmlns:a="http://schemas.openxmlformats.org/drawingml/2006/main">
              <a:ext uri="{FF2B5EF4-FFF2-40B4-BE49-F238E27FC236}">
                <a16:creationId xmlns:a16="http://schemas.microsoft.com/office/drawing/2014/main" id="{6FB8B5B9-A35F-4AEB-B247-1A247FE89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依四層次生成提問與答案說明，銜接評量設計、規準與人工檢核。</a:t>
            </a:r>
          </a:p>
        </p:txBody>
      </p:sp>
      <p:sp>
        <p:nvSpPr>
          <p:cNvPr id="19" name="text-1004">
            <a:extLst xmlns:a="http://schemas.openxmlformats.org/drawingml/2006/main">
              <a:ext uri="{FF2B5EF4-FFF2-40B4-BE49-F238E27FC236}">
                <a16:creationId xmlns:a16="http://schemas.microsoft.com/office/drawing/2014/main" id="{FBF587A7-82CC-4EBC-831E-DEB69F72B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04dbb8840da43be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3e955ab1c84eef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1005">
            <a:extLst xmlns:a="http://schemas.openxmlformats.org/drawingml/2006/main">
              <a:ext uri="{FF2B5EF4-FFF2-40B4-BE49-F238E27FC236}">
                <a16:creationId xmlns:a16="http://schemas.microsoft.com/office/drawing/2014/main" id="{51EA0919-DE38-4BEA-9CBA-3ED266229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a437d74c1744c8d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5a6545e8894db2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1006">
            <a:extLst xmlns:a="http://schemas.openxmlformats.org/drawingml/2006/main">
              <a:ext uri="{FF2B5EF4-FFF2-40B4-BE49-F238E27FC236}">
                <a16:creationId xmlns:a16="http://schemas.microsoft.com/office/drawing/2014/main" id="{32276ED8-E1E6-429F-AAD5-561293F77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4" name="text-1007">
            <a:extLst xmlns:a="http://schemas.openxmlformats.org/drawingml/2006/main">
              <a:ext uri="{FF2B5EF4-FFF2-40B4-BE49-F238E27FC236}">
                <a16:creationId xmlns:a16="http://schemas.microsoft.com/office/drawing/2014/main" id="{D51F850B-F8A5-480A-A070-114113FC0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#103 · 提示詞與 Skill</a:t>
            </a:r>
          </a:p>
        </p:txBody>
      </p:sp>
      <p:sp>
        <p:nvSpPr>
          <p:cNvPr id="25" name="text-1008">
            <a:extLst xmlns:a="http://schemas.openxmlformats.org/drawingml/2006/main">
              <a:ext uri="{FF2B5EF4-FFF2-40B4-BE49-F238E27FC236}">
                <a16:creationId xmlns:a16="http://schemas.microsoft.com/office/drawing/2014/main" id="{95B54D87-B3A5-4EA6-A8A9-2D10DC226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Agent 的 Web 技能雙引擎</a:t>
            </a:r>
          </a:p>
        </p:txBody>
      </p:sp>
      <p:sp>
        <p:nvSpPr>
          <p:cNvPr id="26" name="text-1009">
            <a:extLst xmlns:a="http://schemas.openxmlformats.org/drawingml/2006/main">
              <a:ext uri="{FF2B5EF4-FFF2-40B4-BE49-F238E27FC236}">
                <a16:creationId xmlns:a16="http://schemas.microsoft.com/office/drawing/2014/main" id="{366480DB-4ED0-49EB-A8A0-09E8C5681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用 Playwright × Webwright 解釋 Agent 如何規劃、操作並回報證據。</a:t>
            </a:r>
          </a:p>
        </p:txBody>
      </p:sp>
      <p:sp>
        <p:nvSpPr>
          <p:cNvPr id="27" name="text-1010">
            <a:extLst xmlns:a="http://schemas.openxmlformats.org/drawingml/2006/main">
              <a:ext uri="{FF2B5EF4-FFF2-40B4-BE49-F238E27FC236}">
                <a16:creationId xmlns:a16="http://schemas.microsoft.com/office/drawing/2014/main" id="{0EA232D6-B66D-471D-BF6C-466404A02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7df16dc438446e2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e86abb1e464c98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1011">
            <a:extLst xmlns:a="http://schemas.openxmlformats.org/drawingml/2006/main">
              <a:ext uri="{FF2B5EF4-FFF2-40B4-BE49-F238E27FC236}">
                <a16:creationId xmlns:a16="http://schemas.microsoft.com/office/drawing/2014/main" id="{493BA328-6A2D-4354-9D26-1711EE0FA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d6d5cd304f94e34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a3f8c703c346cf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144794486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1012">
            <a:extLst xmlns:a="http://schemas.openxmlformats.org/drawingml/2006/main">
              <a:ext uri="{FF2B5EF4-FFF2-40B4-BE49-F238E27FC236}">
                <a16:creationId xmlns:a16="http://schemas.microsoft.com/office/drawing/2014/main" id="{91F183A7-8DC9-4317-A267-B05BAE95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A5DBC56-BDDE-4806-811E-421F8888A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阿凱老師實戰案例導航｜研究與驗證</a:t>
            </a:r>
          </a:p>
        </p:txBody>
      </p:sp>
      <p:cxnSp>
        <p:nvCxnSpPr>
          <p:cNvPr id="33" name="shape-101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14">
            <a:extLst xmlns:a="http://schemas.openxmlformats.org/drawingml/2006/main">
              <a:ext uri="{FF2B5EF4-FFF2-40B4-BE49-F238E27FC236}">
                <a16:creationId xmlns:a16="http://schemas.microsoft.com/office/drawing/2014/main" id="{F7E0AA13-E01F-44F0-A757-46C9D4A81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86DAB83-2BE5-4B75-AAC6-442EFD416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6" name="text-1015">
            <a:extLst xmlns:a="http://schemas.openxmlformats.org/drawingml/2006/main">
              <a:ext uri="{FF2B5EF4-FFF2-40B4-BE49-F238E27FC236}">
                <a16:creationId xmlns:a16="http://schemas.microsoft.com/office/drawing/2014/main" id="{6D4C93E1-702B-46F9-81CF-199D602E5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把資料來源、審查規準、無障礙檢測與人工覆核組成可追查的 Agent 流程。</a:t>
            </a:r>
          </a:p>
        </p:txBody>
      </p:sp>
      <p:sp>
        <p:nvSpPr>
          <p:cNvPr id="7" name="shape-1016">
            <a:extLst xmlns:a="http://schemas.openxmlformats.org/drawingml/2006/main">
              <a:ext uri="{FF2B5EF4-FFF2-40B4-BE49-F238E27FC236}">
                <a16:creationId xmlns:a16="http://schemas.microsoft.com/office/drawing/2014/main" id="{7C774569-3B59-4F22-B9F8-BFE54F34A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1017">
            <a:extLst xmlns:a="http://schemas.openxmlformats.org/drawingml/2006/main">
              <a:ext uri="{FF2B5EF4-FFF2-40B4-BE49-F238E27FC236}">
                <a16:creationId xmlns:a16="http://schemas.microsoft.com/office/drawing/2014/main" id="{13F8E187-1A6F-4EF8-99FD-7D91FDA68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#105 · 研究工作流程</a:t>
            </a:r>
          </a:p>
        </p:txBody>
      </p:sp>
      <p:sp>
        <p:nvSpPr>
          <p:cNvPr id="9" name="text-1018">
            <a:extLst xmlns:a="http://schemas.openxmlformats.org/drawingml/2006/main">
              <a:ext uri="{FF2B5EF4-FFF2-40B4-BE49-F238E27FC236}">
                <a16:creationId xmlns:a16="http://schemas.microsoft.com/office/drawing/2014/main" id="{83ABA63D-7048-4459-915C-838978E5B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臺灣主權 AI 訓練語料庫</a:t>
            </a:r>
          </a:p>
        </p:txBody>
      </p:sp>
      <p:sp>
        <p:nvSpPr>
          <p:cNvPr id="10" name="text-1019">
            <a:extLst xmlns:a="http://schemas.openxmlformats.org/drawingml/2006/main">
              <a:ext uri="{FF2B5EF4-FFF2-40B4-BE49-F238E27FC236}">
                <a16:creationId xmlns:a16="http://schemas.microsoft.com/office/drawing/2014/main" id="{285F4EF7-A156-4608-B10F-FC4D60C1D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4,554 筆開放語料依主題、課綱與授權整理，再轉化成教學研究素材。</a:t>
            </a:r>
          </a:p>
        </p:txBody>
      </p:sp>
      <p:sp>
        <p:nvSpPr>
          <p:cNvPr id="11" name="text-1020">
            <a:extLst xmlns:a="http://schemas.openxmlformats.org/drawingml/2006/main">
              <a:ext uri="{FF2B5EF4-FFF2-40B4-BE49-F238E27FC236}">
                <a16:creationId xmlns:a16="http://schemas.microsoft.com/office/drawing/2014/main" id="{6EFAA392-6C8E-48B7-96BF-70C0BBB24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e195b609ee84547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f46a6da6b84bbd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1021">
            <a:extLst xmlns:a="http://schemas.openxmlformats.org/drawingml/2006/main">
              <a:ext uri="{FF2B5EF4-FFF2-40B4-BE49-F238E27FC236}">
                <a16:creationId xmlns:a16="http://schemas.microsoft.com/office/drawing/2014/main" id="{C39DED22-C43F-40E4-9ACA-97B04D556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8a843f2d972472f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f5dec673764708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1022">
            <a:extLst xmlns:a="http://schemas.openxmlformats.org/drawingml/2006/main">
              <a:ext uri="{FF2B5EF4-FFF2-40B4-BE49-F238E27FC236}">
                <a16:creationId xmlns:a16="http://schemas.microsoft.com/office/drawing/2014/main" id="{8FD20054-B8C6-4D70-859F-CC8367841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6" name="text-1023">
            <a:extLst xmlns:a="http://schemas.openxmlformats.org/drawingml/2006/main">
              <a:ext uri="{FF2B5EF4-FFF2-40B4-BE49-F238E27FC236}">
                <a16:creationId xmlns:a16="http://schemas.microsoft.com/office/drawing/2014/main" id="{EF070D36-D54E-480A-B7FD-CF8BD2901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#123 · RWD／無障礙</a:t>
            </a:r>
          </a:p>
        </p:txBody>
      </p:sp>
      <p:sp>
        <p:nvSpPr>
          <p:cNvPr id="17" name="text-1024">
            <a:extLst xmlns:a="http://schemas.openxmlformats.org/drawingml/2006/main">
              <a:ext uri="{FF2B5EF4-FFF2-40B4-BE49-F238E27FC236}">
                <a16:creationId xmlns:a16="http://schemas.microsoft.com/office/drawing/2014/main" id="{BF580D39-7C8B-4E3E-9485-DEE6447AF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校網無障礙 AA 遷移操作平台</a:t>
            </a:r>
          </a:p>
        </p:txBody>
      </p:sp>
      <p:sp>
        <p:nvSpPr>
          <p:cNvPr id="18" name="text-1025">
            <a:extLst xmlns:a="http://schemas.openxmlformats.org/drawingml/2006/main">
              <a:ext uri="{FF2B5EF4-FFF2-40B4-BE49-F238E27FC236}">
                <a16:creationId xmlns:a16="http://schemas.microsoft.com/office/drawing/2014/main" id="{CC3A528A-A951-4ED2-95C5-EA4E5E438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12 步遷移清單、對比度檢查與送審雷區，示範可驗證工作流程。</a:t>
            </a:r>
          </a:p>
        </p:txBody>
      </p:sp>
      <p:sp>
        <p:nvSpPr>
          <p:cNvPr id="19" name="text-1026">
            <a:extLst xmlns:a="http://schemas.openxmlformats.org/drawingml/2006/main">
              <a:ext uri="{FF2B5EF4-FFF2-40B4-BE49-F238E27FC236}">
                <a16:creationId xmlns:a16="http://schemas.microsoft.com/office/drawing/2014/main" id="{A5B3F145-A22B-4741-B59D-4BEBB6B93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fd4995211cc4e64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6d82de986e434b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1027">
            <a:extLst xmlns:a="http://schemas.openxmlformats.org/drawingml/2006/main">
              <a:ext uri="{FF2B5EF4-FFF2-40B4-BE49-F238E27FC236}">
                <a16:creationId xmlns:a16="http://schemas.microsoft.com/office/drawing/2014/main" id="{AD11A0C3-1C37-400B-A3B2-C8758745C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44b358396944911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ae42c16c874185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1028">
            <a:extLst xmlns:a="http://schemas.openxmlformats.org/drawingml/2006/main">
              <a:ext uri="{FF2B5EF4-FFF2-40B4-BE49-F238E27FC236}">
                <a16:creationId xmlns:a16="http://schemas.microsoft.com/office/drawing/2014/main" id="{47D782DC-A968-44C6-BDD9-D5D01B69E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4" name="text-1029">
            <a:extLst xmlns:a="http://schemas.openxmlformats.org/drawingml/2006/main">
              <a:ext uri="{FF2B5EF4-FFF2-40B4-BE49-F238E27FC236}">
                <a16:creationId xmlns:a16="http://schemas.microsoft.com/office/drawing/2014/main" id="{76140F60-9DBB-40E8-A53E-9749E6247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#88 · Agent 驗證</a:t>
            </a:r>
          </a:p>
        </p:txBody>
      </p:sp>
      <p:sp>
        <p:nvSpPr>
          <p:cNvPr id="25" name="text-1030">
            <a:extLst xmlns:a="http://schemas.openxmlformats.org/drawingml/2006/main">
              <a:ext uri="{FF2B5EF4-FFF2-40B4-BE49-F238E27FC236}">
                <a16:creationId xmlns:a16="http://schemas.microsoft.com/office/drawing/2014/main" id="{23323C02-7ACB-4D5B-ACFA-2473D3F2B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國中課程計畫 AI 審查工具</a:t>
            </a:r>
          </a:p>
        </p:txBody>
      </p:sp>
      <p:sp>
        <p:nvSpPr>
          <p:cNvPr id="26" name="text-1031">
            <a:extLst xmlns:a="http://schemas.openxmlformats.org/drawingml/2006/main">
              <a:ext uri="{FF2B5EF4-FFF2-40B4-BE49-F238E27FC236}">
                <a16:creationId xmlns:a16="http://schemas.microsoft.com/office/drawing/2014/main" id="{A8A2CFC6-5510-492F-9B36-1C3CF44C9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依 40+ 審查標準逐項比對 PDF，示範規則、證據與人工覆核。</a:t>
            </a:r>
          </a:p>
        </p:txBody>
      </p:sp>
      <p:sp>
        <p:nvSpPr>
          <p:cNvPr id="27" name="text-1032">
            <a:extLst xmlns:a="http://schemas.openxmlformats.org/drawingml/2006/main">
              <a:ext uri="{FF2B5EF4-FFF2-40B4-BE49-F238E27FC236}">
                <a16:creationId xmlns:a16="http://schemas.microsoft.com/office/drawing/2014/main" id="{99D5244F-E86F-4686-A72B-30684EA15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5c0a140a08241ab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c80a7bcf52477b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1033">
            <a:extLst xmlns:a="http://schemas.openxmlformats.org/drawingml/2006/main">
              <a:ext uri="{FF2B5EF4-FFF2-40B4-BE49-F238E27FC236}">
                <a16:creationId xmlns:a16="http://schemas.microsoft.com/office/drawing/2014/main" id="{63A68848-0EE8-43E3-A6DA-1085011D1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17721de89ad4e3e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06926326024084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72791021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34">
            <a:extLst xmlns:a="http://schemas.openxmlformats.org/drawingml/2006/main">
              <a:ext uri="{FF2B5EF4-FFF2-40B4-BE49-F238E27FC236}">
                <a16:creationId xmlns:a16="http://schemas.microsoft.com/office/drawing/2014/main" id="{14A49305-DE11-4314-B460-97A36001D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1035">
            <a:extLst xmlns:a="http://schemas.openxmlformats.org/drawingml/2006/main">
              <a:ext uri="{FF2B5EF4-FFF2-40B4-BE49-F238E27FC236}">
                <a16:creationId xmlns:a16="http://schemas.microsoft.com/office/drawing/2014/main" id="{D839D5A0-F984-4598-A369-10B5BDAAE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3" name="text-1036">
            <a:extLst xmlns:a="http://schemas.openxmlformats.org/drawingml/2006/main">
              <a:ext uri="{FF2B5EF4-FFF2-40B4-BE49-F238E27FC236}">
                <a16:creationId xmlns:a16="http://schemas.microsoft.com/office/drawing/2014/main" id="{13AF1F57-49BC-47D2-BA47-6B0D8CC65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把工作區變成 Agent 的中央指揮中心：交付任務、監看計畫、檢查產物與驗證證據。</a:t>
            </a:r>
          </a:p>
        </p:txBody>
      </p:sp>
      <p:sp>
        <p:nvSpPr>
          <p:cNvPr id="4" name="shape-1037">
            <a:extLst xmlns:a="http://schemas.openxmlformats.org/drawingml/2006/main">
              <a:ext uri="{FF2B5EF4-FFF2-40B4-BE49-F238E27FC236}">
                <a16:creationId xmlns:a16="http://schemas.microsoft.com/office/drawing/2014/main" id="{589D06D9-C60B-442C-9325-0138B5AF5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038">
            <a:extLst xmlns:a="http://schemas.openxmlformats.org/drawingml/2006/main">
              <a:ext uri="{FF2B5EF4-FFF2-40B4-BE49-F238E27FC236}">
                <a16:creationId xmlns:a16="http://schemas.microsoft.com/office/drawing/2014/main" id="{D522BF97-6A5D-40AB-B645-8D1CD591F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sp>
        <p:nvSpPr>
          <p:cNvPr id="6" name="shape-1039">
            <a:extLst xmlns:a="http://schemas.openxmlformats.org/drawingml/2006/main">
              <a:ext uri="{FF2B5EF4-FFF2-40B4-BE49-F238E27FC236}">
                <a16:creationId xmlns:a16="http://schemas.microsoft.com/office/drawing/2014/main" id="{AFCF2BCB-A0C7-4E45-A392-E17729F7D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524500"/>
            <a:ext cx="23812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315D7E"/>
            </a:solidFill>
            <a:prstDash val="solid"/>
          </a:ln>
        </p:spPr>
      </p:sp>
      <p:sp>
        <p:nvSpPr>
          <p:cNvPr id="7" name="text-1040">
            <a:extLst xmlns:a="http://schemas.openxmlformats.org/drawingml/2006/main">
              <a:ext uri="{FF2B5EF4-FFF2-40B4-BE49-F238E27FC236}">
                <a16:creationId xmlns:a16="http://schemas.microsoft.com/office/drawing/2014/main" id="{66BB22A3-E97E-4BA9-82A8-8CC57A1B7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559117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✦</a:t>
            </a:r>
          </a:p>
        </p:txBody>
      </p:sp>
      <p:sp>
        <p:nvSpPr>
          <p:cNvPr id="8" name="text-1041">
            <a:extLst xmlns:a="http://schemas.openxmlformats.org/drawingml/2006/main">
              <a:ext uri="{FF2B5EF4-FFF2-40B4-BE49-F238E27FC236}">
                <a16:creationId xmlns:a16="http://schemas.microsoft.com/office/drawing/2014/main" id="{FD1673F2-429E-46F5-93F7-C4922F596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600700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9" name="text-1042">
            <a:extLst xmlns:a="http://schemas.openxmlformats.org/drawingml/2006/main">
              <a:ext uri="{FF2B5EF4-FFF2-40B4-BE49-F238E27FC236}">
                <a16:creationId xmlns:a16="http://schemas.microsoft.com/office/drawing/2014/main" id="{81D82E34-F64F-4515-97E6-A6ED8C53C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800725"/>
            <a:ext cx="17335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Google Agent 工作區</a:t>
            </a:r>
          </a:p>
        </p:txBody>
      </p:sp>
      <p:cxnSp>
        <p:nvCxnSpPr>
          <p:cNvPr id="26" name="shape-104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11" name="text-1044">
            <a:extLst xmlns:a="http://schemas.openxmlformats.org/drawingml/2006/main">
              <a:ext uri="{FF2B5EF4-FFF2-40B4-BE49-F238E27FC236}">
                <a16:creationId xmlns:a16="http://schemas.microsoft.com/office/drawing/2014/main" id="{79AA8A65-0ECD-4275-B277-E1622E52C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EBDE1C3-01CB-4E64-8902-9644E0E9F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13" name="text-1711">
            <a:extLst xmlns:a="http://schemas.openxmlformats.org/drawingml/2006/main">
              <a:ext uri="{FF2B5EF4-FFF2-40B4-BE49-F238E27FC236}">
                <a16:creationId xmlns:a16="http://schemas.microsoft.com/office/drawing/2014/main" id="{9D0256E5-89D6-4536-9EB1-E815D49D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ffabe1e702c4dfd"/>
              </a:rPr>
              <a:t>開啟 Antigravity ↗</a:t>
            </a:r>
          </a:p>
        </p:txBody>
      </p:sp>
      <p:sp>
        <p:nvSpPr>
          <p:cNvPr id="14" name="shape-1745">
            <a:extLst xmlns:a="http://schemas.openxmlformats.org/drawingml/2006/main">
              <a:ext uri="{FF2B5EF4-FFF2-40B4-BE49-F238E27FC236}">
                <a16:creationId xmlns:a16="http://schemas.microsoft.com/office/drawing/2014/main" id="{EFECAB79-A652-4DDD-BB1E-91C7F7FAB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a8dad99c5641ba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1746">
            <a:extLst xmlns:a="http://schemas.openxmlformats.org/drawingml/2006/main">
              <a:ext uri="{FF2B5EF4-FFF2-40B4-BE49-F238E27FC236}">
                <a16:creationId xmlns:a16="http://schemas.microsoft.com/office/drawing/2014/main" id="{14B42C9B-DBFF-4EAC-A1F1-187F89985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83366070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1045">
            <a:extLst xmlns:a="http://schemas.openxmlformats.org/drawingml/2006/main">
              <a:ext uri="{FF2B5EF4-FFF2-40B4-BE49-F238E27FC236}">
                <a16:creationId xmlns:a16="http://schemas.microsoft.com/office/drawing/2014/main" id="{D272F228-1F7D-4322-84FD-CB19D840D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AGENTIC DEVELOPMENT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0C80A00-FD1E-49C2-9E7F-3A59068FA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Antigravity：不是更大的聊天框</a:t>
            </a:r>
          </a:p>
        </p:txBody>
      </p:sp>
      <p:cxnSp>
        <p:nvCxnSpPr>
          <p:cNvPr id="18" name="shape-104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47">
            <a:extLst xmlns:a="http://schemas.openxmlformats.org/drawingml/2006/main">
              <a:ext uri="{FF2B5EF4-FFF2-40B4-BE49-F238E27FC236}">
                <a16:creationId xmlns:a16="http://schemas.microsoft.com/office/drawing/2014/main" id="{B94E1F23-A022-44B1-AE6C-1CDBCB1F3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1394AC4-1DD0-4514-B7DC-2F8C9F13A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11</a:t>
            </a:r>
          </a:p>
        </p:txBody>
      </p:sp>
      <p:sp>
        <p:nvSpPr>
          <p:cNvPr id="6" name="shape-1048">
            <a:extLst xmlns:a="http://schemas.openxmlformats.org/drawingml/2006/main">
              <a:ext uri="{FF2B5EF4-FFF2-40B4-BE49-F238E27FC236}">
                <a16:creationId xmlns:a16="http://schemas.microsoft.com/office/drawing/2014/main" id="{21174EE0-A195-47D1-B103-BAA3E0433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1049">
            <a:extLst xmlns:a="http://schemas.openxmlformats.org/drawingml/2006/main">
              <a:ext uri="{FF2B5EF4-FFF2-40B4-BE49-F238E27FC236}">
                <a16:creationId xmlns:a16="http://schemas.microsoft.com/office/drawing/2014/main" id="{36832B21-486B-4CE8-B156-992874C17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1050">
            <a:extLst xmlns:a="http://schemas.openxmlformats.org/drawingml/2006/main">
              <a:ext uri="{FF2B5EF4-FFF2-40B4-BE49-F238E27FC236}">
                <a16:creationId xmlns:a16="http://schemas.microsoft.com/office/drawing/2014/main" id="{9D88B9E3-5DC5-4FFF-9B9B-4DEF174C1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你提供</a:t>
            </a:r>
          </a:p>
        </p:txBody>
      </p:sp>
      <p:sp>
        <p:nvSpPr>
          <p:cNvPr id="9" name="text-1051">
            <a:extLst xmlns:a="http://schemas.openxmlformats.org/drawingml/2006/main">
              <a:ext uri="{FF2B5EF4-FFF2-40B4-BE49-F238E27FC236}">
                <a16:creationId xmlns:a16="http://schemas.microsoft.com/office/drawing/2014/main" id="{5903F162-0305-4F89-94B2-D78343514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工作區與檔案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清楚的任務與限制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可驗收的完成條件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必要的授權</a:t>
            </a:r>
          </a:p>
        </p:txBody>
      </p:sp>
      <p:sp>
        <p:nvSpPr>
          <p:cNvPr id="10" name="text-1052">
            <a:extLst xmlns:a="http://schemas.openxmlformats.org/drawingml/2006/main">
              <a:ext uri="{FF2B5EF4-FFF2-40B4-BE49-F238E27FC236}">
                <a16:creationId xmlns:a16="http://schemas.microsoft.com/office/drawing/2014/main" id="{1A0CE175-5258-4A42-9468-FA83E0790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推進</a:t>
            </a:r>
          </a:p>
        </p:txBody>
      </p:sp>
      <p:sp>
        <p:nvSpPr>
          <p:cNvPr id="11" name="text-1053">
            <a:extLst xmlns:a="http://schemas.openxmlformats.org/drawingml/2006/main">
              <a:ext uri="{FF2B5EF4-FFF2-40B4-BE49-F238E27FC236}">
                <a16:creationId xmlns:a16="http://schemas.microsoft.com/office/drawing/2014/main" id="{761BFB3D-971B-4B97-8355-1343D91F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建立計畫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使用檔案與工具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修改、執行與檢查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回報成果與阻礙</a:t>
            </a:r>
          </a:p>
        </p:txBody>
      </p:sp>
      <p:sp>
        <p:nvSpPr>
          <p:cNvPr id="12" name="text-1712">
            <a:extLst xmlns:a="http://schemas.openxmlformats.org/drawingml/2006/main">
              <a:ext uri="{FF2B5EF4-FFF2-40B4-BE49-F238E27FC236}">
                <a16:creationId xmlns:a16="http://schemas.microsoft.com/office/drawing/2014/main" id="{05482221-353D-405A-B583-29D5FC552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22c3d43b7bc4820"/>
              </a:rPr>
              <a:t>開啟 Antigravity ↗</a:t>
            </a:r>
          </a:p>
        </p:txBody>
      </p:sp>
      <p:sp>
        <p:nvSpPr>
          <p:cNvPr id="13" name="shape-1747">
            <a:extLst xmlns:a="http://schemas.openxmlformats.org/drawingml/2006/main">
              <a:ext uri="{FF2B5EF4-FFF2-40B4-BE49-F238E27FC236}">
                <a16:creationId xmlns:a16="http://schemas.microsoft.com/office/drawing/2014/main" id="{70DE70C1-C6C1-4F2B-B051-E469806B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1cfee1c91d498c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5" name="text-1748">
            <a:extLst xmlns:a="http://schemas.openxmlformats.org/drawingml/2006/main">
              <a:ext uri="{FF2B5EF4-FFF2-40B4-BE49-F238E27FC236}">
                <a16:creationId xmlns:a16="http://schemas.microsoft.com/office/drawing/2014/main" id="{72EC2483-8176-45D1-947D-FE0AA6506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25578677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054">
            <a:extLst xmlns:a="http://schemas.openxmlformats.org/drawingml/2006/main">
              <a:ext uri="{FF2B5EF4-FFF2-40B4-BE49-F238E27FC236}">
                <a16:creationId xmlns:a16="http://schemas.microsoft.com/office/drawing/2014/main" id="{552D4ADE-34BC-434A-A552-B3D3A9FDE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WORKSPACE ORIENTATION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4BE4B60-2843-4F63-8C1A-7021A4C87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進入工作區，先看四個地方</a:t>
            </a:r>
          </a:p>
        </p:txBody>
      </p:sp>
      <p:cxnSp>
        <p:nvCxnSpPr>
          <p:cNvPr id="28" name="shape-105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56">
            <a:extLst xmlns:a="http://schemas.openxmlformats.org/drawingml/2006/main">
              <a:ext uri="{FF2B5EF4-FFF2-40B4-BE49-F238E27FC236}">
                <a16:creationId xmlns:a16="http://schemas.microsoft.com/office/drawing/2014/main" id="{335CEB30-F2B3-49C5-AFE4-F58E5948D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A77D86C-9F1B-49F6-B1E8-F0878E6BC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12</a:t>
            </a:r>
          </a:p>
        </p:txBody>
      </p:sp>
      <p:sp>
        <p:nvSpPr>
          <p:cNvPr id="6" name="shape-1057">
            <a:extLst xmlns:a="http://schemas.openxmlformats.org/drawingml/2006/main">
              <a:ext uri="{FF2B5EF4-FFF2-40B4-BE49-F238E27FC236}">
                <a16:creationId xmlns:a16="http://schemas.microsoft.com/office/drawing/2014/main" id="{9B8E8DBB-50FF-4AE8-86C5-4829172AC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058">
            <a:extLst xmlns:a="http://schemas.openxmlformats.org/drawingml/2006/main">
              <a:ext uri="{FF2B5EF4-FFF2-40B4-BE49-F238E27FC236}">
                <a16:creationId xmlns:a16="http://schemas.microsoft.com/office/drawing/2014/main" id="{5430D8A2-24FC-45E4-A889-DA5574157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059">
            <a:extLst xmlns:a="http://schemas.openxmlformats.org/drawingml/2006/main">
              <a:ext uri="{FF2B5EF4-FFF2-40B4-BE49-F238E27FC236}">
                <a16:creationId xmlns:a16="http://schemas.microsoft.com/office/drawing/2014/main" id="{6BF7C529-9C22-4286-BA1A-4A4045383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檔案</a:t>
            </a:r>
          </a:p>
        </p:txBody>
      </p:sp>
      <p:sp>
        <p:nvSpPr>
          <p:cNvPr id="9" name="text-1060">
            <a:extLst xmlns:a="http://schemas.openxmlformats.org/drawingml/2006/main">
              <a:ext uri="{FF2B5EF4-FFF2-40B4-BE49-F238E27FC236}">
                <a16:creationId xmlns:a16="http://schemas.microsoft.com/office/drawing/2014/main" id="{08709A99-EFDE-4514-ADBF-A76B72B8F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Agent 能看到哪些素材？是否把敏感檔案放錯位置？</a:t>
            </a:r>
          </a:p>
        </p:txBody>
      </p:sp>
      <p:sp>
        <p:nvSpPr>
          <p:cNvPr id="10" name="shape-1061">
            <a:extLst xmlns:a="http://schemas.openxmlformats.org/drawingml/2006/main">
              <a:ext uri="{FF2B5EF4-FFF2-40B4-BE49-F238E27FC236}">
                <a16:creationId xmlns:a16="http://schemas.microsoft.com/office/drawing/2014/main" id="{BB6BBE4E-8C06-4B79-B699-1A28B535B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062">
            <a:extLst xmlns:a="http://schemas.openxmlformats.org/drawingml/2006/main">
              <a:ext uri="{FF2B5EF4-FFF2-40B4-BE49-F238E27FC236}">
                <a16:creationId xmlns:a16="http://schemas.microsoft.com/office/drawing/2014/main" id="{2E0ACA84-3DC4-4FF1-9C75-01D4A9B02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063">
            <a:extLst xmlns:a="http://schemas.openxmlformats.org/drawingml/2006/main">
              <a:ext uri="{FF2B5EF4-FFF2-40B4-BE49-F238E27FC236}">
                <a16:creationId xmlns:a16="http://schemas.microsoft.com/office/drawing/2014/main" id="{8C44EC79-445A-4197-809A-23868CF5F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任務</a:t>
            </a:r>
          </a:p>
        </p:txBody>
      </p:sp>
      <p:sp>
        <p:nvSpPr>
          <p:cNvPr id="13" name="text-1064">
            <a:extLst xmlns:a="http://schemas.openxmlformats.org/drawingml/2006/main">
              <a:ext uri="{FF2B5EF4-FFF2-40B4-BE49-F238E27FC236}">
                <a16:creationId xmlns:a16="http://schemas.microsoft.com/office/drawing/2014/main" id="{722443C2-68BC-4F4E-B589-33DAF7A86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目標是否單一、具體，且能在本工作區完成？</a:t>
            </a:r>
          </a:p>
        </p:txBody>
      </p:sp>
      <p:sp>
        <p:nvSpPr>
          <p:cNvPr id="14" name="shape-1065">
            <a:extLst xmlns:a="http://schemas.openxmlformats.org/drawingml/2006/main">
              <a:ext uri="{FF2B5EF4-FFF2-40B4-BE49-F238E27FC236}">
                <a16:creationId xmlns:a16="http://schemas.microsoft.com/office/drawing/2014/main" id="{34172BDB-9ADE-4022-A9B0-2857E15C3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066">
            <a:extLst xmlns:a="http://schemas.openxmlformats.org/drawingml/2006/main">
              <a:ext uri="{FF2B5EF4-FFF2-40B4-BE49-F238E27FC236}">
                <a16:creationId xmlns:a16="http://schemas.microsoft.com/office/drawing/2014/main" id="{77A3554F-0455-47CB-95C5-BE2E4F171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067">
            <a:extLst xmlns:a="http://schemas.openxmlformats.org/drawingml/2006/main">
              <a:ext uri="{FF2B5EF4-FFF2-40B4-BE49-F238E27FC236}">
                <a16:creationId xmlns:a16="http://schemas.microsoft.com/office/drawing/2014/main" id="{1E7C45B2-A438-4F08-A236-EADE65E28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計畫</a:t>
            </a:r>
          </a:p>
        </p:txBody>
      </p:sp>
      <p:sp>
        <p:nvSpPr>
          <p:cNvPr id="17" name="text-1068">
            <a:extLst xmlns:a="http://schemas.openxmlformats.org/drawingml/2006/main">
              <a:ext uri="{FF2B5EF4-FFF2-40B4-BE49-F238E27FC236}">
                <a16:creationId xmlns:a16="http://schemas.microsoft.com/office/drawing/2014/main" id="{E5538472-45D0-4110-94F7-F17E2F7F1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步驟是否合理？哪一步需要授權或外部資訊？</a:t>
            </a:r>
          </a:p>
        </p:txBody>
      </p:sp>
      <p:sp>
        <p:nvSpPr>
          <p:cNvPr id="18" name="shape-1069">
            <a:extLst xmlns:a="http://schemas.openxmlformats.org/drawingml/2006/main">
              <a:ext uri="{FF2B5EF4-FFF2-40B4-BE49-F238E27FC236}">
                <a16:creationId xmlns:a16="http://schemas.microsoft.com/office/drawing/2014/main" id="{0B6D5169-5E3A-466A-8E32-AFA03D8AB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070">
            <a:extLst xmlns:a="http://schemas.openxmlformats.org/drawingml/2006/main">
              <a:ext uri="{FF2B5EF4-FFF2-40B4-BE49-F238E27FC236}">
                <a16:creationId xmlns:a16="http://schemas.microsoft.com/office/drawing/2014/main" id="{775DE4C3-4459-4B6A-B4D3-B527C2A3F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071">
            <a:extLst xmlns:a="http://schemas.openxmlformats.org/drawingml/2006/main">
              <a:ext uri="{FF2B5EF4-FFF2-40B4-BE49-F238E27FC236}">
                <a16:creationId xmlns:a16="http://schemas.microsoft.com/office/drawing/2014/main" id="{5A94956F-10B6-4BED-B0DF-5D33C87CF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結果</a:t>
            </a:r>
          </a:p>
        </p:txBody>
      </p:sp>
      <p:sp>
        <p:nvSpPr>
          <p:cNvPr id="21" name="text-1072">
            <a:extLst xmlns:a="http://schemas.openxmlformats.org/drawingml/2006/main">
              <a:ext uri="{FF2B5EF4-FFF2-40B4-BE49-F238E27FC236}">
                <a16:creationId xmlns:a16="http://schemas.microsoft.com/office/drawing/2014/main" id="{6E790BF4-3C7C-4855-9D40-8ADA22C32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有哪些變更、測試、畫面與仍未確認的項目？</a:t>
            </a:r>
          </a:p>
        </p:txBody>
      </p:sp>
      <p:sp>
        <p:nvSpPr>
          <p:cNvPr id="22" name="text-1713">
            <a:extLst xmlns:a="http://schemas.openxmlformats.org/drawingml/2006/main">
              <a:ext uri="{FF2B5EF4-FFF2-40B4-BE49-F238E27FC236}">
                <a16:creationId xmlns:a16="http://schemas.microsoft.com/office/drawing/2014/main" id="{5A38978B-49C8-431E-B34F-C049C0FF8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0cfc1f38ab8466c"/>
              </a:rPr>
              <a:t>開啟 Antigravity ↗</a:t>
            </a:r>
          </a:p>
        </p:txBody>
      </p:sp>
      <p:sp>
        <p:nvSpPr>
          <p:cNvPr id="23" name="shape-1749">
            <a:extLst xmlns:a="http://schemas.openxmlformats.org/drawingml/2006/main">
              <a:ext uri="{FF2B5EF4-FFF2-40B4-BE49-F238E27FC236}">
                <a16:creationId xmlns:a16="http://schemas.microsoft.com/office/drawing/2014/main" id="{24CCC795-4CC6-432A-A4F2-31C4BCD0F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b8e3efa9ac4d46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750">
            <a:extLst xmlns:a="http://schemas.openxmlformats.org/drawingml/2006/main">
              <a:ext uri="{FF2B5EF4-FFF2-40B4-BE49-F238E27FC236}">
                <a16:creationId xmlns:a16="http://schemas.microsoft.com/office/drawing/2014/main" id="{67F12AB1-8261-455C-8DA6-268F52362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35167344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073">
            <a:extLst xmlns:a="http://schemas.openxmlformats.org/drawingml/2006/main">
              <a:ext uri="{FF2B5EF4-FFF2-40B4-BE49-F238E27FC236}">
                <a16:creationId xmlns:a16="http://schemas.microsoft.com/office/drawing/2014/main" id="{63295AEE-5822-46B2-B316-5529922C6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TASK BRIEF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58943AA-6BCA-49B1-8EFB-394933145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第一個 Agent 任務：四句話就能清楚</a:t>
            </a:r>
          </a:p>
        </p:txBody>
      </p:sp>
      <p:cxnSp>
        <p:nvCxnSpPr>
          <p:cNvPr id="28" name="shape-107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75">
            <a:extLst xmlns:a="http://schemas.openxmlformats.org/drawingml/2006/main">
              <a:ext uri="{FF2B5EF4-FFF2-40B4-BE49-F238E27FC236}">
                <a16:creationId xmlns:a16="http://schemas.microsoft.com/office/drawing/2014/main" id="{0A12A9BB-199F-4897-8627-CD783E9B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D23135C-F7BD-4148-B28C-43DA75FB8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shape-1076">
            <a:extLst xmlns:a="http://schemas.openxmlformats.org/drawingml/2006/main">
              <a:ext uri="{FF2B5EF4-FFF2-40B4-BE49-F238E27FC236}">
                <a16:creationId xmlns:a16="http://schemas.microsoft.com/office/drawing/2014/main" id="{3B72B6C2-C801-443B-8AB7-C60D0A0C0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077">
            <a:extLst xmlns:a="http://schemas.openxmlformats.org/drawingml/2006/main">
              <a:ext uri="{FF2B5EF4-FFF2-40B4-BE49-F238E27FC236}">
                <a16:creationId xmlns:a16="http://schemas.microsoft.com/office/drawing/2014/main" id="{566A244C-B5A3-40DC-9DA7-5E7AE9C16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078">
            <a:extLst xmlns:a="http://schemas.openxmlformats.org/drawingml/2006/main">
              <a:ext uri="{FF2B5EF4-FFF2-40B4-BE49-F238E27FC236}">
                <a16:creationId xmlns:a16="http://schemas.microsoft.com/office/drawing/2014/main" id="{674E1D31-9290-452B-9181-0577CA2A6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目標</a:t>
            </a:r>
          </a:p>
        </p:txBody>
      </p:sp>
      <p:sp>
        <p:nvSpPr>
          <p:cNvPr id="9" name="text-1079">
            <a:extLst xmlns:a="http://schemas.openxmlformats.org/drawingml/2006/main">
              <a:ext uri="{FF2B5EF4-FFF2-40B4-BE49-F238E27FC236}">
                <a16:creationId xmlns:a16="http://schemas.microsoft.com/office/drawing/2014/main" id="{522DC291-3D4C-4929-BFB5-58429E459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把上午 Canvas 原型改善成可在手機使用的教學活動。</a:t>
            </a:r>
          </a:p>
        </p:txBody>
      </p:sp>
      <p:sp>
        <p:nvSpPr>
          <p:cNvPr id="10" name="shape-1080">
            <a:extLst xmlns:a="http://schemas.openxmlformats.org/drawingml/2006/main">
              <a:ext uri="{FF2B5EF4-FFF2-40B4-BE49-F238E27FC236}">
                <a16:creationId xmlns:a16="http://schemas.microsoft.com/office/drawing/2014/main" id="{4C223AA9-C93D-46F6-BBF5-9419694C8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081">
            <a:extLst xmlns:a="http://schemas.openxmlformats.org/drawingml/2006/main">
              <a:ext uri="{FF2B5EF4-FFF2-40B4-BE49-F238E27FC236}">
                <a16:creationId xmlns:a16="http://schemas.microsoft.com/office/drawing/2014/main" id="{1AFEE099-BB5C-4C8C-9B71-479BBD981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082">
            <a:extLst xmlns:a="http://schemas.openxmlformats.org/drawingml/2006/main">
              <a:ext uri="{FF2B5EF4-FFF2-40B4-BE49-F238E27FC236}">
                <a16:creationId xmlns:a16="http://schemas.microsoft.com/office/drawing/2014/main" id="{820723E6-89B2-4663-B71F-0ED3A681E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素材</a:t>
            </a:r>
          </a:p>
        </p:txBody>
      </p:sp>
      <p:sp>
        <p:nvSpPr>
          <p:cNvPr id="13" name="text-1083">
            <a:extLst xmlns:a="http://schemas.openxmlformats.org/drawingml/2006/main">
              <a:ext uri="{FF2B5EF4-FFF2-40B4-BE49-F238E27FC236}">
                <a16:creationId xmlns:a16="http://schemas.microsoft.com/office/drawing/2014/main" id="{2E824665-3896-48B7-AC4C-05C36768D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使用指定資料夾、截圖、課程文字與現有程式碼。</a:t>
            </a:r>
          </a:p>
        </p:txBody>
      </p:sp>
      <p:sp>
        <p:nvSpPr>
          <p:cNvPr id="14" name="shape-1084">
            <a:extLst xmlns:a="http://schemas.openxmlformats.org/drawingml/2006/main">
              <a:ext uri="{FF2B5EF4-FFF2-40B4-BE49-F238E27FC236}">
                <a16:creationId xmlns:a16="http://schemas.microsoft.com/office/drawing/2014/main" id="{9BF07FD7-0C7C-46F0-803F-D252109E1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085">
            <a:extLst xmlns:a="http://schemas.openxmlformats.org/drawingml/2006/main">
              <a:ext uri="{FF2B5EF4-FFF2-40B4-BE49-F238E27FC236}">
                <a16:creationId xmlns:a16="http://schemas.microsoft.com/office/drawing/2014/main" id="{1FD95C68-5774-4640-AA36-3484A0E58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086">
            <a:extLst xmlns:a="http://schemas.openxmlformats.org/drawingml/2006/main">
              <a:ext uri="{FF2B5EF4-FFF2-40B4-BE49-F238E27FC236}">
                <a16:creationId xmlns:a16="http://schemas.microsoft.com/office/drawing/2014/main" id="{09154E73-9034-43FC-B7CC-A8BABED03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限制</a:t>
            </a:r>
          </a:p>
        </p:txBody>
      </p:sp>
      <p:sp>
        <p:nvSpPr>
          <p:cNvPr id="17" name="text-1087">
            <a:extLst xmlns:a="http://schemas.openxmlformats.org/drawingml/2006/main">
              <a:ext uri="{FF2B5EF4-FFF2-40B4-BE49-F238E27FC236}">
                <a16:creationId xmlns:a16="http://schemas.microsoft.com/office/drawing/2014/main" id="{B8B6D676-3BF0-4037-BB1F-397ABF247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不改核心內容、不放個資、不新增付費服務、不直接公開。</a:t>
            </a:r>
          </a:p>
        </p:txBody>
      </p:sp>
      <p:sp>
        <p:nvSpPr>
          <p:cNvPr id="18" name="shape-1088">
            <a:extLst xmlns:a="http://schemas.openxmlformats.org/drawingml/2006/main">
              <a:ext uri="{FF2B5EF4-FFF2-40B4-BE49-F238E27FC236}">
                <a16:creationId xmlns:a16="http://schemas.microsoft.com/office/drawing/2014/main" id="{BAB39313-51E7-4295-A5BE-C8A86A55E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089">
            <a:extLst xmlns:a="http://schemas.openxmlformats.org/drawingml/2006/main">
              <a:ext uri="{FF2B5EF4-FFF2-40B4-BE49-F238E27FC236}">
                <a16:creationId xmlns:a16="http://schemas.microsoft.com/office/drawing/2014/main" id="{D450AB89-591A-49D7-9415-304404BBB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090">
            <a:extLst xmlns:a="http://schemas.openxmlformats.org/drawingml/2006/main">
              <a:ext uri="{FF2B5EF4-FFF2-40B4-BE49-F238E27FC236}">
                <a16:creationId xmlns:a16="http://schemas.microsoft.com/office/drawing/2014/main" id="{627C0B18-1443-40D2-B13B-2EB490CB4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驗收</a:t>
            </a:r>
          </a:p>
        </p:txBody>
      </p:sp>
      <p:sp>
        <p:nvSpPr>
          <p:cNvPr id="21" name="text-1091">
            <a:extLst xmlns:a="http://schemas.openxmlformats.org/drawingml/2006/main">
              <a:ext uri="{FF2B5EF4-FFF2-40B4-BE49-F238E27FC236}">
                <a16:creationId xmlns:a16="http://schemas.microsoft.com/office/drawing/2014/main" id="{185CB8B7-61FB-4A1B-805A-CD30E73FA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完成桌機與手機測試，提供修改摘要與畫面證據。</a:t>
            </a:r>
          </a:p>
        </p:txBody>
      </p:sp>
      <p:sp>
        <p:nvSpPr>
          <p:cNvPr id="22" name="text-1714">
            <a:extLst xmlns:a="http://schemas.openxmlformats.org/drawingml/2006/main">
              <a:ext uri="{FF2B5EF4-FFF2-40B4-BE49-F238E27FC236}">
                <a16:creationId xmlns:a16="http://schemas.microsoft.com/office/drawing/2014/main" id="{9F00F96B-572B-4089-BA66-139BB0D6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37fcaf650164543"/>
              </a:rPr>
              <a:t>開啟 Antigravity ↗</a:t>
            </a:r>
          </a:p>
        </p:txBody>
      </p:sp>
      <p:sp>
        <p:nvSpPr>
          <p:cNvPr id="23" name="shape-1751">
            <a:extLst xmlns:a="http://schemas.openxmlformats.org/drawingml/2006/main">
              <a:ext uri="{FF2B5EF4-FFF2-40B4-BE49-F238E27FC236}">
                <a16:creationId xmlns:a16="http://schemas.microsoft.com/office/drawing/2014/main" id="{36016A78-B9C4-4B1D-AD03-B27DA4A9B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d8b59460a84365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752">
            <a:extLst xmlns:a="http://schemas.openxmlformats.org/drawingml/2006/main">
              <a:ext uri="{FF2B5EF4-FFF2-40B4-BE49-F238E27FC236}">
                <a16:creationId xmlns:a16="http://schemas.microsoft.com/office/drawing/2014/main" id="{BBE8FA35-741F-450E-8A2F-540BA6B16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87298851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text-1092">
            <a:extLst xmlns:a="http://schemas.openxmlformats.org/drawingml/2006/main">
              <a:ext uri="{FF2B5EF4-FFF2-40B4-BE49-F238E27FC236}">
                <a16:creationId xmlns:a16="http://schemas.microsoft.com/office/drawing/2014/main" id="{DD6F7760-3681-46D7-A294-D7BDA55E7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LIVE DEMO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E40E684-A163-49C2-B537-3FDDD2223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示範：請 Agent 改作品，但保留控制權</a:t>
            </a:r>
          </a:p>
        </p:txBody>
      </p:sp>
      <p:cxnSp>
        <p:nvCxnSpPr>
          <p:cNvPr id="59" name="shape-109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94">
            <a:extLst xmlns:a="http://schemas.openxmlformats.org/drawingml/2006/main">
              <a:ext uri="{FF2B5EF4-FFF2-40B4-BE49-F238E27FC236}">
                <a16:creationId xmlns:a16="http://schemas.microsoft.com/office/drawing/2014/main" id="{ABCC40CB-22A0-4830-983D-B42A67802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25F12FA-D9C4-409C-AD09-8CE0BB7C2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14</a:t>
            </a:r>
          </a:p>
        </p:txBody>
      </p:sp>
      <p:sp>
        <p:nvSpPr>
          <p:cNvPr id="6" name="shape-1095">
            <a:extLst xmlns:a="http://schemas.openxmlformats.org/drawingml/2006/main">
              <a:ext uri="{FF2B5EF4-FFF2-40B4-BE49-F238E27FC236}">
                <a16:creationId xmlns:a16="http://schemas.microsoft.com/office/drawing/2014/main" id="{BAD8684D-5ACF-4A08-AF73-91EC891EC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1096">
            <a:extLst xmlns:a="http://schemas.openxmlformats.org/drawingml/2006/main">
              <a:ext uri="{FF2B5EF4-FFF2-40B4-BE49-F238E27FC236}">
                <a16:creationId xmlns:a16="http://schemas.microsoft.com/office/drawing/2014/main" id="{9E7E0F50-9CBF-4981-8915-80E68687C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097">
            <a:extLst xmlns:a="http://schemas.openxmlformats.org/drawingml/2006/main">
              <a:ext uri="{FF2B5EF4-FFF2-40B4-BE49-F238E27FC236}">
                <a16:creationId xmlns:a16="http://schemas.microsoft.com/office/drawing/2014/main" id="{7387BEBE-CD8B-4B32-9D91-771ADC261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098">
            <a:extLst xmlns:a="http://schemas.openxmlformats.org/drawingml/2006/main">
              <a:ext uri="{FF2B5EF4-FFF2-40B4-BE49-F238E27FC236}">
                <a16:creationId xmlns:a16="http://schemas.microsoft.com/office/drawing/2014/main" id="{21DB1597-EEBB-48E5-8DA2-19C7BA90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先檢查</a:t>
            </a:r>
          </a:p>
        </p:txBody>
      </p:sp>
      <p:sp>
        <p:nvSpPr>
          <p:cNvPr id="10" name="text-1099">
            <a:extLst xmlns:a="http://schemas.openxmlformats.org/drawingml/2006/main">
              <a:ext uri="{FF2B5EF4-FFF2-40B4-BE49-F238E27FC236}">
                <a16:creationId xmlns:a16="http://schemas.microsoft.com/office/drawing/2014/main" id="{D7294661-516E-4A38-9136-E286D4CC6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說明結構與問題</a:t>
            </a:r>
          </a:p>
        </p:txBody>
      </p:sp>
      <p:sp>
        <p:nvSpPr>
          <p:cNvPr id="11" name="text-1100">
            <a:extLst xmlns:a="http://schemas.openxmlformats.org/drawingml/2006/main">
              <a:ext uri="{FF2B5EF4-FFF2-40B4-BE49-F238E27FC236}">
                <a16:creationId xmlns:a16="http://schemas.microsoft.com/office/drawing/2014/main" id="{EB107757-64A1-43A3-A0A6-B4753C02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101">
            <a:extLst xmlns:a="http://schemas.openxmlformats.org/drawingml/2006/main">
              <a:ext uri="{FF2B5EF4-FFF2-40B4-BE49-F238E27FC236}">
                <a16:creationId xmlns:a16="http://schemas.microsoft.com/office/drawing/2014/main" id="{39DCED22-2C5E-4ADE-9E6F-06590F193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1102">
            <a:extLst xmlns:a="http://schemas.openxmlformats.org/drawingml/2006/main">
              <a:ext uri="{FF2B5EF4-FFF2-40B4-BE49-F238E27FC236}">
                <a16:creationId xmlns:a16="http://schemas.microsoft.com/office/drawing/2014/main" id="{62D2F0B4-E228-4216-A538-97AFF64F3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103">
            <a:extLst xmlns:a="http://schemas.openxmlformats.org/drawingml/2006/main">
              <a:ext uri="{FF2B5EF4-FFF2-40B4-BE49-F238E27FC236}">
                <a16:creationId xmlns:a16="http://schemas.microsoft.com/office/drawing/2014/main" id="{E41CFECD-08FA-4DE7-8297-115D4982F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104">
            <a:extLst xmlns:a="http://schemas.openxmlformats.org/drawingml/2006/main">
              <a:ext uri="{FF2B5EF4-FFF2-40B4-BE49-F238E27FC236}">
                <a16:creationId xmlns:a16="http://schemas.microsoft.com/office/drawing/2014/main" id="{8460C4BB-AA27-46B4-B449-597EE6FB1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提計畫</a:t>
            </a:r>
          </a:p>
        </p:txBody>
      </p:sp>
      <p:sp>
        <p:nvSpPr>
          <p:cNvPr id="16" name="text-1105">
            <a:extLst xmlns:a="http://schemas.openxmlformats.org/drawingml/2006/main">
              <a:ext uri="{FF2B5EF4-FFF2-40B4-BE49-F238E27FC236}">
                <a16:creationId xmlns:a16="http://schemas.microsoft.com/office/drawing/2014/main" id="{61BEF8BB-D0AA-4956-9428-A57A16BFA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列修改與不修改</a:t>
            </a:r>
          </a:p>
        </p:txBody>
      </p:sp>
      <p:sp>
        <p:nvSpPr>
          <p:cNvPr id="17" name="text-1106">
            <a:extLst xmlns:a="http://schemas.openxmlformats.org/drawingml/2006/main">
              <a:ext uri="{FF2B5EF4-FFF2-40B4-BE49-F238E27FC236}">
                <a16:creationId xmlns:a16="http://schemas.microsoft.com/office/drawing/2014/main" id="{AD230C19-9EFA-4FE3-9379-6048DC945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107">
            <a:extLst xmlns:a="http://schemas.openxmlformats.org/drawingml/2006/main">
              <a:ext uri="{FF2B5EF4-FFF2-40B4-BE49-F238E27FC236}">
                <a16:creationId xmlns:a16="http://schemas.microsoft.com/office/drawing/2014/main" id="{A77BFB50-D166-4E78-9E28-CFF92FB7D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1108">
            <a:extLst xmlns:a="http://schemas.openxmlformats.org/drawingml/2006/main">
              <a:ext uri="{FF2B5EF4-FFF2-40B4-BE49-F238E27FC236}">
                <a16:creationId xmlns:a16="http://schemas.microsoft.com/office/drawing/2014/main" id="{7CFA9988-C73C-417F-B052-59B94F1E2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109">
            <a:extLst xmlns:a="http://schemas.openxmlformats.org/drawingml/2006/main">
              <a:ext uri="{FF2B5EF4-FFF2-40B4-BE49-F238E27FC236}">
                <a16:creationId xmlns:a16="http://schemas.microsoft.com/office/drawing/2014/main" id="{EFE15AC8-DBBE-4218-BD91-28552ADB3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110">
            <a:extLst xmlns:a="http://schemas.openxmlformats.org/drawingml/2006/main">
              <a:ext uri="{FF2B5EF4-FFF2-40B4-BE49-F238E27FC236}">
                <a16:creationId xmlns:a16="http://schemas.microsoft.com/office/drawing/2014/main" id="{8C4C135C-F500-4787-AE8D-ABC12A3EA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</a:t>
            </a:r>
          </a:p>
        </p:txBody>
      </p:sp>
      <p:sp>
        <p:nvSpPr>
          <p:cNvPr id="22" name="text-1111">
            <a:extLst xmlns:a="http://schemas.openxmlformats.org/drawingml/2006/main">
              <a:ext uri="{FF2B5EF4-FFF2-40B4-BE49-F238E27FC236}">
                <a16:creationId xmlns:a16="http://schemas.microsoft.com/office/drawing/2014/main" id="{FE1B3C22-0234-435A-B82E-9C369CBB5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只改同意範圍</a:t>
            </a:r>
          </a:p>
        </p:txBody>
      </p:sp>
      <p:sp>
        <p:nvSpPr>
          <p:cNvPr id="23" name="text-1112">
            <a:extLst xmlns:a="http://schemas.openxmlformats.org/drawingml/2006/main">
              <a:ext uri="{FF2B5EF4-FFF2-40B4-BE49-F238E27FC236}">
                <a16:creationId xmlns:a16="http://schemas.microsoft.com/office/drawing/2014/main" id="{FA85F999-148F-4811-B1BD-997866AD0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113">
            <a:extLst xmlns:a="http://schemas.openxmlformats.org/drawingml/2006/main">
              <a:ext uri="{FF2B5EF4-FFF2-40B4-BE49-F238E27FC236}">
                <a16:creationId xmlns:a16="http://schemas.microsoft.com/office/drawing/2014/main" id="{7FF375D9-366A-4D9E-81D3-8ED33D21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1114">
            <a:extLst xmlns:a="http://schemas.openxmlformats.org/drawingml/2006/main">
              <a:ext uri="{FF2B5EF4-FFF2-40B4-BE49-F238E27FC236}">
                <a16:creationId xmlns:a16="http://schemas.microsoft.com/office/drawing/2014/main" id="{4851E118-F87A-46C2-BC26-05F8171DB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115">
            <a:extLst xmlns:a="http://schemas.openxmlformats.org/drawingml/2006/main">
              <a:ext uri="{FF2B5EF4-FFF2-40B4-BE49-F238E27FC236}">
                <a16:creationId xmlns:a16="http://schemas.microsoft.com/office/drawing/2014/main" id="{6B754227-11E1-46FF-BFF8-FB602C72D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116">
            <a:extLst xmlns:a="http://schemas.openxmlformats.org/drawingml/2006/main">
              <a:ext uri="{FF2B5EF4-FFF2-40B4-BE49-F238E27FC236}">
                <a16:creationId xmlns:a16="http://schemas.microsoft.com/office/drawing/2014/main" id="{CC1EF00A-C748-4EC2-86FE-44E58C727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測試</a:t>
            </a:r>
          </a:p>
        </p:txBody>
      </p:sp>
      <p:sp>
        <p:nvSpPr>
          <p:cNvPr id="28" name="text-1117">
            <a:extLst xmlns:a="http://schemas.openxmlformats.org/drawingml/2006/main">
              <a:ext uri="{FF2B5EF4-FFF2-40B4-BE49-F238E27FC236}">
                <a16:creationId xmlns:a16="http://schemas.microsoft.com/office/drawing/2014/main" id="{3DBBC958-EFA6-48D1-B364-EA827FCCA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桌機與手機流程</a:t>
            </a:r>
          </a:p>
        </p:txBody>
      </p:sp>
      <p:sp>
        <p:nvSpPr>
          <p:cNvPr id="29" name="text-1118">
            <a:extLst xmlns:a="http://schemas.openxmlformats.org/drawingml/2006/main">
              <a:ext uri="{FF2B5EF4-FFF2-40B4-BE49-F238E27FC236}">
                <a16:creationId xmlns:a16="http://schemas.microsoft.com/office/drawing/2014/main" id="{BD7E63E2-7F89-4416-B865-1F0F4911B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119">
            <a:extLst xmlns:a="http://schemas.openxmlformats.org/drawingml/2006/main">
              <a:ext uri="{FF2B5EF4-FFF2-40B4-BE49-F238E27FC236}">
                <a16:creationId xmlns:a16="http://schemas.microsoft.com/office/drawing/2014/main" id="{04949816-8445-494C-A629-C824B3A0E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1" name="shape-1120">
            <a:extLst xmlns:a="http://schemas.openxmlformats.org/drawingml/2006/main">
              <a:ext uri="{FF2B5EF4-FFF2-40B4-BE49-F238E27FC236}">
                <a16:creationId xmlns:a16="http://schemas.microsoft.com/office/drawing/2014/main" id="{89FB682A-A46F-4F78-8F78-2875273DD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121">
            <a:extLst xmlns:a="http://schemas.openxmlformats.org/drawingml/2006/main">
              <a:ext uri="{FF2B5EF4-FFF2-40B4-BE49-F238E27FC236}">
                <a16:creationId xmlns:a16="http://schemas.microsoft.com/office/drawing/2014/main" id="{ECA2DA2D-4FD0-4372-B28F-0234B178E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122">
            <a:extLst xmlns:a="http://schemas.openxmlformats.org/drawingml/2006/main">
              <a:ext uri="{FF2B5EF4-FFF2-40B4-BE49-F238E27FC236}">
                <a16:creationId xmlns:a16="http://schemas.microsoft.com/office/drawing/2014/main" id="{6FDC20F1-7A69-4646-BA74-3B3056F77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交付</a:t>
            </a:r>
          </a:p>
        </p:txBody>
      </p:sp>
      <p:sp>
        <p:nvSpPr>
          <p:cNvPr id="34" name="text-1123">
            <a:extLst xmlns:a="http://schemas.openxmlformats.org/drawingml/2006/main">
              <a:ext uri="{FF2B5EF4-FFF2-40B4-BE49-F238E27FC236}">
                <a16:creationId xmlns:a16="http://schemas.microsoft.com/office/drawing/2014/main" id="{AD7B60AA-03C2-4C15-8D80-D0E00013A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差異、證據、限制</a:t>
            </a:r>
          </a:p>
        </p:txBody>
      </p:sp>
      <p:sp>
        <p:nvSpPr>
          <p:cNvPr id="35" name="shape-1124">
            <a:extLst xmlns:a="http://schemas.openxmlformats.org/drawingml/2006/main">
              <a:ext uri="{FF2B5EF4-FFF2-40B4-BE49-F238E27FC236}">
                <a16:creationId xmlns:a16="http://schemas.microsoft.com/office/drawing/2014/main" id="{0840F8A8-EBBE-408A-9B23-A18749CE0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67300"/>
            <a:ext cx="111633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02B43"/>
          </a:solidFill>
          <a:ln xmlns:a="http://schemas.openxmlformats.org/drawingml/2006/main" w="9525">
            <a:solidFill>
              <a:srgbClr val="315D7E"/>
            </a:solidFill>
            <a:prstDash val="solid"/>
          </a:ln>
        </p:spPr>
      </p:sp>
      <p:sp>
        <p:nvSpPr>
          <p:cNvPr id="36" name="text-1125">
            <a:extLst xmlns:a="http://schemas.openxmlformats.org/drawingml/2006/main">
              <a:ext uri="{FF2B5EF4-FFF2-40B4-BE49-F238E27FC236}">
                <a16:creationId xmlns:a16="http://schemas.microsoft.com/office/drawing/2014/main" id="{30D8F82A-CAD4-407A-B5FA-331BC38E1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人在迴路</a:t>
            </a:r>
          </a:p>
        </p:txBody>
      </p:sp>
      <p:sp>
        <p:nvSpPr>
          <p:cNvPr id="37" name="text-1126">
            <a:extLst xmlns:a="http://schemas.openxmlformats.org/drawingml/2006/main">
              <a:ext uri="{FF2B5EF4-FFF2-40B4-BE49-F238E27FC236}">
                <a16:creationId xmlns:a16="http://schemas.microsoft.com/office/drawing/2014/main" id="{92FF9ED8-B7E0-4791-9D33-780822BCF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14975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7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Agent 可以推進，但最後的範圍與發布決定仍由人保留</a:t>
            </a:r>
          </a:p>
        </p:txBody>
      </p:sp>
      <p:sp>
        <p:nvSpPr>
          <p:cNvPr id="38" name="shape-1127">
            <a:extLst xmlns:a="http://schemas.openxmlformats.org/drawingml/2006/main">
              <a:ext uri="{FF2B5EF4-FFF2-40B4-BE49-F238E27FC236}">
                <a16:creationId xmlns:a16="http://schemas.microsoft.com/office/drawing/2014/main" id="{045487B6-71AA-4AAC-B25F-B9F34ECFC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A1C2D"/>
          </a:solidFill>
          <a:ln xmlns:a="http://schemas.openxmlformats.org/drawingml/2006/main" w="9525">
            <a:solidFill>
              <a:srgbClr val="55A7FF"/>
            </a:solidFill>
            <a:prstDash val="solid"/>
          </a:ln>
        </p:spPr>
      </p:sp>
      <p:sp>
        <p:nvSpPr>
          <p:cNvPr id="39" name="text-1128">
            <a:extLst xmlns:a="http://schemas.openxmlformats.org/drawingml/2006/main">
              <a:ext uri="{FF2B5EF4-FFF2-40B4-BE49-F238E27FC236}">
                <a16:creationId xmlns:a16="http://schemas.microsoft.com/office/drawing/2014/main" id="{542C9D8D-FBF5-4AA9-9774-AC5452AB5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提案</a:t>
            </a:r>
          </a:p>
        </p:txBody>
      </p:sp>
      <p:sp>
        <p:nvSpPr>
          <p:cNvPr id="40" name="text-1129">
            <a:extLst xmlns:a="http://schemas.openxmlformats.org/drawingml/2006/main">
              <a:ext uri="{FF2B5EF4-FFF2-40B4-BE49-F238E27FC236}">
                <a16:creationId xmlns:a16="http://schemas.microsoft.com/office/drawing/2014/main" id="{710F6136-622A-4583-B85D-62732F934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先看計畫</a:t>
            </a:r>
          </a:p>
        </p:txBody>
      </p:sp>
      <p:sp>
        <p:nvSpPr>
          <p:cNvPr id="41" name="text-1130">
            <a:extLst xmlns:a="http://schemas.openxmlformats.org/drawingml/2006/main">
              <a:ext uri="{FF2B5EF4-FFF2-40B4-BE49-F238E27FC236}">
                <a16:creationId xmlns:a16="http://schemas.microsoft.com/office/drawing/2014/main" id="{A76138C0-3C64-474B-AF4F-C45354690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2" name="shape-1131">
            <a:extLst xmlns:a="http://schemas.openxmlformats.org/drawingml/2006/main">
              <a:ext uri="{FF2B5EF4-FFF2-40B4-BE49-F238E27FC236}">
                <a16:creationId xmlns:a16="http://schemas.microsoft.com/office/drawing/2014/main" id="{963B5236-0D17-4F53-AE89-0B6F6D0ED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A1C2D"/>
          </a:solidFill>
          <a:ln xmlns:a="http://schemas.openxmlformats.org/drawingml/2006/main" w="9525">
            <a:solidFill>
              <a:srgbClr val="2CD2C7"/>
            </a:solidFill>
            <a:prstDash val="solid"/>
          </a:ln>
        </p:spPr>
      </p:sp>
      <p:sp>
        <p:nvSpPr>
          <p:cNvPr id="43" name="text-1132">
            <a:extLst xmlns:a="http://schemas.openxmlformats.org/drawingml/2006/main">
              <a:ext uri="{FF2B5EF4-FFF2-40B4-BE49-F238E27FC236}">
                <a16:creationId xmlns:a16="http://schemas.microsoft.com/office/drawing/2014/main" id="{4FE08BCE-611F-430C-B47A-1C05BBC34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rPr>
              <a:t>教師核准</a:t>
            </a:r>
          </a:p>
        </p:txBody>
      </p:sp>
      <p:sp>
        <p:nvSpPr>
          <p:cNvPr id="44" name="text-1133">
            <a:extLst xmlns:a="http://schemas.openxmlformats.org/drawingml/2006/main">
              <a:ext uri="{FF2B5EF4-FFF2-40B4-BE49-F238E27FC236}">
                <a16:creationId xmlns:a16="http://schemas.microsoft.com/office/drawing/2014/main" id="{0A67EA44-DF5E-43CC-9994-F9BB91AD9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確認範圍</a:t>
            </a:r>
          </a:p>
        </p:txBody>
      </p:sp>
      <p:sp>
        <p:nvSpPr>
          <p:cNvPr id="45" name="text-1134">
            <a:extLst xmlns:a="http://schemas.openxmlformats.org/drawingml/2006/main">
              <a:ext uri="{FF2B5EF4-FFF2-40B4-BE49-F238E27FC236}">
                <a16:creationId xmlns:a16="http://schemas.microsoft.com/office/drawing/2014/main" id="{A54AA36C-EB9B-47BC-B8DE-B47BD97BF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6" name="shape-1135">
            <a:extLst xmlns:a="http://schemas.openxmlformats.org/drawingml/2006/main">
              <a:ext uri="{FF2B5EF4-FFF2-40B4-BE49-F238E27FC236}">
                <a16:creationId xmlns:a16="http://schemas.microsoft.com/office/drawing/2014/main" id="{F46EA74B-9829-40F6-9B93-38EAC40AE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A1C2D"/>
          </a:solidFill>
          <a:ln xmlns:a="http://schemas.openxmlformats.org/drawingml/2006/main" w="9525">
            <a:solidFill>
              <a:srgbClr val="FF806D"/>
            </a:solidFill>
            <a:prstDash val="solid"/>
          </a:ln>
        </p:spPr>
      </p:sp>
      <p:sp>
        <p:nvSpPr>
          <p:cNvPr id="47" name="text-1136">
            <a:extLst xmlns:a="http://schemas.openxmlformats.org/drawingml/2006/main">
              <a:ext uri="{FF2B5EF4-FFF2-40B4-BE49-F238E27FC236}">
                <a16:creationId xmlns:a16="http://schemas.microsoft.com/office/drawing/2014/main" id="{875D738A-D045-47E6-B556-B5A813CE5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測試驗證</a:t>
            </a:r>
          </a:p>
        </p:txBody>
      </p:sp>
      <p:sp>
        <p:nvSpPr>
          <p:cNvPr id="48" name="text-1137">
            <a:extLst xmlns:a="http://schemas.openxmlformats.org/drawingml/2006/main">
              <a:ext uri="{FF2B5EF4-FFF2-40B4-BE49-F238E27FC236}">
                <a16:creationId xmlns:a16="http://schemas.microsoft.com/office/drawing/2014/main" id="{31BF6CDB-B4AF-4811-BB0D-1F05B31E8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桌機 × 手機</a:t>
            </a:r>
          </a:p>
        </p:txBody>
      </p:sp>
      <p:sp>
        <p:nvSpPr>
          <p:cNvPr id="49" name="text-1138">
            <a:extLst xmlns:a="http://schemas.openxmlformats.org/drawingml/2006/main">
              <a:ext uri="{FF2B5EF4-FFF2-40B4-BE49-F238E27FC236}">
                <a16:creationId xmlns:a16="http://schemas.microsoft.com/office/drawing/2014/main" id="{0608528E-81E8-4349-A2E4-42201B730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50" name="shape-1139">
            <a:extLst xmlns:a="http://schemas.openxmlformats.org/drawingml/2006/main">
              <a:ext uri="{FF2B5EF4-FFF2-40B4-BE49-F238E27FC236}">
                <a16:creationId xmlns:a16="http://schemas.microsoft.com/office/drawing/2014/main" id="{6288D751-C2B2-40AA-A59E-CD65C2FAC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A1C2D"/>
          </a:solidFill>
          <a:ln xmlns:a="http://schemas.openxmlformats.org/drawingml/2006/main" w="9525">
            <a:solidFill>
              <a:srgbClr val="AFC1D2"/>
            </a:solidFill>
            <a:prstDash val="solid"/>
          </a:ln>
        </p:spPr>
      </p:sp>
      <p:sp>
        <p:nvSpPr>
          <p:cNvPr id="51" name="text-1140">
            <a:extLst xmlns:a="http://schemas.openxmlformats.org/drawingml/2006/main">
              <a:ext uri="{FF2B5EF4-FFF2-40B4-BE49-F238E27FC236}">
                <a16:creationId xmlns:a16="http://schemas.microsoft.com/office/drawing/2014/main" id="{5A3E708E-62B7-41B6-A8A9-6D3A7C816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再決定交付</a:t>
            </a:r>
          </a:p>
        </p:txBody>
      </p:sp>
      <p:sp>
        <p:nvSpPr>
          <p:cNvPr id="52" name="text-1141">
            <a:extLst xmlns:a="http://schemas.openxmlformats.org/drawingml/2006/main">
              <a:ext uri="{FF2B5EF4-FFF2-40B4-BE49-F238E27FC236}">
                <a16:creationId xmlns:a16="http://schemas.microsoft.com/office/drawing/2014/main" id="{97DFCD38-ACC5-4343-A13A-66B0A1C4A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差異・證據・限制</a:t>
            </a:r>
          </a:p>
        </p:txBody>
      </p:sp>
      <p:sp>
        <p:nvSpPr>
          <p:cNvPr id="53" name="text-1715">
            <a:extLst xmlns:a="http://schemas.openxmlformats.org/drawingml/2006/main">
              <a:ext uri="{FF2B5EF4-FFF2-40B4-BE49-F238E27FC236}">
                <a16:creationId xmlns:a16="http://schemas.microsoft.com/office/drawing/2014/main" id="{3679C278-094C-4A1C-83E4-4D18C2FFF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6a77dbcbc2947d5"/>
              </a:rPr>
              <a:t>開啟 Antigravity ↗</a:t>
            </a:r>
          </a:p>
        </p:txBody>
      </p:sp>
      <p:sp>
        <p:nvSpPr>
          <p:cNvPr id="54" name="shape-1753">
            <a:extLst xmlns:a="http://schemas.openxmlformats.org/drawingml/2006/main">
              <a:ext uri="{FF2B5EF4-FFF2-40B4-BE49-F238E27FC236}">
                <a16:creationId xmlns:a16="http://schemas.microsoft.com/office/drawing/2014/main" id="{48077CD9-E06B-4D39-96E1-C9BFCEA9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1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23b51fa7964dbe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56" name="text-1754">
            <a:extLst xmlns:a="http://schemas.openxmlformats.org/drawingml/2006/main">
              <a:ext uri="{FF2B5EF4-FFF2-40B4-BE49-F238E27FC236}">
                <a16:creationId xmlns:a16="http://schemas.microsoft.com/office/drawing/2014/main" id="{A25BC009-21E9-4FC7-8029-3ABE94CB6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87569360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142">
            <a:extLst xmlns:a="http://schemas.openxmlformats.org/drawingml/2006/main">
              <a:ext uri="{FF2B5EF4-FFF2-40B4-BE49-F238E27FC236}">
                <a16:creationId xmlns:a16="http://schemas.microsoft.com/office/drawing/2014/main" id="{A0F0D9EE-E162-424F-94B2-99DC7BD1B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EVIDENCE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96465D1-7BEF-4192-8714-3C9985301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的完成證據：四樣少一樣就要追問</a:t>
            </a:r>
          </a:p>
        </p:txBody>
      </p:sp>
      <p:cxnSp>
        <p:nvCxnSpPr>
          <p:cNvPr id="28" name="shape-114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44">
            <a:extLst xmlns:a="http://schemas.openxmlformats.org/drawingml/2006/main">
              <a:ext uri="{FF2B5EF4-FFF2-40B4-BE49-F238E27FC236}">
                <a16:creationId xmlns:a16="http://schemas.microsoft.com/office/drawing/2014/main" id="{52F36B70-A9BB-4D01-86F1-703BCAE80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9429D29-D51D-47D9-9486-310C0B9C3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15</a:t>
            </a:r>
          </a:p>
        </p:txBody>
      </p:sp>
      <p:sp>
        <p:nvSpPr>
          <p:cNvPr id="6" name="shape-1145">
            <a:extLst xmlns:a="http://schemas.openxmlformats.org/drawingml/2006/main">
              <a:ext uri="{FF2B5EF4-FFF2-40B4-BE49-F238E27FC236}">
                <a16:creationId xmlns:a16="http://schemas.microsoft.com/office/drawing/2014/main" id="{177ECA2F-7682-4A68-BECC-A7E411A78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146">
            <a:extLst xmlns:a="http://schemas.openxmlformats.org/drawingml/2006/main">
              <a:ext uri="{FF2B5EF4-FFF2-40B4-BE49-F238E27FC236}">
                <a16:creationId xmlns:a16="http://schemas.microsoft.com/office/drawing/2014/main" id="{D5D5777E-5E84-47A8-AB17-8DBB608F8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147">
            <a:extLst xmlns:a="http://schemas.openxmlformats.org/drawingml/2006/main">
              <a:ext uri="{FF2B5EF4-FFF2-40B4-BE49-F238E27FC236}">
                <a16:creationId xmlns:a16="http://schemas.microsoft.com/office/drawing/2014/main" id="{4A86DC81-E556-4753-B74B-B38306DD0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變更摘要</a:t>
            </a:r>
          </a:p>
        </p:txBody>
      </p:sp>
      <p:sp>
        <p:nvSpPr>
          <p:cNvPr id="9" name="text-1148">
            <a:extLst xmlns:a="http://schemas.openxmlformats.org/drawingml/2006/main">
              <a:ext uri="{FF2B5EF4-FFF2-40B4-BE49-F238E27FC236}">
                <a16:creationId xmlns:a16="http://schemas.microsoft.com/office/drawing/2014/main" id="{199855B2-2739-4CA8-8C7D-CCF7D2969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改了哪些檔案、為什麼改、沒有改什麼。</a:t>
            </a:r>
          </a:p>
        </p:txBody>
      </p:sp>
      <p:sp>
        <p:nvSpPr>
          <p:cNvPr id="10" name="shape-1149">
            <a:extLst xmlns:a="http://schemas.openxmlformats.org/drawingml/2006/main">
              <a:ext uri="{FF2B5EF4-FFF2-40B4-BE49-F238E27FC236}">
                <a16:creationId xmlns:a16="http://schemas.microsoft.com/office/drawing/2014/main" id="{50E91671-E5B3-4939-8403-229A492D0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150">
            <a:extLst xmlns:a="http://schemas.openxmlformats.org/drawingml/2006/main">
              <a:ext uri="{FF2B5EF4-FFF2-40B4-BE49-F238E27FC236}">
                <a16:creationId xmlns:a16="http://schemas.microsoft.com/office/drawing/2014/main" id="{99E6073F-D56B-4C3A-87D5-2CE524BE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151">
            <a:extLst xmlns:a="http://schemas.openxmlformats.org/drawingml/2006/main">
              <a:ext uri="{FF2B5EF4-FFF2-40B4-BE49-F238E27FC236}">
                <a16:creationId xmlns:a16="http://schemas.microsoft.com/office/drawing/2014/main" id="{8FDCDD61-0D3F-44B9-AF90-61D24682D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測試結果</a:t>
            </a:r>
          </a:p>
        </p:txBody>
      </p:sp>
      <p:sp>
        <p:nvSpPr>
          <p:cNvPr id="13" name="text-1152">
            <a:extLst xmlns:a="http://schemas.openxmlformats.org/drawingml/2006/main">
              <a:ext uri="{FF2B5EF4-FFF2-40B4-BE49-F238E27FC236}">
                <a16:creationId xmlns:a16="http://schemas.microsoft.com/office/drawing/2014/main" id="{F19C1B2A-7E37-45F6-A303-946ECE400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實際執行哪些檢查，結果是通過、失敗或未執行。</a:t>
            </a:r>
          </a:p>
        </p:txBody>
      </p:sp>
      <p:sp>
        <p:nvSpPr>
          <p:cNvPr id="14" name="shape-1153">
            <a:extLst xmlns:a="http://schemas.openxmlformats.org/drawingml/2006/main">
              <a:ext uri="{FF2B5EF4-FFF2-40B4-BE49-F238E27FC236}">
                <a16:creationId xmlns:a16="http://schemas.microsoft.com/office/drawing/2014/main" id="{6497EB9F-41C1-4208-B483-1D4B8B2E2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154">
            <a:extLst xmlns:a="http://schemas.openxmlformats.org/drawingml/2006/main">
              <a:ext uri="{FF2B5EF4-FFF2-40B4-BE49-F238E27FC236}">
                <a16:creationId xmlns:a16="http://schemas.microsoft.com/office/drawing/2014/main" id="{08AC4F18-BF0D-44AC-95E9-43EE6A949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155">
            <a:extLst xmlns:a="http://schemas.openxmlformats.org/drawingml/2006/main">
              <a:ext uri="{FF2B5EF4-FFF2-40B4-BE49-F238E27FC236}">
                <a16:creationId xmlns:a16="http://schemas.microsoft.com/office/drawing/2014/main" id="{70BE53E3-B4D7-43B5-ABFE-7FC65E42E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畫面證據</a:t>
            </a:r>
          </a:p>
        </p:txBody>
      </p:sp>
      <p:sp>
        <p:nvSpPr>
          <p:cNvPr id="17" name="text-1156">
            <a:extLst xmlns:a="http://schemas.openxmlformats.org/drawingml/2006/main">
              <a:ext uri="{FF2B5EF4-FFF2-40B4-BE49-F238E27FC236}">
                <a16:creationId xmlns:a16="http://schemas.microsoft.com/office/drawing/2014/main" id="{81266F7A-A3B9-4CD7-A426-F9B6CA0B5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用實際截圖或預覽驗證，不只描述應該長什麼樣。</a:t>
            </a:r>
          </a:p>
        </p:txBody>
      </p:sp>
      <p:sp>
        <p:nvSpPr>
          <p:cNvPr id="18" name="shape-1157">
            <a:extLst xmlns:a="http://schemas.openxmlformats.org/drawingml/2006/main">
              <a:ext uri="{FF2B5EF4-FFF2-40B4-BE49-F238E27FC236}">
                <a16:creationId xmlns:a16="http://schemas.microsoft.com/office/drawing/2014/main" id="{2C3BEF73-27EF-48D7-94CF-C1F578A50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158">
            <a:extLst xmlns:a="http://schemas.openxmlformats.org/drawingml/2006/main">
              <a:ext uri="{FF2B5EF4-FFF2-40B4-BE49-F238E27FC236}">
                <a16:creationId xmlns:a16="http://schemas.microsoft.com/office/drawing/2014/main" id="{99F56055-278F-4B5F-A18E-94D7D09E7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159">
            <a:extLst xmlns:a="http://schemas.openxmlformats.org/drawingml/2006/main">
              <a:ext uri="{FF2B5EF4-FFF2-40B4-BE49-F238E27FC236}">
                <a16:creationId xmlns:a16="http://schemas.microsoft.com/office/drawing/2014/main" id="{DAC77B67-6456-4477-8214-6AD137D78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已知限制</a:t>
            </a:r>
          </a:p>
        </p:txBody>
      </p:sp>
      <p:sp>
        <p:nvSpPr>
          <p:cNvPr id="21" name="text-1160">
            <a:extLst xmlns:a="http://schemas.openxmlformats.org/drawingml/2006/main">
              <a:ext uri="{FF2B5EF4-FFF2-40B4-BE49-F238E27FC236}">
                <a16:creationId xmlns:a16="http://schemas.microsoft.com/office/drawing/2014/main" id="{0C9E74E4-49B5-4E04-80E2-8062440D1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哪些仍未確認、需要帳號、需要人工判斷或下一輪處理。</a:t>
            </a:r>
          </a:p>
        </p:txBody>
      </p:sp>
      <p:sp>
        <p:nvSpPr>
          <p:cNvPr id="22" name="text-1716">
            <a:extLst xmlns:a="http://schemas.openxmlformats.org/drawingml/2006/main">
              <a:ext uri="{FF2B5EF4-FFF2-40B4-BE49-F238E27FC236}">
                <a16:creationId xmlns:a16="http://schemas.microsoft.com/office/drawing/2014/main" id="{E093386D-E40B-4D6F-871E-807D3454F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eafb91799af49fa"/>
              </a:rPr>
              <a:t>開啟 Antigravity ↗</a:t>
            </a:r>
          </a:p>
        </p:txBody>
      </p:sp>
      <p:sp>
        <p:nvSpPr>
          <p:cNvPr id="23" name="shape-1755">
            <a:extLst xmlns:a="http://schemas.openxmlformats.org/drawingml/2006/main">
              <a:ext uri="{FF2B5EF4-FFF2-40B4-BE49-F238E27FC236}">
                <a16:creationId xmlns:a16="http://schemas.microsoft.com/office/drawing/2014/main" id="{8D62A11F-A711-47F2-8BEF-316386921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20dedf0dee45c0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756">
            <a:extLst xmlns:a="http://schemas.openxmlformats.org/drawingml/2006/main">
              <a:ext uri="{FF2B5EF4-FFF2-40B4-BE49-F238E27FC236}">
                <a16:creationId xmlns:a16="http://schemas.microsoft.com/office/drawing/2014/main" id="{533DD34C-A3E0-457C-8D49-C7A6E95EC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92080164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161">
            <a:extLst xmlns:a="http://schemas.openxmlformats.org/drawingml/2006/main">
              <a:ext uri="{FF2B5EF4-FFF2-40B4-BE49-F238E27FC236}">
                <a16:creationId xmlns:a16="http://schemas.microsoft.com/office/drawing/2014/main" id="{D2A8F27D-E23D-4382-A28F-416393683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1CDEF66-B70F-415A-B4A1-090FF951F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A｜Antigravity 完成一個小而完整的任務</a:t>
            </a:r>
          </a:p>
        </p:txBody>
      </p:sp>
      <p:cxnSp>
        <p:nvCxnSpPr>
          <p:cNvPr id="25" name="shape-116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63">
            <a:extLst xmlns:a="http://schemas.openxmlformats.org/drawingml/2006/main">
              <a:ext uri="{FF2B5EF4-FFF2-40B4-BE49-F238E27FC236}">
                <a16:creationId xmlns:a16="http://schemas.microsoft.com/office/drawing/2014/main" id="{742665F2-FD25-4F46-956C-A9FC66629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E951C23-BB49-4854-9927-316C542A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16</a:t>
            </a:r>
          </a:p>
        </p:txBody>
      </p:sp>
      <p:sp>
        <p:nvSpPr>
          <p:cNvPr id="6" name="text-1164">
            <a:extLst xmlns:a="http://schemas.openxmlformats.org/drawingml/2006/main">
              <a:ext uri="{FF2B5EF4-FFF2-40B4-BE49-F238E27FC236}">
                <a16:creationId xmlns:a16="http://schemas.microsoft.com/office/drawing/2014/main" id="{CAE21880-A868-46AE-B496-2677B6411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165">
            <a:extLst xmlns:a="http://schemas.openxmlformats.org/drawingml/2006/main">
              <a:ext uri="{FF2B5EF4-FFF2-40B4-BE49-F238E27FC236}">
                <a16:creationId xmlns:a16="http://schemas.microsoft.com/office/drawing/2014/main" id="{3746A94C-5504-4A3C-84B6-C8CB7C07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166">
            <a:extLst xmlns:a="http://schemas.openxmlformats.org/drawingml/2006/main">
              <a:ext uri="{FF2B5EF4-FFF2-40B4-BE49-F238E27FC236}">
                <a16:creationId xmlns:a16="http://schemas.microsoft.com/office/drawing/2014/main" id="{98468D4D-9CA3-49EF-9D02-CF641D86A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167">
            <a:extLst xmlns:a="http://schemas.openxmlformats.org/drawingml/2006/main">
              <a:ext uri="{FF2B5EF4-FFF2-40B4-BE49-F238E27FC236}">
                <a16:creationId xmlns:a16="http://schemas.microsoft.com/office/drawing/2014/main" id="{EEC81E2F-8FAA-43EE-8F43-7964B2D49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交付四句任務簡報</a:t>
            </a:r>
          </a:p>
        </p:txBody>
      </p:sp>
      <p:sp>
        <p:nvSpPr>
          <p:cNvPr id="10" name="text-1168">
            <a:extLst xmlns:a="http://schemas.openxmlformats.org/drawingml/2006/main">
              <a:ext uri="{FF2B5EF4-FFF2-40B4-BE49-F238E27FC236}">
                <a16:creationId xmlns:a16="http://schemas.microsoft.com/office/drawing/2014/main" id="{A989EE57-1BFD-4C60-96B9-05A67D025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169">
            <a:extLst xmlns:a="http://schemas.openxmlformats.org/drawingml/2006/main">
              <a:ext uri="{FF2B5EF4-FFF2-40B4-BE49-F238E27FC236}">
                <a16:creationId xmlns:a16="http://schemas.microsoft.com/office/drawing/2014/main" id="{35CF7437-C32B-4003-A3FA-C794391F3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先請 Agent 檢查並提出計畫</a:t>
            </a:r>
          </a:p>
        </p:txBody>
      </p:sp>
      <p:sp>
        <p:nvSpPr>
          <p:cNvPr id="12" name="text-1170">
            <a:extLst xmlns:a="http://schemas.openxmlformats.org/drawingml/2006/main">
              <a:ext uri="{FF2B5EF4-FFF2-40B4-BE49-F238E27FC236}">
                <a16:creationId xmlns:a16="http://schemas.microsoft.com/office/drawing/2014/main" id="{93CD422B-462C-44CB-8C3E-49136608C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171">
            <a:extLst xmlns:a="http://schemas.openxmlformats.org/drawingml/2006/main">
              <a:ext uri="{FF2B5EF4-FFF2-40B4-BE49-F238E27FC236}">
                <a16:creationId xmlns:a16="http://schemas.microsoft.com/office/drawing/2014/main" id="{646793B2-5EDC-4095-8932-A3A9C981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確認範圍後執行</a:t>
            </a:r>
          </a:p>
        </p:txBody>
      </p:sp>
      <p:sp>
        <p:nvSpPr>
          <p:cNvPr id="14" name="text-1172">
            <a:extLst xmlns:a="http://schemas.openxmlformats.org/drawingml/2006/main">
              <a:ext uri="{FF2B5EF4-FFF2-40B4-BE49-F238E27FC236}">
                <a16:creationId xmlns:a16="http://schemas.microsoft.com/office/drawing/2014/main" id="{CF75F098-B08B-486F-8397-53BB753BF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173">
            <a:extLst xmlns:a="http://schemas.openxmlformats.org/drawingml/2006/main">
              <a:ext uri="{FF2B5EF4-FFF2-40B4-BE49-F238E27FC236}">
                <a16:creationId xmlns:a16="http://schemas.microsoft.com/office/drawing/2014/main" id="{F4D16488-3CB7-4FC8-9A7F-5542A055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取得變更、測試與限制</a:t>
            </a:r>
          </a:p>
        </p:txBody>
      </p:sp>
      <p:sp>
        <p:nvSpPr>
          <p:cNvPr id="16" name="shape-1174">
            <a:extLst xmlns:a="http://schemas.openxmlformats.org/drawingml/2006/main">
              <a:ext uri="{FF2B5EF4-FFF2-40B4-BE49-F238E27FC236}">
                <a16:creationId xmlns:a16="http://schemas.microsoft.com/office/drawing/2014/main" id="{FD48CBFC-BF84-49DD-8541-89910AE35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175">
            <a:extLst xmlns:a="http://schemas.openxmlformats.org/drawingml/2006/main">
              <a:ext uri="{FF2B5EF4-FFF2-40B4-BE49-F238E27FC236}">
                <a16:creationId xmlns:a16="http://schemas.microsoft.com/office/drawing/2014/main" id="{F86275B9-6B66-45D8-B231-CD0E35D7B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176">
            <a:extLst xmlns:a="http://schemas.openxmlformats.org/drawingml/2006/main">
              <a:ext uri="{FF2B5EF4-FFF2-40B4-BE49-F238E27FC236}">
                <a16:creationId xmlns:a16="http://schemas.microsoft.com/office/drawing/2014/main" id="{F6EFFD4E-11DC-4BDD-9572-8253CB990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任務單一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有實際產物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有至少一項驗證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沒有未授權發布</a:t>
            </a:r>
          </a:p>
        </p:txBody>
      </p:sp>
      <p:sp>
        <p:nvSpPr>
          <p:cNvPr id="19" name="text-1717">
            <a:extLst xmlns:a="http://schemas.openxmlformats.org/drawingml/2006/main">
              <a:ext uri="{FF2B5EF4-FFF2-40B4-BE49-F238E27FC236}">
                <a16:creationId xmlns:a16="http://schemas.microsoft.com/office/drawing/2014/main" id="{B1404839-F2C3-404B-8447-9B57C92D0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156c09e3b704cc5"/>
              </a:rPr>
              <a:t>開啟 Antigravity ↗</a:t>
            </a:r>
          </a:p>
        </p:txBody>
      </p:sp>
      <p:sp>
        <p:nvSpPr>
          <p:cNvPr id="20" name="shape-1757">
            <a:extLst xmlns:a="http://schemas.openxmlformats.org/drawingml/2006/main">
              <a:ext uri="{FF2B5EF4-FFF2-40B4-BE49-F238E27FC236}">
                <a16:creationId xmlns:a16="http://schemas.microsoft.com/office/drawing/2014/main" id="{A2E46611-0CD9-44C1-A7F5-3906C8791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b3b277430043a4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1758">
            <a:extLst xmlns:a="http://schemas.openxmlformats.org/drawingml/2006/main">
              <a:ext uri="{FF2B5EF4-FFF2-40B4-BE49-F238E27FC236}">
                <a16:creationId xmlns:a16="http://schemas.microsoft.com/office/drawing/2014/main" id="{17C3E19C-D186-4966-8925-A0D785E7C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85715374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177">
            <a:extLst xmlns:a="http://schemas.openxmlformats.org/drawingml/2006/main">
              <a:ext uri="{FF2B5EF4-FFF2-40B4-BE49-F238E27FC236}">
                <a16:creationId xmlns:a16="http://schemas.microsoft.com/office/drawing/2014/main" id="{ADA62D48-883D-498C-95E1-24CE2881F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2" name="text-1178">
            <a:extLst xmlns:a="http://schemas.openxmlformats.org/drawingml/2006/main">
              <a:ext uri="{FF2B5EF4-FFF2-40B4-BE49-F238E27FC236}">
                <a16:creationId xmlns:a16="http://schemas.microsoft.com/office/drawing/2014/main" id="{776CE58B-F004-4CCC-800C-5DCEFD702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3" name="text-1179">
            <a:extLst xmlns:a="http://schemas.openxmlformats.org/drawingml/2006/main">
              <a:ext uri="{FF2B5EF4-FFF2-40B4-BE49-F238E27FC236}">
                <a16:creationId xmlns:a16="http://schemas.microsoft.com/office/drawing/2014/main" id="{740CA11D-50B0-4AA2-A156-5A235C5C6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讓 Agent 在你的工作區讀取脈絡、建立或修改檔案、執行檢查，並交付可追查的成果。</a:t>
            </a:r>
          </a:p>
        </p:txBody>
      </p:sp>
      <p:sp>
        <p:nvSpPr>
          <p:cNvPr id="4" name="shape-1180">
            <a:extLst xmlns:a="http://schemas.openxmlformats.org/drawingml/2006/main">
              <a:ext uri="{FF2B5EF4-FFF2-40B4-BE49-F238E27FC236}">
                <a16:creationId xmlns:a16="http://schemas.microsoft.com/office/drawing/2014/main" id="{A5A992E5-0090-4456-9679-265876652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181">
            <a:extLst xmlns:a="http://schemas.openxmlformats.org/drawingml/2006/main">
              <a:ext uri="{FF2B5EF4-FFF2-40B4-BE49-F238E27FC236}">
                <a16:creationId xmlns:a16="http://schemas.microsoft.com/office/drawing/2014/main" id="{85F2A376-5CB9-49AB-BDDD-04FBED5CF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sp>
        <p:nvSpPr>
          <p:cNvPr id="6" name="shape-1182">
            <a:extLst xmlns:a="http://schemas.openxmlformats.org/drawingml/2006/main">
              <a:ext uri="{FF2B5EF4-FFF2-40B4-BE49-F238E27FC236}">
                <a16:creationId xmlns:a16="http://schemas.microsoft.com/office/drawing/2014/main" id="{335489D9-505D-4F04-B5E8-B6699A2D3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524500"/>
            <a:ext cx="23812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315D7E"/>
            </a:solidFill>
            <a:prstDash val="solid"/>
          </a:ln>
        </p:spPr>
      </p:sp>
      <p:sp>
        <p:nvSpPr>
          <p:cNvPr id="7" name="text-1183">
            <a:extLst xmlns:a="http://schemas.openxmlformats.org/drawingml/2006/main">
              <a:ext uri="{FF2B5EF4-FFF2-40B4-BE49-F238E27FC236}">
                <a16:creationId xmlns:a16="http://schemas.microsoft.com/office/drawing/2014/main" id="{98FB6025-38A0-4C8C-A273-AEED559C5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559117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&lt;&gt;</a:t>
            </a:r>
          </a:p>
        </p:txBody>
      </p:sp>
      <p:sp>
        <p:nvSpPr>
          <p:cNvPr id="8" name="text-1184">
            <a:extLst xmlns:a="http://schemas.openxmlformats.org/drawingml/2006/main">
              <a:ext uri="{FF2B5EF4-FFF2-40B4-BE49-F238E27FC236}">
                <a16:creationId xmlns:a16="http://schemas.microsoft.com/office/drawing/2014/main" id="{401218E9-7484-4ED2-BFE6-7D60F322D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600700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9" name="text-1185">
            <a:extLst xmlns:a="http://schemas.openxmlformats.org/drawingml/2006/main">
              <a:ext uri="{FF2B5EF4-FFF2-40B4-BE49-F238E27FC236}">
                <a16:creationId xmlns:a16="http://schemas.microsoft.com/office/drawing/2014/main" id="{7F995EF9-B804-4EA2-978B-98E92D564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800725"/>
            <a:ext cx="17335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ChatGPT Agent 工作區</a:t>
            </a:r>
          </a:p>
        </p:txBody>
      </p:sp>
      <p:cxnSp>
        <p:nvCxnSpPr>
          <p:cNvPr id="26" name="shape-118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11" name="text-1187">
            <a:extLst xmlns:a="http://schemas.openxmlformats.org/drawingml/2006/main">
              <a:ext uri="{FF2B5EF4-FFF2-40B4-BE49-F238E27FC236}">
                <a16:creationId xmlns:a16="http://schemas.microsoft.com/office/drawing/2014/main" id="{488BC672-58FF-4283-A4B9-FB7A7781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EC5C4BE-59E6-4517-8ABF-8775572F0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17</a:t>
            </a:r>
          </a:p>
        </p:txBody>
      </p:sp>
      <p:sp>
        <p:nvSpPr>
          <p:cNvPr id="13" name="text-1718">
            <a:extLst xmlns:a="http://schemas.openxmlformats.org/drawingml/2006/main">
              <a:ext uri="{FF2B5EF4-FFF2-40B4-BE49-F238E27FC236}">
                <a16:creationId xmlns:a16="http://schemas.microsoft.com/office/drawing/2014/main" id="{0065C867-2AFF-46F2-9D81-35CCEB7C7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a2064ad60e74f4c"/>
              </a:rPr>
              <a:t>開啟 Codex ↗</a:t>
            </a:r>
          </a:p>
        </p:txBody>
      </p:sp>
      <p:sp>
        <p:nvSpPr>
          <p:cNvPr id="14" name="shape-1759">
            <a:extLst xmlns:a="http://schemas.openxmlformats.org/drawingml/2006/main">
              <a:ext uri="{FF2B5EF4-FFF2-40B4-BE49-F238E27FC236}">
                <a16:creationId xmlns:a16="http://schemas.microsoft.com/office/drawing/2014/main" id="{B2627DAC-354C-420A-BA5F-280DA1385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78bda0f02e44a3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1760">
            <a:extLst xmlns:a="http://schemas.openxmlformats.org/drawingml/2006/main">
              <a:ext uri="{FF2B5EF4-FFF2-40B4-BE49-F238E27FC236}">
                <a16:creationId xmlns:a16="http://schemas.microsoft.com/office/drawing/2014/main" id="{DD0205D1-F8BA-469F-8AA9-78135C493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29979227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text-1188">
            <a:extLst xmlns:a="http://schemas.openxmlformats.org/drawingml/2006/main">
              <a:ext uri="{FF2B5EF4-FFF2-40B4-BE49-F238E27FC236}">
                <a16:creationId xmlns:a16="http://schemas.microsoft.com/office/drawing/2014/main" id="{60E91853-938E-4562-88E5-C9A8D6C8F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WORKFLOW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D06B2B5-DFAC-4782-90B5-EB719ADAC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 實作工作流：先定位，再修改</a:t>
            </a:r>
          </a:p>
        </p:txBody>
      </p:sp>
      <p:cxnSp>
        <p:nvCxnSpPr>
          <p:cNvPr id="42" name="shape-118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90">
            <a:extLst xmlns:a="http://schemas.openxmlformats.org/drawingml/2006/main">
              <a:ext uri="{FF2B5EF4-FFF2-40B4-BE49-F238E27FC236}">
                <a16:creationId xmlns:a16="http://schemas.microsoft.com/office/drawing/2014/main" id="{D5830426-3EC9-47F5-954C-0FC74F22B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F85E54F-8307-438A-9F19-3D368EF6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18</a:t>
            </a:r>
          </a:p>
        </p:txBody>
      </p:sp>
      <p:sp>
        <p:nvSpPr>
          <p:cNvPr id="6" name="shape-1191">
            <a:extLst xmlns:a="http://schemas.openxmlformats.org/drawingml/2006/main">
              <a:ext uri="{FF2B5EF4-FFF2-40B4-BE49-F238E27FC236}">
                <a16:creationId xmlns:a16="http://schemas.microsoft.com/office/drawing/2014/main" id="{33A8198F-0E8F-473D-BE3D-9DD5FAE65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1192">
            <a:extLst xmlns:a="http://schemas.openxmlformats.org/drawingml/2006/main">
              <a:ext uri="{FF2B5EF4-FFF2-40B4-BE49-F238E27FC236}">
                <a16:creationId xmlns:a16="http://schemas.microsoft.com/office/drawing/2014/main" id="{46F2B63F-6715-4F86-BFF3-51FD1A2C7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193">
            <a:extLst xmlns:a="http://schemas.openxmlformats.org/drawingml/2006/main">
              <a:ext uri="{FF2B5EF4-FFF2-40B4-BE49-F238E27FC236}">
                <a16:creationId xmlns:a16="http://schemas.microsoft.com/office/drawing/2014/main" id="{C5C449B0-7C58-4417-8218-6321670DB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194">
            <a:extLst xmlns:a="http://schemas.openxmlformats.org/drawingml/2006/main">
              <a:ext uri="{FF2B5EF4-FFF2-40B4-BE49-F238E27FC236}">
                <a16:creationId xmlns:a16="http://schemas.microsoft.com/office/drawing/2014/main" id="{09EC517C-1255-45A8-8B31-2D38635FE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開啟工作區</a:t>
            </a:r>
          </a:p>
        </p:txBody>
      </p:sp>
      <p:sp>
        <p:nvSpPr>
          <p:cNvPr id="10" name="text-1195">
            <a:extLst xmlns:a="http://schemas.openxmlformats.org/drawingml/2006/main">
              <a:ext uri="{FF2B5EF4-FFF2-40B4-BE49-F238E27FC236}">
                <a16:creationId xmlns:a16="http://schemas.microsoft.com/office/drawing/2014/main" id="{6BAE4664-1586-4F62-B316-72E9912C3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把素材放在清楚資料夾</a:t>
            </a:r>
          </a:p>
        </p:txBody>
      </p:sp>
      <p:sp>
        <p:nvSpPr>
          <p:cNvPr id="11" name="text-1196">
            <a:extLst xmlns:a="http://schemas.openxmlformats.org/drawingml/2006/main">
              <a:ext uri="{FF2B5EF4-FFF2-40B4-BE49-F238E27FC236}">
                <a16:creationId xmlns:a16="http://schemas.microsoft.com/office/drawing/2014/main" id="{5A1385FB-AC30-4BFC-80B7-ADC3BB87E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197">
            <a:extLst xmlns:a="http://schemas.openxmlformats.org/drawingml/2006/main">
              <a:ext uri="{FF2B5EF4-FFF2-40B4-BE49-F238E27FC236}">
                <a16:creationId xmlns:a16="http://schemas.microsoft.com/office/drawing/2014/main" id="{9422CF15-FC96-491A-9DC4-9FF141024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1198">
            <a:extLst xmlns:a="http://schemas.openxmlformats.org/drawingml/2006/main">
              <a:ext uri="{FF2B5EF4-FFF2-40B4-BE49-F238E27FC236}">
                <a16:creationId xmlns:a16="http://schemas.microsoft.com/office/drawing/2014/main" id="{4865660B-F2FB-458A-94EA-074EF9114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199">
            <a:extLst xmlns:a="http://schemas.openxmlformats.org/drawingml/2006/main">
              <a:ext uri="{FF2B5EF4-FFF2-40B4-BE49-F238E27FC236}">
                <a16:creationId xmlns:a16="http://schemas.microsoft.com/office/drawing/2014/main" id="{04506DD4-6533-42C9-AE85-90291E652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200">
            <a:extLst xmlns:a="http://schemas.openxmlformats.org/drawingml/2006/main">
              <a:ext uri="{FF2B5EF4-FFF2-40B4-BE49-F238E27FC236}">
                <a16:creationId xmlns:a16="http://schemas.microsoft.com/office/drawing/2014/main" id="{0C5A3320-9E53-436C-B489-64B0ABAC6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描述任務</a:t>
            </a:r>
          </a:p>
        </p:txBody>
      </p:sp>
      <p:sp>
        <p:nvSpPr>
          <p:cNvPr id="16" name="text-1201">
            <a:extLst xmlns:a="http://schemas.openxmlformats.org/drawingml/2006/main">
              <a:ext uri="{FF2B5EF4-FFF2-40B4-BE49-F238E27FC236}">
                <a16:creationId xmlns:a16="http://schemas.microsoft.com/office/drawing/2014/main" id="{3DE50E42-B40A-4BB1-8F7F-23AA8CC47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目標、限制、驗收</a:t>
            </a:r>
          </a:p>
        </p:txBody>
      </p:sp>
      <p:sp>
        <p:nvSpPr>
          <p:cNvPr id="17" name="text-1202">
            <a:extLst xmlns:a="http://schemas.openxmlformats.org/drawingml/2006/main">
              <a:ext uri="{FF2B5EF4-FFF2-40B4-BE49-F238E27FC236}">
                <a16:creationId xmlns:a16="http://schemas.microsoft.com/office/drawing/2014/main" id="{5ED694A7-D3A4-44F9-AA38-DA8586B95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203">
            <a:extLst xmlns:a="http://schemas.openxmlformats.org/drawingml/2006/main">
              <a:ext uri="{FF2B5EF4-FFF2-40B4-BE49-F238E27FC236}">
                <a16:creationId xmlns:a16="http://schemas.microsoft.com/office/drawing/2014/main" id="{73D882BF-536F-4906-A371-F9E01011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1204">
            <a:extLst xmlns:a="http://schemas.openxmlformats.org/drawingml/2006/main">
              <a:ext uri="{FF2B5EF4-FFF2-40B4-BE49-F238E27FC236}">
                <a16:creationId xmlns:a16="http://schemas.microsoft.com/office/drawing/2014/main" id="{857AA454-6F99-4735-B32D-8465FBD95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205">
            <a:extLst xmlns:a="http://schemas.openxmlformats.org/drawingml/2006/main">
              <a:ext uri="{FF2B5EF4-FFF2-40B4-BE49-F238E27FC236}">
                <a16:creationId xmlns:a16="http://schemas.microsoft.com/office/drawing/2014/main" id="{8B3F9DD5-0FC8-457B-9FFF-6CCB442D4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206">
            <a:extLst xmlns:a="http://schemas.openxmlformats.org/drawingml/2006/main">
              <a:ext uri="{FF2B5EF4-FFF2-40B4-BE49-F238E27FC236}">
                <a16:creationId xmlns:a16="http://schemas.microsoft.com/office/drawing/2014/main" id="{7ADEE0FD-98D9-4685-9D3D-ED044B30E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觀察進度</a:t>
            </a:r>
          </a:p>
        </p:txBody>
      </p:sp>
      <p:sp>
        <p:nvSpPr>
          <p:cNvPr id="22" name="text-1207">
            <a:extLst xmlns:a="http://schemas.openxmlformats.org/drawingml/2006/main">
              <a:ext uri="{FF2B5EF4-FFF2-40B4-BE49-F238E27FC236}">
                <a16:creationId xmlns:a16="http://schemas.microsoft.com/office/drawing/2014/main" id="{96CCAD90-53E7-4480-9AD2-BA9B85828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計畫、讀檔、工具使用</a:t>
            </a:r>
          </a:p>
        </p:txBody>
      </p:sp>
      <p:sp>
        <p:nvSpPr>
          <p:cNvPr id="23" name="text-1208">
            <a:extLst xmlns:a="http://schemas.openxmlformats.org/drawingml/2006/main">
              <a:ext uri="{FF2B5EF4-FFF2-40B4-BE49-F238E27FC236}">
                <a16:creationId xmlns:a16="http://schemas.microsoft.com/office/drawing/2014/main" id="{512087B1-4E32-402F-A7D6-06D9DC8C8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209">
            <a:extLst xmlns:a="http://schemas.openxmlformats.org/drawingml/2006/main">
              <a:ext uri="{FF2B5EF4-FFF2-40B4-BE49-F238E27FC236}">
                <a16:creationId xmlns:a16="http://schemas.microsoft.com/office/drawing/2014/main" id="{FE425EAA-5D95-4A50-B4D5-5367398C3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1210">
            <a:extLst xmlns:a="http://schemas.openxmlformats.org/drawingml/2006/main">
              <a:ext uri="{FF2B5EF4-FFF2-40B4-BE49-F238E27FC236}">
                <a16:creationId xmlns:a16="http://schemas.microsoft.com/office/drawing/2014/main" id="{C8E1C10C-2398-4F63-82EB-B5AF40C08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211">
            <a:extLst xmlns:a="http://schemas.openxmlformats.org/drawingml/2006/main">
              <a:ext uri="{FF2B5EF4-FFF2-40B4-BE49-F238E27FC236}">
                <a16:creationId xmlns:a16="http://schemas.microsoft.com/office/drawing/2014/main" id="{51336155-E660-439E-80BD-3379204B5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212">
            <a:extLst xmlns:a="http://schemas.openxmlformats.org/drawingml/2006/main">
              <a:ext uri="{FF2B5EF4-FFF2-40B4-BE49-F238E27FC236}">
                <a16:creationId xmlns:a16="http://schemas.microsoft.com/office/drawing/2014/main" id="{EDA20CCD-827C-4F13-A083-938EBB734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檢查成果</a:t>
            </a:r>
          </a:p>
        </p:txBody>
      </p:sp>
      <p:sp>
        <p:nvSpPr>
          <p:cNvPr id="28" name="text-1213">
            <a:extLst xmlns:a="http://schemas.openxmlformats.org/drawingml/2006/main">
              <a:ext uri="{FF2B5EF4-FFF2-40B4-BE49-F238E27FC236}">
                <a16:creationId xmlns:a16="http://schemas.microsoft.com/office/drawing/2014/main" id="{C1E68C53-4D57-45E0-9D99-43127CD39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檔案、測試、畫面、差異</a:t>
            </a:r>
          </a:p>
        </p:txBody>
      </p:sp>
      <p:sp>
        <p:nvSpPr>
          <p:cNvPr id="29" name="text-1214">
            <a:extLst xmlns:a="http://schemas.openxmlformats.org/drawingml/2006/main">
              <a:ext uri="{FF2B5EF4-FFF2-40B4-BE49-F238E27FC236}">
                <a16:creationId xmlns:a16="http://schemas.microsoft.com/office/drawing/2014/main" id="{AE30009E-51A1-4E80-B73B-BDBC9E0BB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215">
            <a:extLst xmlns:a="http://schemas.openxmlformats.org/drawingml/2006/main">
              <a:ext uri="{FF2B5EF4-FFF2-40B4-BE49-F238E27FC236}">
                <a16:creationId xmlns:a16="http://schemas.microsoft.com/office/drawing/2014/main" id="{DE9D6803-C8A3-44DC-8321-B7F45AF22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1" name="shape-1216">
            <a:extLst xmlns:a="http://schemas.openxmlformats.org/drawingml/2006/main">
              <a:ext uri="{FF2B5EF4-FFF2-40B4-BE49-F238E27FC236}">
                <a16:creationId xmlns:a16="http://schemas.microsoft.com/office/drawing/2014/main" id="{1AAE7A53-4C48-46A5-AA55-88D500AF3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217">
            <a:extLst xmlns:a="http://schemas.openxmlformats.org/drawingml/2006/main">
              <a:ext uri="{FF2B5EF4-FFF2-40B4-BE49-F238E27FC236}">
                <a16:creationId xmlns:a16="http://schemas.microsoft.com/office/drawing/2014/main" id="{E4A70B1A-BAC8-4A1C-95F2-F7B7AF94C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218">
            <a:extLst xmlns:a="http://schemas.openxmlformats.org/drawingml/2006/main">
              <a:ext uri="{FF2B5EF4-FFF2-40B4-BE49-F238E27FC236}">
                <a16:creationId xmlns:a16="http://schemas.microsoft.com/office/drawing/2014/main" id="{0356ADBC-3B82-4E0B-B543-CA40BD70C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決定下一步</a:t>
            </a:r>
          </a:p>
        </p:txBody>
      </p:sp>
      <p:sp>
        <p:nvSpPr>
          <p:cNvPr id="34" name="text-1219">
            <a:extLst xmlns:a="http://schemas.openxmlformats.org/drawingml/2006/main">
              <a:ext uri="{FF2B5EF4-FFF2-40B4-BE49-F238E27FC236}">
                <a16:creationId xmlns:a16="http://schemas.microsoft.com/office/drawing/2014/main" id="{CF49A047-F173-46E5-A1CA-968067EDC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接受、修正或停止</a:t>
            </a:r>
          </a:p>
        </p:txBody>
      </p:sp>
      <p:sp>
        <p:nvSpPr>
          <p:cNvPr id="35" name="text-1220">
            <a:extLst xmlns:a="http://schemas.openxmlformats.org/drawingml/2006/main">
              <a:ext uri="{FF2B5EF4-FFF2-40B4-BE49-F238E27FC236}">
                <a16:creationId xmlns:a16="http://schemas.microsoft.com/office/drawing/2014/main" id="{EE901179-1260-4072-806C-45467CF7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6" name="text-1719">
            <a:extLst xmlns:a="http://schemas.openxmlformats.org/drawingml/2006/main">
              <a:ext uri="{FF2B5EF4-FFF2-40B4-BE49-F238E27FC236}">
                <a16:creationId xmlns:a16="http://schemas.microsoft.com/office/drawing/2014/main" id="{9F4EAB04-DE01-4C42-87C0-587B67DA9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50c9630a1274e1a"/>
              </a:rPr>
              <a:t>開啟 Codex ↗</a:t>
            </a:r>
          </a:p>
        </p:txBody>
      </p:sp>
      <p:sp>
        <p:nvSpPr>
          <p:cNvPr id="37" name="shape-1761">
            <a:extLst xmlns:a="http://schemas.openxmlformats.org/drawingml/2006/main">
              <a:ext uri="{FF2B5EF4-FFF2-40B4-BE49-F238E27FC236}">
                <a16:creationId xmlns:a16="http://schemas.microsoft.com/office/drawing/2014/main" id="{9EA7C538-9CAB-4AFD-957F-01B37CE4B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e17c55c16a4d26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9" name="text-1762">
            <a:extLst xmlns:a="http://schemas.openxmlformats.org/drawingml/2006/main">
              <a:ext uri="{FF2B5EF4-FFF2-40B4-BE49-F238E27FC236}">
                <a16:creationId xmlns:a16="http://schemas.microsoft.com/office/drawing/2014/main" id="{2EBBAAFA-E4F2-4A03-967D-B8BD4D2E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51887763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221">
            <a:extLst xmlns:a="http://schemas.openxmlformats.org/drawingml/2006/main">
              <a:ext uri="{FF2B5EF4-FFF2-40B4-BE49-F238E27FC236}">
                <a16:creationId xmlns:a16="http://schemas.microsoft.com/office/drawing/2014/main" id="{3C17306A-2120-477D-9C57-6BD3F5882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6F60486-3900-4CC3-A3A3-0C3A22168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同一任務在 Codex 中這樣下達</a:t>
            </a:r>
          </a:p>
        </p:txBody>
      </p:sp>
      <p:cxnSp>
        <p:nvCxnSpPr>
          <p:cNvPr id="19" name="shape-122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23">
            <a:extLst xmlns:a="http://schemas.openxmlformats.org/drawingml/2006/main">
              <a:ext uri="{FF2B5EF4-FFF2-40B4-BE49-F238E27FC236}">
                <a16:creationId xmlns:a16="http://schemas.microsoft.com/office/drawing/2014/main" id="{6A862366-2E5B-42AB-929A-A0D0F1680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A5E1CCE-F63D-4403-AEEB-11A272B8A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19</a:t>
            </a:r>
          </a:p>
        </p:txBody>
      </p:sp>
      <p:sp>
        <p:nvSpPr>
          <p:cNvPr id="6" name="text-1224">
            <a:extLst xmlns:a="http://schemas.openxmlformats.org/drawingml/2006/main">
              <a:ext uri="{FF2B5EF4-FFF2-40B4-BE49-F238E27FC236}">
                <a16:creationId xmlns:a16="http://schemas.microsoft.com/office/drawing/2014/main" id="{A170D86B-42F7-4C04-9BA2-4BD18C264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050B1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目標：改善這個課程互動網站的手機操作體驗。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範圍：只處理目前工作區中的 HTML、CSS、JS。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限制：不更動教學內容、不新增外部服務、不發布。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請先：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檢查結構與手機畫面。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說明最重要的 3 個問題與修正計畫。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實作後跑可行的檢查。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4. 回報修改檔案、驗證證據與未確認項目。</a:t>
            </a:r>
          </a:p>
        </p:txBody>
      </p:sp>
      <p:sp>
        <p:nvSpPr>
          <p:cNvPr id="7" name="text-1225">
            <a:extLst xmlns:a="http://schemas.openxmlformats.org/drawingml/2006/main">
              <a:ext uri="{FF2B5EF4-FFF2-40B4-BE49-F238E27FC236}">
                <a16:creationId xmlns:a16="http://schemas.microsoft.com/office/drawing/2014/main" id="{7FBD907D-26FF-4A2C-9CAA-64E78A2B3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明確邊界</a:t>
            </a:r>
          </a:p>
        </p:txBody>
      </p:sp>
      <p:sp>
        <p:nvSpPr>
          <p:cNvPr id="8" name="text-1226">
            <a:extLst xmlns:a="http://schemas.openxmlformats.org/drawingml/2006/main">
              <a:ext uri="{FF2B5EF4-FFF2-40B4-BE49-F238E27FC236}">
                <a16:creationId xmlns:a16="http://schemas.microsoft.com/office/drawing/2014/main" id="{5EFBD0ED-3577-4904-9179-590A8726D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檔案與動作的範圍要具體。</a:t>
            </a:r>
          </a:p>
        </p:txBody>
      </p:sp>
      <p:sp>
        <p:nvSpPr>
          <p:cNvPr id="9" name="text-1227">
            <a:extLst xmlns:a="http://schemas.openxmlformats.org/drawingml/2006/main">
              <a:ext uri="{FF2B5EF4-FFF2-40B4-BE49-F238E27FC236}">
                <a16:creationId xmlns:a16="http://schemas.microsoft.com/office/drawing/2014/main" id="{AAF421AD-83A6-4968-B228-C131EF58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rPr>
              <a:t>先檢查</a:t>
            </a:r>
          </a:p>
        </p:txBody>
      </p:sp>
      <p:sp>
        <p:nvSpPr>
          <p:cNvPr id="10" name="text-1228">
            <a:extLst xmlns:a="http://schemas.openxmlformats.org/drawingml/2006/main">
              <a:ext uri="{FF2B5EF4-FFF2-40B4-BE49-F238E27FC236}">
                <a16:creationId xmlns:a16="http://schemas.microsoft.com/office/drawing/2014/main" id="{AA8E50DB-BE99-48F3-BAE8-B65BE2D09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讓 Agent 先讀環境，避免憑空重寫。</a:t>
            </a:r>
          </a:p>
        </p:txBody>
      </p:sp>
      <p:sp>
        <p:nvSpPr>
          <p:cNvPr id="11" name="text-1229">
            <a:extLst xmlns:a="http://schemas.openxmlformats.org/drawingml/2006/main">
              <a:ext uri="{FF2B5EF4-FFF2-40B4-BE49-F238E27FC236}">
                <a16:creationId xmlns:a16="http://schemas.microsoft.com/office/drawing/2014/main" id="{01BEE180-0EBC-4F6B-ADA5-078EF8713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驗收可見</a:t>
            </a:r>
          </a:p>
        </p:txBody>
      </p:sp>
      <p:sp>
        <p:nvSpPr>
          <p:cNvPr id="12" name="text-1230">
            <a:extLst xmlns:a="http://schemas.openxmlformats.org/drawingml/2006/main">
              <a:ext uri="{FF2B5EF4-FFF2-40B4-BE49-F238E27FC236}">
                <a16:creationId xmlns:a16="http://schemas.microsoft.com/office/drawing/2014/main" id="{05819358-8EE0-41AC-B2C0-4B319AF31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要求證據與未確認項目。</a:t>
            </a:r>
          </a:p>
        </p:txBody>
      </p:sp>
      <p:sp>
        <p:nvSpPr>
          <p:cNvPr id="13" name="text-1720">
            <a:extLst xmlns:a="http://schemas.openxmlformats.org/drawingml/2006/main">
              <a:ext uri="{FF2B5EF4-FFF2-40B4-BE49-F238E27FC236}">
                <a16:creationId xmlns:a16="http://schemas.microsoft.com/office/drawing/2014/main" id="{88AB2621-F9A3-4C88-9D0F-0A39AB7C1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e4025562e824be9"/>
              </a:rPr>
              <a:t>開啟 Codex ↗</a:t>
            </a:r>
          </a:p>
        </p:txBody>
      </p:sp>
      <p:sp>
        <p:nvSpPr>
          <p:cNvPr id="14" name="shape-1763">
            <a:extLst xmlns:a="http://schemas.openxmlformats.org/drawingml/2006/main">
              <a:ext uri="{FF2B5EF4-FFF2-40B4-BE49-F238E27FC236}">
                <a16:creationId xmlns:a16="http://schemas.microsoft.com/office/drawing/2014/main" id="{40C4E7CF-4A9B-4F92-8177-89B5DA5A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7df8a3a4a244f2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1764">
            <a:extLst xmlns:a="http://schemas.openxmlformats.org/drawingml/2006/main">
              <a:ext uri="{FF2B5EF4-FFF2-40B4-BE49-F238E27FC236}">
                <a16:creationId xmlns:a16="http://schemas.microsoft.com/office/drawing/2014/main" id="{9581BBD1-541A-40E3-BC47-F4868B87E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9169630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text-1231">
            <a:extLst xmlns:a="http://schemas.openxmlformats.org/drawingml/2006/main">
              <a:ext uri="{FF2B5EF4-FFF2-40B4-BE49-F238E27FC236}">
                <a16:creationId xmlns:a16="http://schemas.microsoft.com/office/drawing/2014/main" id="{A953F402-09FD-49AB-B223-6DED90B48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TASK DESIGN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27B6FCE-666B-4E5F-BECC-E9A47EE5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好任務簡報的六個欄位</a:t>
            </a:r>
          </a:p>
        </p:txBody>
      </p:sp>
      <p:cxnSp>
        <p:nvCxnSpPr>
          <p:cNvPr id="36" name="shape-123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33">
            <a:extLst xmlns:a="http://schemas.openxmlformats.org/drawingml/2006/main">
              <a:ext uri="{FF2B5EF4-FFF2-40B4-BE49-F238E27FC236}">
                <a16:creationId xmlns:a16="http://schemas.microsoft.com/office/drawing/2014/main" id="{227A1B49-4224-428F-8E19-D547102D5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33000C7-6F26-4C43-A6D4-AFABAFFAB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20</a:t>
            </a:r>
          </a:p>
        </p:txBody>
      </p:sp>
      <p:sp>
        <p:nvSpPr>
          <p:cNvPr id="6" name="shape-1234">
            <a:extLst xmlns:a="http://schemas.openxmlformats.org/drawingml/2006/main">
              <a:ext uri="{FF2B5EF4-FFF2-40B4-BE49-F238E27FC236}">
                <a16:creationId xmlns:a16="http://schemas.microsoft.com/office/drawing/2014/main" id="{42934307-CFF3-46D8-AC67-4B024E2AE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235">
            <a:extLst xmlns:a="http://schemas.openxmlformats.org/drawingml/2006/main">
              <a:ext uri="{FF2B5EF4-FFF2-40B4-BE49-F238E27FC236}">
                <a16:creationId xmlns:a16="http://schemas.microsoft.com/office/drawing/2014/main" id="{9E80CA12-1113-447E-AC1C-847BB7847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1236">
            <a:extLst xmlns:a="http://schemas.openxmlformats.org/drawingml/2006/main">
              <a:ext uri="{FF2B5EF4-FFF2-40B4-BE49-F238E27FC236}">
                <a16:creationId xmlns:a16="http://schemas.microsoft.com/office/drawing/2014/main" id="{4A4C6EBB-D04A-49F6-B97F-FCF9D793E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Why</a:t>
            </a:r>
          </a:p>
        </p:txBody>
      </p:sp>
      <p:sp>
        <p:nvSpPr>
          <p:cNvPr id="9" name="text-1237">
            <a:extLst xmlns:a="http://schemas.openxmlformats.org/drawingml/2006/main">
              <a:ext uri="{FF2B5EF4-FFF2-40B4-BE49-F238E27FC236}">
                <a16:creationId xmlns:a16="http://schemas.microsoft.com/office/drawing/2014/main" id="{1AA9AF31-A845-42BB-BD86-306DBE336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教學／研究痛點與使用者價值</a:t>
            </a:r>
          </a:p>
        </p:txBody>
      </p:sp>
      <p:sp>
        <p:nvSpPr>
          <p:cNvPr id="10" name="shape-1238">
            <a:extLst xmlns:a="http://schemas.openxmlformats.org/drawingml/2006/main">
              <a:ext uri="{FF2B5EF4-FFF2-40B4-BE49-F238E27FC236}">
                <a16:creationId xmlns:a16="http://schemas.microsoft.com/office/drawing/2014/main" id="{57A058E3-4757-461D-92D2-0585F9E70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239">
            <a:extLst xmlns:a="http://schemas.openxmlformats.org/drawingml/2006/main">
              <a:ext uri="{FF2B5EF4-FFF2-40B4-BE49-F238E27FC236}">
                <a16:creationId xmlns:a16="http://schemas.microsoft.com/office/drawing/2014/main" id="{EC904F24-F463-4766-BF19-6BDECFC4E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1240">
            <a:extLst xmlns:a="http://schemas.openxmlformats.org/drawingml/2006/main">
              <a:ext uri="{FF2B5EF4-FFF2-40B4-BE49-F238E27FC236}">
                <a16:creationId xmlns:a16="http://schemas.microsoft.com/office/drawing/2014/main" id="{FDA4D031-4BE8-4FB6-9E45-E872081CC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What</a:t>
            </a:r>
          </a:p>
        </p:txBody>
      </p:sp>
      <p:sp>
        <p:nvSpPr>
          <p:cNvPr id="13" name="text-1241">
            <a:extLst xmlns:a="http://schemas.openxmlformats.org/drawingml/2006/main">
              <a:ext uri="{FF2B5EF4-FFF2-40B4-BE49-F238E27FC236}">
                <a16:creationId xmlns:a16="http://schemas.microsoft.com/office/drawing/2014/main" id="{CD526176-19D2-42D4-B755-DB6A9A57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要完成的具體成果</a:t>
            </a:r>
          </a:p>
        </p:txBody>
      </p:sp>
      <p:sp>
        <p:nvSpPr>
          <p:cNvPr id="14" name="shape-1242">
            <a:extLst xmlns:a="http://schemas.openxmlformats.org/drawingml/2006/main">
              <a:ext uri="{FF2B5EF4-FFF2-40B4-BE49-F238E27FC236}">
                <a16:creationId xmlns:a16="http://schemas.microsoft.com/office/drawing/2014/main" id="{86C4E0F7-CEA9-4BDE-85CB-84439769F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243">
            <a:extLst xmlns:a="http://schemas.openxmlformats.org/drawingml/2006/main">
              <a:ext uri="{FF2B5EF4-FFF2-40B4-BE49-F238E27FC236}">
                <a16:creationId xmlns:a16="http://schemas.microsoft.com/office/drawing/2014/main" id="{00D76258-3697-4040-985B-238871DBC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1244">
            <a:extLst xmlns:a="http://schemas.openxmlformats.org/drawingml/2006/main">
              <a:ext uri="{FF2B5EF4-FFF2-40B4-BE49-F238E27FC236}">
                <a16:creationId xmlns:a16="http://schemas.microsoft.com/office/drawing/2014/main" id="{9DA849D9-1D83-45DD-8115-26C44D7D3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Where</a:t>
            </a:r>
          </a:p>
        </p:txBody>
      </p:sp>
      <p:sp>
        <p:nvSpPr>
          <p:cNvPr id="17" name="text-1245">
            <a:extLst xmlns:a="http://schemas.openxmlformats.org/drawingml/2006/main">
              <a:ext uri="{FF2B5EF4-FFF2-40B4-BE49-F238E27FC236}">
                <a16:creationId xmlns:a16="http://schemas.microsoft.com/office/drawing/2014/main" id="{2DEF5C69-B170-47AA-8068-26E7F5D8B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工作區、檔案與資料來源</a:t>
            </a:r>
          </a:p>
        </p:txBody>
      </p:sp>
      <p:sp>
        <p:nvSpPr>
          <p:cNvPr id="18" name="shape-1246">
            <a:extLst xmlns:a="http://schemas.openxmlformats.org/drawingml/2006/main">
              <a:ext uri="{FF2B5EF4-FFF2-40B4-BE49-F238E27FC236}">
                <a16:creationId xmlns:a16="http://schemas.microsoft.com/office/drawing/2014/main" id="{6F7ECC59-9A16-4B6A-B017-09E61A832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247">
            <a:extLst xmlns:a="http://schemas.openxmlformats.org/drawingml/2006/main">
              <a:ext uri="{FF2B5EF4-FFF2-40B4-BE49-F238E27FC236}">
                <a16:creationId xmlns:a16="http://schemas.microsoft.com/office/drawing/2014/main" id="{628CC608-FFA9-4078-9043-EAE8094D3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1248">
            <a:extLst xmlns:a="http://schemas.openxmlformats.org/drawingml/2006/main">
              <a:ext uri="{FF2B5EF4-FFF2-40B4-BE49-F238E27FC236}">
                <a16:creationId xmlns:a16="http://schemas.microsoft.com/office/drawing/2014/main" id="{DF9A9BAB-A0B5-4722-9335-E56AA1C9B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Limits</a:t>
            </a:r>
          </a:p>
        </p:txBody>
      </p:sp>
      <p:sp>
        <p:nvSpPr>
          <p:cNvPr id="21" name="text-1249">
            <a:extLst xmlns:a="http://schemas.openxmlformats.org/drawingml/2006/main">
              <a:ext uri="{FF2B5EF4-FFF2-40B4-BE49-F238E27FC236}">
                <a16:creationId xmlns:a16="http://schemas.microsoft.com/office/drawing/2014/main" id="{F8FE978F-0D2A-4B1F-B020-2CD049AE1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不可改、不可公開、不可猜測</a:t>
            </a:r>
          </a:p>
        </p:txBody>
      </p:sp>
      <p:sp>
        <p:nvSpPr>
          <p:cNvPr id="22" name="shape-1250">
            <a:extLst xmlns:a="http://schemas.openxmlformats.org/drawingml/2006/main">
              <a:ext uri="{FF2B5EF4-FFF2-40B4-BE49-F238E27FC236}">
                <a16:creationId xmlns:a16="http://schemas.microsoft.com/office/drawing/2014/main" id="{EBFA2153-2D70-4A3E-9928-E89927DE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251">
            <a:extLst xmlns:a="http://schemas.openxmlformats.org/drawingml/2006/main">
              <a:ext uri="{FF2B5EF4-FFF2-40B4-BE49-F238E27FC236}">
                <a16:creationId xmlns:a16="http://schemas.microsoft.com/office/drawing/2014/main" id="{D45FA29C-B330-4668-87AC-2CF93C1FF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24" name="text-1252">
            <a:extLst xmlns:a="http://schemas.openxmlformats.org/drawingml/2006/main">
              <a:ext uri="{FF2B5EF4-FFF2-40B4-BE49-F238E27FC236}">
                <a16:creationId xmlns:a16="http://schemas.microsoft.com/office/drawing/2014/main" id="{3B534008-1F8C-455C-9B39-01719BD36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Checks</a:t>
            </a:r>
          </a:p>
        </p:txBody>
      </p:sp>
      <p:sp>
        <p:nvSpPr>
          <p:cNvPr id="25" name="text-1253">
            <a:extLst xmlns:a="http://schemas.openxmlformats.org/drawingml/2006/main">
              <a:ext uri="{FF2B5EF4-FFF2-40B4-BE49-F238E27FC236}">
                <a16:creationId xmlns:a16="http://schemas.microsoft.com/office/drawing/2014/main" id="{F6C2A26A-AA60-4A40-98FD-9D2B7EEFF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測試、畫面與內容檢核</a:t>
            </a:r>
          </a:p>
        </p:txBody>
      </p:sp>
      <p:sp>
        <p:nvSpPr>
          <p:cNvPr id="26" name="shape-1254">
            <a:extLst xmlns:a="http://schemas.openxmlformats.org/drawingml/2006/main">
              <a:ext uri="{FF2B5EF4-FFF2-40B4-BE49-F238E27FC236}">
                <a16:creationId xmlns:a16="http://schemas.microsoft.com/office/drawing/2014/main" id="{8A76C020-922B-42C0-BED7-4450D4443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255">
            <a:extLst xmlns:a="http://schemas.openxmlformats.org/drawingml/2006/main">
              <a:ext uri="{FF2B5EF4-FFF2-40B4-BE49-F238E27FC236}">
                <a16:creationId xmlns:a16="http://schemas.microsoft.com/office/drawing/2014/main" id="{F3B94D0C-E1E7-4B42-9C1C-340C1F547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6</a:t>
            </a:r>
          </a:p>
        </p:txBody>
      </p:sp>
      <p:sp>
        <p:nvSpPr>
          <p:cNvPr id="28" name="text-1256">
            <a:extLst xmlns:a="http://schemas.openxmlformats.org/drawingml/2006/main">
              <a:ext uri="{FF2B5EF4-FFF2-40B4-BE49-F238E27FC236}">
                <a16:creationId xmlns:a16="http://schemas.microsoft.com/office/drawing/2014/main" id="{DE689E34-BD24-49D2-937E-1FABCDFE7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Handoff</a:t>
            </a:r>
          </a:p>
        </p:txBody>
      </p:sp>
      <p:sp>
        <p:nvSpPr>
          <p:cNvPr id="29" name="text-1257">
            <a:extLst xmlns:a="http://schemas.openxmlformats.org/drawingml/2006/main">
              <a:ext uri="{FF2B5EF4-FFF2-40B4-BE49-F238E27FC236}">
                <a16:creationId xmlns:a16="http://schemas.microsoft.com/office/drawing/2014/main" id="{A6064E80-3155-4D85-8229-865D144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成果、差異、限制、下一步</a:t>
            </a:r>
          </a:p>
        </p:txBody>
      </p:sp>
      <p:sp>
        <p:nvSpPr>
          <p:cNvPr id="30" name="text-1721">
            <a:extLst xmlns:a="http://schemas.openxmlformats.org/drawingml/2006/main">
              <a:ext uri="{FF2B5EF4-FFF2-40B4-BE49-F238E27FC236}">
                <a16:creationId xmlns:a16="http://schemas.microsoft.com/office/drawing/2014/main" id="{C24E000E-8D01-4E0E-AED3-8ABCC276F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c5fd915d920486c"/>
              </a:rPr>
              <a:t>開啟 Codex ↗</a:t>
            </a:r>
          </a:p>
        </p:txBody>
      </p:sp>
      <p:sp>
        <p:nvSpPr>
          <p:cNvPr id="31" name="shape-1765">
            <a:extLst xmlns:a="http://schemas.openxmlformats.org/drawingml/2006/main">
              <a:ext uri="{FF2B5EF4-FFF2-40B4-BE49-F238E27FC236}">
                <a16:creationId xmlns:a16="http://schemas.microsoft.com/office/drawing/2014/main" id="{DEA525E2-5BED-4536-A02F-44ACE1FF4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0d715bea114571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3" name="text-1766">
            <a:extLst xmlns:a="http://schemas.openxmlformats.org/drawingml/2006/main">
              <a:ext uri="{FF2B5EF4-FFF2-40B4-BE49-F238E27FC236}">
                <a16:creationId xmlns:a16="http://schemas.microsoft.com/office/drawing/2014/main" id="{2097D2FA-ECE5-43A8-9019-CE758874A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32264193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258">
            <a:extLst xmlns:a="http://schemas.openxmlformats.org/drawingml/2006/main">
              <a:ext uri="{FF2B5EF4-FFF2-40B4-BE49-F238E27FC236}">
                <a16:creationId xmlns:a16="http://schemas.microsoft.com/office/drawing/2014/main" id="{03B19AA2-4F59-4507-85F6-0956A326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AFFC4C8-49C9-401D-A656-F1F564E3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B｜Codex 完成同一任務</a:t>
            </a:r>
          </a:p>
        </p:txBody>
      </p:sp>
      <p:cxnSp>
        <p:nvCxnSpPr>
          <p:cNvPr id="25" name="shape-125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60">
            <a:extLst xmlns:a="http://schemas.openxmlformats.org/drawingml/2006/main">
              <a:ext uri="{FF2B5EF4-FFF2-40B4-BE49-F238E27FC236}">
                <a16:creationId xmlns:a16="http://schemas.microsoft.com/office/drawing/2014/main" id="{7EC8C99E-CBB8-4AB9-82E2-8BCA7F2F4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59B8D03-88BE-4E7D-91FD-E9A76A4C3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21</a:t>
            </a:r>
          </a:p>
        </p:txBody>
      </p:sp>
      <p:sp>
        <p:nvSpPr>
          <p:cNvPr id="6" name="text-1261">
            <a:extLst xmlns:a="http://schemas.openxmlformats.org/drawingml/2006/main">
              <a:ext uri="{FF2B5EF4-FFF2-40B4-BE49-F238E27FC236}">
                <a16:creationId xmlns:a16="http://schemas.microsoft.com/office/drawing/2014/main" id="{552FED7E-E82E-4210-8718-64C4327CC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262">
            <a:extLst xmlns:a="http://schemas.openxmlformats.org/drawingml/2006/main">
              <a:ext uri="{FF2B5EF4-FFF2-40B4-BE49-F238E27FC236}">
                <a16:creationId xmlns:a16="http://schemas.microsoft.com/office/drawing/2014/main" id="{238C096B-B2A0-416B-AB16-9C8C56F04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263">
            <a:extLst xmlns:a="http://schemas.openxmlformats.org/drawingml/2006/main">
              <a:ext uri="{FF2B5EF4-FFF2-40B4-BE49-F238E27FC236}">
                <a16:creationId xmlns:a16="http://schemas.microsoft.com/office/drawing/2014/main" id="{C186C1C5-C3CC-40AE-A9BD-93F6D8F5E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264">
            <a:extLst xmlns:a="http://schemas.openxmlformats.org/drawingml/2006/main">
              <a:ext uri="{FF2B5EF4-FFF2-40B4-BE49-F238E27FC236}">
                <a16:creationId xmlns:a16="http://schemas.microsoft.com/office/drawing/2014/main" id="{76798AC7-BE0D-44E4-95DF-F656EB600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開啟上午成果的工作區</a:t>
            </a:r>
          </a:p>
        </p:txBody>
      </p:sp>
      <p:sp>
        <p:nvSpPr>
          <p:cNvPr id="10" name="text-1265">
            <a:extLst xmlns:a="http://schemas.openxmlformats.org/drawingml/2006/main">
              <a:ext uri="{FF2B5EF4-FFF2-40B4-BE49-F238E27FC236}">
                <a16:creationId xmlns:a16="http://schemas.microsoft.com/office/drawing/2014/main" id="{3CFF035E-60E9-485A-B4B2-8CE27E031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266">
            <a:extLst xmlns:a="http://schemas.openxmlformats.org/drawingml/2006/main">
              <a:ext uri="{FF2B5EF4-FFF2-40B4-BE49-F238E27FC236}">
                <a16:creationId xmlns:a16="http://schemas.microsoft.com/office/drawing/2014/main" id="{9367FB4F-BCC2-460C-9DD0-641144580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貼上六欄任務簡報</a:t>
            </a:r>
          </a:p>
        </p:txBody>
      </p:sp>
      <p:sp>
        <p:nvSpPr>
          <p:cNvPr id="12" name="text-1267">
            <a:extLst xmlns:a="http://schemas.openxmlformats.org/drawingml/2006/main">
              <a:ext uri="{FF2B5EF4-FFF2-40B4-BE49-F238E27FC236}">
                <a16:creationId xmlns:a16="http://schemas.microsoft.com/office/drawing/2014/main" id="{4CABDB72-93F6-4763-A949-732F374FD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268">
            <a:extLst xmlns:a="http://schemas.openxmlformats.org/drawingml/2006/main">
              <a:ext uri="{FF2B5EF4-FFF2-40B4-BE49-F238E27FC236}">
                <a16:creationId xmlns:a16="http://schemas.microsoft.com/office/drawing/2014/main" id="{D0DF5020-FC3B-4B5E-827F-A5CBCA733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觀察 Agent 讀檔、規劃與執行</a:t>
            </a:r>
          </a:p>
        </p:txBody>
      </p:sp>
      <p:sp>
        <p:nvSpPr>
          <p:cNvPr id="14" name="text-1269">
            <a:extLst xmlns:a="http://schemas.openxmlformats.org/drawingml/2006/main">
              <a:ext uri="{FF2B5EF4-FFF2-40B4-BE49-F238E27FC236}">
                <a16:creationId xmlns:a16="http://schemas.microsoft.com/office/drawing/2014/main" id="{8CC042CA-9761-4285-8F34-EDCB7CF1D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270">
            <a:extLst xmlns:a="http://schemas.openxmlformats.org/drawingml/2006/main">
              <a:ext uri="{FF2B5EF4-FFF2-40B4-BE49-F238E27FC236}">
                <a16:creationId xmlns:a16="http://schemas.microsoft.com/office/drawing/2014/main" id="{1E921408-053F-4187-933C-FFC57AEF0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比較 Antigravity 與 Codex 的證據</a:t>
            </a:r>
          </a:p>
        </p:txBody>
      </p:sp>
      <p:sp>
        <p:nvSpPr>
          <p:cNvPr id="16" name="shape-1271">
            <a:extLst xmlns:a="http://schemas.openxmlformats.org/drawingml/2006/main">
              <a:ext uri="{FF2B5EF4-FFF2-40B4-BE49-F238E27FC236}">
                <a16:creationId xmlns:a16="http://schemas.microsoft.com/office/drawing/2014/main" id="{E792D320-855C-4BD0-B9DE-DF7C22358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272">
            <a:extLst xmlns:a="http://schemas.openxmlformats.org/drawingml/2006/main">
              <a:ext uri="{FF2B5EF4-FFF2-40B4-BE49-F238E27FC236}">
                <a16:creationId xmlns:a16="http://schemas.microsoft.com/office/drawing/2014/main" id="{57F7D667-CE05-44D6-B661-E5F184CB7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273">
            <a:extLst xmlns:a="http://schemas.openxmlformats.org/drawingml/2006/main">
              <a:ext uri="{FF2B5EF4-FFF2-40B4-BE49-F238E27FC236}">
                <a16:creationId xmlns:a16="http://schemas.microsoft.com/office/drawing/2014/main" id="{9F391507-4AE1-4264-98F8-A88D05541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有檔案變更或分析產物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有實際檢查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能說明差異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保留人工決定</a:t>
            </a:r>
          </a:p>
        </p:txBody>
      </p:sp>
      <p:sp>
        <p:nvSpPr>
          <p:cNvPr id="19" name="text-1722">
            <a:extLst xmlns:a="http://schemas.openxmlformats.org/drawingml/2006/main">
              <a:ext uri="{FF2B5EF4-FFF2-40B4-BE49-F238E27FC236}">
                <a16:creationId xmlns:a16="http://schemas.microsoft.com/office/drawing/2014/main" id="{5146DFBC-BAAA-4C77-9F2B-5AC95976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64873f1412c4c85"/>
              </a:rPr>
              <a:t>開啟 Codex ↗</a:t>
            </a:r>
          </a:p>
        </p:txBody>
      </p:sp>
      <p:sp>
        <p:nvSpPr>
          <p:cNvPr id="20" name="shape-1767">
            <a:extLst xmlns:a="http://schemas.openxmlformats.org/drawingml/2006/main">
              <a:ext uri="{FF2B5EF4-FFF2-40B4-BE49-F238E27FC236}">
                <a16:creationId xmlns:a16="http://schemas.microsoft.com/office/drawing/2014/main" id="{878DCAA2-3FEC-4BC7-AA0A-D4731823E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4e71ddbcdf46e5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1768">
            <a:extLst xmlns:a="http://schemas.openxmlformats.org/drawingml/2006/main">
              <a:ext uri="{FF2B5EF4-FFF2-40B4-BE49-F238E27FC236}">
                <a16:creationId xmlns:a16="http://schemas.microsoft.com/office/drawing/2014/main" id="{6B58352D-8FE2-4368-B1A0-9F2B3213E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94406907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1274">
            <a:extLst xmlns:a="http://schemas.openxmlformats.org/drawingml/2006/main">
              <a:ext uri="{FF2B5EF4-FFF2-40B4-BE49-F238E27FC236}">
                <a16:creationId xmlns:a16="http://schemas.microsoft.com/office/drawing/2014/main" id="{D9977312-2FAD-4AC5-BCA7-367235C19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TOOL STRATEGY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1F2D991-6C00-4FED-A9B6-18747174B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三種 Agent 工具，先看任務再選模型</a:t>
            </a:r>
          </a:p>
        </p:txBody>
      </p:sp>
      <p:cxnSp>
        <p:nvCxnSpPr>
          <p:cNvPr id="31" name="shape-127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76">
            <a:extLst xmlns:a="http://schemas.openxmlformats.org/drawingml/2006/main">
              <a:ext uri="{FF2B5EF4-FFF2-40B4-BE49-F238E27FC236}">
                <a16:creationId xmlns:a16="http://schemas.microsoft.com/office/drawing/2014/main" id="{50AEDA12-724B-4DC7-BF4C-93ED3085E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4C0741F-ACA7-4D57-96B1-B6A0FF5A0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22</a:t>
            </a:r>
          </a:p>
        </p:txBody>
      </p:sp>
      <p:sp>
        <p:nvSpPr>
          <p:cNvPr id="6" name="shape-1277">
            <a:extLst xmlns:a="http://schemas.openxmlformats.org/drawingml/2006/main">
              <a:ext uri="{FF2B5EF4-FFF2-40B4-BE49-F238E27FC236}">
                <a16:creationId xmlns:a16="http://schemas.microsoft.com/office/drawing/2014/main" id="{2CC9BCE2-C90A-403A-98F8-DB3F95688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1278">
            <a:extLst xmlns:a="http://schemas.openxmlformats.org/drawingml/2006/main">
              <a:ext uri="{FF2B5EF4-FFF2-40B4-BE49-F238E27FC236}">
                <a16:creationId xmlns:a16="http://schemas.microsoft.com/office/drawing/2014/main" id="{966B97C9-3207-458D-B49A-B979D4D43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279">
            <a:extLst xmlns:a="http://schemas.openxmlformats.org/drawingml/2006/main">
              <a:ext uri="{FF2B5EF4-FFF2-40B4-BE49-F238E27FC236}">
                <a16:creationId xmlns:a16="http://schemas.microsoft.com/office/drawing/2014/main" id="{41972FE5-598C-484E-B7AE-AADAB92F8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D9775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C</a:t>
            </a:r>
          </a:p>
        </p:txBody>
      </p:sp>
      <p:sp>
        <p:nvSpPr>
          <p:cNvPr id="9" name="text-1280">
            <a:extLst xmlns:a="http://schemas.openxmlformats.org/drawingml/2006/main">
              <a:ext uri="{FF2B5EF4-FFF2-40B4-BE49-F238E27FC236}">
                <a16:creationId xmlns:a16="http://schemas.microsoft.com/office/drawing/2014/main" id="{91B65C97-DD33-4E21-9F63-7AF082CD5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Claude</a:t>
            </a:r>
          </a:p>
        </p:txBody>
      </p:sp>
      <p:sp>
        <p:nvSpPr>
          <p:cNvPr id="10" name="text-1281">
            <a:extLst xmlns:a="http://schemas.openxmlformats.org/drawingml/2006/main">
              <a:ext uri="{FF2B5EF4-FFF2-40B4-BE49-F238E27FC236}">
                <a16:creationId xmlns:a16="http://schemas.microsoft.com/office/drawing/2014/main" id="{2AD396FA-CDA4-4F2D-B783-6146BE14C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代碼產出穩定；長任務 Token 消耗較快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複雜應用程式開發：Opus 4.8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文件、計畫與日常任務：Sonnet 5，成本效益較佳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Opus 5（若帳號當期可見）／Fable 5 等頂尖模型留給真正高難度任務</a:t>
            </a:r>
          </a:p>
        </p:txBody>
      </p:sp>
      <p:sp>
        <p:nvSpPr>
          <p:cNvPr id="11" name="shape-1282">
            <a:extLst xmlns:a="http://schemas.openxmlformats.org/drawingml/2006/main">
              <a:ext uri="{FF2B5EF4-FFF2-40B4-BE49-F238E27FC236}">
                <a16:creationId xmlns:a16="http://schemas.microsoft.com/office/drawing/2014/main" id="{4ABB7D67-F09A-4A80-926E-49CDD5D10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2" name="shape-1283">
            <a:extLst xmlns:a="http://schemas.openxmlformats.org/drawingml/2006/main">
              <a:ext uri="{FF2B5EF4-FFF2-40B4-BE49-F238E27FC236}">
                <a16:creationId xmlns:a16="http://schemas.microsoft.com/office/drawing/2014/main" id="{2519CBD7-DDF9-4E5A-91C2-5C29AB262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1284">
            <a:extLst xmlns:a="http://schemas.openxmlformats.org/drawingml/2006/main">
              <a:ext uri="{FF2B5EF4-FFF2-40B4-BE49-F238E27FC236}">
                <a16:creationId xmlns:a16="http://schemas.microsoft.com/office/drawing/2014/main" id="{A856944C-44FD-4D6D-825A-1C19FA4B2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X</a:t>
            </a:r>
          </a:p>
        </p:txBody>
      </p:sp>
      <p:sp>
        <p:nvSpPr>
          <p:cNvPr id="14" name="text-1285">
            <a:extLst xmlns:a="http://schemas.openxmlformats.org/drawingml/2006/main">
              <a:ext uri="{FF2B5EF4-FFF2-40B4-BE49-F238E27FC236}">
                <a16:creationId xmlns:a16="http://schemas.microsoft.com/office/drawing/2014/main" id="{3F1CFAD4-BA47-4F95-B854-6093BEC63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Codex／ChatGPT</a:t>
            </a:r>
          </a:p>
        </p:txBody>
      </p:sp>
      <p:sp>
        <p:nvSpPr>
          <p:cNvPr id="15" name="text-1286">
            <a:extLst xmlns:a="http://schemas.openxmlformats.org/drawingml/2006/main">
              <a:ext uri="{FF2B5EF4-FFF2-40B4-BE49-F238E27FC236}">
                <a16:creationId xmlns:a16="http://schemas.microsoft.com/office/drawing/2014/main" id="{3186CE9D-7658-455B-A70E-86D819B0F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GPT-5.6 Luna＋Max：講師推薦的省錢組合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適合日常文件、網站與驗證任務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講師觀察：能力／成本平衡接近日常使用的 Sonnet 5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額度、方案與優惠會變動，先看當期限制</a:t>
            </a:r>
          </a:p>
        </p:txBody>
      </p:sp>
      <p:sp>
        <p:nvSpPr>
          <p:cNvPr id="16" name="shape-1287">
            <a:extLst xmlns:a="http://schemas.openxmlformats.org/drawingml/2006/main">
              <a:ext uri="{FF2B5EF4-FFF2-40B4-BE49-F238E27FC236}">
                <a16:creationId xmlns:a16="http://schemas.microsoft.com/office/drawing/2014/main" id="{FCD58E30-5392-41F9-A615-133032796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shape-1288">
            <a:extLst xmlns:a="http://schemas.openxmlformats.org/drawingml/2006/main">
              <a:ext uri="{FF2B5EF4-FFF2-40B4-BE49-F238E27FC236}">
                <a16:creationId xmlns:a16="http://schemas.microsoft.com/office/drawing/2014/main" id="{8690710D-DC3A-4F4B-9A94-2A8D2CD41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1289">
            <a:extLst xmlns:a="http://schemas.openxmlformats.org/drawingml/2006/main">
              <a:ext uri="{FF2B5EF4-FFF2-40B4-BE49-F238E27FC236}">
                <a16:creationId xmlns:a16="http://schemas.microsoft.com/office/drawing/2014/main" id="{56BED718-0205-4BF7-A08E-EB8A3AA16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G</a:t>
            </a:r>
          </a:p>
        </p:txBody>
      </p:sp>
      <p:sp>
        <p:nvSpPr>
          <p:cNvPr id="19" name="text-1290">
            <a:extLst xmlns:a="http://schemas.openxmlformats.org/drawingml/2006/main">
              <a:ext uri="{FF2B5EF4-FFF2-40B4-BE49-F238E27FC236}">
                <a16:creationId xmlns:a16="http://schemas.microsoft.com/office/drawing/2014/main" id="{606FA44B-3551-42DC-B180-0676DA858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Antigravity／Gemini</a:t>
            </a:r>
          </a:p>
        </p:txBody>
      </p:sp>
      <p:sp>
        <p:nvSpPr>
          <p:cNvPr id="20" name="text-1291">
            <a:extLst xmlns:a="http://schemas.openxmlformats.org/drawingml/2006/main">
              <a:ext uri="{FF2B5EF4-FFF2-40B4-BE49-F238E27FC236}">
                <a16:creationId xmlns:a16="http://schemas.microsoft.com/office/drawing/2014/main" id="{97B35819-8463-4FCE-954B-A7E06F2A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Gemini 3.6 Flash：速度快，適合快速 Agent 迭代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Gemini 訂閱通常可取得較多額度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講師曾實測免費額度約三輪對話即受 5 小時限制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額度依方案與時間窗變化，活動前重新確認</a:t>
            </a:r>
          </a:p>
        </p:txBody>
      </p:sp>
      <p:sp>
        <p:nvSpPr>
          <p:cNvPr id="21" name="text-1723">
            <a:extLst xmlns:a="http://schemas.openxmlformats.org/drawingml/2006/main">
              <a:ext uri="{FF2B5EF4-FFF2-40B4-BE49-F238E27FC236}">
                <a16:creationId xmlns:a16="http://schemas.microsoft.com/office/drawing/2014/main" id="{55D3A8AE-CAE3-4335-9753-AF3549D37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b987ef3c0ca497b"/>
              </a:rPr>
              <a:t>Antigravity ↗</a:t>
            </a: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d6036f2235f4e49"/>
              </a:rPr>
              <a:t>Codex ↗</a:t>
            </a: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25276ba590a484a"/>
              </a:rPr>
              <a:t>Claude ↗</a:t>
            </a:r>
          </a:p>
        </p:txBody>
      </p:sp>
      <p:sp>
        <p:nvSpPr>
          <p:cNvPr id="22" name="shape-1769">
            <a:extLst xmlns:a="http://schemas.openxmlformats.org/drawingml/2006/main">
              <a:ext uri="{FF2B5EF4-FFF2-40B4-BE49-F238E27FC236}">
                <a16:creationId xmlns:a16="http://schemas.microsoft.com/office/drawing/2014/main" id="{102B2B79-7062-40F7-A257-C8A1480ED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bcd77dbfbc4c36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1770">
            <a:extLst xmlns:a="http://schemas.openxmlformats.org/drawingml/2006/main">
              <a:ext uri="{FF2B5EF4-FFF2-40B4-BE49-F238E27FC236}">
                <a16:creationId xmlns:a16="http://schemas.microsoft.com/office/drawing/2014/main" id="{43252A64-C408-4416-8E4C-7E748489F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003d0fd90649dd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1771">
            <a:extLst xmlns:a="http://schemas.openxmlformats.org/drawingml/2006/main">
              <a:ext uri="{FF2B5EF4-FFF2-40B4-BE49-F238E27FC236}">
                <a16:creationId xmlns:a16="http://schemas.microsoft.com/office/drawing/2014/main" id="{A4A0A8D4-09AF-4BF1-8C26-8FCE741CD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b5fce7dbcf4e43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8" name="text-1772">
            <a:extLst xmlns:a="http://schemas.openxmlformats.org/drawingml/2006/main">
              <a:ext uri="{FF2B5EF4-FFF2-40B4-BE49-F238E27FC236}">
                <a16:creationId xmlns:a16="http://schemas.microsoft.com/office/drawing/2014/main" id="{504B3D63-CE35-4058-A0D2-99E1E99E8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Claude</a:t>
            </a:r>
          </a:p>
        </p:txBody>
      </p:sp>
    </p:spTree>
    <p:extLst>
      <p:ext uri="{BB962C8B-B14F-4D97-AF65-F5344CB8AC3E}">
        <p14:creationId xmlns:p14="http://schemas.microsoft.com/office/powerpoint/2010/main" val="45016113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1292">
            <a:extLst xmlns:a="http://schemas.openxmlformats.org/drawingml/2006/main">
              <a:ext uri="{FF2B5EF4-FFF2-40B4-BE49-F238E27FC236}">
                <a16:creationId xmlns:a16="http://schemas.microsoft.com/office/drawing/2014/main" id="{F03B7981-2C7A-4B17-9351-9C8B81B8D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2" name="text-1293">
            <a:extLst xmlns:a="http://schemas.openxmlformats.org/drawingml/2006/main">
              <a:ext uri="{FF2B5EF4-FFF2-40B4-BE49-F238E27FC236}">
                <a16:creationId xmlns:a16="http://schemas.microsoft.com/office/drawing/2014/main" id="{DC83106C-51EC-4182-9704-FED04C35A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</a:t>
            </a:r>
          </a:p>
        </p:txBody>
      </p:sp>
      <p:sp>
        <p:nvSpPr>
          <p:cNvPr id="3" name="text-1294">
            <a:extLst xmlns:a="http://schemas.openxmlformats.org/drawingml/2006/main">
              <a:ext uri="{FF2B5EF4-FFF2-40B4-BE49-F238E27FC236}">
                <a16:creationId xmlns:a16="http://schemas.microsoft.com/office/drawing/2014/main" id="{19930EE4-1DAA-45FD-9E6B-14901C6E1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把反覆使用的提示詞、規則、範例與檢查方式，封裝成 Agent 需要時才載入的專業工作包。</a:t>
            </a:r>
          </a:p>
        </p:txBody>
      </p:sp>
      <p:sp>
        <p:nvSpPr>
          <p:cNvPr id="4" name="shape-1295">
            <a:extLst xmlns:a="http://schemas.openxmlformats.org/drawingml/2006/main">
              <a:ext uri="{FF2B5EF4-FFF2-40B4-BE49-F238E27FC236}">
                <a16:creationId xmlns:a16="http://schemas.microsoft.com/office/drawing/2014/main" id="{ABF40C60-76D5-43DF-A77A-D12EC5EBA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296">
            <a:extLst xmlns:a="http://schemas.openxmlformats.org/drawingml/2006/main">
              <a:ext uri="{FF2B5EF4-FFF2-40B4-BE49-F238E27FC236}">
                <a16:creationId xmlns:a16="http://schemas.microsoft.com/office/drawing/2014/main" id="{BC2B3052-EB03-434F-A27C-9CF16EB59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20" name="shape-129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text-1298">
            <a:extLst xmlns:a="http://schemas.openxmlformats.org/drawingml/2006/main">
              <a:ext uri="{FF2B5EF4-FFF2-40B4-BE49-F238E27FC236}">
                <a16:creationId xmlns:a16="http://schemas.microsoft.com/office/drawing/2014/main" id="{C1881755-5EED-4DAE-A873-5D3ADD9AB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239981A-66E4-4B93-942F-952D9F471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23</a:t>
            </a:r>
          </a:p>
        </p:txBody>
      </p:sp>
      <p:sp>
        <p:nvSpPr>
          <p:cNvPr id="9" name="text-1724">
            <a:extLst xmlns:a="http://schemas.openxmlformats.org/drawingml/2006/main">
              <a:ext uri="{FF2B5EF4-FFF2-40B4-BE49-F238E27FC236}">
                <a16:creationId xmlns:a16="http://schemas.microsoft.com/office/drawing/2014/main" id="{B6DECE3F-7C59-4617-ACA2-0BD28A5D7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22e43aac1a4462d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d8828e58bf64f0b"/>
              </a:rPr>
              <a:t>Codex Skills ↗</a:t>
            </a:r>
          </a:p>
        </p:txBody>
      </p:sp>
      <p:sp>
        <p:nvSpPr>
          <p:cNvPr id="10" name="shape-1773">
            <a:extLst xmlns:a="http://schemas.openxmlformats.org/drawingml/2006/main">
              <a:ext uri="{FF2B5EF4-FFF2-40B4-BE49-F238E27FC236}">
                <a16:creationId xmlns:a16="http://schemas.microsoft.com/office/drawing/2014/main" id="{48843D42-ED8D-4881-B663-B1CFADCC6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0fc450a1e14a9c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2" name="text-1774">
            <a:extLst xmlns:a="http://schemas.openxmlformats.org/drawingml/2006/main">
              <a:ext uri="{FF2B5EF4-FFF2-40B4-BE49-F238E27FC236}">
                <a16:creationId xmlns:a16="http://schemas.microsoft.com/office/drawing/2014/main" id="{4032A853-8905-4C37-B536-5D49E313B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2646e3f73542df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4" name="text-1775">
            <a:extLst xmlns:a="http://schemas.openxmlformats.org/drawingml/2006/main">
              <a:ext uri="{FF2B5EF4-FFF2-40B4-BE49-F238E27FC236}">
                <a16:creationId xmlns:a16="http://schemas.microsoft.com/office/drawing/2014/main" id="{B1BC083D-75FD-48DF-98B1-74735BB73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39633982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1299">
            <a:extLst xmlns:a="http://schemas.openxmlformats.org/drawingml/2006/main">
              <a:ext uri="{FF2B5EF4-FFF2-40B4-BE49-F238E27FC236}">
                <a16:creationId xmlns:a16="http://schemas.microsoft.com/office/drawing/2014/main" id="{C8937BAB-E66C-4B5E-84F3-26C3056E2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REUSE WITHOUT CONTEXT BLOAT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88EB070-81B7-4BE2-9E7D-A7EB77E7A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為什麼需要 Skill？</a:t>
            </a:r>
          </a:p>
        </p:txBody>
      </p:sp>
      <p:cxnSp>
        <p:nvCxnSpPr>
          <p:cNvPr id="20" name="shape-130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01">
            <a:extLst xmlns:a="http://schemas.openxmlformats.org/drawingml/2006/main">
              <a:ext uri="{FF2B5EF4-FFF2-40B4-BE49-F238E27FC236}">
                <a16:creationId xmlns:a16="http://schemas.microsoft.com/office/drawing/2014/main" id="{FB85B07B-2453-44C3-BA14-6412A909A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8EAE5FF-5B95-41B8-B072-BC4C96302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24</a:t>
            </a:r>
          </a:p>
        </p:txBody>
      </p:sp>
      <p:sp>
        <p:nvSpPr>
          <p:cNvPr id="6" name="shape-1302">
            <a:extLst xmlns:a="http://schemas.openxmlformats.org/drawingml/2006/main">
              <a:ext uri="{FF2B5EF4-FFF2-40B4-BE49-F238E27FC236}">
                <a16:creationId xmlns:a16="http://schemas.microsoft.com/office/drawing/2014/main" id="{55FEF4BA-FF64-4A18-AE91-678E08CD1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1303">
            <a:extLst xmlns:a="http://schemas.openxmlformats.org/drawingml/2006/main">
              <a:ext uri="{FF2B5EF4-FFF2-40B4-BE49-F238E27FC236}">
                <a16:creationId xmlns:a16="http://schemas.microsoft.com/office/drawing/2014/main" id="{8D2C7FC7-3EDD-44BB-BCDE-D9E2FCB50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1304">
            <a:extLst xmlns:a="http://schemas.openxmlformats.org/drawingml/2006/main">
              <a:ext uri="{FF2B5EF4-FFF2-40B4-BE49-F238E27FC236}">
                <a16:creationId xmlns:a16="http://schemas.microsoft.com/office/drawing/2014/main" id="{6B870D3F-770B-40B2-BE65-3CEF10EAB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每次貼長提示詞</a:t>
            </a:r>
          </a:p>
        </p:txBody>
      </p:sp>
      <p:sp>
        <p:nvSpPr>
          <p:cNvPr id="9" name="text-1305">
            <a:extLst xmlns:a="http://schemas.openxmlformats.org/drawingml/2006/main">
              <a:ext uri="{FF2B5EF4-FFF2-40B4-BE49-F238E27FC236}">
                <a16:creationId xmlns:a16="http://schemas.microsoft.com/office/drawing/2014/main" id="{763DFC9C-1528-403B-80A2-B481747A9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容易漏貼規則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版本散落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範例與腳本混在對話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上下文被無關內容塞滿</a:t>
            </a:r>
          </a:p>
        </p:txBody>
      </p:sp>
      <p:sp>
        <p:nvSpPr>
          <p:cNvPr id="10" name="text-1306">
            <a:extLst xmlns:a="http://schemas.openxmlformats.org/drawingml/2006/main">
              <a:ext uri="{FF2B5EF4-FFF2-40B4-BE49-F238E27FC236}">
                <a16:creationId xmlns:a16="http://schemas.microsoft.com/office/drawing/2014/main" id="{26B25EB8-8B4A-44DE-B3A5-586C3CE12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按需載入 Skill</a:t>
            </a:r>
          </a:p>
        </p:txBody>
      </p:sp>
      <p:sp>
        <p:nvSpPr>
          <p:cNvPr id="11" name="text-1307">
            <a:extLst xmlns:a="http://schemas.openxmlformats.org/drawingml/2006/main">
              <a:ext uri="{FF2B5EF4-FFF2-40B4-BE49-F238E27FC236}">
                <a16:creationId xmlns:a16="http://schemas.microsoft.com/office/drawing/2014/main" id="{6862F868-3A14-421F-815E-B8DC452B0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先用名稱與描述判斷是否適用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需要時才讀完整流程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可附 references、scripts、assets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可測試、版控與共同維護</a:t>
            </a:r>
          </a:p>
        </p:txBody>
      </p:sp>
      <p:sp>
        <p:nvSpPr>
          <p:cNvPr id="12" name="text-1725">
            <a:extLst xmlns:a="http://schemas.openxmlformats.org/drawingml/2006/main">
              <a:ext uri="{FF2B5EF4-FFF2-40B4-BE49-F238E27FC236}">
                <a16:creationId xmlns:a16="http://schemas.microsoft.com/office/drawing/2014/main" id="{25F00146-A461-487A-B6F6-B5C5C141D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3bdd0f9d14c4e0a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0d2c401563f4fd5"/>
              </a:rPr>
              <a:t>Codex Skills ↗</a:t>
            </a:r>
          </a:p>
        </p:txBody>
      </p:sp>
      <p:sp>
        <p:nvSpPr>
          <p:cNvPr id="13" name="shape-1776">
            <a:extLst xmlns:a="http://schemas.openxmlformats.org/drawingml/2006/main">
              <a:ext uri="{FF2B5EF4-FFF2-40B4-BE49-F238E27FC236}">
                <a16:creationId xmlns:a16="http://schemas.microsoft.com/office/drawing/2014/main" id="{67B60BC2-1A80-4257-86A5-A3873A0CD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a0b5b1abdb4545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5" name="text-1777">
            <a:extLst xmlns:a="http://schemas.openxmlformats.org/drawingml/2006/main">
              <a:ext uri="{FF2B5EF4-FFF2-40B4-BE49-F238E27FC236}">
                <a16:creationId xmlns:a16="http://schemas.microsoft.com/office/drawing/2014/main" id="{7EC5573C-A24F-4FEE-AFB5-2DE5BC619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0e5620e1cb47c1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7" name="text-1778">
            <a:extLst xmlns:a="http://schemas.openxmlformats.org/drawingml/2006/main">
              <a:ext uri="{FF2B5EF4-FFF2-40B4-BE49-F238E27FC236}">
                <a16:creationId xmlns:a16="http://schemas.microsoft.com/office/drawing/2014/main" id="{032FE563-EF97-47ED-BB75-0FD4C8810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1892316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1308">
            <a:extLst xmlns:a="http://schemas.openxmlformats.org/drawingml/2006/main">
              <a:ext uri="{FF2B5EF4-FFF2-40B4-BE49-F238E27FC236}">
                <a16:creationId xmlns:a16="http://schemas.microsoft.com/office/drawing/2014/main" id="{E46A5345-4E12-4189-AA18-40EDF3934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51 PROMPTS · 9 DOMAINS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734FFFA-D6D5-46EC-8E37-7E1E2A426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從提示詞快捷面板開始發想</a:t>
            </a:r>
          </a:p>
        </p:txBody>
      </p:sp>
      <p:cxnSp>
        <p:nvCxnSpPr>
          <p:cNvPr id="15" name="shape-130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10">
            <a:extLst xmlns:a="http://schemas.openxmlformats.org/drawingml/2006/main">
              <a:ext uri="{FF2B5EF4-FFF2-40B4-BE49-F238E27FC236}">
                <a16:creationId xmlns:a16="http://schemas.microsoft.com/office/drawing/2014/main" id="{09E06DFF-8D6E-42E6-ADE1-72B906F0D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E2A32D0-6DDA-46DA-909A-3766F973E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25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de0fb1bae84d5c"/>
          <a:srcRect xmlns:a="http://schemas.openxmlformats.org/drawingml/2006/main" l="1389" t="0" r="138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600200"/>
            <a:ext cx="6934200" cy="4457700"/>
          </a:xfrm>
          <a:prstGeom xmlns:a="http://schemas.openxmlformats.org/drawingml/2006/main" prst="roundRect">
            <a:avLst>
              <a:gd name="adj" fmla="val 3419"/>
            </a:avLst>
          </a:prstGeom>
        </p:spPr>
      </p:pic>
      <p:sp>
        <p:nvSpPr>
          <p:cNvPr id="7" name="text-1311">
            <a:extLst xmlns:a="http://schemas.openxmlformats.org/drawingml/2006/main">
              <a:ext uri="{FF2B5EF4-FFF2-40B4-BE49-F238E27FC236}">
                <a16:creationId xmlns:a16="http://schemas.microsoft.com/office/drawing/2014/main" id="{96DE1990-6E06-4ECA-8435-D8445B10C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5260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阿凱老師的提示詞快捷面板</a:t>
            </a:r>
          </a:p>
        </p:txBody>
      </p:sp>
      <p:sp>
        <p:nvSpPr>
          <p:cNvPr id="8" name="text-1312">
            <a:extLst xmlns:a="http://schemas.openxmlformats.org/drawingml/2006/main">
              <a:ext uri="{FF2B5EF4-FFF2-40B4-BE49-F238E27FC236}">
                <a16:creationId xmlns:a16="http://schemas.microsoft.com/office/drawing/2014/main" id="{B4ED4AEC-4E2C-419D-94FB-21273A6B7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37147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部署上線：Pages、Firebase、版本確認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網站設計：單檔網站、RWD、Google Sites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影音字幕：SRT、章節、短影片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圖像簡報、內容寫作、功能整合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技能文件、開發流程與常用片段</a:t>
            </a:r>
          </a:p>
        </p:txBody>
      </p:sp>
      <p:sp>
        <p:nvSpPr>
          <p:cNvPr id="9" name="text-1733">
            <a:extLst xmlns:a="http://schemas.openxmlformats.org/drawingml/2006/main">
              <a:ext uri="{FF2B5EF4-FFF2-40B4-BE49-F238E27FC236}">
                <a16:creationId xmlns:a16="http://schemas.microsoft.com/office/drawing/2014/main" id="{5D6A684E-2C43-4287-BB27-E6E1A90F7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61a57c79b724641"/>
              </a:rPr>
              <a:t>開啟提示詞面板 ↗</a:t>
            </a:r>
          </a:p>
        </p:txBody>
      </p:sp>
      <p:sp>
        <p:nvSpPr>
          <p:cNvPr id="10" name="shape-1800">
            <a:extLst xmlns:a="http://schemas.openxmlformats.org/drawingml/2006/main">
              <a:ext uri="{FF2B5EF4-FFF2-40B4-BE49-F238E27FC236}">
                <a16:creationId xmlns:a16="http://schemas.microsoft.com/office/drawing/2014/main" id="{1A8E050C-2587-459A-AFB5-26BCEF18E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f924a9354f4de8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1801">
            <a:extLst xmlns:a="http://schemas.openxmlformats.org/drawingml/2006/main">
              <a:ext uri="{FF2B5EF4-FFF2-40B4-BE49-F238E27FC236}">
                <a16:creationId xmlns:a16="http://schemas.microsoft.com/office/drawing/2014/main" id="{D6D4FA44-BE3F-4D5A-8A93-8669089C4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提示詞面板</a:t>
            </a:r>
          </a:p>
        </p:txBody>
      </p:sp>
    </p:spTree>
    <p:extLst>
      <p:ext uri="{BB962C8B-B14F-4D97-AF65-F5344CB8AC3E}">
        <p14:creationId xmlns:p14="http://schemas.microsoft.com/office/powerpoint/2010/main" val="20300202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313">
            <a:extLst xmlns:a="http://schemas.openxmlformats.org/drawingml/2006/main">
              <a:ext uri="{FF2B5EF4-FFF2-40B4-BE49-F238E27FC236}">
                <a16:creationId xmlns:a16="http://schemas.microsoft.com/office/drawing/2014/main" id="{9D44C5AC-D2EF-452C-9390-D1C8218D5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PROMPT →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848EC2B-6A49-4E6B-80C7-D6A685395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四問判斷：這個提示詞值得升級成 Skill 嗎？</a:t>
            </a:r>
          </a:p>
        </p:txBody>
      </p:sp>
      <p:cxnSp>
        <p:nvCxnSpPr>
          <p:cNvPr id="30" name="shape-131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15">
            <a:extLst xmlns:a="http://schemas.openxmlformats.org/drawingml/2006/main">
              <a:ext uri="{FF2B5EF4-FFF2-40B4-BE49-F238E27FC236}">
                <a16:creationId xmlns:a16="http://schemas.microsoft.com/office/drawing/2014/main" id="{22692600-3E9C-40A8-BE52-F8C9D5BEC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C344ACF-E76F-4B08-986B-73DD163CE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26</a:t>
            </a:r>
          </a:p>
        </p:txBody>
      </p:sp>
      <p:sp>
        <p:nvSpPr>
          <p:cNvPr id="6" name="shape-1316">
            <a:extLst xmlns:a="http://schemas.openxmlformats.org/drawingml/2006/main">
              <a:ext uri="{FF2B5EF4-FFF2-40B4-BE49-F238E27FC236}">
                <a16:creationId xmlns:a16="http://schemas.microsoft.com/office/drawing/2014/main" id="{4F2C22AE-CB1B-4CBE-B97B-7FEB43004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317">
            <a:extLst xmlns:a="http://schemas.openxmlformats.org/drawingml/2006/main">
              <a:ext uri="{FF2B5EF4-FFF2-40B4-BE49-F238E27FC236}">
                <a16:creationId xmlns:a16="http://schemas.microsoft.com/office/drawing/2014/main" id="{95938340-052E-4C95-AD86-481C63939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R</a:t>
            </a:r>
          </a:p>
        </p:txBody>
      </p:sp>
      <p:sp>
        <p:nvSpPr>
          <p:cNvPr id="8" name="text-1318">
            <a:extLst xmlns:a="http://schemas.openxmlformats.org/drawingml/2006/main">
              <a:ext uri="{FF2B5EF4-FFF2-40B4-BE49-F238E27FC236}">
                <a16:creationId xmlns:a16="http://schemas.microsoft.com/office/drawing/2014/main" id="{4AA18DEB-C7F7-4489-972A-378D8CC33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會重複嗎？</a:t>
            </a:r>
          </a:p>
        </p:txBody>
      </p:sp>
      <p:sp>
        <p:nvSpPr>
          <p:cNvPr id="9" name="text-1319">
            <a:extLst xmlns:a="http://schemas.openxmlformats.org/drawingml/2006/main">
              <a:ext uri="{FF2B5EF4-FFF2-40B4-BE49-F238E27FC236}">
                <a16:creationId xmlns:a16="http://schemas.microsoft.com/office/drawing/2014/main" id="{90066BA0-6D0B-4AC7-B1E8-2BEC9BD58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一學期或一個團隊會反覆遇到，不是一次性要求。</a:t>
            </a:r>
          </a:p>
        </p:txBody>
      </p:sp>
      <p:sp>
        <p:nvSpPr>
          <p:cNvPr id="10" name="shape-1320">
            <a:extLst xmlns:a="http://schemas.openxmlformats.org/drawingml/2006/main">
              <a:ext uri="{FF2B5EF4-FFF2-40B4-BE49-F238E27FC236}">
                <a16:creationId xmlns:a16="http://schemas.microsoft.com/office/drawing/2014/main" id="{7FB9A166-012E-4551-B96E-024E820B8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321">
            <a:extLst xmlns:a="http://schemas.openxmlformats.org/drawingml/2006/main">
              <a:ext uri="{FF2B5EF4-FFF2-40B4-BE49-F238E27FC236}">
                <a16:creationId xmlns:a16="http://schemas.microsoft.com/office/drawing/2014/main" id="{6179E3AC-177D-4273-85B6-48CEA13AA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</a:t>
            </a:r>
          </a:p>
        </p:txBody>
      </p:sp>
      <p:sp>
        <p:nvSpPr>
          <p:cNvPr id="12" name="text-1322">
            <a:extLst xmlns:a="http://schemas.openxmlformats.org/drawingml/2006/main">
              <a:ext uri="{FF2B5EF4-FFF2-40B4-BE49-F238E27FC236}">
                <a16:creationId xmlns:a16="http://schemas.microsoft.com/office/drawing/2014/main" id="{95DAA873-7C85-49E1-86D3-D4BA50801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流程穩定嗎？</a:t>
            </a:r>
          </a:p>
        </p:txBody>
      </p:sp>
      <p:sp>
        <p:nvSpPr>
          <p:cNvPr id="13" name="text-1323">
            <a:extLst xmlns:a="http://schemas.openxmlformats.org/drawingml/2006/main">
              <a:ext uri="{FF2B5EF4-FFF2-40B4-BE49-F238E27FC236}">
                <a16:creationId xmlns:a16="http://schemas.microsoft.com/office/drawing/2014/main" id="{F7B5C864-8C80-43DC-A77A-74E45078F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大部分步驟、限制與輸出欄位可固定。</a:t>
            </a:r>
          </a:p>
        </p:txBody>
      </p:sp>
      <p:sp>
        <p:nvSpPr>
          <p:cNvPr id="14" name="shape-1324">
            <a:extLst xmlns:a="http://schemas.openxmlformats.org/drawingml/2006/main">
              <a:ext uri="{FF2B5EF4-FFF2-40B4-BE49-F238E27FC236}">
                <a16:creationId xmlns:a16="http://schemas.microsoft.com/office/drawing/2014/main" id="{9FA22EF5-ADA1-4A0F-8B7F-8DF6D8364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325">
            <a:extLst xmlns:a="http://schemas.openxmlformats.org/drawingml/2006/main">
              <a:ext uri="{FF2B5EF4-FFF2-40B4-BE49-F238E27FC236}">
                <a16:creationId xmlns:a16="http://schemas.microsoft.com/office/drawing/2014/main" id="{0EDE5353-9744-42A8-8AE9-919DB55B2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V</a:t>
            </a:r>
          </a:p>
        </p:txBody>
      </p:sp>
      <p:sp>
        <p:nvSpPr>
          <p:cNvPr id="16" name="text-1326">
            <a:extLst xmlns:a="http://schemas.openxmlformats.org/drawingml/2006/main">
              <a:ext uri="{FF2B5EF4-FFF2-40B4-BE49-F238E27FC236}">
                <a16:creationId xmlns:a16="http://schemas.microsoft.com/office/drawing/2014/main" id="{4D6E4931-38EE-4EF9-AB8A-DD17B7640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能驗證嗎？</a:t>
            </a:r>
          </a:p>
        </p:txBody>
      </p:sp>
      <p:sp>
        <p:nvSpPr>
          <p:cNvPr id="17" name="text-1327">
            <a:extLst xmlns:a="http://schemas.openxmlformats.org/drawingml/2006/main">
              <a:ext uri="{FF2B5EF4-FFF2-40B4-BE49-F238E27FC236}">
                <a16:creationId xmlns:a16="http://schemas.microsoft.com/office/drawing/2014/main" id="{6E70849F-884E-4248-83CA-8602FDAD4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有可檢查的完成條件，而非只憑喜好。</a:t>
            </a:r>
          </a:p>
        </p:txBody>
      </p:sp>
      <p:sp>
        <p:nvSpPr>
          <p:cNvPr id="18" name="shape-1328">
            <a:extLst xmlns:a="http://schemas.openxmlformats.org/drawingml/2006/main">
              <a:ext uri="{FF2B5EF4-FFF2-40B4-BE49-F238E27FC236}">
                <a16:creationId xmlns:a16="http://schemas.microsoft.com/office/drawing/2014/main" id="{00C8C5E1-76ED-4439-A9A8-CB93CFEDD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329">
            <a:extLst xmlns:a="http://schemas.openxmlformats.org/drawingml/2006/main">
              <a:ext uri="{FF2B5EF4-FFF2-40B4-BE49-F238E27FC236}">
                <a16:creationId xmlns:a16="http://schemas.microsoft.com/office/drawing/2014/main" id="{08F22618-A166-4212-9D1D-ECFF7ACCB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</a:t>
            </a:r>
          </a:p>
        </p:txBody>
      </p:sp>
      <p:sp>
        <p:nvSpPr>
          <p:cNvPr id="20" name="text-1330">
            <a:extLst xmlns:a="http://schemas.openxmlformats.org/drawingml/2006/main">
              <a:ext uri="{FF2B5EF4-FFF2-40B4-BE49-F238E27FC236}">
                <a16:creationId xmlns:a16="http://schemas.microsoft.com/office/drawing/2014/main" id="{8D2D8720-B82F-468E-B2E4-8707ECA90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能維護嗎？</a:t>
            </a:r>
          </a:p>
        </p:txBody>
      </p:sp>
      <p:sp>
        <p:nvSpPr>
          <p:cNvPr id="21" name="text-1331">
            <a:extLst xmlns:a="http://schemas.openxmlformats.org/drawingml/2006/main">
              <a:ext uri="{FF2B5EF4-FFF2-40B4-BE49-F238E27FC236}">
                <a16:creationId xmlns:a16="http://schemas.microsoft.com/office/drawing/2014/main" id="{15A5BFC8-A51B-4A33-B4D7-F5DAC3B25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範例、規則與腳本可以更新、版控與交接。</a:t>
            </a:r>
          </a:p>
        </p:txBody>
      </p:sp>
      <p:sp>
        <p:nvSpPr>
          <p:cNvPr id="22" name="text-1726">
            <a:extLst xmlns:a="http://schemas.openxmlformats.org/drawingml/2006/main">
              <a:ext uri="{FF2B5EF4-FFF2-40B4-BE49-F238E27FC236}">
                <a16:creationId xmlns:a16="http://schemas.microsoft.com/office/drawing/2014/main" id="{2081FFBD-79B3-4D52-968F-4EB8021D5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883410d7db04936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0d1b431e2c74bcf"/>
              </a:rPr>
              <a:t>Codex Skills ↗</a:t>
            </a:r>
          </a:p>
        </p:txBody>
      </p:sp>
      <p:sp>
        <p:nvSpPr>
          <p:cNvPr id="23" name="shape-1779">
            <a:extLst xmlns:a="http://schemas.openxmlformats.org/drawingml/2006/main">
              <a:ext uri="{FF2B5EF4-FFF2-40B4-BE49-F238E27FC236}">
                <a16:creationId xmlns:a16="http://schemas.microsoft.com/office/drawing/2014/main" id="{0F9C5391-6349-4138-9B70-857BF1C6A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11b89a8e854353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780">
            <a:extLst xmlns:a="http://schemas.openxmlformats.org/drawingml/2006/main">
              <a:ext uri="{FF2B5EF4-FFF2-40B4-BE49-F238E27FC236}">
                <a16:creationId xmlns:a16="http://schemas.microsoft.com/office/drawing/2014/main" id="{809EC4EB-C8BC-4BC0-AEEB-F335EA671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325a6e5dcf4a8e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781">
            <a:extLst xmlns:a="http://schemas.openxmlformats.org/drawingml/2006/main">
              <a:ext uri="{FF2B5EF4-FFF2-40B4-BE49-F238E27FC236}">
                <a16:creationId xmlns:a16="http://schemas.microsoft.com/office/drawing/2014/main" id="{F0F6F3F2-D854-491C-866E-7C0168394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51432913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332">
            <a:extLst xmlns:a="http://schemas.openxmlformats.org/drawingml/2006/main">
              <a:ext uri="{FF2B5EF4-FFF2-40B4-BE49-F238E27FC236}">
                <a16:creationId xmlns:a16="http://schemas.microsoft.com/office/drawing/2014/main" id="{A2262FD7-D68C-4A1C-A588-32B6A12BF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CREATIVE STARTERS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D44BE23-552B-45AB-A863-AFCAF1F64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六個真實提示詞，如何升級成 Skill</a:t>
            </a:r>
          </a:p>
        </p:txBody>
      </p:sp>
      <p:cxnSp>
        <p:nvCxnSpPr>
          <p:cNvPr id="38" name="shape-133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34">
            <a:extLst xmlns:a="http://schemas.openxmlformats.org/drawingml/2006/main">
              <a:ext uri="{FF2B5EF4-FFF2-40B4-BE49-F238E27FC236}">
                <a16:creationId xmlns:a16="http://schemas.microsoft.com/office/drawing/2014/main" id="{463E3F40-9E5B-4D1A-8A1C-7BFB3A720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697459A-94E2-4BF1-97C8-6B56EC728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27</a:t>
            </a:r>
          </a:p>
        </p:txBody>
      </p:sp>
      <p:sp>
        <p:nvSpPr>
          <p:cNvPr id="6" name="shape-1335">
            <a:extLst xmlns:a="http://schemas.openxmlformats.org/drawingml/2006/main">
              <a:ext uri="{FF2B5EF4-FFF2-40B4-BE49-F238E27FC236}">
                <a16:creationId xmlns:a16="http://schemas.microsoft.com/office/drawing/2014/main" id="{957FE2C0-F1EF-4003-A81A-FEB8D595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336">
            <a:extLst xmlns:a="http://schemas.openxmlformats.org/drawingml/2006/main">
              <a:ext uri="{FF2B5EF4-FFF2-40B4-BE49-F238E27FC236}">
                <a16:creationId xmlns:a16="http://schemas.microsoft.com/office/drawing/2014/main" id="{413A7864-8601-4336-969F-42382C400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WEB</a:t>
            </a:r>
          </a:p>
        </p:txBody>
      </p:sp>
      <p:sp>
        <p:nvSpPr>
          <p:cNvPr id="8" name="text-1337">
            <a:extLst xmlns:a="http://schemas.openxmlformats.org/drawingml/2006/main">
              <a:ext uri="{FF2B5EF4-FFF2-40B4-BE49-F238E27FC236}">
                <a16:creationId xmlns:a16="http://schemas.microsoft.com/office/drawing/2014/main" id="{13AB85D0-2906-4E77-BCF5-0D1C63181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/onepage</a:t>
            </a:r>
          </a:p>
        </p:txBody>
      </p:sp>
      <p:sp>
        <p:nvSpPr>
          <p:cNvPr id="9" name="text-1338">
            <a:extLst xmlns:a="http://schemas.openxmlformats.org/drawingml/2006/main">
              <a:ext uri="{FF2B5EF4-FFF2-40B4-BE49-F238E27FC236}">
                <a16:creationId xmlns:a16="http://schemas.microsoft.com/office/drawing/2014/main" id="{478610CC-C2D4-4669-AB0B-7B0C3F00A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單檔互動網站 → 課程資源頁產製＋RWD＋連結檢查。</a:t>
            </a:r>
          </a:p>
        </p:txBody>
      </p:sp>
      <p:sp>
        <p:nvSpPr>
          <p:cNvPr id="10" name="shape-1339">
            <a:extLst xmlns:a="http://schemas.openxmlformats.org/drawingml/2006/main">
              <a:ext uri="{FF2B5EF4-FFF2-40B4-BE49-F238E27FC236}">
                <a16:creationId xmlns:a16="http://schemas.microsoft.com/office/drawing/2014/main" id="{D16A1682-C33E-4D97-A06A-81771A3DA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340">
            <a:extLst xmlns:a="http://schemas.openxmlformats.org/drawingml/2006/main">
              <a:ext uri="{FF2B5EF4-FFF2-40B4-BE49-F238E27FC236}">
                <a16:creationId xmlns:a16="http://schemas.microsoft.com/office/drawing/2014/main" id="{7026C7EE-0227-496F-AB9E-4C517534C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PPT</a:t>
            </a:r>
          </a:p>
        </p:txBody>
      </p:sp>
      <p:sp>
        <p:nvSpPr>
          <p:cNvPr id="12" name="text-1341">
            <a:extLst xmlns:a="http://schemas.openxmlformats.org/drawingml/2006/main">
              <a:ext uri="{FF2B5EF4-FFF2-40B4-BE49-F238E27FC236}">
                <a16:creationId xmlns:a16="http://schemas.microsoft.com/office/drawing/2014/main" id="{683BBCB6-F00E-47DA-938E-6DE994AD6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/ppt</a:t>
            </a:r>
          </a:p>
        </p:txBody>
      </p:sp>
      <p:sp>
        <p:nvSpPr>
          <p:cNvPr id="13" name="text-1342">
            <a:extLst xmlns:a="http://schemas.openxmlformats.org/drawingml/2006/main">
              <a:ext uri="{FF2B5EF4-FFF2-40B4-BE49-F238E27FC236}">
                <a16:creationId xmlns:a16="http://schemas.microsoft.com/office/drawing/2014/main" id="{4B12313D-75DD-47A8-9E50-335BDB663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溫馨簡報 → 來源整理＋頁面結構＋逐頁渲染檢核。</a:t>
            </a:r>
          </a:p>
        </p:txBody>
      </p:sp>
      <p:sp>
        <p:nvSpPr>
          <p:cNvPr id="14" name="shape-1343">
            <a:extLst xmlns:a="http://schemas.openxmlformats.org/drawingml/2006/main">
              <a:ext uri="{FF2B5EF4-FFF2-40B4-BE49-F238E27FC236}">
                <a16:creationId xmlns:a16="http://schemas.microsoft.com/office/drawing/2014/main" id="{D72B622A-F25A-4AE4-838E-411F59F3E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344">
            <a:extLst xmlns:a="http://schemas.openxmlformats.org/drawingml/2006/main">
              <a:ext uri="{FF2B5EF4-FFF2-40B4-BE49-F238E27FC236}">
                <a16:creationId xmlns:a16="http://schemas.microsoft.com/office/drawing/2014/main" id="{8E007EFB-F2BF-4A9E-B29C-62625A304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SRT</a:t>
            </a:r>
          </a:p>
        </p:txBody>
      </p:sp>
      <p:sp>
        <p:nvSpPr>
          <p:cNvPr id="16" name="text-1345">
            <a:extLst xmlns:a="http://schemas.openxmlformats.org/drawingml/2006/main">
              <a:ext uri="{FF2B5EF4-FFF2-40B4-BE49-F238E27FC236}">
                <a16:creationId xmlns:a16="http://schemas.microsoft.com/office/drawing/2014/main" id="{A08210FA-896D-4FB7-9E3F-32AC917FD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/srt</a:t>
            </a:r>
          </a:p>
        </p:txBody>
      </p:sp>
      <p:sp>
        <p:nvSpPr>
          <p:cNvPr id="17" name="text-1346">
            <a:extLst xmlns:a="http://schemas.openxmlformats.org/drawingml/2006/main">
              <a:ext uri="{FF2B5EF4-FFF2-40B4-BE49-F238E27FC236}">
                <a16:creationId xmlns:a16="http://schemas.microsoft.com/office/drawing/2014/main" id="{85910296-3FDF-41F0-A282-8964F0CCD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SRT 字幕 → 語音轉錄＋專名校正＋空白切斷＋格式測試。</a:t>
            </a:r>
          </a:p>
        </p:txBody>
      </p:sp>
      <p:sp>
        <p:nvSpPr>
          <p:cNvPr id="18" name="shape-1347">
            <a:extLst xmlns:a="http://schemas.openxmlformats.org/drawingml/2006/main">
              <a:ext uri="{FF2B5EF4-FFF2-40B4-BE49-F238E27FC236}">
                <a16:creationId xmlns:a16="http://schemas.microsoft.com/office/drawing/2014/main" id="{A5DB3471-01A3-469F-B7B8-4DBCAC66E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348">
            <a:extLst xmlns:a="http://schemas.openxmlformats.org/drawingml/2006/main">
              <a:ext uri="{FF2B5EF4-FFF2-40B4-BE49-F238E27FC236}">
                <a16:creationId xmlns:a16="http://schemas.microsoft.com/office/drawing/2014/main" id="{10C1A8B5-8AE1-443E-8295-635886DE3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QA</a:t>
            </a:r>
          </a:p>
        </p:txBody>
      </p:sp>
      <p:sp>
        <p:nvSpPr>
          <p:cNvPr id="20" name="text-1349">
            <a:extLst xmlns:a="http://schemas.openxmlformats.org/drawingml/2006/main">
              <a:ext uri="{FF2B5EF4-FFF2-40B4-BE49-F238E27FC236}">
                <a16:creationId xmlns:a16="http://schemas.microsoft.com/office/drawing/2014/main" id="{CC4BA1EB-8084-4129-A765-7CC89EC6E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/audit</a:t>
            </a:r>
          </a:p>
        </p:txBody>
      </p:sp>
      <p:sp>
        <p:nvSpPr>
          <p:cNvPr id="21" name="text-1350">
            <a:extLst xmlns:a="http://schemas.openxmlformats.org/drawingml/2006/main">
              <a:ext uri="{FF2B5EF4-FFF2-40B4-BE49-F238E27FC236}">
                <a16:creationId xmlns:a16="http://schemas.microsoft.com/office/drawing/2014/main" id="{84DE79AD-C75B-44B4-96B9-848778B24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資料夾總檢 → 唯讀盤點＋風險分類＋移植建議＋交接文件。</a:t>
            </a:r>
          </a:p>
        </p:txBody>
      </p:sp>
      <p:sp>
        <p:nvSpPr>
          <p:cNvPr id="22" name="shape-1351">
            <a:extLst xmlns:a="http://schemas.openxmlformats.org/drawingml/2006/main">
              <a:ext uri="{FF2B5EF4-FFF2-40B4-BE49-F238E27FC236}">
                <a16:creationId xmlns:a16="http://schemas.microsoft.com/office/drawing/2014/main" id="{511EDF9E-4A8F-419F-AF6F-4F0435D78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352">
            <a:extLst xmlns:a="http://schemas.openxmlformats.org/drawingml/2006/main">
              <a:ext uri="{FF2B5EF4-FFF2-40B4-BE49-F238E27FC236}">
                <a16:creationId xmlns:a16="http://schemas.microsoft.com/office/drawing/2014/main" id="{9A0C2309-BB63-4B70-A97F-33529BB30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DEP</a:t>
            </a:r>
          </a:p>
        </p:txBody>
      </p:sp>
      <p:sp>
        <p:nvSpPr>
          <p:cNvPr id="24" name="text-1353">
            <a:extLst xmlns:a="http://schemas.openxmlformats.org/drawingml/2006/main">
              <a:ext uri="{FF2B5EF4-FFF2-40B4-BE49-F238E27FC236}">
                <a16:creationId xmlns:a16="http://schemas.microsoft.com/office/drawing/2014/main" id="{340788C4-2ABF-43E2-AF87-8E0E86908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/pages</a:t>
            </a:r>
          </a:p>
        </p:txBody>
      </p:sp>
      <p:sp>
        <p:nvSpPr>
          <p:cNvPr id="25" name="text-1354">
            <a:extLst xmlns:a="http://schemas.openxmlformats.org/drawingml/2006/main">
              <a:ext uri="{FF2B5EF4-FFF2-40B4-BE49-F238E27FC236}">
                <a16:creationId xmlns:a16="http://schemas.microsoft.com/office/drawing/2014/main" id="{C191AA7C-DD03-45A1-BAE3-6D44E2A8C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GitHub Pages → 建置設定＋部署＋公開網址驗證。</a:t>
            </a:r>
          </a:p>
        </p:txBody>
      </p:sp>
      <p:sp>
        <p:nvSpPr>
          <p:cNvPr id="26" name="shape-1355">
            <a:extLst xmlns:a="http://schemas.openxmlformats.org/drawingml/2006/main">
              <a:ext uri="{FF2B5EF4-FFF2-40B4-BE49-F238E27FC236}">
                <a16:creationId xmlns:a16="http://schemas.microsoft.com/office/drawing/2014/main" id="{7A959EAE-77A2-4313-BD1B-861EC824D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356">
            <a:extLst xmlns:a="http://schemas.openxmlformats.org/drawingml/2006/main">
              <a:ext uri="{FF2B5EF4-FFF2-40B4-BE49-F238E27FC236}">
                <a16:creationId xmlns:a16="http://schemas.microsoft.com/office/drawing/2014/main" id="{7A55D4BC-A8BE-41C3-BC2B-E758222F4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7D48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META</a:t>
            </a:r>
          </a:p>
        </p:txBody>
      </p:sp>
      <p:sp>
        <p:nvSpPr>
          <p:cNvPr id="28" name="text-1357">
            <a:extLst xmlns:a="http://schemas.openxmlformats.org/drawingml/2006/main">
              <a:ext uri="{FF2B5EF4-FFF2-40B4-BE49-F238E27FC236}">
                <a16:creationId xmlns:a16="http://schemas.microsoft.com/office/drawing/2014/main" id="{178B7779-9289-4379-8A64-FA4428CDE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/skill</a:t>
            </a:r>
          </a:p>
        </p:txBody>
      </p:sp>
      <p:sp>
        <p:nvSpPr>
          <p:cNvPr id="29" name="text-1358">
            <a:extLst xmlns:a="http://schemas.openxmlformats.org/drawingml/2006/main">
              <a:ext uri="{FF2B5EF4-FFF2-40B4-BE49-F238E27FC236}">
                <a16:creationId xmlns:a16="http://schemas.microsoft.com/office/drawing/2014/main" id="{D5D0647F-1E55-4DBC-9FAB-E6FBDC33D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成功案例 → 根因、步驟、觸發條件與回歸測試的知識保存。</a:t>
            </a:r>
          </a:p>
        </p:txBody>
      </p:sp>
      <p:sp>
        <p:nvSpPr>
          <p:cNvPr id="30" name="text-1727">
            <a:extLst xmlns:a="http://schemas.openxmlformats.org/drawingml/2006/main">
              <a:ext uri="{FF2B5EF4-FFF2-40B4-BE49-F238E27FC236}">
                <a16:creationId xmlns:a16="http://schemas.microsoft.com/office/drawing/2014/main" id="{42F9AD5B-92B1-42A5-8273-0355B1CA8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b501ea2ee364136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aeb417c5ae94649"/>
              </a:rPr>
              <a:t>Codex Skills ↗</a:t>
            </a:r>
          </a:p>
        </p:txBody>
      </p:sp>
      <p:sp>
        <p:nvSpPr>
          <p:cNvPr id="31" name="shape-1782">
            <a:extLst xmlns:a="http://schemas.openxmlformats.org/drawingml/2006/main">
              <a:ext uri="{FF2B5EF4-FFF2-40B4-BE49-F238E27FC236}">
                <a16:creationId xmlns:a16="http://schemas.microsoft.com/office/drawing/2014/main" id="{F90CB532-4705-4E3D-A328-1E424DD44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b0c2203bcf4083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783">
            <a:extLst xmlns:a="http://schemas.openxmlformats.org/drawingml/2006/main">
              <a:ext uri="{FF2B5EF4-FFF2-40B4-BE49-F238E27FC236}">
                <a16:creationId xmlns:a16="http://schemas.microsoft.com/office/drawing/2014/main" id="{5FEE0CF8-5243-4C4F-BA4F-3918C13DB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0fb4ebf3c4499f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784">
            <a:extLst xmlns:a="http://schemas.openxmlformats.org/drawingml/2006/main">
              <a:ext uri="{FF2B5EF4-FFF2-40B4-BE49-F238E27FC236}">
                <a16:creationId xmlns:a16="http://schemas.microsoft.com/office/drawing/2014/main" id="{51CF9404-53CD-4398-8463-4033DF39E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203926906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359">
            <a:extLst xmlns:a="http://schemas.openxmlformats.org/drawingml/2006/main">
              <a:ext uri="{FF2B5EF4-FFF2-40B4-BE49-F238E27FC236}">
                <a16:creationId xmlns:a16="http://schemas.microsoft.com/office/drawing/2014/main" id="{FBBD2E9E-99B7-4A34-83B5-6B94B357A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FOLDER ANATOMY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AB091AE-4B63-4218-8386-48DFB00C5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 資料夾：主文保持短，細節分層放</a:t>
            </a:r>
          </a:p>
        </p:txBody>
      </p:sp>
      <p:cxnSp>
        <p:nvCxnSpPr>
          <p:cNvPr id="38" name="shape-136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61">
            <a:extLst xmlns:a="http://schemas.openxmlformats.org/drawingml/2006/main">
              <a:ext uri="{FF2B5EF4-FFF2-40B4-BE49-F238E27FC236}">
                <a16:creationId xmlns:a16="http://schemas.microsoft.com/office/drawing/2014/main" id="{144A64AA-D00B-445D-BE05-31C00B770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46C65B8-1873-4C74-81B0-23E281435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28</a:t>
            </a:r>
          </a:p>
        </p:txBody>
      </p:sp>
      <p:sp>
        <p:nvSpPr>
          <p:cNvPr id="6" name="shape-1362">
            <a:extLst xmlns:a="http://schemas.openxmlformats.org/drawingml/2006/main">
              <a:ext uri="{FF2B5EF4-FFF2-40B4-BE49-F238E27FC236}">
                <a16:creationId xmlns:a16="http://schemas.microsoft.com/office/drawing/2014/main" id="{2FB3ED0A-2F29-4150-A618-BFBE717BA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1363">
            <a:extLst xmlns:a="http://schemas.openxmlformats.org/drawingml/2006/main">
              <a:ext uri="{FF2B5EF4-FFF2-40B4-BE49-F238E27FC236}">
                <a16:creationId xmlns:a16="http://schemas.microsoft.com/office/drawing/2014/main" id="{6E4E5140-10A9-403A-8256-9E7D68C3F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364">
            <a:extLst xmlns:a="http://schemas.openxmlformats.org/drawingml/2006/main">
              <a:ext uri="{FF2B5EF4-FFF2-40B4-BE49-F238E27FC236}">
                <a16:creationId xmlns:a16="http://schemas.microsoft.com/office/drawing/2014/main" id="{EA2BB950-D945-4C4D-883A-B432673DE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365">
            <a:extLst xmlns:a="http://schemas.openxmlformats.org/drawingml/2006/main">
              <a:ext uri="{FF2B5EF4-FFF2-40B4-BE49-F238E27FC236}">
                <a16:creationId xmlns:a16="http://schemas.microsoft.com/office/drawing/2014/main" id="{907022A9-A8C9-4780-895D-DE3714DD9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SKILL.md</a:t>
            </a:r>
          </a:p>
        </p:txBody>
      </p:sp>
      <p:sp>
        <p:nvSpPr>
          <p:cNvPr id="10" name="text-1366">
            <a:extLst xmlns:a="http://schemas.openxmlformats.org/drawingml/2006/main">
              <a:ext uri="{FF2B5EF4-FFF2-40B4-BE49-F238E27FC236}">
                <a16:creationId xmlns:a16="http://schemas.microsoft.com/office/drawing/2014/main" id="{96B56BC9-53AA-495E-8E63-C1DF8EF75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名稱、描述、核心流程</a:t>
            </a:r>
          </a:p>
        </p:txBody>
      </p:sp>
      <p:sp>
        <p:nvSpPr>
          <p:cNvPr id="11" name="text-1367">
            <a:extLst xmlns:a="http://schemas.openxmlformats.org/drawingml/2006/main">
              <a:ext uri="{FF2B5EF4-FFF2-40B4-BE49-F238E27FC236}">
                <a16:creationId xmlns:a16="http://schemas.microsoft.com/office/drawing/2014/main" id="{D739ACCB-7938-47F4-916D-B7355FF3B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368">
            <a:extLst xmlns:a="http://schemas.openxmlformats.org/drawingml/2006/main">
              <a:ext uri="{FF2B5EF4-FFF2-40B4-BE49-F238E27FC236}">
                <a16:creationId xmlns:a16="http://schemas.microsoft.com/office/drawing/2014/main" id="{912B8B8B-2AFD-4E24-BF2C-33764E5D5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1369">
            <a:extLst xmlns:a="http://schemas.openxmlformats.org/drawingml/2006/main">
              <a:ext uri="{FF2B5EF4-FFF2-40B4-BE49-F238E27FC236}">
                <a16:creationId xmlns:a16="http://schemas.microsoft.com/office/drawing/2014/main" id="{CE32C32E-3793-48A9-9909-68403AB56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370">
            <a:extLst xmlns:a="http://schemas.openxmlformats.org/drawingml/2006/main">
              <a:ext uri="{FF2B5EF4-FFF2-40B4-BE49-F238E27FC236}">
                <a16:creationId xmlns:a16="http://schemas.microsoft.com/office/drawing/2014/main" id="{579E1000-1D50-4DAC-8B15-EB025450D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371">
            <a:extLst xmlns:a="http://schemas.openxmlformats.org/drawingml/2006/main">
              <a:ext uri="{FF2B5EF4-FFF2-40B4-BE49-F238E27FC236}">
                <a16:creationId xmlns:a16="http://schemas.microsoft.com/office/drawing/2014/main" id="{361E3DB2-A341-4042-9AC7-7CC3E35D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references/</a:t>
            </a:r>
          </a:p>
        </p:txBody>
      </p:sp>
      <p:sp>
        <p:nvSpPr>
          <p:cNvPr id="16" name="text-1372">
            <a:extLst xmlns:a="http://schemas.openxmlformats.org/drawingml/2006/main">
              <a:ext uri="{FF2B5EF4-FFF2-40B4-BE49-F238E27FC236}">
                <a16:creationId xmlns:a16="http://schemas.microsoft.com/office/drawing/2014/main" id="{B8749AF9-938D-451B-A74F-F453E36A6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規範、知識、長篇範例</a:t>
            </a:r>
          </a:p>
        </p:txBody>
      </p:sp>
      <p:sp>
        <p:nvSpPr>
          <p:cNvPr id="17" name="text-1373">
            <a:extLst xmlns:a="http://schemas.openxmlformats.org/drawingml/2006/main">
              <a:ext uri="{FF2B5EF4-FFF2-40B4-BE49-F238E27FC236}">
                <a16:creationId xmlns:a16="http://schemas.microsoft.com/office/drawing/2014/main" id="{A0694234-2711-4D66-8ADD-DD5B8C4A6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374">
            <a:extLst xmlns:a="http://schemas.openxmlformats.org/drawingml/2006/main">
              <a:ext uri="{FF2B5EF4-FFF2-40B4-BE49-F238E27FC236}">
                <a16:creationId xmlns:a16="http://schemas.microsoft.com/office/drawing/2014/main" id="{33B2B586-36D5-4065-9BA0-0A9728ECC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1375">
            <a:extLst xmlns:a="http://schemas.openxmlformats.org/drawingml/2006/main">
              <a:ext uri="{FF2B5EF4-FFF2-40B4-BE49-F238E27FC236}">
                <a16:creationId xmlns:a16="http://schemas.microsoft.com/office/drawing/2014/main" id="{8D2E9129-661D-425C-BD99-29FB4A96D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376">
            <a:extLst xmlns:a="http://schemas.openxmlformats.org/drawingml/2006/main">
              <a:ext uri="{FF2B5EF4-FFF2-40B4-BE49-F238E27FC236}">
                <a16:creationId xmlns:a16="http://schemas.microsoft.com/office/drawing/2014/main" id="{B4BD36D2-1E6A-44FB-9D4D-6E74B8B09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377">
            <a:extLst xmlns:a="http://schemas.openxmlformats.org/drawingml/2006/main">
              <a:ext uri="{FF2B5EF4-FFF2-40B4-BE49-F238E27FC236}">
                <a16:creationId xmlns:a16="http://schemas.microsoft.com/office/drawing/2014/main" id="{F126BBC2-98E1-482D-98FB-7CA3FB252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scripts/</a:t>
            </a:r>
          </a:p>
        </p:txBody>
      </p:sp>
      <p:sp>
        <p:nvSpPr>
          <p:cNvPr id="22" name="text-1378">
            <a:extLst xmlns:a="http://schemas.openxmlformats.org/drawingml/2006/main">
              <a:ext uri="{FF2B5EF4-FFF2-40B4-BE49-F238E27FC236}">
                <a16:creationId xmlns:a16="http://schemas.microsoft.com/office/drawing/2014/main" id="{1E4BBF8F-9763-468A-8A91-4B3CA780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可重複執行的檢查與轉換</a:t>
            </a:r>
          </a:p>
        </p:txBody>
      </p:sp>
      <p:sp>
        <p:nvSpPr>
          <p:cNvPr id="23" name="text-1379">
            <a:extLst xmlns:a="http://schemas.openxmlformats.org/drawingml/2006/main">
              <a:ext uri="{FF2B5EF4-FFF2-40B4-BE49-F238E27FC236}">
                <a16:creationId xmlns:a16="http://schemas.microsoft.com/office/drawing/2014/main" id="{90F8FF1A-F4FC-4A65-8859-1EF7C850B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380">
            <a:extLst xmlns:a="http://schemas.openxmlformats.org/drawingml/2006/main">
              <a:ext uri="{FF2B5EF4-FFF2-40B4-BE49-F238E27FC236}">
                <a16:creationId xmlns:a16="http://schemas.microsoft.com/office/drawing/2014/main" id="{074E7E2A-9672-4D97-ACC6-347B36FA3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1381">
            <a:extLst xmlns:a="http://schemas.openxmlformats.org/drawingml/2006/main">
              <a:ext uri="{FF2B5EF4-FFF2-40B4-BE49-F238E27FC236}">
                <a16:creationId xmlns:a16="http://schemas.microsoft.com/office/drawing/2014/main" id="{CDBF2368-FB85-4A4D-8455-6C9D236EF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382">
            <a:extLst xmlns:a="http://schemas.openxmlformats.org/drawingml/2006/main">
              <a:ext uri="{FF2B5EF4-FFF2-40B4-BE49-F238E27FC236}">
                <a16:creationId xmlns:a16="http://schemas.microsoft.com/office/drawing/2014/main" id="{438A539D-CC5E-4304-851B-407CC1B0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383">
            <a:extLst xmlns:a="http://schemas.openxmlformats.org/drawingml/2006/main">
              <a:ext uri="{FF2B5EF4-FFF2-40B4-BE49-F238E27FC236}">
                <a16:creationId xmlns:a16="http://schemas.microsoft.com/office/drawing/2014/main" id="{B03BA73F-82D4-4289-AF73-9636F0FBA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assets/</a:t>
            </a:r>
          </a:p>
        </p:txBody>
      </p:sp>
      <p:sp>
        <p:nvSpPr>
          <p:cNvPr id="28" name="text-1384">
            <a:extLst xmlns:a="http://schemas.openxmlformats.org/drawingml/2006/main">
              <a:ext uri="{FF2B5EF4-FFF2-40B4-BE49-F238E27FC236}">
                <a16:creationId xmlns:a16="http://schemas.microsoft.com/office/drawing/2014/main" id="{E0882B7A-1E49-4AC4-9DEE-5162EDBAD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範本、圖片、輸出骨架</a:t>
            </a:r>
          </a:p>
        </p:txBody>
      </p:sp>
      <p:sp>
        <p:nvSpPr>
          <p:cNvPr id="29" name="text-1385">
            <a:extLst xmlns:a="http://schemas.openxmlformats.org/drawingml/2006/main">
              <a:ext uri="{FF2B5EF4-FFF2-40B4-BE49-F238E27FC236}">
                <a16:creationId xmlns:a16="http://schemas.microsoft.com/office/drawing/2014/main" id="{C4660244-7781-47E9-AF17-4765505E2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1728">
            <a:extLst xmlns:a="http://schemas.openxmlformats.org/drawingml/2006/main">
              <a:ext uri="{FF2B5EF4-FFF2-40B4-BE49-F238E27FC236}">
                <a16:creationId xmlns:a16="http://schemas.microsoft.com/office/drawing/2014/main" id="{B80E1E77-04B2-4262-A8C7-33BBA2880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494cac29d5a42c4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23765d609184c15"/>
              </a:rPr>
              <a:t>Codex Skills ↗</a:t>
            </a:r>
          </a:p>
        </p:txBody>
      </p:sp>
      <p:sp>
        <p:nvSpPr>
          <p:cNvPr id="31" name="shape-1785">
            <a:extLst xmlns:a="http://schemas.openxmlformats.org/drawingml/2006/main">
              <a:ext uri="{FF2B5EF4-FFF2-40B4-BE49-F238E27FC236}">
                <a16:creationId xmlns:a16="http://schemas.microsoft.com/office/drawing/2014/main" id="{A931AC36-52A5-4B2E-BF24-569E8C8DC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a5b3c262f5420b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786">
            <a:extLst xmlns:a="http://schemas.openxmlformats.org/drawingml/2006/main">
              <a:ext uri="{FF2B5EF4-FFF2-40B4-BE49-F238E27FC236}">
                <a16:creationId xmlns:a16="http://schemas.microsoft.com/office/drawing/2014/main" id="{BE30226B-5176-4702-86AB-4BBB0C1BF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046645b2ee49be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787">
            <a:extLst xmlns:a="http://schemas.openxmlformats.org/drawingml/2006/main">
              <a:ext uri="{FF2B5EF4-FFF2-40B4-BE49-F238E27FC236}">
                <a16:creationId xmlns:a16="http://schemas.microsoft.com/office/drawing/2014/main" id="{DBA338BE-38CB-4EC6-A7A4-02A9F2439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38899005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1386">
            <a:extLst xmlns:a="http://schemas.openxmlformats.org/drawingml/2006/main">
              <a:ext uri="{FF2B5EF4-FFF2-40B4-BE49-F238E27FC236}">
                <a16:creationId xmlns:a16="http://schemas.microsoft.com/office/drawing/2014/main" id="{0FCCDFB3-D098-447C-974C-662AB39D9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148B5C9-CBA3-45F4-8462-2F3251899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跨平台 SKILL.md：最小而清楚</a:t>
            </a:r>
          </a:p>
        </p:txBody>
      </p:sp>
      <p:cxnSp>
        <p:nvCxnSpPr>
          <p:cNvPr id="21" name="shape-138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88">
            <a:extLst xmlns:a="http://schemas.openxmlformats.org/drawingml/2006/main">
              <a:ext uri="{FF2B5EF4-FFF2-40B4-BE49-F238E27FC236}">
                <a16:creationId xmlns:a16="http://schemas.microsoft.com/office/drawing/2014/main" id="{924B4435-9103-4F2A-BD32-6BC2AC315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A89DAD2-506C-455C-91B2-5DA3427FA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29</a:t>
            </a:r>
          </a:p>
        </p:txBody>
      </p:sp>
      <p:sp>
        <p:nvSpPr>
          <p:cNvPr id="6" name="text-1389">
            <a:extLst xmlns:a="http://schemas.openxmlformats.org/drawingml/2006/main">
              <a:ext uri="{FF2B5EF4-FFF2-40B4-BE49-F238E27FC236}">
                <a16:creationId xmlns:a16="http://schemas.microsoft.com/office/drawing/2014/main" id="{30EAC6D0-16D5-476D-91DB-715859C0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050B1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---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name: course-site-quality-check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description: 檢查課程網站的手機版、無障礙、連結與部署狀態；當使用者要求網站上線前總檢時使用。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# 課程網站上線前總檢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先唯讀檢查現況，不直接發布。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依序檢查手機版、鍵盤操作、連結與隱私。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對每項標示：通過／失敗／未確認。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4. 只有在使用者明確授權後才部署。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5. 交付檢查表、證據與下一步。</a:t>
            </a:r>
          </a:p>
        </p:txBody>
      </p:sp>
      <p:sp>
        <p:nvSpPr>
          <p:cNvPr id="7" name="text-1390">
            <a:extLst xmlns:a="http://schemas.openxmlformats.org/drawingml/2006/main">
              <a:ext uri="{FF2B5EF4-FFF2-40B4-BE49-F238E27FC236}">
                <a16:creationId xmlns:a16="http://schemas.microsoft.com/office/drawing/2014/main" id="{4ED94A2F-66DB-43FE-A701-24D2E2B83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Frontmatter</a:t>
            </a:r>
          </a:p>
        </p:txBody>
      </p:sp>
      <p:sp>
        <p:nvSpPr>
          <p:cNvPr id="8" name="text-1391">
            <a:extLst xmlns:a="http://schemas.openxmlformats.org/drawingml/2006/main">
              <a:ext uri="{FF2B5EF4-FFF2-40B4-BE49-F238E27FC236}">
                <a16:creationId xmlns:a16="http://schemas.microsoft.com/office/drawing/2014/main" id="{70603A01-67BD-4FC1-9B67-25F5C4E49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為跨 Antigravity 與 Codex 使用，只保留 name、description。</a:t>
            </a:r>
          </a:p>
        </p:txBody>
      </p:sp>
      <p:sp>
        <p:nvSpPr>
          <p:cNvPr id="9" name="text-1392">
            <a:extLst xmlns:a="http://schemas.openxmlformats.org/drawingml/2006/main">
              <a:ext uri="{FF2B5EF4-FFF2-40B4-BE49-F238E27FC236}">
                <a16:creationId xmlns:a16="http://schemas.microsoft.com/office/drawing/2014/main" id="{406FEBA1-E4FC-4274-9E00-5127C140F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rPr>
              <a:t>描述要能觸發</a:t>
            </a:r>
          </a:p>
        </p:txBody>
      </p:sp>
      <p:sp>
        <p:nvSpPr>
          <p:cNvPr id="10" name="text-1393">
            <a:extLst xmlns:a="http://schemas.openxmlformats.org/drawingml/2006/main">
              <a:ext uri="{FF2B5EF4-FFF2-40B4-BE49-F238E27FC236}">
                <a16:creationId xmlns:a16="http://schemas.microsoft.com/office/drawing/2014/main" id="{00FFFDAB-E652-4A05-AFA0-0449D9CB2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寫清楚何時使用，以及它解決什麼工作。</a:t>
            </a:r>
          </a:p>
        </p:txBody>
      </p:sp>
      <p:sp>
        <p:nvSpPr>
          <p:cNvPr id="11" name="text-1394">
            <a:extLst xmlns:a="http://schemas.openxmlformats.org/drawingml/2006/main">
              <a:ext uri="{FF2B5EF4-FFF2-40B4-BE49-F238E27FC236}">
                <a16:creationId xmlns:a16="http://schemas.microsoft.com/office/drawing/2014/main" id="{5D554BC1-9671-4DB1-BAC4-19D0371B2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流程要能驗收</a:t>
            </a:r>
          </a:p>
        </p:txBody>
      </p:sp>
      <p:sp>
        <p:nvSpPr>
          <p:cNvPr id="12" name="text-1395">
            <a:extLst xmlns:a="http://schemas.openxmlformats.org/drawingml/2006/main">
              <a:ext uri="{FF2B5EF4-FFF2-40B4-BE49-F238E27FC236}">
                <a16:creationId xmlns:a16="http://schemas.microsoft.com/office/drawing/2014/main" id="{C6DEB3F4-F4C0-48B1-9DA7-60EF850CC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步驟、狀態與授權邊界都可檢查。</a:t>
            </a:r>
          </a:p>
        </p:txBody>
      </p:sp>
      <p:sp>
        <p:nvSpPr>
          <p:cNvPr id="13" name="text-1729">
            <a:extLst xmlns:a="http://schemas.openxmlformats.org/drawingml/2006/main">
              <a:ext uri="{FF2B5EF4-FFF2-40B4-BE49-F238E27FC236}">
                <a16:creationId xmlns:a16="http://schemas.microsoft.com/office/drawing/2014/main" id="{08E4C92E-ACA5-482A-B09C-0E505601A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b9e8df797e9404f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7ee39ee470542e5"/>
              </a:rPr>
              <a:t>Codex Skills ↗</a:t>
            </a:r>
          </a:p>
        </p:txBody>
      </p:sp>
      <p:sp>
        <p:nvSpPr>
          <p:cNvPr id="14" name="shape-1788">
            <a:extLst xmlns:a="http://schemas.openxmlformats.org/drawingml/2006/main">
              <a:ext uri="{FF2B5EF4-FFF2-40B4-BE49-F238E27FC236}">
                <a16:creationId xmlns:a16="http://schemas.microsoft.com/office/drawing/2014/main" id="{F3759C45-068B-41A2-BB59-16BB78868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40c70f53794981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6" name="text-1789">
            <a:extLst xmlns:a="http://schemas.openxmlformats.org/drawingml/2006/main">
              <a:ext uri="{FF2B5EF4-FFF2-40B4-BE49-F238E27FC236}">
                <a16:creationId xmlns:a16="http://schemas.microsoft.com/office/drawing/2014/main" id="{A720638A-934F-480C-8A6B-C12A5E2B7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a7617c361e4e57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8" name="text-1790">
            <a:extLst xmlns:a="http://schemas.openxmlformats.org/drawingml/2006/main">
              <a:ext uri="{FF2B5EF4-FFF2-40B4-BE49-F238E27FC236}">
                <a16:creationId xmlns:a16="http://schemas.microsoft.com/office/drawing/2014/main" id="{AB5266FE-F414-4FEA-811F-624BFBBDD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30581337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text-1396">
            <a:extLst xmlns:a="http://schemas.openxmlformats.org/drawingml/2006/main">
              <a:ext uri="{FF2B5EF4-FFF2-40B4-BE49-F238E27FC236}">
                <a16:creationId xmlns:a16="http://schemas.microsoft.com/office/drawing/2014/main" id="{E1E1066E-93BC-4163-9620-84E09D520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PROGRESSIVE DISCLOSURE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D0E9B2B-0E51-46DA-8A23-A6D1B473A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漸進式揭露：Agent 需要時才讀細節</a:t>
            </a:r>
          </a:p>
        </p:txBody>
      </p:sp>
      <p:cxnSp>
        <p:nvCxnSpPr>
          <p:cNvPr id="34" name="shape-139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98">
            <a:extLst xmlns:a="http://schemas.openxmlformats.org/drawingml/2006/main">
              <a:ext uri="{FF2B5EF4-FFF2-40B4-BE49-F238E27FC236}">
                <a16:creationId xmlns:a16="http://schemas.microsoft.com/office/drawing/2014/main" id="{4F29024E-9E8E-4378-9666-914199AA0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AE9FA58-CFF8-4E28-A2C1-040154B84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30</a:t>
            </a:r>
          </a:p>
        </p:txBody>
      </p:sp>
      <p:sp>
        <p:nvSpPr>
          <p:cNvPr id="6" name="shape-1399">
            <a:extLst xmlns:a="http://schemas.openxmlformats.org/drawingml/2006/main">
              <a:ext uri="{FF2B5EF4-FFF2-40B4-BE49-F238E27FC236}">
                <a16:creationId xmlns:a16="http://schemas.microsoft.com/office/drawing/2014/main" id="{398BE420-A571-4F39-8604-14984112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400">
            <a:extLst xmlns:a="http://schemas.openxmlformats.org/drawingml/2006/main">
              <a:ext uri="{FF2B5EF4-FFF2-40B4-BE49-F238E27FC236}">
                <a16:creationId xmlns:a16="http://schemas.microsoft.com/office/drawing/2014/main" id="{90974272-9224-42FB-BB01-6A07CCAAB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401">
            <a:extLst xmlns:a="http://schemas.openxmlformats.org/drawingml/2006/main">
              <a:ext uri="{FF2B5EF4-FFF2-40B4-BE49-F238E27FC236}">
                <a16:creationId xmlns:a16="http://schemas.microsoft.com/office/drawing/2014/main" id="{0051B1C1-EBCB-41FA-830E-DD4887BEE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第一層：描述</a:t>
            </a:r>
          </a:p>
        </p:txBody>
      </p:sp>
      <p:sp>
        <p:nvSpPr>
          <p:cNvPr id="9" name="text-1402">
            <a:extLst xmlns:a="http://schemas.openxmlformats.org/drawingml/2006/main">
              <a:ext uri="{FF2B5EF4-FFF2-40B4-BE49-F238E27FC236}">
                <a16:creationId xmlns:a16="http://schemas.microsoft.com/office/drawing/2014/main" id="{E299BA46-4D5D-4526-9F27-2BCADBC8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Agent 先看名稱與 description，判斷是否適用。</a:t>
            </a:r>
          </a:p>
        </p:txBody>
      </p:sp>
      <p:sp>
        <p:nvSpPr>
          <p:cNvPr id="10" name="shape-1403">
            <a:extLst xmlns:a="http://schemas.openxmlformats.org/drawingml/2006/main">
              <a:ext uri="{FF2B5EF4-FFF2-40B4-BE49-F238E27FC236}">
                <a16:creationId xmlns:a16="http://schemas.microsoft.com/office/drawing/2014/main" id="{63FB8481-511C-4F46-8535-E435032B0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404">
            <a:extLst xmlns:a="http://schemas.openxmlformats.org/drawingml/2006/main">
              <a:ext uri="{FF2B5EF4-FFF2-40B4-BE49-F238E27FC236}">
                <a16:creationId xmlns:a16="http://schemas.microsoft.com/office/drawing/2014/main" id="{1641D8C8-061E-4869-A070-F6941ADB1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405">
            <a:extLst xmlns:a="http://schemas.openxmlformats.org/drawingml/2006/main">
              <a:ext uri="{FF2B5EF4-FFF2-40B4-BE49-F238E27FC236}">
                <a16:creationId xmlns:a16="http://schemas.microsoft.com/office/drawing/2014/main" id="{DE48B966-26B5-4341-8F7C-CDA7D352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第二層：主流程</a:t>
            </a:r>
          </a:p>
        </p:txBody>
      </p:sp>
      <p:sp>
        <p:nvSpPr>
          <p:cNvPr id="13" name="text-1406">
            <a:extLst xmlns:a="http://schemas.openxmlformats.org/drawingml/2006/main">
              <a:ext uri="{FF2B5EF4-FFF2-40B4-BE49-F238E27FC236}">
                <a16:creationId xmlns:a16="http://schemas.microsoft.com/office/drawing/2014/main" id="{5D7AA80F-AC6D-4F87-AD31-BC2B59508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觸發後讀 SKILL.md，取得核心步驟與規則。</a:t>
            </a:r>
          </a:p>
        </p:txBody>
      </p:sp>
      <p:sp>
        <p:nvSpPr>
          <p:cNvPr id="14" name="shape-1407">
            <a:extLst xmlns:a="http://schemas.openxmlformats.org/drawingml/2006/main">
              <a:ext uri="{FF2B5EF4-FFF2-40B4-BE49-F238E27FC236}">
                <a16:creationId xmlns:a16="http://schemas.microsoft.com/office/drawing/2014/main" id="{8F6A2C01-0208-478E-8FF3-92006FB1B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408">
            <a:extLst xmlns:a="http://schemas.openxmlformats.org/drawingml/2006/main">
              <a:ext uri="{FF2B5EF4-FFF2-40B4-BE49-F238E27FC236}">
                <a16:creationId xmlns:a16="http://schemas.microsoft.com/office/drawing/2014/main" id="{13B4939F-5D9D-455C-8C65-A1FF0C9DA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409">
            <a:extLst xmlns:a="http://schemas.openxmlformats.org/drawingml/2006/main">
              <a:ext uri="{FF2B5EF4-FFF2-40B4-BE49-F238E27FC236}">
                <a16:creationId xmlns:a16="http://schemas.microsoft.com/office/drawing/2014/main" id="{DED4BDA6-CF9D-4A29-A703-C45FD3445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第三層：附件</a:t>
            </a:r>
          </a:p>
        </p:txBody>
      </p:sp>
      <p:sp>
        <p:nvSpPr>
          <p:cNvPr id="17" name="text-1410">
            <a:extLst xmlns:a="http://schemas.openxmlformats.org/drawingml/2006/main">
              <a:ext uri="{FF2B5EF4-FFF2-40B4-BE49-F238E27FC236}">
                <a16:creationId xmlns:a16="http://schemas.microsoft.com/office/drawing/2014/main" id="{9E6F0B60-0803-4735-986B-9A83E2168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任務需要時才讀 references、執行 scripts、取用 assets。</a:t>
            </a:r>
          </a:p>
        </p:txBody>
      </p:sp>
      <p:sp>
        <p:nvSpPr>
          <p:cNvPr id="18" name="text-1411">
            <a:extLst xmlns:a="http://schemas.openxmlformats.org/drawingml/2006/main">
              <a:ext uri="{FF2B5EF4-FFF2-40B4-BE49-F238E27FC236}">
                <a16:creationId xmlns:a16="http://schemas.microsoft.com/office/drawing/2014/main" id="{CE4BDD5E-097F-42F0-B316-EAC7F6B23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描述</a:t>
            </a:r>
          </a:p>
        </p:txBody>
      </p:sp>
      <p:sp>
        <p:nvSpPr>
          <p:cNvPr id="19" name="text-1412">
            <a:extLst xmlns:a="http://schemas.openxmlformats.org/drawingml/2006/main">
              <a:ext uri="{FF2B5EF4-FFF2-40B4-BE49-F238E27FC236}">
                <a16:creationId xmlns:a16="http://schemas.microsoft.com/office/drawing/2014/main" id="{1E451818-4D1D-48F0-BA78-223B9F970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SKILL.md</a:t>
            </a:r>
          </a:p>
        </p:txBody>
      </p:sp>
      <p:sp>
        <p:nvSpPr>
          <p:cNvPr id="20" name="text-1413">
            <a:extLst xmlns:a="http://schemas.openxmlformats.org/drawingml/2006/main">
              <a:ext uri="{FF2B5EF4-FFF2-40B4-BE49-F238E27FC236}">
                <a16:creationId xmlns:a16="http://schemas.microsoft.com/office/drawing/2014/main" id="{4A88F75A-B201-4E27-9904-AEB8BFDEA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附件</a:t>
            </a:r>
          </a:p>
        </p:txBody>
      </p:sp>
      <p:sp>
        <p:nvSpPr>
          <p:cNvPr id="21" name="text-1414">
            <a:extLst xmlns:a="http://schemas.openxmlformats.org/drawingml/2006/main">
              <a:ext uri="{FF2B5EF4-FFF2-40B4-BE49-F238E27FC236}">
                <a16:creationId xmlns:a16="http://schemas.microsoft.com/office/drawing/2014/main" id="{98517C6A-6122-44B2-8640-E31B992E5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可驗證成果</a:t>
            </a:r>
          </a:p>
        </p:txBody>
      </p:sp>
      <p:cxnSp>
        <p:nvCxnSpPr>
          <p:cNvPr id="53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628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54" name=""/>
          <p:cNvCxnSpPr>
            <a:stCxn xmlns:a="http://schemas.openxmlformats.org/drawingml/2006/main" id="19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5295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55" name=""/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7962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25" name="text-1415">
            <a:extLst xmlns:a="http://schemas.openxmlformats.org/drawingml/2006/main">
              <a:ext uri="{FF2B5EF4-FFF2-40B4-BE49-F238E27FC236}">
                <a16:creationId xmlns:a16="http://schemas.microsoft.com/office/drawing/2014/main" id="{B77D8A89-644E-41E3-A3C3-38074914C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619750"/>
            <a:ext cx="560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按需載入，不把整個知識庫一次塞進主文</a:t>
            </a:r>
          </a:p>
        </p:txBody>
      </p:sp>
      <p:sp>
        <p:nvSpPr>
          <p:cNvPr id="26" name="text-1730">
            <a:extLst xmlns:a="http://schemas.openxmlformats.org/drawingml/2006/main">
              <a:ext uri="{FF2B5EF4-FFF2-40B4-BE49-F238E27FC236}">
                <a16:creationId xmlns:a16="http://schemas.microsoft.com/office/drawing/2014/main" id="{3E26C5E2-0B61-43EF-B140-22FB7EF86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405de79f5664984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b3b609f506d475c"/>
              </a:rPr>
              <a:t>Codex Skills ↗</a:t>
            </a:r>
          </a:p>
        </p:txBody>
      </p:sp>
      <p:sp>
        <p:nvSpPr>
          <p:cNvPr id="27" name="shape-1791">
            <a:extLst xmlns:a="http://schemas.openxmlformats.org/drawingml/2006/main">
              <a:ext uri="{FF2B5EF4-FFF2-40B4-BE49-F238E27FC236}">
                <a16:creationId xmlns:a16="http://schemas.microsoft.com/office/drawing/2014/main" id="{B3D109A0-A42F-4EDE-AF62-8ABB05968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03cb6249af406a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9" name="text-1792">
            <a:extLst xmlns:a="http://schemas.openxmlformats.org/drawingml/2006/main">
              <a:ext uri="{FF2B5EF4-FFF2-40B4-BE49-F238E27FC236}">
                <a16:creationId xmlns:a16="http://schemas.microsoft.com/office/drawing/2014/main" id="{0602F2CE-3723-49BB-A90A-F3CA8CDBC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6670aa5abd4d11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1" name="text-1793">
            <a:extLst xmlns:a="http://schemas.openxmlformats.org/drawingml/2006/main">
              <a:ext uri="{FF2B5EF4-FFF2-40B4-BE49-F238E27FC236}">
                <a16:creationId xmlns:a16="http://schemas.microsoft.com/office/drawing/2014/main" id="{3566C64F-E215-413F-BC8A-14F348A0D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481806873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416">
            <a:extLst xmlns:a="http://schemas.openxmlformats.org/drawingml/2006/main">
              <a:ext uri="{FF2B5EF4-FFF2-40B4-BE49-F238E27FC236}">
                <a16:creationId xmlns:a16="http://schemas.microsoft.com/office/drawing/2014/main" id="{FC3B0D91-A914-4502-89D4-0D7936530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DE4C466-9E3F-4017-9BE5-6C3E08A59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C｜把一筆提示詞升級成教育 Skill</a:t>
            </a:r>
          </a:p>
        </p:txBody>
      </p:sp>
      <p:cxnSp>
        <p:nvCxnSpPr>
          <p:cNvPr id="27" name="shape-141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18">
            <a:extLst xmlns:a="http://schemas.openxmlformats.org/drawingml/2006/main">
              <a:ext uri="{FF2B5EF4-FFF2-40B4-BE49-F238E27FC236}">
                <a16:creationId xmlns:a16="http://schemas.microsoft.com/office/drawing/2014/main" id="{E840DF30-3EE6-469A-BABF-8C6166F07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721751F-A361-4CC0-961F-DC383AAA2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31</a:t>
            </a:r>
          </a:p>
        </p:txBody>
      </p:sp>
      <p:sp>
        <p:nvSpPr>
          <p:cNvPr id="6" name="text-1419">
            <a:extLst xmlns:a="http://schemas.openxmlformats.org/drawingml/2006/main">
              <a:ext uri="{FF2B5EF4-FFF2-40B4-BE49-F238E27FC236}">
                <a16:creationId xmlns:a16="http://schemas.microsoft.com/office/drawing/2014/main" id="{FE22F4F0-B309-4BB8-BA92-BD709841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420">
            <a:extLst xmlns:a="http://schemas.openxmlformats.org/drawingml/2006/main">
              <a:ext uri="{FF2B5EF4-FFF2-40B4-BE49-F238E27FC236}">
                <a16:creationId xmlns:a16="http://schemas.microsoft.com/office/drawing/2014/main" id="{8B498E1A-2489-45BE-83CA-FF3149CB9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421">
            <a:extLst xmlns:a="http://schemas.openxmlformats.org/drawingml/2006/main">
              <a:ext uri="{FF2B5EF4-FFF2-40B4-BE49-F238E27FC236}">
                <a16:creationId xmlns:a16="http://schemas.microsoft.com/office/drawing/2014/main" id="{AFA3DF2B-5125-41E3-BA81-1AF63AB7F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422">
            <a:extLst xmlns:a="http://schemas.openxmlformats.org/drawingml/2006/main">
              <a:ext uri="{FF2B5EF4-FFF2-40B4-BE49-F238E27FC236}">
                <a16:creationId xmlns:a16="http://schemas.microsoft.com/office/drawing/2014/main" id="{7F462F7A-925C-4BCB-AD81-B3B7D8C49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從快捷面板選一個高頻提示詞</a:t>
            </a:r>
          </a:p>
        </p:txBody>
      </p:sp>
      <p:sp>
        <p:nvSpPr>
          <p:cNvPr id="10" name="text-1423">
            <a:extLst xmlns:a="http://schemas.openxmlformats.org/drawingml/2006/main">
              <a:ext uri="{FF2B5EF4-FFF2-40B4-BE49-F238E27FC236}">
                <a16:creationId xmlns:a16="http://schemas.microsoft.com/office/drawing/2014/main" id="{661DCD19-BFBC-49F5-B25C-C9660AC61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424">
            <a:extLst xmlns:a="http://schemas.openxmlformats.org/drawingml/2006/main">
              <a:ext uri="{FF2B5EF4-FFF2-40B4-BE49-F238E27FC236}">
                <a16:creationId xmlns:a16="http://schemas.microsoft.com/office/drawing/2014/main" id="{C51DF1CB-4748-4623-B973-A8E23DBF4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補齊輸入、步驟、限制與驗收</a:t>
            </a:r>
          </a:p>
        </p:txBody>
      </p:sp>
      <p:sp>
        <p:nvSpPr>
          <p:cNvPr id="12" name="text-1425">
            <a:extLst xmlns:a="http://schemas.openxmlformats.org/drawingml/2006/main">
              <a:ext uri="{FF2B5EF4-FFF2-40B4-BE49-F238E27FC236}">
                <a16:creationId xmlns:a16="http://schemas.microsoft.com/office/drawing/2014/main" id="{6B678B22-F0FB-4482-ADC3-18F5FD7AE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426">
            <a:extLst xmlns:a="http://schemas.openxmlformats.org/drawingml/2006/main">
              <a:ext uri="{FF2B5EF4-FFF2-40B4-BE49-F238E27FC236}">
                <a16:creationId xmlns:a16="http://schemas.microsoft.com/office/drawing/2014/main" id="{BD24A243-31B0-4F78-BC62-E56769CC3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建立資料夾與 SKILL.md</a:t>
            </a:r>
          </a:p>
        </p:txBody>
      </p:sp>
      <p:sp>
        <p:nvSpPr>
          <p:cNvPr id="14" name="text-1427">
            <a:extLst xmlns:a="http://schemas.openxmlformats.org/drawingml/2006/main">
              <a:ext uri="{FF2B5EF4-FFF2-40B4-BE49-F238E27FC236}">
                <a16:creationId xmlns:a16="http://schemas.microsoft.com/office/drawing/2014/main" id="{A81880E2-3FBA-420E-9C7B-24DF8FB9C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428">
            <a:extLst xmlns:a="http://schemas.openxmlformats.org/drawingml/2006/main">
              <a:ext uri="{FF2B5EF4-FFF2-40B4-BE49-F238E27FC236}">
                <a16:creationId xmlns:a16="http://schemas.microsoft.com/office/drawing/2014/main" id="{85B94CAC-C66F-4B33-92AB-13273285F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在 Agent 中用自然語句觸發並修正</a:t>
            </a:r>
          </a:p>
        </p:txBody>
      </p:sp>
      <p:sp>
        <p:nvSpPr>
          <p:cNvPr id="16" name="shape-1429">
            <a:extLst xmlns:a="http://schemas.openxmlformats.org/drawingml/2006/main">
              <a:ext uri="{FF2B5EF4-FFF2-40B4-BE49-F238E27FC236}">
                <a16:creationId xmlns:a16="http://schemas.microsoft.com/office/drawing/2014/main" id="{BAFC77BD-843A-4EED-97AC-32990475F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430">
            <a:extLst xmlns:a="http://schemas.openxmlformats.org/drawingml/2006/main">
              <a:ext uri="{FF2B5EF4-FFF2-40B4-BE49-F238E27FC236}">
                <a16:creationId xmlns:a16="http://schemas.microsoft.com/office/drawing/2014/main" id="{DF3FD897-D654-4496-B6B0-53DEC18E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431">
            <a:extLst xmlns:a="http://schemas.openxmlformats.org/drawingml/2006/main">
              <a:ext uri="{FF2B5EF4-FFF2-40B4-BE49-F238E27FC236}">
                <a16:creationId xmlns:a16="http://schemas.microsoft.com/office/drawing/2014/main" id="{635739ED-D4C8-4A9A-B00D-A106E9AD4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名稱與描述清楚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流程可重複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有至少一項驗收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需要授權的動作會停</a:t>
            </a:r>
          </a:p>
        </p:txBody>
      </p:sp>
      <p:sp>
        <p:nvSpPr>
          <p:cNvPr id="19" name="text-1731">
            <a:extLst xmlns:a="http://schemas.openxmlformats.org/drawingml/2006/main">
              <a:ext uri="{FF2B5EF4-FFF2-40B4-BE49-F238E27FC236}">
                <a16:creationId xmlns:a16="http://schemas.microsoft.com/office/drawing/2014/main" id="{E192CBF0-1B5A-4AB8-81E0-ECC471E97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27658f7dae34ad4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59365416b444026"/>
              </a:rPr>
              <a:t>Codex Skills ↗</a:t>
            </a:r>
          </a:p>
        </p:txBody>
      </p:sp>
      <p:sp>
        <p:nvSpPr>
          <p:cNvPr id="20" name="shape-1794">
            <a:extLst xmlns:a="http://schemas.openxmlformats.org/drawingml/2006/main">
              <a:ext uri="{FF2B5EF4-FFF2-40B4-BE49-F238E27FC236}">
                <a16:creationId xmlns:a16="http://schemas.microsoft.com/office/drawing/2014/main" id="{92ED15B4-9961-446B-BD21-82045B59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f7711cbb0841b6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1795">
            <a:extLst xmlns:a="http://schemas.openxmlformats.org/drawingml/2006/main">
              <a:ext uri="{FF2B5EF4-FFF2-40B4-BE49-F238E27FC236}">
                <a16:creationId xmlns:a16="http://schemas.microsoft.com/office/drawing/2014/main" id="{608C3F4E-7FC2-4C7F-92AC-82D288476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c42be65c474314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1796">
            <a:extLst xmlns:a="http://schemas.openxmlformats.org/drawingml/2006/main">
              <a:ext uri="{FF2B5EF4-FFF2-40B4-BE49-F238E27FC236}">
                <a16:creationId xmlns:a16="http://schemas.microsoft.com/office/drawing/2014/main" id="{F4435711-4537-4C18-AB6E-A28F57708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873718230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432">
            <a:extLst xmlns:a="http://schemas.openxmlformats.org/drawingml/2006/main">
              <a:ext uri="{FF2B5EF4-FFF2-40B4-BE49-F238E27FC236}">
                <a16:creationId xmlns:a16="http://schemas.microsoft.com/office/drawing/2014/main" id="{FBF241D2-2EBB-4AD9-850B-176AFC939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CROSS-AGENT TEST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8FFB6C3-CA74-4F72-B556-CF9DDF5EC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同一個 Skill，做兩輪交叉測試</a:t>
            </a:r>
          </a:p>
        </p:txBody>
      </p:sp>
      <p:cxnSp>
        <p:nvCxnSpPr>
          <p:cNvPr id="30" name="shape-143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34">
            <a:extLst xmlns:a="http://schemas.openxmlformats.org/drawingml/2006/main">
              <a:ext uri="{FF2B5EF4-FFF2-40B4-BE49-F238E27FC236}">
                <a16:creationId xmlns:a16="http://schemas.microsoft.com/office/drawing/2014/main" id="{32CE2075-02EE-486E-8F8D-12B36BBDF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0A24921-443E-4F8E-A6E2-C39F94861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32</a:t>
            </a:r>
          </a:p>
        </p:txBody>
      </p:sp>
      <p:sp>
        <p:nvSpPr>
          <p:cNvPr id="6" name="shape-1435">
            <a:extLst xmlns:a="http://schemas.openxmlformats.org/drawingml/2006/main">
              <a:ext uri="{FF2B5EF4-FFF2-40B4-BE49-F238E27FC236}">
                <a16:creationId xmlns:a16="http://schemas.microsoft.com/office/drawing/2014/main" id="{1D66FCAB-5B6F-4D97-B4D0-BEDCC563C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436">
            <a:extLst xmlns:a="http://schemas.openxmlformats.org/drawingml/2006/main">
              <a:ext uri="{FF2B5EF4-FFF2-40B4-BE49-F238E27FC236}">
                <a16:creationId xmlns:a16="http://schemas.microsoft.com/office/drawing/2014/main" id="{4BEEFE81-6D6F-4323-A457-6E7BD7980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437">
            <a:extLst xmlns:a="http://schemas.openxmlformats.org/drawingml/2006/main">
              <a:ext uri="{FF2B5EF4-FFF2-40B4-BE49-F238E27FC236}">
                <a16:creationId xmlns:a16="http://schemas.microsoft.com/office/drawing/2014/main" id="{B8FFF452-2E2C-4C8C-8B80-C2A366CFE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觸發</a:t>
            </a:r>
          </a:p>
        </p:txBody>
      </p:sp>
      <p:sp>
        <p:nvSpPr>
          <p:cNvPr id="9" name="text-1438">
            <a:extLst xmlns:a="http://schemas.openxmlformats.org/drawingml/2006/main">
              <a:ext uri="{FF2B5EF4-FFF2-40B4-BE49-F238E27FC236}">
                <a16:creationId xmlns:a16="http://schemas.microsoft.com/office/drawing/2014/main" id="{075D5753-D953-4E85-815B-346232AAF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與 Codex 是否都能從 description 判斷何時使用？</a:t>
            </a:r>
          </a:p>
        </p:txBody>
      </p:sp>
      <p:sp>
        <p:nvSpPr>
          <p:cNvPr id="10" name="shape-1439">
            <a:extLst xmlns:a="http://schemas.openxmlformats.org/drawingml/2006/main">
              <a:ext uri="{FF2B5EF4-FFF2-40B4-BE49-F238E27FC236}">
                <a16:creationId xmlns:a16="http://schemas.microsoft.com/office/drawing/2014/main" id="{C393E295-2AEA-405F-AC5C-A8223EBBF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440">
            <a:extLst xmlns:a="http://schemas.openxmlformats.org/drawingml/2006/main">
              <a:ext uri="{FF2B5EF4-FFF2-40B4-BE49-F238E27FC236}">
                <a16:creationId xmlns:a16="http://schemas.microsoft.com/office/drawing/2014/main" id="{5C5038D5-B728-429E-8373-1505C0B52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441">
            <a:extLst xmlns:a="http://schemas.openxmlformats.org/drawingml/2006/main">
              <a:ext uri="{FF2B5EF4-FFF2-40B4-BE49-F238E27FC236}">
                <a16:creationId xmlns:a16="http://schemas.microsoft.com/office/drawing/2014/main" id="{822216C4-A87A-4E72-A7FC-DCD69B960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步驟</a:t>
            </a:r>
          </a:p>
        </p:txBody>
      </p:sp>
      <p:sp>
        <p:nvSpPr>
          <p:cNvPr id="13" name="text-1442">
            <a:extLst xmlns:a="http://schemas.openxmlformats.org/drawingml/2006/main">
              <a:ext uri="{FF2B5EF4-FFF2-40B4-BE49-F238E27FC236}">
                <a16:creationId xmlns:a16="http://schemas.microsoft.com/office/drawing/2014/main" id="{3060360C-68A5-41FA-B4AC-C4EB89884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是否按相同順序處理，或清楚說明環境差異？</a:t>
            </a:r>
          </a:p>
        </p:txBody>
      </p:sp>
      <p:sp>
        <p:nvSpPr>
          <p:cNvPr id="14" name="shape-1443">
            <a:extLst xmlns:a="http://schemas.openxmlformats.org/drawingml/2006/main">
              <a:ext uri="{FF2B5EF4-FFF2-40B4-BE49-F238E27FC236}">
                <a16:creationId xmlns:a16="http://schemas.microsoft.com/office/drawing/2014/main" id="{6FB47479-F6B5-4601-B4DC-12C5A4650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444">
            <a:extLst xmlns:a="http://schemas.openxmlformats.org/drawingml/2006/main">
              <a:ext uri="{FF2B5EF4-FFF2-40B4-BE49-F238E27FC236}">
                <a16:creationId xmlns:a16="http://schemas.microsoft.com/office/drawing/2014/main" id="{B945391A-2479-4ECA-BF8B-6E6C17552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445">
            <a:extLst xmlns:a="http://schemas.openxmlformats.org/drawingml/2006/main">
              <a:ext uri="{FF2B5EF4-FFF2-40B4-BE49-F238E27FC236}">
                <a16:creationId xmlns:a16="http://schemas.microsoft.com/office/drawing/2014/main" id="{064A6749-E861-46E2-9F59-AD0F1103B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護欄</a:t>
            </a:r>
          </a:p>
        </p:txBody>
      </p:sp>
      <p:sp>
        <p:nvSpPr>
          <p:cNvPr id="17" name="text-1446">
            <a:extLst xmlns:a="http://schemas.openxmlformats.org/drawingml/2006/main">
              <a:ext uri="{FF2B5EF4-FFF2-40B4-BE49-F238E27FC236}">
                <a16:creationId xmlns:a16="http://schemas.microsoft.com/office/drawing/2014/main" id="{5019F39E-EEA8-4090-AAE2-CCFB89A4E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是否都在發布、刪除、寄送或改權限前停下？</a:t>
            </a:r>
          </a:p>
        </p:txBody>
      </p:sp>
      <p:sp>
        <p:nvSpPr>
          <p:cNvPr id="18" name="shape-1447">
            <a:extLst xmlns:a="http://schemas.openxmlformats.org/drawingml/2006/main">
              <a:ext uri="{FF2B5EF4-FFF2-40B4-BE49-F238E27FC236}">
                <a16:creationId xmlns:a16="http://schemas.microsoft.com/office/drawing/2014/main" id="{AF35601F-4F82-4AC8-8D54-753A84EAA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448">
            <a:extLst xmlns:a="http://schemas.openxmlformats.org/drawingml/2006/main">
              <a:ext uri="{FF2B5EF4-FFF2-40B4-BE49-F238E27FC236}">
                <a16:creationId xmlns:a16="http://schemas.microsoft.com/office/drawing/2014/main" id="{61602C85-F821-4612-AC32-A20EDAD81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449">
            <a:extLst xmlns:a="http://schemas.openxmlformats.org/drawingml/2006/main">
              <a:ext uri="{FF2B5EF4-FFF2-40B4-BE49-F238E27FC236}">
                <a16:creationId xmlns:a16="http://schemas.microsoft.com/office/drawing/2014/main" id="{9A1FF4DD-7A58-4B3A-A415-3D8094D91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證據</a:t>
            </a:r>
          </a:p>
        </p:txBody>
      </p:sp>
      <p:sp>
        <p:nvSpPr>
          <p:cNvPr id="21" name="text-1450">
            <a:extLst xmlns:a="http://schemas.openxmlformats.org/drawingml/2006/main">
              <a:ext uri="{FF2B5EF4-FFF2-40B4-BE49-F238E27FC236}">
                <a16:creationId xmlns:a16="http://schemas.microsoft.com/office/drawing/2014/main" id="{91603B5A-73BB-48E6-A557-12163BBA1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是否都回報通過、失敗與未確認，而非只說完成？</a:t>
            </a:r>
          </a:p>
        </p:txBody>
      </p:sp>
      <p:sp>
        <p:nvSpPr>
          <p:cNvPr id="22" name="text-1732">
            <a:extLst xmlns:a="http://schemas.openxmlformats.org/drawingml/2006/main">
              <a:ext uri="{FF2B5EF4-FFF2-40B4-BE49-F238E27FC236}">
                <a16:creationId xmlns:a16="http://schemas.microsoft.com/office/drawing/2014/main" id="{1EECBAD8-C08F-416E-94E1-58B1D9D9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04922f4f30e49e7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cfd28c1ec5b4cba"/>
              </a:rPr>
              <a:t>Codex Skills ↗</a:t>
            </a:r>
          </a:p>
        </p:txBody>
      </p:sp>
      <p:sp>
        <p:nvSpPr>
          <p:cNvPr id="23" name="shape-1797">
            <a:extLst xmlns:a="http://schemas.openxmlformats.org/drawingml/2006/main">
              <a:ext uri="{FF2B5EF4-FFF2-40B4-BE49-F238E27FC236}">
                <a16:creationId xmlns:a16="http://schemas.microsoft.com/office/drawing/2014/main" id="{ACECD19C-46DC-4816-AD55-A0C5D94C4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2204c6f87542f4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798">
            <a:extLst xmlns:a="http://schemas.openxmlformats.org/drawingml/2006/main">
              <a:ext uri="{FF2B5EF4-FFF2-40B4-BE49-F238E27FC236}">
                <a16:creationId xmlns:a16="http://schemas.microsoft.com/office/drawing/2014/main" id="{8AC6FFBF-E2E1-4164-B727-277EDB94D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3ddb1032174753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799">
            <a:extLst xmlns:a="http://schemas.openxmlformats.org/drawingml/2006/main">
              <a:ext uri="{FF2B5EF4-FFF2-40B4-BE49-F238E27FC236}">
                <a16:creationId xmlns:a16="http://schemas.microsoft.com/office/drawing/2014/main" id="{AFCF9C1E-3194-4C51-B15A-59E326948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884491063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1451">
            <a:extLst xmlns:a="http://schemas.openxmlformats.org/drawingml/2006/main">
              <a:ext uri="{FF2B5EF4-FFF2-40B4-BE49-F238E27FC236}">
                <a16:creationId xmlns:a16="http://schemas.microsoft.com/office/drawing/2014/main" id="{3F1CFA7A-467F-4768-A435-6EBEDED1E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" name="text-1452">
            <a:extLst xmlns:a="http://schemas.openxmlformats.org/drawingml/2006/main">
              <a:ext uri="{FF2B5EF4-FFF2-40B4-BE49-F238E27FC236}">
                <a16:creationId xmlns:a16="http://schemas.microsoft.com/office/drawing/2014/main" id="{466D2AE0-0EF8-4D6B-B987-3B68ED521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分析學生資料</a:t>
            </a:r>
          </a:p>
        </p:txBody>
      </p:sp>
      <p:sp>
        <p:nvSpPr>
          <p:cNvPr id="3" name="text-1453">
            <a:extLst xmlns:a="http://schemas.openxmlformats.org/drawingml/2006/main">
              <a:ext uri="{FF2B5EF4-FFF2-40B4-BE49-F238E27FC236}">
                <a16:creationId xmlns:a16="http://schemas.microsoft.com/office/drawing/2014/main" id="{A34D6984-A186-41A3-974C-ECDFC6A7F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把選擇題統計與簡答題編碼分流處理，再用人工複核與一致性檢查，把 AI 變成研究助理而不是黑箱評分者。</a:t>
            </a:r>
          </a:p>
        </p:txBody>
      </p:sp>
      <p:sp>
        <p:nvSpPr>
          <p:cNvPr id="4" name="shape-1454">
            <a:extLst xmlns:a="http://schemas.openxmlformats.org/drawingml/2006/main">
              <a:ext uri="{FF2B5EF4-FFF2-40B4-BE49-F238E27FC236}">
                <a16:creationId xmlns:a16="http://schemas.microsoft.com/office/drawing/2014/main" id="{B63157E5-2659-4D4C-B1EA-145446A2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455">
            <a:extLst xmlns:a="http://schemas.openxmlformats.org/drawingml/2006/main">
              <a:ext uri="{FF2B5EF4-FFF2-40B4-BE49-F238E27FC236}">
                <a16:creationId xmlns:a16="http://schemas.microsoft.com/office/drawing/2014/main" id="{4A31A4DD-4CFD-4BB7-999F-FEA7E83CA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20" name="shape-145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text-1457">
            <a:extLst xmlns:a="http://schemas.openxmlformats.org/drawingml/2006/main">
              <a:ext uri="{FF2B5EF4-FFF2-40B4-BE49-F238E27FC236}">
                <a16:creationId xmlns:a16="http://schemas.microsoft.com/office/drawing/2014/main" id="{A902D4B7-912F-4856-A805-17C4A2171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DF44A02-5DEB-4905-BF91-71D26FA94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33</a:t>
            </a:r>
          </a:p>
        </p:txBody>
      </p:sp>
      <p:sp>
        <p:nvSpPr>
          <p:cNvPr id="9" name="text-1734">
            <a:extLst xmlns:a="http://schemas.openxmlformats.org/drawingml/2006/main">
              <a:ext uri="{FF2B5EF4-FFF2-40B4-BE49-F238E27FC236}">
                <a16:creationId xmlns:a16="http://schemas.microsoft.com/office/drawing/2014/main" id="{4F6F3914-A5BE-4CB6-BE1E-4ED077F21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e04b889fd714be3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87fa15efc9b4bee"/>
              </a:rPr>
              <a:t>Codex ↗</a:t>
            </a:r>
          </a:p>
        </p:txBody>
      </p:sp>
      <p:sp>
        <p:nvSpPr>
          <p:cNvPr id="10" name="shape-1802">
            <a:extLst xmlns:a="http://schemas.openxmlformats.org/drawingml/2006/main">
              <a:ext uri="{FF2B5EF4-FFF2-40B4-BE49-F238E27FC236}">
                <a16:creationId xmlns:a16="http://schemas.microsoft.com/office/drawing/2014/main" id="{AABA1003-1867-486D-84AD-A3D46FF6B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d759e8d3d046a0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2" name="text-1803">
            <a:extLst xmlns:a="http://schemas.openxmlformats.org/drawingml/2006/main">
              <a:ext uri="{FF2B5EF4-FFF2-40B4-BE49-F238E27FC236}">
                <a16:creationId xmlns:a16="http://schemas.microsoft.com/office/drawing/2014/main" id="{BF32FEF5-249D-4326-A18E-4A5E767E3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7eb7de91244d87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4" name="text-1804">
            <a:extLst xmlns:a="http://schemas.openxmlformats.org/drawingml/2006/main">
              <a:ext uri="{FF2B5EF4-FFF2-40B4-BE49-F238E27FC236}">
                <a16:creationId xmlns:a16="http://schemas.microsoft.com/office/drawing/2014/main" id="{429A5850-5A05-4CA1-B8D2-B03F3E222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564134450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1458">
            <a:extLst xmlns:a="http://schemas.openxmlformats.org/drawingml/2006/main">
              <a:ext uri="{FF2B5EF4-FFF2-40B4-BE49-F238E27FC236}">
                <a16:creationId xmlns:a16="http://schemas.microsoft.com/office/drawing/2014/main" id="{DAAE3B56-8894-46D0-A216-5BBCB3CE8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TWO DATA LANES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8ABDEDB-24A1-42A1-9CEB-6A54E5D76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先分流：選擇題算表現，簡答題讀理解證據</a:t>
            </a:r>
          </a:p>
        </p:txBody>
      </p:sp>
      <p:cxnSp>
        <p:nvCxnSpPr>
          <p:cNvPr id="31" name="shape-145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60">
            <a:extLst xmlns:a="http://schemas.openxmlformats.org/drawingml/2006/main">
              <a:ext uri="{FF2B5EF4-FFF2-40B4-BE49-F238E27FC236}">
                <a16:creationId xmlns:a16="http://schemas.microsoft.com/office/drawing/2014/main" id="{1FD509CA-D275-4F16-9B79-253724995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16F8876-9B1D-4F81-B05C-358B9042C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34</a:t>
            </a:r>
          </a:p>
        </p:txBody>
      </p:sp>
      <p:sp>
        <p:nvSpPr>
          <p:cNvPr id="6" name="shape-1461">
            <a:extLst xmlns:a="http://schemas.openxmlformats.org/drawingml/2006/main">
              <a:ext uri="{FF2B5EF4-FFF2-40B4-BE49-F238E27FC236}">
                <a16:creationId xmlns:a16="http://schemas.microsoft.com/office/drawing/2014/main" id="{54F3CCAE-20C6-4B37-8F60-5F5A36666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1462">
            <a:extLst xmlns:a="http://schemas.openxmlformats.org/drawingml/2006/main">
              <a:ext uri="{FF2B5EF4-FFF2-40B4-BE49-F238E27FC236}">
                <a16:creationId xmlns:a16="http://schemas.microsoft.com/office/drawing/2014/main" id="{14C829AB-85B7-4A62-9EAD-BC61BB98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1463">
            <a:extLst xmlns:a="http://schemas.openxmlformats.org/drawingml/2006/main">
              <a:ext uri="{FF2B5EF4-FFF2-40B4-BE49-F238E27FC236}">
                <a16:creationId xmlns:a16="http://schemas.microsoft.com/office/drawing/2014/main" id="{BCD6125F-C9C5-4661-A195-78127C3E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選擇題／結構化資料</a:t>
            </a:r>
          </a:p>
        </p:txBody>
      </p:sp>
      <p:sp>
        <p:nvSpPr>
          <p:cNvPr id="9" name="text-1464">
            <a:extLst xmlns:a="http://schemas.openxmlformats.org/drawingml/2006/main">
              <a:ext uri="{FF2B5EF4-FFF2-40B4-BE49-F238E27FC236}">
                <a16:creationId xmlns:a16="http://schemas.microsoft.com/office/drawing/2014/main" id="{A9013AF1-7C7A-4972-8EFF-A8ECDBCF4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答案鍵比對與缺漏檢查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全班、分組與題目答對率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干擾選項分布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異常值與資料品質標記</a:t>
            </a:r>
          </a:p>
        </p:txBody>
      </p:sp>
      <p:sp>
        <p:nvSpPr>
          <p:cNvPr id="10" name="text-1465">
            <a:extLst xmlns:a="http://schemas.openxmlformats.org/drawingml/2006/main">
              <a:ext uri="{FF2B5EF4-FFF2-40B4-BE49-F238E27FC236}">
                <a16:creationId xmlns:a16="http://schemas.microsoft.com/office/drawing/2014/main" id="{9EF38242-27CA-4495-9B39-18F587B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簡答題／文字資料</a:t>
            </a:r>
          </a:p>
        </p:txBody>
      </p:sp>
      <p:sp>
        <p:nvSpPr>
          <p:cNvPr id="11" name="text-1466">
            <a:extLst xmlns:a="http://schemas.openxmlformats.org/drawingml/2006/main">
              <a:ext uri="{FF2B5EF4-FFF2-40B4-BE49-F238E27FC236}">
                <a16:creationId xmlns:a16="http://schemas.microsoft.com/office/drawing/2014/main" id="{8514FA8A-6975-4B60-8C30-A675FEF65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先定義逐題編碼規準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保留支持編碼的文字證據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初編＋信心與待複核旗標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人工獨立抽查與處理歧異</a:t>
            </a:r>
          </a:p>
        </p:txBody>
      </p:sp>
      <p:sp>
        <p:nvSpPr>
          <p:cNvPr id="12" name="text-1467">
            <a:extLst xmlns:a="http://schemas.openxmlformats.org/drawingml/2006/main">
              <a:ext uri="{FF2B5EF4-FFF2-40B4-BE49-F238E27FC236}">
                <a16:creationId xmlns:a16="http://schemas.microsoft.com/office/drawing/2014/main" id="{7D06928B-7DBA-45EF-B1E4-5FFF7F954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答案鍵</a:t>
            </a:r>
          </a:p>
        </p:txBody>
      </p:sp>
      <p:sp>
        <p:nvSpPr>
          <p:cNvPr id="13" name="text-1468">
            <a:extLst xmlns:a="http://schemas.openxmlformats.org/drawingml/2006/main">
              <a:ext uri="{FF2B5EF4-FFF2-40B4-BE49-F238E27FC236}">
                <a16:creationId xmlns:a16="http://schemas.microsoft.com/office/drawing/2014/main" id="{4C93EDDA-4556-41A6-9010-49705C867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統計</a:t>
            </a:r>
          </a:p>
        </p:txBody>
      </p:sp>
      <p:sp>
        <p:nvSpPr>
          <p:cNvPr id="14" name="text-1469">
            <a:extLst xmlns:a="http://schemas.openxmlformats.org/drawingml/2006/main">
              <a:ext uri="{FF2B5EF4-FFF2-40B4-BE49-F238E27FC236}">
                <a16:creationId xmlns:a16="http://schemas.microsoft.com/office/drawing/2014/main" id="{64D1BCAB-4B08-464E-9A24-E8A88FB5B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群體趨勢</a:t>
            </a:r>
          </a:p>
        </p:txBody>
      </p:sp>
      <p:cxnSp>
        <p:nvCxnSpPr>
          <p:cNvPr id="43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0383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44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35623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sp>
        <p:nvSpPr>
          <p:cNvPr id="17" name="text-1470">
            <a:extLst xmlns:a="http://schemas.openxmlformats.org/drawingml/2006/main">
              <a:ext uri="{FF2B5EF4-FFF2-40B4-BE49-F238E27FC236}">
                <a16:creationId xmlns:a16="http://schemas.microsoft.com/office/drawing/2014/main" id="{9DDA770B-5156-42DE-93D8-074E30BD8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編碼規準</a:t>
            </a:r>
          </a:p>
        </p:txBody>
      </p:sp>
      <p:sp>
        <p:nvSpPr>
          <p:cNvPr id="18" name="text-1471">
            <a:extLst xmlns:a="http://schemas.openxmlformats.org/drawingml/2006/main">
              <a:ext uri="{FF2B5EF4-FFF2-40B4-BE49-F238E27FC236}">
                <a16:creationId xmlns:a16="http://schemas.microsoft.com/office/drawing/2014/main" id="{95E9D094-1F60-43A7-9AD3-4677E4C4D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AI 初編</a:t>
            </a:r>
          </a:p>
        </p:txBody>
      </p:sp>
      <p:sp>
        <p:nvSpPr>
          <p:cNvPr id="19" name="text-1472">
            <a:extLst xmlns:a="http://schemas.openxmlformats.org/drawingml/2006/main">
              <a:ext uri="{FF2B5EF4-FFF2-40B4-BE49-F238E27FC236}">
                <a16:creationId xmlns:a16="http://schemas.microsoft.com/office/drawing/2014/main" id="{63D07E5C-D929-4AD4-829E-F87B8BFFE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人工複核</a:t>
            </a:r>
          </a:p>
        </p:txBody>
      </p:sp>
      <p:cxnSp>
        <p:nvCxnSpPr>
          <p:cNvPr id="48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76771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CD2C7"/>
            </a:solidFill>
            <a:prstDash val="solid"/>
            <a:tailEnd type="arrow" w="sm" len="sm"/>
          </a:ln>
        </p:spPr>
      </p:cxnSp>
      <p:cxnSp>
        <p:nvCxnSpPr>
          <p:cNvPr id="49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92011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22" name="text-1473">
            <a:extLst xmlns:a="http://schemas.openxmlformats.org/drawingml/2006/main">
              <a:ext uri="{FF2B5EF4-FFF2-40B4-BE49-F238E27FC236}">
                <a16:creationId xmlns:a16="http://schemas.microsoft.com/office/drawing/2014/main" id="{63581594-326E-4542-A04B-274B98B05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62600"/>
            <a:ext cx="914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兩條資料流，最後在報告層匯合；不要用同一套規則硬套</a:t>
            </a:r>
          </a:p>
        </p:txBody>
      </p:sp>
      <p:sp>
        <p:nvSpPr>
          <p:cNvPr id="23" name="text-1735">
            <a:extLst xmlns:a="http://schemas.openxmlformats.org/drawingml/2006/main">
              <a:ext uri="{FF2B5EF4-FFF2-40B4-BE49-F238E27FC236}">
                <a16:creationId xmlns:a16="http://schemas.microsoft.com/office/drawing/2014/main" id="{331FF6C7-1D70-45A7-8715-1FADCBC93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6dab808ec104e1a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544003ec80b4c94"/>
              </a:rPr>
              <a:t>Codex ↗</a:t>
            </a:r>
          </a:p>
        </p:txBody>
      </p:sp>
      <p:sp>
        <p:nvSpPr>
          <p:cNvPr id="24" name="shape-1805">
            <a:extLst xmlns:a="http://schemas.openxmlformats.org/drawingml/2006/main">
              <a:ext uri="{FF2B5EF4-FFF2-40B4-BE49-F238E27FC236}">
                <a16:creationId xmlns:a16="http://schemas.microsoft.com/office/drawing/2014/main" id="{E6513EC0-76B7-4522-9FEA-37C0C1AA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394d0709164f3b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6" name="text-1806">
            <a:extLst xmlns:a="http://schemas.openxmlformats.org/drawingml/2006/main">
              <a:ext uri="{FF2B5EF4-FFF2-40B4-BE49-F238E27FC236}">
                <a16:creationId xmlns:a16="http://schemas.microsoft.com/office/drawing/2014/main" id="{F712630E-2399-4664-818A-18CFF169F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0b454d1b0a4ea3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8" name="text-1807">
            <a:extLst xmlns:a="http://schemas.openxmlformats.org/drawingml/2006/main">
              <a:ext uri="{FF2B5EF4-FFF2-40B4-BE49-F238E27FC236}">
                <a16:creationId xmlns:a16="http://schemas.microsoft.com/office/drawing/2014/main" id="{7D3C6616-7DEA-4FBD-AD43-31C8FC7C0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42780491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text-1474">
            <a:extLst xmlns:a="http://schemas.openxmlformats.org/drawingml/2006/main">
              <a:ext uri="{FF2B5EF4-FFF2-40B4-BE49-F238E27FC236}">
                <a16:creationId xmlns:a16="http://schemas.microsoft.com/office/drawing/2014/main" id="{6EE3306D-83AA-4940-A1AD-B04198985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EVIDENCE PIPELINE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6D35307-0A88-450B-846E-98A01E482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七步研究流程：從原始資料到可追查報告</a:t>
            </a:r>
          </a:p>
        </p:txBody>
      </p:sp>
      <p:cxnSp>
        <p:nvCxnSpPr>
          <p:cNvPr id="56" name="shape-147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76">
            <a:extLst xmlns:a="http://schemas.openxmlformats.org/drawingml/2006/main">
              <a:ext uri="{FF2B5EF4-FFF2-40B4-BE49-F238E27FC236}">
                <a16:creationId xmlns:a16="http://schemas.microsoft.com/office/drawing/2014/main" id="{A6E9197B-D048-48A8-8E47-187A0F3B0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648C2B3-5289-4ED3-AFF2-3B58B61F7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35</a:t>
            </a:r>
          </a:p>
        </p:txBody>
      </p:sp>
      <p:sp>
        <p:nvSpPr>
          <p:cNvPr id="6" name="shape-1477">
            <a:extLst xmlns:a="http://schemas.openxmlformats.org/drawingml/2006/main">
              <a:ext uri="{FF2B5EF4-FFF2-40B4-BE49-F238E27FC236}">
                <a16:creationId xmlns:a16="http://schemas.microsoft.com/office/drawing/2014/main" id="{B744F310-0BBD-47C8-852B-DA15ACEB7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1478">
            <a:extLst xmlns:a="http://schemas.openxmlformats.org/drawingml/2006/main">
              <a:ext uri="{FF2B5EF4-FFF2-40B4-BE49-F238E27FC236}">
                <a16:creationId xmlns:a16="http://schemas.microsoft.com/office/drawing/2014/main" id="{F7EE9BA9-6338-45CE-AD6E-4DE5AC93F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479">
            <a:extLst xmlns:a="http://schemas.openxmlformats.org/drawingml/2006/main">
              <a:ext uri="{FF2B5EF4-FFF2-40B4-BE49-F238E27FC236}">
                <a16:creationId xmlns:a16="http://schemas.microsoft.com/office/drawing/2014/main" id="{B9B5CC8E-288A-477B-8253-DC9707462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480">
            <a:extLst xmlns:a="http://schemas.openxmlformats.org/drawingml/2006/main">
              <a:ext uri="{FF2B5EF4-FFF2-40B4-BE49-F238E27FC236}">
                <a16:creationId xmlns:a16="http://schemas.microsoft.com/office/drawing/2014/main" id="{1BBF0C84-4F5D-4B94-A6AB-06E74C02D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去識別</a:t>
            </a:r>
          </a:p>
        </p:txBody>
      </p:sp>
      <p:sp>
        <p:nvSpPr>
          <p:cNvPr id="10" name="text-1481">
            <a:extLst xmlns:a="http://schemas.openxmlformats.org/drawingml/2006/main">
              <a:ext uri="{FF2B5EF4-FFF2-40B4-BE49-F238E27FC236}">
                <a16:creationId xmlns:a16="http://schemas.microsoft.com/office/drawing/2014/main" id="{F484CE11-E2F0-4267-B297-830CA4C3A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移除姓名與直接識別欄位</a:t>
            </a:r>
          </a:p>
        </p:txBody>
      </p:sp>
      <p:sp>
        <p:nvSpPr>
          <p:cNvPr id="11" name="text-1482">
            <a:extLst xmlns:a="http://schemas.openxmlformats.org/drawingml/2006/main">
              <a:ext uri="{FF2B5EF4-FFF2-40B4-BE49-F238E27FC236}">
                <a16:creationId xmlns:a16="http://schemas.microsoft.com/office/drawing/2014/main" id="{D30282D7-76D0-491A-8746-7F5F35520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483">
            <a:extLst xmlns:a="http://schemas.openxmlformats.org/drawingml/2006/main">
              <a:ext uri="{FF2B5EF4-FFF2-40B4-BE49-F238E27FC236}">
                <a16:creationId xmlns:a16="http://schemas.microsoft.com/office/drawing/2014/main" id="{4BB63E40-B87F-404F-BDDC-6A741E51E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1484">
            <a:extLst xmlns:a="http://schemas.openxmlformats.org/drawingml/2006/main">
              <a:ext uri="{FF2B5EF4-FFF2-40B4-BE49-F238E27FC236}">
                <a16:creationId xmlns:a16="http://schemas.microsoft.com/office/drawing/2014/main" id="{55D679DE-98C3-42DD-A48A-AE087CAC7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485">
            <a:extLst xmlns:a="http://schemas.openxmlformats.org/drawingml/2006/main">
              <a:ext uri="{FF2B5EF4-FFF2-40B4-BE49-F238E27FC236}">
                <a16:creationId xmlns:a16="http://schemas.microsoft.com/office/drawing/2014/main" id="{62F216EE-CCF6-4059-97DA-7B708EB97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486">
            <a:extLst xmlns:a="http://schemas.openxmlformats.org/drawingml/2006/main">
              <a:ext uri="{FF2B5EF4-FFF2-40B4-BE49-F238E27FC236}">
                <a16:creationId xmlns:a16="http://schemas.microsoft.com/office/drawing/2014/main" id="{3D0FCBBD-37FB-4983-89F4-4268AA86B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資料字典</a:t>
            </a:r>
          </a:p>
        </p:txBody>
      </p:sp>
      <p:sp>
        <p:nvSpPr>
          <p:cNvPr id="16" name="text-1487">
            <a:extLst xmlns:a="http://schemas.openxmlformats.org/drawingml/2006/main">
              <a:ext uri="{FF2B5EF4-FFF2-40B4-BE49-F238E27FC236}">
                <a16:creationId xmlns:a16="http://schemas.microsoft.com/office/drawing/2014/main" id="{258C4BA1-E5AF-4091-BB9B-4B24B8D5B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欄位、答案鍵、缺失值</a:t>
            </a:r>
          </a:p>
        </p:txBody>
      </p:sp>
      <p:sp>
        <p:nvSpPr>
          <p:cNvPr id="17" name="text-1488">
            <a:extLst xmlns:a="http://schemas.openxmlformats.org/drawingml/2006/main">
              <a:ext uri="{FF2B5EF4-FFF2-40B4-BE49-F238E27FC236}">
                <a16:creationId xmlns:a16="http://schemas.microsoft.com/office/drawing/2014/main" id="{B03274A9-FAA8-4993-B3BD-7F08EF61B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489">
            <a:extLst xmlns:a="http://schemas.openxmlformats.org/drawingml/2006/main">
              <a:ext uri="{FF2B5EF4-FFF2-40B4-BE49-F238E27FC236}">
                <a16:creationId xmlns:a16="http://schemas.microsoft.com/office/drawing/2014/main" id="{A0233244-475E-4317-B19F-19B1A93C2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1490">
            <a:extLst xmlns:a="http://schemas.openxmlformats.org/drawingml/2006/main">
              <a:ext uri="{FF2B5EF4-FFF2-40B4-BE49-F238E27FC236}">
                <a16:creationId xmlns:a16="http://schemas.microsoft.com/office/drawing/2014/main" id="{F158BBB7-E7DA-44CB-B384-814416BE2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491">
            <a:extLst xmlns:a="http://schemas.openxmlformats.org/drawingml/2006/main">
              <a:ext uri="{FF2B5EF4-FFF2-40B4-BE49-F238E27FC236}">
                <a16:creationId xmlns:a16="http://schemas.microsoft.com/office/drawing/2014/main" id="{8487882D-445C-401C-9071-B737BA81E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492">
            <a:extLst xmlns:a="http://schemas.openxmlformats.org/drawingml/2006/main">
              <a:ext uri="{FF2B5EF4-FFF2-40B4-BE49-F238E27FC236}">
                <a16:creationId xmlns:a16="http://schemas.microsoft.com/office/drawing/2014/main" id="{60A6119C-E485-483C-80AD-21D76670A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品質檢查</a:t>
            </a:r>
          </a:p>
        </p:txBody>
      </p:sp>
      <p:sp>
        <p:nvSpPr>
          <p:cNvPr id="22" name="text-1493">
            <a:extLst xmlns:a="http://schemas.openxmlformats.org/drawingml/2006/main">
              <a:ext uri="{FF2B5EF4-FFF2-40B4-BE49-F238E27FC236}">
                <a16:creationId xmlns:a16="http://schemas.microsoft.com/office/drawing/2014/main" id="{60E559DA-DFFD-4978-9E5D-07A536C2D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重複、空白、非法值</a:t>
            </a:r>
          </a:p>
        </p:txBody>
      </p:sp>
      <p:sp>
        <p:nvSpPr>
          <p:cNvPr id="23" name="text-1494">
            <a:extLst xmlns:a="http://schemas.openxmlformats.org/drawingml/2006/main">
              <a:ext uri="{FF2B5EF4-FFF2-40B4-BE49-F238E27FC236}">
                <a16:creationId xmlns:a16="http://schemas.microsoft.com/office/drawing/2014/main" id="{35BDC13C-2CEF-4B0B-92CF-3AEC6A402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495">
            <a:extLst xmlns:a="http://schemas.openxmlformats.org/drawingml/2006/main">
              <a:ext uri="{FF2B5EF4-FFF2-40B4-BE49-F238E27FC236}">
                <a16:creationId xmlns:a16="http://schemas.microsoft.com/office/drawing/2014/main" id="{BB3A6058-3107-400C-A8C8-89398DA7F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1496">
            <a:extLst xmlns:a="http://schemas.openxmlformats.org/drawingml/2006/main">
              <a:ext uri="{FF2B5EF4-FFF2-40B4-BE49-F238E27FC236}">
                <a16:creationId xmlns:a16="http://schemas.microsoft.com/office/drawing/2014/main" id="{DCCE3F77-015E-4353-9DE1-E72F39BAD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497">
            <a:extLst xmlns:a="http://schemas.openxmlformats.org/drawingml/2006/main">
              <a:ext uri="{FF2B5EF4-FFF2-40B4-BE49-F238E27FC236}">
                <a16:creationId xmlns:a16="http://schemas.microsoft.com/office/drawing/2014/main" id="{84C13239-C1FA-444F-AFAF-0CCF3D063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498">
            <a:extLst xmlns:a="http://schemas.openxmlformats.org/drawingml/2006/main">
              <a:ext uri="{FF2B5EF4-FFF2-40B4-BE49-F238E27FC236}">
                <a16:creationId xmlns:a16="http://schemas.microsoft.com/office/drawing/2014/main" id="{E8677FC1-D9F8-43E2-B036-37FEBB803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選擇題</a:t>
            </a:r>
          </a:p>
        </p:txBody>
      </p:sp>
      <p:sp>
        <p:nvSpPr>
          <p:cNvPr id="28" name="text-1499">
            <a:extLst xmlns:a="http://schemas.openxmlformats.org/drawingml/2006/main">
              <a:ext uri="{FF2B5EF4-FFF2-40B4-BE49-F238E27FC236}">
                <a16:creationId xmlns:a16="http://schemas.microsoft.com/office/drawing/2014/main" id="{7B66E9F3-4004-4B1F-A76A-D651AA8B0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答對率與選項分布</a:t>
            </a:r>
          </a:p>
        </p:txBody>
      </p:sp>
      <p:sp>
        <p:nvSpPr>
          <p:cNvPr id="29" name="text-1500">
            <a:extLst xmlns:a="http://schemas.openxmlformats.org/drawingml/2006/main">
              <a:ext uri="{FF2B5EF4-FFF2-40B4-BE49-F238E27FC236}">
                <a16:creationId xmlns:a16="http://schemas.microsoft.com/office/drawing/2014/main" id="{87C330BA-C700-4115-A478-5B657E64F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501">
            <a:extLst xmlns:a="http://schemas.openxmlformats.org/drawingml/2006/main">
              <a:ext uri="{FF2B5EF4-FFF2-40B4-BE49-F238E27FC236}">
                <a16:creationId xmlns:a16="http://schemas.microsoft.com/office/drawing/2014/main" id="{919D1B93-FB61-4C13-98F7-4A593A021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1" name="shape-1502">
            <a:extLst xmlns:a="http://schemas.openxmlformats.org/drawingml/2006/main">
              <a:ext uri="{FF2B5EF4-FFF2-40B4-BE49-F238E27FC236}">
                <a16:creationId xmlns:a16="http://schemas.microsoft.com/office/drawing/2014/main" id="{77A7AF52-E83D-4FDE-8474-AC59DC774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503">
            <a:extLst xmlns:a="http://schemas.openxmlformats.org/drawingml/2006/main">
              <a:ext uri="{FF2B5EF4-FFF2-40B4-BE49-F238E27FC236}">
                <a16:creationId xmlns:a16="http://schemas.microsoft.com/office/drawing/2014/main" id="{B6ED185C-45B3-4E50-9B70-F9E083E70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504">
            <a:extLst xmlns:a="http://schemas.openxmlformats.org/drawingml/2006/main">
              <a:ext uri="{FF2B5EF4-FFF2-40B4-BE49-F238E27FC236}">
                <a16:creationId xmlns:a16="http://schemas.microsoft.com/office/drawing/2014/main" id="{2258CD20-3387-4984-B212-AB765CF7B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簡答初編</a:t>
            </a:r>
          </a:p>
        </p:txBody>
      </p:sp>
      <p:sp>
        <p:nvSpPr>
          <p:cNvPr id="34" name="text-1505">
            <a:extLst xmlns:a="http://schemas.openxmlformats.org/drawingml/2006/main">
              <a:ext uri="{FF2B5EF4-FFF2-40B4-BE49-F238E27FC236}">
                <a16:creationId xmlns:a16="http://schemas.microsoft.com/office/drawing/2014/main" id="{2A1DD5F9-02BA-461C-BA73-2C3DA0C00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依規準＋文字證據</a:t>
            </a:r>
          </a:p>
        </p:txBody>
      </p:sp>
      <p:sp>
        <p:nvSpPr>
          <p:cNvPr id="35" name="text-1506">
            <a:extLst xmlns:a="http://schemas.openxmlformats.org/drawingml/2006/main">
              <a:ext uri="{FF2B5EF4-FFF2-40B4-BE49-F238E27FC236}">
                <a16:creationId xmlns:a16="http://schemas.microsoft.com/office/drawing/2014/main" id="{85FB0F01-6C29-45C3-9428-660AE14B5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6" name="shape-1507">
            <a:extLst xmlns:a="http://schemas.openxmlformats.org/drawingml/2006/main">
              <a:ext uri="{FF2B5EF4-FFF2-40B4-BE49-F238E27FC236}">
                <a16:creationId xmlns:a16="http://schemas.microsoft.com/office/drawing/2014/main" id="{0539E78C-4627-49A2-B8D6-2E20CEEC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7" name="shape-1508">
            <a:extLst xmlns:a="http://schemas.openxmlformats.org/drawingml/2006/main">
              <a:ext uri="{FF2B5EF4-FFF2-40B4-BE49-F238E27FC236}">
                <a16:creationId xmlns:a16="http://schemas.microsoft.com/office/drawing/2014/main" id="{69094257-7B46-4A2D-8A8C-0DF1C4181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text-1509">
            <a:extLst xmlns:a="http://schemas.openxmlformats.org/drawingml/2006/main">
              <a:ext uri="{FF2B5EF4-FFF2-40B4-BE49-F238E27FC236}">
                <a16:creationId xmlns:a16="http://schemas.microsoft.com/office/drawing/2014/main" id="{9E6F0C17-5FBC-4075-9D2E-40A229D2C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6</a:t>
            </a:r>
          </a:p>
        </p:txBody>
      </p:sp>
      <p:sp>
        <p:nvSpPr>
          <p:cNvPr id="39" name="text-1510">
            <a:extLst xmlns:a="http://schemas.openxmlformats.org/drawingml/2006/main">
              <a:ext uri="{FF2B5EF4-FFF2-40B4-BE49-F238E27FC236}">
                <a16:creationId xmlns:a16="http://schemas.microsoft.com/office/drawing/2014/main" id="{A7642962-856E-4A98-9E08-6D8D54231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人工複核</a:t>
            </a:r>
          </a:p>
        </p:txBody>
      </p:sp>
      <p:sp>
        <p:nvSpPr>
          <p:cNvPr id="40" name="text-1511">
            <a:extLst xmlns:a="http://schemas.openxmlformats.org/drawingml/2006/main">
              <a:ext uri="{FF2B5EF4-FFF2-40B4-BE49-F238E27FC236}">
                <a16:creationId xmlns:a16="http://schemas.microsoft.com/office/drawing/2014/main" id="{F36D8C82-A657-4108-9A32-012493FE7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盲評抽查與歧異討論</a:t>
            </a:r>
          </a:p>
        </p:txBody>
      </p:sp>
      <p:sp>
        <p:nvSpPr>
          <p:cNvPr id="41" name="text-1512">
            <a:extLst xmlns:a="http://schemas.openxmlformats.org/drawingml/2006/main">
              <a:ext uri="{FF2B5EF4-FFF2-40B4-BE49-F238E27FC236}">
                <a16:creationId xmlns:a16="http://schemas.microsoft.com/office/drawing/2014/main" id="{B793DA3B-AC8D-4C74-AE72-8557D833A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2" name="shape-1513">
            <a:extLst xmlns:a="http://schemas.openxmlformats.org/drawingml/2006/main">
              <a:ext uri="{FF2B5EF4-FFF2-40B4-BE49-F238E27FC236}">
                <a16:creationId xmlns:a16="http://schemas.microsoft.com/office/drawing/2014/main" id="{8753B070-B75A-446F-9DFB-13CB88D2D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43" name="shape-1514">
            <a:extLst xmlns:a="http://schemas.openxmlformats.org/drawingml/2006/main">
              <a:ext uri="{FF2B5EF4-FFF2-40B4-BE49-F238E27FC236}">
                <a16:creationId xmlns:a16="http://schemas.microsoft.com/office/drawing/2014/main" id="{66F2B03C-3870-47C9-B4F4-59EE5C0D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text-1515">
            <a:extLst xmlns:a="http://schemas.openxmlformats.org/drawingml/2006/main">
              <a:ext uri="{FF2B5EF4-FFF2-40B4-BE49-F238E27FC236}">
                <a16:creationId xmlns:a16="http://schemas.microsoft.com/office/drawing/2014/main" id="{2934BBBB-1D8D-453F-961E-F9A1792F1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7</a:t>
            </a:r>
          </a:p>
        </p:txBody>
      </p:sp>
      <p:sp>
        <p:nvSpPr>
          <p:cNvPr id="45" name="text-1516">
            <a:extLst xmlns:a="http://schemas.openxmlformats.org/drawingml/2006/main">
              <a:ext uri="{FF2B5EF4-FFF2-40B4-BE49-F238E27FC236}">
                <a16:creationId xmlns:a16="http://schemas.microsoft.com/office/drawing/2014/main" id="{4B4B095D-4014-489F-BBDA-552617D4F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彙整報告</a:t>
            </a:r>
          </a:p>
        </p:txBody>
      </p:sp>
      <p:sp>
        <p:nvSpPr>
          <p:cNvPr id="46" name="text-1517">
            <a:extLst xmlns:a="http://schemas.openxmlformats.org/drawingml/2006/main">
              <a:ext uri="{FF2B5EF4-FFF2-40B4-BE49-F238E27FC236}">
                <a16:creationId xmlns:a16="http://schemas.microsoft.com/office/drawing/2014/main" id="{201850D3-C28D-473E-BF78-7559334ED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群體趨勢、限制、未確認</a:t>
            </a:r>
          </a:p>
        </p:txBody>
      </p:sp>
      <p:sp>
        <p:nvSpPr>
          <p:cNvPr id="47" name="text-1518">
            <a:extLst xmlns:a="http://schemas.openxmlformats.org/drawingml/2006/main">
              <a:ext uri="{FF2B5EF4-FFF2-40B4-BE49-F238E27FC236}">
                <a16:creationId xmlns:a16="http://schemas.microsoft.com/office/drawing/2014/main" id="{C243F9F2-7846-4DF6-B63C-3718C0BBE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48" name="text-1736">
            <a:extLst xmlns:a="http://schemas.openxmlformats.org/drawingml/2006/main">
              <a:ext uri="{FF2B5EF4-FFF2-40B4-BE49-F238E27FC236}">
                <a16:creationId xmlns:a16="http://schemas.microsoft.com/office/drawing/2014/main" id="{35D081DD-6CDF-492F-8A97-7A964B266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9d95db1076c4b9e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a79153962c643cc"/>
              </a:rPr>
              <a:t>Codex ↗</a:t>
            </a:r>
          </a:p>
        </p:txBody>
      </p:sp>
      <p:sp>
        <p:nvSpPr>
          <p:cNvPr id="49" name="shape-1808">
            <a:extLst xmlns:a="http://schemas.openxmlformats.org/drawingml/2006/main">
              <a:ext uri="{FF2B5EF4-FFF2-40B4-BE49-F238E27FC236}">
                <a16:creationId xmlns:a16="http://schemas.microsoft.com/office/drawing/2014/main" id="{8276092C-678C-4023-89FD-DB3D7D847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0fe463ed654838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51" name="text-1809">
            <a:extLst xmlns:a="http://schemas.openxmlformats.org/drawingml/2006/main">
              <a:ext uri="{FF2B5EF4-FFF2-40B4-BE49-F238E27FC236}">
                <a16:creationId xmlns:a16="http://schemas.microsoft.com/office/drawing/2014/main" id="{6E53FA7B-1F71-40DE-BDB6-E1512B6B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1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84706af9834517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53" name="text-1810">
            <a:extLst xmlns:a="http://schemas.openxmlformats.org/drawingml/2006/main">
              <a:ext uri="{FF2B5EF4-FFF2-40B4-BE49-F238E27FC236}">
                <a16:creationId xmlns:a16="http://schemas.microsoft.com/office/drawing/2014/main" id="{AB5B07F4-3250-499A-A56E-FCBE7CA10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740509027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519">
            <a:extLst xmlns:a="http://schemas.openxmlformats.org/drawingml/2006/main">
              <a:ext uri="{FF2B5EF4-FFF2-40B4-BE49-F238E27FC236}">
                <a16:creationId xmlns:a16="http://schemas.microsoft.com/office/drawing/2014/main" id="{8FDB2724-2E2B-471D-8779-2F7F51B5B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HUMAN-SCORED · AI PARALLEL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3C3C2DE-FE2D-4CFC-B909-4672C6A9C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初編不等於正式評分：PIRLS 2026 給我們的訊號</a:t>
            </a:r>
          </a:p>
        </p:txBody>
      </p:sp>
      <p:cxnSp>
        <p:nvCxnSpPr>
          <p:cNvPr id="30" name="shape-152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521">
            <a:extLst xmlns:a="http://schemas.openxmlformats.org/drawingml/2006/main">
              <a:ext uri="{FF2B5EF4-FFF2-40B4-BE49-F238E27FC236}">
                <a16:creationId xmlns:a16="http://schemas.microsoft.com/office/drawing/2014/main" id="{6BF6C535-035D-4F0D-AEB7-4915E0C38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ADB2809-AA1D-4C7F-9707-A19D79450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36</a:t>
            </a:r>
          </a:p>
        </p:txBody>
      </p:sp>
      <p:sp>
        <p:nvSpPr>
          <p:cNvPr id="6" name="shape-1522">
            <a:extLst xmlns:a="http://schemas.openxmlformats.org/drawingml/2006/main">
              <a:ext uri="{FF2B5EF4-FFF2-40B4-BE49-F238E27FC236}">
                <a16:creationId xmlns:a16="http://schemas.microsoft.com/office/drawing/2014/main" id="{3A24D790-0867-4D37-9EC1-CBB5EE966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523">
            <a:extLst xmlns:a="http://schemas.openxmlformats.org/drawingml/2006/main">
              <a:ext uri="{FF2B5EF4-FFF2-40B4-BE49-F238E27FC236}">
                <a16:creationId xmlns:a16="http://schemas.microsoft.com/office/drawing/2014/main" id="{A4DC7837-A777-43CC-88E6-74C556C61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H</a:t>
            </a:r>
          </a:p>
        </p:txBody>
      </p:sp>
      <p:sp>
        <p:nvSpPr>
          <p:cNvPr id="8" name="text-1524">
            <a:extLst xmlns:a="http://schemas.openxmlformats.org/drawingml/2006/main">
              <a:ext uri="{FF2B5EF4-FFF2-40B4-BE49-F238E27FC236}">
                <a16:creationId xmlns:a16="http://schemas.microsoft.com/office/drawing/2014/main" id="{8EB92C8B-658B-443F-93DC-4CB7C4590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人工仍是主流程</a:t>
            </a:r>
          </a:p>
        </p:txBody>
      </p:sp>
      <p:sp>
        <p:nvSpPr>
          <p:cNvPr id="9" name="text-1525">
            <a:extLst xmlns:a="http://schemas.openxmlformats.org/drawingml/2006/main">
              <a:ext uri="{FF2B5EF4-FFF2-40B4-BE49-F238E27FC236}">
                <a16:creationId xmlns:a16="http://schemas.microsoft.com/office/drawing/2014/main" id="{C377CB66-7DDD-404B-816D-F5BF9ADC0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PIRLS 2026 的 constructed-response 項目規劃由各國人工評分。</a:t>
            </a:r>
          </a:p>
        </p:txBody>
      </p:sp>
      <p:sp>
        <p:nvSpPr>
          <p:cNvPr id="10" name="shape-1526">
            <a:extLst xmlns:a="http://schemas.openxmlformats.org/drawingml/2006/main">
              <a:ext uri="{FF2B5EF4-FFF2-40B4-BE49-F238E27FC236}">
                <a16:creationId xmlns:a16="http://schemas.microsoft.com/office/drawing/2014/main" id="{37F20F81-C75A-4498-8453-24D3977E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527">
            <a:extLst xmlns:a="http://schemas.openxmlformats.org/drawingml/2006/main">
              <a:ext uri="{FF2B5EF4-FFF2-40B4-BE49-F238E27FC236}">
                <a16:creationId xmlns:a16="http://schemas.microsoft.com/office/drawing/2014/main" id="{48D7E89E-ED97-45E9-95DA-933E10430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AI</a:t>
            </a:r>
          </a:p>
        </p:txBody>
      </p:sp>
      <p:sp>
        <p:nvSpPr>
          <p:cNvPr id="12" name="text-1528">
            <a:extLst xmlns:a="http://schemas.openxmlformats.org/drawingml/2006/main">
              <a:ext uri="{FF2B5EF4-FFF2-40B4-BE49-F238E27FC236}">
                <a16:creationId xmlns:a16="http://schemas.microsoft.com/office/drawing/2014/main" id="{86DE637B-4BA2-489B-BBA5-E880C5A58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平行研究</a:t>
            </a:r>
          </a:p>
        </p:txBody>
      </p:sp>
      <p:sp>
        <p:nvSpPr>
          <p:cNvPr id="13" name="text-1529">
            <a:extLst xmlns:a="http://schemas.openxmlformats.org/drawingml/2006/main">
              <a:ext uri="{FF2B5EF4-FFF2-40B4-BE49-F238E27FC236}">
                <a16:creationId xmlns:a16="http://schemas.microsoft.com/office/drawing/2014/main" id="{96B7AA16-64DF-44A0-8B20-40AFF0AD2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其中 40% 題目規劃同步以 LLM／NLP 方法進行平行評分研究。</a:t>
            </a:r>
          </a:p>
        </p:txBody>
      </p:sp>
      <p:sp>
        <p:nvSpPr>
          <p:cNvPr id="14" name="shape-1530">
            <a:extLst xmlns:a="http://schemas.openxmlformats.org/drawingml/2006/main">
              <a:ext uri="{FF2B5EF4-FFF2-40B4-BE49-F238E27FC236}">
                <a16:creationId xmlns:a16="http://schemas.microsoft.com/office/drawing/2014/main" id="{8EA37153-C438-4A5A-B725-D75C51452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531">
            <a:extLst xmlns:a="http://schemas.openxmlformats.org/drawingml/2006/main">
              <a:ext uri="{FF2B5EF4-FFF2-40B4-BE49-F238E27FC236}">
                <a16:creationId xmlns:a16="http://schemas.microsoft.com/office/drawing/2014/main" id="{39008701-40EE-4F9A-A071-BB261821A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Q</a:t>
            </a:r>
          </a:p>
        </p:txBody>
      </p:sp>
      <p:sp>
        <p:nvSpPr>
          <p:cNvPr id="16" name="text-1532">
            <a:extLst xmlns:a="http://schemas.openxmlformats.org/drawingml/2006/main">
              <a:ext uri="{FF2B5EF4-FFF2-40B4-BE49-F238E27FC236}">
                <a16:creationId xmlns:a16="http://schemas.microsoft.com/office/drawing/2014/main" id="{8B47C761-994D-4C15-9993-CAE492AF5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不是只看準確率</a:t>
            </a:r>
          </a:p>
        </p:txBody>
      </p:sp>
      <p:sp>
        <p:nvSpPr>
          <p:cNvPr id="17" name="text-1533">
            <a:extLst xmlns:a="http://schemas.openxmlformats.org/drawingml/2006/main">
              <a:ext uri="{FF2B5EF4-FFF2-40B4-BE49-F238E27FC236}">
                <a16:creationId xmlns:a16="http://schemas.microsoft.com/office/drawing/2014/main" id="{A7965A8C-19E0-4DDB-B9CF-00EA1B1DF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還要關注資料隱私、安全、跨國與跨語言一致性。</a:t>
            </a:r>
          </a:p>
        </p:txBody>
      </p:sp>
      <p:sp>
        <p:nvSpPr>
          <p:cNvPr id="18" name="shape-1534">
            <a:extLst xmlns:a="http://schemas.openxmlformats.org/drawingml/2006/main">
              <a:ext uri="{FF2B5EF4-FFF2-40B4-BE49-F238E27FC236}">
                <a16:creationId xmlns:a16="http://schemas.microsoft.com/office/drawing/2014/main" id="{03F5B3C9-3EE7-4D64-9F0C-F64A7B5A7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535">
            <a:extLst xmlns:a="http://schemas.openxmlformats.org/drawingml/2006/main">
              <a:ext uri="{FF2B5EF4-FFF2-40B4-BE49-F238E27FC236}">
                <a16:creationId xmlns:a16="http://schemas.microsoft.com/office/drawing/2014/main" id="{418566D0-1259-4E60-A6AC-3C0D92ECD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I</a:t>
            </a:r>
          </a:p>
        </p:txBody>
      </p:sp>
      <p:sp>
        <p:nvSpPr>
          <p:cNvPr id="20" name="text-1536">
            <a:extLst xmlns:a="http://schemas.openxmlformats.org/drawingml/2006/main">
              <a:ext uri="{FF2B5EF4-FFF2-40B4-BE49-F238E27FC236}">
                <a16:creationId xmlns:a16="http://schemas.microsoft.com/office/drawing/2014/main" id="{9351AC82-291E-451B-ABB7-3C953262E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逐題評估</a:t>
            </a:r>
          </a:p>
        </p:txBody>
      </p:sp>
      <p:sp>
        <p:nvSpPr>
          <p:cNvPr id="21" name="text-1537">
            <a:extLst xmlns:a="http://schemas.openxmlformats.org/drawingml/2006/main">
              <a:ext uri="{FF2B5EF4-FFF2-40B4-BE49-F238E27FC236}">
                <a16:creationId xmlns:a16="http://schemas.microsoft.com/office/drawing/2014/main" id="{74C186BB-4DEE-4713-A26A-AAAEA64AD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自動評分效果會依題目、語言與回答型態而變，需逐題驗證。</a:t>
            </a:r>
          </a:p>
        </p:txBody>
      </p:sp>
      <p:sp>
        <p:nvSpPr>
          <p:cNvPr id="22" name="text-1737">
            <a:extLst xmlns:a="http://schemas.openxmlformats.org/drawingml/2006/main">
              <a:ext uri="{FF2B5EF4-FFF2-40B4-BE49-F238E27FC236}">
                <a16:creationId xmlns:a16="http://schemas.microsoft.com/office/drawing/2014/main" id="{92133EB5-1B91-4822-A9EB-FFE59FAC9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9715f7256254e0b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3819e276d134a55"/>
              </a:rPr>
              <a:t>Codex ↗</a:t>
            </a:r>
          </a:p>
        </p:txBody>
      </p:sp>
      <p:sp>
        <p:nvSpPr>
          <p:cNvPr id="23" name="shape-1811">
            <a:extLst xmlns:a="http://schemas.openxmlformats.org/drawingml/2006/main">
              <a:ext uri="{FF2B5EF4-FFF2-40B4-BE49-F238E27FC236}">
                <a16:creationId xmlns:a16="http://schemas.microsoft.com/office/drawing/2014/main" id="{2086691A-E5FF-41D3-B96F-983C29BC4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572281af2e4f68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812">
            <a:extLst xmlns:a="http://schemas.openxmlformats.org/drawingml/2006/main">
              <a:ext uri="{FF2B5EF4-FFF2-40B4-BE49-F238E27FC236}">
                <a16:creationId xmlns:a16="http://schemas.microsoft.com/office/drawing/2014/main" id="{610A8523-A3EA-4554-9384-03694334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43518f75054897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813">
            <a:extLst xmlns:a="http://schemas.openxmlformats.org/drawingml/2006/main">
              <a:ext uri="{FF2B5EF4-FFF2-40B4-BE49-F238E27FC236}">
                <a16:creationId xmlns:a16="http://schemas.microsoft.com/office/drawing/2014/main" id="{FF4E4180-D601-42AB-9532-7F2465CEE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379050873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538">
            <a:extLst xmlns:a="http://schemas.openxmlformats.org/drawingml/2006/main">
              <a:ext uri="{FF2B5EF4-FFF2-40B4-BE49-F238E27FC236}">
                <a16:creationId xmlns:a16="http://schemas.microsoft.com/office/drawing/2014/main" id="{20D3D513-F3DE-4C65-8FE1-CA8BD2B6E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DATA &amp; CODING QUALITY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D019441-5C76-48B2-B16D-108D415CE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報告前的四項品質檢核</a:t>
            </a:r>
          </a:p>
        </p:txBody>
      </p:sp>
      <p:cxnSp>
        <p:nvCxnSpPr>
          <p:cNvPr id="38" name="shape-153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540">
            <a:extLst xmlns:a="http://schemas.openxmlformats.org/drawingml/2006/main">
              <a:ext uri="{FF2B5EF4-FFF2-40B4-BE49-F238E27FC236}">
                <a16:creationId xmlns:a16="http://schemas.microsoft.com/office/drawing/2014/main" id="{8276B098-54AE-4FA5-81CF-E1C4049C7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E0BB174-B7EE-4EC5-820F-F626B9CC5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37</a:t>
            </a:r>
          </a:p>
        </p:txBody>
      </p:sp>
      <p:sp>
        <p:nvSpPr>
          <p:cNvPr id="6" name="shape-1541">
            <a:extLst xmlns:a="http://schemas.openxmlformats.org/drawingml/2006/main">
              <a:ext uri="{FF2B5EF4-FFF2-40B4-BE49-F238E27FC236}">
                <a16:creationId xmlns:a16="http://schemas.microsoft.com/office/drawing/2014/main" id="{9D610EAA-E338-40D5-981E-E48D82E86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542">
            <a:extLst xmlns:a="http://schemas.openxmlformats.org/drawingml/2006/main">
              <a:ext uri="{FF2B5EF4-FFF2-40B4-BE49-F238E27FC236}">
                <a16:creationId xmlns:a16="http://schemas.microsoft.com/office/drawing/2014/main" id="{F2404D8A-20D4-48CD-B533-1D562BA98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543">
            <a:extLst xmlns:a="http://schemas.openxmlformats.org/drawingml/2006/main">
              <a:ext uri="{FF2B5EF4-FFF2-40B4-BE49-F238E27FC236}">
                <a16:creationId xmlns:a16="http://schemas.microsoft.com/office/drawing/2014/main" id="{F674D44F-F21A-4482-892E-218AAE245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資料完整性</a:t>
            </a:r>
          </a:p>
        </p:txBody>
      </p:sp>
      <p:sp>
        <p:nvSpPr>
          <p:cNvPr id="9" name="text-1544">
            <a:extLst xmlns:a="http://schemas.openxmlformats.org/drawingml/2006/main">
              <a:ext uri="{FF2B5EF4-FFF2-40B4-BE49-F238E27FC236}">
                <a16:creationId xmlns:a16="http://schemas.microsoft.com/office/drawing/2014/main" id="{7EA3CFD8-1F1F-4BC6-A832-802E845A7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列出缺漏、重複、非法選項與無法解析的文字，不要自動補答案。</a:t>
            </a:r>
          </a:p>
        </p:txBody>
      </p:sp>
      <p:sp>
        <p:nvSpPr>
          <p:cNvPr id="10" name="shape-1545">
            <a:extLst xmlns:a="http://schemas.openxmlformats.org/drawingml/2006/main">
              <a:ext uri="{FF2B5EF4-FFF2-40B4-BE49-F238E27FC236}">
                <a16:creationId xmlns:a16="http://schemas.microsoft.com/office/drawing/2014/main" id="{9C4549EC-AE90-4F2C-8DAD-9BC54062C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546">
            <a:extLst xmlns:a="http://schemas.openxmlformats.org/drawingml/2006/main">
              <a:ext uri="{FF2B5EF4-FFF2-40B4-BE49-F238E27FC236}">
                <a16:creationId xmlns:a16="http://schemas.microsoft.com/office/drawing/2014/main" id="{FAB15DFD-6C45-42E5-9F1C-CAC16BACB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547">
            <a:extLst xmlns:a="http://schemas.openxmlformats.org/drawingml/2006/main">
              <a:ext uri="{FF2B5EF4-FFF2-40B4-BE49-F238E27FC236}">
                <a16:creationId xmlns:a16="http://schemas.microsoft.com/office/drawing/2014/main" id="{8E963E01-FE6E-4E8A-ABB3-DD5DC7FFD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逐題可追查</a:t>
            </a:r>
          </a:p>
        </p:txBody>
      </p:sp>
      <p:sp>
        <p:nvSpPr>
          <p:cNvPr id="13" name="text-1548">
            <a:extLst xmlns:a="http://schemas.openxmlformats.org/drawingml/2006/main">
              <a:ext uri="{FF2B5EF4-FFF2-40B4-BE49-F238E27FC236}">
                <a16:creationId xmlns:a16="http://schemas.microsoft.com/office/drawing/2014/main" id="{062C4789-47A0-4CBD-8F56-5A3BF1868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每個簡答編碼都保留 evidence excerpt 與 rationale。</a:t>
            </a:r>
          </a:p>
        </p:txBody>
      </p:sp>
      <p:sp>
        <p:nvSpPr>
          <p:cNvPr id="14" name="shape-1549">
            <a:extLst xmlns:a="http://schemas.openxmlformats.org/drawingml/2006/main">
              <a:ext uri="{FF2B5EF4-FFF2-40B4-BE49-F238E27FC236}">
                <a16:creationId xmlns:a16="http://schemas.microsoft.com/office/drawing/2014/main" id="{8CE12C80-C9CD-4981-836D-802193745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550">
            <a:extLst xmlns:a="http://schemas.openxmlformats.org/drawingml/2006/main">
              <a:ext uri="{FF2B5EF4-FFF2-40B4-BE49-F238E27FC236}">
                <a16:creationId xmlns:a16="http://schemas.microsoft.com/office/drawing/2014/main" id="{87A649AF-D0B7-4E4B-BE43-1E3C15A61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551">
            <a:extLst xmlns:a="http://schemas.openxmlformats.org/drawingml/2006/main">
              <a:ext uri="{FF2B5EF4-FFF2-40B4-BE49-F238E27FC236}">
                <a16:creationId xmlns:a16="http://schemas.microsoft.com/office/drawing/2014/main" id="{5C2C3A8B-CD4D-4719-9C40-1E288B9E4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一致性</a:t>
            </a:r>
          </a:p>
        </p:txBody>
      </p:sp>
      <p:sp>
        <p:nvSpPr>
          <p:cNvPr id="17" name="text-1552">
            <a:extLst xmlns:a="http://schemas.openxmlformats.org/drawingml/2006/main">
              <a:ext uri="{FF2B5EF4-FFF2-40B4-BE49-F238E27FC236}">
                <a16:creationId xmlns:a16="http://schemas.microsoft.com/office/drawing/2014/main" id="{D80D5F76-E008-4B58-B77E-251ECF4A8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比較 AI 與人工代碼，集中檢視不一致、低信心與邊界案例。</a:t>
            </a:r>
          </a:p>
        </p:txBody>
      </p:sp>
      <p:sp>
        <p:nvSpPr>
          <p:cNvPr id="18" name="shape-1553">
            <a:extLst xmlns:a="http://schemas.openxmlformats.org/drawingml/2006/main">
              <a:ext uri="{FF2B5EF4-FFF2-40B4-BE49-F238E27FC236}">
                <a16:creationId xmlns:a16="http://schemas.microsoft.com/office/drawing/2014/main" id="{8FB6E205-4D96-48BF-A54E-5B68DD7D7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554">
            <a:extLst xmlns:a="http://schemas.openxmlformats.org/drawingml/2006/main">
              <a:ext uri="{FF2B5EF4-FFF2-40B4-BE49-F238E27FC236}">
                <a16:creationId xmlns:a16="http://schemas.microsoft.com/office/drawing/2014/main" id="{FC530B4A-A28F-40E4-B7D9-289125F98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555">
            <a:extLst xmlns:a="http://schemas.openxmlformats.org/drawingml/2006/main">
              <a:ext uri="{FF2B5EF4-FFF2-40B4-BE49-F238E27FC236}">
                <a16:creationId xmlns:a16="http://schemas.microsoft.com/office/drawing/2014/main" id="{0D055E8C-0B88-4743-AA0B-284E077AA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報告邊界</a:t>
            </a:r>
          </a:p>
        </p:txBody>
      </p:sp>
      <p:sp>
        <p:nvSpPr>
          <p:cNvPr id="21" name="text-1556">
            <a:extLst xmlns:a="http://schemas.openxmlformats.org/drawingml/2006/main">
              <a:ext uri="{FF2B5EF4-FFF2-40B4-BE49-F238E27FC236}">
                <a16:creationId xmlns:a16="http://schemas.microsoft.com/office/drawing/2014/main" id="{86CEF423-9420-40AE-A56A-B440FCD3C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以群體趨勢協助教學診斷，不用未驗證的 AI 分數做高風險個人決策。</a:t>
            </a:r>
          </a:p>
        </p:txBody>
      </p:sp>
      <p:sp>
        <p:nvSpPr>
          <p:cNvPr id="22" name="text-1557">
            <a:extLst xmlns:a="http://schemas.openxmlformats.org/drawingml/2006/main">
              <a:ext uri="{FF2B5EF4-FFF2-40B4-BE49-F238E27FC236}">
                <a16:creationId xmlns:a16="http://schemas.microsoft.com/office/drawing/2014/main" id="{43F64D62-5093-41D7-8E5B-79968106B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資料完整</a:t>
            </a:r>
          </a:p>
        </p:txBody>
      </p:sp>
      <p:sp>
        <p:nvSpPr>
          <p:cNvPr id="23" name="text-1558">
            <a:extLst xmlns:a="http://schemas.openxmlformats.org/drawingml/2006/main">
              <a:ext uri="{FF2B5EF4-FFF2-40B4-BE49-F238E27FC236}">
                <a16:creationId xmlns:a16="http://schemas.microsoft.com/office/drawing/2014/main" id="{5E1B6D26-A85B-4C1F-83BD-93825F4A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證據可追查</a:t>
            </a:r>
          </a:p>
        </p:txBody>
      </p:sp>
      <p:sp>
        <p:nvSpPr>
          <p:cNvPr id="24" name="text-1559">
            <a:extLst xmlns:a="http://schemas.openxmlformats.org/drawingml/2006/main">
              <a:ext uri="{FF2B5EF4-FFF2-40B4-BE49-F238E27FC236}">
                <a16:creationId xmlns:a16="http://schemas.microsoft.com/office/drawing/2014/main" id="{2821FF89-176B-4079-9D06-5C8879007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AI／人一致性</a:t>
            </a:r>
          </a:p>
        </p:txBody>
      </p:sp>
      <p:sp>
        <p:nvSpPr>
          <p:cNvPr id="25" name="text-1560">
            <a:extLst xmlns:a="http://schemas.openxmlformats.org/drawingml/2006/main">
              <a:ext uri="{FF2B5EF4-FFF2-40B4-BE49-F238E27FC236}">
                <a16:creationId xmlns:a16="http://schemas.microsoft.com/office/drawing/2014/main" id="{A5BBF87C-B96E-4999-BB43-2963D752E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✓ 報告有邊界</a:t>
            </a:r>
          </a:p>
        </p:txBody>
      </p:sp>
      <p:cxnSp>
        <p:nvCxnSpPr>
          <p:cNvPr id="61" name=""/>
          <p:cNvCxnSpPr>
            <a:stCxn xmlns:a="http://schemas.openxmlformats.org/drawingml/2006/main" id="22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289560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62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561975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63" name=""/>
          <p:cNvCxnSpPr>
            <a:stCxn xmlns:a="http://schemas.openxmlformats.org/drawingml/2006/main" id="24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834390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29" name="text-1561">
            <a:extLst xmlns:a="http://schemas.openxmlformats.org/drawingml/2006/main">
              <a:ext uri="{FF2B5EF4-FFF2-40B4-BE49-F238E27FC236}">
                <a16:creationId xmlns:a16="http://schemas.microsoft.com/office/drawing/2014/main" id="{2CCFB428-2BEA-4F51-B2BB-7A83FA6B3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657850"/>
            <a:ext cx="640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四道閘門都通過，才進入研究報告；否則標示未確認</a:t>
            </a:r>
          </a:p>
        </p:txBody>
      </p:sp>
      <p:sp>
        <p:nvSpPr>
          <p:cNvPr id="30" name="text-1738">
            <a:extLst xmlns:a="http://schemas.openxmlformats.org/drawingml/2006/main">
              <a:ext uri="{FF2B5EF4-FFF2-40B4-BE49-F238E27FC236}">
                <a16:creationId xmlns:a16="http://schemas.microsoft.com/office/drawing/2014/main" id="{EF1D9BD3-384D-44F8-95E1-E5A4B6790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46e23dc9db24e14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5963187adbb451f"/>
              </a:rPr>
              <a:t>Codex ↗</a:t>
            </a:r>
          </a:p>
        </p:txBody>
      </p:sp>
      <p:sp>
        <p:nvSpPr>
          <p:cNvPr id="31" name="shape-1814">
            <a:extLst xmlns:a="http://schemas.openxmlformats.org/drawingml/2006/main">
              <a:ext uri="{FF2B5EF4-FFF2-40B4-BE49-F238E27FC236}">
                <a16:creationId xmlns:a16="http://schemas.microsoft.com/office/drawing/2014/main" id="{706E79B9-FBDE-41F2-91CB-C880F84BE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fd599702344cc1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815">
            <a:extLst xmlns:a="http://schemas.openxmlformats.org/drawingml/2006/main">
              <a:ext uri="{FF2B5EF4-FFF2-40B4-BE49-F238E27FC236}">
                <a16:creationId xmlns:a16="http://schemas.microsoft.com/office/drawing/2014/main" id="{FA5B1A5C-7CA1-49FC-9FC4-02EF94408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e5ae5a04e64b56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816">
            <a:extLst xmlns:a="http://schemas.openxmlformats.org/drawingml/2006/main">
              <a:ext uri="{FF2B5EF4-FFF2-40B4-BE49-F238E27FC236}">
                <a16:creationId xmlns:a16="http://schemas.microsoft.com/office/drawing/2014/main" id="{0DA759C3-8CCB-4E7A-966A-536E87F7B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342860611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562">
            <a:extLst xmlns:a="http://schemas.openxmlformats.org/drawingml/2006/main">
              <a:ext uri="{FF2B5EF4-FFF2-40B4-BE49-F238E27FC236}">
                <a16:creationId xmlns:a16="http://schemas.microsoft.com/office/drawing/2014/main" id="{2CCF6C6F-CBB9-4556-B663-7BB3F9F67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8591968-3B3E-4D39-9CE2-31A645C19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D｜PIRLS 風格合成資料分析</a:t>
            </a:r>
          </a:p>
        </p:txBody>
      </p:sp>
      <p:cxnSp>
        <p:nvCxnSpPr>
          <p:cNvPr id="27" name="shape-156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564">
            <a:extLst xmlns:a="http://schemas.openxmlformats.org/drawingml/2006/main">
              <a:ext uri="{FF2B5EF4-FFF2-40B4-BE49-F238E27FC236}">
                <a16:creationId xmlns:a16="http://schemas.microsoft.com/office/drawing/2014/main" id="{BE6C25E4-10A1-4890-A108-A153CA54C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920DBDB-4B1B-421B-B54B-E71EE1A0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38</a:t>
            </a:r>
          </a:p>
        </p:txBody>
      </p:sp>
      <p:sp>
        <p:nvSpPr>
          <p:cNvPr id="6" name="text-1565">
            <a:extLst xmlns:a="http://schemas.openxmlformats.org/drawingml/2006/main">
              <a:ext uri="{FF2B5EF4-FFF2-40B4-BE49-F238E27FC236}">
                <a16:creationId xmlns:a16="http://schemas.microsoft.com/office/drawing/2014/main" id="{EC56F8EA-1722-421D-8A2A-C525E08B8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20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566">
            <a:extLst xmlns:a="http://schemas.openxmlformats.org/drawingml/2006/main">
              <a:ext uri="{FF2B5EF4-FFF2-40B4-BE49-F238E27FC236}">
                <a16:creationId xmlns:a16="http://schemas.microsoft.com/office/drawing/2014/main" id="{71453D57-BBC7-493A-A970-465B84B9F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567">
            <a:extLst xmlns:a="http://schemas.openxmlformats.org/drawingml/2006/main">
              <a:ext uri="{FF2B5EF4-FFF2-40B4-BE49-F238E27FC236}">
                <a16:creationId xmlns:a16="http://schemas.microsoft.com/office/drawing/2014/main" id="{1858563B-FB59-4015-BE8F-3FBC0DE37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568">
            <a:extLst xmlns:a="http://schemas.openxmlformats.org/drawingml/2006/main">
              <a:ext uri="{FF2B5EF4-FFF2-40B4-BE49-F238E27FC236}">
                <a16:creationId xmlns:a16="http://schemas.microsoft.com/office/drawing/2014/main" id="{5875B436-3B7C-494D-8CB7-9E8BA6BA9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載入 CSV、答案鍵與簡答題編碼規準</a:t>
            </a:r>
          </a:p>
        </p:txBody>
      </p:sp>
      <p:sp>
        <p:nvSpPr>
          <p:cNvPr id="10" name="text-1569">
            <a:extLst xmlns:a="http://schemas.openxmlformats.org/drawingml/2006/main">
              <a:ext uri="{FF2B5EF4-FFF2-40B4-BE49-F238E27FC236}">
                <a16:creationId xmlns:a16="http://schemas.microsoft.com/office/drawing/2014/main" id="{103ECF8C-EE1F-4C86-BF18-93CB1135A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570">
            <a:extLst xmlns:a="http://schemas.openxmlformats.org/drawingml/2006/main">
              <a:ext uri="{FF2B5EF4-FFF2-40B4-BE49-F238E27FC236}">
                <a16:creationId xmlns:a16="http://schemas.microsoft.com/office/drawing/2014/main" id="{32833B3A-801B-4D4F-B044-733951E19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先做缺漏與非法值檢查</a:t>
            </a:r>
          </a:p>
        </p:txBody>
      </p:sp>
      <p:sp>
        <p:nvSpPr>
          <p:cNvPr id="12" name="text-1571">
            <a:extLst xmlns:a="http://schemas.openxmlformats.org/drawingml/2006/main">
              <a:ext uri="{FF2B5EF4-FFF2-40B4-BE49-F238E27FC236}">
                <a16:creationId xmlns:a16="http://schemas.microsoft.com/office/drawing/2014/main" id="{2C55C047-7275-4268-95C1-2A250A418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572">
            <a:extLst xmlns:a="http://schemas.openxmlformats.org/drawingml/2006/main">
              <a:ext uri="{FF2B5EF4-FFF2-40B4-BE49-F238E27FC236}">
                <a16:creationId xmlns:a16="http://schemas.microsoft.com/office/drawing/2014/main" id="{3993D3A6-3A21-48BE-A645-8D7D1338D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計算選擇題答對率與選項分布</a:t>
            </a:r>
          </a:p>
        </p:txBody>
      </p:sp>
      <p:sp>
        <p:nvSpPr>
          <p:cNvPr id="14" name="text-1573">
            <a:extLst xmlns:a="http://schemas.openxmlformats.org/drawingml/2006/main">
              <a:ext uri="{FF2B5EF4-FFF2-40B4-BE49-F238E27FC236}">
                <a16:creationId xmlns:a16="http://schemas.microsoft.com/office/drawing/2014/main" id="{1D65A8EC-6CCA-4DFB-B4BB-EBE0FDE21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574">
            <a:extLst xmlns:a="http://schemas.openxmlformats.org/drawingml/2006/main">
              <a:ext uri="{FF2B5EF4-FFF2-40B4-BE49-F238E27FC236}">
                <a16:creationId xmlns:a16="http://schemas.microsoft.com/office/drawing/2014/main" id="{99BD3CF7-35BA-4260-8EF5-8B6D08487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讓 AI 初編簡答並與講師參考編碼比較</a:t>
            </a:r>
          </a:p>
        </p:txBody>
      </p:sp>
      <p:sp>
        <p:nvSpPr>
          <p:cNvPr id="16" name="shape-1575">
            <a:extLst xmlns:a="http://schemas.openxmlformats.org/drawingml/2006/main">
              <a:ext uri="{FF2B5EF4-FFF2-40B4-BE49-F238E27FC236}">
                <a16:creationId xmlns:a16="http://schemas.microsoft.com/office/drawing/2014/main" id="{F03DAA5C-6F5E-4E99-8700-55E3D3E4D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576">
            <a:extLst xmlns:a="http://schemas.openxmlformats.org/drawingml/2006/main">
              <a:ext uri="{FF2B5EF4-FFF2-40B4-BE49-F238E27FC236}">
                <a16:creationId xmlns:a16="http://schemas.microsoft.com/office/drawing/2014/main" id="{D2C0798F-E837-4A5F-8695-536A5AA48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577">
            <a:extLst xmlns:a="http://schemas.openxmlformats.org/drawingml/2006/main">
              <a:ext uri="{FF2B5EF4-FFF2-40B4-BE49-F238E27FC236}">
                <a16:creationId xmlns:a16="http://schemas.microsoft.com/office/drawing/2014/main" id="{5D24DE65-6A79-4E8E-B510-687459C4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不含真實個資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選擇題與簡答題分流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列出所有不一致案例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報告標示限制與未確認</a:t>
            </a:r>
          </a:p>
        </p:txBody>
      </p:sp>
      <p:sp>
        <p:nvSpPr>
          <p:cNvPr id="19" name="text-1739">
            <a:extLst xmlns:a="http://schemas.openxmlformats.org/drawingml/2006/main">
              <a:ext uri="{FF2B5EF4-FFF2-40B4-BE49-F238E27FC236}">
                <a16:creationId xmlns:a16="http://schemas.microsoft.com/office/drawing/2014/main" id="{F32E3CE8-689E-452D-87A6-924ABCBF1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00fbf6ff26e4e37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fadeef06a664f87"/>
              </a:rPr>
              <a:t>Codex ↗</a:t>
            </a:r>
          </a:p>
        </p:txBody>
      </p:sp>
      <p:sp>
        <p:nvSpPr>
          <p:cNvPr id="20" name="shape-1817">
            <a:extLst xmlns:a="http://schemas.openxmlformats.org/drawingml/2006/main">
              <a:ext uri="{FF2B5EF4-FFF2-40B4-BE49-F238E27FC236}">
                <a16:creationId xmlns:a16="http://schemas.microsoft.com/office/drawing/2014/main" id="{6E30169F-1B48-4E1A-B528-F199F1C3F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9dd71d25074426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1818">
            <a:extLst xmlns:a="http://schemas.openxmlformats.org/drawingml/2006/main">
              <a:ext uri="{FF2B5EF4-FFF2-40B4-BE49-F238E27FC236}">
                <a16:creationId xmlns:a16="http://schemas.microsoft.com/office/drawing/2014/main" id="{C6141E4E-D4C6-4908-80DC-551C7BCC3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52ad6e47f54c40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1819">
            <a:extLst xmlns:a="http://schemas.openxmlformats.org/drawingml/2006/main">
              <a:ext uri="{FF2B5EF4-FFF2-40B4-BE49-F238E27FC236}">
                <a16:creationId xmlns:a16="http://schemas.microsoft.com/office/drawing/2014/main" id="{78FDEA60-639B-4FCF-99D6-38C01B842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530355123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578">
            <a:extLst xmlns:a="http://schemas.openxmlformats.org/drawingml/2006/main">
              <a:ext uri="{FF2B5EF4-FFF2-40B4-BE49-F238E27FC236}">
                <a16:creationId xmlns:a16="http://schemas.microsoft.com/office/drawing/2014/main" id="{7CF63D76-AD04-43D7-B265-3BABC89C7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ADVANCED USE CASES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80FFC98-5562-4939-ABF4-70B902E9D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大學教學的 Agent Skills 應用地圖</a:t>
            </a:r>
          </a:p>
        </p:txBody>
      </p:sp>
      <p:cxnSp>
        <p:nvCxnSpPr>
          <p:cNvPr id="38" name="shape-157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580">
            <a:extLst xmlns:a="http://schemas.openxmlformats.org/drawingml/2006/main">
              <a:ext uri="{FF2B5EF4-FFF2-40B4-BE49-F238E27FC236}">
                <a16:creationId xmlns:a16="http://schemas.microsoft.com/office/drawing/2014/main" id="{BD634A42-FA04-4599-8966-395D566FB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3FDFF52-7A73-45B5-BFAE-90392432D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39</a:t>
            </a:r>
          </a:p>
        </p:txBody>
      </p:sp>
      <p:sp>
        <p:nvSpPr>
          <p:cNvPr id="6" name="shape-1581">
            <a:extLst xmlns:a="http://schemas.openxmlformats.org/drawingml/2006/main">
              <a:ext uri="{FF2B5EF4-FFF2-40B4-BE49-F238E27FC236}">
                <a16:creationId xmlns:a16="http://schemas.microsoft.com/office/drawing/2014/main" id="{D1859659-84D5-451B-B352-B09AA881A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582">
            <a:extLst xmlns:a="http://schemas.openxmlformats.org/drawingml/2006/main">
              <a:ext uri="{FF2B5EF4-FFF2-40B4-BE49-F238E27FC236}">
                <a16:creationId xmlns:a16="http://schemas.microsoft.com/office/drawing/2014/main" id="{BC0D4551-7D96-4FA9-948C-C20AF93C5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583">
            <a:extLst xmlns:a="http://schemas.openxmlformats.org/drawingml/2006/main">
              <a:ext uri="{FF2B5EF4-FFF2-40B4-BE49-F238E27FC236}">
                <a16:creationId xmlns:a16="http://schemas.microsoft.com/office/drawing/2014/main" id="{63ADE03A-27F2-4A13-AE1E-C4DF16660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課程設計</a:t>
            </a:r>
          </a:p>
        </p:txBody>
      </p:sp>
      <p:sp>
        <p:nvSpPr>
          <p:cNvPr id="9" name="text-1584">
            <a:extLst xmlns:a="http://schemas.openxmlformats.org/drawingml/2006/main">
              <a:ext uri="{FF2B5EF4-FFF2-40B4-BE49-F238E27FC236}">
                <a16:creationId xmlns:a16="http://schemas.microsoft.com/office/drawing/2014/main" id="{4B9468FF-E4F5-4956-9400-21C81E275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課綱一致性、學習目標與評量對齊、週次負荷檢核。</a:t>
            </a:r>
          </a:p>
        </p:txBody>
      </p:sp>
      <p:sp>
        <p:nvSpPr>
          <p:cNvPr id="10" name="shape-1585">
            <a:extLst xmlns:a="http://schemas.openxmlformats.org/drawingml/2006/main">
              <a:ext uri="{FF2B5EF4-FFF2-40B4-BE49-F238E27FC236}">
                <a16:creationId xmlns:a16="http://schemas.microsoft.com/office/drawing/2014/main" id="{E9E7246D-A1EF-4C74-8FF0-3FDEC2A18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586">
            <a:extLst xmlns:a="http://schemas.openxmlformats.org/drawingml/2006/main">
              <a:ext uri="{FF2B5EF4-FFF2-40B4-BE49-F238E27FC236}">
                <a16:creationId xmlns:a16="http://schemas.microsoft.com/office/drawing/2014/main" id="{FAE09615-F540-49F0-9C06-3FDAC372D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587">
            <a:extLst xmlns:a="http://schemas.openxmlformats.org/drawingml/2006/main">
              <a:ext uri="{FF2B5EF4-FFF2-40B4-BE49-F238E27FC236}">
                <a16:creationId xmlns:a16="http://schemas.microsoft.com/office/drawing/2014/main" id="{BE4CB370-8079-4174-84CD-6E2C1B94B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研究與閱讀</a:t>
            </a:r>
          </a:p>
        </p:txBody>
      </p:sp>
      <p:sp>
        <p:nvSpPr>
          <p:cNvPr id="13" name="text-1588">
            <a:extLst xmlns:a="http://schemas.openxmlformats.org/drawingml/2006/main">
              <a:ext uri="{FF2B5EF4-FFF2-40B4-BE49-F238E27FC236}">
                <a16:creationId xmlns:a16="http://schemas.microsoft.com/office/drawing/2014/main" id="{692FA559-4E39-485E-BD3E-96EAAF47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文獻整理、觀點矩陣、研究限制與引用追查。</a:t>
            </a:r>
          </a:p>
        </p:txBody>
      </p:sp>
      <p:sp>
        <p:nvSpPr>
          <p:cNvPr id="14" name="shape-1589">
            <a:extLst xmlns:a="http://schemas.openxmlformats.org/drawingml/2006/main">
              <a:ext uri="{FF2B5EF4-FFF2-40B4-BE49-F238E27FC236}">
                <a16:creationId xmlns:a16="http://schemas.microsoft.com/office/drawing/2014/main" id="{68551B44-5D0F-4184-A7B6-300562299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590">
            <a:extLst xmlns:a="http://schemas.openxmlformats.org/drawingml/2006/main">
              <a:ext uri="{FF2B5EF4-FFF2-40B4-BE49-F238E27FC236}">
                <a16:creationId xmlns:a16="http://schemas.microsoft.com/office/drawing/2014/main" id="{E248633B-2168-45BB-A6AE-53FCC8F0E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591">
            <a:extLst xmlns:a="http://schemas.openxmlformats.org/drawingml/2006/main">
              <a:ext uri="{FF2B5EF4-FFF2-40B4-BE49-F238E27FC236}">
                <a16:creationId xmlns:a16="http://schemas.microsoft.com/office/drawing/2014/main" id="{6FBBE8E6-3C46-4E1B-BA05-D6C3CAE14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教材製作</a:t>
            </a:r>
          </a:p>
        </p:txBody>
      </p:sp>
      <p:sp>
        <p:nvSpPr>
          <p:cNvPr id="17" name="text-1592">
            <a:extLst xmlns:a="http://schemas.openxmlformats.org/drawingml/2006/main">
              <a:ext uri="{FF2B5EF4-FFF2-40B4-BE49-F238E27FC236}">
                <a16:creationId xmlns:a16="http://schemas.microsoft.com/office/drawing/2014/main" id="{449197F9-4246-45B5-A2E4-D4E81C694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簡報、互動網站、圖表、字幕與多格式轉換。</a:t>
            </a:r>
          </a:p>
        </p:txBody>
      </p:sp>
      <p:sp>
        <p:nvSpPr>
          <p:cNvPr id="18" name="shape-1593">
            <a:extLst xmlns:a="http://schemas.openxmlformats.org/drawingml/2006/main">
              <a:ext uri="{FF2B5EF4-FFF2-40B4-BE49-F238E27FC236}">
                <a16:creationId xmlns:a16="http://schemas.microsoft.com/office/drawing/2014/main" id="{60405A8B-749E-4D45-AD71-0E7CECC9D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594">
            <a:extLst xmlns:a="http://schemas.openxmlformats.org/drawingml/2006/main">
              <a:ext uri="{FF2B5EF4-FFF2-40B4-BE49-F238E27FC236}">
                <a16:creationId xmlns:a16="http://schemas.microsoft.com/office/drawing/2014/main" id="{BE661C09-DDEF-4FA7-98C7-732F9A19F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595">
            <a:extLst xmlns:a="http://schemas.openxmlformats.org/drawingml/2006/main">
              <a:ext uri="{FF2B5EF4-FFF2-40B4-BE49-F238E27FC236}">
                <a16:creationId xmlns:a16="http://schemas.microsoft.com/office/drawing/2014/main" id="{2CF1AD65-D6A7-44D6-B80E-6B90E893D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學習支持</a:t>
            </a:r>
          </a:p>
        </p:txBody>
      </p:sp>
      <p:sp>
        <p:nvSpPr>
          <p:cNvPr id="21" name="text-1596">
            <a:extLst xmlns:a="http://schemas.openxmlformats.org/drawingml/2006/main">
              <a:ext uri="{FF2B5EF4-FFF2-40B4-BE49-F238E27FC236}">
                <a16:creationId xmlns:a16="http://schemas.microsoft.com/office/drawing/2014/main" id="{129032D0-2D0F-4429-BFC7-91AB66145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形成性回饋、差異化支架、常見迷思與練習生成。</a:t>
            </a:r>
          </a:p>
        </p:txBody>
      </p:sp>
      <p:sp>
        <p:nvSpPr>
          <p:cNvPr id="22" name="shape-1597">
            <a:extLst xmlns:a="http://schemas.openxmlformats.org/drawingml/2006/main">
              <a:ext uri="{FF2B5EF4-FFF2-40B4-BE49-F238E27FC236}">
                <a16:creationId xmlns:a16="http://schemas.microsoft.com/office/drawing/2014/main" id="{5201B0D5-4A53-4FA5-A77B-21EB3C3E0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598">
            <a:extLst xmlns:a="http://schemas.openxmlformats.org/drawingml/2006/main">
              <a:ext uri="{FF2B5EF4-FFF2-40B4-BE49-F238E27FC236}">
                <a16:creationId xmlns:a16="http://schemas.microsoft.com/office/drawing/2014/main" id="{980859AE-1BA5-4C89-B24C-6B4336DA5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24" name="text-1599">
            <a:extLst xmlns:a="http://schemas.openxmlformats.org/drawingml/2006/main">
              <a:ext uri="{FF2B5EF4-FFF2-40B4-BE49-F238E27FC236}">
                <a16:creationId xmlns:a16="http://schemas.microsoft.com/office/drawing/2014/main" id="{EF1F19DA-7A7F-4B7C-B149-AA6CA3E7A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品質保證</a:t>
            </a:r>
          </a:p>
        </p:txBody>
      </p:sp>
      <p:sp>
        <p:nvSpPr>
          <p:cNvPr id="25" name="text-1600">
            <a:extLst xmlns:a="http://schemas.openxmlformats.org/drawingml/2006/main">
              <a:ext uri="{FF2B5EF4-FFF2-40B4-BE49-F238E27FC236}">
                <a16:creationId xmlns:a16="http://schemas.microsoft.com/office/drawing/2014/main" id="{FF24B616-3001-47F8-8A55-CE8438BC6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RWD、無障礙、連結、內容依據與版本檢查。</a:t>
            </a:r>
          </a:p>
        </p:txBody>
      </p:sp>
      <p:sp>
        <p:nvSpPr>
          <p:cNvPr id="26" name="shape-1601">
            <a:extLst xmlns:a="http://schemas.openxmlformats.org/drawingml/2006/main">
              <a:ext uri="{FF2B5EF4-FFF2-40B4-BE49-F238E27FC236}">
                <a16:creationId xmlns:a16="http://schemas.microsoft.com/office/drawing/2014/main" id="{D138AC51-9537-45DE-AC1A-5DE3A98C4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602">
            <a:extLst xmlns:a="http://schemas.openxmlformats.org/drawingml/2006/main">
              <a:ext uri="{FF2B5EF4-FFF2-40B4-BE49-F238E27FC236}">
                <a16:creationId xmlns:a16="http://schemas.microsoft.com/office/drawing/2014/main" id="{561EEEB6-0235-4F52-8950-11B9F08C2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28" name="text-1603">
            <a:extLst xmlns:a="http://schemas.openxmlformats.org/drawingml/2006/main">
              <a:ext uri="{FF2B5EF4-FFF2-40B4-BE49-F238E27FC236}">
                <a16:creationId xmlns:a16="http://schemas.microsoft.com/office/drawing/2014/main" id="{D57A1EFB-BD14-4E25-BF87-D0745A434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部署交付</a:t>
            </a:r>
          </a:p>
        </p:txBody>
      </p:sp>
      <p:sp>
        <p:nvSpPr>
          <p:cNvPr id="29" name="text-1604">
            <a:extLst xmlns:a="http://schemas.openxmlformats.org/drawingml/2006/main">
              <a:ext uri="{FF2B5EF4-FFF2-40B4-BE49-F238E27FC236}">
                <a16:creationId xmlns:a16="http://schemas.microsoft.com/office/drawing/2014/main" id="{03DA923C-74D5-493A-883D-F3FE0837D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Sites、Pages、文件、測試證據與團隊交接。</a:t>
            </a:r>
          </a:p>
        </p:txBody>
      </p:sp>
      <p:sp>
        <p:nvSpPr>
          <p:cNvPr id="30" name="text-1740">
            <a:extLst xmlns:a="http://schemas.openxmlformats.org/drawingml/2006/main">
              <a:ext uri="{FF2B5EF4-FFF2-40B4-BE49-F238E27FC236}">
                <a16:creationId xmlns:a16="http://schemas.microsoft.com/office/drawing/2014/main" id="{700FA8F1-A40D-4834-94EA-948E4F296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27e038d4e5040f4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36d3f96c8d44b3c"/>
              </a:rPr>
              <a:t>Codex ↗</a:t>
            </a:r>
          </a:p>
        </p:txBody>
      </p:sp>
      <p:sp>
        <p:nvSpPr>
          <p:cNvPr id="31" name="shape-1820">
            <a:extLst xmlns:a="http://schemas.openxmlformats.org/drawingml/2006/main">
              <a:ext uri="{FF2B5EF4-FFF2-40B4-BE49-F238E27FC236}">
                <a16:creationId xmlns:a16="http://schemas.microsoft.com/office/drawing/2014/main" id="{3DE2DE09-2FAC-4CBD-9CCB-43B8733ED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b3c564579144d6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821">
            <a:extLst xmlns:a="http://schemas.openxmlformats.org/drawingml/2006/main">
              <a:ext uri="{FF2B5EF4-FFF2-40B4-BE49-F238E27FC236}">
                <a16:creationId xmlns:a16="http://schemas.microsoft.com/office/drawing/2014/main" id="{28964046-C7A6-46B0-A86D-BD46D9EF2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edcf79933c4af4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822">
            <a:extLst xmlns:a="http://schemas.openxmlformats.org/drawingml/2006/main">
              <a:ext uri="{FF2B5EF4-FFF2-40B4-BE49-F238E27FC236}">
                <a16:creationId xmlns:a16="http://schemas.microsoft.com/office/drawing/2014/main" id="{C879875F-B440-4E5E-83BF-7CD63754F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738760663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605">
            <a:extLst xmlns:a="http://schemas.openxmlformats.org/drawingml/2006/main">
              <a:ext uri="{FF2B5EF4-FFF2-40B4-BE49-F238E27FC236}">
                <a16:creationId xmlns:a16="http://schemas.microsoft.com/office/drawing/2014/main" id="{4565F756-B5E1-4E2D-BE25-E70375172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GUARDRAILS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F773679-F077-4E42-9183-A4186FDA5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教育現場安全護欄：先寫進 Skill，再交給 Agent</a:t>
            </a:r>
          </a:p>
        </p:txBody>
      </p:sp>
      <p:cxnSp>
        <p:nvCxnSpPr>
          <p:cNvPr id="30" name="shape-160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607">
            <a:extLst xmlns:a="http://schemas.openxmlformats.org/drawingml/2006/main">
              <a:ext uri="{FF2B5EF4-FFF2-40B4-BE49-F238E27FC236}">
                <a16:creationId xmlns:a16="http://schemas.microsoft.com/office/drawing/2014/main" id="{F66AFABA-0443-40E1-A4D6-037481402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73177D7-9C43-49A4-A91C-8417E4AFE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40</a:t>
            </a:r>
          </a:p>
        </p:txBody>
      </p:sp>
      <p:sp>
        <p:nvSpPr>
          <p:cNvPr id="6" name="shape-1608">
            <a:extLst xmlns:a="http://schemas.openxmlformats.org/drawingml/2006/main">
              <a:ext uri="{FF2B5EF4-FFF2-40B4-BE49-F238E27FC236}">
                <a16:creationId xmlns:a16="http://schemas.microsoft.com/office/drawing/2014/main" id="{E2E29442-131A-43A3-9CF6-7708BE8DD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609">
            <a:extLst xmlns:a="http://schemas.openxmlformats.org/drawingml/2006/main">
              <a:ext uri="{FF2B5EF4-FFF2-40B4-BE49-F238E27FC236}">
                <a16:creationId xmlns:a16="http://schemas.microsoft.com/office/drawing/2014/main" id="{76C12E4D-0D6B-48D6-90F4-78E4F4975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610">
            <a:extLst xmlns:a="http://schemas.openxmlformats.org/drawingml/2006/main">
              <a:ext uri="{FF2B5EF4-FFF2-40B4-BE49-F238E27FC236}">
                <a16:creationId xmlns:a16="http://schemas.microsoft.com/office/drawing/2014/main" id="{969D058A-4D10-4776-9A09-89229B2AA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個資最小化</a:t>
            </a:r>
          </a:p>
        </p:txBody>
      </p:sp>
      <p:sp>
        <p:nvSpPr>
          <p:cNvPr id="9" name="text-1611">
            <a:extLst xmlns:a="http://schemas.openxmlformats.org/drawingml/2006/main">
              <a:ext uri="{FF2B5EF4-FFF2-40B4-BE49-F238E27FC236}">
                <a16:creationId xmlns:a16="http://schemas.microsoft.com/office/drawing/2014/main" id="{584A74E7-DF9F-4101-81F7-66D5C4E56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先匿名化；不把學生姓名、成績、信箱與研究資料放入公開工作區。</a:t>
            </a:r>
          </a:p>
        </p:txBody>
      </p:sp>
      <p:sp>
        <p:nvSpPr>
          <p:cNvPr id="10" name="shape-1612">
            <a:extLst xmlns:a="http://schemas.openxmlformats.org/drawingml/2006/main">
              <a:ext uri="{FF2B5EF4-FFF2-40B4-BE49-F238E27FC236}">
                <a16:creationId xmlns:a16="http://schemas.microsoft.com/office/drawing/2014/main" id="{B9129F15-F8E0-414E-8B92-06F1C57C5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613">
            <a:extLst xmlns:a="http://schemas.openxmlformats.org/drawingml/2006/main">
              <a:ext uri="{FF2B5EF4-FFF2-40B4-BE49-F238E27FC236}">
                <a16:creationId xmlns:a16="http://schemas.microsoft.com/office/drawing/2014/main" id="{35B8A67B-01C2-4E7F-8398-173C56A32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614">
            <a:extLst xmlns:a="http://schemas.openxmlformats.org/drawingml/2006/main">
              <a:ext uri="{FF2B5EF4-FFF2-40B4-BE49-F238E27FC236}">
                <a16:creationId xmlns:a16="http://schemas.microsoft.com/office/drawing/2014/main" id="{CA2AEE1E-DDA2-42D8-ABE7-1EBF8AE0A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來源與版權</a:t>
            </a:r>
          </a:p>
        </p:txBody>
      </p:sp>
      <p:sp>
        <p:nvSpPr>
          <p:cNvPr id="13" name="text-1615">
            <a:extLst xmlns:a="http://schemas.openxmlformats.org/drawingml/2006/main">
              <a:ext uri="{FF2B5EF4-FFF2-40B4-BE49-F238E27FC236}">
                <a16:creationId xmlns:a16="http://schemas.microsoft.com/office/drawing/2014/main" id="{2BC87DDA-27C5-42DB-B233-25326F0E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保留引用、授權與來源邊界；生成不等於可任意公開。</a:t>
            </a:r>
          </a:p>
        </p:txBody>
      </p:sp>
      <p:sp>
        <p:nvSpPr>
          <p:cNvPr id="14" name="shape-1616">
            <a:extLst xmlns:a="http://schemas.openxmlformats.org/drawingml/2006/main">
              <a:ext uri="{FF2B5EF4-FFF2-40B4-BE49-F238E27FC236}">
                <a16:creationId xmlns:a16="http://schemas.microsoft.com/office/drawing/2014/main" id="{85504194-0F62-4CD3-AF45-4E4627BA9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617">
            <a:extLst xmlns:a="http://schemas.openxmlformats.org/drawingml/2006/main">
              <a:ext uri="{FF2B5EF4-FFF2-40B4-BE49-F238E27FC236}">
                <a16:creationId xmlns:a16="http://schemas.microsoft.com/office/drawing/2014/main" id="{E04D0914-D900-429F-AC98-F389DFCFC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618">
            <a:extLst xmlns:a="http://schemas.openxmlformats.org/drawingml/2006/main">
              <a:ext uri="{FF2B5EF4-FFF2-40B4-BE49-F238E27FC236}">
                <a16:creationId xmlns:a16="http://schemas.microsoft.com/office/drawing/2014/main" id="{E4F5CC79-D272-4D5D-9CE7-DC72651DE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人工決策</a:t>
            </a:r>
          </a:p>
        </p:txBody>
      </p:sp>
      <p:sp>
        <p:nvSpPr>
          <p:cNvPr id="17" name="text-1619">
            <a:extLst xmlns:a="http://schemas.openxmlformats.org/drawingml/2006/main">
              <a:ext uri="{FF2B5EF4-FFF2-40B4-BE49-F238E27FC236}">
                <a16:creationId xmlns:a16="http://schemas.microsoft.com/office/drawing/2014/main" id="{16B533CB-C7E2-4191-B709-8DDB4481D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評分、倫理、輔導與正式行政決定，由人負責並保留紀錄。</a:t>
            </a:r>
          </a:p>
        </p:txBody>
      </p:sp>
      <p:sp>
        <p:nvSpPr>
          <p:cNvPr id="18" name="shape-1620">
            <a:extLst xmlns:a="http://schemas.openxmlformats.org/drawingml/2006/main">
              <a:ext uri="{FF2B5EF4-FFF2-40B4-BE49-F238E27FC236}">
                <a16:creationId xmlns:a16="http://schemas.microsoft.com/office/drawing/2014/main" id="{F5F86769-7F9F-4F41-9E57-631C18D1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621">
            <a:extLst xmlns:a="http://schemas.openxmlformats.org/drawingml/2006/main">
              <a:ext uri="{FF2B5EF4-FFF2-40B4-BE49-F238E27FC236}">
                <a16:creationId xmlns:a16="http://schemas.microsoft.com/office/drawing/2014/main" id="{66DA028F-8CDA-4A5E-BBD5-3EEB2153D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622">
            <a:extLst xmlns:a="http://schemas.openxmlformats.org/drawingml/2006/main">
              <a:ext uri="{FF2B5EF4-FFF2-40B4-BE49-F238E27FC236}">
                <a16:creationId xmlns:a16="http://schemas.microsoft.com/office/drawing/2014/main" id="{A8003882-25CD-41E2-9C85-4BC6D46A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可逆優先</a:t>
            </a:r>
          </a:p>
        </p:txBody>
      </p:sp>
      <p:sp>
        <p:nvSpPr>
          <p:cNvPr id="21" name="text-1623">
            <a:extLst xmlns:a="http://schemas.openxmlformats.org/drawingml/2006/main">
              <a:ext uri="{FF2B5EF4-FFF2-40B4-BE49-F238E27FC236}">
                <a16:creationId xmlns:a16="http://schemas.microsoft.com/office/drawing/2014/main" id="{C997A34B-EA49-418D-84E8-4502C1F7C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先分析、預覽、備份；發布、刪除與改權限需要明確確認。</a:t>
            </a:r>
          </a:p>
        </p:txBody>
      </p:sp>
      <p:sp>
        <p:nvSpPr>
          <p:cNvPr id="22" name="text-1741">
            <a:extLst xmlns:a="http://schemas.openxmlformats.org/drawingml/2006/main">
              <a:ext uri="{FF2B5EF4-FFF2-40B4-BE49-F238E27FC236}">
                <a16:creationId xmlns:a16="http://schemas.microsoft.com/office/drawing/2014/main" id="{706E0AC2-7889-4082-BAF2-631F1BB3F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afb59f3b652496e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08f2d553a0c44d5"/>
              </a:rPr>
              <a:t>Codex ↗</a:t>
            </a:r>
          </a:p>
        </p:txBody>
      </p:sp>
      <p:sp>
        <p:nvSpPr>
          <p:cNvPr id="23" name="shape-1823">
            <a:extLst xmlns:a="http://schemas.openxmlformats.org/drawingml/2006/main">
              <a:ext uri="{FF2B5EF4-FFF2-40B4-BE49-F238E27FC236}">
                <a16:creationId xmlns:a16="http://schemas.microsoft.com/office/drawing/2014/main" id="{2FD8D93F-C893-4503-B50D-CBE40FC7F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65bd10b2164515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824">
            <a:extLst xmlns:a="http://schemas.openxmlformats.org/drawingml/2006/main">
              <a:ext uri="{FF2B5EF4-FFF2-40B4-BE49-F238E27FC236}">
                <a16:creationId xmlns:a16="http://schemas.microsoft.com/office/drawing/2014/main" id="{F8A8F989-A2A6-4741-BB96-73B0D4473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f285e834094bf7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825">
            <a:extLst xmlns:a="http://schemas.openxmlformats.org/drawingml/2006/main">
              <a:ext uri="{FF2B5EF4-FFF2-40B4-BE49-F238E27FC236}">
                <a16:creationId xmlns:a16="http://schemas.microsoft.com/office/drawing/2014/main" id="{64ABD1A6-8276-437A-A07F-0587114AF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292016489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624">
            <a:extLst xmlns:a="http://schemas.openxmlformats.org/drawingml/2006/main">
              <a:ext uri="{FF2B5EF4-FFF2-40B4-BE49-F238E27FC236}">
                <a16:creationId xmlns:a16="http://schemas.microsoft.com/office/drawing/2014/main" id="{A53EDCA8-64A2-4D20-8404-25D532838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AD19330-C07B-4B89-9DE9-A1E3ED1D9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整合挑戰｜讓 Agent 回應一個可驗證的痛點</a:t>
            </a:r>
          </a:p>
        </p:txBody>
      </p:sp>
      <p:cxnSp>
        <p:nvCxnSpPr>
          <p:cNvPr id="27" name="shape-162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626">
            <a:extLst xmlns:a="http://schemas.openxmlformats.org/drawingml/2006/main">
              <a:ext uri="{FF2B5EF4-FFF2-40B4-BE49-F238E27FC236}">
                <a16:creationId xmlns:a16="http://schemas.microsoft.com/office/drawing/2014/main" id="{B6DA7FA1-8887-48E2-94D4-59AFA41F1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A68EC7D-2940-4E9E-9898-39DABF71E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41</a:t>
            </a:r>
          </a:p>
        </p:txBody>
      </p:sp>
      <p:sp>
        <p:nvSpPr>
          <p:cNvPr id="6" name="text-1627">
            <a:extLst xmlns:a="http://schemas.openxmlformats.org/drawingml/2006/main">
              <a:ext uri="{FF2B5EF4-FFF2-40B4-BE49-F238E27FC236}">
                <a16:creationId xmlns:a16="http://schemas.microsoft.com/office/drawing/2014/main" id="{162B6E14-E5F1-48DD-B343-B11FDAC0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628">
            <a:extLst xmlns:a="http://schemas.openxmlformats.org/drawingml/2006/main">
              <a:ext uri="{FF2B5EF4-FFF2-40B4-BE49-F238E27FC236}">
                <a16:creationId xmlns:a16="http://schemas.microsoft.com/office/drawing/2014/main" id="{D8704A3C-7729-4C0F-9363-FD3AB1E45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629">
            <a:extLst xmlns:a="http://schemas.openxmlformats.org/drawingml/2006/main">
              <a:ext uri="{FF2B5EF4-FFF2-40B4-BE49-F238E27FC236}">
                <a16:creationId xmlns:a16="http://schemas.microsoft.com/office/drawing/2014/main" id="{2D657155-6F75-4D62-9795-584006B4C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630">
            <a:extLst xmlns:a="http://schemas.openxmlformats.org/drawingml/2006/main">
              <a:ext uri="{FF2B5EF4-FFF2-40B4-BE49-F238E27FC236}">
                <a16:creationId xmlns:a16="http://schemas.microsoft.com/office/drawing/2014/main" id="{49EEAD81-00A0-4783-8706-7A91D182F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啟用剛完成的 Skill</a:t>
            </a:r>
          </a:p>
        </p:txBody>
      </p:sp>
      <p:sp>
        <p:nvSpPr>
          <p:cNvPr id="10" name="text-1631">
            <a:extLst xmlns:a="http://schemas.openxmlformats.org/drawingml/2006/main">
              <a:ext uri="{FF2B5EF4-FFF2-40B4-BE49-F238E27FC236}">
                <a16:creationId xmlns:a16="http://schemas.microsoft.com/office/drawing/2014/main" id="{55886969-B574-4F5C-B717-F65653FDD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632">
            <a:extLst xmlns:a="http://schemas.openxmlformats.org/drawingml/2006/main">
              <a:ext uri="{FF2B5EF4-FFF2-40B4-BE49-F238E27FC236}">
                <a16:creationId xmlns:a16="http://schemas.microsoft.com/office/drawing/2014/main" id="{1A333532-D11D-41CA-9FB2-D41CC10C8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對上午作品或合成資料提出一項真實教學／研究痛點任務</a:t>
            </a:r>
          </a:p>
        </p:txBody>
      </p:sp>
      <p:sp>
        <p:nvSpPr>
          <p:cNvPr id="12" name="text-1633">
            <a:extLst xmlns:a="http://schemas.openxmlformats.org/drawingml/2006/main">
              <a:ext uri="{FF2B5EF4-FFF2-40B4-BE49-F238E27FC236}">
                <a16:creationId xmlns:a16="http://schemas.microsoft.com/office/drawing/2014/main" id="{3ADABFFB-6557-46E2-BD7A-FBC3F9741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634">
            <a:extLst xmlns:a="http://schemas.openxmlformats.org/drawingml/2006/main">
              <a:ext uri="{FF2B5EF4-FFF2-40B4-BE49-F238E27FC236}">
                <a16:creationId xmlns:a16="http://schemas.microsoft.com/office/drawing/2014/main" id="{C5A43086-0E0A-45D2-A640-932C162A2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要求 Agent 實作並驗證</a:t>
            </a:r>
          </a:p>
        </p:txBody>
      </p:sp>
      <p:sp>
        <p:nvSpPr>
          <p:cNvPr id="14" name="text-1635">
            <a:extLst xmlns:a="http://schemas.openxmlformats.org/drawingml/2006/main">
              <a:ext uri="{FF2B5EF4-FFF2-40B4-BE49-F238E27FC236}">
                <a16:creationId xmlns:a16="http://schemas.microsoft.com/office/drawing/2014/main" id="{4821D94E-C945-49F8-8FB2-AD950A768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636">
            <a:extLst xmlns:a="http://schemas.openxmlformats.org/drawingml/2006/main">
              <a:ext uri="{FF2B5EF4-FFF2-40B4-BE49-F238E27FC236}">
                <a16:creationId xmlns:a16="http://schemas.microsoft.com/office/drawing/2014/main" id="{322BA8A4-385A-4373-ABDB-AFD2C0B28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準備 90 秒成果與證據</a:t>
            </a:r>
          </a:p>
        </p:txBody>
      </p:sp>
      <p:sp>
        <p:nvSpPr>
          <p:cNvPr id="16" name="shape-1637">
            <a:extLst xmlns:a="http://schemas.openxmlformats.org/drawingml/2006/main">
              <a:ext uri="{FF2B5EF4-FFF2-40B4-BE49-F238E27FC236}">
                <a16:creationId xmlns:a16="http://schemas.microsoft.com/office/drawing/2014/main" id="{2D5B7599-78F2-49E2-8448-8749C6B57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638">
            <a:extLst xmlns:a="http://schemas.openxmlformats.org/drawingml/2006/main">
              <a:ext uri="{FF2B5EF4-FFF2-40B4-BE49-F238E27FC236}">
                <a16:creationId xmlns:a16="http://schemas.microsoft.com/office/drawing/2014/main" id="{8F4B0648-AFA5-4019-BCE8-6E20197D9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639">
            <a:extLst xmlns:a="http://schemas.openxmlformats.org/drawingml/2006/main">
              <a:ext uri="{FF2B5EF4-FFF2-40B4-BE49-F238E27FC236}">
                <a16:creationId xmlns:a16="http://schemas.microsoft.com/office/drawing/2014/main" id="{10409E60-E5A1-4477-B484-460E323B3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Skill 有被正確觸發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成果可開啟或可檢查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至少一個驗證證據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說明一項人工決定</a:t>
            </a:r>
          </a:p>
        </p:txBody>
      </p:sp>
      <p:sp>
        <p:nvSpPr>
          <p:cNvPr id="19" name="text-1742">
            <a:extLst xmlns:a="http://schemas.openxmlformats.org/drawingml/2006/main">
              <a:ext uri="{FF2B5EF4-FFF2-40B4-BE49-F238E27FC236}">
                <a16:creationId xmlns:a16="http://schemas.microsoft.com/office/drawing/2014/main" id="{328CE4C2-84D1-45CF-AF3A-AF2978820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659d522b4134afa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25f5149ef3d46ad"/>
              </a:rPr>
              <a:t>Codex ↗</a:t>
            </a:r>
          </a:p>
        </p:txBody>
      </p:sp>
      <p:sp>
        <p:nvSpPr>
          <p:cNvPr id="20" name="shape-1826">
            <a:extLst xmlns:a="http://schemas.openxmlformats.org/drawingml/2006/main">
              <a:ext uri="{FF2B5EF4-FFF2-40B4-BE49-F238E27FC236}">
                <a16:creationId xmlns:a16="http://schemas.microsoft.com/office/drawing/2014/main" id="{E347355E-7CEE-4DB9-821C-EA17347D7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cefd620b93436c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1827">
            <a:extLst xmlns:a="http://schemas.openxmlformats.org/drawingml/2006/main">
              <a:ext uri="{FF2B5EF4-FFF2-40B4-BE49-F238E27FC236}">
                <a16:creationId xmlns:a16="http://schemas.microsoft.com/office/drawing/2014/main" id="{8521F874-2CF3-48EC-944A-7858F8F68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394e9a09cc403e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1828">
            <a:extLst xmlns:a="http://schemas.openxmlformats.org/drawingml/2006/main">
              <a:ext uri="{FF2B5EF4-FFF2-40B4-BE49-F238E27FC236}">
                <a16:creationId xmlns:a16="http://schemas.microsoft.com/office/drawing/2014/main" id="{0C367CE5-A9A0-45F5-867A-7191863D0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702237735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640">
            <a:extLst xmlns:a="http://schemas.openxmlformats.org/drawingml/2006/main">
              <a:ext uri="{FF2B5EF4-FFF2-40B4-BE49-F238E27FC236}">
                <a16:creationId xmlns:a16="http://schemas.microsoft.com/office/drawing/2014/main" id="{50A6D0D5-F651-43A9-9083-8F22A113E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PEER REVIEW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B9ED91C-EE4F-438D-9E43-2BFA203A0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同儕回饋只看四件事</a:t>
            </a:r>
          </a:p>
        </p:txBody>
      </p:sp>
      <p:cxnSp>
        <p:nvCxnSpPr>
          <p:cNvPr id="30" name="shape-164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642">
            <a:extLst xmlns:a="http://schemas.openxmlformats.org/drawingml/2006/main">
              <a:ext uri="{FF2B5EF4-FFF2-40B4-BE49-F238E27FC236}">
                <a16:creationId xmlns:a16="http://schemas.microsoft.com/office/drawing/2014/main" id="{D426D8F3-78BE-4F15-9786-0811BF374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5C5712C-3161-48A0-ACE8-8154D70F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42</a:t>
            </a:r>
          </a:p>
        </p:txBody>
      </p:sp>
      <p:sp>
        <p:nvSpPr>
          <p:cNvPr id="6" name="shape-1643">
            <a:extLst xmlns:a="http://schemas.openxmlformats.org/drawingml/2006/main">
              <a:ext uri="{FF2B5EF4-FFF2-40B4-BE49-F238E27FC236}">
                <a16:creationId xmlns:a16="http://schemas.microsoft.com/office/drawing/2014/main" id="{5370E262-7DC8-4D38-804B-497D6EBDB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644">
            <a:extLst xmlns:a="http://schemas.openxmlformats.org/drawingml/2006/main">
              <a:ext uri="{FF2B5EF4-FFF2-40B4-BE49-F238E27FC236}">
                <a16:creationId xmlns:a16="http://schemas.microsoft.com/office/drawing/2014/main" id="{2443664B-2D43-4DF7-88CE-56CAFEA71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645">
            <a:extLst xmlns:a="http://schemas.openxmlformats.org/drawingml/2006/main">
              <a:ext uri="{FF2B5EF4-FFF2-40B4-BE49-F238E27FC236}">
                <a16:creationId xmlns:a16="http://schemas.microsoft.com/office/drawing/2014/main" id="{AF2A0ED0-8EE0-4FEE-8719-EA113F641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價值</a:t>
            </a:r>
          </a:p>
        </p:txBody>
      </p:sp>
      <p:sp>
        <p:nvSpPr>
          <p:cNvPr id="9" name="text-1646">
            <a:extLst xmlns:a="http://schemas.openxmlformats.org/drawingml/2006/main">
              <a:ext uri="{FF2B5EF4-FFF2-40B4-BE49-F238E27FC236}">
                <a16:creationId xmlns:a16="http://schemas.microsoft.com/office/drawing/2014/main" id="{47D67061-CB73-4022-BD9E-A115C2136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這個 Agent 任務是否回應真實教學／研究痛點？</a:t>
            </a:r>
          </a:p>
        </p:txBody>
      </p:sp>
      <p:sp>
        <p:nvSpPr>
          <p:cNvPr id="10" name="shape-1647">
            <a:extLst xmlns:a="http://schemas.openxmlformats.org/drawingml/2006/main">
              <a:ext uri="{FF2B5EF4-FFF2-40B4-BE49-F238E27FC236}">
                <a16:creationId xmlns:a16="http://schemas.microsoft.com/office/drawing/2014/main" id="{410279CB-41A2-4134-8886-EF567F3B0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648">
            <a:extLst xmlns:a="http://schemas.openxmlformats.org/drawingml/2006/main">
              <a:ext uri="{FF2B5EF4-FFF2-40B4-BE49-F238E27FC236}">
                <a16:creationId xmlns:a16="http://schemas.microsoft.com/office/drawing/2014/main" id="{2CF681A8-9DE7-4491-BF23-DB0802197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649">
            <a:extLst xmlns:a="http://schemas.openxmlformats.org/drawingml/2006/main">
              <a:ext uri="{FF2B5EF4-FFF2-40B4-BE49-F238E27FC236}">
                <a16:creationId xmlns:a16="http://schemas.microsoft.com/office/drawing/2014/main" id="{BC229A56-717D-4152-80F8-62054561D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清楚</a:t>
            </a:r>
          </a:p>
        </p:txBody>
      </p:sp>
      <p:sp>
        <p:nvSpPr>
          <p:cNvPr id="13" name="text-1650">
            <a:extLst xmlns:a="http://schemas.openxmlformats.org/drawingml/2006/main">
              <a:ext uri="{FF2B5EF4-FFF2-40B4-BE49-F238E27FC236}">
                <a16:creationId xmlns:a16="http://schemas.microsoft.com/office/drawing/2014/main" id="{DEFE7093-5C85-4248-83EC-DBE8B99C5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陌生人是否能理解 Skill 的觸發時機與流程？</a:t>
            </a:r>
          </a:p>
        </p:txBody>
      </p:sp>
      <p:sp>
        <p:nvSpPr>
          <p:cNvPr id="14" name="shape-1651">
            <a:extLst xmlns:a="http://schemas.openxmlformats.org/drawingml/2006/main">
              <a:ext uri="{FF2B5EF4-FFF2-40B4-BE49-F238E27FC236}">
                <a16:creationId xmlns:a16="http://schemas.microsoft.com/office/drawing/2014/main" id="{132D9F75-A8A2-4887-8F64-032AF33DB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652">
            <a:extLst xmlns:a="http://schemas.openxmlformats.org/drawingml/2006/main">
              <a:ext uri="{FF2B5EF4-FFF2-40B4-BE49-F238E27FC236}">
                <a16:creationId xmlns:a16="http://schemas.microsoft.com/office/drawing/2014/main" id="{7D7785DC-EC61-49BC-B5B6-A23F1D7B9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653">
            <a:extLst xmlns:a="http://schemas.openxmlformats.org/drawingml/2006/main">
              <a:ext uri="{FF2B5EF4-FFF2-40B4-BE49-F238E27FC236}">
                <a16:creationId xmlns:a16="http://schemas.microsoft.com/office/drawing/2014/main" id="{B0EBD402-2762-4646-BAE3-23917B9F8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證據</a:t>
            </a:r>
          </a:p>
        </p:txBody>
      </p:sp>
      <p:sp>
        <p:nvSpPr>
          <p:cNvPr id="17" name="text-1654">
            <a:extLst xmlns:a="http://schemas.openxmlformats.org/drawingml/2006/main">
              <a:ext uri="{FF2B5EF4-FFF2-40B4-BE49-F238E27FC236}">
                <a16:creationId xmlns:a16="http://schemas.microsoft.com/office/drawing/2014/main" id="{AE85C324-96F0-4B28-876C-FC34BF0ED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完成宣告是否有檔案、測試、畫面或引用支持？</a:t>
            </a:r>
          </a:p>
        </p:txBody>
      </p:sp>
      <p:sp>
        <p:nvSpPr>
          <p:cNvPr id="18" name="shape-1655">
            <a:extLst xmlns:a="http://schemas.openxmlformats.org/drawingml/2006/main">
              <a:ext uri="{FF2B5EF4-FFF2-40B4-BE49-F238E27FC236}">
                <a16:creationId xmlns:a16="http://schemas.microsoft.com/office/drawing/2014/main" id="{64E20A55-187A-481D-B24A-3F4BDFBAE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656">
            <a:extLst xmlns:a="http://schemas.openxmlformats.org/drawingml/2006/main">
              <a:ext uri="{FF2B5EF4-FFF2-40B4-BE49-F238E27FC236}">
                <a16:creationId xmlns:a16="http://schemas.microsoft.com/office/drawing/2014/main" id="{7B2CFD0F-6A2E-4BE9-B66E-3E8F9D522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657">
            <a:extLst xmlns:a="http://schemas.openxmlformats.org/drawingml/2006/main">
              <a:ext uri="{FF2B5EF4-FFF2-40B4-BE49-F238E27FC236}">
                <a16:creationId xmlns:a16="http://schemas.microsoft.com/office/drawing/2014/main" id="{BCE2E60C-AE19-4D91-939D-4728CD454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邊界</a:t>
            </a:r>
          </a:p>
        </p:txBody>
      </p:sp>
      <p:sp>
        <p:nvSpPr>
          <p:cNvPr id="21" name="text-1658">
            <a:extLst xmlns:a="http://schemas.openxmlformats.org/drawingml/2006/main">
              <a:ext uri="{FF2B5EF4-FFF2-40B4-BE49-F238E27FC236}">
                <a16:creationId xmlns:a16="http://schemas.microsoft.com/office/drawing/2014/main" id="{E99FC7D2-C165-4FFF-8EF4-9D23F4704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是否知道哪些動作需確認、哪些結果仍未確認？</a:t>
            </a:r>
          </a:p>
        </p:txBody>
      </p:sp>
      <p:sp>
        <p:nvSpPr>
          <p:cNvPr id="22" name="text-1743">
            <a:extLst xmlns:a="http://schemas.openxmlformats.org/drawingml/2006/main">
              <a:ext uri="{FF2B5EF4-FFF2-40B4-BE49-F238E27FC236}">
                <a16:creationId xmlns:a16="http://schemas.microsoft.com/office/drawing/2014/main" id="{2BF4CFBC-4C49-4393-AE27-7AC95721E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914a2d65f014509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fed5bf055624892"/>
              </a:rPr>
              <a:t>Codex ↗</a:t>
            </a:r>
          </a:p>
        </p:txBody>
      </p:sp>
      <p:sp>
        <p:nvSpPr>
          <p:cNvPr id="23" name="shape-1829">
            <a:extLst xmlns:a="http://schemas.openxmlformats.org/drawingml/2006/main">
              <a:ext uri="{FF2B5EF4-FFF2-40B4-BE49-F238E27FC236}">
                <a16:creationId xmlns:a16="http://schemas.microsoft.com/office/drawing/2014/main" id="{E12AA59C-391D-41DC-B68E-B96ECE3B9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d401ba721c43d4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830">
            <a:extLst xmlns:a="http://schemas.openxmlformats.org/drawingml/2006/main">
              <a:ext uri="{FF2B5EF4-FFF2-40B4-BE49-F238E27FC236}">
                <a16:creationId xmlns:a16="http://schemas.microsoft.com/office/drawing/2014/main" id="{F2D768BE-7A1C-4862-B0E1-AFB68B18E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8004193c104484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831">
            <a:extLst xmlns:a="http://schemas.openxmlformats.org/drawingml/2006/main">
              <a:ext uri="{FF2B5EF4-FFF2-40B4-BE49-F238E27FC236}">
                <a16:creationId xmlns:a16="http://schemas.microsoft.com/office/drawing/2014/main" id="{22831E1A-D078-402C-931D-11729A244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880146553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1659">
            <a:extLst xmlns:a="http://schemas.openxmlformats.org/drawingml/2006/main">
              <a:ext uri="{FF2B5EF4-FFF2-40B4-BE49-F238E27FC236}">
                <a16:creationId xmlns:a16="http://schemas.microsoft.com/office/drawing/2014/main" id="{F95DDFA2-61E3-4911-AFF2-D00C49B59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NEXT 30 DAYS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174D845-E8AB-480F-88B6-2573DDD38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30 天導入計畫：小步驗證，留下可重用資產</a:t>
            </a:r>
          </a:p>
        </p:txBody>
      </p:sp>
      <p:cxnSp>
        <p:nvCxnSpPr>
          <p:cNvPr id="35" name="shape-166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661">
            <a:extLst xmlns:a="http://schemas.openxmlformats.org/drawingml/2006/main">
              <a:ext uri="{FF2B5EF4-FFF2-40B4-BE49-F238E27FC236}">
                <a16:creationId xmlns:a16="http://schemas.microsoft.com/office/drawing/2014/main" id="{57219246-65CD-4808-B8FF-93631C6D7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F0FC60B-861A-40AE-A55C-5403CD71B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43</a:t>
            </a:r>
          </a:p>
        </p:txBody>
      </p:sp>
      <p:cxnSp>
        <p:nvCxnSpPr>
          <p:cNvPr id="38" name="shape-1662"/>
          <p:cNvCxnSpPr/>
          <p:nvPr/>
        </p:nvCxnSpPr>
        <p:spPr>
          <a:xfrm xmlns:a="http://schemas.openxmlformats.org/drawingml/2006/main">
            <a:off x="876300" y="3143250"/>
            <a:ext cx="10401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shape-1663">
            <a:extLst xmlns:a="http://schemas.openxmlformats.org/drawingml/2006/main">
              <a:ext uri="{FF2B5EF4-FFF2-40B4-BE49-F238E27FC236}">
                <a16:creationId xmlns:a16="http://schemas.microsoft.com/office/drawing/2014/main" id="{A2886AC6-139F-4750-8D4E-C5B8CFFDC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664">
            <a:extLst xmlns:a="http://schemas.openxmlformats.org/drawingml/2006/main">
              <a:ext uri="{FF2B5EF4-FFF2-40B4-BE49-F238E27FC236}">
                <a16:creationId xmlns:a16="http://schemas.microsoft.com/office/drawing/2014/main" id="{9CA12F3C-CFA7-4572-A5D0-99F718F28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1 週</a:t>
            </a:r>
          </a:p>
        </p:txBody>
      </p:sp>
      <p:sp>
        <p:nvSpPr>
          <p:cNvPr id="9" name="text-1665">
            <a:extLst xmlns:a="http://schemas.openxmlformats.org/drawingml/2006/main">
              <a:ext uri="{FF2B5EF4-FFF2-40B4-BE49-F238E27FC236}">
                <a16:creationId xmlns:a16="http://schemas.microsoft.com/office/drawing/2014/main" id="{41E02AD8-1FEE-440F-9F01-DAFA5E7CE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選任務</a:t>
            </a:r>
          </a:p>
        </p:txBody>
      </p:sp>
      <p:sp>
        <p:nvSpPr>
          <p:cNvPr id="10" name="text-1666">
            <a:extLst xmlns:a="http://schemas.openxmlformats.org/drawingml/2006/main">
              <a:ext uri="{FF2B5EF4-FFF2-40B4-BE49-F238E27FC236}">
                <a16:creationId xmlns:a16="http://schemas.microsoft.com/office/drawing/2014/main" id="{06FC2B01-5F0F-4545-8061-40598F7E2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高頻、耗時、可驗證</a:t>
            </a:r>
          </a:p>
        </p:txBody>
      </p:sp>
      <p:sp>
        <p:nvSpPr>
          <p:cNvPr id="11" name="shape-1667">
            <a:extLst xmlns:a="http://schemas.openxmlformats.org/drawingml/2006/main">
              <a:ext uri="{FF2B5EF4-FFF2-40B4-BE49-F238E27FC236}">
                <a16:creationId xmlns:a16="http://schemas.microsoft.com/office/drawing/2014/main" id="{E0235CDE-8E09-43D2-A16A-2C9A1F309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1668">
            <a:extLst xmlns:a="http://schemas.openxmlformats.org/drawingml/2006/main">
              <a:ext uri="{FF2B5EF4-FFF2-40B4-BE49-F238E27FC236}">
                <a16:creationId xmlns:a16="http://schemas.microsoft.com/office/drawing/2014/main" id="{C6C867AC-BFDB-4F4D-8690-FC0316AA7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2 週</a:t>
            </a:r>
          </a:p>
        </p:txBody>
      </p:sp>
      <p:sp>
        <p:nvSpPr>
          <p:cNvPr id="13" name="text-1669">
            <a:extLst xmlns:a="http://schemas.openxmlformats.org/drawingml/2006/main">
              <a:ext uri="{FF2B5EF4-FFF2-40B4-BE49-F238E27FC236}">
                <a16:creationId xmlns:a16="http://schemas.microsoft.com/office/drawing/2014/main" id="{CD6C6D45-FB92-46B0-8B48-566F9E83E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試流程</a:t>
            </a:r>
          </a:p>
        </p:txBody>
      </p:sp>
      <p:sp>
        <p:nvSpPr>
          <p:cNvPr id="14" name="text-1670">
            <a:extLst xmlns:a="http://schemas.openxmlformats.org/drawingml/2006/main">
              <a:ext uri="{FF2B5EF4-FFF2-40B4-BE49-F238E27FC236}">
                <a16:creationId xmlns:a16="http://schemas.microsoft.com/office/drawing/2014/main" id="{A7893E3B-6B6B-43FC-9E3B-5D6CBB843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自己跑 3 次</a:t>
            </a:r>
          </a:p>
        </p:txBody>
      </p:sp>
      <p:sp>
        <p:nvSpPr>
          <p:cNvPr id="15" name="shape-1671">
            <a:extLst xmlns:a="http://schemas.openxmlformats.org/drawingml/2006/main">
              <a:ext uri="{FF2B5EF4-FFF2-40B4-BE49-F238E27FC236}">
                <a16:creationId xmlns:a16="http://schemas.microsoft.com/office/drawing/2014/main" id="{AAB6A89D-E120-4ED3-9895-163D415AE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1672">
            <a:extLst xmlns:a="http://schemas.openxmlformats.org/drawingml/2006/main">
              <a:ext uri="{FF2B5EF4-FFF2-40B4-BE49-F238E27FC236}">
                <a16:creationId xmlns:a16="http://schemas.microsoft.com/office/drawing/2014/main" id="{7AFD44E5-E3CA-4971-9EFA-BB3B8A04F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3 週</a:t>
            </a:r>
          </a:p>
        </p:txBody>
      </p:sp>
      <p:sp>
        <p:nvSpPr>
          <p:cNvPr id="17" name="text-1673">
            <a:extLst xmlns:a="http://schemas.openxmlformats.org/drawingml/2006/main">
              <a:ext uri="{FF2B5EF4-FFF2-40B4-BE49-F238E27FC236}">
                <a16:creationId xmlns:a16="http://schemas.microsoft.com/office/drawing/2014/main" id="{4126F106-6F05-4855-BE76-94D3D9ECF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給同儕</a:t>
            </a:r>
          </a:p>
        </p:txBody>
      </p:sp>
      <p:sp>
        <p:nvSpPr>
          <p:cNvPr id="18" name="text-1674">
            <a:extLst xmlns:a="http://schemas.openxmlformats.org/drawingml/2006/main">
              <a:ext uri="{FF2B5EF4-FFF2-40B4-BE49-F238E27FC236}">
                <a16:creationId xmlns:a16="http://schemas.microsoft.com/office/drawing/2014/main" id="{A327753E-E296-41ED-9DC8-22F59626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找 1 人盲測</a:t>
            </a:r>
          </a:p>
        </p:txBody>
      </p:sp>
      <p:sp>
        <p:nvSpPr>
          <p:cNvPr id="19" name="shape-1675">
            <a:extLst xmlns:a="http://schemas.openxmlformats.org/drawingml/2006/main">
              <a:ext uri="{FF2B5EF4-FFF2-40B4-BE49-F238E27FC236}">
                <a16:creationId xmlns:a16="http://schemas.microsoft.com/office/drawing/2014/main" id="{97910E18-D5AF-499E-BC87-FB28372FD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676">
            <a:extLst xmlns:a="http://schemas.openxmlformats.org/drawingml/2006/main">
              <a:ext uri="{FF2B5EF4-FFF2-40B4-BE49-F238E27FC236}">
                <a16:creationId xmlns:a16="http://schemas.microsoft.com/office/drawing/2014/main" id="{61327EED-D301-4C1C-8F74-D934A53E6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4 週</a:t>
            </a:r>
          </a:p>
        </p:txBody>
      </p:sp>
      <p:sp>
        <p:nvSpPr>
          <p:cNvPr id="21" name="text-1677">
            <a:extLst xmlns:a="http://schemas.openxmlformats.org/drawingml/2006/main">
              <a:ext uri="{FF2B5EF4-FFF2-40B4-BE49-F238E27FC236}">
                <a16:creationId xmlns:a16="http://schemas.microsoft.com/office/drawing/2014/main" id="{D980210A-2CCF-47BE-8814-45F3ABED3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修 Skill</a:t>
            </a:r>
          </a:p>
        </p:txBody>
      </p:sp>
      <p:sp>
        <p:nvSpPr>
          <p:cNvPr id="22" name="text-1678">
            <a:extLst xmlns:a="http://schemas.openxmlformats.org/drawingml/2006/main">
              <a:ext uri="{FF2B5EF4-FFF2-40B4-BE49-F238E27FC236}">
                <a16:creationId xmlns:a16="http://schemas.microsoft.com/office/drawing/2014/main" id="{640B705F-71E6-4685-AF03-9784EDA63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補規則與範例</a:t>
            </a:r>
          </a:p>
        </p:txBody>
      </p:sp>
      <p:sp>
        <p:nvSpPr>
          <p:cNvPr id="23" name="shape-1679">
            <a:extLst xmlns:a="http://schemas.openxmlformats.org/drawingml/2006/main">
              <a:ext uri="{FF2B5EF4-FFF2-40B4-BE49-F238E27FC236}">
                <a16:creationId xmlns:a16="http://schemas.microsoft.com/office/drawing/2014/main" id="{BAA5DD13-486D-4C7A-92E7-3F2B372DF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1680">
            <a:extLst xmlns:a="http://schemas.openxmlformats.org/drawingml/2006/main">
              <a:ext uri="{FF2B5EF4-FFF2-40B4-BE49-F238E27FC236}">
                <a16:creationId xmlns:a16="http://schemas.microsoft.com/office/drawing/2014/main" id="{8CC011E8-C46E-48DC-8ABE-3E85D8E54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30 天</a:t>
            </a:r>
          </a:p>
        </p:txBody>
      </p:sp>
      <p:sp>
        <p:nvSpPr>
          <p:cNvPr id="25" name="text-1681">
            <a:extLst xmlns:a="http://schemas.openxmlformats.org/drawingml/2006/main">
              <a:ext uri="{FF2B5EF4-FFF2-40B4-BE49-F238E27FC236}">
                <a16:creationId xmlns:a16="http://schemas.microsoft.com/office/drawing/2014/main" id="{38F118BD-14E3-4A40-9B41-0939EF36C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決定</a:t>
            </a:r>
          </a:p>
        </p:txBody>
      </p:sp>
      <p:sp>
        <p:nvSpPr>
          <p:cNvPr id="26" name="text-1682">
            <a:extLst xmlns:a="http://schemas.openxmlformats.org/drawingml/2006/main">
              <a:ext uri="{FF2B5EF4-FFF2-40B4-BE49-F238E27FC236}">
                <a16:creationId xmlns:a16="http://schemas.microsoft.com/office/drawing/2014/main" id="{878EEC94-FD1E-419F-A0E2-6FB2BBE1A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採用、修改或淘汰</a:t>
            </a:r>
          </a:p>
        </p:txBody>
      </p:sp>
      <p:sp>
        <p:nvSpPr>
          <p:cNvPr id="27" name="text-1744">
            <a:extLst xmlns:a="http://schemas.openxmlformats.org/drawingml/2006/main">
              <a:ext uri="{FF2B5EF4-FFF2-40B4-BE49-F238E27FC236}">
                <a16:creationId xmlns:a16="http://schemas.microsoft.com/office/drawing/2014/main" id="{8FD3BE52-09FE-4653-AD43-89F9933CA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a617d64238047b6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04c911a5e484f38"/>
              </a:rPr>
              <a:t>Codex ↗</a:t>
            </a:r>
          </a:p>
        </p:txBody>
      </p:sp>
      <p:sp>
        <p:nvSpPr>
          <p:cNvPr id="28" name="shape-1832">
            <a:extLst xmlns:a="http://schemas.openxmlformats.org/drawingml/2006/main">
              <a:ext uri="{FF2B5EF4-FFF2-40B4-BE49-F238E27FC236}">
                <a16:creationId xmlns:a16="http://schemas.microsoft.com/office/drawing/2014/main" id="{884E30F6-6622-402F-A44F-70B079A8D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a86247f39f421f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0" name="text-1833">
            <a:extLst xmlns:a="http://schemas.openxmlformats.org/drawingml/2006/main">
              <a:ext uri="{FF2B5EF4-FFF2-40B4-BE49-F238E27FC236}">
                <a16:creationId xmlns:a16="http://schemas.microsoft.com/office/drawing/2014/main" id="{D9608AA8-D53F-4E6D-8D12-4B33D5F8D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e82383252046c0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2" name="text-1834">
            <a:extLst xmlns:a="http://schemas.openxmlformats.org/drawingml/2006/main">
              <a:ext uri="{FF2B5EF4-FFF2-40B4-BE49-F238E27FC236}">
                <a16:creationId xmlns:a16="http://schemas.microsoft.com/office/drawing/2014/main" id="{62E14FB3-B21C-4CBF-BCB1-9A806DE96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970124888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text-1683">
            <a:extLst xmlns:a="http://schemas.openxmlformats.org/drawingml/2006/main">
              <a:ext uri="{FF2B5EF4-FFF2-40B4-BE49-F238E27FC236}">
                <a16:creationId xmlns:a16="http://schemas.microsoft.com/office/drawing/2014/main" id="{7F0EE4ED-1B37-443F-B2E7-9472D178E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BOOKMARKS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A9FDCA2-6B83-49FC-8CC6-76CC3FE96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下午資源書籤</a:t>
            </a:r>
          </a:p>
        </p:txBody>
      </p:sp>
      <p:cxnSp>
        <p:nvCxnSpPr>
          <p:cNvPr id="41" name="shape-168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685">
            <a:extLst xmlns:a="http://schemas.openxmlformats.org/drawingml/2006/main">
              <a:ext uri="{FF2B5EF4-FFF2-40B4-BE49-F238E27FC236}">
                <a16:creationId xmlns:a16="http://schemas.microsoft.com/office/drawing/2014/main" id="{9758688F-2B4B-410B-AE6E-202C103F5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CBC9C0E-F700-4BE7-B8C9-3729B356C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44</a:t>
            </a:r>
          </a:p>
        </p:txBody>
      </p:sp>
      <p:sp>
        <p:nvSpPr>
          <p:cNvPr id="6" name="shape-1686">
            <a:extLst xmlns:a="http://schemas.openxmlformats.org/drawingml/2006/main">
              <a:ext uri="{FF2B5EF4-FFF2-40B4-BE49-F238E27FC236}">
                <a16:creationId xmlns:a16="http://schemas.microsoft.com/office/drawing/2014/main" id="{C3C024A5-DC1B-4A5A-8803-E78517306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687">
            <a:extLst xmlns:a="http://schemas.openxmlformats.org/drawingml/2006/main">
              <a:ext uri="{FF2B5EF4-FFF2-40B4-BE49-F238E27FC236}">
                <a16:creationId xmlns:a16="http://schemas.microsoft.com/office/drawing/2014/main" id="{27525CE9-D26C-4B2E-8DD8-1AAF5CEE4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研習資源導航（同資料夾）</a:t>
            </a:r>
          </a:p>
        </p:txBody>
      </p:sp>
      <p:sp>
        <p:nvSpPr>
          <p:cNvPr id="8" name="text-1688">
            <a:extLst xmlns:a="http://schemas.openxmlformats.org/drawingml/2006/main">
              <a:ext uri="{FF2B5EF4-FFF2-40B4-BE49-F238E27FC236}">
                <a16:creationId xmlns:a16="http://schemas.microsoft.com/office/drawing/2014/main" id="{93466767-6F9D-4D78-9995-7A72BFD35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e933a955936847cf"/>
              </a:rPr>
              <a:t>../START_HERE_研習資源導航.html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d6f1d18c4e4ee9"/>
          <a:stretch xmlns:a="http://schemas.openxmlformats.org/drawingml/2006/main"/>
        </p:blipFill>
        <p:spPr>
          <a:xfrm xmlns:a="http://schemas.openxmlformats.org/drawingml/2006/main">
            <a:off x="49530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0" name="shape-1689">
            <a:extLst xmlns:a="http://schemas.openxmlformats.org/drawingml/2006/main">
              <a:ext uri="{FF2B5EF4-FFF2-40B4-BE49-F238E27FC236}">
                <a16:creationId xmlns:a16="http://schemas.microsoft.com/office/drawing/2014/main" id="{FC39DDA2-9AAD-46E4-B190-38E44BF36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690">
            <a:extLst xmlns:a="http://schemas.openxmlformats.org/drawingml/2006/main">
              <a:ext uri="{FF2B5EF4-FFF2-40B4-BE49-F238E27FC236}">
                <a16:creationId xmlns:a16="http://schemas.microsoft.com/office/drawing/2014/main" id="{637D388C-F24E-43AD-B39F-4C443D8E5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 Google Antigravity</a:t>
            </a:r>
          </a:p>
        </p:txBody>
      </p:sp>
      <p:sp>
        <p:nvSpPr>
          <p:cNvPr id="12" name="text-1691">
            <a:extLst xmlns:a="http://schemas.openxmlformats.org/drawingml/2006/main">
              <a:ext uri="{FF2B5EF4-FFF2-40B4-BE49-F238E27FC236}">
                <a16:creationId xmlns:a16="http://schemas.microsoft.com/office/drawing/2014/main" id="{8C475C5C-D98E-4F85-B178-7175C9EFB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8e4f753cb5b94263"/>
              </a:rPr>
              <a:t>https://antigravity.google/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b0bd60b5854579"/>
          <a:stretch xmlns:a="http://schemas.openxmlformats.org/drawingml/2006/main"/>
        </p:blipFill>
        <p:spPr>
          <a:xfrm xmlns:a="http://schemas.openxmlformats.org/drawingml/2006/main">
            <a:off x="49530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4" name="shape-1692">
            <a:extLst xmlns:a="http://schemas.openxmlformats.org/drawingml/2006/main">
              <a:ext uri="{FF2B5EF4-FFF2-40B4-BE49-F238E27FC236}">
                <a16:creationId xmlns:a16="http://schemas.microsoft.com/office/drawing/2014/main" id="{97040B4F-6512-4392-8B49-9DEB9A4E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693">
            <a:extLst xmlns:a="http://schemas.openxmlformats.org/drawingml/2006/main">
              <a:ext uri="{FF2B5EF4-FFF2-40B4-BE49-F238E27FC236}">
                <a16:creationId xmlns:a16="http://schemas.microsoft.com/office/drawing/2014/main" id="{3F1D14F1-5D76-4333-ACC7-75A0323D7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 Codex</a:t>
            </a:r>
          </a:p>
        </p:txBody>
      </p:sp>
      <p:sp>
        <p:nvSpPr>
          <p:cNvPr id="16" name="text-1694">
            <a:extLst xmlns:a="http://schemas.openxmlformats.org/drawingml/2006/main">
              <a:ext uri="{FF2B5EF4-FFF2-40B4-BE49-F238E27FC236}">
                <a16:creationId xmlns:a16="http://schemas.microsoft.com/office/drawing/2014/main" id="{84E48549-402D-499F-87F7-39DC8E25C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7cc557ac767346ac"/>
              </a:rPr>
              <a:t>https://chatgpt.com/codex/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13d66fdb0b44e0"/>
          <a:stretch xmlns:a="http://schemas.openxmlformats.org/drawingml/2006/main"/>
        </p:blipFill>
        <p:spPr>
          <a:xfrm xmlns:a="http://schemas.openxmlformats.org/drawingml/2006/main">
            <a:off x="49530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8" name="shape-1695">
            <a:extLst xmlns:a="http://schemas.openxmlformats.org/drawingml/2006/main">
              <a:ext uri="{FF2B5EF4-FFF2-40B4-BE49-F238E27FC236}">
                <a16:creationId xmlns:a16="http://schemas.microsoft.com/office/drawing/2014/main" id="{C3331446-79B2-47B8-AA08-C34BB8736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696">
            <a:extLst xmlns:a="http://schemas.openxmlformats.org/drawingml/2006/main">
              <a:ext uri="{FF2B5EF4-FFF2-40B4-BE49-F238E27FC236}">
                <a16:creationId xmlns:a16="http://schemas.microsoft.com/office/drawing/2014/main" id="{8D05392A-2C36-4B2F-B987-F8CB8988D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 Claude</a:t>
            </a:r>
          </a:p>
        </p:txBody>
      </p:sp>
      <p:sp>
        <p:nvSpPr>
          <p:cNvPr id="20" name="text-1697">
            <a:extLst xmlns:a="http://schemas.openxmlformats.org/drawingml/2006/main">
              <a:ext uri="{FF2B5EF4-FFF2-40B4-BE49-F238E27FC236}">
                <a16:creationId xmlns:a16="http://schemas.microsoft.com/office/drawing/2014/main" id="{9550AB0E-CD10-4CDF-B5CE-4D1734221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cf34bb6ee0da422c"/>
              </a:rPr>
              <a:t>https://claude.ai/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6aedd6359f4899"/>
          <a:stretch xmlns:a="http://schemas.openxmlformats.org/drawingml/2006/main"/>
        </p:blipFill>
        <p:spPr>
          <a:xfrm xmlns:a="http://schemas.openxmlformats.org/drawingml/2006/main">
            <a:off x="49530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2" name="shape-1698">
            <a:extLst xmlns:a="http://schemas.openxmlformats.org/drawingml/2006/main">
              <a:ext uri="{FF2B5EF4-FFF2-40B4-BE49-F238E27FC236}">
                <a16:creationId xmlns:a16="http://schemas.microsoft.com/office/drawing/2014/main" id="{7CD77864-2743-40E8-87BC-1EC05E25F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699">
            <a:extLst xmlns:a="http://schemas.openxmlformats.org/drawingml/2006/main">
              <a:ext uri="{FF2B5EF4-FFF2-40B4-BE49-F238E27FC236}">
                <a16:creationId xmlns:a16="http://schemas.microsoft.com/office/drawing/2014/main" id="{659EE89C-8A11-4A17-B724-2ABFBB31C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 官方教學</a:t>
            </a:r>
          </a:p>
        </p:txBody>
      </p:sp>
      <p:sp>
        <p:nvSpPr>
          <p:cNvPr id="24" name="text-1700">
            <a:extLst xmlns:a="http://schemas.openxmlformats.org/drawingml/2006/main">
              <a:ext uri="{FF2B5EF4-FFF2-40B4-BE49-F238E27FC236}">
                <a16:creationId xmlns:a16="http://schemas.microsoft.com/office/drawing/2014/main" id="{1D1700BA-954D-4D5A-9544-099061196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61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a7229e3c95264fce"/>
              </a:rPr>
              <a:t>https://codelabs.developers.google.com/getting-started-with-antigravity-skills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5afba3fd9447bb"/>
          <a:stretch xmlns:a="http://schemas.openxmlformats.org/drawingml/2006/main"/>
        </p:blipFill>
        <p:spPr>
          <a:xfrm xmlns:a="http://schemas.openxmlformats.org/drawingml/2006/main">
            <a:off x="105537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6" name="shape-1701">
            <a:extLst xmlns:a="http://schemas.openxmlformats.org/drawingml/2006/main">
              <a:ext uri="{FF2B5EF4-FFF2-40B4-BE49-F238E27FC236}">
                <a16:creationId xmlns:a16="http://schemas.microsoft.com/office/drawing/2014/main" id="{573F26F1-F043-4C99-81E3-69089AA0A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702">
            <a:extLst xmlns:a="http://schemas.openxmlformats.org/drawingml/2006/main">
              <a:ext uri="{FF2B5EF4-FFF2-40B4-BE49-F238E27FC236}">
                <a16:creationId xmlns:a16="http://schemas.microsoft.com/office/drawing/2014/main" id="{B8975614-C2E6-428D-B4B7-4C920680C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提示詞快捷面板（同資料夾）</a:t>
            </a:r>
          </a:p>
        </p:txBody>
      </p:sp>
      <p:sp>
        <p:nvSpPr>
          <p:cNvPr id="28" name="text-1703">
            <a:extLst xmlns:a="http://schemas.openxmlformats.org/drawingml/2006/main">
              <a:ext uri="{FF2B5EF4-FFF2-40B4-BE49-F238E27FC236}">
                <a16:creationId xmlns:a16="http://schemas.microsoft.com/office/drawing/2014/main" id="{EC75316C-680B-4965-8A98-20675B56C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3fa986b9c9e74f2a"/>
              </a:rPr>
              <a:t>../04_實作工具/提示詞快捷面板_研習用.html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2853dd7c31457a"/>
          <a:stretch xmlns:a="http://schemas.openxmlformats.org/drawingml/2006/main"/>
        </p:blipFill>
        <p:spPr>
          <a:xfrm xmlns:a="http://schemas.openxmlformats.org/drawingml/2006/main">
            <a:off x="105537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0" name="shape-1704">
            <a:extLst xmlns:a="http://schemas.openxmlformats.org/drawingml/2006/main">
              <a:ext uri="{FF2B5EF4-FFF2-40B4-BE49-F238E27FC236}">
                <a16:creationId xmlns:a16="http://schemas.microsoft.com/office/drawing/2014/main" id="{C40685EC-0AD6-4B1E-97B0-3E28393D7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31" name="text-1705">
            <a:extLst xmlns:a="http://schemas.openxmlformats.org/drawingml/2006/main">
              <a:ext uri="{FF2B5EF4-FFF2-40B4-BE49-F238E27FC236}">
                <a16:creationId xmlns:a16="http://schemas.microsoft.com/office/drawing/2014/main" id="{18EE2EBF-6B33-4E5A-B8E7-9E87A28DF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教育科技創新專區</a:t>
            </a:r>
          </a:p>
        </p:txBody>
      </p:sp>
      <p:sp>
        <p:nvSpPr>
          <p:cNvPr id="32" name="text-1706">
            <a:extLst xmlns:a="http://schemas.openxmlformats.org/drawingml/2006/main">
              <a:ext uri="{FF2B5EF4-FFF2-40B4-BE49-F238E27FC236}">
                <a16:creationId xmlns:a16="http://schemas.microsoft.com/office/drawing/2014/main" id="{895636CF-C2C6-49CF-A089-FE44E25DC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860517cdff5b49b1"/>
              </a:rPr>
              <a:t>https://cagoooo.github.io/Akai/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fab96326914663"/>
          <a:stretch xmlns:a="http://schemas.openxmlformats.org/drawingml/2006/main"/>
        </p:blipFill>
        <p:spPr>
          <a:xfrm xmlns:a="http://schemas.openxmlformats.org/drawingml/2006/main">
            <a:off x="105537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4" name="shape-1707">
            <a:extLst xmlns:a="http://schemas.openxmlformats.org/drawingml/2006/main">
              <a:ext uri="{FF2B5EF4-FFF2-40B4-BE49-F238E27FC236}">
                <a16:creationId xmlns:a16="http://schemas.microsoft.com/office/drawing/2014/main" id="{AA87BCDE-BDFD-49F8-B021-724D58AE0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35" name="text-1708">
            <a:extLst xmlns:a="http://schemas.openxmlformats.org/drawingml/2006/main">
              <a:ext uri="{FF2B5EF4-FFF2-40B4-BE49-F238E27FC236}">
                <a16:creationId xmlns:a16="http://schemas.microsoft.com/office/drawing/2014/main" id="{0BD30C11-7F97-4005-AFA6-A207425D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PIRLS 2026 評分規劃</a:t>
            </a:r>
          </a:p>
        </p:txBody>
      </p:sp>
      <p:sp>
        <p:nvSpPr>
          <p:cNvPr id="36" name="text-1709">
            <a:extLst xmlns:a="http://schemas.openxmlformats.org/drawingml/2006/main">
              <a:ext uri="{FF2B5EF4-FFF2-40B4-BE49-F238E27FC236}">
                <a16:creationId xmlns:a16="http://schemas.microsoft.com/office/drawing/2014/main" id="{E73A380C-1D5A-453F-AAC1-1440B4BE2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9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596e2aa3c7334843"/>
              </a:rPr>
              <a:t>https://www.iea.nl/sites/default/files/2025-10/GA66_PIRLS%202026.pdf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5fc0130432429c"/>
          <a:stretch xmlns:a="http://schemas.openxmlformats.org/drawingml/2006/main"/>
        </p:blipFill>
        <p:spPr>
          <a:xfrm xmlns:a="http://schemas.openxmlformats.org/drawingml/2006/main">
            <a:off x="105537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8" name="text-1710">
            <a:extLst xmlns:a="http://schemas.openxmlformats.org/drawingml/2006/main">
              <a:ext uri="{FF2B5EF4-FFF2-40B4-BE49-F238E27FC236}">
                <a16:creationId xmlns:a16="http://schemas.microsoft.com/office/drawing/2014/main" id="{109F55AD-1D46-46AE-91BE-3D24E68F7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62550"/>
            <a:ext cx="11163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2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好的教學與研究 Agent 不只會做事；它會在正確邊界內做事，並留下你能檢查的證據。</a:t>
            </a:r>
          </a:p>
        </p:txBody>
      </p:sp>
    </p:spTree>
    <p:extLst>
      <p:ext uri="{BB962C8B-B14F-4D97-AF65-F5344CB8AC3E}">
        <p14:creationId xmlns:p14="http://schemas.microsoft.com/office/powerpoint/2010/main" val="2129236333"/>
      </p:ext>
    </p:extLst>
  </p:cSld>
</p:sld>
</file>

<file path=ppt/theme/theme1.xml><?xml version="1.0" encoding="utf-8"?>
<a:theme xmlns:a="http://schemas.openxmlformats.org/drawingml/2006/main" name="ChatGPT">
  <a:themeElements>
    <a:clrScheme name="NCU Afternoon">
      <a:dk1>
        <a:srgbClr val="000000"/>
      </a:dk1>
      <a:lt1>
        <a:srgbClr val="FFFFFF"/>
      </a:lt1>
      <a:dk2>
        <a:srgbClr val="07131F"/>
      </a:dk2>
      <a:lt2>
        <a:srgbClr val="0C1E30"/>
      </a:lt2>
      <a:accent1>
        <a:srgbClr val="55A7FF"/>
      </a:accent1>
      <a:accent2>
        <a:srgbClr val="FF806D"/>
      </a:accent2>
      <a:accent3>
        <a:srgbClr val="2CD2C7"/>
      </a:accent3>
      <a:accent4>
        <a:srgbClr val="A78BFA"/>
      </a:accent4>
      <a:accent5>
        <a:srgbClr val="F5C451"/>
      </a:accent5>
      <a:accent6>
        <a:srgbClr val="37D48B"/>
      </a:accent6>
      <a:hlink>
        <a:srgbClr val="55A7FF"/>
      </a:hlink>
      <a:folHlink>
        <a:srgbClr val="A78BF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2026-08-15T02:10:06.8770000Z</dcterms:created>
  <dcterms:modified xsi:type="dcterms:W3CDTF">2026-08-15T02:10:06.8770000Z</dcterms:modified>
</coreProperties>
</file>