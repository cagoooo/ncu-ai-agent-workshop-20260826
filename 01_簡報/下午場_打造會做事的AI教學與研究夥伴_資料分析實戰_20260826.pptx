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08a932ae264182" /><Relationship Type="http://schemas.openxmlformats.org/officeDocument/2006/relationships/extended-properties" Target="/docProps/app.xml" Id="R17a555f0e30644d0" /><Relationship Type="http://schemas.openxmlformats.org/officeDocument/2006/relationships/officeDocument" Target="/ppt/presentation.xml" Id="R4609c50f090249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71fc61ff024cef"/>
  </p:sldMasterIdLst>
  <p:notesMasterIdLst>
    <p:notesMasterId xmlns:r="http://schemas.openxmlformats.org/officeDocument/2006/relationships" r:id="R4eccfdaefc574b19"/>
  </p:notesMasterIdLst>
  <p:sldIdLst>
    <p:sldId xmlns:r="http://schemas.openxmlformats.org/officeDocument/2006/relationships" id="256" r:id="R360c2cd68ff845e9"/>
    <p:sldId xmlns:r="http://schemas.openxmlformats.org/officeDocument/2006/relationships" id="257" r:id="Rec51142a74604b4b"/>
    <p:sldId xmlns:r="http://schemas.openxmlformats.org/officeDocument/2006/relationships" id="258" r:id="Re7941d9d1dd14466"/>
    <p:sldId xmlns:r="http://schemas.openxmlformats.org/officeDocument/2006/relationships" id="259" r:id="R4b75df4b497b4a69"/>
    <p:sldId xmlns:r="http://schemas.openxmlformats.org/officeDocument/2006/relationships" id="260" r:id="Rd087a7b4b6ee46c8"/>
    <p:sldId xmlns:r="http://schemas.openxmlformats.org/officeDocument/2006/relationships" id="261" r:id="R1503bbe30d3247f8"/>
    <p:sldId xmlns:r="http://schemas.openxmlformats.org/officeDocument/2006/relationships" id="262" r:id="Rad6b825e1c0f4b58"/>
    <p:sldId xmlns:r="http://schemas.openxmlformats.org/officeDocument/2006/relationships" id="263" r:id="Rb7024d4000b549c6"/>
    <p:sldId xmlns:r="http://schemas.openxmlformats.org/officeDocument/2006/relationships" id="264" r:id="Ra400da34a4554c0a"/>
    <p:sldId xmlns:r="http://schemas.openxmlformats.org/officeDocument/2006/relationships" id="265" r:id="Rc0ee28b811e44361"/>
    <p:sldId xmlns:r="http://schemas.openxmlformats.org/officeDocument/2006/relationships" id="266" r:id="Ree100a2f67ea41af"/>
    <p:sldId xmlns:r="http://schemas.openxmlformats.org/officeDocument/2006/relationships" id="267" r:id="R8a9d2846200c4861"/>
    <p:sldId xmlns:r="http://schemas.openxmlformats.org/officeDocument/2006/relationships" id="268" r:id="R2dcb34d548684449"/>
    <p:sldId xmlns:r="http://schemas.openxmlformats.org/officeDocument/2006/relationships" id="269" r:id="R35c427547c7146be"/>
    <p:sldId xmlns:r="http://schemas.openxmlformats.org/officeDocument/2006/relationships" id="270" r:id="R34b3e898afb64653"/>
    <p:sldId xmlns:r="http://schemas.openxmlformats.org/officeDocument/2006/relationships" id="271" r:id="R675787319d4b4d93"/>
    <p:sldId xmlns:r="http://schemas.openxmlformats.org/officeDocument/2006/relationships" id="272" r:id="Rf040f4d2c1654017"/>
    <p:sldId xmlns:r="http://schemas.openxmlformats.org/officeDocument/2006/relationships" id="273" r:id="R1e1dcd17031a40ae"/>
    <p:sldId xmlns:r="http://schemas.openxmlformats.org/officeDocument/2006/relationships" id="274" r:id="R33ae9f354e5843b3"/>
    <p:sldId xmlns:r="http://schemas.openxmlformats.org/officeDocument/2006/relationships" id="275" r:id="R08440cbf00bb4903"/>
    <p:sldId xmlns:r="http://schemas.openxmlformats.org/officeDocument/2006/relationships" id="276" r:id="R93460f13933d407d"/>
    <p:sldId xmlns:r="http://schemas.openxmlformats.org/officeDocument/2006/relationships" id="277" r:id="R86ff9d0f78f64940"/>
    <p:sldId xmlns:r="http://schemas.openxmlformats.org/officeDocument/2006/relationships" id="278" r:id="R558beaf9e1c9449d"/>
    <p:sldId xmlns:r="http://schemas.openxmlformats.org/officeDocument/2006/relationships" id="279" r:id="R6a8037c307114a86"/>
    <p:sldId xmlns:r="http://schemas.openxmlformats.org/officeDocument/2006/relationships" id="280" r:id="R379665f2ab88496c"/>
    <p:sldId xmlns:r="http://schemas.openxmlformats.org/officeDocument/2006/relationships" id="281" r:id="R23d7b03216774df2"/>
    <p:sldId xmlns:r="http://schemas.openxmlformats.org/officeDocument/2006/relationships" id="282" r:id="R6c7bfbcb0f4a4d1a"/>
    <p:sldId xmlns:r="http://schemas.openxmlformats.org/officeDocument/2006/relationships" id="283" r:id="R923f342b492a44bc"/>
    <p:sldId xmlns:r="http://schemas.openxmlformats.org/officeDocument/2006/relationships" id="284" r:id="Rf64aa9c3c71c4bf4"/>
    <p:sldId xmlns:r="http://schemas.openxmlformats.org/officeDocument/2006/relationships" id="285" r:id="Rb42421cf43e8475f"/>
    <p:sldId xmlns:r="http://schemas.openxmlformats.org/officeDocument/2006/relationships" id="286" r:id="R8cdb76aca52f448a"/>
    <p:sldId xmlns:r="http://schemas.openxmlformats.org/officeDocument/2006/relationships" id="287" r:id="R777c156448794574"/>
    <p:sldId xmlns:r="http://schemas.openxmlformats.org/officeDocument/2006/relationships" id="288" r:id="Rd36ee77fcf46482b"/>
    <p:sldId xmlns:r="http://schemas.openxmlformats.org/officeDocument/2006/relationships" id="289" r:id="R34fe9da3e05a48c7"/>
    <p:sldId xmlns:r="http://schemas.openxmlformats.org/officeDocument/2006/relationships" id="290" r:id="R17378eb3852547cf"/>
    <p:sldId xmlns:r="http://schemas.openxmlformats.org/officeDocument/2006/relationships" id="291" r:id="Rcc35a04a5b7b40f1"/>
    <p:sldId xmlns:r="http://schemas.openxmlformats.org/officeDocument/2006/relationships" id="292" r:id="R878241a67320486e"/>
    <p:sldId xmlns:r="http://schemas.openxmlformats.org/officeDocument/2006/relationships" id="293" r:id="R484c18563d0c4da4"/>
    <p:sldId xmlns:r="http://schemas.openxmlformats.org/officeDocument/2006/relationships" id="294" r:id="R54d6cfe990164c04"/>
    <p:sldId xmlns:r="http://schemas.openxmlformats.org/officeDocument/2006/relationships" id="295" r:id="R25117adb90934199"/>
    <p:sldId xmlns:r="http://schemas.openxmlformats.org/officeDocument/2006/relationships" id="296" r:id="Rf8c3423d7a454fd9"/>
    <p:sldId xmlns:r="http://schemas.openxmlformats.org/officeDocument/2006/relationships" id="297" r:id="Rf114a0deead74c9b"/>
    <p:sldId xmlns:r="http://schemas.openxmlformats.org/officeDocument/2006/relationships" id="298" r:id="Rb14cd9390ee0410a"/>
    <p:sldId xmlns:r="http://schemas.openxmlformats.org/officeDocument/2006/relationships" id="299" r:id="R85e4314adde945f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a9a043d095478c" /><Relationship Type="http://schemas.openxmlformats.org/officeDocument/2006/relationships/slideMaster" Target="/ppt/slideMasters/slideMaster1.xml" Id="R7b71fc61ff024cef" /><Relationship Type="http://schemas.openxmlformats.org/officeDocument/2006/relationships/notesMaster" Target="/ppt/notesMasters/notesMaster1.xml" Id="R4eccfdaefc574b19" /><Relationship Type="http://schemas.openxmlformats.org/officeDocument/2006/relationships/presProps" Target="/ppt/presProps.xml" Id="R05fda777abe64eb1" /><Relationship Type="http://schemas.openxmlformats.org/officeDocument/2006/relationships/tableStyles" Target="/ppt/tableStyles.xml" Id="R9ab15580066c46c2" /><Relationship Type="http://schemas.openxmlformats.org/officeDocument/2006/relationships/slide" Target="/ppt/slides/slide1.xml" Id="R360c2cd68ff845e9" /><Relationship Type="http://schemas.openxmlformats.org/officeDocument/2006/relationships/slide" Target="/ppt/slides/slide2.xml" Id="Rec51142a74604b4b" /><Relationship Type="http://schemas.openxmlformats.org/officeDocument/2006/relationships/slide" Target="/ppt/slides/slide3.xml" Id="Re7941d9d1dd14466" /><Relationship Type="http://schemas.openxmlformats.org/officeDocument/2006/relationships/slide" Target="/ppt/slides/slide4.xml" Id="R4b75df4b497b4a69" /><Relationship Type="http://schemas.openxmlformats.org/officeDocument/2006/relationships/slide" Target="/ppt/slides/slide5.xml" Id="Rd087a7b4b6ee46c8" /><Relationship Type="http://schemas.openxmlformats.org/officeDocument/2006/relationships/slide" Target="/ppt/slides/slide6.xml" Id="R1503bbe30d3247f8" /><Relationship Type="http://schemas.openxmlformats.org/officeDocument/2006/relationships/slide" Target="/ppt/slides/slide7.xml" Id="Rad6b825e1c0f4b58" /><Relationship Type="http://schemas.openxmlformats.org/officeDocument/2006/relationships/slide" Target="/ppt/slides/slide8.xml" Id="Rb7024d4000b549c6" /><Relationship Type="http://schemas.openxmlformats.org/officeDocument/2006/relationships/slide" Target="/ppt/slides/slide9.xml" Id="Ra400da34a4554c0a" /><Relationship Type="http://schemas.openxmlformats.org/officeDocument/2006/relationships/slide" Target="/ppt/slides/slide10.xml" Id="Rc0ee28b811e44361" /><Relationship Type="http://schemas.openxmlformats.org/officeDocument/2006/relationships/slide" Target="/ppt/slides/slide11.xml" Id="Ree100a2f67ea41af" /><Relationship Type="http://schemas.openxmlformats.org/officeDocument/2006/relationships/slide" Target="/ppt/slides/slide12.xml" Id="R8a9d2846200c4861" /><Relationship Type="http://schemas.openxmlformats.org/officeDocument/2006/relationships/slide" Target="/ppt/slides/slide13.xml" Id="R2dcb34d548684449" /><Relationship Type="http://schemas.openxmlformats.org/officeDocument/2006/relationships/slide" Target="/ppt/slides/slide14.xml" Id="R35c427547c7146be" /><Relationship Type="http://schemas.openxmlformats.org/officeDocument/2006/relationships/slide" Target="/ppt/slides/slide15.xml" Id="R34b3e898afb64653" /><Relationship Type="http://schemas.openxmlformats.org/officeDocument/2006/relationships/slide" Target="/ppt/slides/slide16.xml" Id="R675787319d4b4d93" /><Relationship Type="http://schemas.openxmlformats.org/officeDocument/2006/relationships/slide" Target="/ppt/slides/slide17.xml" Id="Rf040f4d2c1654017" /><Relationship Type="http://schemas.openxmlformats.org/officeDocument/2006/relationships/slide" Target="/ppt/slides/slide18.xml" Id="R1e1dcd17031a40ae" /><Relationship Type="http://schemas.openxmlformats.org/officeDocument/2006/relationships/slide" Target="/ppt/slides/slide19.xml" Id="R33ae9f354e5843b3" /><Relationship Type="http://schemas.openxmlformats.org/officeDocument/2006/relationships/slide" Target="/ppt/slides/slide20.xml" Id="R08440cbf00bb4903" /><Relationship Type="http://schemas.openxmlformats.org/officeDocument/2006/relationships/slide" Target="/ppt/slides/slide21.xml" Id="R93460f13933d407d" /><Relationship Type="http://schemas.openxmlformats.org/officeDocument/2006/relationships/slide" Target="/ppt/slides/slide22.xml" Id="R86ff9d0f78f64940" /><Relationship Type="http://schemas.openxmlformats.org/officeDocument/2006/relationships/slide" Target="/ppt/slides/slide23.xml" Id="R558beaf9e1c9449d" /><Relationship Type="http://schemas.openxmlformats.org/officeDocument/2006/relationships/slide" Target="/ppt/slides/slide24.xml" Id="R6a8037c307114a86" /><Relationship Type="http://schemas.openxmlformats.org/officeDocument/2006/relationships/slide" Target="/ppt/slides/slide25.xml" Id="R379665f2ab88496c" /><Relationship Type="http://schemas.openxmlformats.org/officeDocument/2006/relationships/slide" Target="/ppt/slides/slide26.xml" Id="R23d7b03216774df2" /><Relationship Type="http://schemas.openxmlformats.org/officeDocument/2006/relationships/slide" Target="/ppt/slides/slide27.xml" Id="R6c7bfbcb0f4a4d1a" /><Relationship Type="http://schemas.openxmlformats.org/officeDocument/2006/relationships/slide" Target="/ppt/slides/slide28.xml" Id="R923f342b492a44bc" /><Relationship Type="http://schemas.openxmlformats.org/officeDocument/2006/relationships/slide" Target="/ppt/slides/slide29.xml" Id="Rf64aa9c3c71c4bf4" /><Relationship Type="http://schemas.openxmlformats.org/officeDocument/2006/relationships/slide" Target="/ppt/slides/slide30.xml" Id="Rb42421cf43e8475f" /><Relationship Type="http://schemas.openxmlformats.org/officeDocument/2006/relationships/slide" Target="/ppt/slides/slide31.xml" Id="R8cdb76aca52f448a" /><Relationship Type="http://schemas.openxmlformats.org/officeDocument/2006/relationships/slide" Target="/ppt/slides/slide32.xml" Id="R777c156448794574" /><Relationship Type="http://schemas.openxmlformats.org/officeDocument/2006/relationships/slide" Target="/ppt/slides/slide33.xml" Id="Rd36ee77fcf46482b" /><Relationship Type="http://schemas.openxmlformats.org/officeDocument/2006/relationships/slide" Target="/ppt/slides/slide34.xml" Id="R34fe9da3e05a48c7" /><Relationship Type="http://schemas.openxmlformats.org/officeDocument/2006/relationships/slide" Target="/ppt/slides/slide35.xml" Id="R17378eb3852547cf" /><Relationship Type="http://schemas.openxmlformats.org/officeDocument/2006/relationships/slide" Target="/ppt/slides/slide36.xml" Id="Rcc35a04a5b7b40f1" /><Relationship Type="http://schemas.openxmlformats.org/officeDocument/2006/relationships/slide" Target="/ppt/slides/slide37.xml" Id="R878241a67320486e" /><Relationship Type="http://schemas.openxmlformats.org/officeDocument/2006/relationships/slide" Target="/ppt/slides/slide38.xml" Id="R484c18563d0c4da4" /><Relationship Type="http://schemas.openxmlformats.org/officeDocument/2006/relationships/slide" Target="/ppt/slides/slide39.xml" Id="R54d6cfe990164c04" /><Relationship Type="http://schemas.openxmlformats.org/officeDocument/2006/relationships/slide" Target="/ppt/slides/slide40.xml" Id="R25117adb90934199" /><Relationship Type="http://schemas.openxmlformats.org/officeDocument/2006/relationships/slide" Target="/ppt/slides/slide41.xml" Id="Rf8c3423d7a454fd9" /><Relationship Type="http://schemas.openxmlformats.org/officeDocument/2006/relationships/slide" Target="/ppt/slides/slide42.xml" Id="Rf114a0deead74c9b" /><Relationship Type="http://schemas.openxmlformats.org/officeDocument/2006/relationships/slide" Target="/ppt/slides/slide43.xml" Id="Rb14cd9390ee0410a" /><Relationship Type="http://schemas.openxmlformats.org/officeDocument/2006/relationships/slide" Target="/ppt/slides/slide44.xml" Id="R85e4314adde945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91b90a24214d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9ebaeb15b64bc4" /><Relationship Type="http://schemas.openxmlformats.org/officeDocument/2006/relationships/notesMaster" Target="/ppt/notesMasters/notesMaster1.xml" Id="Reacc4bb691044f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ad1d6073324507" /><Relationship Type="http://schemas.openxmlformats.org/officeDocument/2006/relationships/notesMaster" Target="/ppt/notesMasters/notesMaster1.xml" Id="Rff9c677e29024b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7dd71ce5bb4b45" /><Relationship Type="http://schemas.openxmlformats.org/officeDocument/2006/relationships/notesMaster" Target="/ppt/notesMasters/notesMaster1.xml" Id="Rc103e4b831ce4dd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07546a32ae4a66" /><Relationship Type="http://schemas.openxmlformats.org/officeDocument/2006/relationships/notesMaster" Target="/ppt/notesMasters/notesMaster1.xml" Id="Ree28dbc254064d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5ad847946d4bd7" /><Relationship Type="http://schemas.openxmlformats.org/officeDocument/2006/relationships/notesMaster" Target="/ppt/notesMasters/notesMaster1.xml" Id="Ra3c5687a4bd345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b6da929f054a9b" /><Relationship Type="http://schemas.openxmlformats.org/officeDocument/2006/relationships/notesMaster" Target="/ppt/notesMasters/notesMaster1.xml" Id="R0d7ec96a08ed49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8cd64c30474b3d" /><Relationship Type="http://schemas.openxmlformats.org/officeDocument/2006/relationships/notesMaster" Target="/ppt/notesMasters/notesMaster1.xml" Id="Rd81771d9e1094b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f43bb6e68f4a5e" /><Relationship Type="http://schemas.openxmlformats.org/officeDocument/2006/relationships/notesMaster" Target="/ppt/notesMasters/notesMaster1.xml" Id="R17dd9b9c057846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17a591637a453a" /><Relationship Type="http://schemas.openxmlformats.org/officeDocument/2006/relationships/notesMaster" Target="/ppt/notesMasters/notesMaster1.xml" Id="R9199e19d578a4e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013b460aeb5401f" /><Relationship Type="http://schemas.openxmlformats.org/officeDocument/2006/relationships/notesMaster" Target="/ppt/notesMasters/notesMaster1.xml" Id="R7bfdd0c2b8e64a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a4e15628984276" /><Relationship Type="http://schemas.openxmlformats.org/officeDocument/2006/relationships/notesMaster" Target="/ppt/notesMasters/notesMaster1.xml" Id="Re8e86ffe852540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d59f64b2cb4380" /><Relationship Type="http://schemas.openxmlformats.org/officeDocument/2006/relationships/notesMaster" Target="/ppt/notesMasters/notesMaster1.xml" Id="R201ae5b2252e4ce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035a87ee2345ec" /><Relationship Type="http://schemas.openxmlformats.org/officeDocument/2006/relationships/notesMaster" Target="/ppt/notesMasters/notesMaster1.xml" Id="Rc17f5ddeb6ee446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ead03e7997643b6" /><Relationship Type="http://schemas.openxmlformats.org/officeDocument/2006/relationships/notesMaster" Target="/ppt/notesMasters/notesMaster1.xml" Id="Rf289f03eb139490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59349862bfa4f22" /><Relationship Type="http://schemas.openxmlformats.org/officeDocument/2006/relationships/notesMaster" Target="/ppt/notesMasters/notesMaster1.xml" Id="Rf0979fc7b52a4e0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77ef6ca5ee343c4" /><Relationship Type="http://schemas.openxmlformats.org/officeDocument/2006/relationships/notesMaster" Target="/ppt/notesMasters/notesMaster1.xml" Id="R478b960687bd41f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76bd85672fe40ba" /><Relationship Type="http://schemas.openxmlformats.org/officeDocument/2006/relationships/notesMaster" Target="/ppt/notesMasters/notesMaster1.xml" Id="R32748ae93e414b2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a107f4bbadd4d65" /><Relationship Type="http://schemas.openxmlformats.org/officeDocument/2006/relationships/notesMaster" Target="/ppt/notesMasters/notesMaster1.xml" Id="Ra9c803a47d7c433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ef7aaf73fe54334" /><Relationship Type="http://schemas.openxmlformats.org/officeDocument/2006/relationships/notesMaster" Target="/ppt/notesMasters/notesMaster1.xml" Id="Rc4c9a3463d344db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69c75086085410f" /><Relationship Type="http://schemas.openxmlformats.org/officeDocument/2006/relationships/notesMaster" Target="/ppt/notesMasters/notesMaster1.xml" Id="R45b823e99a3e480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ebdaec28d1146e0" /><Relationship Type="http://schemas.openxmlformats.org/officeDocument/2006/relationships/notesMaster" Target="/ppt/notesMasters/notesMaster1.xml" Id="Rb39e8f533af7404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2830907cd0345b0" /><Relationship Type="http://schemas.openxmlformats.org/officeDocument/2006/relationships/notesMaster" Target="/ppt/notesMasters/notesMaster1.xml" Id="Raae1d33262f2430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5378b7dba444fbf" /><Relationship Type="http://schemas.openxmlformats.org/officeDocument/2006/relationships/notesMaster" Target="/ppt/notesMasters/notesMaster1.xml" Id="R0b38dcf813514af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c4a2acd279b4a1f" /><Relationship Type="http://schemas.openxmlformats.org/officeDocument/2006/relationships/notesMaster" Target="/ppt/notesMasters/notesMaster1.xml" Id="R85f6e47b6ef24a6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82cd96065364b89" /><Relationship Type="http://schemas.openxmlformats.org/officeDocument/2006/relationships/notesMaster" Target="/ppt/notesMasters/notesMaster1.xml" Id="R5e57fb388a44454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c7be221ce864b72" /><Relationship Type="http://schemas.openxmlformats.org/officeDocument/2006/relationships/notesMaster" Target="/ppt/notesMasters/notesMaster1.xml" Id="Rb585d56e4ce742f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e766ed4d0984869" /><Relationship Type="http://schemas.openxmlformats.org/officeDocument/2006/relationships/notesMaster" Target="/ppt/notesMasters/notesMaster1.xml" Id="R27b07fbebef64cf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48a2aabe5e947c3" /><Relationship Type="http://schemas.openxmlformats.org/officeDocument/2006/relationships/notesMaster" Target="/ppt/notesMasters/notesMaster1.xml" Id="R5a8136419a74487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fee89b86cd14e24" /><Relationship Type="http://schemas.openxmlformats.org/officeDocument/2006/relationships/notesMaster" Target="/ppt/notesMasters/notesMaster1.xml" Id="R1470ed5872bd489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522d580b2f54803" /><Relationship Type="http://schemas.openxmlformats.org/officeDocument/2006/relationships/notesMaster" Target="/ppt/notesMasters/notesMaster1.xml" Id="Rf3af7b294cea4f9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58bf6b2ba834d40" /><Relationship Type="http://schemas.openxmlformats.org/officeDocument/2006/relationships/notesMaster" Target="/ppt/notesMasters/notesMaster1.xml" Id="R7ceb529e34e0484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e9733821a8e428e" /><Relationship Type="http://schemas.openxmlformats.org/officeDocument/2006/relationships/notesMaster" Target="/ppt/notesMasters/notesMaster1.xml" Id="Ra06e9b6d40b1471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4463e5406814d43" /><Relationship Type="http://schemas.openxmlformats.org/officeDocument/2006/relationships/notesMaster" Target="/ppt/notesMasters/notesMaster1.xml" Id="R3c86cf00826d4fe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de04ef08ccd4017" /><Relationship Type="http://schemas.openxmlformats.org/officeDocument/2006/relationships/notesMaster" Target="/ppt/notesMasters/notesMaster1.xml" Id="Rcb922e5720b1464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7620011a5c94b7e" /><Relationship Type="http://schemas.openxmlformats.org/officeDocument/2006/relationships/notesMaster" Target="/ppt/notesMasters/notesMaster1.xml" Id="R6f3d2c0fe7d840e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bbe180248964ade" /><Relationship Type="http://schemas.openxmlformats.org/officeDocument/2006/relationships/notesMaster" Target="/ppt/notesMasters/notesMaster1.xml" Id="R8b77cd0ff4424d2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18ae2e4963b4403" /><Relationship Type="http://schemas.openxmlformats.org/officeDocument/2006/relationships/notesMaster" Target="/ppt/notesMasters/notesMaster1.xml" Id="R2323e50eabee40a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eb1b26868cc4017" /><Relationship Type="http://schemas.openxmlformats.org/officeDocument/2006/relationships/notesMaster" Target="/ppt/notesMasters/notesMaster1.xml" Id="Rbd81442f45ed4f3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696910e4dda43cb" /><Relationship Type="http://schemas.openxmlformats.org/officeDocument/2006/relationships/notesMaster" Target="/ppt/notesMasters/notesMaster1.xml" Id="R21ad2352e6ca4f3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0d25aa9baa045d1" /><Relationship Type="http://schemas.openxmlformats.org/officeDocument/2006/relationships/notesMaster" Target="/ppt/notesMasters/notesMaster1.xml" Id="Rbde4d832a01a488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45ea11abbc0439b" /><Relationship Type="http://schemas.openxmlformats.org/officeDocument/2006/relationships/notesMaster" Target="/ppt/notesMasters/notesMaster1.xml" Id="R90fa56b1e16b488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fa9f566f23d43f4" /><Relationship Type="http://schemas.openxmlformats.org/officeDocument/2006/relationships/notesMaster" Target="/ppt/notesMasters/notesMaster1.xml" Id="Rb076e5454f80412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9d96bc0e3bf4b53" /><Relationship Type="http://schemas.openxmlformats.org/officeDocument/2006/relationships/notesMaster" Target="/ppt/notesMasters/notesMaster1.xml" Id="Rf638ba2b000d421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6a9e458fd7e4a57" /><Relationship Type="http://schemas.openxmlformats.org/officeDocument/2006/relationships/notesMaster" Target="/ppt/notesMasters/notesMaster1.xml" Id="R850954e2b73240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提醒每一段都沿用上午作品與同一教學問題。參與者不需要重新發想題目。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轉場：用同一個任務進入 Codex，比較工作方式與成果證據，而不是比較誰的回答比較像人。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可以處理檔案與專案工作，但使用者仍需界定範圍與權限。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若不希望修改原檔，先複製到練習資料夾或明確要求只讀分析。操作完用一句話回答：哪個工具的工作回報最容易查證？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不要下誰全面勝出的結論。選擇標準是帳號、資料位置、任務類型、權限與團隊工作方式。最好用同一驗收規準比較。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file:///G:/Agent/Prompt/%E6%8F%90%E7%A4%BA%E8%A9%9E%E5%BF%AB%E6%8D%B7%E9%9D%A2%E6%9D%BF.html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2e1956b31649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9ba8c090a744d4" /><Relationship Type="http://schemas.openxmlformats.org/officeDocument/2006/relationships/slideLayout" Target="/ppt/slideLayouts/slideLayout1.xml" Id="R51d1cba913934c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d1cba913934c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3e1dc9aec4251" /><Relationship Type="http://schemas.openxmlformats.org/officeDocument/2006/relationships/image" Target="/ppt/media/image.png" Id="Rb7ea678799c94c24" /><Relationship Type="http://schemas.openxmlformats.org/officeDocument/2006/relationships/notesSlide" Target="/ppt/notesSlides/notesSlide1.xml" Id="R203d8f1cf21847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0b4c46c034bd6" /><Relationship Type="http://schemas.openxmlformats.org/officeDocument/2006/relationships/notesSlide" Target="/ppt/notesSlides/notesSlide2.xml" Id="R17535d2cd42e40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25791540c4c1b" /><Relationship Type="http://schemas.openxmlformats.org/officeDocument/2006/relationships/notesSlide" Target="/ppt/notesSlides/notesSlide3.xml" Id="R05449e88273346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3edfe0fc642f7" /><Relationship Type="http://schemas.openxmlformats.org/officeDocument/2006/relationships/notesSlide" Target="/ppt/notesSlides/notesSlide4.xml" Id="R1ba01724207249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2655b95b84725" /><Relationship Type="http://schemas.openxmlformats.org/officeDocument/2006/relationships/notesSlide" Target="/ppt/notesSlides/notesSlide5.xml" Id="Rc0a8898a404448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b391c69144446d" /><Relationship Type="http://schemas.openxmlformats.org/officeDocument/2006/relationships/notesSlide" Target="/ppt/notesSlides/notesSlide6.xml" Id="R5ca559680ed04d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7b9ffa58945e7" /><Relationship Type="http://schemas.openxmlformats.org/officeDocument/2006/relationships/notesSlide" Target="/ppt/notesSlides/notesSlide7.xml" Id="Rfc7fe031985f4c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8070c2cd94c9a" /><Relationship Type="http://schemas.openxmlformats.org/officeDocument/2006/relationships/hyperlink" Target="https://cagoooo.github.io/Akai/tool/73/" TargetMode="External" Id="R72f6b4cd7b7f40a8" /><Relationship Type="http://schemas.openxmlformats.org/officeDocument/2006/relationships/hyperlink" Target="https://cagoooo.github.io/filter/" TargetMode="External" Id="R272c9d0ca3c34136" /><Relationship Type="http://schemas.openxmlformats.org/officeDocument/2006/relationships/hyperlink" Target="https://cagoooo.github.io/Akai/tool/87/" TargetMode="External" Id="Rc84bf692064f4450" /><Relationship Type="http://schemas.openxmlformats.org/officeDocument/2006/relationships/hyperlink" Target="https://cagoooo.github.io/pirls-questioncraft/" TargetMode="External" Id="R01b8c86924194f92" /><Relationship Type="http://schemas.openxmlformats.org/officeDocument/2006/relationships/hyperlink" Target="https://cagoooo.github.io/Akai/tool/103/" TargetMode="External" Id="R60cc6e1cc71e4cd4" /><Relationship Type="http://schemas.openxmlformats.org/officeDocument/2006/relationships/hyperlink" Target="https://cagoooo.github.io/PlayRight/" TargetMode="External" Id="R6eb28af0d21c4dfd" /><Relationship Type="http://schemas.openxmlformats.org/officeDocument/2006/relationships/notesSlide" Target="/ppt/notesSlides/notesSlide8.xml" Id="Rbab97adfbb77479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5cc69e2274113" /><Relationship Type="http://schemas.openxmlformats.org/officeDocument/2006/relationships/hyperlink" Target="https://cagoooo.github.io/Akai/tool/105/" TargetMode="External" Id="R7798d2cd9e7e4d95" /><Relationship Type="http://schemas.openxmlformats.org/officeDocument/2006/relationships/hyperlink" Target="https://cagoooo.github.io/taic-edu/" TargetMode="External" Id="Raf6dbfbf343a4e5b" /><Relationship Type="http://schemas.openxmlformats.org/officeDocument/2006/relationships/hyperlink" Target="https://cagoooo.github.io/Akai/tool/123/" TargetMode="External" Id="Rad3a2a8d49b84269" /><Relationship Type="http://schemas.openxmlformats.org/officeDocument/2006/relationships/hyperlink" Target="https://cagoooo.github.io/smes-web-migration/" TargetMode="External" Id="Rfb5c3f17e16646a6" /><Relationship Type="http://schemas.openxmlformats.org/officeDocument/2006/relationships/hyperlink" Target="https://cagoooo.github.io/Akai/tool/88/" TargetMode="External" Id="R982f0c9b142f4bdb" /><Relationship Type="http://schemas.openxmlformats.org/officeDocument/2006/relationships/hyperlink" Target="https://cagoooo.github.io/JHScurriculum/" TargetMode="External" Id="R56a1f0cee94c4b88" /><Relationship Type="http://schemas.openxmlformats.org/officeDocument/2006/relationships/notesSlide" Target="/ppt/notesSlides/notesSlide9.xml" Id="R05f2377dbe9c40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15b1e7221b40c7" /><Relationship Type="http://schemas.openxmlformats.org/officeDocument/2006/relationships/hyperlink" Target="https://antigravity.google/" TargetMode="External" Id="R362b1ac25bff430f" /><Relationship Type="http://schemas.openxmlformats.org/officeDocument/2006/relationships/notesSlide" Target="/ppt/notesSlides/notesSlide10.xml" Id="Re2e43102631d44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5cb95024f4d53" /><Relationship Type="http://schemas.openxmlformats.org/officeDocument/2006/relationships/hyperlink" Target="https://antigravity.google/" TargetMode="External" Id="R397f61ad17de4863" /><Relationship Type="http://schemas.openxmlformats.org/officeDocument/2006/relationships/notesSlide" Target="/ppt/notesSlides/notesSlide11.xml" Id="Re6ea2dc7759941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cdbd93a584123" /><Relationship Type="http://schemas.openxmlformats.org/officeDocument/2006/relationships/hyperlink" Target="https://antigravity.google/" TargetMode="External" Id="Rc6f955103c3f4650" /><Relationship Type="http://schemas.openxmlformats.org/officeDocument/2006/relationships/notesSlide" Target="/ppt/notesSlides/notesSlide12.xml" Id="Ra0f557f90237414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fd3172e5f4f9b" /><Relationship Type="http://schemas.openxmlformats.org/officeDocument/2006/relationships/hyperlink" Target="https://antigravity.google/" TargetMode="External" Id="Re5570f9dc7464351" /><Relationship Type="http://schemas.openxmlformats.org/officeDocument/2006/relationships/notesSlide" Target="/ppt/notesSlides/notesSlide13.xml" Id="R7cc6d2e364b6470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41b87f7f04e12" /><Relationship Type="http://schemas.openxmlformats.org/officeDocument/2006/relationships/hyperlink" Target="https://antigravity.google/" TargetMode="External" Id="Ra1763e1775914950" /><Relationship Type="http://schemas.openxmlformats.org/officeDocument/2006/relationships/notesSlide" Target="/ppt/notesSlides/notesSlide14.xml" Id="R207240a8fbdb42b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cfed958374fa2" /><Relationship Type="http://schemas.openxmlformats.org/officeDocument/2006/relationships/hyperlink" Target="https://antigravity.google/" TargetMode="External" Id="Rc5a480c3f9c44932" /><Relationship Type="http://schemas.openxmlformats.org/officeDocument/2006/relationships/notesSlide" Target="/ppt/notesSlides/notesSlide15.xml" Id="R3ddf48aba11b453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c424276824d5c" /><Relationship Type="http://schemas.openxmlformats.org/officeDocument/2006/relationships/hyperlink" Target="https://antigravity.google/" TargetMode="External" Id="Rd9e9f17c91bf4284" /><Relationship Type="http://schemas.openxmlformats.org/officeDocument/2006/relationships/notesSlide" Target="/ppt/notesSlides/notesSlide16.xml" Id="R6e1a94159e5d44b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e0cce9e4e4276" /><Relationship Type="http://schemas.openxmlformats.org/officeDocument/2006/relationships/hyperlink" Target="https://chatgpt.com/codex/" TargetMode="External" Id="Rdd4c6e8d27b748ad" /><Relationship Type="http://schemas.openxmlformats.org/officeDocument/2006/relationships/notesSlide" Target="/ppt/notesSlides/notesSlide17.xml" Id="R35e6b03f04e0497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d9b0066d74f9e" /><Relationship Type="http://schemas.openxmlformats.org/officeDocument/2006/relationships/hyperlink" Target="https://chatgpt.com/codex/" TargetMode="External" Id="R6cb6b6f3cabb48fa" /><Relationship Type="http://schemas.openxmlformats.org/officeDocument/2006/relationships/notesSlide" Target="/ppt/notesSlides/notesSlide18.xml" Id="R283567097d52403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14c5a7ebd495f" /><Relationship Type="http://schemas.openxmlformats.org/officeDocument/2006/relationships/hyperlink" Target="https://chatgpt.com/codex/" TargetMode="External" Id="Rf192b5e3d445448c" /><Relationship Type="http://schemas.openxmlformats.org/officeDocument/2006/relationships/notesSlide" Target="/ppt/notesSlides/notesSlide19.xml" Id="R4cc7f12a670748f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7ea0897d844e0" /><Relationship Type="http://schemas.openxmlformats.org/officeDocument/2006/relationships/hyperlink" Target="https://chatgpt.com/codex/" TargetMode="External" Id="Re9e03fba68624436" /><Relationship Type="http://schemas.openxmlformats.org/officeDocument/2006/relationships/notesSlide" Target="/ppt/notesSlides/notesSlide20.xml" Id="R3f8806bb48f44c4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768fbc1854a0d" /><Relationship Type="http://schemas.openxmlformats.org/officeDocument/2006/relationships/hyperlink" Target="https://chatgpt.com/codex/" TargetMode="External" Id="R84a9ed96041c4dcd" /><Relationship Type="http://schemas.openxmlformats.org/officeDocument/2006/relationships/notesSlide" Target="/ppt/notesSlides/notesSlide21.xml" Id="Rf252949262ee4a5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e9efdaee84c40" /><Relationship Type="http://schemas.openxmlformats.org/officeDocument/2006/relationships/hyperlink" Target="https://antigravity.google/" TargetMode="External" Id="R072eb3d5a9ff4bab" /><Relationship Type="http://schemas.openxmlformats.org/officeDocument/2006/relationships/hyperlink" Target="https://chatgpt.com/codex/" TargetMode="External" Id="R3517442b6c0c402b" /><Relationship Type="http://schemas.openxmlformats.org/officeDocument/2006/relationships/notesSlide" Target="/ppt/notesSlides/notesSlide22.xml" Id="R0c8b5908714e4be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6ce2eaae34b00" /><Relationship Type="http://schemas.openxmlformats.org/officeDocument/2006/relationships/hyperlink" Target="https://codelabs.developers.google.com/getting-started-with-antigravity-skills" TargetMode="External" Id="R0559d15c9f6d417a" /><Relationship Type="http://schemas.openxmlformats.org/officeDocument/2006/relationships/hyperlink" Target="https://learn.chatgpt.com/docs/build-skills" TargetMode="External" Id="R1c0159b23b0c4809" /><Relationship Type="http://schemas.openxmlformats.org/officeDocument/2006/relationships/notesSlide" Target="/ppt/notesSlides/notesSlide23.xml" Id="Rec015e4be6d4448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3b1ec19a64fe7" /><Relationship Type="http://schemas.openxmlformats.org/officeDocument/2006/relationships/hyperlink" Target="https://codelabs.developers.google.com/getting-started-with-antigravity-skills" TargetMode="External" Id="R5b73972d294f4955" /><Relationship Type="http://schemas.openxmlformats.org/officeDocument/2006/relationships/hyperlink" Target="https://learn.chatgpt.com/docs/build-skills" TargetMode="External" Id="R6c86fb52947341e1" /><Relationship Type="http://schemas.openxmlformats.org/officeDocument/2006/relationships/notesSlide" Target="/ppt/notesSlides/notesSlide24.xml" Id="R3c08bcd8aa7b451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1caa301c240da" /><Relationship Type="http://schemas.openxmlformats.org/officeDocument/2006/relationships/image" Target="/ppt/media/image2.png" Id="R621158c173324b7d" /><Relationship Type="http://schemas.openxmlformats.org/officeDocument/2006/relationships/hyperlink" Target="&#25552;&#31034;&#35422;&#24555;&#25463;&#38754;&#26495;_&#30740;&#32722;&#29992;.html" TargetMode="External" Id="Re1f208208c994b7f" /><Relationship Type="http://schemas.openxmlformats.org/officeDocument/2006/relationships/notesSlide" Target="/ppt/notesSlides/notesSlide25.xml" Id="Rd6276760cec44be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8720d457c4d38" /><Relationship Type="http://schemas.openxmlformats.org/officeDocument/2006/relationships/hyperlink" Target="https://codelabs.developers.google.com/getting-started-with-antigravity-skills" TargetMode="External" Id="R2539ba8a9da74818" /><Relationship Type="http://schemas.openxmlformats.org/officeDocument/2006/relationships/hyperlink" Target="https://learn.chatgpt.com/docs/build-skills" TargetMode="External" Id="Red0db151100742d6" /><Relationship Type="http://schemas.openxmlformats.org/officeDocument/2006/relationships/notesSlide" Target="/ppt/notesSlides/notesSlide26.xml" Id="R885f44b34a6b46b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1d96c29f44c55" /><Relationship Type="http://schemas.openxmlformats.org/officeDocument/2006/relationships/hyperlink" Target="https://codelabs.developers.google.com/getting-started-with-antigravity-skills" TargetMode="External" Id="R34b395b7d06e4a55" /><Relationship Type="http://schemas.openxmlformats.org/officeDocument/2006/relationships/hyperlink" Target="https://learn.chatgpt.com/docs/build-skills" TargetMode="External" Id="R0075611d53db49a0" /><Relationship Type="http://schemas.openxmlformats.org/officeDocument/2006/relationships/notesSlide" Target="/ppt/notesSlides/notesSlide27.xml" Id="R638a80f8fc06458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41c5afc8d44ee" /><Relationship Type="http://schemas.openxmlformats.org/officeDocument/2006/relationships/hyperlink" Target="https://codelabs.developers.google.com/getting-started-with-antigravity-skills" TargetMode="External" Id="Re17bbb5596de46e6" /><Relationship Type="http://schemas.openxmlformats.org/officeDocument/2006/relationships/hyperlink" Target="https://learn.chatgpt.com/docs/build-skills" TargetMode="External" Id="Rb90a95aaa0314916" /><Relationship Type="http://schemas.openxmlformats.org/officeDocument/2006/relationships/notesSlide" Target="/ppt/notesSlides/notesSlide28.xml" Id="R9e0c193ef25647b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0da38f0e24873" /><Relationship Type="http://schemas.openxmlformats.org/officeDocument/2006/relationships/hyperlink" Target="https://codelabs.developers.google.com/getting-started-with-antigravity-skills" TargetMode="External" Id="R5297f7ca3e964252" /><Relationship Type="http://schemas.openxmlformats.org/officeDocument/2006/relationships/hyperlink" Target="https://learn.chatgpt.com/docs/build-skills" TargetMode="External" Id="R259b796a99484cbb" /><Relationship Type="http://schemas.openxmlformats.org/officeDocument/2006/relationships/notesSlide" Target="/ppt/notesSlides/notesSlide29.xml" Id="Rc4e654881efa4d9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e00093f1a435b" /><Relationship Type="http://schemas.openxmlformats.org/officeDocument/2006/relationships/hyperlink" Target="https://codelabs.developers.google.com/getting-started-with-antigravity-skills" TargetMode="External" Id="R6d8a2f8236d34b9d" /><Relationship Type="http://schemas.openxmlformats.org/officeDocument/2006/relationships/hyperlink" Target="https://learn.chatgpt.com/docs/build-skills" TargetMode="External" Id="R990bfe64af9a4895" /><Relationship Type="http://schemas.openxmlformats.org/officeDocument/2006/relationships/notesSlide" Target="/ppt/notesSlides/notesSlide30.xml" Id="Rb0c98f7d9262404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06afdb066407e" /><Relationship Type="http://schemas.openxmlformats.org/officeDocument/2006/relationships/hyperlink" Target="https://codelabs.developers.google.com/getting-started-with-antigravity-skills" TargetMode="External" Id="R7800306ea4a14959" /><Relationship Type="http://schemas.openxmlformats.org/officeDocument/2006/relationships/hyperlink" Target="https://learn.chatgpt.com/docs/build-skills" TargetMode="External" Id="R299deb23ef814a16" /><Relationship Type="http://schemas.openxmlformats.org/officeDocument/2006/relationships/notesSlide" Target="/ppt/notesSlides/notesSlide31.xml" Id="Rb3f58ee742fe42d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030d3d08841ea" /><Relationship Type="http://schemas.openxmlformats.org/officeDocument/2006/relationships/hyperlink" Target="https://codelabs.developers.google.com/getting-started-with-antigravity-skills" TargetMode="External" Id="R266994a35fe64862" /><Relationship Type="http://schemas.openxmlformats.org/officeDocument/2006/relationships/hyperlink" Target="https://learn.chatgpt.com/docs/build-skills" TargetMode="External" Id="R8763c6ef811c4c63" /><Relationship Type="http://schemas.openxmlformats.org/officeDocument/2006/relationships/notesSlide" Target="/ppt/notesSlides/notesSlide32.xml" Id="R6ed57c23406043d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46482745f462c" /><Relationship Type="http://schemas.openxmlformats.org/officeDocument/2006/relationships/hyperlink" Target="https://antigravity.google/" TargetMode="External" Id="R59769227a57d4885" /><Relationship Type="http://schemas.openxmlformats.org/officeDocument/2006/relationships/hyperlink" Target="https://chatgpt.com/codex/" TargetMode="External" Id="Rb30cccc369954413" /><Relationship Type="http://schemas.openxmlformats.org/officeDocument/2006/relationships/notesSlide" Target="/ppt/notesSlides/notesSlide33.xml" Id="R7c5ff07f6317461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efc7a8a0348ef" /><Relationship Type="http://schemas.openxmlformats.org/officeDocument/2006/relationships/hyperlink" Target="https://antigravity.google/" TargetMode="External" Id="Rab684d48827a41f6" /><Relationship Type="http://schemas.openxmlformats.org/officeDocument/2006/relationships/hyperlink" Target="https://chatgpt.com/codex/" TargetMode="External" Id="R0538711743d94a45" /><Relationship Type="http://schemas.openxmlformats.org/officeDocument/2006/relationships/notesSlide" Target="/ppt/notesSlides/notesSlide34.xml" Id="R079a09fc9bf5452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2f6e7ef344d16" /><Relationship Type="http://schemas.openxmlformats.org/officeDocument/2006/relationships/hyperlink" Target="https://antigravity.google/" TargetMode="External" Id="Red2a6097b4154f6e" /><Relationship Type="http://schemas.openxmlformats.org/officeDocument/2006/relationships/hyperlink" Target="https://chatgpt.com/codex/" TargetMode="External" Id="Rf2a72f258c4c4c47" /><Relationship Type="http://schemas.openxmlformats.org/officeDocument/2006/relationships/notesSlide" Target="/ppt/notesSlides/notesSlide35.xml" Id="R7a27ff0be73b484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b60e654ad4587" /><Relationship Type="http://schemas.openxmlformats.org/officeDocument/2006/relationships/hyperlink" Target="https://antigravity.google/" TargetMode="External" Id="R17fb948c2bc8424d" /><Relationship Type="http://schemas.openxmlformats.org/officeDocument/2006/relationships/hyperlink" Target="https://chatgpt.com/codex/" TargetMode="External" Id="Rb4e7a1777b484b05" /><Relationship Type="http://schemas.openxmlformats.org/officeDocument/2006/relationships/notesSlide" Target="/ppt/notesSlides/notesSlide36.xml" Id="R0a6bba8bf6d4482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073ed9c174422" /><Relationship Type="http://schemas.openxmlformats.org/officeDocument/2006/relationships/hyperlink" Target="https://antigravity.google/" TargetMode="External" Id="R39c965415c1c4582" /><Relationship Type="http://schemas.openxmlformats.org/officeDocument/2006/relationships/hyperlink" Target="https://chatgpt.com/codex/" TargetMode="External" Id="R8bdf129d5e304631" /><Relationship Type="http://schemas.openxmlformats.org/officeDocument/2006/relationships/notesSlide" Target="/ppt/notesSlides/notesSlide37.xml" Id="R80c8aa3aa8d74fc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8c90957494189" /><Relationship Type="http://schemas.openxmlformats.org/officeDocument/2006/relationships/hyperlink" Target="https://antigravity.google/" TargetMode="External" Id="Rda903c259c944c36" /><Relationship Type="http://schemas.openxmlformats.org/officeDocument/2006/relationships/hyperlink" Target="https://chatgpt.com/codex/" TargetMode="External" Id="R06e72f5ec51f458a" /><Relationship Type="http://schemas.openxmlformats.org/officeDocument/2006/relationships/notesSlide" Target="/ppt/notesSlides/notesSlide38.xml" Id="R20096f17f38e428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3238dac4c431a" /><Relationship Type="http://schemas.openxmlformats.org/officeDocument/2006/relationships/hyperlink" Target="https://antigravity.google/" TargetMode="External" Id="R02e6a9eebf594ce2" /><Relationship Type="http://schemas.openxmlformats.org/officeDocument/2006/relationships/hyperlink" Target="https://chatgpt.com/codex/" TargetMode="External" Id="Rbadba8bee8f4496a" /><Relationship Type="http://schemas.openxmlformats.org/officeDocument/2006/relationships/notesSlide" Target="/ppt/notesSlides/notesSlide39.xml" Id="R1fc7d2425dc4437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77a43ec714ff8" /><Relationship Type="http://schemas.openxmlformats.org/officeDocument/2006/relationships/hyperlink" Target="https://antigravity.google/" TargetMode="External" Id="Ra5162c168b02444c" /><Relationship Type="http://schemas.openxmlformats.org/officeDocument/2006/relationships/hyperlink" Target="https://chatgpt.com/codex/" TargetMode="External" Id="Rea3116a02c7948c8" /><Relationship Type="http://schemas.openxmlformats.org/officeDocument/2006/relationships/notesSlide" Target="/ppt/notesSlides/notesSlide40.xml" Id="R2a0f1d3f99224ad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466cadbdb4bc3" /><Relationship Type="http://schemas.openxmlformats.org/officeDocument/2006/relationships/hyperlink" Target="https://antigravity.google/" TargetMode="External" Id="Rfb6770c450bf4d6a" /><Relationship Type="http://schemas.openxmlformats.org/officeDocument/2006/relationships/hyperlink" Target="https://chatgpt.com/codex/" TargetMode="External" Id="R7f8452b16feb4185" /><Relationship Type="http://schemas.openxmlformats.org/officeDocument/2006/relationships/notesSlide" Target="/ppt/notesSlides/notesSlide41.xml" Id="R4e6840a6887e498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398994e48940be" /><Relationship Type="http://schemas.openxmlformats.org/officeDocument/2006/relationships/hyperlink" Target="https://antigravity.google/" TargetMode="External" Id="R4445ac96740c4396" /><Relationship Type="http://schemas.openxmlformats.org/officeDocument/2006/relationships/hyperlink" Target="https://chatgpt.com/codex/" TargetMode="External" Id="R9b9248829c364178" /><Relationship Type="http://schemas.openxmlformats.org/officeDocument/2006/relationships/notesSlide" Target="/ppt/notesSlides/notesSlide42.xml" Id="Re03fedb2fa134d6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4b9e4d9364e7d" /><Relationship Type="http://schemas.openxmlformats.org/officeDocument/2006/relationships/hyperlink" Target="https://antigravity.google/" TargetMode="External" Id="Rcb9af8fe164b4238" /><Relationship Type="http://schemas.openxmlformats.org/officeDocument/2006/relationships/hyperlink" Target="https://chatgpt.com/codex/" TargetMode="External" Id="Rc255c7db58ae40b8" /><Relationship Type="http://schemas.openxmlformats.org/officeDocument/2006/relationships/notesSlide" Target="/ppt/notesSlides/notesSlide43.xml" Id="R7f5fb041152d4e0f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7d2cec3e04d5d" /><Relationship Type="http://schemas.openxmlformats.org/officeDocument/2006/relationships/hyperlink" Target="START_HERE_&#30740;&#32722;&#36039;&#28304;&#23566;&#33322;.html" TargetMode="External" Id="R571144404c3f42b7" /><Relationship Type="http://schemas.openxmlformats.org/officeDocument/2006/relationships/hyperlink" Target="https://antigravity.google/" TargetMode="External" Id="Rf918e426a0944e7c" /><Relationship Type="http://schemas.openxmlformats.org/officeDocument/2006/relationships/hyperlink" Target="https://chatgpt.com/codex/" TargetMode="External" Id="R932b6d183f6e43ab" /><Relationship Type="http://schemas.openxmlformats.org/officeDocument/2006/relationships/hyperlink" Target="https://codelabs.developers.google.com/getting-started-with-antigravity-skills" TargetMode="External" Id="R15196d8adb124ba4" /><Relationship Type="http://schemas.openxmlformats.org/officeDocument/2006/relationships/hyperlink" Target="&#25552;&#31034;&#35422;&#24555;&#25463;&#38754;&#26495;_&#30740;&#32722;&#29992;.html" TargetMode="External" Id="R42a8df2d9cd441a3" /><Relationship Type="http://schemas.openxmlformats.org/officeDocument/2006/relationships/hyperlink" Target="https://cagoooo.github.io/Akai/" TargetMode="External" Id="R6cb6a19049e34562" /><Relationship Type="http://schemas.openxmlformats.org/officeDocument/2006/relationships/hyperlink" Target="https://www.iea.nl/sites/default/files/2025-10/GA66_PIRLS%202026.pdf" TargetMode="External" Id="R036fd48e56e14287" /><Relationship Type="http://schemas.openxmlformats.org/officeDocument/2006/relationships/notesSlide" Target="/ppt/notesSlides/notesSlide44.xml" Id="R6584c130126340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a678799c94c2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598">
            <a:extLst xmlns:a="http://schemas.openxmlformats.org/drawingml/2006/main">
              <a:ext uri="{FF2B5EF4-FFF2-40B4-BE49-F238E27FC236}">
                <a16:creationId xmlns:a16="http://schemas.microsoft.com/office/drawing/2014/main" id="{161C82FF-E89C-43B9-8B0C-56DC0546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599">
            <a:extLst xmlns:a="http://schemas.openxmlformats.org/drawingml/2006/main">
              <a:ext uri="{FF2B5EF4-FFF2-40B4-BE49-F238E27FC236}">
                <a16:creationId xmlns:a16="http://schemas.microsoft.com/office/drawing/2014/main" id="{02C77AB5-A26E-4270-806B-45988D65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600">
            <a:extLst xmlns:a="http://schemas.openxmlformats.org/drawingml/2006/main">
              <a:ext uri="{FF2B5EF4-FFF2-40B4-BE49-F238E27FC236}">
                <a16:creationId xmlns:a16="http://schemas.microsoft.com/office/drawing/2014/main" id="{FF438796-FAB4-4206-A08C-46691E71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601">
            <a:extLst xmlns:a="http://schemas.openxmlformats.org/drawingml/2006/main">
              <a:ext uri="{FF2B5EF4-FFF2-40B4-BE49-F238E27FC236}">
                <a16:creationId xmlns:a16="http://schemas.microsoft.com/office/drawing/2014/main" id="{A7159E95-3742-4D75-A166-DDCE4E1D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Antigravity、Codex、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與資料分析實戰</a:t>
            </a:r>
          </a:p>
        </p:txBody>
      </p:sp>
      <p:sp>
        <p:nvSpPr>
          <p:cNvPr id="6" name="shape-602">
            <a:extLst xmlns:a="http://schemas.openxmlformats.org/drawingml/2006/main">
              <a:ext uri="{FF2B5EF4-FFF2-40B4-BE49-F238E27FC236}">
                <a16:creationId xmlns:a16="http://schemas.microsoft.com/office/drawing/2014/main" id="{E5AC60D6-B7EF-4330-B84B-CE707E93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03">
            <a:extLst xmlns:a="http://schemas.openxmlformats.org/drawingml/2006/main">
              <a:ext uri="{FF2B5EF4-FFF2-40B4-BE49-F238E27FC236}">
                <a16:creationId xmlns:a16="http://schemas.microsoft.com/office/drawing/2014/main" id="{A95233FA-8E79-4E24-A111-B3EDAC8E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604">
            <a:extLst xmlns:a="http://schemas.openxmlformats.org/drawingml/2006/main">
              <a:ext uri="{FF2B5EF4-FFF2-40B4-BE49-F238E27FC236}">
                <a16:creationId xmlns:a16="http://schemas.microsoft.com/office/drawing/2014/main" id="{F82F6842-BA93-446D-9C20-609F60E1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0978059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605">
            <a:extLst xmlns:a="http://schemas.openxmlformats.org/drawingml/2006/main">
              <a:ext uri="{FF2B5EF4-FFF2-40B4-BE49-F238E27FC236}">
                <a16:creationId xmlns:a16="http://schemas.microsoft.com/office/drawing/2014/main" id="{13B28664-A4E6-42E0-8F70-DEEFED63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text-606">
            <a:extLst xmlns:a="http://schemas.openxmlformats.org/drawingml/2006/main">
              <a:ext uri="{FF2B5EF4-FFF2-40B4-BE49-F238E27FC236}">
                <a16:creationId xmlns:a16="http://schemas.microsoft.com/office/drawing/2014/main" id="{B173FA47-8868-446C-89F1-0D28BC99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6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608">
            <a:extLst xmlns:a="http://schemas.openxmlformats.org/drawingml/2006/main">
              <a:ext uri="{FF2B5EF4-FFF2-40B4-BE49-F238E27FC236}">
                <a16:creationId xmlns:a16="http://schemas.microsoft.com/office/drawing/2014/main" id="{5BD57F78-1322-4147-AA69-EB0E6BDC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24D707-FB1D-43E7-8EF1-3F4CD43B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609">
            <a:extLst xmlns:a="http://schemas.openxmlformats.org/drawingml/2006/main">
              <a:ext uri="{FF2B5EF4-FFF2-40B4-BE49-F238E27FC236}">
                <a16:creationId xmlns:a16="http://schemas.microsoft.com/office/drawing/2014/main" id="{0223558C-76FA-4A1C-AE4F-7ED57231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610">
            <a:extLst xmlns:a="http://schemas.openxmlformats.org/drawingml/2006/main">
              <a:ext uri="{FF2B5EF4-FFF2-40B4-BE49-F238E27FC236}">
                <a16:creationId xmlns:a16="http://schemas.microsoft.com/office/drawing/2014/main" id="{5AB74253-0842-4976-A429-A3F57D64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11">
            <a:extLst xmlns:a="http://schemas.openxmlformats.org/drawingml/2006/main">
              <a:ext uri="{FF2B5EF4-FFF2-40B4-BE49-F238E27FC236}">
                <a16:creationId xmlns:a16="http://schemas.microsoft.com/office/drawing/2014/main" id="{A03E7EAC-E1DD-4CF7-964F-21E5CDA9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612">
            <a:extLst xmlns:a="http://schemas.openxmlformats.org/drawingml/2006/main">
              <a:ext uri="{FF2B5EF4-FFF2-40B4-BE49-F238E27FC236}">
                <a16:creationId xmlns:a16="http://schemas.microsoft.com/office/drawing/2014/main" id="{7C4674EC-A024-489D-9BB4-6CC903A2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613">
            <a:extLst xmlns:a="http://schemas.openxmlformats.org/drawingml/2006/main">
              <a:ext uri="{FF2B5EF4-FFF2-40B4-BE49-F238E27FC236}">
                <a16:creationId xmlns:a16="http://schemas.microsoft.com/office/drawing/2014/main" id="{1BF263A0-273A-40D7-B555-4FD6CBEE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614">
            <a:extLst xmlns:a="http://schemas.openxmlformats.org/drawingml/2006/main">
              <a:ext uri="{FF2B5EF4-FFF2-40B4-BE49-F238E27FC236}">
                <a16:creationId xmlns:a16="http://schemas.microsoft.com/office/drawing/2014/main" id="{C4637833-6D35-4D5F-842A-1460B3FD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15">
            <a:extLst xmlns:a="http://schemas.openxmlformats.org/drawingml/2006/main">
              <a:ext uri="{FF2B5EF4-FFF2-40B4-BE49-F238E27FC236}">
                <a16:creationId xmlns:a16="http://schemas.microsoft.com/office/drawing/2014/main" id="{DFD994E2-9883-45C4-BDC1-B09A2ACE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完成兩次任務</a:t>
            </a:r>
          </a:p>
        </p:txBody>
      </p:sp>
      <p:sp>
        <p:nvSpPr>
          <p:cNvPr id="13" name="text-616">
            <a:extLst xmlns:a="http://schemas.openxmlformats.org/drawingml/2006/main">
              <a:ext uri="{FF2B5EF4-FFF2-40B4-BE49-F238E27FC236}">
                <a16:creationId xmlns:a16="http://schemas.microsoft.com/office/drawing/2014/main" id="{8109D85F-82B9-45EB-A85C-F37C9276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在 Antigravity 與 Codex 至少各跑一個可驗證任務。</a:t>
            </a:r>
          </a:p>
        </p:txBody>
      </p:sp>
      <p:sp>
        <p:nvSpPr>
          <p:cNvPr id="14" name="shape-617">
            <a:extLst xmlns:a="http://schemas.openxmlformats.org/drawingml/2006/main">
              <a:ext uri="{FF2B5EF4-FFF2-40B4-BE49-F238E27FC236}">
                <a16:creationId xmlns:a16="http://schemas.microsoft.com/office/drawing/2014/main" id="{5B15FC3E-D1F5-4770-B71C-D109C074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618">
            <a:extLst xmlns:a="http://schemas.openxmlformats.org/drawingml/2006/main">
              <a:ext uri="{FF2B5EF4-FFF2-40B4-BE49-F238E27FC236}">
                <a16:creationId xmlns:a16="http://schemas.microsoft.com/office/drawing/2014/main" id="{65E273F4-EB84-4AC7-9887-A51034C9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619">
            <a:extLst xmlns:a="http://schemas.openxmlformats.org/drawingml/2006/main">
              <a:ext uri="{FF2B5EF4-FFF2-40B4-BE49-F238E27FC236}">
                <a16:creationId xmlns:a16="http://schemas.microsoft.com/office/drawing/2014/main" id="{FD64614E-BF8D-4F87-A7B8-41C78E06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620">
            <a:extLst xmlns:a="http://schemas.openxmlformats.org/drawingml/2006/main">
              <a:ext uri="{FF2B5EF4-FFF2-40B4-BE49-F238E27FC236}">
                <a16:creationId xmlns:a16="http://schemas.microsoft.com/office/drawing/2014/main" id="{93BDCA11-C6B1-41C8-84C4-CDB4EE70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621">
            <a:extLst xmlns:a="http://schemas.openxmlformats.org/drawingml/2006/main">
              <a:ext uri="{FF2B5EF4-FFF2-40B4-BE49-F238E27FC236}">
                <a16:creationId xmlns:a16="http://schemas.microsoft.com/office/drawing/2014/main" id="{E3EE32D2-FFAF-481B-A521-285246CB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622">
            <a:extLst xmlns:a="http://schemas.openxmlformats.org/drawingml/2006/main">
              <a:ext uri="{FF2B5EF4-FFF2-40B4-BE49-F238E27FC236}">
                <a16:creationId xmlns:a16="http://schemas.microsoft.com/office/drawing/2014/main" id="{737C0E4C-B1AF-456D-A4BE-085765CA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623">
            <a:extLst xmlns:a="http://schemas.openxmlformats.org/drawingml/2006/main">
              <a:ext uri="{FF2B5EF4-FFF2-40B4-BE49-F238E27FC236}">
                <a16:creationId xmlns:a16="http://schemas.microsoft.com/office/drawing/2014/main" id="{F4FA9716-CD9E-47D5-BA92-642457B8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624">
            <a:extLst xmlns:a="http://schemas.openxmlformats.org/drawingml/2006/main">
              <a:ext uri="{FF2B5EF4-FFF2-40B4-BE49-F238E27FC236}">
                <a16:creationId xmlns:a16="http://schemas.microsoft.com/office/drawing/2014/main" id="{E63ACEF1-D933-4425-918A-11005251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257139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625">
            <a:extLst xmlns:a="http://schemas.openxmlformats.org/drawingml/2006/main">
              <a:ext uri="{FF2B5EF4-FFF2-40B4-BE49-F238E27FC236}">
                <a16:creationId xmlns:a16="http://schemas.microsoft.com/office/drawing/2014/main" id="{BDD41102-95D5-4C3E-8B4D-46E2A670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text-626">
            <a:extLst xmlns:a="http://schemas.openxmlformats.org/drawingml/2006/main">
              <a:ext uri="{FF2B5EF4-FFF2-40B4-BE49-F238E27FC236}">
                <a16:creationId xmlns:a16="http://schemas.microsoft.com/office/drawing/2014/main" id="{7DE6579D-8744-4430-931D-879952CF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37" name="shape-6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628">
            <a:extLst xmlns:a="http://schemas.openxmlformats.org/drawingml/2006/main">
              <a:ext uri="{FF2B5EF4-FFF2-40B4-BE49-F238E27FC236}">
                <a16:creationId xmlns:a16="http://schemas.microsoft.com/office/drawing/2014/main" id="{53B920A5-473C-4863-9430-4C111E49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5FFD12-B430-4644-A481-14FA472E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0" name="shape-629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630">
            <a:extLst xmlns:a="http://schemas.openxmlformats.org/drawingml/2006/main">
              <a:ext uri="{FF2B5EF4-FFF2-40B4-BE49-F238E27FC236}">
                <a16:creationId xmlns:a16="http://schemas.microsoft.com/office/drawing/2014/main" id="{CB12E5E5-6ACC-4180-8B17-7B9EE22C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31">
            <a:extLst xmlns:a="http://schemas.openxmlformats.org/drawingml/2006/main">
              <a:ext uri="{FF2B5EF4-FFF2-40B4-BE49-F238E27FC236}">
                <a16:creationId xmlns:a16="http://schemas.microsoft.com/office/drawing/2014/main" id="{34043D5D-A34F-4C8D-A8E5-9D128129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632">
            <a:extLst xmlns:a="http://schemas.openxmlformats.org/drawingml/2006/main">
              <a:ext uri="{FF2B5EF4-FFF2-40B4-BE49-F238E27FC236}">
                <a16:creationId xmlns:a16="http://schemas.microsoft.com/office/drawing/2014/main" id="{65C1E2DD-CAC6-4965-9B47-34DD6277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633">
            <a:extLst xmlns:a="http://schemas.openxmlformats.org/drawingml/2006/main">
              <a:ext uri="{FF2B5EF4-FFF2-40B4-BE49-F238E27FC236}">
                <a16:creationId xmlns:a16="http://schemas.microsoft.com/office/drawing/2014/main" id="{0560DACD-5AFA-4894-BDBB-899B63C6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634">
            <a:extLst xmlns:a="http://schemas.openxmlformats.org/drawingml/2006/main">
              <a:ext uri="{FF2B5EF4-FFF2-40B4-BE49-F238E27FC236}">
                <a16:creationId xmlns:a16="http://schemas.microsoft.com/office/drawing/2014/main" id="{F91F7915-D994-4B02-8B11-6D8B2CA5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35">
            <a:extLst xmlns:a="http://schemas.openxmlformats.org/drawingml/2006/main">
              <a:ext uri="{FF2B5EF4-FFF2-40B4-BE49-F238E27FC236}">
                <a16:creationId xmlns:a16="http://schemas.microsoft.com/office/drawing/2014/main" id="{8F842498-F7A9-4EEC-9D62-BF790E92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20–50</a:t>
            </a:r>
          </a:p>
        </p:txBody>
      </p:sp>
      <p:sp>
        <p:nvSpPr>
          <p:cNvPr id="13" name="text-636">
            <a:extLst xmlns:a="http://schemas.openxmlformats.org/drawingml/2006/main">
              <a:ext uri="{FF2B5EF4-FFF2-40B4-BE49-F238E27FC236}">
                <a16:creationId xmlns:a16="http://schemas.microsoft.com/office/drawing/2014/main" id="{3AE1C516-FB4B-4D63-9506-AF5CF1D6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637">
            <a:extLst xmlns:a="http://schemas.openxmlformats.org/drawingml/2006/main">
              <a:ext uri="{FF2B5EF4-FFF2-40B4-BE49-F238E27FC236}">
                <a16:creationId xmlns:a16="http://schemas.microsoft.com/office/drawing/2014/main" id="{FD204F8A-A80F-454B-B014-DC8458D7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638">
            <a:extLst xmlns:a="http://schemas.openxmlformats.org/drawingml/2006/main">
              <a:ext uri="{FF2B5EF4-FFF2-40B4-BE49-F238E27FC236}">
                <a16:creationId xmlns:a16="http://schemas.microsoft.com/office/drawing/2014/main" id="{D5619F3F-DCB5-4BFA-BE2E-FCF4C40B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639">
            <a:extLst xmlns:a="http://schemas.openxmlformats.org/drawingml/2006/main">
              <a:ext uri="{FF2B5EF4-FFF2-40B4-BE49-F238E27FC236}">
                <a16:creationId xmlns:a16="http://schemas.microsoft.com/office/drawing/2014/main" id="{805F1F8F-DA46-4B14-AB13-6E096A67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50–80</a:t>
            </a:r>
          </a:p>
        </p:txBody>
      </p:sp>
      <p:sp>
        <p:nvSpPr>
          <p:cNvPr id="17" name="text-640">
            <a:extLst xmlns:a="http://schemas.openxmlformats.org/drawingml/2006/main">
              <a:ext uri="{FF2B5EF4-FFF2-40B4-BE49-F238E27FC236}">
                <a16:creationId xmlns:a16="http://schemas.microsoft.com/office/drawing/2014/main" id="{D65968C3-B297-426B-8DDE-AC593984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18" name="text-641">
            <a:extLst xmlns:a="http://schemas.openxmlformats.org/drawingml/2006/main">
              <a:ext uri="{FF2B5EF4-FFF2-40B4-BE49-F238E27FC236}">
                <a16:creationId xmlns:a16="http://schemas.microsoft.com/office/drawing/2014/main" id="{80710B5B-DA24-4A07-B2BF-48A1BE2D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19" name="shape-642">
            <a:extLst xmlns:a="http://schemas.openxmlformats.org/drawingml/2006/main">
              <a:ext uri="{FF2B5EF4-FFF2-40B4-BE49-F238E27FC236}">
                <a16:creationId xmlns:a16="http://schemas.microsoft.com/office/drawing/2014/main" id="{2D0C9F74-EB27-4B04-8D06-4A8465CA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43">
            <a:extLst xmlns:a="http://schemas.openxmlformats.org/drawingml/2006/main">
              <a:ext uri="{FF2B5EF4-FFF2-40B4-BE49-F238E27FC236}">
                <a16:creationId xmlns:a16="http://schemas.microsoft.com/office/drawing/2014/main" id="{1621CAA2-E872-42F0-B3FA-140E9EC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644">
            <a:extLst xmlns:a="http://schemas.openxmlformats.org/drawingml/2006/main">
              <a:ext uri="{FF2B5EF4-FFF2-40B4-BE49-F238E27FC236}">
                <a16:creationId xmlns:a16="http://schemas.microsoft.com/office/drawing/2014/main" id="{9E33E00A-29B9-4B7F-923D-A7FFB3C1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645">
            <a:extLst xmlns:a="http://schemas.openxmlformats.org/drawingml/2006/main">
              <a:ext uri="{FF2B5EF4-FFF2-40B4-BE49-F238E27FC236}">
                <a16:creationId xmlns:a16="http://schemas.microsoft.com/office/drawing/2014/main" id="{F5B02D72-CA88-4D81-82A2-4A20DC78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3" name="shape-646">
            <a:extLst xmlns:a="http://schemas.openxmlformats.org/drawingml/2006/main">
              <a:ext uri="{FF2B5EF4-FFF2-40B4-BE49-F238E27FC236}">
                <a16:creationId xmlns:a16="http://schemas.microsoft.com/office/drawing/2014/main" id="{CE07ABB1-4AC1-46B2-964D-CC89CEB9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647">
            <a:extLst xmlns:a="http://schemas.openxmlformats.org/drawingml/2006/main">
              <a:ext uri="{FF2B5EF4-FFF2-40B4-BE49-F238E27FC236}">
                <a16:creationId xmlns:a16="http://schemas.microsoft.com/office/drawing/2014/main" id="{56F4ACE2-7982-4505-AA7D-A56673B4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648">
            <a:extLst xmlns:a="http://schemas.openxmlformats.org/drawingml/2006/main">
              <a:ext uri="{FF2B5EF4-FFF2-40B4-BE49-F238E27FC236}">
                <a16:creationId xmlns:a16="http://schemas.microsoft.com/office/drawing/2014/main" id="{F006C9A5-32F5-437F-9750-7B7C09E1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26" name="text-649">
            <a:extLst xmlns:a="http://schemas.openxmlformats.org/drawingml/2006/main">
              <a:ext uri="{FF2B5EF4-FFF2-40B4-BE49-F238E27FC236}">
                <a16:creationId xmlns:a16="http://schemas.microsoft.com/office/drawing/2014/main" id="{B18440AC-AFF5-443F-AFA3-59C5F8C2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27" name="shape-650">
            <a:extLst xmlns:a="http://schemas.openxmlformats.org/drawingml/2006/main">
              <a:ext uri="{FF2B5EF4-FFF2-40B4-BE49-F238E27FC236}">
                <a16:creationId xmlns:a16="http://schemas.microsoft.com/office/drawing/2014/main" id="{4CFDE305-BB48-4C3A-B417-9FF200BA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651">
            <a:extLst xmlns:a="http://schemas.openxmlformats.org/drawingml/2006/main">
              <a:ext uri="{FF2B5EF4-FFF2-40B4-BE49-F238E27FC236}">
                <a16:creationId xmlns:a16="http://schemas.microsoft.com/office/drawing/2014/main" id="{2DD60CAB-0634-4826-92D9-80480D3D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135–160</a:t>
            </a:r>
          </a:p>
        </p:txBody>
      </p:sp>
      <p:sp>
        <p:nvSpPr>
          <p:cNvPr id="29" name="text-652">
            <a:extLst xmlns:a="http://schemas.openxmlformats.org/drawingml/2006/main">
              <a:ext uri="{FF2B5EF4-FFF2-40B4-BE49-F238E27FC236}">
                <a16:creationId xmlns:a16="http://schemas.microsoft.com/office/drawing/2014/main" id="{D52F35A0-8924-4E4F-AE93-235D8EEA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0" name="text-653">
            <a:extLst xmlns:a="http://schemas.openxmlformats.org/drawingml/2006/main">
              <a:ext uri="{FF2B5EF4-FFF2-40B4-BE49-F238E27FC236}">
                <a16:creationId xmlns:a16="http://schemas.microsoft.com/office/drawing/2014/main" id="{FD978B9B-11E6-4478-B65D-C0075E84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1" name="shape-654">
            <a:extLst xmlns:a="http://schemas.openxmlformats.org/drawingml/2006/main">
              <a:ext uri="{FF2B5EF4-FFF2-40B4-BE49-F238E27FC236}">
                <a16:creationId xmlns:a16="http://schemas.microsoft.com/office/drawing/2014/main" id="{3156589C-CF73-4417-A3B1-D5D3225E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655">
            <a:extLst xmlns:a="http://schemas.openxmlformats.org/drawingml/2006/main">
              <a:ext uri="{FF2B5EF4-FFF2-40B4-BE49-F238E27FC236}">
                <a16:creationId xmlns:a16="http://schemas.microsoft.com/office/drawing/2014/main" id="{19DB5787-C57E-4323-B3F7-88A3A83D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3" name="text-656">
            <a:extLst xmlns:a="http://schemas.openxmlformats.org/drawingml/2006/main">
              <a:ext uri="{FF2B5EF4-FFF2-40B4-BE49-F238E27FC236}">
                <a16:creationId xmlns:a16="http://schemas.microsoft.com/office/drawing/2014/main" id="{96340CB8-59DF-46D0-A4BF-7C6BE8E6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4" name="text-657">
            <a:extLst xmlns:a="http://schemas.openxmlformats.org/drawingml/2006/main">
              <a:ext uri="{FF2B5EF4-FFF2-40B4-BE49-F238E27FC236}">
                <a16:creationId xmlns:a16="http://schemas.microsoft.com/office/drawing/2014/main" id="{E2DDBBFE-4519-4387-B103-3AF6CF2F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204419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658">
            <a:extLst xmlns:a="http://schemas.openxmlformats.org/drawingml/2006/main">
              <a:ext uri="{FF2B5EF4-FFF2-40B4-BE49-F238E27FC236}">
                <a16:creationId xmlns:a16="http://schemas.microsoft.com/office/drawing/2014/main" id="{A3DE2F66-9608-4EDC-A519-BF10DAB4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text-659">
            <a:extLst xmlns:a="http://schemas.openxmlformats.org/drawingml/2006/main">
              <a:ext uri="{FF2B5EF4-FFF2-40B4-BE49-F238E27FC236}">
                <a16:creationId xmlns:a16="http://schemas.microsoft.com/office/drawing/2014/main" id="{BA7020FE-B658-4727-8E12-1A7D197B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24" name="shape-6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661">
            <a:extLst xmlns:a="http://schemas.openxmlformats.org/drawingml/2006/main">
              <a:ext uri="{FF2B5EF4-FFF2-40B4-BE49-F238E27FC236}">
                <a16:creationId xmlns:a16="http://schemas.microsoft.com/office/drawing/2014/main" id="{D90D5A1E-5D6C-48EC-A749-907AC674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966E84-D4D5-498B-9DA1-4D53EF81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text-662">
            <a:extLst xmlns:a="http://schemas.openxmlformats.org/drawingml/2006/main">
              <a:ext uri="{FF2B5EF4-FFF2-40B4-BE49-F238E27FC236}">
                <a16:creationId xmlns:a16="http://schemas.microsoft.com/office/drawing/2014/main" id="{8D38AD85-4110-41BE-BC3B-8B2AC3F8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663">
            <a:extLst xmlns:a="http://schemas.openxmlformats.org/drawingml/2006/main">
              <a:ext uri="{FF2B5EF4-FFF2-40B4-BE49-F238E27FC236}">
                <a16:creationId xmlns:a16="http://schemas.microsoft.com/office/drawing/2014/main" id="{9669DEF1-2749-4E1D-9C8D-36694C6C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8" name="text-664">
            <a:extLst xmlns:a="http://schemas.openxmlformats.org/drawingml/2006/main">
              <a:ext uri="{FF2B5EF4-FFF2-40B4-BE49-F238E27FC236}">
                <a16:creationId xmlns:a16="http://schemas.microsoft.com/office/drawing/2014/main" id="{D17F9242-5780-45EA-AC3C-D0216E93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9" name="text-665">
            <a:extLst xmlns:a="http://schemas.openxmlformats.org/drawingml/2006/main">
              <a:ext uri="{FF2B5EF4-FFF2-40B4-BE49-F238E27FC236}">
                <a16:creationId xmlns:a16="http://schemas.microsoft.com/office/drawing/2014/main" id="{9BCB4634-DF63-4082-BDC2-40E01BF9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666">
            <a:extLst xmlns:a="http://schemas.openxmlformats.org/drawingml/2006/main">
              <a:ext uri="{FF2B5EF4-FFF2-40B4-BE49-F238E27FC236}">
                <a16:creationId xmlns:a16="http://schemas.microsoft.com/office/drawing/2014/main" id="{79F9652E-4737-4DC1-8D8D-A955854A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67">
            <a:extLst xmlns:a="http://schemas.openxmlformats.org/drawingml/2006/main">
              <a:ext uri="{FF2B5EF4-FFF2-40B4-BE49-F238E27FC236}">
                <a16:creationId xmlns:a16="http://schemas.microsoft.com/office/drawing/2014/main" id="{C57EFC79-0455-4419-8883-86E12274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2" name="text-668">
            <a:extLst xmlns:a="http://schemas.openxmlformats.org/drawingml/2006/main">
              <a:ext uri="{FF2B5EF4-FFF2-40B4-BE49-F238E27FC236}">
                <a16:creationId xmlns:a16="http://schemas.microsoft.com/office/drawing/2014/main" id="{1D9F9545-63B4-4FE1-BDC7-698341AA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3" name="text-669">
            <a:extLst xmlns:a="http://schemas.openxmlformats.org/drawingml/2006/main">
              <a:ext uri="{FF2B5EF4-FFF2-40B4-BE49-F238E27FC236}">
                <a16:creationId xmlns:a16="http://schemas.microsoft.com/office/drawing/2014/main" id="{C2AD2A58-AABC-451C-BD24-CB2DA48E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670">
            <a:extLst xmlns:a="http://schemas.openxmlformats.org/drawingml/2006/main">
              <a:ext uri="{FF2B5EF4-FFF2-40B4-BE49-F238E27FC236}">
                <a16:creationId xmlns:a16="http://schemas.microsoft.com/office/drawing/2014/main" id="{C3B8D3BB-2A34-48F8-94DD-3BA32483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671">
            <a:extLst xmlns:a="http://schemas.openxmlformats.org/drawingml/2006/main">
              <a:ext uri="{FF2B5EF4-FFF2-40B4-BE49-F238E27FC236}">
                <a16:creationId xmlns:a16="http://schemas.microsoft.com/office/drawing/2014/main" id="{B08F847C-16A4-44F0-820C-0CFE5DEE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16" name="text-672">
            <a:extLst xmlns:a="http://schemas.openxmlformats.org/drawingml/2006/main">
              <a:ext uri="{FF2B5EF4-FFF2-40B4-BE49-F238E27FC236}">
                <a16:creationId xmlns:a16="http://schemas.microsoft.com/office/drawing/2014/main" id="{1C4FC702-8BCB-4EBA-B2CC-D54557B6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17" name="text-673">
            <a:extLst xmlns:a="http://schemas.openxmlformats.org/drawingml/2006/main">
              <a:ext uri="{FF2B5EF4-FFF2-40B4-BE49-F238E27FC236}">
                <a16:creationId xmlns:a16="http://schemas.microsoft.com/office/drawing/2014/main" id="{89D9DE94-58CE-43F9-911E-15316644E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674">
            <a:extLst xmlns:a="http://schemas.openxmlformats.org/drawingml/2006/main">
              <a:ext uri="{FF2B5EF4-FFF2-40B4-BE49-F238E27FC236}">
                <a16:creationId xmlns:a16="http://schemas.microsoft.com/office/drawing/2014/main" id="{92AAAB2B-1792-44A4-96EB-5247311C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675">
            <a:extLst xmlns:a="http://schemas.openxmlformats.org/drawingml/2006/main">
              <a:ext uri="{FF2B5EF4-FFF2-40B4-BE49-F238E27FC236}">
                <a16:creationId xmlns:a16="http://schemas.microsoft.com/office/drawing/2014/main" id="{67DE998C-0F06-4917-B156-176BDEE5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0" name="text-676">
            <a:extLst xmlns:a="http://schemas.openxmlformats.org/drawingml/2006/main">
              <a:ext uri="{FF2B5EF4-FFF2-40B4-BE49-F238E27FC236}">
                <a16:creationId xmlns:a16="http://schemas.microsoft.com/office/drawing/2014/main" id="{EFDBC5D7-18ED-4A9F-A78E-7E44FF40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1" name="text-677">
            <a:extLst xmlns:a="http://schemas.openxmlformats.org/drawingml/2006/main">
              <a:ext uri="{FF2B5EF4-FFF2-40B4-BE49-F238E27FC236}">
                <a16:creationId xmlns:a16="http://schemas.microsoft.com/office/drawing/2014/main" id="{BACE406F-1DD1-4BA0-BBB6-F94A4005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3236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78">
            <a:extLst xmlns:a="http://schemas.openxmlformats.org/drawingml/2006/main">
              <a:ext uri="{FF2B5EF4-FFF2-40B4-BE49-F238E27FC236}">
                <a16:creationId xmlns:a16="http://schemas.microsoft.com/office/drawing/2014/main" id="{C54424D2-35A0-44B4-8D94-ED43B194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text-679">
            <a:extLst xmlns:a="http://schemas.openxmlformats.org/drawingml/2006/main">
              <a:ext uri="{FF2B5EF4-FFF2-40B4-BE49-F238E27FC236}">
                <a16:creationId xmlns:a16="http://schemas.microsoft.com/office/drawing/2014/main" id="{0D4AEE14-C587-4219-BC25-51FC0EF1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28" name="shape-6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681">
            <a:extLst xmlns:a="http://schemas.openxmlformats.org/drawingml/2006/main">
              <a:ext uri="{FF2B5EF4-FFF2-40B4-BE49-F238E27FC236}">
                <a16:creationId xmlns:a16="http://schemas.microsoft.com/office/drawing/2014/main" id="{05AD1754-9773-401A-BEE2-32957EB2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D497C5E-5C25-456D-9EA2-CB6F50E4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text-682">
            <a:extLst xmlns:a="http://schemas.openxmlformats.org/drawingml/2006/main">
              <a:ext uri="{FF2B5EF4-FFF2-40B4-BE49-F238E27FC236}">
                <a16:creationId xmlns:a16="http://schemas.microsoft.com/office/drawing/2014/main" id="{3D55350A-1248-4643-A8DD-3065E0A1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683">
            <a:extLst xmlns:a="http://schemas.openxmlformats.org/drawingml/2006/main">
              <a:ext uri="{FF2B5EF4-FFF2-40B4-BE49-F238E27FC236}">
                <a16:creationId xmlns:a16="http://schemas.microsoft.com/office/drawing/2014/main" id="{F0ED89E6-394F-4FAB-AC7C-4B62919F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8" name="text-684">
            <a:extLst xmlns:a="http://schemas.openxmlformats.org/drawingml/2006/main">
              <a:ext uri="{FF2B5EF4-FFF2-40B4-BE49-F238E27FC236}">
                <a16:creationId xmlns:a16="http://schemas.microsoft.com/office/drawing/2014/main" id="{36BF4540-18A7-4545-A0EE-2DC5BA37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9" name="text-685">
            <a:extLst xmlns:a="http://schemas.openxmlformats.org/drawingml/2006/main">
              <a:ext uri="{FF2B5EF4-FFF2-40B4-BE49-F238E27FC236}">
                <a16:creationId xmlns:a16="http://schemas.microsoft.com/office/drawing/2014/main" id="{B51E7EFA-0A5B-4272-94CB-36085A43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686">
            <a:extLst xmlns:a="http://schemas.openxmlformats.org/drawingml/2006/main">
              <a:ext uri="{FF2B5EF4-FFF2-40B4-BE49-F238E27FC236}">
                <a16:creationId xmlns:a16="http://schemas.microsoft.com/office/drawing/2014/main" id="{57D86B6C-0D16-4313-82CF-110F8E03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87">
            <a:extLst xmlns:a="http://schemas.openxmlformats.org/drawingml/2006/main">
              <a:ext uri="{FF2B5EF4-FFF2-40B4-BE49-F238E27FC236}">
                <a16:creationId xmlns:a16="http://schemas.microsoft.com/office/drawing/2014/main" id="{36FA281D-5582-4C00-80F9-B1420129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2" name="text-688">
            <a:extLst xmlns:a="http://schemas.openxmlformats.org/drawingml/2006/main">
              <a:ext uri="{FF2B5EF4-FFF2-40B4-BE49-F238E27FC236}">
                <a16:creationId xmlns:a16="http://schemas.microsoft.com/office/drawing/2014/main" id="{DB090013-E43B-41DA-8996-D862666B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3" name="text-689">
            <a:extLst xmlns:a="http://schemas.openxmlformats.org/drawingml/2006/main">
              <a:ext uri="{FF2B5EF4-FFF2-40B4-BE49-F238E27FC236}">
                <a16:creationId xmlns:a16="http://schemas.microsoft.com/office/drawing/2014/main" id="{90A58987-AF5E-4DDA-987F-0045C811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690">
            <a:extLst xmlns:a="http://schemas.openxmlformats.org/drawingml/2006/main">
              <a:ext uri="{FF2B5EF4-FFF2-40B4-BE49-F238E27FC236}">
                <a16:creationId xmlns:a16="http://schemas.microsoft.com/office/drawing/2014/main" id="{1A3EAE87-0DBC-4964-8061-58CAAB03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691">
            <a:extLst xmlns:a="http://schemas.openxmlformats.org/drawingml/2006/main">
              <a:ext uri="{FF2B5EF4-FFF2-40B4-BE49-F238E27FC236}">
                <a16:creationId xmlns:a16="http://schemas.microsoft.com/office/drawing/2014/main" id="{3184D0B3-8C08-4A29-B8AB-F89D6370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16" name="text-692">
            <a:extLst xmlns:a="http://schemas.openxmlformats.org/drawingml/2006/main">
              <a:ext uri="{FF2B5EF4-FFF2-40B4-BE49-F238E27FC236}">
                <a16:creationId xmlns:a16="http://schemas.microsoft.com/office/drawing/2014/main" id="{1DA056E7-00DE-4E10-94DC-650F2D6F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17" name="text-693">
            <a:extLst xmlns:a="http://schemas.openxmlformats.org/drawingml/2006/main">
              <a:ext uri="{FF2B5EF4-FFF2-40B4-BE49-F238E27FC236}">
                <a16:creationId xmlns:a16="http://schemas.microsoft.com/office/drawing/2014/main" id="{34FA9356-FB7B-434D-94A2-0696613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694">
            <a:extLst xmlns:a="http://schemas.openxmlformats.org/drawingml/2006/main">
              <a:ext uri="{FF2B5EF4-FFF2-40B4-BE49-F238E27FC236}">
                <a16:creationId xmlns:a16="http://schemas.microsoft.com/office/drawing/2014/main" id="{5BA1FA55-EF70-47EF-B0A9-CD1790B5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695">
            <a:extLst xmlns:a="http://schemas.openxmlformats.org/drawingml/2006/main">
              <a:ext uri="{FF2B5EF4-FFF2-40B4-BE49-F238E27FC236}">
                <a16:creationId xmlns:a16="http://schemas.microsoft.com/office/drawing/2014/main" id="{53C9FF7B-701E-4CC3-9A53-0A3443F9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0" name="text-696">
            <a:extLst xmlns:a="http://schemas.openxmlformats.org/drawingml/2006/main">
              <a:ext uri="{FF2B5EF4-FFF2-40B4-BE49-F238E27FC236}">
                <a16:creationId xmlns:a16="http://schemas.microsoft.com/office/drawing/2014/main" id="{5E119260-7285-468D-BCCA-3DC0A430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1" name="text-697">
            <a:extLst xmlns:a="http://schemas.openxmlformats.org/drawingml/2006/main">
              <a:ext uri="{FF2B5EF4-FFF2-40B4-BE49-F238E27FC236}">
                <a16:creationId xmlns:a16="http://schemas.microsoft.com/office/drawing/2014/main" id="{3EA08A0C-0CF9-45DD-8F48-D8A47762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698">
            <a:extLst xmlns:a="http://schemas.openxmlformats.org/drawingml/2006/main">
              <a:ext uri="{FF2B5EF4-FFF2-40B4-BE49-F238E27FC236}">
                <a16:creationId xmlns:a16="http://schemas.microsoft.com/office/drawing/2014/main" id="{D44065C6-9037-4B37-A431-CABCA2AC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699">
            <a:extLst xmlns:a="http://schemas.openxmlformats.org/drawingml/2006/main">
              <a:ext uri="{FF2B5EF4-FFF2-40B4-BE49-F238E27FC236}">
                <a16:creationId xmlns:a16="http://schemas.microsoft.com/office/drawing/2014/main" id="{79C88315-53C6-422C-8FBC-1A0755D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24" name="text-700">
            <a:extLst xmlns:a="http://schemas.openxmlformats.org/drawingml/2006/main">
              <a:ext uri="{FF2B5EF4-FFF2-40B4-BE49-F238E27FC236}">
                <a16:creationId xmlns:a16="http://schemas.microsoft.com/office/drawing/2014/main" id="{52783D2A-8EC7-499C-B97C-6731D97A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25" name="text-701">
            <a:extLst xmlns:a="http://schemas.openxmlformats.org/drawingml/2006/main">
              <a:ext uri="{FF2B5EF4-FFF2-40B4-BE49-F238E27FC236}">
                <a16:creationId xmlns:a16="http://schemas.microsoft.com/office/drawing/2014/main" id="{A68AC1F5-190E-4125-B271-F9DFBCB6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6020358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702">
            <a:extLst xmlns:a="http://schemas.openxmlformats.org/drawingml/2006/main">
              <a:ext uri="{FF2B5EF4-FFF2-40B4-BE49-F238E27FC236}">
                <a16:creationId xmlns:a16="http://schemas.microsoft.com/office/drawing/2014/main" id="{679D8A86-C29C-4B39-AB21-7541FADB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text-703">
            <a:extLst xmlns:a="http://schemas.openxmlformats.org/drawingml/2006/main">
              <a:ext uri="{FF2B5EF4-FFF2-40B4-BE49-F238E27FC236}">
                <a16:creationId xmlns:a16="http://schemas.microsoft.com/office/drawing/2014/main" id="{68040EDF-BCCC-4611-9381-F6B227C9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7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05">
            <a:extLst xmlns:a="http://schemas.openxmlformats.org/drawingml/2006/main">
              <a:ext uri="{FF2B5EF4-FFF2-40B4-BE49-F238E27FC236}">
                <a16:creationId xmlns:a16="http://schemas.microsoft.com/office/drawing/2014/main" id="{C448CB0B-F2AA-48D4-A042-8F46535F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CC1D31D-FE7F-46F5-A600-00707242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706">
            <a:extLst xmlns:a="http://schemas.openxmlformats.org/drawingml/2006/main">
              <a:ext uri="{FF2B5EF4-FFF2-40B4-BE49-F238E27FC236}">
                <a16:creationId xmlns:a16="http://schemas.microsoft.com/office/drawing/2014/main" id="{18AB8889-8258-4C03-9E92-AE0C4F27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707">
            <a:extLst xmlns:a="http://schemas.openxmlformats.org/drawingml/2006/main">
              <a:ext uri="{FF2B5EF4-FFF2-40B4-BE49-F238E27FC236}">
                <a16:creationId xmlns:a16="http://schemas.microsoft.com/office/drawing/2014/main" id="{8B700D2B-AA18-4A45-8BEC-3FBEEF0E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708">
            <a:extLst xmlns:a="http://schemas.openxmlformats.org/drawingml/2006/main">
              <a:ext uri="{FF2B5EF4-FFF2-40B4-BE49-F238E27FC236}">
                <a16:creationId xmlns:a16="http://schemas.microsoft.com/office/drawing/2014/main" id="{30C0E92A-394A-445B-B18A-C0E81D88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709">
            <a:extLst xmlns:a="http://schemas.openxmlformats.org/drawingml/2006/main">
              <a:ext uri="{FF2B5EF4-FFF2-40B4-BE49-F238E27FC236}">
                <a16:creationId xmlns:a16="http://schemas.microsoft.com/office/drawing/2014/main" id="{7FCCB11C-EDEB-47F0-8D95-EE69C805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710">
            <a:extLst xmlns:a="http://schemas.openxmlformats.org/drawingml/2006/main">
              <a:ext uri="{FF2B5EF4-FFF2-40B4-BE49-F238E27FC236}">
                <a16:creationId xmlns:a16="http://schemas.microsoft.com/office/drawing/2014/main" id="{CA95CD7A-AD01-4F7D-8E90-882054D2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711">
            <a:extLst xmlns:a="http://schemas.openxmlformats.org/drawingml/2006/main">
              <a:ext uri="{FF2B5EF4-FFF2-40B4-BE49-F238E27FC236}">
                <a16:creationId xmlns:a16="http://schemas.microsoft.com/office/drawing/2014/main" id="{83DE3CD2-9DB7-47C9-BA57-7F93B697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712">
            <a:extLst xmlns:a="http://schemas.openxmlformats.org/drawingml/2006/main">
              <a:ext uri="{FF2B5EF4-FFF2-40B4-BE49-F238E27FC236}">
                <a16:creationId xmlns:a16="http://schemas.microsoft.com/office/drawing/2014/main" id="{1FE6736E-BBA6-4731-88B9-4A709B49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713">
            <a:extLst xmlns:a="http://schemas.openxmlformats.org/drawingml/2006/main">
              <a:ext uri="{FF2B5EF4-FFF2-40B4-BE49-F238E27FC236}">
                <a16:creationId xmlns:a16="http://schemas.microsoft.com/office/drawing/2014/main" id="{3F966CFD-1CD8-4E6D-8C03-7320B6A9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714">
            <a:extLst xmlns:a="http://schemas.openxmlformats.org/drawingml/2006/main">
              <a:ext uri="{FF2B5EF4-FFF2-40B4-BE49-F238E27FC236}">
                <a16:creationId xmlns:a16="http://schemas.microsoft.com/office/drawing/2014/main" id="{4D95947F-3F26-4998-B306-7CAFEA8E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715">
            <a:extLst xmlns:a="http://schemas.openxmlformats.org/drawingml/2006/main">
              <a:ext uri="{FF2B5EF4-FFF2-40B4-BE49-F238E27FC236}">
                <a16:creationId xmlns:a16="http://schemas.microsoft.com/office/drawing/2014/main" id="{EF4CA48E-7665-4A24-A646-603A87F8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716">
            <a:extLst xmlns:a="http://schemas.openxmlformats.org/drawingml/2006/main">
              <a:ext uri="{FF2B5EF4-FFF2-40B4-BE49-F238E27FC236}">
                <a16:creationId xmlns:a16="http://schemas.microsoft.com/office/drawing/2014/main" id="{7F8AC305-D4A6-42F6-A9F7-4267436B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717">
            <a:extLst xmlns:a="http://schemas.openxmlformats.org/drawingml/2006/main">
              <a:ext uri="{FF2B5EF4-FFF2-40B4-BE49-F238E27FC236}">
                <a16:creationId xmlns:a16="http://schemas.microsoft.com/office/drawing/2014/main" id="{8E68650B-4D38-49DA-BE68-611192BD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5118306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718">
            <a:extLst xmlns:a="http://schemas.openxmlformats.org/drawingml/2006/main">
              <a:ext uri="{FF2B5EF4-FFF2-40B4-BE49-F238E27FC236}">
                <a16:creationId xmlns:a16="http://schemas.microsoft.com/office/drawing/2014/main" id="{E4CE2F3C-B22F-44E4-BE86-6174D761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text-719">
            <a:extLst xmlns:a="http://schemas.openxmlformats.org/drawingml/2006/main">
              <a:ext uri="{FF2B5EF4-FFF2-40B4-BE49-F238E27FC236}">
                <a16:creationId xmlns:a16="http://schemas.microsoft.com/office/drawing/2014/main" id="{97708264-C5A7-46F5-88BA-7E73AE74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7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21">
            <a:extLst xmlns:a="http://schemas.openxmlformats.org/drawingml/2006/main">
              <a:ext uri="{FF2B5EF4-FFF2-40B4-BE49-F238E27FC236}">
                <a16:creationId xmlns:a16="http://schemas.microsoft.com/office/drawing/2014/main" id="{02E8087E-2288-4FB2-84CA-555912C6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DEC62D7-79E1-4A27-8D14-6089D3B4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722">
            <a:extLst xmlns:a="http://schemas.openxmlformats.org/drawingml/2006/main">
              <a:ext uri="{FF2B5EF4-FFF2-40B4-BE49-F238E27FC236}">
                <a16:creationId xmlns:a16="http://schemas.microsoft.com/office/drawing/2014/main" id="{6585E9B2-7199-4696-AADE-8D8C3874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723">
            <a:extLst xmlns:a="http://schemas.openxmlformats.org/drawingml/2006/main">
              <a:ext uri="{FF2B5EF4-FFF2-40B4-BE49-F238E27FC236}">
                <a16:creationId xmlns:a16="http://schemas.microsoft.com/office/drawing/2014/main" id="{58461852-1016-4D2C-8F46-14D899FC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724">
            <a:extLst xmlns:a="http://schemas.openxmlformats.org/drawingml/2006/main">
              <a:ext uri="{FF2B5EF4-FFF2-40B4-BE49-F238E27FC236}">
                <a16:creationId xmlns:a16="http://schemas.microsoft.com/office/drawing/2014/main" id="{3B918561-4799-4632-AA53-07941219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725">
            <a:extLst xmlns:a="http://schemas.openxmlformats.org/drawingml/2006/main">
              <a:ext uri="{FF2B5EF4-FFF2-40B4-BE49-F238E27FC236}">
                <a16:creationId xmlns:a16="http://schemas.microsoft.com/office/drawing/2014/main" id="{BDCEB572-4D23-4D8F-B8A6-8F4F007F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726">
            <a:extLst xmlns:a="http://schemas.openxmlformats.org/drawingml/2006/main">
              <a:ext uri="{FF2B5EF4-FFF2-40B4-BE49-F238E27FC236}">
                <a16:creationId xmlns:a16="http://schemas.microsoft.com/office/drawing/2014/main" id="{0E8974AC-4214-4B20-802C-B9709FC3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727">
            <a:extLst xmlns:a="http://schemas.openxmlformats.org/drawingml/2006/main">
              <a:ext uri="{FF2B5EF4-FFF2-40B4-BE49-F238E27FC236}">
                <a16:creationId xmlns:a16="http://schemas.microsoft.com/office/drawing/2014/main" id="{CB5EFACA-451C-4CE7-86F1-9776366B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728">
            <a:extLst xmlns:a="http://schemas.openxmlformats.org/drawingml/2006/main">
              <a:ext uri="{FF2B5EF4-FFF2-40B4-BE49-F238E27FC236}">
                <a16:creationId xmlns:a16="http://schemas.microsoft.com/office/drawing/2014/main" id="{38913B19-A967-4CAB-9086-68364B33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729">
            <a:extLst xmlns:a="http://schemas.openxmlformats.org/drawingml/2006/main">
              <a:ext uri="{FF2B5EF4-FFF2-40B4-BE49-F238E27FC236}">
                <a16:creationId xmlns:a16="http://schemas.microsoft.com/office/drawing/2014/main" id="{E1B5B948-53DD-40E5-A9BA-A9E7C581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730">
            <a:extLst xmlns:a="http://schemas.openxmlformats.org/drawingml/2006/main">
              <a:ext uri="{FF2B5EF4-FFF2-40B4-BE49-F238E27FC236}">
                <a16:creationId xmlns:a16="http://schemas.microsoft.com/office/drawing/2014/main" id="{102DAB80-EBF1-4CFB-867B-5AE14D6C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731">
            <a:extLst xmlns:a="http://schemas.openxmlformats.org/drawingml/2006/main">
              <a:ext uri="{FF2B5EF4-FFF2-40B4-BE49-F238E27FC236}">
                <a16:creationId xmlns:a16="http://schemas.microsoft.com/office/drawing/2014/main" id="{0B1F8DB3-F795-46BE-A4C2-AD2F6569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5881662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732">
            <a:extLst xmlns:a="http://schemas.openxmlformats.org/drawingml/2006/main">
              <a:ext uri="{FF2B5EF4-FFF2-40B4-BE49-F238E27FC236}">
                <a16:creationId xmlns:a16="http://schemas.microsoft.com/office/drawing/2014/main" id="{70FFA7B4-2644-4690-A552-4E0071A8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text-733">
            <a:extLst xmlns:a="http://schemas.openxmlformats.org/drawingml/2006/main">
              <a:ext uri="{FF2B5EF4-FFF2-40B4-BE49-F238E27FC236}">
                <a16:creationId xmlns:a16="http://schemas.microsoft.com/office/drawing/2014/main" id="{F7F277BB-890D-415A-B528-BA8A4942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27" name="shape-7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35">
            <a:extLst xmlns:a="http://schemas.openxmlformats.org/drawingml/2006/main">
              <a:ext uri="{FF2B5EF4-FFF2-40B4-BE49-F238E27FC236}">
                <a16:creationId xmlns:a16="http://schemas.microsoft.com/office/drawing/2014/main" id="{94318AE2-6AEC-4037-94B1-5C1B3A65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AF7DA5A-8011-46ED-A2EC-C8D02605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736">
            <a:extLst xmlns:a="http://schemas.openxmlformats.org/drawingml/2006/main">
              <a:ext uri="{FF2B5EF4-FFF2-40B4-BE49-F238E27FC236}">
                <a16:creationId xmlns:a16="http://schemas.microsoft.com/office/drawing/2014/main" id="{4E88EF85-6120-41C9-AC24-84DC2D7E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737">
            <a:extLst xmlns:a="http://schemas.openxmlformats.org/drawingml/2006/main">
              <a:ext uri="{FF2B5EF4-FFF2-40B4-BE49-F238E27FC236}">
                <a16:creationId xmlns:a16="http://schemas.microsoft.com/office/drawing/2014/main" id="{21472A19-FEFF-459F-8477-9C8FA9CE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738">
            <a:extLst xmlns:a="http://schemas.openxmlformats.org/drawingml/2006/main">
              <a:ext uri="{FF2B5EF4-FFF2-40B4-BE49-F238E27FC236}">
                <a16:creationId xmlns:a16="http://schemas.microsoft.com/office/drawing/2014/main" id="{80D27C68-7BE9-4B89-8CE8-83CAAA84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739">
            <a:extLst xmlns:a="http://schemas.openxmlformats.org/drawingml/2006/main">
              <a:ext uri="{FF2B5EF4-FFF2-40B4-BE49-F238E27FC236}">
                <a16:creationId xmlns:a16="http://schemas.microsoft.com/office/drawing/2014/main" id="{B025C26A-4F22-48DA-AED8-5C2DCAFA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740">
            <a:extLst xmlns:a="http://schemas.openxmlformats.org/drawingml/2006/main">
              <a:ext uri="{FF2B5EF4-FFF2-40B4-BE49-F238E27FC236}">
                <a16:creationId xmlns:a16="http://schemas.microsoft.com/office/drawing/2014/main" id="{4206912F-A4F9-4AB9-BEE6-CCF8B8C3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741">
            <a:extLst xmlns:a="http://schemas.openxmlformats.org/drawingml/2006/main">
              <a:ext uri="{FF2B5EF4-FFF2-40B4-BE49-F238E27FC236}">
                <a16:creationId xmlns:a16="http://schemas.microsoft.com/office/drawing/2014/main" id="{CFBC6DA1-9CE3-42AE-9A0C-57482DA7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f6b4cd7b7f40a8"/>
              </a:rPr>
              <a:t>工具卡片介紹 ↗</a:t>
            </a:r>
          </a:p>
        </p:txBody>
      </p:sp>
      <p:sp>
        <p:nvSpPr>
          <p:cNvPr id="12" name="text-742">
            <a:extLst xmlns:a="http://schemas.openxmlformats.org/drawingml/2006/main">
              <a:ext uri="{FF2B5EF4-FFF2-40B4-BE49-F238E27FC236}">
                <a16:creationId xmlns:a16="http://schemas.microsoft.com/office/drawing/2014/main" id="{5083DD00-57F7-4AB7-A3DC-87886BC1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72c9d0ca3c34136"/>
              </a:rPr>
              <a:t>直接開啟應用 ↗</a:t>
            </a:r>
          </a:p>
        </p:txBody>
      </p:sp>
      <p:sp>
        <p:nvSpPr>
          <p:cNvPr id="13" name="shape-743">
            <a:extLst xmlns:a="http://schemas.openxmlformats.org/drawingml/2006/main">
              <a:ext uri="{FF2B5EF4-FFF2-40B4-BE49-F238E27FC236}">
                <a16:creationId xmlns:a16="http://schemas.microsoft.com/office/drawing/2014/main" id="{BD1AA5E6-0263-4D6B-B793-D4B08142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4" name="text-744">
            <a:extLst xmlns:a="http://schemas.openxmlformats.org/drawingml/2006/main">
              <a:ext uri="{FF2B5EF4-FFF2-40B4-BE49-F238E27FC236}">
                <a16:creationId xmlns:a16="http://schemas.microsoft.com/office/drawing/2014/main" id="{4A63D724-BC47-4D94-A70A-50F4F0D2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5" name="text-745">
            <a:extLst xmlns:a="http://schemas.openxmlformats.org/drawingml/2006/main">
              <a:ext uri="{FF2B5EF4-FFF2-40B4-BE49-F238E27FC236}">
                <a16:creationId xmlns:a16="http://schemas.microsoft.com/office/drawing/2014/main" id="{102B63D1-B34C-4C52-AD1C-3F7B43D6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6" name="text-746">
            <a:extLst xmlns:a="http://schemas.openxmlformats.org/drawingml/2006/main">
              <a:ext uri="{FF2B5EF4-FFF2-40B4-BE49-F238E27FC236}">
                <a16:creationId xmlns:a16="http://schemas.microsoft.com/office/drawing/2014/main" id="{968DEA89-B022-4904-B3EE-085D8519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7" name="text-747">
            <a:extLst xmlns:a="http://schemas.openxmlformats.org/drawingml/2006/main">
              <a:ext uri="{FF2B5EF4-FFF2-40B4-BE49-F238E27FC236}">
                <a16:creationId xmlns:a16="http://schemas.microsoft.com/office/drawing/2014/main" id="{93FE9977-765A-4193-A106-19BEC699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84bf692064f4450"/>
              </a:rPr>
              <a:t>工具卡片介紹 ↗</a:t>
            </a:r>
          </a:p>
        </p:txBody>
      </p:sp>
      <p:sp>
        <p:nvSpPr>
          <p:cNvPr id="18" name="text-748">
            <a:extLst xmlns:a="http://schemas.openxmlformats.org/drawingml/2006/main">
              <a:ext uri="{FF2B5EF4-FFF2-40B4-BE49-F238E27FC236}">
                <a16:creationId xmlns:a16="http://schemas.microsoft.com/office/drawing/2014/main" id="{749A24A9-E7E3-44A7-B095-EFFE944B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1b8c86924194f92"/>
              </a:rPr>
              <a:t>直接開啟應用 ↗</a:t>
            </a:r>
          </a:p>
        </p:txBody>
      </p:sp>
      <p:sp>
        <p:nvSpPr>
          <p:cNvPr id="19" name="shape-749">
            <a:extLst xmlns:a="http://schemas.openxmlformats.org/drawingml/2006/main">
              <a:ext uri="{FF2B5EF4-FFF2-40B4-BE49-F238E27FC236}">
                <a16:creationId xmlns:a16="http://schemas.microsoft.com/office/drawing/2014/main" id="{96450180-D9BC-4D5B-8C46-B94BB1B6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0" name="text-750">
            <a:extLst xmlns:a="http://schemas.openxmlformats.org/drawingml/2006/main">
              <a:ext uri="{FF2B5EF4-FFF2-40B4-BE49-F238E27FC236}">
                <a16:creationId xmlns:a16="http://schemas.microsoft.com/office/drawing/2014/main" id="{4E57477E-89C4-40D4-8E18-B47EAAD3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1" name="text-751">
            <a:extLst xmlns:a="http://schemas.openxmlformats.org/drawingml/2006/main">
              <a:ext uri="{FF2B5EF4-FFF2-40B4-BE49-F238E27FC236}">
                <a16:creationId xmlns:a16="http://schemas.microsoft.com/office/drawing/2014/main" id="{CDF99819-6C1B-4F75-87DC-605462EE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2" name="text-752">
            <a:extLst xmlns:a="http://schemas.openxmlformats.org/drawingml/2006/main">
              <a:ext uri="{FF2B5EF4-FFF2-40B4-BE49-F238E27FC236}">
                <a16:creationId xmlns:a16="http://schemas.microsoft.com/office/drawing/2014/main" id="{49450442-2C45-4D88-878E-BC50855D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3" name="text-753">
            <a:extLst xmlns:a="http://schemas.openxmlformats.org/drawingml/2006/main">
              <a:ext uri="{FF2B5EF4-FFF2-40B4-BE49-F238E27FC236}">
                <a16:creationId xmlns:a16="http://schemas.microsoft.com/office/drawing/2014/main" id="{0C4AA732-295A-4CC5-839B-F7B8989B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0cc6e1cc71e4cd4"/>
              </a:rPr>
              <a:t>工具卡片介紹 ↗</a:t>
            </a:r>
          </a:p>
        </p:txBody>
      </p:sp>
      <p:sp>
        <p:nvSpPr>
          <p:cNvPr id="24" name="text-754">
            <a:extLst xmlns:a="http://schemas.openxmlformats.org/drawingml/2006/main">
              <a:ext uri="{FF2B5EF4-FFF2-40B4-BE49-F238E27FC236}">
                <a16:creationId xmlns:a16="http://schemas.microsoft.com/office/drawing/2014/main" id="{BEECEE6A-CA2F-43F7-AB35-E26EB4F8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eb28af0d21c4dfd"/>
              </a:rPr>
              <a:t>直接開啟應用 ↗</a:t>
            </a:r>
          </a:p>
        </p:txBody>
      </p:sp>
    </p:spTree>
    <p:extLst>
      <p:ext uri="{BB962C8B-B14F-4D97-AF65-F5344CB8AC3E}">
        <p14:creationId xmlns:p14="http://schemas.microsoft.com/office/powerpoint/2010/main" val="5570161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755">
            <a:extLst xmlns:a="http://schemas.openxmlformats.org/drawingml/2006/main">
              <a:ext uri="{FF2B5EF4-FFF2-40B4-BE49-F238E27FC236}">
                <a16:creationId xmlns:a16="http://schemas.microsoft.com/office/drawing/2014/main" id="{EFF7AF1B-39ED-4757-BAE4-772DB7E3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text-756">
            <a:extLst xmlns:a="http://schemas.openxmlformats.org/drawingml/2006/main">
              <a:ext uri="{FF2B5EF4-FFF2-40B4-BE49-F238E27FC236}">
                <a16:creationId xmlns:a16="http://schemas.microsoft.com/office/drawing/2014/main" id="{9DC6664A-3CDA-4A46-A01C-D3274E88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27" name="shape-7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58">
            <a:extLst xmlns:a="http://schemas.openxmlformats.org/drawingml/2006/main">
              <a:ext uri="{FF2B5EF4-FFF2-40B4-BE49-F238E27FC236}">
                <a16:creationId xmlns:a16="http://schemas.microsoft.com/office/drawing/2014/main" id="{896606AA-1FE2-463B-BA7B-40305F9B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BD2930-BEA0-46DD-8251-424BCD12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759">
            <a:extLst xmlns:a="http://schemas.openxmlformats.org/drawingml/2006/main">
              <a:ext uri="{FF2B5EF4-FFF2-40B4-BE49-F238E27FC236}">
                <a16:creationId xmlns:a16="http://schemas.microsoft.com/office/drawing/2014/main" id="{CB408B4A-9C18-4EEC-A4C3-2113CCE0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760">
            <a:extLst xmlns:a="http://schemas.openxmlformats.org/drawingml/2006/main">
              <a:ext uri="{FF2B5EF4-FFF2-40B4-BE49-F238E27FC236}">
                <a16:creationId xmlns:a16="http://schemas.microsoft.com/office/drawing/2014/main" id="{A375EF98-338A-4452-9A7E-181C0654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761">
            <a:extLst xmlns:a="http://schemas.openxmlformats.org/drawingml/2006/main">
              <a:ext uri="{FF2B5EF4-FFF2-40B4-BE49-F238E27FC236}">
                <a16:creationId xmlns:a16="http://schemas.microsoft.com/office/drawing/2014/main" id="{55BE54D1-7871-47F5-A07F-C56B4901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762">
            <a:extLst xmlns:a="http://schemas.openxmlformats.org/drawingml/2006/main">
              <a:ext uri="{FF2B5EF4-FFF2-40B4-BE49-F238E27FC236}">
                <a16:creationId xmlns:a16="http://schemas.microsoft.com/office/drawing/2014/main" id="{B835DFA8-442C-4163-96C9-20E1A546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763">
            <a:extLst xmlns:a="http://schemas.openxmlformats.org/drawingml/2006/main">
              <a:ext uri="{FF2B5EF4-FFF2-40B4-BE49-F238E27FC236}">
                <a16:creationId xmlns:a16="http://schemas.microsoft.com/office/drawing/2014/main" id="{AE9AEE84-EDAA-467C-8D8F-512A1536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764">
            <a:extLst xmlns:a="http://schemas.openxmlformats.org/drawingml/2006/main">
              <a:ext uri="{FF2B5EF4-FFF2-40B4-BE49-F238E27FC236}">
                <a16:creationId xmlns:a16="http://schemas.microsoft.com/office/drawing/2014/main" id="{38412C76-706A-487B-8906-63D5E94A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798d2cd9e7e4d95"/>
              </a:rPr>
              <a:t>工具卡片介紹 ↗</a:t>
            </a:r>
          </a:p>
        </p:txBody>
      </p:sp>
      <p:sp>
        <p:nvSpPr>
          <p:cNvPr id="12" name="text-765">
            <a:extLst xmlns:a="http://schemas.openxmlformats.org/drawingml/2006/main">
              <a:ext uri="{FF2B5EF4-FFF2-40B4-BE49-F238E27FC236}">
                <a16:creationId xmlns:a16="http://schemas.microsoft.com/office/drawing/2014/main" id="{4182F66A-9534-4136-87D6-E5EC2A7B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f6dbfbf343a4e5b"/>
              </a:rPr>
              <a:t>直接開啟應用 ↗</a:t>
            </a:r>
          </a:p>
        </p:txBody>
      </p:sp>
      <p:sp>
        <p:nvSpPr>
          <p:cNvPr id="13" name="shape-766">
            <a:extLst xmlns:a="http://schemas.openxmlformats.org/drawingml/2006/main">
              <a:ext uri="{FF2B5EF4-FFF2-40B4-BE49-F238E27FC236}">
                <a16:creationId xmlns:a16="http://schemas.microsoft.com/office/drawing/2014/main" id="{024A6048-78E8-4D24-AD2C-228348A6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4" name="text-767">
            <a:extLst xmlns:a="http://schemas.openxmlformats.org/drawingml/2006/main">
              <a:ext uri="{FF2B5EF4-FFF2-40B4-BE49-F238E27FC236}">
                <a16:creationId xmlns:a16="http://schemas.microsoft.com/office/drawing/2014/main" id="{7A7956AD-D0A5-4E7C-8B5E-059147E0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5" name="text-768">
            <a:extLst xmlns:a="http://schemas.openxmlformats.org/drawingml/2006/main">
              <a:ext uri="{FF2B5EF4-FFF2-40B4-BE49-F238E27FC236}">
                <a16:creationId xmlns:a16="http://schemas.microsoft.com/office/drawing/2014/main" id="{EB95D27F-653C-4CB7-BEC9-7A871D0D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6" name="text-769">
            <a:extLst xmlns:a="http://schemas.openxmlformats.org/drawingml/2006/main">
              <a:ext uri="{FF2B5EF4-FFF2-40B4-BE49-F238E27FC236}">
                <a16:creationId xmlns:a16="http://schemas.microsoft.com/office/drawing/2014/main" id="{336CBD15-A304-4A5F-8CE7-29550236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7" name="text-770">
            <a:extLst xmlns:a="http://schemas.openxmlformats.org/drawingml/2006/main">
              <a:ext uri="{FF2B5EF4-FFF2-40B4-BE49-F238E27FC236}">
                <a16:creationId xmlns:a16="http://schemas.microsoft.com/office/drawing/2014/main" id="{243416F1-366E-47FF-BBFB-2565C8FC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3a2a8d49b84269"/>
              </a:rPr>
              <a:t>工具卡片介紹 ↗</a:t>
            </a:r>
          </a:p>
        </p:txBody>
      </p:sp>
      <p:sp>
        <p:nvSpPr>
          <p:cNvPr id="18" name="text-771">
            <a:extLst xmlns:a="http://schemas.openxmlformats.org/drawingml/2006/main">
              <a:ext uri="{FF2B5EF4-FFF2-40B4-BE49-F238E27FC236}">
                <a16:creationId xmlns:a16="http://schemas.microsoft.com/office/drawing/2014/main" id="{7E425C67-EC41-49CB-931E-49D4F5A1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5c3f17e16646a6"/>
              </a:rPr>
              <a:t>直接開啟應用 ↗</a:t>
            </a:r>
          </a:p>
        </p:txBody>
      </p:sp>
      <p:sp>
        <p:nvSpPr>
          <p:cNvPr id="19" name="shape-772">
            <a:extLst xmlns:a="http://schemas.openxmlformats.org/drawingml/2006/main">
              <a:ext uri="{FF2B5EF4-FFF2-40B4-BE49-F238E27FC236}">
                <a16:creationId xmlns:a16="http://schemas.microsoft.com/office/drawing/2014/main" id="{373E2B4E-D745-418F-80B4-2E4A8144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0" name="text-773">
            <a:extLst xmlns:a="http://schemas.openxmlformats.org/drawingml/2006/main">
              <a:ext uri="{FF2B5EF4-FFF2-40B4-BE49-F238E27FC236}">
                <a16:creationId xmlns:a16="http://schemas.microsoft.com/office/drawing/2014/main" id="{D26581C8-9C92-4529-8A50-11D6E855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1" name="text-774">
            <a:extLst xmlns:a="http://schemas.openxmlformats.org/drawingml/2006/main">
              <a:ext uri="{FF2B5EF4-FFF2-40B4-BE49-F238E27FC236}">
                <a16:creationId xmlns:a16="http://schemas.microsoft.com/office/drawing/2014/main" id="{EFF5414A-77E9-46A9-8B6B-00426EE5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2" name="text-775">
            <a:extLst xmlns:a="http://schemas.openxmlformats.org/drawingml/2006/main">
              <a:ext uri="{FF2B5EF4-FFF2-40B4-BE49-F238E27FC236}">
                <a16:creationId xmlns:a16="http://schemas.microsoft.com/office/drawing/2014/main" id="{AA066110-1AFB-4D4C-B87C-B8F26766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3" name="text-776">
            <a:extLst xmlns:a="http://schemas.openxmlformats.org/drawingml/2006/main">
              <a:ext uri="{FF2B5EF4-FFF2-40B4-BE49-F238E27FC236}">
                <a16:creationId xmlns:a16="http://schemas.microsoft.com/office/drawing/2014/main" id="{A87DE448-F416-4D61-8431-3920912D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82f0c9b142f4bdb"/>
              </a:rPr>
              <a:t>工具卡片介紹 ↗</a:t>
            </a:r>
          </a:p>
        </p:txBody>
      </p:sp>
      <p:sp>
        <p:nvSpPr>
          <p:cNvPr id="24" name="text-777">
            <a:extLst xmlns:a="http://schemas.openxmlformats.org/drawingml/2006/main">
              <a:ext uri="{FF2B5EF4-FFF2-40B4-BE49-F238E27FC236}">
                <a16:creationId xmlns:a16="http://schemas.microsoft.com/office/drawing/2014/main" id="{2F82D936-FA9F-4CDE-AFD1-4EE51DF5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a1f0cee94c4b88"/>
              </a:rPr>
              <a:t>直接開啟應用 ↗</a:t>
            </a:r>
          </a:p>
        </p:txBody>
      </p:sp>
    </p:spTree>
    <p:extLst>
      <p:ext uri="{BB962C8B-B14F-4D97-AF65-F5344CB8AC3E}">
        <p14:creationId xmlns:p14="http://schemas.microsoft.com/office/powerpoint/2010/main" val="8785867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778">
            <a:extLst xmlns:a="http://schemas.openxmlformats.org/drawingml/2006/main">
              <a:ext uri="{FF2B5EF4-FFF2-40B4-BE49-F238E27FC236}">
                <a16:creationId xmlns:a16="http://schemas.microsoft.com/office/drawing/2014/main" id="{F2CFF4AE-AC6C-48D5-84EE-3AEBE116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779">
            <a:extLst xmlns:a="http://schemas.openxmlformats.org/drawingml/2006/main">
              <a:ext uri="{FF2B5EF4-FFF2-40B4-BE49-F238E27FC236}">
                <a16:creationId xmlns:a16="http://schemas.microsoft.com/office/drawing/2014/main" id="{9A82D5B5-3039-4667-9C18-EBA901F4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780">
            <a:extLst xmlns:a="http://schemas.openxmlformats.org/drawingml/2006/main">
              <a:ext uri="{FF2B5EF4-FFF2-40B4-BE49-F238E27FC236}">
                <a16:creationId xmlns:a16="http://schemas.microsoft.com/office/drawing/2014/main" id="{50AD7B49-C0AE-49C5-BC39-CC13D3D2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781">
            <a:extLst xmlns:a="http://schemas.openxmlformats.org/drawingml/2006/main">
              <a:ext uri="{FF2B5EF4-FFF2-40B4-BE49-F238E27FC236}">
                <a16:creationId xmlns:a16="http://schemas.microsoft.com/office/drawing/2014/main" id="{F7DDB248-7BB7-41FC-A22F-B646FA7B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782">
            <a:extLst xmlns:a="http://schemas.openxmlformats.org/drawingml/2006/main">
              <a:ext uri="{FF2B5EF4-FFF2-40B4-BE49-F238E27FC236}">
                <a16:creationId xmlns:a16="http://schemas.microsoft.com/office/drawing/2014/main" id="{AF0F1B31-EC71-4D39-A758-A4CC415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5" name="shape-7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784">
            <a:extLst xmlns:a="http://schemas.openxmlformats.org/drawingml/2006/main">
              <a:ext uri="{FF2B5EF4-FFF2-40B4-BE49-F238E27FC236}">
                <a16:creationId xmlns:a16="http://schemas.microsoft.com/office/drawing/2014/main" id="{5D65D94D-CF0E-47D6-AB3B-8E0A3ACB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6BB930C-7DFF-48CC-9E8F-CDE6C1EB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9" name="text-1404">
            <a:extLst xmlns:a="http://schemas.openxmlformats.org/drawingml/2006/main">
              <a:ext uri="{FF2B5EF4-FFF2-40B4-BE49-F238E27FC236}">
                <a16:creationId xmlns:a16="http://schemas.microsoft.com/office/drawing/2014/main" id="{FB37A2E3-99B0-4866-BB2F-37E270D3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62b1ac25bff430f"/>
              </a:rPr>
              <a:t>開啟 Antigravity ↗</a:t>
            </a:r>
          </a:p>
        </p:txBody>
      </p:sp>
    </p:spTree>
    <p:extLst>
      <p:ext uri="{BB962C8B-B14F-4D97-AF65-F5344CB8AC3E}">
        <p14:creationId xmlns:p14="http://schemas.microsoft.com/office/powerpoint/2010/main" val="16330275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785">
            <a:extLst xmlns:a="http://schemas.openxmlformats.org/drawingml/2006/main">
              <a:ext uri="{FF2B5EF4-FFF2-40B4-BE49-F238E27FC236}">
                <a16:creationId xmlns:a16="http://schemas.microsoft.com/office/drawing/2014/main" id="{3CFD3955-F8FC-4E2B-8928-558C663A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text-786">
            <a:extLst xmlns:a="http://schemas.openxmlformats.org/drawingml/2006/main">
              <a:ext uri="{FF2B5EF4-FFF2-40B4-BE49-F238E27FC236}">
                <a16:creationId xmlns:a16="http://schemas.microsoft.com/office/drawing/2014/main" id="{5B26672A-91B2-43A6-955E-712A5047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5" name="shape-7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88">
            <a:extLst xmlns:a="http://schemas.openxmlformats.org/drawingml/2006/main">
              <a:ext uri="{FF2B5EF4-FFF2-40B4-BE49-F238E27FC236}">
                <a16:creationId xmlns:a16="http://schemas.microsoft.com/office/drawing/2014/main" id="{0267F751-37D3-4C5C-B44A-F36B9C1D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FB35C9-C777-4164-976F-7970DA62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789">
            <a:extLst xmlns:a="http://schemas.openxmlformats.org/drawingml/2006/main">
              <a:ext uri="{FF2B5EF4-FFF2-40B4-BE49-F238E27FC236}">
                <a16:creationId xmlns:a16="http://schemas.microsoft.com/office/drawing/2014/main" id="{559FBEE5-31B9-4A58-871A-5AF5019BC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790">
            <a:extLst xmlns:a="http://schemas.openxmlformats.org/drawingml/2006/main">
              <a:ext uri="{FF2B5EF4-FFF2-40B4-BE49-F238E27FC236}">
                <a16:creationId xmlns:a16="http://schemas.microsoft.com/office/drawing/2014/main" id="{7179BEFD-4E53-4862-8133-CA185DC9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791">
            <a:extLst xmlns:a="http://schemas.openxmlformats.org/drawingml/2006/main">
              <a:ext uri="{FF2B5EF4-FFF2-40B4-BE49-F238E27FC236}">
                <a16:creationId xmlns:a16="http://schemas.microsoft.com/office/drawing/2014/main" id="{703AE60E-0A1D-48A4-B751-5BFE9590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792">
            <a:extLst xmlns:a="http://schemas.openxmlformats.org/drawingml/2006/main">
              <a:ext uri="{FF2B5EF4-FFF2-40B4-BE49-F238E27FC236}">
                <a16:creationId xmlns:a16="http://schemas.microsoft.com/office/drawing/2014/main" id="{D55F3B4A-9678-48E8-BF04-77803161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793">
            <a:extLst xmlns:a="http://schemas.openxmlformats.org/drawingml/2006/main">
              <a:ext uri="{FF2B5EF4-FFF2-40B4-BE49-F238E27FC236}">
                <a16:creationId xmlns:a16="http://schemas.microsoft.com/office/drawing/2014/main" id="{A1A2E966-3D39-4811-BBCD-BEA6012E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794">
            <a:extLst xmlns:a="http://schemas.openxmlformats.org/drawingml/2006/main">
              <a:ext uri="{FF2B5EF4-FFF2-40B4-BE49-F238E27FC236}">
                <a16:creationId xmlns:a16="http://schemas.microsoft.com/office/drawing/2014/main" id="{6FE71422-C147-4920-AADF-B99AE0BA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405">
            <a:extLst xmlns:a="http://schemas.openxmlformats.org/drawingml/2006/main">
              <a:ext uri="{FF2B5EF4-FFF2-40B4-BE49-F238E27FC236}">
                <a16:creationId xmlns:a16="http://schemas.microsoft.com/office/drawing/2014/main" id="{00BB4F68-06BA-4AC5-AB86-D9FC76D1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7f61ad17de4863"/>
              </a:rPr>
              <a:t>開啟 Antigravity ↗</a:t>
            </a:r>
          </a:p>
        </p:txBody>
      </p:sp>
    </p:spTree>
    <p:extLst>
      <p:ext uri="{BB962C8B-B14F-4D97-AF65-F5344CB8AC3E}">
        <p14:creationId xmlns:p14="http://schemas.microsoft.com/office/powerpoint/2010/main" val="67095574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795">
            <a:extLst xmlns:a="http://schemas.openxmlformats.org/drawingml/2006/main">
              <a:ext uri="{FF2B5EF4-FFF2-40B4-BE49-F238E27FC236}">
                <a16:creationId xmlns:a16="http://schemas.microsoft.com/office/drawing/2014/main" id="{633A2AF7-0ED9-458D-BF04-E0BE848B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text-796">
            <a:extLst xmlns:a="http://schemas.openxmlformats.org/drawingml/2006/main">
              <a:ext uri="{FF2B5EF4-FFF2-40B4-BE49-F238E27FC236}">
                <a16:creationId xmlns:a16="http://schemas.microsoft.com/office/drawing/2014/main" id="{41621E1F-F50A-48DE-8EA3-DA6C58EA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5" name="shape-7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98">
            <a:extLst xmlns:a="http://schemas.openxmlformats.org/drawingml/2006/main">
              <a:ext uri="{FF2B5EF4-FFF2-40B4-BE49-F238E27FC236}">
                <a16:creationId xmlns:a16="http://schemas.microsoft.com/office/drawing/2014/main" id="{E9AA3F8D-E9E0-4F9E-8FE7-98C4A9BA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E2B179-0269-46D9-947F-15306AE4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799">
            <a:extLst xmlns:a="http://schemas.openxmlformats.org/drawingml/2006/main">
              <a:ext uri="{FF2B5EF4-FFF2-40B4-BE49-F238E27FC236}">
                <a16:creationId xmlns:a16="http://schemas.microsoft.com/office/drawing/2014/main" id="{5DC39631-C618-4ECB-A525-5CE4A676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00">
            <a:extLst xmlns:a="http://schemas.openxmlformats.org/drawingml/2006/main">
              <a:ext uri="{FF2B5EF4-FFF2-40B4-BE49-F238E27FC236}">
                <a16:creationId xmlns:a16="http://schemas.microsoft.com/office/drawing/2014/main" id="{71B4AD2D-8F34-4992-9E9D-C06DD14E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01">
            <a:extLst xmlns:a="http://schemas.openxmlformats.org/drawingml/2006/main">
              <a:ext uri="{FF2B5EF4-FFF2-40B4-BE49-F238E27FC236}">
                <a16:creationId xmlns:a16="http://schemas.microsoft.com/office/drawing/2014/main" id="{A9891022-95F6-43EC-B270-1CC27D14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802">
            <a:extLst xmlns:a="http://schemas.openxmlformats.org/drawingml/2006/main">
              <a:ext uri="{FF2B5EF4-FFF2-40B4-BE49-F238E27FC236}">
                <a16:creationId xmlns:a16="http://schemas.microsoft.com/office/drawing/2014/main" id="{BC5A26A4-C4C7-4E2D-BBE1-6D55CFC5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803">
            <a:extLst xmlns:a="http://schemas.openxmlformats.org/drawingml/2006/main">
              <a:ext uri="{FF2B5EF4-FFF2-40B4-BE49-F238E27FC236}">
                <a16:creationId xmlns:a16="http://schemas.microsoft.com/office/drawing/2014/main" id="{9F558F0F-5879-4E0B-B0E6-137706ED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04">
            <a:extLst xmlns:a="http://schemas.openxmlformats.org/drawingml/2006/main">
              <a:ext uri="{FF2B5EF4-FFF2-40B4-BE49-F238E27FC236}">
                <a16:creationId xmlns:a16="http://schemas.microsoft.com/office/drawing/2014/main" id="{923F941C-2814-42BC-AC09-98E82907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05">
            <a:extLst xmlns:a="http://schemas.openxmlformats.org/drawingml/2006/main">
              <a:ext uri="{FF2B5EF4-FFF2-40B4-BE49-F238E27FC236}">
                <a16:creationId xmlns:a16="http://schemas.microsoft.com/office/drawing/2014/main" id="{BDB33CCD-5F27-4C2B-B4B1-A2D2DC05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806">
            <a:extLst xmlns:a="http://schemas.openxmlformats.org/drawingml/2006/main">
              <a:ext uri="{FF2B5EF4-FFF2-40B4-BE49-F238E27FC236}">
                <a16:creationId xmlns:a16="http://schemas.microsoft.com/office/drawing/2014/main" id="{820468D1-ABC0-4CD3-B0D4-85C9E1AF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807">
            <a:extLst xmlns:a="http://schemas.openxmlformats.org/drawingml/2006/main">
              <a:ext uri="{FF2B5EF4-FFF2-40B4-BE49-F238E27FC236}">
                <a16:creationId xmlns:a16="http://schemas.microsoft.com/office/drawing/2014/main" id="{E73320F8-A784-4CFE-97C4-49A1C423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08">
            <a:extLst xmlns:a="http://schemas.openxmlformats.org/drawingml/2006/main">
              <a:ext uri="{FF2B5EF4-FFF2-40B4-BE49-F238E27FC236}">
                <a16:creationId xmlns:a16="http://schemas.microsoft.com/office/drawing/2014/main" id="{7C31F1E3-FA28-4825-B4A5-27E9B079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09">
            <a:extLst xmlns:a="http://schemas.openxmlformats.org/drawingml/2006/main">
              <a:ext uri="{FF2B5EF4-FFF2-40B4-BE49-F238E27FC236}">
                <a16:creationId xmlns:a16="http://schemas.microsoft.com/office/drawing/2014/main" id="{0F8064E9-0477-4950-9317-84C165FE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810">
            <a:extLst xmlns:a="http://schemas.openxmlformats.org/drawingml/2006/main">
              <a:ext uri="{FF2B5EF4-FFF2-40B4-BE49-F238E27FC236}">
                <a16:creationId xmlns:a16="http://schemas.microsoft.com/office/drawing/2014/main" id="{F8D1BA4A-CB55-4301-9F74-AEF893EB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811">
            <a:extLst xmlns:a="http://schemas.openxmlformats.org/drawingml/2006/main">
              <a:ext uri="{FF2B5EF4-FFF2-40B4-BE49-F238E27FC236}">
                <a16:creationId xmlns:a16="http://schemas.microsoft.com/office/drawing/2014/main" id="{FBB8931F-4B87-4571-84D1-D2D08332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812">
            <a:extLst xmlns:a="http://schemas.openxmlformats.org/drawingml/2006/main">
              <a:ext uri="{FF2B5EF4-FFF2-40B4-BE49-F238E27FC236}">
                <a16:creationId xmlns:a16="http://schemas.microsoft.com/office/drawing/2014/main" id="{B63DB42F-837B-47DF-8F98-F21B5A1D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13">
            <a:extLst xmlns:a="http://schemas.openxmlformats.org/drawingml/2006/main">
              <a:ext uri="{FF2B5EF4-FFF2-40B4-BE49-F238E27FC236}">
                <a16:creationId xmlns:a16="http://schemas.microsoft.com/office/drawing/2014/main" id="{88B30775-4B84-46A6-BB9D-3F6E3852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814">
            <a:extLst xmlns:a="http://schemas.openxmlformats.org/drawingml/2006/main">
              <a:ext uri="{FF2B5EF4-FFF2-40B4-BE49-F238E27FC236}">
                <a16:creationId xmlns:a16="http://schemas.microsoft.com/office/drawing/2014/main" id="{F1B26991-8AE3-418D-A382-6522443B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406">
            <a:extLst xmlns:a="http://schemas.openxmlformats.org/drawingml/2006/main">
              <a:ext uri="{FF2B5EF4-FFF2-40B4-BE49-F238E27FC236}">
                <a16:creationId xmlns:a16="http://schemas.microsoft.com/office/drawing/2014/main" id="{1F6CB8B8-9AE0-4BEB-85C8-DCAAFB37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6f955103c3f4650"/>
              </a:rPr>
              <a:t>開啟 Antigravity ↗</a:t>
            </a:r>
          </a:p>
        </p:txBody>
      </p:sp>
    </p:spTree>
    <p:extLst>
      <p:ext uri="{BB962C8B-B14F-4D97-AF65-F5344CB8AC3E}">
        <p14:creationId xmlns:p14="http://schemas.microsoft.com/office/powerpoint/2010/main" val="7412556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815">
            <a:extLst xmlns:a="http://schemas.openxmlformats.org/drawingml/2006/main">
              <a:ext uri="{FF2B5EF4-FFF2-40B4-BE49-F238E27FC236}">
                <a16:creationId xmlns:a16="http://schemas.microsoft.com/office/drawing/2014/main" id="{2BDABAEB-8142-4D77-9F6D-34EC33D3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text-816">
            <a:extLst xmlns:a="http://schemas.openxmlformats.org/drawingml/2006/main">
              <a:ext uri="{FF2B5EF4-FFF2-40B4-BE49-F238E27FC236}">
                <a16:creationId xmlns:a16="http://schemas.microsoft.com/office/drawing/2014/main" id="{D9E9FDB6-88FB-480A-B441-4145CF93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5" name="shape-8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18">
            <a:extLst xmlns:a="http://schemas.openxmlformats.org/drawingml/2006/main">
              <a:ext uri="{FF2B5EF4-FFF2-40B4-BE49-F238E27FC236}">
                <a16:creationId xmlns:a16="http://schemas.microsoft.com/office/drawing/2014/main" id="{12F5C63F-68C4-4C95-8973-DAF9CD3F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7D66B2-DD46-45EE-AB06-E75E9555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819">
            <a:extLst xmlns:a="http://schemas.openxmlformats.org/drawingml/2006/main">
              <a:ext uri="{FF2B5EF4-FFF2-40B4-BE49-F238E27FC236}">
                <a16:creationId xmlns:a16="http://schemas.microsoft.com/office/drawing/2014/main" id="{2FDA89D0-2353-4883-9C60-161F59C7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20">
            <a:extLst xmlns:a="http://schemas.openxmlformats.org/drawingml/2006/main">
              <a:ext uri="{FF2B5EF4-FFF2-40B4-BE49-F238E27FC236}">
                <a16:creationId xmlns:a16="http://schemas.microsoft.com/office/drawing/2014/main" id="{74BC83E2-CA17-4574-8EA4-5B83A212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21">
            <a:extLst xmlns:a="http://schemas.openxmlformats.org/drawingml/2006/main">
              <a:ext uri="{FF2B5EF4-FFF2-40B4-BE49-F238E27FC236}">
                <a16:creationId xmlns:a16="http://schemas.microsoft.com/office/drawing/2014/main" id="{63F30DF6-0438-4FAF-A229-0103DD7A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822">
            <a:extLst xmlns:a="http://schemas.openxmlformats.org/drawingml/2006/main">
              <a:ext uri="{FF2B5EF4-FFF2-40B4-BE49-F238E27FC236}">
                <a16:creationId xmlns:a16="http://schemas.microsoft.com/office/drawing/2014/main" id="{5E35D71D-1AE8-449B-B8C7-574EDF2D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823">
            <a:extLst xmlns:a="http://schemas.openxmlformats.org/drawingml/2006/main">
              <a:ext uri="{FF2B5EF4-FFF2-40B4-BE49-F238E27FC236}">
                <a16:creationId xmlns:a16="http://schemas.microsoft.com/office/drawing/2014/main" id="{64FFCBCD-6E33-4B00-828E-85A3DE96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24">
            <a:extLst xmlns:a="http://schemas.openxmlformats.org/drawingml/2006/main">
              <a:ext uri="{FF2B5EF4-FFF2-40B4-BE49-F238E27FC236}">
                <a16:creationId xmlns:a16="http://schemas.microsoft.com/office/drawing/2014/main" id="{78343CA4-228D-49C4-8A14-549BCAD7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25">
            <a:extLst xmlns:a="http://schemas.openxmlformats.org/drawingml/2006/main">
              <a:ext uri="{FF2B5EF4-FFF2-40B4-BE49-F238E27FC236}">
                <a16:creationId xmlns:a16="http://schemas.microsoft.com/office/drawing/2014/main" id="{DBD6535B-DADD-47EC-99CF-9C6159A8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826">
            <a:extLst xmlns:a="http://schemas.openxmlformats.org/drawingml/2006/main">
              <a:ext uri="{FF2B5EF4-FFF2-40B4-BE49-F238E27FC236}">
                <a16:creationId xmlns:a16="http://schemas.microsoft.com/office/drawing/2014/main" id="{0FB8B4EB-EC07-4C33-9EEF-E9EA4F25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827">
            <a:extLst xmlns:a="http://schemas.openxmlformats.org/drawingml/2006/main">
              <a:ext uri="{FF2B5EF4-FFF2-40B4-BE49-F238E27FC236}">
                <a16:creationId xmlns:a16="http://schemas.microsoft.com/office/drawing/2014/main" id="{37E687BB-8B99-448D-8A64-C9E6077C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28">
            <a:extLst xmlns:a="http://schemas.openxmlformats.org/drawingml/2006/main">
              <a:ext uri="{FF2B5EF4-FFF2-40B4-BE49-F238E27FC236}">
                <a16:creationId xmlns:a16="http://schemas.microsoft.com/office/drawing/2014/main" id="{3A1B3419-F8D4-4C6F-A489-71DAB030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29">
            <a:extLst xmlns:a="http://schemas.openxmlformats.org/drawingml/2006/main">
              <a:ext uri="{FF2B5EF4-FFF2-40B4-BE49-F238E27FC236}">
                <a16:creationId xmlns:a16="http://schemas.microsoft.com/office/drawing/2014/main" id="{574273B0-C7CC-42E7-A8EB-DA255C48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830">
            <a:extLst xmlns:a="http://schemas.openxmlformats.org/drawingml/2006/main">
              <a:ext uri="{FF2B5EF4-FFF2-40B4-BE49-F238E27FC236}">
                <a16:creationId xmlns:a16="http://schemas.microsoft.com/office/drawing/2014/main" id="{126D25F6-3F28-4CC0-93BF-B4498087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831">
            <a:extLst xmlns:a="http://schemas.openxmlformats.org/drawingml/2006/main">
              <a:ext uri="{FF2B5EF4-FFF2-40B4-BE49-F238E27FC236}">
                <a16:creationId xmlns:a16="http://schemas.microsoft.com/office/drawing/2014/main" id="{B09CDD8B-9A81-4EEC-9210-4E7B9013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832">
            <a:extLst xmlns:a="http://schemas.openxmlformats.org/drawingml/2006/main">
              <a:ext uri="{FF2B5EF4-FFF2-40B4-BE49-F238E27FC236}">
                <a16:creationId xmlns:a16="http://schemas.microsoft.com/office/drawing/2014/main" id="{95C9FBCF-8FBF-425E-84DF-B24463D3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33">
            <a:extLst xmlns:a="http://schemas.openxmlformats.org/drawingml/2006/main">
              <a:ext uri="{FF2B5EF4-FFF2-40B4-BE49-F238E27FC236}">
                <a16:creationId xmlns:a16="http://schemas.microsoft.com/office/drawing/2014/main" id="{C390E2AC-6DB9-4B7F-BADC-B851218E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834">
            <a:extLst xmlns:a="http://schemas.openxmlformats.org/drawingml/2006/main">
              <a:ext uri="{FF2B5EF4-FFF2-40B4-BE49-F238E27FC236}">
                <a16:creationId xmlns:a16="http://schemas.microsoft.com/office/drawing/2014/main" id="{7D412565-CEFE-4AA0-B2E2-BCB34310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407">
            <a:extLst xmlns:a="http://schemas.openxmlformats.org/drawingml/2006/main">
              <a:ext uri="{FF2B5EF4-FFF2-40B4-BE49-F238E27FC236}">
                <a16:creationId xmlns:a16="http://schemas.microsoft.com/office/drawing/2014/main" id="{B615E62C-F394-4E3F-99BC-DDBBCE68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5570f9dc7464351"/>
              </a:rPr>
              <a:t>開啟 Antigravity ↗</a:t>
            </a:r>
          </a:p>
        </p:txBody>
      </p:sp>
    </p:spTree>
    <p:extLst>
      <p:ext uri="{BB962C8B-B14F-4D97-AF65-F5344CB8AC3E}">
        <p14:creationId xmlns:p14="http://schemas.microsoft.com/office/powerpoint/2010/main" val="1926999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835">
            <a:extLst xmlns:a="http://schemas.openxmlformats.org/drawingml/2006/main">
              <a:ext uri="{FF2B5EF4-FFF2-40B4-BE49-F238E27FC236}">
                <a16:creationId xmlns:a16="http://schemas.microsoft.com/office/drawing/2014/main" id="{9FBDCCEA-49B4-4350-AA8A-7D9E2E23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text-836">
            <a:extLst xmlns:a="http://schemas.openxmlformats.org/drawingml/2006/main">
              <a:ext uri="{FF2B5EF4-FFF2-40B4-BE49-F238E27FC236}">
                <a16:creationId xmlns:a16="http://schemas.microsoft.com/office/drawing/2014/main" id="{D40E5216-8DE0-4C0F-A887-994BDC2F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29" name="shape-8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38">
            <a:extLst xmlns:a="http://schemas.openxmlformats.org/drawingml/2006/main">
              <a:ext uri="{FF2B5EF4-FFF2-40B4-BE49-F238E27FC236}">
                <a16:creationId xmlns:a16="http://schemas.microsoft.com/office/drawing/2014/main" id="{57407A64-B5D1-4194-A773-04464042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97FED7-8DA8-4476-9352-201F383C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text-839">
            <a:extLst xmlns:a="http://schemas.openxmlformats.org/drawingml/2006/main">
              <a:ext uri="{FF2B5EF4-FFF2-40B4-BE49-F238E27FC236}">
                <a16:creationId xmlns:a16="http://schemas.microsoft.com/office/drawing/2014/main" id="{4C2086F7-AD6F-4080-B65D-B1743375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840">
            <a:extLst xmlns:a="http://schemas.openxmlformats.org/drawingml/2006/main">
              <a:ext uri="{FF2B5EF4-FFF2-40B4-BE49-F238E27FC236}">
                <a16:creationId xmlns:a16="http://schemas.microsoft.com/office/drawing/2014/main" id="{62026578-AC0C-40F2-9FA1-5A0354FD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8" name="text-841">
            <a:extLst xmlns:a="http://schemas.openxmlformats.org/drawingml/2006/main">
              <a:ext uri="{FF2B5EF4-FFF2-40B4-BE49-F238E27FC236}">
                <a16:creationId xmlns:a16="http://schemas.microsoft.com/office/drawing/2014/main" id="{6408FBF6-F644-4043-9592-4DD44AA5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9" name="text-842">
            <a:extLst xmlns:a="http://schemas.openxmlformats.org/drawingml/2006/main">
              <a:ext uri="{FF2B5EF4-FFF2-40B4-BE49-F238E27FC236}">
                <a16:creationId xmlns:a16="http://schemas.microsoft.com/office/drawing/2014/main" id="{038DC797-42F1-4F9F-93A9-42151708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843">
            <a:extLst xmlns:a="http://schemas.openxmlformats.org/drawingml/2006/main">
              <a:ext uri="{FF2B5EF4-FFF2-40B4-BE49-F238E27FC236}">
                <a16:creationId xmlns:a16="http://schemas.microsoft.com/office/drawing/2014/main" id="{6E88E125-A592-4E74-8317-4A5B6588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844">
            <a:extLst xmlns:a="http://schemas.openxmlformats.org/drawingml/2006/main">
              <a:ext uri="{FF2B5EF4-FFF2-40B4-BE49-F238E27FC236}">
                <a16:creationId xmlns:a16="http://schemas.microsoft.com/office/drawing/2014/main" id="{E59E5C38-84B3-442E-838B-7A53488C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2" name="text-845">
            <a:extLst xmlns:a="http://schemas.openxmlformats.org/drawingml/2006/main">
              <a:ext uri="{FF2B5EF4-FFF2-40B4-BE49-F238E27FC236}">
                <a16:creationId xmlns:a16="http://schemas.microsoft.com/office/drawing/2014/main" id="{C362077B-CC25-453C-98D9-BFBCBFE7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3" name="text-846">
            <a:extLst xmlns:a="http://schemas.openxmlformats.org/drawingml/2006/main">
              <a:ext uri="{FF2B5EF4-FFF2-40B4-BE49-F238E27FC236}">
                <a16:creationId xmlns:a16="http://schemas.microsoft.com/office/drawing/2014/main" id="{6AE25074-DA07-4926-8950-D33F8076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847">
            <a:extLst xmlns:a="http://schemas.openxmlformats.org/drawingml/2006/main">
              <a:ext uri="{FF2B5EF4-FFF2-40B4-BE49-F238E27FC236}">
                <a16:creationId xmlns:a16="http://schemas.microsoft.com/office/drawing/2014/main" id="{D8588E65-8AE4-4742-9506-3EC62E96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848">
            <a:extLst xmlns:a="http://schemas.openxmlformats.org/drawingml/2006/main">
              <a:ext uri="{FF2B5EF4-FFF2-40B4-BE49-F238E27FC236}">
                <a16:creationId xmlns:a16="http://schemas.microsoft.com/office/drawing/2014/main" id="{DFBDC309-0D8A-4168-96BF-47DF0617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16" name="text-849">
            <a:extLst xmlns:a="http://schemas.openxmlformats.org/drawingml/2006/main">
              <a:ext uri="{FF2B5EF4-FFF2-40B4-BE49-F238E27FC236}">
                <a16:creationId xmlns:a16="http://schemas.microsoft.com/office/drawing/2014/main" id="{65D2C036-DA31-4C22-A732-C0348D07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17" name="text-850">
            <a:extLst xmlns:a="http://schemas.openxmlformats.org/drawingml/2006/main">
              <a:ext uri="{FF2B5EF4-FFF2-40B4-BE49-F238E27FC236}">
                <a16:creationId xmlns:a16="http://schemas.microsoft.com/office/drawing/2014/main" id="{5BCCD19D-2F5C-4CC5-A748-D61F3E67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851">
            <a:extLst xmlns:a="http://schemas.openxmlformats.org/drawingml/2006/main">
              <a:ext uri="{FF2B5EF4-FFF2-40B4-BE49-F238E27FC236}">
                <a16:creationId xmlns:a16="http://schemas.microsoft.com/office/drawing/2014/main" id="{CFCA6F4A-8BB6-4E10-A7F1-530BBEDF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852">
            <a:extLst xmlns:a="http://schemas.openxmlformats.org/drawingml/2006/main">
              <a:ext uri="{FF2B5EF4-FFF2-40B4-BE49-F238E27FC236}">
                <a16:creationId xmlns:a16="http://schemas.microsoft.com/office/drawing/2014/main" id="{4E881967-724A-460D-A270-8A6D2F59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0" name="text-853">
            <a:extLst xmlns:a="http://schemas.openxmlformats.org/drawingml/2006/main">
              <a:ext uri="{FF2B5EF4-FFF2-40B4-BE49-F238E27FC236}">
                <a16:creationId xmlns:a16="http://schemas.microsoft.com/office/drawing/2014/main" id="{684FA1FF-7EAF-4E55-8309-DBD53F68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1" name="text-854">
            <a:extLst xmlns:a="http://schemas.openxmlformats.org/drawingml/2006/main">
              <a:ext uri="{FF2B5EF4-FFF2-40B4-BE49-F238E27FC236}">
                <a16:creationId xmlns:a16="http://schemas.microsoft.com/office/drawing/2014/main" id="{433DF050-7E7E-433C-A761-96DF74A8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855">
            <a:extLst xmlns:a="http://schemas.openxmlformats.org/drawingml/2006/main">
              <a:ext uri="{FF2B5EF4-FFF2-40B4-BE49-F238E27FC236}">
                <a16:creationId xmlns:a16="http://schemas.microsoft.com/office/drawing/2014/main" id="{2E06DD6D-72CF-4829-B7E7-ACC85C25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856">
            <a:extLst xmlns:a="http://schemas.openxmlformats.org/drawingml/2006/main">
              <a:ext uri="{FF2B5EF4-FFF2-40B4-BE49-F238E27FC236}">
                <a16:creationId xmlns:a16="http://schemas.microsoft.com/office/drawing/2014/main" id="{DFE75592-E9A2-40E5-8928-5533CFE7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24" name="text-857">
            <a:extLst xmlns:a="http://schemas.openxmlformats.org/drawingml/2006/main">
              <a:ext uri="{FF2B5EF4-FFF2-40B4-BE49-F238E27FC236}">
                <a16:creationId xmlns:a16="http://schemas.microsoft.com/office/drawing/2014/main" id="{5A0C1AD4-6B77-4F22-BD9B-0171C8C3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25" name="text-858">
            <a:extLst xmlns:a="http://schemas.openxmlformats.org/drawingml/2006/main">
              <a:ext uri="{FF2B5EF4-FFF2-40B4-BE49-F238E27FC236}">
                <a16:creationId xmlns:a16="http://schemas.microsoft.com/office/drawing/2014/main" id="{2DBB64CB-7F38-4C15-AA34-F1D793AB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6" name="text-1408">
            <a:extLst xmlns:a="http://schemas.openxmlformats.org/drawingml/2006/main">
              <a:ext uri="{FF2B5EF4-FFF2-40B4-BE49-F238E27FC236}">
                <a16:creationId xmlns:a16="http://schemas.microsoft.com/office/drawing/2014/main" id="{E9BB4801-FCE5-4AE2-88CF-E2B9E561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763e1775914950"/>
              </a:rPr>
              <a:t>開啟 Antigravity ↗</a:t>
            </a:r>
          </a:p>
        </p:txBody>
      </p:sp>
    </p:spTree>
    <p:extLst>
      <p:ext uri="{BB962C8B-B14F-4D97-AF65-F5344CB8AC3E}">
        <p14:creationId xmlns:p14="http://schemas.microsoft.com/office/powerpoint/2010/main" val="7432553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859">
            <a:extLst xmlns:a="http://schemas.openxmlformats.org/drawingml/2006/main">
              <a:ext uri="{FF2B5EF4-FFF2-40B4-BE49-F238E27FC236}">
                <a16:creationId xmlns:a16="http://schemas.microsoft.com/office/drawing/2014/main" id="{9153E350-1B14-4E94-9B04-20686B13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text-860">
            <a:extLst xmlns:a="http://schemas.openxmlformats.org/drawingml/2006/main">
              <a:ext uri="{FF2B5EF4-FFF2-40B4-BE49-F238E27FC236}">
                <a16:creationId xmlns:a16="http://schemas.microsoft.com/office/drawing/2014/main" id="{CD030A2D-4A76-4031-A8CA-77C65D8A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5" name="shape-8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62">
            <a:extLst xmlns:a="http://schemas.openxmlformats.org/drawingml/2006/main">
              <a:ext uri="{FF2B5EF4-FFF2-40B4-BE49-F238E27FC236}">
                <a16:creationId xmlns:a16="http://schemas.microsoft.com/office/drawing/2014/main" id="{C054A648-5211-42D6-98A0-CEB57D7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9A92773-E436-4368-8B8D-26976BD7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863">
            <a:extLst xmlns:a="http://schemas.openxmlformats.org/drawingml/2006/main">
              <a:ext uri="{FF2B5EF4-FFF2-40B4-BE49-F238E27FC236}">
                <a16:creationId xmlns:a16="http://schemas.microsoft.com/office/drawing/2014/main" id="{57D3FFD0-A0AF-4406-B53D-DDE942C6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64">
            <a:extLst xmlns:a="http://schemas.openxmlformats.org/drawingml/2006/main">
              <a:ext uri="{FF2B5EF4-FFF2-40B4-BE49-F238E27FC236}">
                <a16:creationId xmlns:a16="http://schemas.microsoft.com/office/drawing/2014/main" id="{D0FB5DE4-AF41-486E-9054-8298D9F3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65">
            <a:extLst xmlns:a="http://schemas.openxmlformats.org/drawingml/2006/main">
              <a:ext uri="{FF2B5EF4-FFF2-40B4-BE49-F238E27FC236}">
                <a16:creationId xmlns:a16="http://schemas.microsoft.com/office/drawing/2014/main" id="{AEACDFEA-7423-4782-9DF3-9FB7DE70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866">
            <a:extLst xmlns:a="http://schemas.openxmlformats.org/drawingml/2006/main">
              <a:ext uri="{FF2B5EF4-FFF2-40B4-BE49-F238E27FC236}">
                <a16:creationId xmlns:a16="http://schemas.microsoft.com/office/drawing/2014/main" id="{5958285A-EB51-40E4-A8B5-8AA03BD4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867">
            <a:extLst xmlns:a="http://schemas.openxmlformats.org/drawingml/2006/main">
              <a:ext uri="{FF2B5EF4-FFF2-40B4-BE49-F238E27FC236}">
                <a16:creationId xmlns:a16="http://schemas.microsoft.com/office/drawing/2014/main" id="{AC538E15-75FA-423C-89E2-6DCEDD10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68">
            <a:extLst xmlns:a="http://schemas.openxmlformats.org/drawingml/2006/main">
              <a:ext uri="{FF2B5EF4-FFF2-40B4-BE49-F238E27FC236}">
                <a16:creationId xmlns:a16="http://schemas.microsoft.com/office/drawing/2014/main" id="{C684976D-348E-4720-9EE0-6F5ABC21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69">
            <a:extLst xmlns:a="http://schemas.openxmlformats.org/drawingml/2006/main">
              <a:ext uri="{FF2B5EF4-FFF2-40B4-BE49-F238E27FC236}">
                <a16:creationId xmlns:a16="http://schemas.microsoft.com/office/drawing/2014/main" id="{B0E76B34-5206-45F6-B556-01DBF724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870">
            <a:extLst xmlns:a="http://schemas.openxmlformats.org/drawingml/2006/main">
              <a:ext uri="{FF2B5EF4-FFF2-40B4-BE49-F238E27FC236}">
                <a16:creationId xmlns:a16="http://schemas.microsoft.com/office/drawing/2014/main" id="{8186B9E9-5012-4C38-BDFB-BAAFA2B7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871">
            <a:extLst xmlns:a="http://schemas.openxmlformats.org/drawingml/2006/main">
              <a:ext uri="{FF2B5EF4-FFF2-40B4-BE49-F238E27FC236}">
                <a16:creationId xmlns:a16="http://schemas.microsoft.com/office/drawing/2014/main" id="{C3E773EE-7D90-4D4A-BCE2-5B3391CE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72">
            <a:extLst xmlns:a="http://schemas.openxmlformats.org/drawingml/2006/main">
              <a:ext uri="{FF2B5EF4-FFF2-40B4-BE49-F238E27FC236}">
                <a16:creationId xmlns:a16="http://schemas.microsoft.com/office/drawing/2014/main" id="{EF9FF37C-1C9D-4E98-AF62-692A6CD6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73">
            <a:extLst xmlns:a="http://schemas.openxmlformats.org/drawingml/2006/main">
              <a:ext uri="{FF2B5EF4-FFF2-40B4-BE49-F238E27FC236}">
                <a16:creationId xmlns:a16="http://schemas.microsoft.com/office/drawing/2014/main" id="{FB631C8E-31AA-4267-BDC1-74F50D9A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874">
            <a:extLst xmlns:a="http://schemas.openxmlformats.org/drawingml/2006/main">
              <a:ext uri="{FF2B5EF4-FFF2-40B4-BE49-F238E27FC236}">
                <a16:creationId xmlns:a16="http://schemas.microsoft.com/office/drawing/2014/main" id="{3D1C7BAC-94DD-4D55-8492-2D5AA94D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875">
            <a:extLst xmlns:a="http://schemas.openxmlformats.org/drawingml/2006/main">
              <a:ext uri="{FF2B5EF4-FFF2-40B4-BE49-F238E27FC236}">
                <a16:creationId xmlns:a16="http://schemas.microsoft.com/office/drawing/2014/main" id="{976242F3-F7EA-4E54-A19C-90368CF0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876">
            <a:extLst xmlns:a="http://schemas.openxmlformats.org/drawingml/2006/main">
              <a:ext uri="{FF2B5EF4-FFF2-40B4-BE49-F238E27FC236}">
                <a16:creationId xmlns:a16="http://schemas.microsoft.com/office/drawing/2014/main" id="{7E151E2D-D085-40AE-8E49-55CD1D65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77">
            <a:extLst xmlns:a="http://schemas.openxmlformats.org/drawingml/2006/main">
              <a:ext uri="{FF2B5EF4-FFF2-40B4-BE49-F238E27FC236}">
                <a16:creationId xmlns:a16="http://schemas.microsoft.com/office/drawing/2014/main" id="{65F42A81-9D49-40F0-BF58-E6CDB4CC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878">
            <a:extLst xmlns:a="http://schemas.openxmlformats.org/drawingml/2006/main">
              <a:ext uri="{FF2B5EF4-FFF2-40B4-BE49-F238E27FC236}">
                <a16:creationId xmlns:a16="http://schemas.microsoft.com/office/drawing/2014/main" id="{0E8BDC4F-5860-45BF-9D47-14E36D63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409">
            <a:extLst xmlns:a="http://schemas.openxmlformats.org/drawingml/2006/main">
              <a:ext uri="{FF2B5EF4-FFF2-40B4-BE49-F238E27FC236}">
                <a16:creationId xmlns:a16="http://schemas.microsoft.com/office/drawing/2014/main" id="{66C4FC13-7649-4774-AC50-95255348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5a480c3f9c44932"/>
              </a:rPr>
              <a:t>開啟 Antigravity ↗</a:t>
            </a:r>
          </a:p>
        </p:txBody>
      </p:sp>
    </p:spTree>
    <p:extLst>
      <p:ext uri="{BB962C8B-B14F-4D97-AF65-F5344CB8AC3E}">
        <p14:creationId xmlns:p14="http://schemas.microsoft.com/office/powerpoint/2010/main" val="18967612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879">
            <a:extLst xmlns:a="http://schemas.openxmlformats.org/drawingml/2006/main">
              <a:ext uri="{FF2B5EF4-FFF2-40B4-BE49-F238E27FC236}">
                <a16:creationId xmlns:a16="http://schemas.microsoft.com/office/drawing/2014/main" id="{EE7D37AC-1067-4E53-BAB2-6287503C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880">
            <a:extLst xmlns:a="http://schemas.openxmlformats.org/drawingml/2006/main">
              <a:ext uri="{FF2B5EF4-FFF2-40B4-BE49-F238E27FC236}">
                <a16:creationId xmlns:a16="http://schemas.microsoft.com/office/drawing/2014/main" id="{ED168B62-786E-4131-8C68-509BEA83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2" name="shape-8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82">
            <a:extLst xmlns:a="http://schemas.openxmlformats.org/drawingml/2006/main">
              <a:ext uri="{FF2B5EF4-FFF2-40B4-BE49-F238E27FC236}">
                <a16:creationId xmlns:a16="http://schemas.microsoft.com/office/drawing/2014/main" id="{DFAE0A1D-2D4D-4317-961C-74E8A9E0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F0D85D-1AF4-4D6F-BEEA-A41C7F36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883">
            <a:extLst xmlns:a="http://schemas.openxmlformats.org/drawingml/2006/main">
              <a:ext uri="{FF2B5EF4-FFF2-40B4-BE49-F238E27FC236}">
                <a16:creationId xmlns:a16="http://schemas.microsoft.com/office/drawing/2014/main" id="{B24272F6-EA3D-455C-BD2F-EBFECE5E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884">
            <a:extLst xmlns:a="http://schemas.openxmlformats.org/drawingml/2006/main">
              <a:ext uri="{FF2B5EF4-FFF2-40B4-BE49-F238E27FC236}">
                <a16:creationId xmlns:a16="http://schemas.microsoft.com/office/drawing/2014/main" id="{7EDB5398-C814-4800-A7A3-47D2F315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885">
            <a:extLst xmlns:a="http://schemas.openxmlformats.org/drawingml/2006/main">
              <a:ext uri="{FF2B5EF4-FFF2-40B4-BE49-F238E27FC236}">
                <a16:creationId xmlns:a16="http://schemas.microsoft.com/office/drawing/2014/main" id="{6F1BCD68-0F1D-4D0F-B60F-A74522E8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86">
            <a:extLst xmlns:a="http://schemas.openxmlformats.org/drawingml/2006/main">
              <a:ext uri="{FF2B5EF4-FFF2-40B4-BE49-F238E27FC236}">
                <a16:creationId xmlns:a16="http://schemas.microsoft.com/office/drawing/2014/main" id="{2E37C944-9121-4CBC-BC85-62531E22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887">
            <a:extLst xmlns:a="http://schemas.openxmlformats.org/drawingml/2006/main">
              <a:ext uri="{FF2B5EF4-FFF2-40B4-BE49-F238E27FC236}">
                <a16:creationId xmlns:a16="http://schemas.microsoft.com/office/drawing/2014/main" id="{7FBADD8D-A7D9-441A-8DCC-F10165DA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888">
            <a:extLst xmlns:a="http://schemas.openxmlformats.org/drawingml/2006/main">
              <a:ext uri="{FF2B5EF4-FFF2-40B4-BE49-F238E27FC236}">
                <a16:creationId xmlns:a16="http://schemas.microsoft.com/office/drawing/2014/main" id="{A1E14085-B679-47A2-B4DF-D90895BE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889">
            <a:extLst xmlns:a="http://schemas.openxmlformats.org/drawingml/2006/main">
              <a:ext uri="{FF2B5EF4-FFF2-40B4-BE49-F238E27FC236}">
                <a16:creationId xmlns:a16="http://schemas.microsoft.com/office/drawing/2014/main" id="{83C4C579-F6F7-411F-B755-84A7E65F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890">
            <a:extLst xmlns:a="http://schemas.openxmlformats.org/drawingml/2006/main">
              <a:ext uri="{FF2B5EF4-FFF2-40B4-BE49-F238E27FC236}">
                <a16:creationId xmlns:a16="http://schemas.microsoft.com/office/drawing/2014/main" id="{AA34638C-0F80-4379-8BEE-1DA4F771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891">
            <a:extLst xmlns:a="http://schemas.openxmlformats.org/drawingml/2006/main">
              <a:ext uri="{FF2B5EF4-FFF2-40B4-BE49-F238E27FC236}">
                <a16:creationId xmlns:a16="http://schemas.microsoft.com/office/drawing/2014/main" id="{05A27BDA-1E38-4640-8FA6-4D85FE95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892">
            <a:extLst xmlns:a="http://schemas.openxmlformats.org/drawingml/2006/main">
              <a:ext uri="{FF2B5EF4-FFF2-40B4-BE49-F238E27FC236}">
                <a16:creationId xmlns:a16="http://schemas.microsoft.com/office/drawing/2014/main" id="{72257682-CDB6-43EF-8895-95ED8588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893">
            <a:extLst xmlns:a="http://schemas.openxmlformats.org/drawingml/2006/main">
              <a:ext uri="{FF2B5EF4-FFF2-40B4-BE49-F238E27FC236}">
                <a16:creationId xmlns:a16="http://schemas.microsoft.com/office/drawing/2014/main" id="{26BBAE9A-0984-470C-B246-E9366275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894">
            <a:extLst xmlns:a="http://schemas.openxmlformats.org/drawingml/2006/main">
              <a:ext uri="{FF2B5EF4-FFF2-40B4-BE49-F238E27FC236}">
                <a16:creationId xmlns:a16="http://schemas.microsoft.com/office/drawing/2014/main" id="{B92B73F2-2842-4289-886D-F9DE2931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895">
            <a:extLst xmlns:a="http://schemas.openxmlformats.org/drawingml/2006/main">
              <a:ext uri="{FF2B5EF4-FFF2-40B4-BE49-F238E27FC236}">
                <a16:creationId xmlns:a16="http://schemas.microsoft.com/office/drawing/2014/main" id="{BC03DBF1-EF7E-4AF0-A56B-4AFBBBFE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410">
            <a:extLst xmlns:a="http://schemas.openxmlformats.org/drawingml/2006/main">
              <a:ext uri="{FF2B5EF4-FFF2-40B4-BE49-F238E27FC236}">
                <a16:creationId xmlns:a16="http://schemas.microsoft.com/office/drawing/2014/main" id="{F7EC3D85-CF5F-457B-BC16-C2E293E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e9f17c91bf4284"/>
              </a:rPr>
              <a:t>開啟 Antigravity ↗</a:t>
            </a:r>
          </a:p>
        </p:txBody>
      </p:sp>
    </p:spTree>
    <p:extLst>
      <p:ext uri="{BB962C8B-B14F-4D97-AF65-F5344CB8AC3E}">
        <p14:creationId xmlns:p14="http://schemas.microsoft.com/office/powerpoint/2010/main" val="18937291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896">
            <a:extLst xmlns:a="http://schemas.openxmlformats.org/drawingml/2006/main">
              <a:ext uri="{FF2B5EF4-FFF2-40B4-BE49-F238E27FC236}">
                <a16:creationId xmlns:a16="http://schemas.microsoft.com/office/drawing/2014/main" id="{8BBC6E86-A467-474D-B830-219C73EA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897">
            <a:extLst xmlns:a="http://schemas.openxmlformats.org/drawingml/2006/main">
              <a:ext uri="{FF2B5EF4-FFF2-40B4-BE49-F238E27FC236}">
                <a16:creationId xmlns:a16="http://schemas.microsoft.com/office/drawing/2014/main" id="{319DC91B-2BAB-426D-A865-8EA27090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898">
            <a:extLst xmlns:a="http://schemas.openxmlformats.org/drawingml/2006/main">
              <a:ext uri="{FF2B5EF4-FFF2-40B4-BE49-F238E27FC236}">
                <a16:creationId xmlns:a16="http://schemas.microsoft.com/office/drawing/2014/main" id="{2E1D90D1-521E-445F-B36F-3A165322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在你的工作區讀取脈絡、建立或修改檔案、執行檢查，並交付可追查的成果。</a:t>
            </a:r>
          </a:p>
        </p:txBody>
      </p:sp>
      <p:sp>
        <p:nvSpPr>
          <p:cNvPr id="4" name="shape-899">
            <a:extLst xmlns:a="http://schemas.openxmlformats.org/drawingml/2006/main">
              <a:ext uri="{FF2B5EF4-FFF2-40B4-BE49-F238E27FC236}">
                <a16:creationId xmlns:a16="http://schemas.microsoft.com/office/drawing/2014/main" id="{7E7B730F-A105-462E-B1C2-7A5D04D9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900">
            <a:extLst xmlns:a="http://schemas.openxmlformats.org/drawingml/2006/main">
              <a:ext uri="{FF2B5EF4-FFF2-40B4-BE49-F238E27FC236}">
                <a16:creationId xmlns:a16="http://schemas.microsoft.com/office/drawing/2014/main" id="{D1EE08F6-ABAF-406D-8F14-17086F13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5" name="shape-9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902">
            <a:extLst xmlns:a="http://schemas.openxmlformats.org/drawingml/2006/main">
              <a:ext uri="{FF2B5EF4-FFF2-40B4-BE49-F238E27FC236}">
                <a16:creationId xmlns:a16="http://schemas.microsoft.com/office/drawing/2014/main" id="{B376E10F-4F6A-4D09-9D02-0E81534B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78508B-FE80-4265-9D71-D53D0C5F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9" name="text-1411">
            <a:extLst xmlns:a="http://schemas.openxmlformats.org/drawingml/2006/main">
              <a:ext uri="{FF2B5EF4-FFF2-40B4-BE49-F238E27FC236}">
                <a16:creationId xmlns:a16="http://schemas.microsoft.com/office/drawing/2014/main" id="{1660EA61-8C8F-47E8-9FE5-AC72D683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4c6e8d27b748ad"/>
              </a:rPr>
              <a:t>開啟 Codex ↗</a:t>
            </a:r>
          </a:p>
        </p:txBody>
      </p:sp>
    </p:spTree>
    <p:extLst>
      <p:ext uri="{BB962C8B-B14F-4D97-AF65-F5344CB8AC3E}">
        <p14:creationId xmlns:p14="http://schemas.microsoft.com/office/powerpoint/2010/main" val="712711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903">
            <a:extLst xmlns:a="http://schemas.openxmlformats.org/drawingml/2006/main">
              <a:ext uri="{FF2B5EF4-FFF2-40B4-BE49-F238E27FC236}">
                <a16:creationId xmlns:a16="http://schemas.microsoft.com/office/drawing/2014/main" id="{DC3B0B94-373B-4BD0-8063-67ADE926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text-904">
            <a:extLst xmlns:a="http://schemas.openxmlformats.org/drawingml/2006/main">
              <a:ext uri="{FF2B5EF4-FFF2-40B4-BE49-F238E27FC236}">
                <a16:creationId xmlns:a16="http://schemas.microsoft.com/office/drawing/2014/main" id="{167DDAED-C0B9-4499-B819-92B93B6C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29" name="shape-9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06">
            <a:extLst xmlns:a="http://schemas.openxmlformats.org/drawingml/2006/main">
              <a:ext uri="{FF2B5EF4-FFF2-40B4-BE49-F238E27FC236}">
                <a16:creationId xmlns:a16="http://schemas.microsoft.com/office/drawing/2014/main" id="{CF746F8E-EB27-4545-81FC-D2ED19A4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55AD4F-642E-4A3B-93A2-2F33324C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text-907">
            <a:extLst xmlns:a="http://schemas.openxmlformats.org/drawingml/2006/main">
              <a:ext uri="{FF2B5EF4-FFF2-40B4-BE49-F238E27FC236}">
                <a16:creationId xmlns:a16="http://schemas.microsoft.com/office/drawing/2014/main" id="{77AAE972-D3EE-4B28-9FF0-B0A36414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908">
            <a:extLst xmlns:a="http://schemas.openxmlformats.org/drawingml/2006/main">
              <a:ext uri="{FF2B5EF4-FFF2-40B4-BE49-F238E27FC236}">
                <a16:creationId xmlns:a16="http://schemas.microsoft.com/office/drawing/2014/main" id="{7A02A6C1-926C-4A85-B058-EA12E32B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</a:t>
            </a:r>
          </a:p>
        </p:txBody>
      </p:sp>
      <p:sp>
        <p:nvSpPr>
          <p:cNvPr id="8" name="text-909">
            <a:extLst xmlns:a="http://schemas.openxmlformats.org/drawingml/2006/main">
              <a:ext uri="{FF2B5EF4-FFF2-40B4-BE49-F238E27FC236}">
                <a16:creationId xmlns:a16="http://schemas.microsoft.com/office/drawing/2014/main" id="{7E747E95-4C09-466B-A59A-62C92EB1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把素材放在清楚資料夾</a:t>
            </a:r>
          </a:p>
        </p:txBody>
      </p:sp>
      <p:sp>
        <p:nvSpPr>
          <p:cNvPr id="9" name="text-910">
            <a:extLst xmlns:a="http://schemas.openxmlformats.org/drawingml/2006/main">
              <a:ext uri="{FF2B5EF4-FFF2-40B4-BE49-F238E27FC236}">
                <a16:creationId xmlns:a16="http://schemas.microsoft.com/office/drawing/2014/main" id="{2D317E75-3A82-4F73-9402-3C10D817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911">
            <a:extLst xmlns:a="http://schemas.openxmlformats.org/drawingml/2006/main">
              <a:ext uri="{FF2B5EF4-FFF2-40B4-BE49-F238E27FC236}">
                <a16:creationId xmlns:a16="http://schemas.microsoft.com/office/drawing/2014/main" id="{05FE47FA-0BB3-4889-8BBD-7C05347D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912">
            <a:extLst xmlns:a="http://schemas.openxmlformats.org/drawingml/2006/main">
              <a:ext uri="{FF2B5EF4-FFF2-40B4-BE49-F238E27FC236}">
                <a16:creationId xmlns:a16="http://schemas.microsoft.com/office/drawing/2014/main" id="{41598027-C2C3-4089-9199-05917DB6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2" name="text-913">
            <a:extLst xmlns:a="http://schemas.openxmlformats.org/drawingml/2006/main">
              <a:ext uri="{FF2B5EF4-FFF2-40B4-BE49-F238E27FC236}">
                <a16:creationId xmlns:a16="http://schemas.microsoft.com/office/drawing/2014/main" id="{BC9DC3DA-7A43-423E-A8C3-F8816E4C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3" name="text-914">
            <a:extLst xmlns:a="http://schemas.openxmlformats.org/drawingml/2006/main">
              <a:ext uri="{FF2B5EF4-FFF2-40B4-BE49-F238E27FC236}">
                <a16:creationId xmlns:a16="http://schemas.microsoft.com/office/drawing/2014/main" id="{844BBDF6-DBB2-448E-8122-9DC90AE1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915">
            <a:extLst xmlns:a="http://schemas.openxmlformats.org/drawingml/2006/main">
              <a:ext uri="{FF2B5EF4-FFF2-40B4-BE49-F238E27FC236}">
                <a16:creationId xmlns:a16="http://schemas.microsoft.com/office/drawing/2014/main" id="{F8B95871-A711-4037-8476-25EE0672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916">
            <a:extLst xmlns:a="http://schemas.openxmlformats.org/drawingml/2006/main">
              <a:ext uri="{FF2B5EF4-FFF2-40B4-BE49-F238E27FC236}">
                <a16:creationId xmlns:a16="http://schemas.microsoft.com/office/drawing/2014/main" id="{BF1EEB7F-E70E-4AC8-A575-6569E9F6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16" name="text-917">
            <a:extLst xmlns:a="http://schemas.openxmlformats.org/drawingml/2006/main">
              <a:ext uri="{FF2B5EF4-FFF2-40B4-BE49-F238E27FC236}">
                <a16:creationId xmlns:a16="http://schemas.microsoft.com/office/drawing/2014/main" id="{A8131AD8-EA36-41EC-8AA7-3C29ACFF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17" name="text-918">
            <a:extLst xmlns:a="http://schemas.openxmlformats.org/drawingml/2006/main">
              <a:ext uri="{FF2B5EF4-FFF2-40B4-BE49-F238E27FC236}">
                <a16:creationId xmlns:a16="http://schemas.microsoft.com/office/drawing/2014/main" id="{14E12E65-E507-49D1-B92C-E101F95C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919">
            <a:extLst xmlns:a="http://schemas.openxmlformats.org/drawingml/2006/main">
              <a:ext uri="{FF2B5EF4-FFF2-40B4-BE49-F238E27FC236}">
                <a16:creationId xmlns:a16="http://schemas.microsoft.com/office/drawing/2014/main" id="{D1AA3AB5-3ACE-49D2-9E14-93A61A83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920">
            <a:extLst xmlns:a="http://schemas.openxmlformats.org/drawingml/2006/main">
              <a:ext uri="{FF2B5EF4-FFF2-40B4-BE49-F238E27FC236}">
                <a16:creationId xmlns:a16="http://schemas.microsoft.com/office/drawing/2014/main" id="{92908A91-33AC-45C4-B949-9299A56D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0" name="text-921">
            <a:extLst xmlns:a="http://schemas.openxmlformats.org/drawingml/2006/main">
              <a:ext uri="{FF2B5EF4-FFF2-40B4-BE49-F238E27FC236}">
                <a16:creationId xmlns:a16="http://schemas.microsoft.com/office/drawing/2014/main" id="{EC72C6E3-2322-41A7-9984-B69A7151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1" name="text-922">
            <a:extLst xmlns:a="http://schemas.openxmlformats.org/drawingml/2006/main">
              <a:ext uri="{FF2B5EF4-FFF2-40B4-BE49-F238E27FC236}">
                <a16:creationId xmlns:a16="http://schemas.microsoft.com/office/drawing/2014/main" id="{5D84540B-28B7-4B2A-A16F-88501642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923">
            <a:extLst xmlns:a="http://schemas.openxmlformats.org/drawingml/2006/main">
              <a:ext uri="{FF2B5EF4-FFF2-40B4-BE49-F238E27FC236}">
                <a16:creationId xmlns:a16="http://schemas.microsoft.com/office/drawing/2014/main" id="{3C3BF776-F52D-4DA2-9B5A-96E917DD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924">
            <a:extLst xmlns:a="http://schemas.openxmlformats.org/drawingml/2006/main">
              <a:ext uri="{FF2B5EF4-FFF2-40B4-BE49-F238E27FC236}">
                <a16:creationId xmlns:a16="http://schemas.microsoft.com/office/drawing/2014/main" id="{DAFAD66B-2A79-4670-B4DA-EA818D83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24" name="text-925">
            <a:extLst xmlns:a="http://schemas.openxmlformats.org/drawingml/2006/main">
              <a:ext uri="{FF2B5EF4-FFF2-40B4-BE49-F238E27FC236}">
                <a16:creationId xmlns:a16="http://schemas.microsoft.com/office/drawing/2014/main" id="{89D43ECB-E892-456C-AC71-BE832B7B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25" name="text-926">
            <a:extLst xmlns:a="http://schemas.openxmlformats.org/drawingml/2006/main">
              <a:ext uri="{FF2B5EF4-FFF2-40B4-BE49-F238E27FC236}">
                <a16:creationId xmlns:a16="http://schemas.microsoft.com/office/drawing/2014/main" id="{A779B646-0DCF-4AD7-B431-1B2E187F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6" name="text-1412">
            <a:extLst xmlns:a="http://schemas.openxmlformats.org/drawingml/2006/main">
              <a:ext uri="{FF2B5EF4-FFF2-40B4-BE49-F238E27FC236}">
                <a16:creationId xmlns:a16="http://schemas.microsoft.com/office/drawing/2014/main" id="{E70B8D3E-8940-4A6B-B11F-3BDC3EA2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cb6b6f3cabb48fa"/>
              </a:rPr>
              <a:t>開啟 Codex ↗</a:t>
            </a:r>
          </a:p>
        </p:txBody>
      </p:sp>
    </p:spTree>
    <p:extLst>
      <p:ext uri="{BB962C8B-B14F-4D97-AF65-F5344CB8AC3E}">
        <p14:creationId xmlns:p14="http://schemas.microsoft.com/office/powerpoint/2010/main" val="9428187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927">
            <a:extLst xmlns:a="http://schemas.openxmlformats.org/drawingml/2006/main">
              <a:ext uri="{FF2B5EF4-FFF2-40B4-BE49-F238E27FC236}">
                <a16:creationId xmlns:a16="http://schemas.microsoft.com/office/drawing/2014/main" id="{3DB62993-23FF-40F3-82A3-822AB2A6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text-928">
            <a:extLst xmlns:a="http://schemas.openxmlformats.org/drawingml/2006/main">
              <a:ext uri="{FF2B5EF4-FFF2-40B4-BE49-F238E27FC236}">
                <a16:creationId xmlns:a16="http://schemas.microsoft.com/office/drawing/2014/main" id="{EC8C0327-6FA7-4063-A5E5-371A3CEE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6" name="shape-92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30">
            <a:extLst xmlns:a="http://schemas.openxmlformats.org/drawingml/2006/main">
              <a:ext uri="{FF2B5EF4-FFF2-40B4-BE49-F238E27FC236}">
                <a16:creationId xmlns:a16="http://schemas.microsoft.com/office/drawing/2014/main" id="{2C3F8C59-0E9F-456F-A52B-361E9B07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433BB4-37E4-4D92-91ED-137FD4E3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931">
            <a:extLst xmlns:a="http://schemas.openxmlformats.org/drawingml/2006/main">
              <a:ext uri="{FF2B5EF4-FFF2-40B4-BE49-F238E27FC236}">
                <a16:creationId xmlns:a16="http://schemas.microsoft.com/office/drawing/2014/main" id="{D0D043F8-9B39-4F43-83C4-D7A750AC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932">
            <a:extLst xmlns:a="http://schemas.openxmlformats.org/drawingml/2006/main">
              <a:ext uri="{FF2B5EF4-FFF2-40B4-BE49-F238E27FC236}">
                <a16:creationId xmlns:a16="http://schemas.microsoft.com/office/drawing/2014/main" id="{4CF58649-4C4B-477E-889C-5AEE6559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933">
            <a:extLst xmlns:a="http://schemas.openxmlformats.org/drawingml/2006/main">
              <a:ext uri="{FF2B5EF4-FFF2-40B4-BE49-F238E27FC236}">
                <a16:creationId xmlns:a16="http://schemas.microsoft.com/office/drawing/2014/main" id="{3F592608-7356-422B-838F-A7E794B4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934">
            <a:extLst xmlns:a="http://schemas.openxmlformats.org/drawingml/2006/main">
              <a:ext uri="{FF2B5EF4-FFF2-40B4-BE49-F238E27FC236}">
                <a16:creationId xmlns:a16="http://schemas.microsoft.com/office/drawing/2014/main" id="{5AC48C0D-3AE1-4DF8-B90A-B83B1FAB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935">
            <a:extLst xmlns:a="http://schemas.openxmlformats.org/drawingml/2006/main">
              <a:ext uri="{FF2B5EF4-FFF2-40B4-BE49-F238E27FC236}">
                <a16:creationId xmlns:a16="http://schemas.microsoft.com/office/drawing/2014/main" id="{C2604787-2061-4385-B56D-3E2D6552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936">
            <a:extLst xmlns:a="http://schemas.openxmlformats.org/drawingml/2006/main">
              <a:ext uri="{FF2B5EF4-FFF2-40B4-BE49-F238E27FC236}">
                <a16:creationId xmlns:a16="http://schemas.microsoft.com/office/drawing/2014/main" id="{3D3B5147-1807-4BB7-AF7B-102B3B4D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937">
            <a:extLst xmlns:a="http://schemas.openxmlformats.org/drawingml/2006/main">
              <a:ext uri="{FF2B5EF4-FFF2-40B4-BE49-F238E27FC236}">
                <a16:creationId xmlns:a16="http://schemas.microsoft.com/office/drawing/2014/main" id="{C574EE74-69A9-4E8F-AF8D-D1EA4EB4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413">
            <a:extLst xmlns:a="http://schemas.openxmlformats.org/drawingml/2006/main">
              <a:ext uri="{FF2B5EF4-FFF2-40B4-BE49-F238E27FC236}">
                <a16:creationId xmlns:a16="http://schemas.microsoft.com/office/drawing/2014/main" id="{688AF7F2-C4AB-4E0D-BE3D-D362BDF0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192b5e3d445448c"/>
              </a:rPr>
              <a:t>開啟 Codex ↗</a:t>
            </a:r>
          </a:p>
        </p:txBody>
      </p:sp>
    </p:spTree>
    <p:extLst>
      <p:ext uri="{BB962C8B-B14F-4D97-AF65-F5344CB8AC3E}">
        <p14:creationId xmlns:p14="http://schemas.microsoft.com/office/powerpoint/2010/main" val="60392607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938">
            <a:extLst xmlns:a="http://schemas.openxmlformats.org/drawingml/2006/main">
              <a:ext uri="{FF2B5EF4-FFF2-40B4-BE49-F238E27FC236}">
                <a16:creationId xmlns:a16="http://schemas.microsoft.com/office/drawing/2014/main" id="{820A4768-1C1F-4B09-8A29-F5EB12AE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text-939">
            <a:extLst xmlns:a="http://schemas.openxmlformats.org/drawingml/2006/main">
              <a:ext uri="{FF2B5EF4-FFF2-40B4-BE49-F238E27FC236}">
                <a16:creationId xmlns:a16="http://schemas.microsoft.com/office/drawing/2014/main" id="{A29B8BFC-1839-42F2-BE23-AFA2CA7E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3" name="shape-9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41">
            <a:extLst xmlns:a="http://schemas.openxmlformats.org/drawingml/2006/main">
              <a:ext uri="{FF2B5EF4-FFF2-40B4-BE49-F238E27FC236}">
                <a16:creationId xmlns:a16="http://schemas.microsoft.com/office/drawing/2014/main" id="{95268CF2-C929-4AE1-9293-828FC0C8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D54DD3A-8C64-497B-A396-6B4D8E13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942">
            <a:extLst xmlns:a="http://schemas.openxmlformats.org/drawingml/2006/main">
              <a:ext uri="{FF2B5EF4-FFF2-40B4-BE49-F238E27FC236}">
                <a16:creationId xmlns:a16="http://schemas.microsoft.com/office/drawing/2014/main" id="{EEEFF18E-DD18-461F-93C6-E2B242FE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43">
            <a:extLst xmlns:a="http://schemas.openxmlformats.org/drawingml/2006/main">
              <a:ext uri="{FF2B5EF4-FFF2-40B4-BE49-F238E27FC236}">
                <a16:creationId xmlns:a16="http://schemas.microsoft.com/office/drawing/2014/main" id="{8570A327-365A-4638-B973-E3EC7BEE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944">
            <a:extLst xmlns:a="http://schemas.openxmlformats.org/drawingml/2006/main">
              <a:ext uri="{FF2B5EF4-FFF2-40B4-BE49-F238E27FC236}">
                <a16:creationId xmlns:a16="http://schemas.microsoft.com/office/drawing/2014/main" id="{84460AE5-8BED-4536-91D7-F51E518A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945">
            <a:extLst xmlns:a="http://schemas.openxmlformats.org/drawingml/2006/main">
              <a:ext uri="{FF2B5EF4-FFF2-40B4-BE49-F238E27FC236}">
                <a16:creationId xmlns:a16="http://schemas.microsoft.com/office/drawing/2014/main" id="{066BB7E0-8391-40CE-8803-07FB5B2B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教學問題與使用者價值</a:t>
            </a:r>
          </a:p>
        </p:txBody>
      </p:sp>
      <p:sp>
        <p:nvSpPr>
          <p:cNvPr id="10" name="shape-946">
            <a:extLst xmlns:a="http://schemas.openxmlformats.org/drawingml/2006/main">
              <a:ext uri="{FF2B5EF4-FFF2-40B4-BE49-F238E27FC236}">
                <a16:creationId xmlns:a16="http://schemas.microsoft.com/office/drawing/2014/main" id="{3C30BB03-3FCC-4A3E-BEF1-B5B9022F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47">
            <a:extLst xmlns:a="http://schemas.openxmlformats.org/drawingml/2006/main">
              <a:ext uri="{FF2B5EF4-FFF2-40B4-BE49-F238E27FC236}">
                <a16:creationId xmlns:a16="http://schemas.microsoft.com/office/drawing/2014/main" id="{66A6B5C0-0D4F-46AF-8CE5-9EFCDD15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948">
            <a:extLst xmlns:a="http://schemas.openxmlformats.org/drawingml/2006/main">
              <a:ext uri="{FF2B5EF4-FFF2-40B4-BE49-F238E27FC236}">
                <a16:creationId xmlns:a16="http://schemas.microsoft.com/office/drawing/2014/main" id="{8FA326A1-69EA-4713-8BA9-931DEEA2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949">
            <a:extLst xmlns:a="http://schemas.openxmlformats.org/drawingml/2006/main">
              <a:ext uri="{FF2B5EF4-FFF2-40B4-BE49-F238E27FC236}">
                <a16:creationId xmlns:a16="http://schemas.microsoft.com/office/drawing/2014/main" id="{585F3FF0-A64C-4F2E-BFA9-8777979F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950">
            <a:extLst xmlns:a="http://schemas.openxmlformats.org/drawingml/2006/main">
              <a:ext uri="{FF2B5EF4-FFF2-40B4-BE49-F238E27FC236}">
                <a16:creationId xmlns:a16="http://schemas.microsoft.com/office/drawing/2014/main" id="{B168B5A3-0CA2-4535-AEB4-0B4A3444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51">
            <a:extLst xmlns:a="http://schemas.openxmlformats.org/drawingml/2006/main">
              <a:ext uri="{FF2B5EF4-FFF2-40B4-BE49-F238E27FC236}">
                <a16:creationId xmlns:a16="http://schemas.microsoft.com/office/drawing/2014/main" id="{A6E4AF64-A22C-45C3-998F-F4E8473E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952">
            <a:extLst xmlns:a="http://schemas.openxmlformats.org/drawingml/2006/main">
              <a:ext uri="{FF2B5EF4-FFF2-40B4-BE49-F238E27FC236}">
                <a16:creationId xmlns:a16="http://schemas.microsoft.com/office/drawing/2014/main" id="{B5C912DB-0787-454F-A6B4-3E2C4A46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953">
            <a:extLst xmlns:a="http://schemas.openxmlformats.org/drawingml/2006/main">
              <a:ext uri="{FF2B5EF4-FFF2-40B4-BE49-F238E27FC236}">
                <a16:creationId xmlns:a16="http://schemas.microsoft.com/office/drawing/2014/main" id="{1153B695-B8EC-4EFB-8EF3-F28BDD86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954">
            <a:extLst xmlns:a="http://schemas.openxmlformats.org/drawingml/2006/main">
              <a:ext uri="{FF2B5EF4-FFF2-40B4-BE49-F238E27FC236}">
                <a16:creationId xmlns:a16="http://schemas.microsoft.com/office/drawing/2014/main" id="{80E5CAFF-9375-4DA1-91CD-E221A523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55">
            <a:extLst xmlns:a="http://schemas.openxmlformats.org/drawingml/2006/main">
              <a:ext uri="{FF2B5EF4-FFF2-40B4-BE49-F238E27FC236}">
                <a16:creationId xmlns:a16="http://schemas.microsoft.com/office/drawing/2014/main" id="{0A287915-BAA5-4AD4-BF5E-38C37C9D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956">
            <a:extLst xmlns:a="http://schemas.openxmlformats.org/drawingml/2006/main">
              <a:ext uri="{FF2B5EF4-FFF2-40B4-BE49-F238E27FC236}">
                <a16:creationId xmlns:a16="http://schemas.microsoft.com/office/drawing/2014/main" id="{415387B1-BCCC-4ACA-900D-C589AA3D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957">
            <a:extLst xmlns:a="http://schemas.openxmlformats.org/drawingml/2006/main">
              <a:ext uri="{FF2B5EF4-FFF2-40B4-BE49-F238E27FC236}">
                <a16:creationId xmlns:a16="http://schemas.microsoft.com/office/drawing/2014/main" id="{5CDAF4A2-DBB8-49E2-B850-618E1688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958">
            <a:extLst xmlns:a="http://schemas.openxmlformats.org/drawingml/2006/main">
              <a:ext uri="{FF2B5EF4-FFF2-40B4-BE49-F238E27FC236}">
                <a16:creationId xmlns:a16="http://schemas.microsoft.com/office/drawing/2014/main" id="{8346FCA5-0DC1-42C3-A26C-3870D4FC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959">
            <a:extLst xmlns:a="http://schemas.openxmlformats.org/drawingml/2006/main">
              <a:ext uri="{FF2B5EF4-FFF2-40B4-BE49-F238E27FC236}">
                <a16:creationId xmlns:a16="http://schemas.microsoft.com/office/drawing/2014/main" id="{8C4D3738-86CF-4E45-A2E3-30F8B6A9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960">
            <a:extLst xmlns:a="http://schemas.openxmlformats.org/drawingml/2006/main">
              <a:ext uri="{FF2B5EF4-FFF2-40B4-BE49-F238E27FC236}">
                <a16:creationId xmlns:a16="http://schemas.microsoft.com/office/drawing/2014/main" id="{01092828-1E6C-484F-8CE5-B793FF86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961">
            <a:extLst xmlns:a="http://schemas.openxmlformats.org/drawingml/2006/main">
              <a:ext uri="{FF2B5EF4-FFF2-40B4-BE49-F238E27FC236}">
                <a16:creationId xmlns:a16="http://schemas.microsoft.com/office/drawing/2014/main" id="{0A5E3534-D42B-4BC2-913A-778A1049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962">
            <a:extLst xmlns:a="http://schemas.openxmlformats.org/drawingml/2006/main">
              <a:ext uri="{FF2B5EF4-FFF2-40B4-BE49-F238E27FC236}">
                <a16:creationId xmlns:a16="http://schemas.microsoft.com/office/drawing/2014/main" id="{1B3A6156-6828-42FE-9D4F-91771536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963">
            <a:extLst xmlns:a="http://schemas.openxmlformats.org/drawingml/2006/main">
              <a:ext uri="{FF2B5EF4-FFF2-40B4-BE49-F238E27FC236}">
                <a16:creationId xmlns:a16="http://schemas.microsoft.com/office/drawing/2014/main" id="{39A15E23-81CE-4D21-8184-11EE06BB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964">
            <a:extLst xmlns:a="http://schemas.openxmlformats.org/drawingml/2006/main">
              <a:ext uri="{FF2B5EF4-FFF2-40B4-BE49-F238E27FC236}">
                <a16:creationId xmlns:a16="http://schemas.microsoft.com/office/drawing/2014/main" id="{1B51BC4D-7527-406C-A6C5-39C16AAE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965">
            <a:extLst xmlns:a="http://schemas.openxmlformats.org/drawingml/2006/main">
              <a:ext uri="{FF2B5EF4-FFF2-40B4-BE49-F238E27FC236}">
                <a16:creationId xmlns:a16="http://schemas.microsoft.com/office/drawing/2014/main" id="{4E18EAD0-97DD-4FD6-8082-98EE1F79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414">
            <a:extLst xmlns:a="http://schemas.openxmlformats.org/drawingml/2006/main">
              <a:ext uri="{FF2B5EF4-FFF2-40B4-BE49-F238E27FC236}">
                <a16:creationId xmlns:a16="http://schemas.microsoft.com/office/drawing/2014/main" id="{379DF982-37E5-4A41-A963-88B46F03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e03fba68624436"/>
              </a:rPr>
              <a:t>開啟 Codex ↗</a:t>
            </a:r>
          </a:p>
        </p:txBody>
      </p:sp>
    </p:spTree>
    <p:extLst>
      <p:ext uri="{BB962C8B-B14F-4D97-AF65-F5344CB8AC3E}">
        <p14:creationId xmlns:p14="http://schemas.microsoft.com/office/powerpoint/2010/main" val="139443214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966">
            <a:extLst xmlns:a="http://schemas.openxmlformats.org/drawingml/2006/main">
              <a:ext uri="{FF2B5EF4-FFF2-40B4-BE49-F238E27FC236}">
                <a16:creationId xmlns:a16="http://schemas.microsoft.com/office/drawing/2014/main" id="{86326B5F-8C84-4863-BA0F-EBB20D6C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967">
            <a:extLst xmlns:a="http://schemas.openxmlformats.org/drawingml/2006/main">
              <a:ext uri="{FF2B5EF4-FFF2-40B4-BE49-F238E27FC236}">
                <a16:creationId xmlns:a16="http://schemas.microsoft.com/office/drawing/2014/main" id="{8A0ED3E0-9901-41D4-864A-B5F36080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2" name="shape-9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69">
            <a:extLst xmlns:a="http://schemas.openxmlformats.org/drawingml/2006/main">
              <a:ext uri="{FF2B5EF4-FFF2-40B4-BE49-F238E27FC236}">
                <a16:creationId xmlns:a16="http://schemas.microsoft.com/office/drawing/2014/main" id="{A5D5E601-7C0E-4B6B-B055-3359DD0B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D849E32-BD00-4CF8-BF1E-247AEEFA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970">
            <a:extLst xmlns:a="http://schemas.openxmlformats.org/drawingml/2006/main">
              <a:ext uri="{FF2B5EF4-FFF2-40B4-BE49-F238E27FC236}">
                <a16:creationId xmlns:a16="http://schemas.microsoft.com/office/drawing/2014/main" id="{CBD74D52-5F01-4D60-B328-803AD60A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971">
            <a:extLst xmlns:a="http://schemas.openxmlformats.org/drawingml/2006/main">
              <a:ext uri="{FF2B5EF4-FFF2-40B4-BE49-F238E27FC236}">
                <a16:creationId xmlns:a16="http://schemas.microsoft.com/office/drawing/2014/main" id="{CB69E6FD-BFB7-4239-BD6B-DF990C7C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972">
            <a:extLst xmlns:a="http://schemas.openxmlformats.org/drawingml/2006/main">
              <a:ext uri="{FF2B5EF4-FFF2-40B4-BE49-F238E27FC236}">
                <a16:creationId xmlns:a16="http://schemas.microsoft.com/office/drawing/2014/main" id="{15139FF2-1EAF-4531-9BC1-BFFE5810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73">
            <a:extLst xmlns:a="http://schemas.openxmlformats.org/drawingml/2006/main">
              <a:ext uri="{FF2B5EF4-FFF2-40B4-BE49-F238E27FC236}">
                <a16:creationId xmlns:a16="http://schemas.microsoft.com/office/drawing/2014/main" id="{AC868C70-50CE-4685-82FA-0698ED00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974">
            <a:extLst xmlns:a="http://schemas.openxmlformats.org/drawingml/2006/main">
              <a:ext uri="{FF2B5EF4-FFF2-40B4-BE49-F238E27FC236}">
                <a16:creationId xmlns:a16="http://schemas.microsoft.com/office/drawing/2014/main" id="{00F84E61-619C-4403-A412-040E2BF7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975">
            <a:extLst xmlns:a="http://schemas.openxmlformats.org/drawingml/2006/main">
              <a:ext uri="{FF2B5EF4-FFF2-40B4-BE49-F238E27FC236}">
                <a16:creationId xmlns:a16="http://schemas.microsoft.com/office/drawing/2014/main" id="{BA561F91-37E5-44AA-9903-EC25B4A5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976">
            <a:extLst xmlns:a="http://schemas.openxmlformats.org/drawingml/2006/main">
              <a:ext uri="{FF2B5EF4-FFF2-40B4-BE49-F238E27FC236}">
                <a16:creationId xmlns:a16="http://schemas.microsoft.com/office/drawing/2014/main" id="{AF23C023-EEC6-4FFE-B41D-98914F0F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977">
            <a:extLst xmlns:a="http://schemas.openxmlformats.org/drawingml/2006/main">
              <a:ext uri="{FF2B5EF4-FFF2-40B4-BE49-F238E27FC236}">
                <a16:creationId xmlns:a16="http://schemas.microsoft.com/office/drawing/2014/main" id="{31E310D3-2A16-49FE-AA6F-FE917EE0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978">
            <a:extLst xmlns:a="http://schemas.openxmlformats.org/drawingml/2006/main">
              <a:ext uri="{FF2B5EF4-FFF2-40B4-BE49-F238E27FC236}">
                <a16:creationId xmlns:a16="http://schemas.microsoft.com/office/drawing/2014/main" id="{2591790D-F84A-4CB3-9AFD-328ED5E7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979">
            <a:extLst xmlns:a="http://schemas.openxmlformats.org/drawingml/2006/main">
              <a:ext uri="{FF2B5EF4-FFF2-40B4-BE49-F238E27FC236}">
                <a16:creationId xmlns:a16="http://schemas.microsoft.com/office/drawing/2014/main" id="{CB883A7D-4186-4A66-8462-629DFC09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980">
            <a:extLst xmlns:a="http://schemas.openxmlformats.org/drawingml/2006/main">
              <a:ext uri="{FF2B5EF4-FFF2-40B4-BE49-F238E27FC236}">
                <a16:creationId xmlns:a16="http://schemas.microsoft.com/office/drawing/2014/main" id="{E5A8A82F-569F-4AE6-B0CC-21EAA0CD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981">
            <a:extLst xmlns:a="http://schemas.openxmlformats.org/drawingml/2006/main">
              <a:ext uri="{FF2B5EF4-FFF2-40B4-BE49-F238E27FC236}">
                <a16:creationId xmlns:a16="http://schemas.microsoft.com/office/drawing/2014/main" id="{1A043A08-8F3C-404C-B750-24132A4E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982">
            <a:extLst xmlns:a="http://schemas.openxmlformats.org/drawingml/2006/main">
              <a:ext uri="{FF2B5EF4-FFF2-40B4-BE49-F238E27FC236}">
                <a16:creationId xmlns:a16="http://schemas.microsoft.com/office/drawing/2014/main" id="{FE921E07-D3AF-4FA3-BFAC-E610F7DEF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415">
            <a:extLst xmlns:a="http://schemas.openxmlformats.org/drawingml/2006/main">
              <a:ext uri="{FF2B5EF4-FFF2-40B4-BE49-F238E27FC236}">
                <a16:creationId xmlns:a16="http://schemas.microsoft.com/office/drawing/2014/main" id="{FCCAB39E-4B31-4DFB-A468-BE4C4275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a9ed96041c4dcd"/>
              </a:rPr>
              <a:t>開啟 Codex ↗</a:t>
            </a:r>
          </a:p>
        </p:txBody>
      </p:sp>
    </p:spTree>
    <p:extLst>
      <p:ext uri="{BB962C8B-B14F-4D97-AF65-F5344CB8AC3E}">
        <p14:creationId xmlns:p14="http://schemas.microsoft.com/office/powerpoint/2010/main" val="145602132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983">
            <a:extLst xmlns:a="http://schemas.openxmlformats.org/drawingml/2006/main">
              <a:ext uri="{FF2B5EF4-FFF2-40B4-BE49-F238E27FC236}">
                <a16:creationId xmlns:a16="http://schemas.microsoft.com/office/drawing/2014/main" id="{22A46E29-8589-45E5-8FB9-EF5877BE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CHOOSING THE TOOL</a:t>
            </a:r>
          </a:p>
        </p:txBody>
      </p:sp>
      <p:sp>
        <p:nvSpPr>
          <p:cNvPr id="2" name="text-984">
            <a:extLst xmlns:a="http://schemas.openxmlformats.org/drawingml/2006/main">
              <a:ext uri="{FF2B5EF4-FFF2-40B4-BE49-F238E27FC236}">
                <a16:creationId xmlns:a16="http://schemas.microsoft.com/office/drawing/2014/main" id="{7C5CB0EA-567A-41B3-9B1D-3979AB69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 或 Codex？用工作條件選</a:t>
            </a:r>
          </a:p>
        </p:txBody>
      </p:sp>
      <p:cxnSp>
        <p:nvCxnSpPr>
          <p:cNvPr id="21" name="shape-9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86">
            <a:extLst xmlns:a="http://schemas.openxmlformats.org/drawingml/2006/main">
              <a:ext uri="{FF2B5EF4-FFF2-40B4-BE49-F238E27FC236}">
                <a16:creationId xmlns:a16="http://schemas.microsoft.com/office/drawing/2014/main" id="{CBEBD0F2-CE79-485E-871B-57007483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A8A673B-21AF-431A-972E-BDEB8643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987">
            <a:extLst xmlns:a="http://schemas.openxmlformats.org/drawingml/2006/main">
              <a:ext uri="{FF2B5EF4-FFF2-40B4-BE49-F238E27FC236}">
                <a16:creationId xmlns:a16="http://schemas.microsoft.com/office/drawing/2014/main" id="{C63C9904-84C1-4D7E-A782-0DF9D95D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988">
            <a:extLst xmlns:a="http://schemas.openxmlformats.org/drawingml/2006/main">
              <a:ext uri="{FF2B5EF4-FFF2-40B4-BE49-F238E27FC236}">
                <a16:creationId xmlns:a16="http://schemas.microsoft.com/office/drawing/2014/main" id="{4D7FADD6-12E7-458A-B8E4-1F563682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89">
            <a:extLst xmlns:a="http://schemas.openxmlformats.org/drawingml/2006/main">
              <a:ext uri="{FF2B5EF4-FFF2-40B4-BE49-F238E27FC236}">
                <a16:creationId xmlns:a16="http://schemas.microsoft.com/office/drawing/2014/main" id="{E1F3E442-5951-43AF-A899-54E0158E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990">
            <a:extLst xmlns:a="http://schemas.openxmlformats.org/drawingml/2006/main">
              <a:ext uri="{FF2B5EF4-FFF2-40B4-BE49-F238E27FC236}">
                <a16:creationId xmlns:a16="http://schemas.microsoft.com/office/drawing/2014/main" id="{F3223CFA-36F6-4949-889C-ED3039CEC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生態與 Agent 工作區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適合 Google 訂閱者的實作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Skill 可封裝專業流程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依帳號與管理政策使用</a:t>
            </a:r>
          </a:p>
        </p:txBody>
      </p:sp>
      <p:sp>
        <p:nvSpPr>
          <p:cNvPr id="10" name="text-991">
            <a:extLst xmlns:a="http://schemas.openxmlformats.org/drawingml/2006/main">
              <a:ext uri="{FF2B5EF4-FFF2-40B4-BE49-F238E27FC236}">
                <a16:creationId xmlns:a16="http://schemas.microsoft.com/office/drawing/2014/main" id="{0349BC92-78E2-45EA-94EC-17C1DD43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11" name="text-992">
            <a:extLst xmlns:a="http://schemas.openxmlformats.org/drawingml/2006/main">
              <a:ext uri="{FF2B5EF4-FFF2-40B4-BE49-F238E27FC236}">
                <a16:creationId xmlns:a16="http://schemas.microsoft.com/office/drawing/2014/main" id="{3F4B3C01-B030-4C4A-9E68-1FF2E638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ChatGPT／Codex 工作環境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善於處理檔案、專案與驗證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可重複套用工作流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依方案與權限使用</a:t>
            </a:r>
          </a:p>
        </p:txBody>
      </p:sp>
      <p:sp>
        <p:nvSpPr>
          <p:cNvPr id="12" name="text-993">
            <a:extLst xmlns:a="http://schemas.openxmlformats.org/drawingml/2006/main">
              <a:ext uri="{FF2B5EF4-FFF2-40B4-BE49-F238E27FC236}">
                <a16:creationId xmlns:a16="http://schemas.microsoft.com/office/drawing/2014/main" id="{374F581F-AED9-458C-84A7-39C4480C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Google 生態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工作區與 Agent 協作</a:t>
            </a:r>
          </a:p>
        </p:txBody>
      </p:sp>
      <p:sp>
        <p:nvSpPr>
          <p:cNvPr id="13" name="text-994">
            <a:extLst xmlns:a="http://schemas.openxmlformats.org/drawingml/2006/main">
              <a:ext uri="{FF2B5EF4-FFF2-40B4-BE49-F238E27FC236}">
                <a16:creationId xmlns:a16="http://schemas.microsoft.com/office/drawing/2014/main" id="{59FEF265-C19F-4E37-99A1-A099B9DE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76800"/>
            <a:ext cx="2667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依帳號、資料、任務、權限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選最可驗證的路徑</a:t>
            </a:r>
          </a:p>
        </p:txBody>
      </p:sp>
      <p:sp>
        <p:nvSpPr>
          <p:cNvPr id="14" name="text-995">
            <a:extLst xmlns:a="http://schemas.openxmlformats.org/drawingml/2006/main">
              <a:ext uri="{FF2B5EF4-FFF2-40B4-BE49-F238E27FC236}">
                <a16:creationId xmlns:a16="http://schemas.microsoft.com/office/drawing/2014/main" id="{C176DAD9-7AB3-4442-8A85-7003F47D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ChatGPT／Codex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檔案、專案與測試</a:t>
            </a:r>
          </a:p>
        </p:txBody>
      </p:sp>
      <p:cxnSp>
        <p:nvCxnSpPr>
          <p:cNvPr id="33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2971800" y="5181600"/>
            <a:ext cx="1790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429500" y="5181600"/>
            <a:ext cx="1790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996">
            <a:extLst xmlns:a="http://schemas.openxmlformats.org/drawingml/2006/main">
              <a:ext uri="{FF2B5EF4-FFF2-40B4-BE49-F238E27FC236}">
                <a16:creationId xmlns:a16="http://schemas.microsoft.com/office/drawing/2014/main" id="{51C7B8A3-A14C-4C5D-9E6E-49B0C3A8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197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選條件，不選品牌；同一驗收規準才能比較</a:t>
            </a:r>
          </a:p>
        </p:txBody>
      </p:sp>
      <p:sp>
        <p:nvSpPr>
          <p:cNvPr id="18" name="text-1416">
            <a:extLst xmlns:a="http://schemas.openxmlformats.org/drawingml/2006/main">
              <a:ext uri="{FF2B5EF4-FFF2-40B4-BE49-F238E27FC236}">
                <a16:creationId xmlns:a16="http://schemas.microsoft.com/office/drawing/2014/main" id="{7C84C574-2B2F-45A4-B2EF-343E5736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72eb3d5a9ff4bab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517442b6c0c402b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6631450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997">
            <a:extLst xmlns:a="http://schemas.openxmlformats.org/drawingml/2006/main">
              <a:ext uri="{FF2B5EF4-FFF2-40B4-BE49-F238E27FC236}">
                <a16:creationId xmlns:a16="http://schemas.microsoft.com/office/drawing/2014/main" id="{AB8D6DA5-7140-4B6A-A470-FC7269DB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998">
            <a:extLst xmlns:a="http://schemas.openxmlformats.org/drawingml/2006/main">
              <a:ext uri="{FF2B5EF4-FFF2-40B4-BE49-F238E27FC236}">
                <a16:creationId xmlns:a16="http://schemas.microsoft.com/office/drawing/2014/main" id="{F116B22D-2E32-4F46-A395-8EDFB3F9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999">
            <a:extLst xmlns:a="http://schemas.openxmlformats.org/drawingml/2006/main">
              <a:ext uri="{FF2B5EF4-FFF2-40B4-BE49-F238E27FC236}">
                <a16:creationId xmlns:a16="http://schemas.microsoft.com/office/drawing/2014/main" id="{27F40F3D-EF96-40F0-87C3-6B7C399F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000">
            <a:extLst xmlns:a="http://schemas.openxmlformats.org/drawingml/2006/main">
              <a:ext uri="{FF2B5EF4-FFF2-40B4-BE49-F238E27FC236}">
                <a16:creationId xmlns:a16="http://schemas.microsoft.com/office/drawing/2014/main" id="{0CC8D436-B21C-4DDE-B94C-1EA8A1FB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01">
            <a:extLst xmlns:a="http://schemas.openxmlformats.org/drawingml/2006/main">
              <a:ext uri="{FF2B5EF4-FFF2-40B4-BE49-F238E27FC236}">
                <a16:creationId xmlns:a16="http://schemas.microsoft.com/office/drawing/2014/main" id="{D8020C54-2990-4DDB-A2D1-3DF00B3B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5" name="shape-10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003">
            <a:extLst xmlns:a="http://schemas.openxmlformats.org/drawingml/2006/main">
              <a:ext uri="{FF2B5EF4-FFF2-40B4-BE49-F238E27FC236}">
                <a16:creationId xmlns:a16="http://schemas.microsoft.com/office/drawing/2014/main" id="{0208F226-B775-436F-9E29-A37A855A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BDC1F08-323B-4A12-93C1-A4A47E9F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417">
            <a:extLst xmlns:a="http://schemas.openxmlformats.org/drawingml/2006/main">
              <a:ext uri="{FF2B5EF4-FFF2-40B4-BE49-F238E27FC236}">
                <a16:creationId xmlns:a16="http://schemas.microsoft.com/office/drawing/2014/main" id="{9CA736B9-EB5F-4837-9ACA-C4DA9A52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559d15c9f6d417a"/>
              </a:rPr>
              <a:t>Antigravity Skills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c0159b23b0c4809"/>
              </a:rPr>
              <a:t>Codex Skills ↗</a:t>
            </a:r>
          </a:p>
        </p:txBody>
      </p:sp>
    </p:spTree>
    <p:extLst>
      <p:ext uri="{BB962C8B-B14F-4D97-AF65-F5344CB8AC3E}">
        <p14:creationId xmlns:p14="http://schemas.microsoft.com/office/powerpoint/2010/main" val="131249208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004">
            <a:extLst xmlns:a="http://schemas.openxmlformats.org/drawingml/2006/main">
              <a:ext uri="{FF2B5EF4-FFF2-40B4-BE49-F238E27FC236}">
                <a16:creationId xmlns:a16="http://schemas.microsoft.com/office/drawing/2014/main" id="{9401044E-605A-430D-B410-578D44D6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text-1005">
            <a:extLst xmlns:a="http://schemas.openxmlformats.org/drawingml/2006/main">
              <a:ext uri="{FF2B5EF4-FFF2-40B4-BE49-F238E27FC236}">
                <a16:creationId xmlns:a16="http://schemas.microsoft.com/office/drawing/2014/main" id="{5C48245C-FD00-44D7-A0FD-6E78F3B2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15" name="shape-100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07">
            <a:extLst xmlns:a="http://schemas.openxmlformats.org/drawingml/2006/main">
              <a:ext uri="{FF2B5EF4-FFF2-40B4-BE49-F238E27FC236}">
                <a16:creationId xmlns:a16="http://schemas.microsoft.com/office/drawing/2014/main" id="{C41C5097-2C47-432E-AEDE-9578ADF9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D91797-F5D7-4A2C-ADE9-341CAE6D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008">
            <a:extLst xmlns:a="http://schemas.openxmlformats.org/drawingml/2006/main">
              <a:ext uri="{FF2B5EF4-FFF2-40B4-BE49-F238E27FC236}">
                <a16:creationId xmlns:a16="http://schemas.microsoft.com/office/drawing/2014/main" id="{D6037AD5-2DDA-429C-B8FC-8A0FED54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009">
            <a:extLst xmlns:a="http://schemas.openxmlformats.org/drawingml/2006/main">
              <a:ext uri="{FF2B5EF4-FFF2-40B4-BE49-F238E27FC236}">
                <a16:creationId xmlns:a16="http://schemas.microsoft.com/office/drawing/2014/main" id="{D95246FB-A1E8-4FEA-8BC8-D414F86A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010">
            <a:extLst xmlns:a="http://schemas.openxmlformats.org/drawingml/2006/main">
              <a:ext uri="{FF2B5EF4-FFF2-40B4-BE49-F238E27FC236}">
                <a16:creationId xmlns:a16="http://schemas.microsoft.com/office/drawing/2014/main" id="{5C5CE8FB-B7EB-4977-8573-520DAB5C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011">
            <a:extLst xmlns:a="http://schemas.openxmlformats.org/drawingml/2006/main">
              <a:ext uri="{FF2B5EF4-FFF2-40B4-BE49-F238E27FC236}">
                <a16:creationId xmlns:a16="http://schemas.microsoft.com/office/drawing/2014/main" id="{32677268-9AAC-4ABC-92A5-E676B699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012">
            <a:extLst xmlns:a="http://schemas.openxmlformats.org/drawingml/2006/main">
              <a:ext uri="{FF2B5EF4-FFF2-40B4-BE49-F238E27FC236}">
                <a16:creationId xmlns:a16="http://schemas.microsoft.com/office/drawing/2014/main" id="{122FD9D2-9253-4915-80B8-903CC01A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013">
            <a:extLst xmlns:a="http://schemas.openxmlformats.org/drawingml/2006/main">
              <a:ext uri="{FF2B5EF4-FFF2-40B4-BE49-F238E27FC236}">
                <a16:creationId xmlns:a16="http://schemas.microsoft.com/office/drawing/2014/main" id="{7E48071F-307B-4C76-83C6-20EEEAD8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418">
            <a:extLst xmlns:a="http://schemas.openxmlformats.org/drawingml/2006/main">
              <a:ext uri="{FF2B5EF4-FFF2-40B4-BE49-F238E27FC236}">
                <a16:creationId xmlns:a16="http://schemas.microsoft.com/office/drawing/2014/main" id="{A6AC3C56-FF7D-4646-9DD9-2FECE1C9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73972d294f4955"/>
              </a:rPr>
              <a:t>Antigravity Skills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c86fb52947341e1"/>
              </a:rPr>
              <a:t>Codex Skills ↗</a:t>
            </a:r>
          </a:p>
        </p:txBody>
      </p:sp>
    </p:spTree>
    <p:extLst>
      <p:ext uri="{BB962C8B-B14F-4D97-AF65-F5344CB8AC3E}">
        <p14:creationId xmlns:p14="http://schemas.microsoft.com/office/powerpoint/2010/main" val="158036099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014">
            <a:extLst xmlns:a="http://schemas.openxmlformats.org/drawingml/2006/main">
              <a:ext uri="{FF2B5EF4-FFF2-40B4-BE49-F238E27FC236}">
                <a16:creationId xmlns:a16="http://schemas.microsoft.com/office/drawing/2014/main" id="{BE3CCBEE-874C-4EBB-A00D-BC2147B2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text-1015">
            <a:extLst xmlns:a="http://schemas.openxmlformats.org/drawingml/2006/main">
              <a:ext uri="{FF2B5EF4-FFF2-40B4-BE49-F238E27FC236}">
                <a16:creationId xmlns:a16="http://schemas.microsoft.com/office/drawing/2014/main" id="{C32177A5-ED0D-483D-8CCC-EFB1E47E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2" name="shape-10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17">
            <a:extLst xmlns:a="http://schemas.openxmlformats.org/drawingml/2006/main">
              <a:ext uri="{FF2B5EF4-FFF2-40B4-BE49-F238E27FC236}">
                <a16:creationId xmlns:a16="http://schemas.microsoft.com/office/drawing/2014/main" id="{9526D145-6F8B-4470-B4D8-14269D79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3B7BF9-64F4-4D88-87D7-F39DA5A9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158c173324b7d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018">
            <a:extLst xmlns:a="http://schemas.openxmlformats.org/drawingml/2006/main">
              <a:ext uri="{FF2B5EF4-FFF2-40B4-BE49-F238E27FC236}">
                <a16:creationId xmlns:a16="http://schemas.microsoft.com/office/drawing/2014/main" id="{D971145A-9107-4974-BA52-97B6CA9A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019">
            <a:extLst xmlns:a="http://schemas.openxmlformats.org/drawingml/2006/main">
              <a:ext uri="{FF2B5EF4-FFF2-40B4-BE49-F238E27FC236}">
                <a16:creationId xmlns:a16="http://schemas.microsoft.com/office/drawing/2014/main" id="{9D763442-D427-47ED-969F-62EB24BF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426">
            <a:extLst xmlns:a="http://schemas.openxmlformats.org/drawingml/2006/main">
              <a:ext uri="{FF2B5EF4-FFF2-40B4-BE49-F238E27FC236}">
                <a16:creationId xmlns:a16="http://schemas.microsoft.com/office/drawing/2014/main" id="{59B869B8-6FEC-4851-8EC1-7E363B5F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f208208c994b7f"/>
              </a:rPr>
              <a:t>開啟提示詞面板 ↗</a:t>
            </a:r>
          </a:p>
        </p:txBody>
      </p:sp>
    </p:spTree>
    <p:extLst>
      <p:ext uri="{BB962C8B-B14F-4D97-AF65-F5344CB8AC3E}">
        <p14:creationId xmlns:p14="http://schemas.microsoft.com/office/powerpoint/2010/main" val="44898638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020">
            <a:extLst xmlns:a="http://schemas.openxmlformats.org/drawingml/2006/main">
              <a:ext uri="{FF2B5EF4-FFF2-40B4-BE49-F238E27FC236}">
                <a16:creationId xmlns:a16="http://schemas.microsoft.com/office/drawing/2014/main" id="{75C80A0B-77E2-4D9A-886F-B1B50B39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text-1021">
            <a:extLst xmlns:a="http://schemas.openxmlformats.org/drawingml/2006/main">
              <a:ext uri="{FF2B5EF4-FFF2-40B4-BE49-F238E27FC236}">
                <a16:creationId xmlns:a16="http://schemas.microsoft.com/office/drawing/2014/main" id="{674B833E-C36D-4A95-9A99-B4AE3634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25" name="shape-10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23">
            <a:extLst xmlns:a="http://schemas.openxmlformats.org/drawingml/2006/main">
              <a:ext uri="{FF2B5EF4-FFF2-40B4-BE49-F238E27FC236}">
                <a16:creationId xmlns:a16="http://schemas.microsoft.com/office/drawing/2014/main" id="{7A2B7404-1B01-4C0F-B9A3-CE0E4FE9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178F51-8D29-45BE-BC3D-784EA206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024">
            <a:extLst xmlns:a="http://schemas.openxmlformats.org/drawingml/2006/main">
              <a:ext uri="{FF2B5EF4-FFF2-40B4-BE49-F238E27FC236}">
                <a16:creationId xmlns:a16="http://schemas.microsoft.com/office/drawing/2014/main" id="{A5D69835-E51D-4278-B950-F22AE421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25">
            <a:extLst xmlns:a="http://schemas.openxmlformats.org/drawingml/2006/main">
              <a:ext uri="{FF2B5EF4-FFF2-40B4-BE49-F238E27FC236}">
                <a16:creationId xmlns:a16="http://schemas.microsoft.com/office/drawing/2014/main" id="{1EA5A267-7384-4396-B5BD-AC6873F3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026">
            <a:extLst xmlns:a="http://schemas.openxmlformats.org/drawingml/2006/main">
              <a:ext uri="{FF2B5EF4-FFF2-40B4-BE49-F238E27FC236}">
                <a16:creationId xmlns:a16="http://schemas.microsoft.com/office/drawing/2014/main" id="{7882939F-479E-4649-98A1-19D8DFD6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027">
            <a:extLst xmlns:a="http://schemas.openxmlformats.org/drawingml/2006/main">
              <a:ext uri="{FF2B5EF4-FFF2-40B4-BE49-F238E27FC236}">
                <a16:creationId xmlns:a16="http://schemas.microsoft.com/office/drawing/2014/main" id="{93A98BCC-8C7F-4192-9A6C-42910B16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028">
            <a:extLst xmlns:a="http://schemas.openxmlformats.org/drawingml/2006/main">
              <a:ext uri="{FF2B5EF4-FFF2-40B4-BE49-F238E27FC236}">
                <a16:creationId xmlns:a16="http://schemas.microsoft.com/office/drawing/2014/main" id="{E6716DA3-CEBD-4D9B-B317-8DA7A3C5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29">
            <a:extLst xmlns:a="http://schemas.openxmlformats.org/drawingml/2006/main">
              <a:ext uri="{FF2B5EF4-FFF2-40B4-BE49-F238E27FC236}">
                <a16:creationId xmlns:a16="http://schemas.microsoft.com/office/drawing/2014/main" id="{AA746350-904C-4AF0-9305-A43080BB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030">
            <a:extLst xmlns:a="http://schemas.openxmlformats.org/drawingml/2006/main">
              <a:ext uri="{FF2B5EF4-FFF2-40B4-BE49-F238E27FC236}">
                <a16:creationId xmlns:a16="http://schemas.microsoft.com/office/drawing/2014/main" id="{FCC08E62-8B66-47EC-8D18-E518F564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031">
            <a:extLst xmlns:a="http://schemas.openxmlformats.org/drawingml/2006/main">
              <a:ext uri="{FF2B5EF4-FFF2-40B4-BE49-F238E27FC236}">
                <a16:creationId xmlns:a16="http://schemas.microsoft.com/office/drawing/2014/main" id="{DD72F1B9-126A-4B67-9180-7C7BF223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032">
            <a:extLst xmlns:a="http://schemas.openxmlformats.org/drawingml/2006/main">
              <a:ext uri="{FF2B5EF4-FFF2-40B4-BE49-F238E27FC236}">
                <a16:creationId xmlns:a16="http://schemas.microsoft.com/office/drawing/2014/main" id="{025DD6C2-343F-4FC4-87B6-74478A67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33">
            <a:extLst xmlns:a="http://schemas.openxmlformats.org/drawingml/2006/main">
              <a:ext uri="{FF2B5EF4-FFF2-40B4-BE49-F238E27FC236}">
                <a16:creationId xmlns:a16="http://schemas.microsoft.com/office/drawing/2014/main" id="{CE830B9E-12EF-44B5-857F-695B03CC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034">
            <a:extLst xmlns:a="http://schemas.openxmlformats.org/drawingml/2006/main">
              <a:ext uri="{FF2B5EF4-FFF2-40B4-BE49-F238E27FC236}">
                <a16:creationId xmlns:a16="http://schemas.microsoft.com/office/drawing/2014/main" id="{75BE75F0-1BB3-416C-851E-9C6DFF95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035">
            <a:extLst xmlns:a="http://schemas.openxmlformats.org/drawingml/2006/main">
              <a:ext uri="{FF2B5EF4-FFF2-40B4-BE49-F238E27FC236}">
                <a16:creationId xmlns:a16="http://schemas.microsoft.com/office/drawing/2014/main" id="{78E997DB-946D-4378-9070-8ECCC4ED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036">
            <a:extLst xmlns:a="http://schemas.openxmlformats.org/drawingml/2006/main">
              <a:ext uri="{FF2B5EF4-FFF2-40B4-BE49-F238E27FC236}">
                <a16:creationId xmlns:a16="http://schemas.microsoft.com/office/drawing/2014/main" id="{C6552AA4-7D33-457F-9CCF-25B63480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37">
            <a:extLst xmlns:a="http://schemas.openxmlformats.org/drawingml/2006/main">
              <a:ext uri="{FF2B5EF4-FFF2-40B4-BE49-F238E27FC236}">
                <a16:creationId xmlns:a16="http://schemas.microsoft.com/office/drawing/2014/main" id="{5D8B6B3C-5ABB-456C-83A4-90EC33C3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038">
            <a:extLst xmlns:a="http://schemas.openxmlformats.org/drawingml/2006/main">
              <a:ext uri="{FF2B5EF4-FFF2-40B4-BE49-F238E27FC236}">
                <a16:creationId xmlns:a16="http://schemas.microsoft.com/office/drawing/2014/main" id="{C1B66F88-4C88-4F8F-A866-FA956D19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039">
            <a:extLst xmlns:a="http://schemas.openxmlformats.org/drawingml/2006/main">
              <a:ext uri="{FF2B5EF4-FFF2-40B4-BE49-F238E27FC236}">
                <a16:creationId xmlns:a16="http://schemas.microsoft.com/office/drawing/2014/main" id="{70BAB610-076B-4E3B-B5F7-CE4D8BBC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419">
            <a:extLst xmlns:a="http://schemas.openxmlformats.org/drawingml/2006/main">
              <a:ext uri="{FF2B5EF4-FFF2-40B4-BE49-F238E27FC236}">
                <a16:creationId xmlns:a16="http://schemas.microsoft.com/office/drawing/2014/main" id="{C4EFB82D-EA61-414B-A1EB-BA42C222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539ba8a9da74818"/>
              </a:rPr>
              <a:t>Antigravity Skills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d0db151100742d6"/>
              </a:rPr>
              <a:t>Codex Skills ↗</a:t>
            </a:r>
          </a:p>
        </p:txBody>
      </p:sp>
    </p:spTree>
    <p:extLst>
      <p:ext uri="{BB962C8B-B14F-4D97-AF65-F5344CB8AC3E}">
        <p14:creationId xmlns:p14="http://schemas.microsoft.com/office/powerpoint/2010/main" val="155333534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040">
            <a:extLst xmlns:a="http://schemas.openxmlformats.org/drawingml/2006/main">
              <a:ext uri="{FF2B5EF4-FFF2-40B4-BE49-F238E27FC236}">
                <a16:creationId xmlns:a16="http://schemas.microsoft.com/office/drawing/2014/main" id="{9DBC55F7-5DDE-4BD7-AA34-A1D75FC7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text-1041">
            <a:extLst xmlns:a="http://schemas.openxmlformats.org/drawingml/2006/main">
              <a:ext uri="{FF2B5EF4-FFF2-40B4-BE49-F238E27FC236}">
                <a16:creationId xmlns:a16="http://schemas.microsoft.com/office/drawing/2014/main" id="{DD70F14C-7782-4983-A71B-9C7DF8DF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3" name="shape-10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43">
            <a:extLst xmlns:a="http://schemas.openxmlformats.org/drawingml/2006/main">
              <a:ext uri="{FF2B5EF4-FFF2-40B4-BE49-F238E27FC236}">
                <a16:creationId xmlns:a16="http://schemas.microsoft.com/office/drawing/2014/main" id="{5A1EB471-7C8D-464F-948B-A1614A17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2830CB6-C2A9-485F-A7BE-1A60F36C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044">
            <a:extLst xmlns:a="http://schemas.openxmlformats.org/drawingml/2006/main">
              <a:ext uri="{FF2B5EF4-FFF2-40B4-BE49-F238E27FC236}">
                <a16:creationId xmlns:a16="http://schemas.microsoft.com/office/drawing/2014/main" id="{A3902543-0687-4164-AA9A-07072095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45">
            <a:extLst xmlns:a="http://schemas.openxmlformats.org/drawingml/2006/main">
              <a:ext uri="{FF2B5EF4-FFF2-40B4-BE49-F238E27FC236}">
                <a16:creationId xmlns:a16="http://schemas.microsoft.com/office/drawing/2014/main" id="{4B4D18CE-984D-4D18-A729-1E5DABE4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046">
            <a:extLst xmlns:a="http://schemas.openxmlformats.org/drawingml/2006/main">
              <a:ext uri="{FF2B5EF4-FFF2-40B4-BE49-F238E27FC236}">
                <a16:creationId xmlns:a16="http://schemas.microsoft.com/office/drawing/2014/main" id="{0C75C8F5-6548-4E3F-827F-C31513A4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047">
            <a:extLst xmlns:a="http://schemas.openxmlformats.org/drawingml/2006/main">
              <a:ext uri="{FF2B5EF4-FFF2-40B4-BE49-F238E27FC236}">
                <a16:creationId xmlns:a16="http://schemas.microsoft.com/office/drawing/2014/main" id="{99BB63AF-A22F-4698-96F2-6BA3453C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048">
            <a:extLst xmlns:a="http://schemas.openxmlformats.org/drawingml/2006/main">
              <a:ext uri="{FF2B5EF4-FFF2-40B4-BE49-F238E27FC236}">
                <a16:creationId xmlns:a16="http://schemas.microsoft.com/office/drawing/2014/main" id="{C7749AE1-9B06-4E55-B558-AA343A41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49">
            <a:extLst xmlns:a="http://schemas.openxmlformats.org/drawingml/2006/main">
              <a:ext uri="{FF2B5EF4-FFF2-40B4-BE49-F238E27FC236}">
                <a16:creationId xmlns:a16="http://schemas.microsoft.com/office/drawing/2014/main" id="{881D9B6F-D443-4ED1-BE0E-F3E4A99A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050">
            <a:extLst xmlns:a="http://schemas.openxmlformats.org/drawingml/2006/main">
              <a:ext uri="{FF2B5EF4-FFF2-40B4-BE49-F238E27FC236}">
                <a16:creationId xmlns:a16="http://schemas.microsoft.com/office/drawing/2014/main" id="{D6DED21C-E621-4DB8-8F45-A68EF90E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051">
            <a:extLst xmlns:a="http://schemas.openxmlformats.org/drawingml/2006/main">
              <a:ext uri="{FF2B5EF4-FFF2-40B4-BE49-F238E27FC236}">
                <a16:creationId xmlns:a16="http://schemas.microsoft.com/office/drawing/2014/main" id="{A20BC838-A4FD-4BDF-90F3-F3F685D8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052">
            <a:extLst xmlns:a="http://schemas.openxmlformats.org/drawingml/2006/main">
              <a:ext uri="{FF2B5EF4-FFF2-40B4-BE49-F238E27FC236}">
                <a16:creationId xmlns:a16="http://schemas.microsoft.com/office/drawing/2014/main" id="{AAFA1C05-C0B5-4F14-9E23-26B6E200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53">
            <a:extLst xmlns:a="http://schemas.openxmlformats.org/drawingml/2006/main">
              <a:ext uri="{FF2B5EF4-FFF2-40B4-BE49-F238E27FC236}">
                <a16:creationId xmlns:a16="http://schemas.microsoft.com/office/drawing/2014/main" id="{ED486441-C8C7-46C5-A95D-F20F9B80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054">
            <a:extLst xmlns:a="http://schemas.openxmlformats.org/drawingml/2006/main">
              <a:ext uri="{FF2B5EF4-FFF2-40B4-BE49-F238E27FC236}">
                <a16:creationId xmlns:a16="http://schemas.microsoft.com/office/drawing/2014/main" id="{3DE46215-86B7-4C76-AD3D-E932E0B2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055">
            <a:extLst xmlns:a="http://schemas.openxmlformats.org/drawingml/2006/main">
              <a:ext uri="{FF2B5EF4-FFF2-40B4-BE49-F238E27FC236}">
                <a16:creationId xmlns:a16="http://schemas.microsoft.com/office/drawing/2014/main" id="{A67015D0-BCB8-4C26-A40C-EA01538C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056">
            <a:extLst xmlns:a="http://schemas.openxmlformats.org/drawingml/2006/main">
              <a:ext uri="{FF2B5EF4-FFF2-40B4-BE49-F238E27FC236}">
                <a16:creationId xmlns:a16="http://schemas.microsoft.com/office/drawing/2014/main" id="{5C38524E-67A6-4357-97CF-D5CAA4B1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57">
            <a:extLst xmlns:a="http://schemas.openxmlformats.org/drawingml/2006/main">
              <a:ext uri="{FF2B5EF4-FFF2-40B4-BE49-F238E27FC236}">
                <a16:creationId xmlns:a16="http://schemas.microsoft.com/office/drawing/2014/main" id="{D0AA9B9E-3722-42DC-8BA6-B00707E2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058">
            <a:extLst xmlns:a="http://schemas.openxmlformats.org/drawingml/2006/main">
              <a:ext uri="{FF2B5EF4-FFF2-40B4-BE49-F238E27FC236}">
                <a16:creationId xmlns:a16="http://schemas.microsoft.com/office/drawing/2014/main" id="{65D7AEC4-83FC-423F-948A-E8E255A6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059">
            <a:extLst xmlns:a="http://schemas.openxmlformats.org/drawingml/2006/main">
              <a:ext uri="{FF2B5EF4-FFF2-40B4-BE49-F238E27FC236}">
                <a16:creationId xmlns:a16="http://schemas.microsoft.com/office/drawing/2014/main" id="{3909C285-AD70-432C-BBF7-2D7731FE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060">
            <a:extLst xmlns:a="http://schemas.openxmlformats.org/drawingml/2006/main">
              <a:ext uri="{FF2B5EF4-FFF2-40B4-BE49-F238E27FC236}">
                <a16:creationId xmlns:a16="http://schemas.microsoft.com/office/drawing/2014/main" id="{5433DCC1-CDC7-4A04-AEDE-5334AF51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061">
            <a:extLst xmlns:a="http://schemas.openxmlformats.org/drawingml/2006/main">
              <a:ext uri="{FF2B5EF4-FFF2-40B4-BE49-F238E27FC236}">
                <a16:creationId xmlns:a16="http://schemas.microsoft.com/office/drawing/2014/main" id="{E9C68931-63C4-4EAC-A4CE-03F430EB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062">
            <a:extLst xmlns:a="http://schemas.openxmlformats.org/drawingml/2006/main">
              <a:ext uri="{FF2B5EF4-FFF2-40B4-BE49-F238E27FC236}">
                <a16:creationId xmlns:a16="http://schemas.microsoft.com/office/drawing/2014/main" id="{B37722FA-245D-4B75-AA0F-EBD80C74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063">
            <a:extLst xmlns:a="http://schemas.openxmlformats.org/drawingml/2006/main">
              <a:ext uri="{FF2B5EF4-FFF2-40B4-BE49-F238E27FC236}">
                <a16:creationId xmlns:a16="http://schemas.microsoft.com/office/drawing/2014/main" id="{CCC80920-7A07-4451-9249-BE1930EA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064">
            <a:extLst xmlns:a="http://schemas.openxmlformats.org/drawingml/2006/main">
              <a:ext uri="{FF2B5EF4-FFF2-40B4-BE49-F238E27FC236}">
                <a16:creationId xmlns:a16="http://schemas.microsoft.com/office/drawing/2014/main" id="{B7F052A7-4CB7-4F75-817A-B4C19203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065">
            <a:extLst xmlns:a="http://schemas.openxmlformats.org/drawingml/2006/main">
              <a:ext uri="{FF2B5EF4-FFF2-40B4-BE49-F238E27FC236}">
                <a16:creationId xmlns:a16="http://schemas.microsoft.com/office/drawing/2014/main" id="{090AC988-1BA3-48E8-A54D-0BF11FEF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066">
            <a:extLst xmlns:a="http://schemas.openxmlformats.org/drawingml/2006/main">
              <a:ext uri="{FF2B5EF4-FFF2-40B4-BE49-F238E27FC236}">
                <a16:creationId xmlns:a16="http://schemas.microsoft.com/office/drawing/2014/main" id="{0B9452A6-109D-48EB-8859-AEA4A22B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067">
            <a:extLst xmlns:a="http://schemas.openxmlformats.org/drawingml/2006/main">
              <a:ext uri="{FF2B5EF4-FFF2-40B4-BE49-F238E27FC236}">
                <a16:creationId xmlns:a16="http://schemas.microsoft.com/office/drawing/2014/main" id="{E1782866-2587-46BC-BEA8-1654AE4E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420">
            <a:extLst xmlns:a="http://schemas.openxmlformats.org/drawingml/2006/main">
              <a:ext uri="{FF2B5EF4-FFF2-40B4-BE49-F238E27FC236}">
                <a16:creationId xmlns:a16="http://schemas.microsoft.com/office/drawing/2014/main" id="{7137B2A6-0BB7-421C-BC8B-4B31DE1B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4b395b7d06e4a55"/>
              </a:rPr>
              <a:t>Antigravity Skills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075611d53db49a0"/>
              </a:rPr>
              <a:t>Codex Skills ↗</a:t>
            </a:r>
          </a:p>
        </p:txBody>
      </p:sp>
    </p:spTree>
    <p:extLst>
      <p:ext uri="{BB962C8B-B14F-4D97-AF65-F5344CB8AC3E}">
        <p14:creationId xmlns:p14="http://schemas.microsoft.com/office/powerpoint/2010/main" val="104909848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068">
            <a:extLst xmlns:a="http://schemas.openxmlformats.org/drawingml/2006/main">
              <a:ext uri="{FF2B5EF4-FFF2-40B4-BE49-F238E27FC236}">
                <a16:creationId xmlns:a16="http://schemas.microsoft.com/office/drawing/2014/main" id="{667865A0-6AC3-464A-B0A9-40132D1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text-1069">
            <a:extLst xmlns:a="http://schemas.openxmlformats.org/drawingml/2006/main">
              <a:ext uri="{FF2B5EF4-FFF2-40B4-BE49-F238E27FC236}">
                <a16:creationId xmlns:a16="http://schemas.microsoft.com/office/drawing/2014/main" id="{7E5B4E81-85F8-43E4-84EE-8DC37D8B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25" name="shape-10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71">
            <a:extLst xmlns:a="http://schemas.openxmlformats.org/drawingml/2006/main">
              <a:ext uri="{FF2B5EF4-FFF2-40B4-BE49-F238E27FC236}">
                <a16:creationId xmlns:a16="http://schemas.microsoft.com/office/drawing/2014/main" id="{14FF620E-3868-4502-BD08-FBB3E82A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9880A31-91A7-4A21-9CFD-4EC469E7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text-1072">
            <a:extLst xmlns:a="http://schemas.openxmlformats.org/drawingml/2006/main">
              <a:ext uri="{FF2B5EF4-FFF2-40B4-BE49-F238E27FC236}">
                <a16:creationId xmlns:a16="http://schemas.microsoft.com/office/drawing/2014/main" id="{8514F021-F5B7-4DC4-95D4-6B9D960F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1073">
            <a:extLst xmlns:a="http://schemas.openxmlformats.org/drawingml/2006/main">
              <a:ext uri="{FF2B5EF4-FFF2-40B4-BE49-F238E27FC236}">
                <a16:creationId xmlns:a16="http://schemas.microsoft.com/office/drawing/2014/main" id="{78463152-2E39-4A2C-A8FE-2D85206E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8" name="text-1074">
            <a:extLst xmlns:a="http://schemas.openxmlformats.org/drawingml/2006/main">
              <a:ext uri="{FF2B5EF4-FFF2-40B4-BE49-F238E27FC236}">
                <a16:creationId xmlns:a16="http://schemas.microsoft.com/office/drawing/2014/main" id="{8BBBECCD-D01F-4633-BEC5-468CC2A4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9" name="text-1075">
            <a:extLst xmlns:a="http://schemas.openxmlformats.org/drawingml/2006/main">
              <a:ext uri="{FF2B5EF4-FFF2-40B4-BE49-F238E27FC236}">
                <a16:creationId xmlns:a16="http://schemas.microsoft.com/office/drawing/2014/main" id="{ECC5E252-EF20-43A9-8BD4-5206418E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1076">
            <a:extLst xmlns:a="http://schemas.openxmlformats.org/drawingml/2006/main">
              <a:ext uri="{FF2B5EF4-FFF2-40B4-BE49-F238E27FC236}">
                <a16:creationId xmlns:a16="http://schemas.microsoft.com/office/drawing/2014/main" id="{9EF63AC7-3975-47B7-A08B-EB1FB0A3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077">
            <a:extLst xmlns:a="http://schemas.openxmlformats.org/drawingml/2006/main">
              <a:ext uri="{FF2B5EF4-FFF2-40B4-BE49-F238E27FC236}">
                <a16:creationId xmlns:a16="http://schemas.microsoft.com/office/drawing/2014/main" id="{C85D9C71-44BC-4546-A3E4-AF3632B6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2" name="text-1078">
            <a:extLst xmlns:a="http://schemas.openxmlformats.org/drawingml/2006/main">
              <a:ext uri="{FF2B5EF4-FFF2-40B4-BE49-F238E27FC236}">
                <a16:creationId xmlns:a16="http://schemas.microsoft.com/office/drawing/2014/main" id="{71E5BF98-0483-4966-852C-18BF104F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3" name="text-1079">
            <a:extLst xmlns:a="http://schemas.openxmlformats.org/drawingml/2006/main">
              <a:ext uri="{FF2B5EF4-FFF2-40B4-BE49-F238E27FC236}">
                <a16:creationId xmlns:a16="http://schemas.microsoft.com/office/drawing/2014/main" id="{5D8B4E8F-3C68-4CC1-9A6B-46537520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1080">
            <a:extLst xmlns:a="http://schemas.openxmlformats.org/drawingml/2006/main">
              <a:ext uri="{FF2B5EF4-FFF2-40B4-BE49-F238E27FC236}">
                <a16:creationId xmlns:a16="http://schemas.microsoft.com/office/drawing/2014/main" id="{CBDA0C81-A42E-4D37-A4ED-0FB51A11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1081">
            <a:extLst xmlns:a="http://schemas.openxmlformats.org/drawingml/2006/main">
              <a:ext uri="{FF2B5EF4-FFF2-40B4-BE49-F238E27FC236}">
                <a16:creationId xmlns:a16="http://schemas.microsoft.com/office/drawing/2014/main" id="{68291CB8-2953-4127-A2AF-F9CAFD0A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16" name="text-1082">
            <a:extLst xmlns:a="http://schemas.openxmlformats.org/drawingml/2006/main">
              <a:ext uri="{FF2B5EF4-FFF2-40B4-BE49-F238E27FC236}">
                <a16:creationId xmlns:a16="http://schemas.microsoft.com/office/drawing/2014/main" id="{4B410B4F-0D0A-4684-875C-3035BD5D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17" name="text-1083">
            <a:extLst xmlns:a="http://schemas.openxmlformats.org/drawingml/2006/main">
              <a:ext uri="{FF2B5EF4-FFF2-40B4-BE49-F238E27FC236}">
                <a16:creationId xmlns:a16="http://schemas.microsoft.com/office/drawing/2014/main" id="{E7BCD75F-FD97-4479-AB91-B1DE16C1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1084">
            <a:extLst xmlns:a="http://schemas.openxmlformats.org/drawingml/2006/main">
              <a:ext uri="{FF2B5EF4-FFF2-40B4-BE49-F238E27FC236}">
                <a16:creationId xmlns:a16="http://schemas.microsoft.com/office/drawing/2014/main" id="{017425A2-4632-4089-A32E-295E8A5E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1085">
            <a:extLst xmlns:a="http://schemas.openxmlformats.org/drawingml/2006/main">
              <a:ext uri="{FF2B5EF4-FFF2-40B4-BE49-F238E27FC236}">
                <a16:creationId xmlns:a16="http://schemas.microsoft.com/office/drawing/2014/main" id="{C8D9E197-921E-413F-9C8A-C78EE6AE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0" name="text-1086">
            <a:extLst xmlns:a="http://schemas.openxmlformats.org/drawingml/2006/main">
              <a:ext uri="{FF2B5EF4-FFF2-40B4-BE49-F238E27FC236}">
                <a16:creationId xmlns:a16="http://schemas.microsoft.com/office/drawing/2014/main" id="{B668E305-A4E9-4A5F-AEB1-898FE472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1" name="text-1087">
            <a:extLst xmlns:a="http://schemas.openxmlformats.org/drawingml/2006/main">
              <a:ext uri="{FF2B5EF4-FFF2-40B4-BE49-F238E27FC236}">
                <a16:creationId xmlns:a16="http://schemas.microsoft.com/office/drawing/2014/main" id="{E18E7C19-2F8E-4869-B91F-4DD1A959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1421">
            <a:extLst xmlns:a="http://schemas.openxmlformats.org/drawingml/2006/main">
              <a:ext uri="{FF2B5EF4-FFF2-40B4-BE49-F238E27FC236}">
                <a16:creationId xmlns:a16="http://schemas.microsoft.com/office/drawing/2014/main" id="{BA443546-E5CE-4A41-8C9E-841C6F19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7bbb5596de46e6"/>
              </a:rPr>
              <a:t>Antigravity Skills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90a95aaa0314916"/>
              </a:rPr>
              <a:t>Codex Skills ↗</a:t>
            </a:r>
          </a:p>
        </p:txBody>
      </p:sp>
    </p:spTree>
    <p:extLst>
      <p:ext uri="{BB962C8B-B14F-4D97-AF65-F5344CB8AC3E}">
        <p14:creationId xmlns:p14="http://schemas.microsoft.com/office/powerpoint/2010/main" val="232160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1088">
            <a:extLst xmlns:a="http://schemas.openxmlformats.org/drawingml/2006/main">
              <a:ext uri="{FF2B5EF4-FFF2-40B4-BE49-F238E27FC236}">
                <a16:creationId xmlns:a16="http://schemas.microsoft.com/office/drawing/2014/main" id="{396159A9-44F9-4224-8898-6A2FF951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text-1089">
            <a:extLst xmlns:a="http://schemas.openxmlformats.org/drawingml/2006/main">
              <a:ext uri="{FF2B5EF4-FFF2-40B4-BE49-F238E27FC236}">
                <a16:creationId xmlns:a16="http://schemas.microsoft.com/office/drawing/2014/main" id="{8CA4C891-F052-40DF-B90B-C6DD9301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16" name="shape-10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91">
            <a:extLst xmlns:a="http://schemas.openxmlformats.org/drawingml/2006/main">
              <a:ext uri="{FF2B5EF4-FFF2-40B4-BE49-F238E27FC236}">
                <a16:creationId xmlns:a16="http://schemas.microsoft.com/office/drawing/2014/main" id="{C98AC152-A7BD-427F-A3C3-07328887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A601342-E990-48EF-A8CB-873095C0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092">
            <a:extLst xmlns:a="http://schemas.openxmlformats.org/drawingml/2006/main">
              <a:ext uri="{FF2B5EF4-FFF2-40B4-BE49-F238E27FC236}">
                <a16:creationId xmlns:a16="http://schemas.microsoft.com/office/drawing/2014/main" id="{7D58D906-C3A1-463F-8F4D-3B647364B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093">
            <a:extLst xmlns:a="http://schemas.openxmlformats.org/drawingml/2006/main">
              <a:ext uri="{FF2B5EF4-FFF2-40B4-BE49-F238E27FC236}">
                <a16:creationId xmlns:a16="http://schemas.microsoft.com/office/drawing/2014/main" id="{4561A499-17B7-485D-88A8-1AD6EC51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094">
            <a:extLst xmlns:a="http://schemas.openxmlformats.org/drawingml/2006/main">
              <a:ext uri="{FF2B5EF4-FFF2-40B4-BE49-F238E27FC236}">
                <a16:creationId xmlns:a16="http://schemas.microsoft.com/office/drawing/2014/main" id="{FF16C643-977A-41F0-900A-23CFA4C9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095">
            <a:extLst xmlns:a="http://schemas.openxmlformats.org/drawingml/2006/main">
              <a:ext uri="{FF2B5EF4-FFF2-40B4-BE49-F238E27FC236}">
                <a16:creationId xmlns:a16="http://schemas.microsoft.com/office/drawing/2014/main" id="{4C367740-9D95-47D2-90F2-4128EA4C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096">
            <a:extLst xmlns:a="http://schemas.openxmlformats.org/drawingml/2006/main">
              <a:ext uri="{FF2B5EF4-FFF2-40B4-BE49-F238E27FC236}">
                <a16:creationId xmlns:a16="http://schemas.microsoft.com/office/drawing/2014/main" id="{A039BB12-7785-4A39-8FEC-312F1242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097">
            <a:extLst xmlns:a="http://schemas.openxmlformats.org/drawingml/2006/main">
              <a:ext uri="{FF2B5EF4-FFF2-40B4-BE49-F238E27FC236}">
                <a16:creationId xmlns:a16="http://schemas.microsoft.com/office/drawing/2014/main" id="{7AB78867-4F3D-43C0-BC65-B3882511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098">
            <a:extLst xmlns:a="http://schemas.openxmlformats.org/drawingml/2006/main">
              <a:ext uri="{FF2B5EF4-FFF2-40B4-BE49-F238E27FC236}">
                <a16:creationId xmlns:a16="http://schemas.microsoft.com/office/drawing/2014/main" id="{100A2BB3-9FF0-4E36-9696-F9E97CEA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422">
            <a:extLst xmlns:a="http://schemas.openxmlformats.org/drawingml/2006/main">
              <a:ext uri="{FF2B5EF4-FFF2-40B4-BE49-F238E27FC236}">
                <a16:creationId xmlns:a16="http://schemas.microsoft.com/office/drawing/2014/main" id="{CAE69D0D-DDE1-46E4-85D7-70BB6A8E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97f7ca3e964252"/>
              </a:rPr>
              <a:t>Antigravity Skills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59b796a99484cbb"/>
              </a:rPr>
              <a:t>Codex Skills ↗</a:t>
            </a:r>
          </a:p>
        </p:txBody>
      </p:sp>
    </p:spTree>
    <p:extLst>
      <p:ext uri="{BB962C8B-B14F-4D97-AF65-F5344CB8AC3E}">
        <p14:creationId xmlns:p14="http://schemas.microsoft.com/office/powerpoint/2010/main" val="180192836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1099">
            <a:extLst xmlns:a="http://schemas.openxmlformats.org/drawingml/2006/main">
              <a:ext uri="{FF2B5EF4-FFF2-40B4-BE49-F238E27FC236}">
                <a16:creationId xmlns:a16="http://schemas.microsoft.com/office/drawing/2014/main" id="{B162E777-9732-4086-B61D-416392EF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text-1100">
            <a:extLst xmlns:a="http://schemas.openxmlformats.org/drawingml/2006/main">
              <a:ext uri="{FF2B5EF4-FFF2-40B4-BE49-F238E27FC236}">
                <a16:creationId xmlns:a16="http://schemas.microsoft.com/office/drawing/2014/main" id="{2FE41896-3ED7-48FC-A93C-D4A7A9BD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29" name="shape-11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02">
            <a:extLst xmlns:a="http://schemas.openxmlformats.org/drawingml/2006/main">
              <a:ext uri="{FF2B5EF4-FFF2-40B4-BE49-F238E27FC236}">
                <a16:creationId xmlns:a16="http://schemas.microsoft.com/office/drawing/2014/main" id="{D8804A14-3852-45E9-9736-8091E15D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E7D8BFE-DED4-4D7E-8921-418F6D5A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103">
            <a:extLst xmlns:a="http://schemas.openxmlformats.org/drawingml/2006/main">
              <a:ext uri="{FF2B5EF4-FFF2-40B4-BE49-F238E27FC236}">
                <a16:creationId xmlns:a16="http://schemas.microsoft.com/office/drawing/2014/main" id="{F3260157-1632-412D-8FA3-DF71072B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04">
            <a:extLst xmlns:a="http://schemas.openxmlformats.org/drawingml/2006/main">
              <a:ext uri="{FF2B5EF4-FFF2-40B4-BE49-F238E27FC236}">
                <a16:creationId xmlns:a16="http://schemas.microsoft.com/office/drawing/2014/main" id="{1F855921-EFAA-42C3-AE87-A8DDE327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05">
            <a:extLst xmlns:a="http://schemas.openxmlformats.org/drawingml/2006/main">
              <a:ext uri="{FF2B5EF4-FFF2-40B4-BE49-F238E27FC236}">
                <a16:creationId xmlns:a16="http://schemas.microsoft.com/office/drawing/2014/main" id="{BDC95762-D8DC-4380-909F-AC635219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106">
            <a:extLst xmlns:a="http://schemas.openxmlformats.org/drawingml/2006/main">
              <a:ext uri="{FF2B5EF4-FFF2-40B4-BE49-F238E27FC236}">
                <a16:creationId xmlns:a16="http://schemas.microsoft.com/office/drawing/2014/main" id="{FA7D125C-9538-4BC5-A3C9-BD12819B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107">
            <a:extLst xmlns:a="http://schemas.openxmlformats.org/drawingml/2006/main">
              <a:ext uri="{FF2B5EF4-FFF2-40B4-BE49-F238E27FC236}">
                <a16:creationId xmlns:a16="http://schemas.microsoft.com/office/drawing/2014/main" id="{301D2FAF-5F76-40BD-AC64-766A3F52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08">
            <a:extLst xmlns:a="http://schemas.openxmlformats.org/drawingml/2006/main">
              <a:ext uri="{FF2B5EF4-FFF2-40B4-BE49-F238E27FC236}">
                <a16:creationId xmlns:a16="http://schemas.microsoft.com/office/drawing/2014/main" id="{8A273685-402C-4A98-B0FB-7CEE9A20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09">
            <a:extLst xmlns:a="http://schemas.openxmlformats.org/drawingml/2006/main">
              <a:ext uri="{FF2B5EF4-FFF2-40B4-BE49-F238E27FC236}">
                <a16:creationId xmlns:a16="http://schemas.microsoft.com/office/drawing/2014/main" id="{267AF5A7-FDA7-455C-B6FB-BB33CF14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110">
            <a:extLst xmlns:a="http://schemas.openxmlformats.org/drawingml/2006/main">
              <a:ext uri="{FF2B5EF4-FFF2-40B4-BE49-F238E27FC236}">
                <a16:creationId xmlns:a16="http://schemas.microsoft.com/office/drawing/2014/main" id="{92771674-3BB1-4D3C-8218-CA400566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111">
            <a:extLst xmlns:a="http://schemas.openxmlformats.org/drawingml/2006/main">
              <a:ext uri="{FF2B5EF4-FFF2-40B4-BE49-F238E27FC236}">
                <a16:creationId xmlns:a16="http://schemas.microsoft.com/office/drawing/2014/main" id="{2CE96697-8562-4BCF-BA64-21D854F9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12">
            <a:extLst xmlns:a="http://schemas.openxmlformats.org/drawingml/2006/main">
              <a:ext uri="{FF2B5EF4-FFF2-40B4-BE49-F238E27FC236}">
                <a16:creationId xmlns:a16="http://schemas.microsoft.com/office/drawing/2014/main" id="{E6CD695B-8EBB-42F9-B448-17968783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13">
            <a:extLst xmlns:a="http://schemas.openxmlformats.org/drawingml/2006/main">
              <a:ext uri="{FF2B5EF4-FFF2-40B4-BE49-F238E27FC236}">
                <a16:creationId xmlns:a16="http://schemas.microsoft.com/office/drawing/2014/main" id="{2F550DB5-C8E5-4737-B6C2-05C84268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114">
            <a:extLst xmlns:a="http://schemas.openxmlformats.org/drawingml/2006/main">
              <a:ext uri="{FF2B5EF4-FFF2-40B4-BE49-F238E27FC236}">
                <a16:creationId xmlns:a16="http://schemas.microsoft.com/office/drawing/2014/main" id="{BA3A8A55-5FED-4BD8-B824-46E6F6B36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115">
            <a:extLst xmlns:a="http://schemas.openxmlformats.org/drawingml/2006/main">
              <a:ext uri="{FF2B5EF4-FFF2-40B4-BE49-F238E27FC236}">
                <a16:creationId xmlns:a16="http://schemas.microsoft.com/office/drawing/2014/main" id="{E9DA3FFB-A5D2-4576-81BD-B683C248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116">
            <a:extLst xmlns:a="http://schemas.openxmlformats.org/drawingml/2006/main">
              <a:ext uri="{FF2B5EF4-FFF2-40B4-BE49-F238E27FC236}">
                <a16:creationId xmlns:a16="http://schemas.microsoft.com/office/drawing/2014/main" id="{36A76533-B0F3-44A4-8EF2-9D7EBECB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117">
            <a:extLst xmlns:a="http://schemas.openxmlformats.org/drawingml/2006/main">
              <a:ext uri="{FF2B5EF4-FFF2-40B4-BE49-F238E27FC236}">
                <a16:creationId xmlns:a16="http://schemas.microsoft.com/office/drawing/2014/main" id="{A114363E-0670-456A-A7CA-E52D1AEC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118">
            <a:extLst xmlns:a="http://schemas.openxmlformats.org/drawingml/2006/main">
              <a:ext uri="{FF2B5EF4-FFF2-40B4-BE49-F238E27FC236}">
                <a16:creationId xmlns:a16="http://schemas.microsoft.com/office/drawing/2014/main" id="{36F3D858-3AA5-4A3E-9280-26594532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48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0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119">
            <a:extLst xmlns:a="http://schemas.openxmlformats.org/drawingml/2006/main">
              <a:ext uri="{FF2B5EF4-FFF2-40B4-BE49-F238E27FC236}">
                <a16:creationId xmlns:a16="http://schemas.microsoft.com/office/drawing/2014/main" id="{2C9CE084-9D8C-411E-B76F-8CF71E9D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423">
            <a:extLst xmlns:a="http://schemas.openxmlformats.org/drawingml/2006/main">
              <a:ext uri="{FF2B5EF4-FFF2-40B4-BE49-F238E27FC236}">
                <a16:creationId xmlns:a16="http://schemas.microsoft.com/office/drawing/2014/main" id="{83605E2A-8B7C-438A-8AB5-D3927586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8a2f8236d34b9d"/>
              </a:rPr>
              <a:t>Antigravity Skills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90bfe64af9a4895"/>
              </a:rPr>
              <a:t>Codex Skills ↗</a:t>
            </a:r>
          </a:p>
        </p:txBody>
      </p:sp>
    </p:spTree>
    <p:extLst>
      <p:ext uri="{BB962C8B-B14F-4D97-AF65-F5344CB8AC3E}">
        <p14:creationId xmlns:p14="http://schemas.microsoft.com/office/powerpoint/2010/main" val="203657885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120">
            <a:extLst xmlns:a="http://schemas.openxmlformats.org/drawingml/2006/main">
              <a:ext uri="{FF2B5EF4-FFF2-40B4-BE49-F238E27FC236}">
                <a16:creationId xmlns:a16="http://schemas.microsoft.com/office/drawing/2014/main" id="{E44BA403-4736-4D5B-866B-73297F5C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1121">
            <a:extLst xmlns:a="http://schemas.openxmlformats.org/drawingml/2006/main">
              <a:ext uri="{FF2B5EF4-FFF2-40B4-BE49-F238E27FC236}">
                <a16:creationId xmlns:a16="http://schemas.microsoft.com/office/drawing/2014/main" id="{ED943D6C-839E-490E-BCAF-A23EDA82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2" name="shape-11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23">
            <a:extLst xmlns:a="http://schemas.openxmlformats.org/drawingml/2006/main">
              <a:ext uri="{FF2B5EF4-FFF2-40B4-BE49-F238E27FC236}">
                <a16:creationId xmlns:a16="http://schemas.microsoft.com/office/drawing/2014/main" id="{F40AF770-888F-45B2-8198-3F9E5F2B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BFF73F-D5D4-4E48-9ED2-195F4321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124">
            <a:extLst xmlns:a="http://schemas.openxmlformats.org/drawingml/2006/main">
              <a:ext uri="{FF2B5EF4-FFF2-40B4-BE49-F238E27FC236}">
                <a16:creationId xmlns:a16="http://schemas.microsoft.com/office/drawing/2014/main" id="{48982489-4D31-4942-AAD7-B67D8243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25">
            <a:extLst xmlns:a="http://schemas.openxmlformats.org/drawingml/2006/main">
              <a:ext uri="{FF2B5EF4-FFF2-40B4-BE49-F238E27FC236}">
                <a16:creationId xmlns:a16="http://schemas.microsoft.com/office/drawing/2014/main" id="{F54E993E-0558-40E2-AADF-2DCCC4B0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26">
            <a:extLst xmlns:a="http://schemas.openxmlformats.org/drawingml/2006/main">
              <a:ext uri="{FF2B5EF4-FFF2-40B4-BE49-F238E27FC236}">
                <a16:creationId xmlns:a16="http://schemas.microsoft.com/office/drawing/2014/main" id="{8B00B47D-EAA1-4A57-B708-42C0C290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27">
            <a:extLst xmlns:a="http://schemas.openxmlformats.org/drawingml/2006/main">
              <a:ext uri="{FF2B5EF4-FFF2-40B4-BE49-F238E27FC236}">
                <a16:creationId xmlns:a16="http://schemas.microsoft.com/office/drawing/2014/main" id="{3EFD151B-19AC-46F6-9D06-09523C73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128">
            <a:extLst xmlns:a="http://schemas.openxmlformats.org/drawingml/2006/main">
              <a:ext uri="{FF2B5EF4-FFF2-40B4-BE49-F238E27FC236}">
                <a16:creationId xmlns:a16="http://schemas.microsoft.com/office/drawing/2014/main" id="{54D62EA1-BB81-44CA-8CFE-DFACF434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29">
            <a:extLst xmlns:a="http://schemas.openxmlformats.org/drawingml/2006/main">
              <a:ext uri="{FF2B5EF4-FFF2-40B4-BE49-F238E27FC236}">
                <a16:creationId xmlns:a16="http://schemas.microsoft.com/office/drawing/2014/main" id="{D8383A83-8F64-4961-8F22-1315C13A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130">
            <a:extLst xmlns:a="http://schemas.openxmlformats.org/drawingml/2006/main">
              <a:ext uri="{FF2B5EF4-FFF2-40B4-BE49-F238E27FC236}">
                <a16:creationId xmlns:a16="http://schemas.microsoft.com/office/drawing/2014/main" id="{30FD1083-532B-4AD4-811C-A5BAE8E9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31">
            <a:extLst xmlns:a="http://schemas.openxmlformats.org/drawingml/2006/main">
              <a:ext uri="{FF2B5EF4-FFF2-40B4-BE49-F238E27FC236}">
                <a16:creationId xmlns:a16="http://schemas.microsoft.com/office/drawing/2014/main" id="{DCCDA9B1-0269-41EB-869F-FD1AFC80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132">
            <a:extLst xmlns:a="http://schemas.openxmlformats.org/drawingml/2006/main">
              <a:ext uri="{FF2B5EF4-FFF2-40B4-BE49-F238E27FC236}">
                <a16:creationId xmlns:a16="http://schemas.microsoft.com/office/drawing/2014/main" id="{6213A88F-C3B6-4E25-8C6B-ECD534CE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33">
            <a:extLst xmlns:a="http://schemas.openxmlformats.org/drawingml/2006/main">
              <a:ext uri="{FF2B5EF4-FFF2-40B4-BE49-F238E27FC236}">
                <a16:creationId xmlns:a16="http://schemas.microsoft.com/office/drawing/2014/main" id="{D6790E62-C6CF-4454-8614-9E0670DC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134">
            <a:extLst xmlns:a="http://schemas.openxmlformats.org/drawingml/2006/main">
              <a:ext uri="{FF2B5EF4-FFF2-40B4-BE49-F238E27FC236}">
                <a16:creationId xmlns:a16="http://schemas.microsoft.com/office/drawing/2014/main" id="{28EB33EB-8DD5-490B-A5B2-EBC38F00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35">
            <a:extLst xmlns:a="http://schemas.openxmlformats.org/drawingml/2006/main">
              <a:ext uri="{FF2B5EF4-FFF2-40B4-BE49-F238E27FC236}">
                <a16:creationId xmlns:a16="http://schemas.microsoft.com/office/drawing/2014/main" id="{3AE5CBE4-BBCE-4CF3-86F6-ED1F81891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36">
            <a:extLst xmlns:a="http://schemas.openxmlformats.org/drawingml/2006/main">
              <a:ext uri="{FF2B5EF4-FFF2-40B4-BE49-F238E27FC236}">
                <a16:creationId xmlns:a16="http://schemas.microsoft.com/office/drawing/2014/main" id="{C5887D8D-56B1-4427-8A39-67323EC0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424">
            <a:extLst xmlns:a="http://schemas.openxmlformats.org/drawingml/2006/main">
              <a:ext uri="{FF2B5EF4-FFF2-40B4-BE49-F238E27FC236}">
                <a16:creationId xmlns:a16="http://schemas.microsoft.com/office/drawing/2014/main" id="{A56AB6E4-B90B-43D8-9A33-B56527D5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800306ea4a14959"/>
              </a:rPr>
              <a:t>Antigravity Skills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9deb23ef814a16"/>
              </a:rPr>
              <a:t>Codex Skills ↗</a:t>
            </a:r>
          </a:p>
        </p:txBody>
      </p:sp>
    </p:spTree>
    <p:extLst>
      <p:ext uri="{BB962C8B-B14F-4D97-AF65-F5344CB8AC3E}">
        <p14:creationId xmlns:p14="http://schemas.microsoft.com/office/powerpoint/2010/main" val="49623606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37">
            <a:extLst xmlns:a="http://schemas.openxmlformats.org/drawingml/2006/main">
              <a:ext uri="{FF2B5EF4-FFF2-40B4-BE49-F238E27FC236}">
                <a16:creationId xmlns:a16="http://schemas.microsoft.com/office/drawing/2014/main" id="{F4A23054-7FF8-4086-AC15-89B121A6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text-1138">
            <a:extLst xmlns:a="http://schemas.openxmlformats.org/drawingml/2006/main">
              <a:ext uri="{FF2B5EF4-FFF2-40B4-BE49-F238E27FC236}">
                <a16:creationId xmlns:a16="http://schemas.microsoft.com/office/drawing/2014/main" id="{C5281691-B3E4-403C-9126-BFBCD6AD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25" name="shape-113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40">
            <a:extLst xmlns:a="http://schemas.openxmlformats.org/drawingml/2006/main">
              <a:ext uri="{FF2B5EF4-FFF2-40B4-BE49-F238E27FC236}">
                <a16:creationId xmlns:a16="http://schemas.microsoft.com/office/drawing/2014/main" id="{B989CC67-60C9-48DD-B8D7-14D839C1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E29490-8BA0-4AB3-8F70-0AA7B867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141">
            <a:extLst xmlns:a="http://schemas.openxmlformats.org/drawingml/2006/main">
              <a:ext uri="{FF2B5EF4-FFF2-40B4-BE49-F238E27FC236}">
                <a16:creationId xmlns:a16="http://schemas.microsoft.com/office/drawing/2014/main" id="{AA20AF79-2A38-4311-A3C0-956CECC9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42">
            <a:extLst xmlns:a="http://schemas.openxmlformats.org/drawingml/2006/main">
              <a:ext uri="{FF2B5EF4-FFF2-40B4-BE49-F238E27FC236}">
                <a16:creationId xmlns:a16="http://schemas.microsoft.com/office/drawing/2014/main" id="{CF2FCD0E-79EE-4EC7-ADBD-8033FF6D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43">
            <a:extLst xmlns:a="http://schemas.openxmlformats.org/drawingml/2006/main">
              <a:ext uri="{FF2B5EF4-FFF2-40B4-BE49-F238E27FC236}">
                <a16:creationId xmlns:a16="http://schemas.microsoft.com/office/drawing/2014/main" id="{2B60C9D5-3DF9-47A5-9956-0F793E4D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144">
            <a:extLst xmlns:a="http://schemas.openxmlformats.org/drawingml/2006/main">
              <a:ext uri="{FF2B5EF4-FFF2-40B4-BE49-F238E27FC236}">
                <a16:creationId xmlns:a16="http://schemas.microsoft.com/office/drawing/2014/main" id="{DEC9479E-E613-4C0E-89AD-C0A5A053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145">
            <a:extLst xmlns:a="http://schemas.openxmlformats.org/drawingml/2006/main">
              <a:ext uri="{FF2B5EF4-FFF2-40B4-BE49-F238E27FC236}">
                <a16:creationId xmlns:a16="http://schemas.microsoft.com/office/drawing/2014/main" id="{446D7E99-9AB5-4615-9DF1-E70DA8F7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46">
            <a:extLst xmlns:a="http://schemas.openxmlformats.org/drawingml/2006/main">
              <a:ext uri="{FF2B5EF4-FFF2-40B4-BE49-F238E27FC236}">
                <a16:creationId xmlns:a16="http://schemas.microsoft.com/office/drawing/2014/main" id="{CC4D7671-BF3F-4CC4-A63D-91CA2A98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47">
            <a:extLst xmlns:a="http://schemas.openxmlformats.org/drawingml/2006/main">
              <a:ext uri="{FF2B5EF4-FFF2-40B4-BE49-F238E27FC236}">
                <a16:creationId xmlns:a16="http://schemas.microsoft.com/office/drawing/2014/main" id="{53C4BF84-F7EB-4EC1-A719-B11EA2D7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148">
            <a:extLst xmlns:a="http://schemas.openxmlformats.org/drawingml/2006/main">
              <a:ext uri="{FF2B5EF4-FFF2-40B4-BE49-F238E27FC236}">
                <a16:creationId xmlns:a16="http://schemas.microsoft.com/office/drawing/2014/main" id="{1A3029B5-2D67-470F-95DB-93112139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149">
            <a:extLst xmlns:a="http://schemas.openxmlformats.org/drawingml/2006/main">
              <a:ext uri="{FF2B5EF4-FFF2-40B4-BE49-F238E27FC236}">
                <a16:creationId xmlns:a16="http://schemas.microsoft.com/office/drawing/2014/main" id="{211FEA66-5FDB-4B86-9881-5D856277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50">
            <a:extLst xmlns:a="http://schemas.openxmlformats.org/drawingml/2006/main">
              <a:ext uri="{FF2B5EF4-FFF2-40B4-BE49-F238E27FC236}">
                <a16:creationId xmlns:a16="http://schemas.microsoft.com/office/drawing/2014/main" id="{91A4E62E-2972-4D34-847D-D0EBCFE9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51">
            <a:extLst xmlns:a="http://schemas.openxmlformats.org/drawingml/2006/main">
              <a:ext uri="{FF2B5EF4-FFF2-40B4-BE49-F238E27FC236}">
                <a16:creationId xmlns:a16="http://schemas.microsoft.com/office/drawing/2014/main" id="{DA8DDDE7-8C2C-4A27-8F7C-4180DE05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152">
            <a:extLst xmlns:a="http://schemas.openxmlformats.org/drawingml/2006/main">
              <a:ext uri="{FF2B5EF4-FFF2-40B4-BE49-F238E27FC236}">
                <a16:creationId xmlns:a16="http://schemas.microsoft.com/office/drawing/2014/main" id="{6F5BD94E-C19A-43CE-9798-F5533CCD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153">
            <a:extLst xmlns:a="http://schemas.openxmlformats.org/drawingml/2006/main">
              <a:ext uri="{FF2B5EF4-FFF2-40B4-BE49-F238E27FC236}">
                <a16:creationId xmlns:a16="http://schemas.microsoft.com/office/drawing/2014/main" id="{1A70EFB7-6B81-424F-9C3F-CD8978E3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54">
            <a:extLst xmlns:a="http://schemas.openxmlformats.org/drawingml/2006/main">
              <a:ext uri="{FF2B5EF4-FFF2-40B4-BE49-F238E27FC236}">
                <a16:creationId xmlns:a16="http://schemas.microsoft.com/office/drawing/2014/main" id="{96811450-6170-4547-B947-BD7C09E1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55">
            <a:extLst xmlns:a="http://schemas.openxmlformats.org/drawingml/2006/main">
              <a:ext uri="{FF2B5EF4-FFF2-40B4-BE49-F238E27FC236}">
                <a16:creationId xmlns:a16="http://schemas.microsoft.com/office/drawing/2014/main" id="{F9FD5AF9-2A07-49AB-BF1D-84D43B67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156">
            <a:extLst xmlns:a="http://schemas.openxmlformats.org/drawingml/2006/main">
              <a:ext uri="{FF2B5EF4-FFF2-40B4-BE49-F238E27FC236}">
                <a16:creationId xmlns:a16="http://schemas.microsoft.com/office/drawing/2014/main" id="{55B07844-5433-4CF4-93B6-07DF17DF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425">
            <a:extLst xmlns:a="http://schemas.openxmlformats.org/drawingml/2006/main">
              <a:ext uri="{FF2B5EF4-FFF2-40B4-BE49-F238E27FC236}">
                <a16:creationId xmlns:a16="http://schemas.microsoft.com/office/drawing/2014/main" id="{60FCE87F-09E5-44FD-9364-9ADCFB5E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6994a35fe64862"/>
              </a:rPr>
              <a:t>Antigravity Skills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763c6ef811c4c63"/>
              </a:rPr>
              <a:t>Codex Skills ↗</a:t>
            </a:r>
          </a:p>
        </p:txBody>
      </p:sp>
    </p:spTree>
    <p:extLst>
      <p:ext uri="{BB962C8B-B14F-4D97-AF65-F5344CB8AC3E}">
        <p14:creationId xmlns:p14="http://schemas.microsoft.com/office/powerpoint/2010/main" val="52967960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157">
            <a:extLst xmlns:a="http://schemas.openxmlformats.org/drawingml/2006/main">
              <a:ext uri="{FF2B5EF4-FFF2-40B4-BE49-F238E27FC236}">
                <a16:creationId xmlns:a16="http://schemas.microsoft.com/office/drawing/2014/main" id="{B9AC84E0-8641-45EE-AE7F-C302B968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158">
            <a:extLst xmlns:a="http://schemas.openxmlformats.org/drawingml/2006/main">
              <a:ext uri="{FF2B5EF4-FFF2-40B4-BE49-F238E27FC236}">
                <a16:creationId xmlns:a16="http://schemas.microsoft.com/office/drawing/2014/main" id="{7162F69C-AA46-48B4-9F5D-59116D19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159">
            <a:extLst xmlns:a="http://schemas.openxmlformats.org/drawingml/2006/main">
              <a:ext uri="{FF2B5EF4-FFF2-40B4-BE49-F238E27FC236}">
                <a16:creationId xmlns:a16="http://schemas.microsoft.com/office/drawing/2014/main" id="{A29DFEF7-5784-4D0A-A54C-26494112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160">
            <a:extLst xmlns:a="http://schemas.openxmlformats.org/drawingml/2006/main">
              <a:ext uri="{FF2B5EF4-FFF2-40B4-BE49-F238E27FC236}">
                <a16:creationId xmlns:a16="http://schemas.microsoft.com/office/drawing/2014/main" id="{D2F424A0-945C-4C58-8A51-0430A5BE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61">
            <a:extLst xmlns:a="http://schemas.openxmlformats.org/drawingml/2006/main">
              <a:ext uri="{FF2B5EF4-FFF2-40B4-BE49-F238E27FC236}">
                <a16:creationId xmlns:a16="http://schemas.microsoft.com/office/drawing/2014/main" id="{0200C5D5-0E2B-4873-99B7-9BD071C5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5" name="shape-11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163">
            <a:extLst xmlns:a="http://schemas.openxmlformats.org/drawingml/2006/main">
              <a:ext uri="{FF2B5EF4-FFF2-40B4-BE49-F238E27FC236}">
                <a16:creationId xmlns:a16="http://schemas.microsoft.com/office/drawing/2014/main" id="{9B25F234-239F-474D-BC43-DBFF8BB2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B859CC-3292-41E5-91A3-7155E35C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427">
            <a:extLst xmlns:a="http://schemas.openxmlformats.org/drawingml/2006/main">
              <a:ext uri="{FF2B5EF4-FFF2-40B4-BE49-F238E27FC236}">
                <a16:creationId xmlns:a16="http://schemas.microsoft.com/office/drawing/2014/main" id="{BC3A61AD-C454-4EB2-8205-F6D36897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9769227a57d4885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0cccc369954413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212602930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1164">
            <a:extLst xmlns:a="http://schemas.openxmlformats.org/drawingml/2006/main">
              <a:ext uri="{FF2B5EF4-FFF2-40B4-BE49-F238E27FC236}">
                <a16:creationId xmlns:a16="http://schemas.microsoft.com/office/drawing/2014/main" id="{74975943-E03E-42AB-87F5-3221A64F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text-1165">
            <a:extLst xmlns:a="http://schemas.openxmlformats.org/drawingml/2006/main">
              <a:ext uri="{FF2B5EF4-FFF2-40B4-BE49-F238E27FC236}">
                <a16:creationId xmlns:a16="http://schemas.microsoft.com/office/drawing/2014/main" id="{FCC8B6D9-F1B4-491D-A9BC-5C2C8458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26" name="shape-116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67">
            <a:extLst xmlns:a="http://schemas.openxmlformats.org/drawingml/2006/main">
              <a:ext uri="{FF2B5EF4-FFF2-40B4-BE49-F238E27FC236}">
                <a16:creationId xmlns:a16="http://schemas.microsoft.com/office/drawing/2014/main" id="{51AC1398-6AFE-499F-876B-2B29B0F0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0E06155-F11A-48D9-B024-3DC75ECB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168">
            <a:extLst xmlns:a="http://schemas.openxmlformats.org/drawingml/2006/main">
              <a:ext uri="{FF2B5EF4-FFF2-40B4-BE49-F238E27FC236}">
                <a16:creationId xmlns:a16="http://schemas.microsoft.com/office/drawing/2014/main" id="{680CE8CC-65E8-4C70-9AFA-B34989CF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69">
            <a:extLst xmlns:a="http://schemas.openxmlformats.org/drawingml/2006/main">
              <a:ext uri="{FF2B5EF4-FFF2-40B4-BE49-F238E27FC236}">
                <a16:creationId xmlns:a16="http://schemas.microsoft.com/office/drawing/2014/main" id="{7F9F79ED-C16B-4D48-95E0-B1E4F4F6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70">
            <a:extLst xmlns:a="http://schemas.openxmlformats.org/drawingml/2006/main">
              <a:ext uri="{FF2B5EF4-FFF2-40B4-BE49-F238E27FC236}">
                <a16:creationId xmlns:a16="http://schemas.microsoft.com/office/drawing/2014/main" id="{18559899-53C1-45A1-AC97-B489B50E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171">
            <a:extLst xmlns:a="http://schemas.openxmlformats.org/drawingml/2006/main">
              <a:ext uri="{FF2B5EF4-FFF2-40B4-BE49-F238E27FC236}">
                <a16:creationId xmlns:a16="http://schemas.microsoft.com/office/drawing/2014/main" id="{0B8A63EC-E4E9-4BD1-920D-8D625AE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172">
            <a:extLst xmlns:a="http://schemas.openxmlformats.org/drawingml/2006/main">
              <a:ext uri="{FF2B5EF4-FFF2-40B4-BE49-F238E27FC236}">
                <a16:creationId xmlns:a16="http://schemas.microsoft.com/office/drawing/2014/main" id="{F2B2AA36-5CD8-4EC0-9A58-448F9563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173">
            <a:extLst xmlns:a="http://schemas.openxmlformats.org/drawingml/2006/main">
              <a:ext uri="{FF2B5EF4-FFF2-40B4-BE49-F238E27FC236}">
                <a16:creationId xmlns:a16="http://schemas.microsoft.com/office/drawing/2014/main" id="{8641E5D3-5728-4D55-B144-2D89B49D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174">
            <a:extLst xmlns:a="http://schemas.openxmlformats.org/drawingml/2006/main">
              <a:ext uri="{FF2B5EF4-FFF2-40B4-BE49-F238E27FC236}">
                <a16:creationId xmlns:a16="http://schemas.microsoft.com/office/drawing/2014/main" id="{445B66CF-4B7F-4CEC-9249-4FE12E41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175">
            <a:extLst xmlns:a="http://schemas.openxmlformats.org/drawingml/2006/main">
              <a:ext uri="{FF2B5EF4-FFF2-40B4-BE49-F238E27FC236}">
                <a16:creationId xmlns:a16="http://schemas.microsoft.com/office/drawing/2014/main" id="{7C20EE1F-5012-492B-9063-2FDEF7CA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176">
            <a:extLst xmlns:a="http://schemas.openxmlformats.org/drawingml/2006/main">
              <a:ext uri="{FF2B5EF4-FFF2-40B4-BE49-F238E27FC236}">
                <a16:creationId xmlns:a16="http://schemas.microsoft.com/office/drawing/2014/main" id="{980AA22D-F4FF-4CD5-80DA-E5C98DF7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38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9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177">
            <a:extLst xmlns:a="http://schemas.openxmlformats.org/drawingml/2006/main">
              <a:ext uri="{FF2B5EF4-FFF2-40B4-BE49-F238E27FC236}">
                <a16:creationId xmlns:a16="http://schemas.microsoft.com/office/drawing/2014/main" id="{F4BEAA6C-254D-44BC-ADBB-046EF3B7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178">
            <a:extLst xmlns:a="http://schemas.openxmlformats.org/drawingml/2006/main">
              <a:ext uri="{FF2B5EF4-FFF2-40B4-BE49-F238E27FC236}">
                <a16:creationId xmlns:a16="http://schemas.microsoft.com/office/drawing/2014/main" id="{5449F5FA-8E52-4B5D-A106-D839B7A3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179">
            <a:extLst xmlns:a="http://schemas.openxmlformats.org/drawingml/2006/main">
              <a:ext uri="{FF2B5EF4-FFF2-40B4-BE49-F238E27FC236}">
                <a16:creationId xmlns:a16="http://schemas.microsoft.com/office/drawing/2014/main" id="{F564DD40-5458-4048-A6CC-7850E9C1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3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180">
            <a:extLst xmlns:a="http://schemas.openxmlformats.org/drawingml/2006/main">
              <a:ext uri="{FF2B5EF4-FFF2-40B4-BE49-F238E27FC236}">
                <a16:creationId xmlns:a16="http://schemas.microsoft.com/office/drawing/2014/main" id="{0BAE9DB4-FC48-4F3D-8C70-7EFD9C9D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428">
            <a:extLst xmlns:a="http://schemas.openxmlformats.org/drawingml/2006/main">
              <a:ext uri="{FF2B5EF4-FFF2-40B4-BE49-F238E27FC236}">
                <a16:creationId xmlns:a16="http://schemas.microsoft.com/office/drawing/2014/main" id="{28D676BA-B482-4969-B38A-0492398E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b684d48827a41f6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538711743d94a45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110303852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1181">
            <a:extLst xmlns:a="http://schemas.openxmlformats.org/drawingml/2006/main">
              <a:ext uri="{FF2B5EF4-FFF2-40B4-BE49-F238E27FC236}">
                <a16:creationId xmlns:a16="http://schemas.microsoft.com/office/drawing/2014/main" id="{D90674E1-C7EF-472A-BCCA-5AEEAF58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text-1182">
            <a:extLst xmlns:a="http://schemas.openxmlformats.org/drawingml/2006/main">
              <a:ext uri="{FF2B5EF4-FFF2-40B4-BE49-F238E27FC236}">
                <a16:creationId xmlns:a16="http://schemas.microsoft.com/office/drawing/2014/main" id="{1E93D2AE-DA44-4F6A-BE14-16AB3C9B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37" name="shape-11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84">
            <a:extLst xmlns:a="http://schemas.openxmlformats.org/drawingml/2006/main">
              <a:ext uri="{FF2B5EF4-FFF2-40B4-BE49-F238E27FC236}">
                <a16:creationId xmlns:a16="http://schemas.microsoft.com/office/drawing/2014/main" id="{2692DB33-4806-4FE1-9D19-37307FE7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0701D79-8237-4A70-9383-25B94C72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text-1185">
            <a:extLst xmlns:a="http://schemas.openxmlformats.org/drawingml/2006/main">
              <a:ext uri="{FF2B5EF4-FFF2-40B4-BE49-F238E27FC236}">
                <a16:creationId xmlns:a16="http://schemas.microsoft.com/office/drawing/2014/main" id="{0281FEF6-5497-4EB9-ABDE-DEB112FD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1186">
            <a:extLst xmlns:a="http://schemas.openxmlformats.org/drawingml/2006/main">
              <a:ext uri="{FF2B5EF4-FFF2-40B4-BE49-F238E27FC236}">
                <a16:creationId xmlns:a16="http://schemas.microsoft.com/office/drawing/2014/main" id="{C3CA7204-1828-405C-8EBB-55D7B6E4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8" name="text-1187">
            <a:extLst xmlns:a="http://schemas.openxmlformats.org/drawingml/2006/main">
              <a:ext uri="{FF2B5EF4-FFF2-40B4-BE49-F238E27FC236}">
                <a16:creationId xmlns:a16="http://schemas.microsoft.com/office/drawing/2014/main" id="{6BC6CA63-A60B-45CB-9C9E-DAE02E62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9" name="text-1188">
            <a:extLst xmlns:a="http://schemas.openxmlformats.org/drawingml/2006/main">
              <a:ext uri="{FF2B5EF4-FFF2-40B4-BE49-F238E27FC236}">
                <a16:creationId xmlns:a16="http://schemas.microsoft.com/office/drawing/2014/main" id="{D5BF4369-C9CD-4BE6-A973-4627B65E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1189">
            <a:extLst xmlns:a="http://schemas.openxmlformats.org/drawingml/2006/main">
              <a:ext uri="{FF2B5EF4-FFF2-40B4-BE49-F238E27FC236}">
                <a16:creationId xmlns:a16="http://schemas.microsoft.com/office/drawing/2014/main" id="{DC695006-649C-4BE4-B3E7-B3541D8B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90">
            <a:extLst xmlns:a="http://schemas.openxmlformats.org/drawingml/2006/main">
              <a:ext uri="{FF2B5EF4-FFF2-40B4-BE49-F238E27FC236}">
                <a16:creationId xmlns:a16="http://schemas.microsoft.com/office/drawing/2014/main" id="{2FA413B4-BDB7-45A1-AA1D-83B01AC7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2" name="text-1191">
            <a:extLst xmlns:a="http://schemas.openxmlformats.org/drawingml/2006/main">
              <a:ext uri="{FF2B5EF4-FFF2-40B4-BE49-F238E27FC236}">
                <a16:creationId xmlns:a16="http://schemas.microsoft.com/office/drawing/2014/main" id="{1B959247-1DA8-4533-B9A3-C0A4CD23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3" name="text-1192">
            <a:extLst xmlns:a="http://schemas.openxmlformats.org/drawingml/2006/main">
              <a:ext uri="{FF2B5EF4-FFF2-40B4-BE49-F238E27FC236}">
                <a16:creationId xmlns:a16="http://schemas.microsoft.com/office/drawing/2014/main" id="{87D72A4C-8176-4BC5-81A8-3790EA3A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1193">
            <a:extLst xmlns:a="http://schemas.openxmlformats.org/drawingml/2006/main">
              <a:ext uri="{FF2B5EF4-FFF2-40B4-BE49-F238E27FC236}">
                <a16:creationId xmlns:a16="http://schemas.microsoft.com/office/drawing/2014/main" id="{F3F7D572-FEF7-4211-9EAA-06FE0052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1194">
            <a:extLst xmlns:a="http://schemas.openxmlformats.org/drawingml/2006/main">
              <a:ext uri="{FF2B5EF4-FFF2-40B4-BE49-F238E27FC236}">
                <a16:creationId xmlns:a16="http://schemas.microsoft.com/office/drawing/2014/main" id="{1E332BC0-4522-4872-B88C-34AA5414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16" name="text-1195">
            <a:extLst xmlns:a="http://schemas.openxmlformats.org/drawingml/2006/main">
              <a:ext uri="{FF2B5EF4-FFF2-40B4-BE49-F238E27FC236}">
                <a16:creationId xmlns:a16="http://schemas.microsoft.com/office/drawing/2014/main" id="{6D6A7E84-7AB8-489F-B20C-EFA77964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17" name="text-1196">
            <a:extLst xmlns:a="http://schemas.openxmlformats.org/drawingml/2006/main">
              <a:ext uri="{FF2B5EF4-FFF2-40B4-BE49-F238E27FC236}">
                <a16:creationId xmlns:a16="http://schemas.microsoft.com/office/drawing/2014/main" id="{470EB19E-B3E7-46F4-B59A-9510F1AB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1197">
            <a:extLst xmlns:a="http://schemas.openxmlformats.org/drawingml/2006/main">
              <a:ext uri="{FF2B5EF4-FFF2-40B4-BE49-F238E27FC236}">
                <a16:creationId xmlns:a16="http://schemas.microsoft.com/office/drawing/2014/main" id="{E71D7422-0E60-4FC1-8424-0C9B3FF6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1198">
            <a:extLst xmlns:a="http://schemas.openxmlformats.org/drawingml/2006/main">
              <a:ext uri="{FF2B5EF4-FFF2-40B4-BE49-F238E27FC236}">
                <a16:creationId xmlns:a16="http://schemas.microsoft.com/office/drawing/2014/main" id="{2EB0B2CD-6894-48B1-84EE-A9185D61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0" name="text-1199">
            <a:extLst xmlns:a="http://schemas.openxmlformats.org/drawingml/2006/main">
              <a:ext uri="{FF2B5EF4-FFF2-40B4-BE49-F238E27FC236}">
                <a16:creationId xmlns:a16="http://schemas.microsoft.com/office/drawing/2014/main" id="{0B95C1F4-0BCD-4E90-AEC4-515C0794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1" name="text-1200">
            <a:extLst xmlns:a="http://schemas.openxmlformats.org/drawingml/2006/main">
              <a:ext uri="{FF2B5EF4-FFF2-40B4-BE49-F238E27FC236}">
                <a16:creationId xmlns:a16="http://schemas.microsoft.com/office/drawing/2014/main" id="{1B9355C7-41FD-45C7-9DD7-B9B36DD1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1201">
            <a:extLst xmlns:a="http://schemas.openxmlformats.org/drawingml/2006/main">
              <a:ext uri="{FF2B5EF4-FFF2-40B4-BE49-F238E27FC236}">
                <a16:creationId xmlns:a16="http://schemas.microsoft.com/office/drawing/2014/main" id="{A0E52CC2-D9B3-4AD8-A32A-8B3BC65F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1202">
            <a:extLst xmlns:a="http://schemas.openxmlformats.org/drawingml/2006/main">
              <a:ext uri="{FF2B5EF4-FFF2-40B4-BE49-F238E27FC236}">
                <a16:creationId xmlns:a16="http://schemas.microsoft.com/office/drawing/2014/main" id="{9C82B955-3584-4D70-BEBF-1F5FC769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24" name="text-1203">
            <a:extLst xmlns:a="http://schemas.openxmlformats.org/drawingml/2006/main">
              <a:ext uri="{FF2B5EF4-FFF2-40B4-BE49-F238E27FC236}">
                <a16:creationId xmlns:a16="http://schemas.microsoft.com/office/drawing/2014/main" id="{03AC50FD-E81F-4B93-B678-938AB2D8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25" name="text-1204">
            <a:extLst xmlns:a="http://schemas.openxmlformats.org/drawingml/2006/main">
              <a:ext uri="{FF2B5EF4-FFF2-40B4-BE49-F238E27FC236}">
                <a16:creationId xmlns:a16="http://schemas.microsoft.com/office/drawing/2014/main" id="{BE431F1F-1E81-4217-B3BF-ED80832F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6" name="text-1205">
            <a:extLst xmlns:a="http://schemas.openxmlformats.org/drawingml/2006/main">
              <a:ext uri="{FF2B5EF4-FFF2-40B4-BE49-F238E27FC236}">
                <a16:creationId xmlns:a16="http://schemas.microsoft.com/office/drawing/2014/main" id="{77A78BE8-54F9-4614-B35E-BF035923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7" name="text-1206">
            <a:extLst xmlns:a="http://schemas.openxmlformats.org/drawingml/2006/main">
              <a:ext uri="{FF2B5EF4-FFF2-40B4-BE49-F238E27FC236}">
                <a16:creationId xmlns:a16="http://schemas.microsoft.com/office/drawing/2014/main" id="{38B61A1C-03C0-47D1-A162-E75A7EE4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28" name="text-1207">
            <a:extLst xmlns:a="http://schemas.openxmlformats.org/drawingml/2006/main">
              <a:ext uri="{FF2B5EF4-FFF2-40B4-BE49-F238E27FC236}">
                <a16:creationId xmlns:a16="http://schemas.microsoft.com/office/drawing/2014/main" id="{195A8EC1-C2C4-480B-90CB-6AF32656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29" name="text-1208">
            <a:extLst xmlns:a="http://schemas.openxmlformats.org/drawingml/2006/main">
              <a:ext uri="{FF2B5EF4-FFF2-40B4-BE49-F238E27FC236}">
                <a16:creationId xmlns:a16="http://schemas.microsoft.com/office/drawing/2014/main" id="{111FC670-F2A3-472B-B6B3-7FD387D7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text-1209">
            <a:extLst xmlns:a="http://schemas.openxmlformats.org/drawingml/2006/main">
              <a:ext uri="{FF2B5EF4-FFF2-40B4-BE49-F238E27FC236}">
                <a16:creationId xmlns:a16="http://schemas.microsoft.com/office/drawing/2014/main" id="{2BDB16D3-2485-4EE5-99AA-AB1FFBA7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31" name="text-1210">
            <a:extLst xmlns:a="http://schemas.openxmlformats.org/drawingml/2006/main">
              <a:ext uri="{FF2B5EF4-FFF2-40B4-BE49-F238E27FC236}">
                <a16:creationId xmlns:a16="http://schemas.microsoft.com/office/drawing/2014/main" id="{AF1FDDDB-5A24-489F-AD70-C31A60B3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32" name="text-1211">
            <a:extLst xmlns:a="http://schemas.openxmlformats.org/drawingml/2006/main">
              <a:ext uri="{FF2B5EF4-FFF2-40B4-BE49-F238E27FC236}">
                <a16:creationId xmlns:a16="http://schemas.microsoft.com/office/drawing/2014/main" id="{D21C8939-4004-4253-94D5-5737FB32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33" name="text-1212">
            <a:extLst xmlns:a="http://schemas.openxmlformats.org/drawingml/2006/main">
              <a:ext uri="{FF2B5EF4-FFF2-40B4-BE49-F238E27FC236}">
                <a16:creationId xmlns:a16="http://schemas.microsoft.com/office/drawing/2014/main" id="{4602050E-58D9-49F7-8051-6D429EDA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4" name="text-1429">
            <a:extLst xmlns:a="http://schemas.openxmlformats.org/drawingml/2006/main">
              <a:ext uri="{FF2B5EF4-FFF2-40B4-BE49-F238E27FC236}">
                <a16:creationId xmlns:a16="http://schemas.microsoft.com/office/drawing/2014/main" id="{1E8F5A42-7554-4A0F-88FB-773B130E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d2a6097b4154f6e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a72f258c4c4c47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98492877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213">
            <a:extLst xmlns:a="http://schemas.openxmlformats.org/drawingml/2006/main">
              <a:ext uri="{FF2B5EF4-FFF2-40B4-BE49-F238E27FC236}">
                <a16:creationId xmlns:a16="http://schemas.microsoft.com/office/drawing/2014/main" id="{5F730DD5-EDEA-40AC-B0A0-C9D64512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text-1214">
            <a:extLst xmlns:a="http://schemas.openxmlformats.org/drawingml/2006/main">
              <a:ext uri="{FF2B5EF4-FFF2-40B4-BE49-F238E27FC236}">
                <a16:creationId xmlns:a16="http://schemas.microsoft.com/office/drawing/2014/main" id="{EF2AFCD2-9F91-4044-96D2-4E5CC8D4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25" name="shape-12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16">
            <a:extLst xmlns:a="http://schemas.openxmlformats.org/drawingml/2006/main">
              <a:ext uri="{FF2B5EF4-FFF2-40B4-BE49-F238E27FC236}">
                <a16:creationId xmlns:a16="http://schemas.microsoft.com/office/drawing/2014/main" id="{BF126117-EB2D-4F02-B1E0-D4A827BC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C17F099-2B67-4C66-B501-5DAF5A87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217">
            <a:extLst xmlns:a="http://schemas.openxmlformats.org/drawingml/2006/main">
              <a:ext uri="{FF2B5EF4-FFF2-40B4-BE49-F238E27FC236}">
                <a16:creationId xmlns:a16="http://schemas.microsoft.com/office/drawing/2014/main" id="{15F50BC0-5581-4F9D-ABED-7421DCD1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18">
            <a:extLst xmlns:a="http://schemas.openxmlformats.org/drawingml/2006/main">
              <a:ext uri="{FF2B5EF4-FFF2-40B4-BE49-F238E27FC236}">
                <a16:creationId xmlns:a16="http://schemas.microsoft.com/office/drawing/2014/main" id="{35669754-BAFA-4858-8EFE-13235DBB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219">
            <a:extLst xmlns:a="http://schemas.openxmlformats.org/drawingml/2006/main">
              <a:ext uri="{FF2B5EF4-FFF2-40B4-BE49-F238E27FC236}">
                <a16:creationId xmlns:a16="http://schemas.microsoft.com/office/drawing/2014/main" id="{BF9F84DA-1FEC-4719-8195-F1D4456E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220">
            <a:extLst xmlns:a="http://schemas.openxmlformats.org/drawingml/2006/main">
              <a:ext uri="{FF2B5EF4-FFF2-40B4-BE49-F238E27FC236}">
                <a16:creationId xmlns:a16="http://schemas.microsoft.com/office/drawing/2014/main" id="{4C92838F-35F9-46A4-9E84-9C69103E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221">
            <a:extLst xmlns:a="http://schemas.openxmlformats.org/drawingml/2006/main">
              <a:ext uri="{FF2B5EF4-FFF2-40B4-BE49-F238E27FC236}">
                <a16:creationId xmlns:a16="http://schemas.microsoft.com/office/drawing/2014/main" id="{2B9156D5-AB01-4030-95C2-CFBBBDD9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22">
            <a:extLst xmlns:a="http://schemas.openxmlformats.org/drawingml/2006/main">
              <a:ext uri="{FF2B5EF4-FFF2-40B4-BE49-F238E27FC236}">
                <a16:creationId xmlns:a16="http://schemas.microsoft.com/office/drawing/2014/main" id="{0AD30E4E-8C68-41F2-88E8-B9C6BAEE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223">
            <a:extLst xmlns:a="http://schemas.openxmlformats.org/drawingml/2006/main">
              <a:ext uri="{FF2B5EF4-FFF2-40B4-BE49-F238E27FC236}">
                <a16:creationId xmlns:a16="http://schemas.microsoft.com/office/drawing/2014/main" id="{29D4AD60-D120-4D5E-ACE2-5282DA6D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224">
            <a:extLst xmlns:a="http://schemas.openxmlformats.org/drawingml/2006/main">
              <a:ext uri="{FF2B5EF4-FFF2-40B4-BE49-F238E27FC236}">
                <a16:creationId xmlns:a16="http://schemas.microsoft.com/office/drawing/2014/main" id="{9038DAA6-1032-4404-A620-C3D21CD7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225">
            <a:extLst xmlns:a="http://schemas.openxmlformats.org/drawingml/2006/main">
              <a:ext uri="{FF2B5EF4-FFF2-40B4-BE49-F238E27FC236}">
                <a16:creationId xmlns:a16="http://schemas.microsoft.com/office/drawing/2014/main" id="{C424B119-F5C5-4D85-9FA2-1D9E9B1A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26">
            <a:extLst xmlns:a="http://schemas.openxmlformats.org/drawingml/2006/main">
              <a:ext uri="{FF2B5EF4-FFF2-40B4-BE49-F238E27FC236}">
                <a16:creationId xmlns:a16="http://schemas.microsoft.com/office/drawing/2014/main" id="{07D49879-E7CB-41B9-A6F0-2FA7AAEF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227">
            <a:extLst xmlns:a="http://schemas.openxmlformats.org/drawingml/2006/main">
              <a:ext uri="{FF2B5EF4-FFF2-40B4-BE49-F238E27FC236}">
                <a16:creationId xmlns:a16="http://schemas.microsoft.com/office/drawing/2014/main" id="{C8DEE91F-1E4D-47AA-97B4-A149DD7F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228">
            <a:extLst xmlns:a="http://schemas.openxmlformats.org/drawingml/2006/main">
              <a:ext uri="{FF2B5EF4-FFF2-40B4-BE49-F238E27FC236}">
                <a16:creationId xmlns:a16="http://schemas.microsoft.com/office/drawing/2014/main" id="{531ADF7E-CF20-43E6-9EB8-34F9E232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229">
            <a:extLst xmlns:a="http://schemas.openxmlformats.org/drawingml/2006/main">
              <a:ext uri="{FF2B5EF4-FFF2-40B4-BE49-F238E27FC236}">
                <a16:creationId xmlns:a16="http://schemas.microsoft.com/office/drawing/2014/main" id="{AE09F844-1CCA-45FE-8DD8-FF852015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30">
            <a:extLst xmlns:a="http://schemas.openxmlformats.org/drawingml/2006/main">
              <a:ext uri="{FF2B5EF4-FFF2-40B4-BE49-F238E27FC236}">
                <a16:creationId xmlns:a16="http://schemas.microsoft.com/office/drawing/2014/main" id="{C5A895FC-C59C-49B6-97AB-0053BCFA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231">
            <a:extLst xmlns:a="http://schemas.openxmlformats.org/drawingml/2006/main">
              <a:ext uri="{FF2B5EF4-FFF2-40B4-BE49-F238E27FC236}">
                <a16:creationId xmlns:a16="http://schemas.microsoft.com/office/drawing/2014/main" id="{745FD6EB-CD9F-43FB-820B-9A2373B6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232">
            <a:extLst xmlns:a="http://schemas.openxmlformats.org/drawingml/2006/main">
              <a:ext uri="{FF2B5EF4-FFF2-40B4-BE49-F238E27FC236}">
                <a16:creationId xmlns:a16="http://schemas.microsoft.com/office/drawing/2014/main" id="{F0DE55F2-CD9F-4DE3-A809-FE4BB8FB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430">
            <a:extLst xmlns:a="http://schemas.openxmlformats.org/drawingml/2006/main">
              <a:ext uri="{FF2B5EF4-FFF2-40B4-BE49-F238E27FC236}">
                <a16:creationId xmlns:a16="http://schemas.microsoft.com/office/drawing/2014/main" id="{541B05C7-4930-4164-881A-A665C82E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7fb948c2bc8424d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4e7a1777b484b05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179791158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233">
            <a:extLst xmlns:a="http://schemas.openxmlformats.org/drawingml/2006/main">
              <a:ext uri="{FF2B5EF4-FFF2-40B4-BE49-F238E27FC236}">
                <a16:creationId xmlns:a16="http://schemas.microsoft.com/office/drawing/2014/main" id="{9C2B5E0D-44EB-41E8-B0EF-CFA49EBC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text-1234">
            <a:extLst xmlns:a="http://schemas.openxmlformats.org/drawingml/2006/main">
              <a:ext uri="{FF2B5EF4-FFF2-40B4-BE49-F238E27FC236}">
                <a16:creationId xmlns:a16="http://schemas.microsoft.com/office/drawing/2014/main" id="{601F6FCF-042C-4F0D-B1AC-AB72CDB8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3" name="shape-12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36">
            <a:extLst xmlns:a="http://schemas.openxmlformats.org/drawingml/2006/main">
              <a:ext uri="{FF2B5EF4-FFF2-40B4-BE49-F238E27FC236}">
                <a16:creationId xmlns:a16="http://schemas.microsoft.com/office/drawing/2014/main" id="{5652802F-1452-4153-A97A-4A902A10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8DF9B7-CAC9-46CF-8F4F-241C1900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237">
            <a:extLst xmlns:a="http://schemas.openxmlformats.org/drawingml/2006/main">
              <a:ext uri="{FF2B5EF4-FFF2-40B4-BE49-F238E27FC236}">
                <a16:creationId xmlns:a16="http://schemas.microsoft.com/office/drawing/2014/main" id="{D1ED1141-3B8F-4A56-970F-DE347848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38">
            <a:extLst xmlns:a="http://schemas.openxmlformats.org/drawingml/2006/main">
              <a:ext uri="{FF2B5EF4-FFF2-40B4-BE49-F238E27FC236}">
                <a16:creationId xmlns:a16="http://schemas.microsoft.com/office/drawing/2014/main" id="{90457804-1B2F-4B42-BB9D-E63300BD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39">
            <a:extLst xmlns:a="http://schemas.openxmlformats.org/drawingml/2006/main">
              <a:ext uri="{FF2B5EF4-FFF2-40B4-BE49-F238E27FC236}">
                <a16:creationId xmlns:a16="http://schemas.microsoft.com/office/drawing/2014/main" id="{C821EF68-F289-489B-8CA4-5D312533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240">
            <a:extLst xmlns:a="http://schemas.openxmlformats.org/drawingml/2006/main">
              <a:ext uri="{FF2B5EF4-FFF2-40B4-BE49-F238E27FC236}">
                <a16:creationId xmlns:a16="http://schemas.microsoft.com/office/drawing/2014/main" id="{D8AD4744-23D1-45D6-B26F-5333C9EF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241">
            <a:extLst xmlns:a="http://schemas.openxmlformats.org/drawingml/2006/main">
              <a:ext uri="{FF2B5EF4-FFF2-40B4-BE49-F238E27FC236}">
                <a16:creationId xmlns:a16="http://schemas.microsoft.com/office/drawing/2014/main" id="{2F559622-87E6-45F4-BED7-3FCE6CBC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42">
            <a:extLst xmlns:a="http://schemas.openxmlformats.org/drawingml/2006/main">
              <a:ext uri="{FF2B5EF4-FFF2-40B4-BE49-F238E27FC236}">
                <a16:creationId xmlns:a16="http://schemas.microsoft.com/office/drawing/2014/main" id="{145AC4EE-C09F-408A-90E5-4611C540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43">
            <a:extLst xmlns:a="http://schemas.openxmlformats.org/drawingml/2006/main">
              <a:ext uri="{FF2B5EF4-FFF2-40B4-BE49-F238E27FC236}">
                <a16:creationId xmlns:a16="http://schemas.microsoft.com/office/drawing/2014/main" id="{74A2CF76-C0BA-453E-A2AC-BE9C436D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244">
            <a:extLst xmlns:a="http://schemas.openxmlformats.org/drawingml/2006/main">
              <a:ext uri="{FF2B5EF4-FFF2-40B4-BE49-F238E27FC236}">
                <a16:creationId xmlns:a16="http://schemas.microsoft.com/office/drawing/2014/main" id="{530F6CC7-996B-448E-ABD7-2904C2DF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245">
            <a:extLst xmlns:a="http://schemas.openxmlformats.org/drawingml/2006/main">
              <a:ext uri="{FF2B5EF4-FFF2-40B4-BE49-F238E27FC236}">
                <a16:creationId xmlns:a16="http://schemas.microsoft.com/office/drawing/2014/main" id="{201B6647-61DD-4FB3-82AE-A964073F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46">
            <a:extLst xmlns:a="http://schemas.openxmlformats.org/drawingml/2006/main">
              <a:ext uri="{FF2B5EF4-FFF2-40B4-BE49-F238E27FC236}">
                <a16:creationId xmlns:a16="http://schemas.microsoft.com/office/drawing/2014/main" id="{AF359732-5861-421F-9753-F1FA445F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247">
            <a:extLst xmlns:a="http://schemas.openxmlformats.org/drawingml/2006/main">
              <a:ext uri="{FF2B5EF4-FFF2-40B4-BE49-F238E27FC236}">
                <a16:creationId xmlns:a16="http://schemas.microsoft.com/office/drawing/2014/main" id="{91CDA681-36BA-4EEB-BBBD-AD834DE9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248">
            <a:extLst xmlns:a="http://schemas.openxmlformats.org/drawingml/2006/main">
              <a:ext uri="{FF2B5EF4-FFF2-40B4-BE49-F238E27FC236}">
                <a16:creationId xmlns:a16="http://schemas.microsoft.com/office/drawing/2014/main" id="{5DA9A1A1-C1DA-4DFC-BC26-347D18B4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249">
            <a:extLst xmlns:a="http://schemas.openxmlformats.org/drawingml/2006/main">
              <a:ext uri="{FF2B5EF4-FFF2-40B4-BE49-F238E27FC236}">
                <a16:creationId xmlns:a16="http://schemas.microsoft.com/office/drawing/2014/main" id="{F1799FFB-4DE2-4DC3-ADC6-453C0A34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50">
            <a:extLst xmlns:a="http://schemas.openxmlformats.org/drawingml/2006/main">
              <a:ext uri="{FF2B5EF4-FFF2-40B4-BE49-F238E27FC236}">
                <a16:creationId xmlns:a16="http://schemas.microsoft.com/office/drawing/2014/main" id="{51883F5E-3891-458B-B387-AC3D4759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251">
            <a:extLst xmlns:a="http://schemas.openxmlformats.org/drawingml/2006/main">
              <a:ext uri="{FF2B5EF4-FFF2-40B4-BE49-F238E27FC236}">
                <a16:creationId xmlns:a16="http://schemas.microsoft.com/office/drawing/2014/main" id="{6E3BC544-8FCC-47CD-8A2C-AD5ADA36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252">
            <a:extLst xmlns:a="http://schemas.openxmlformats.org/drawingml/2006/main">
              <a:ext uri="{FF2B5EF4-FFF2-40B4-BE49-F238E27FC236}">
                <a16:creationId xmlns:a16="http://schemas.microsoft.com/office/drawing/2014/main" id="{5C4A80C6-14C5-49BC-9B83-537C12EE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253">
            <a:extLst xmlns:a="http://schemas.openxmlformats.org/drawingml/2006/main">
              <a:ext uri="{FF2B5EF4-FFF2-40B4-BE49-F238E27FC236}">
                <a16:creationId xmlns:a16="http://schemas.microsoft.com/office/drawing/2014/main" id="{A1E029B4-C7F8-4663-9F80-944B80F2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254">
            <a:extLst xmlns:a="http://schemas.openxmlformats.org/drawingml/2006/main">
              <a:ext uri="{FF2B5EF4-FFF2-40B4-BE49-F238E27FC236}">
                <a16:creationId xmlns:a16="http://schemas.microsoft.com/office/drawing/2014/main" id="{2151F8AC-0B83-4798-9A11-D4D22064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255">
            <a:extLst xmlns:a="http://schemas.openxmlformats.org/drawingml/2006/main">
              <a:ext uri="{FF2B5EF4-FFF2-40B4-BE49-F238E27FC236}">
                <a16:creationId xmlns:a16="http://schemas.microsoft.com/office/drawing/2014/main" id="{40DA8F82-5A65-4146-9FE1-F0575CDA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256">
            <a:extLst xmlns:a="http://schemas.openxmlformats.org/drawingml/2006/main">
              <a:ext uri="{FF2B5EF4-FFF2-40B4-BE49-F238E27FC236}">
                <a16:creationId xmlns:a16="http://schemas.microsoft.com/office/drawing/2014/main" id="{91E39689-947C-4C27-8313-E913D785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56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7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8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257">
            <a:extLst xmlns:a="http://schemas.openxmlformats.org/drawingml/2006/main">
              <a:ext uri="{FF2B5EF4-FFF2-40B4-BE49-F238E27FC236}">
                <a16:creationId xmlns:a16="http://schemas.microsoft.com/office/drawing/2014/main" id="{AC8FA83E-4A09-446E-A91F-CBE9C450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431">
            <a:extLst xmlns:a="http://schemas.openxmlformats.org/drawingml/2006/main">
              <a:ext uri="{FF2B5EF4-FFF2-40B4-BE49-F238E27FC236}">
                <a16:creationId xmlns:a16="http://schemas.microsoft.com/office/drawing/2014/main" id="{31378BF8-47A9-45C5-9BEA-A2898EF5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c965415c1c4582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bdf129d5e304631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163139388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258">
            <a:extLst xmlns:a="http://schemas.openxmlformats.org/drawingml/2006/main">
              <a:ext uri="{FF2B5EF4-FFF2-40B4-BE49-F238E27FC236}">
                <a16:creationId xmlns:a16="http://schemas.microsoft.com/office/drawing/2014/main" id="{8AA1EAA9-A73E-4828-A782-4EF6DD7A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1259">
            <a:extLst xmlns:a="http://schemas.openxmlformats.org/drawingml/2006/main">
              <a:ext uri="{FF2B5EF4-FFF2-40B4-BE49-F238E27FC236}">
                <a16:creationId xmlns:a16="http://schemas.microsoft.com/office/drawing/2014/main" id="{352823BD-3443-4DDA-8FF7-FD31D236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2" name="shape-12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61">
            <a:extLst xmlns:a="http://schemas.openxmlformats.org/drawingml/2006/main">
              <a:ext uri="{FF2B5EF4-FFF2-40B4-BE49-F238E27FC236}">
                <a16:creationId xmlns:a16="http://schemas.microsoft.com/office/drawing/2014/main" id="{62E4E123-12CD-4254-8687-D220F66E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B2432B0-F780-464D-9598-4F1DBB5B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262">
            <a:extLst xmlns:a="http://schemas.openxmlformats.org/drawingml/2006/main">
              <a:ext uri="{FF2B5EF4-FFF2-40B4-BE49-F238E27FC236}">
                <a16:creationId xmlns:a16="http://schemas.microsoft.com/office/drawing/2014/main" id="{E33F6864-3BA3-4627-8113-57353D49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263">
            <a:extLst xmlns:a="http://schemas.openxmlformats.org/drawingml/2006/main">
              <a:ext uri="{FF2B5EF4-FFF2-40B4-BE49-F238E27FC236}">
                <a16:creationId xmlns:a16="http://schemas.microsoft.com/office/drawing/2014/main" id="{A7602B54-838D-4072-A50A-D8AF1BEB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264">
            <a:extLst xmlns:a="http://schemas.openxmlformats.org/drawingml/2006/main">
              <a:ext uri="{FF2B5EF4-FFF2-40B4-BE49-F238E27FC236}">
                <a16:creationId xmlns:a16="http://schemas.microsoft.com/office/drawing/2014/main" id="{88D2606C-9143-4A5F-BC9F-0FB9DB10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65">
            <a:extLst xmlns:a="http://schemas.openxmlformats.org/drawingml/2006/main">
              <a:ext uri="{FF2B5EF4-FFF2-40B4-BE49-F238E27FC236}">
                <a16:creationId xmlns:a16="http://schemas.microsoft.com/office/drawing/2014/main" id="{17D3D817-ED72-4619-B976-F1B883D7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266">
            <a:extLst xmlns:a="http://schemas.openxmlformats.org/drawingml/2006/main">
              <a:ext uri="{FF2B5EF4-FFF2-40B4-BE49-F238E27FC236}">
                <a16:creationId xmlns:a16="http://schemas.microsoft.com/office/drawing/2014/main" id="{E6E0CFC8-E5B2-4E84-8B3E-AC3E90F8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67">
            <a:extLst xmlns:a="http://schemas.openxmlformats.org/drawingml/2006/main">
              <a:ext uri="{FF2B5EF4-FFF2-40B4-BE49-F238E27FC236}">
                <a16:creationId xmlns:a16="http://schemas.microsoft.com/office/drawing/2014/main" id="{79A961FA-C863-4777-AA53-EE110CB2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268">
            <a:extLst xmlns:a="http://schemas.openxmlformats.org/drawingml/2006/main">
              <a:ext uri="{FF2B5EF4-FFF2-40B4-BE49-F238E27FC236}">
                <a16:creationId xmlns:a16="http://schemas.microsoft.com/office/drawing/2014/main" id="{FD626D7F-225A-4548-B23E-B92E481C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269">
            <a:extLst xmlns:a="http://schemas.openxmlformats.org/drawingml/2006/main">
              <a:ext uri="{FF2B5EF4-FFF2-40B4-BE49-F238E27FC236}">
                <a16:creationId xmlns:a16="http://schemas.microsoft.com/office/drawing/2014/main" id="{D2FBBB4E-41F2-4321-8148-995B4796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270">
            <a:extLst xmlns:a="http://schemas.openxmlformats.org/drawingml/2006/main">
              <a:ext uri="{FF2B5EF4-FFF2-40B4-BE49-F238E27FC236}">
                <a16:creationId xmlns:a16="http://schemas.microsoft.com/office/drawing/2014/main" id="{9FB81B78-48FD-466C-814C-8E5C06E4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271">
            <a:extLst xmlns:a="http://schemas.openxmlformats.org/drawingml/2006/main">
              <a:ext uri="{FF2B5EF4-FFF2-40B4-BE49-F238E27FC236}">
                <a16:creationId xmlns:a16="http://schemas.microsoft.com/office/drawing/2014/main" id="{CF508F04-00FD-4F8D-840B-9CEDF3E7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272">
            <a:extLst xmlns:a="http://schemas.openxmlformats.org/drawingml/2006/main">
              <a:ext uri="{FF2B5EF4-FFF2-40B4-BE49-F238E27FC236}">
                <a16:creationId xmlns:a16="http://schemas.microsoft.com/office/drawing/2014/main" id="{F0ECB01F-0A48-45AF-A367-C0129092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273">
            <a:extLst xmlns:a="http://schemas.openxmlformats.org/drawingml/2006/main">
              <a:ext uri="{FF2B5EF4-FFF2-40B4-BE49-F238E27FC236}">
                <a16:creationId xmlns:a16="http://schemas.microsoft.com/office/drawing/2014/main" id="{B72E3D19-E361-4FE2-8485-AD133C0A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274">
            <a:extLst xmlns:a="http://schemas.openxmlformats.org/drawingml/2006/main">
              <a:ext uri="{FF2B5EF4-FFF2-40B4-BE49-F238E27FC236}">
                <a16:creationId xmlns:a16="http://schemas.microsoft.com/office/drawing/2014/main" id="{3D4F7D69-6F1B-4909-AC95-E08369FE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432">
            <a:extLst xmlns:a="http://schemas.openxmlformats.org/drawingml/2006/main">
              <a:ext uri="{FF2B5EF4-FFF2-40B4-BE49-F238E27FC236}">
                <a16:creationId xmlns:a16="http://schemas.microsoft.com/office/drawing/2014/main" id="{B2CE9F04-250C-467D-A418-89398ABF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a903c259c944c36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6e72f5ec51f458a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211180644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275">
            <a:extLst xmlns:a="http://schemas.openxmlformats.org/drawingml/2006/main">
              <a:ext uri="{FF2B5EF4-FFF2-40B4-BE49-F238E27FC236}">
                <a16:creationId xmlns:a16="http://schemas.microsoft.com/office/drawing/2014/main" id="{A7AA0D71-D6C2-4DD3-8916-992D5734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text-1276">
            <a:extLst xmlns:a="http://schemas.openxmlformats.org/drawingml/2006/main">
              <a:ext uri="{FF2B5EF4-FFF2-40B4-BE49-F238E27FC236}">
                <a16:creationId xmlns:a16="http://schemas.microsoft.com/office/drawing/2014/main" id="{1F7D2839-6CD3-4A4B-B715-178A46C2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3" name="shape-12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78">
            <a:extLst xmlns:a="http://schemas.openxmlformats.org/drawingml/2006/main">
              <a:ext uri="{FF2B5EF4-FFF2-40B4-BE49-F238E27FC236}">
                <a16:creationId xmlns:a16="http://schemas.microsoft.com/office/drawing/2014/main" id="{16ABEF99-627E-4A7F-8732-8D14E67F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E6C666F-703E-4F31-8438-7D9DB9F5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279">
            <a:extLst xmlns:a="http://schemas.openxmlformats.org/drawingml/2006/main">
              <a:ext uri="{FF2B5EF4-FFF2-40B4-BE49-F238E27FC236}">
                <a16:creationId xmlns:a16="http://schemas.microsoft.com/office/drawing/2014/main" id="{F4EF3A29-5A4C-4023-AC99-13D11571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80">
            <a:extLst xmlns:a="http://schemas.openxmlformats.org/drawingml/2006/main">
              <a:ext uri="{FF2B5EF4-FFF2-40B4-BE49-F238E27FC236}">
                <a16:creationId xmlns:a16="http://schemas.microsoft.com/office/drawing/2014/main" id="{CD6C89A2-3734-435B-A283-5A867D73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81">
            <a:extLst xmlns:a="http://schemas.openxmlformats.org/drawingml/2006/main">
              <a:ext uri="{FF2B5EF4-FFF2-40B4-BE49-F238E27FC236}">
                <a16:creationId xmlns:a16="http://schemas.microsoft.com/office/drawing/2014/main" id="{EB3961CD-877B-4DF8-8018-F33220E1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282">
            <a:extLst xmlns:a="http://schemas.openxmlformats.org/drawingml/2006/main">
              <a:ext uri="{FF2B5EF4-FFF2-40B4-BE49-F238E27FC236}">
                <a16:creationId xmlns:a16="http://schemas.microsoft.com/office/drawing/2014/main" id="{316D2EC6-21A6-4263-843E-1371F2B9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283">
            <a:extLst xmlns:a="http://schemas.openxmlformats.org/drawingml/2006/main">
              <a:ext uri="{FF2B5EF4-FFF2-40B4-BE49-F238E27FC236}">
                <a16:creationId xmlns:a16="http://schemas.microsoft.com/office/drawing/2014/main" id="{FAF9DB90-DDDC-4BDC-906F-2253E48B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84">
            <a:extLst xmlns:a="http://schemas.openxmlformats.org/drawingml/2006/main">
              <a:ext uri="{FF2B5EF4-FFF2-40B4-BE49-F238E27FC236}">
                <a16:creationId xmlns:a16="http://schemas.microsoft.com/office/drawing/2014/main" id="{373515F6-C4BF-4D46-AE8C-DC600918C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85">
            <a:extLst xmlns:a="http://schemas.openxmlformats.org/drawingml/2006/main">
              <a:ext uri="{FF2B5EF4-FFF2-40B4-BE49-F238E27FC236}">
                <a16:creationId xmlns:a16="http://schemas.microsoft.com/office/drawing/2014/main" id="{E83FE7FE-AF36-46C1-BCE2-F4D81ADA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286">
            <a:extLst xmlns:a="http://schemas.openxmlformats.org/drawingml/2006/main">
              <a:ext uri="{FF2B5EF4-FFF2-40B4-BE49-F238E27FC236}">
                <a16:creationId xmlns:a16="http://schemas.microsoft.com/office/drawing/2014/main" id="{1C8DC24C-3880-42AA-A3C5-BB990B8E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287">
            <a:extLst xmlns:a="http://schemas.openxmlformats.org/drawingml/2006/main">
              <a:ext uri="{FF2B5EF4-FFF2-40B4-BE49-F238E27FC236}">
                <a16:creationId xmlns:a16="http://schemas.microsoft.com/office/drawing/2014/main" id="{C8A0AFB5-F424-4109-80FD-9290CF76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88">
            <a:extLst xmlns:a="http://schemas.openxmlformats.org/drawingml/2006/main">
              <a:ext uri="{FF2B5EF4-FFF2-40B4-BE49-F238E27FC236}">
                <a16:creationId xmlns:a16="http://schemas.microsoft.com/office/drawing/2014/main" id="{C0E20A05-BA4C-436D-BF40-AA715EE3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289">
            <a:extLst xmlns:a="http://schemas.openxmlformats.org/drawingml/2006/main">
              <a:ext uri="{FF2B5EF4-FFF2-40B4-BE49-F238E27FC236}">
                <a16:creationId xmlns:a16="http://schemas.microsoft.com/office/drawing/2014/main" id="{8E2267F5-B209-4D92-8F24-C527FB0F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290">
            <a:extLst xmlns:a="http://schemas.openxmlformats.org/drawingml/2006/main">
              <a:ext uri="{FF2B5EF4-FFF2-40B4-BE49-F238E27FC236}">
                <a16:creationId xmlns:a16="http://schemas.microsoft.com/office/drawing/2014/main" id="{95981295-D679-48C8-87EE-69BB2823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291">
            <a:extLst xmlns:a="http://schemas.openxmlformats.org/drawingml/2006/main">
              <a:ext uri="{FF2B5EF4-FFF2-40B4-BE49-F238E27FC236}">
                <a16:creationId xmlns:a16="http://schemas.microsoft.com/office/drawing/2014/main" id="{DB2E655C-C239-4454-84B3-15AFFA21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92">
            <a:extLst xmlns:a="http://schemas.openxmlformats.org/drawingml/2006/main">
              <a:ext uri="{FF2B5EF4-FFF2-40B4-BE49-F238E27FC236}">
                <a16:creationId xmlns:a16="http://schemas.microsoft.com/office/drawing/2014/main" id="{5B362B98-E2BA-4F5E-88C0-5E6714F3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293">
            <a:extLst xmlns:a="http://schemas.openxmlformats.org/drawingml/2006/main">
              <a:ext uri="{FF2B5EF4-FFF2-40B4-BE49-F238E27FC236}">
                <a16:creationId xmlns:a16="http://schemas.microsoft.com/office/drawing/2014/main" id="{13126D16-AAD9-4A7E-BDA5-86F74C1A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294">
            <a:extLst xmlns:a="http://schemas.openxmlformats.org/drawingml/2006/main">
              <a:ext uri="{FF2B5EF4-FFF2-40B4-BE49-F238E27FC236}">
                <a16:creationId xmlns:a16="http://schemas.microsoft.com/office/drawing/2014/main" id="{31E9C6E1-9DF1-4681-92C5-BD34C75E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295">
            <a:extLst xmlns:a="http://schemas.openxmlformats.org/drawingml/2006/main">
              <a:ext uri="{FF2B5EF4-FFF2-40B4-BE49-F238E27FC236}">
                <a16:creationId xmlns:a16="http://schemas.microsoft.com/office/drawing/2014/main" id="{6729B36A-C61B-4A34-8789-094778A8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296">
            <a:extLst xmlns:a="http://schemas.openxmlformats.org/drawingml/2006/main">
              <a:ext uri="{FF2B5EF4-FFF2-40B4-BE49-F238E27FC236}">
                <a16:creationId xmlns:a16="http://schemas.microsoft.com/office/drawing/2014/main" id="{79FF35A0-B308-434A-8116-AB2055CD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297">
            <a:extLst xmlns:a="http://schemas.openxmlformats.org/drawingml/2006/main">
              <a:ext uri="{FF2B5EF4-FFF2-40B4-BE49-F238E27FC236}">
                <a16:creationId xmlns:a16="http://schemas.microsoft.com/office/drawing/2014/main" id="{0E1F6F63-01A3-4EB6-9201-04EF8A70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298">
            <a:extLst xmlns:a="http://schemas.openxmlformats.org/drawingml/2006/main">
              <a:ext uri="{FF2B5EF4-FFF2-40B4-BE49-F238E27FC236}">
                <a16:creationId xmlns:a16="http://schemas.microsoft.com/office/drawing/2014/main" id="{11379642-DCA1-4A1E-A513-DF1A45E1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299">
            <a:extLst xmlns:a="http://schemas.openxmlformats.org/drawingml/2006/main">
              <a:ext uri="{FF2B5EF4-FFF2-40B4-BE49-F238E27FC236}">
                <a16:creationId xmlns:a16="http://schemas.microsoft.com/office/drawing/2014/main" id="{77C79713-0ACB-4F00-842F-BFE840AB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300">
            <a:extLst xmlns:a="http://schemas.openxmlformats.org/drawingml/2006/main">
              <a:ext uri="{FF2B5EF4-FFF2-40B4-BE49-F238E27FC236}">
                <a16:creationId xmlns:a16="http://schemas.microsoft.com/office/drawing/2014/main" id="{2370A487-70B4-4EAA-8532-896F3857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301">
            <a:extLst xmlns:a="http://schemas.openxmlformats.org/drawingml/2006/main">
              <a:ext uri="{FF2B5EF4-FFF2-40B4-BE49-F238E27FC236}">
                <a16:creationId xmlns:a16="http://schemas.microsoft.com/office/drawing/2014/main" id="{66457C7C-6FAB-44B2-8BAE-DDC02BB0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302">
            <a:extLst xmlns:a="http://schemas.openxmlformats.org/drawingml/2006/main">
              <a:ext uri="{FF2B5EF4-FFF2-40B4-BE49-F238E27FC236}">
                <a16:creationId xmlns:a16="http://schemas.microsoft.com/office/drawing/2014/main" id="{42338E1A-B81C-4582-8A7A-5A5C27F8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433">
            <a:extLst xmlns:a="http://schemas.openxmlformats.org/drawingml/2006/main">
              <a:ext uri="{FF2B5EF4-FFF2-40B4-BE49-F238E27FC236}">
                <a16:creationId xmlns:a16="http://schemas.microsoft.com/office/drawing/2014/main" id="{A06D6DD8-66AD-4033-9D3F-8162A9F5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2e6a9eebf594ce2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adba8bee8f4496a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160750861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303">
            <a:extLst xmlns:a="http://schemas.openxmlformats.org/drawingml/2006/main">
              <a:ext uri="{FF2B5EF4-FFF2-40B4-BE49-F238E27FC236}">
                <a16:creationId xmlns:a16="http://schemas.microsoft.com/office/drawing/2014/main" id="{8A63FFAD-1FB0-43A6-B77E-3F76DBF7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text-1304">
            <a:extLst xmlns:a="http://schemas.openxmlformats.org/drawingml/2006/main">
              <a:ext uri="{FF2B5EF4-FFF2-40B4-BE49-F238E27FC236}">
                <a16:creationId xmlns:a16="http://schemas.microsoft.com/office/drawing/2014/main" id="{9B87EDC9-CF02-437B-80DC-54400B9D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25" name="shape-13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06">
            <a:extLst xmlns:a="http://schemas.openxmlformats.org/drawingml/2006/main">
              <a:ext uri="{FF2B5EF4-FFF2-40B4-BE49-F238E27FC236}">
                <a16:creationId xmlns:a16="http://schemas.microsoft.com/office/drawing/2014/main" id="{14EC4048-2099-45F3-BCE9-6CE9F46C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1C4C1DE-8643-4D1E-9797-67BA20677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307">
            <a:extLst xmlns:a="http://schemas.openxmlformats.org/drawingml/2006/main">
              <a:ext uri="{FF2B5EF4-FFF2-40B4-BE49-F238E27FC236}">
                <a16:creationId xmlns:a16="http://schemas.microsoft.com/office/drawing/2014/main" id="{8FEBBDA4-6EC4-41B1-9D8A-01BFF37F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08">
            <a:extLst xmlns:a="http://schemas.openxmlformats.org/drawingml/2006/main">
              <a:ext uri="{FF2B5EF4-FFF2-40B4-BE49-F238E27FC236}">
                <a16:creationId xmlns:a16="http://schemas.microsoft.com/office/drawing/2014/main" id="{4C9D84BC-6AEF-4126-B7D7-B7254A11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09">
            <a:extLst xmlns:a="http://schemas.openxmlformats.org/drawingml/2006/main">
              <a:ext uri="{FF2B5EF4-FFF2-40B4-BE49-F238E27FC236}">
                <a16:creationId xmlns:a16="http://schemas.microsoft.com/office/drawing/2014/main" id="{B388BD1B-4CE1-4898-80D6-48F235B3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310">
            <a:extLst xmlns:a="http://schemas.openxmlformats.org/drawingml/2006/main">
              <a:ext uri="{FF2B5EF4-FFF2-40B4-BE49-F238E27FC236}">
                <a16:creationId xmlns:a16="http://schemas.microsoft.com/office/drawing/2014/main" id="{175D40FA-69DC-4C61-B0C1-96506712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311">
            <a:extLst xmlns:a="http://schemas.openxmlformats.org/drawingml/2006/main">
              <a:ext uri="{FF2B5EF4-FFF2-40B4-BE49-F238E27FC236}">
                <a16:creationId xmlns:a16="http://schemas.microsoft.com/office/drawing/2014/main" id="{7E23DD6F-A2BC-4BEE-A397-0B6CA321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12">
            <a:extLst xmlns:a="http://schemas.openxmlformats.org/drawingml/2006/main">
              <a:ext uri="{FF2B5EF4-FFF2-40B4-BE49-F238E27FC236}">
                <a16:creationId xmlns:a16="http://schemas.microsoft.com/office/drawing/2014/main" id="{7AB8FEF0-BBB4-4349-8975-AC51949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13">
            <a:extLst xmlns:a="http://schemas.openxmlformats.org/drawingml/2006/main">
              <a:ext uri="{FF2B5EF4-FFF2-40B4-BE49-F238E27FC236}">
                <a16:creationId xmlns:a16="http://schemas.microsoft.com/office/drawing/2014/main" id="{050E484A-7A4C-4333-8D19-834E12E4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314">
            <a:extLst xmlns:a="http://schemas.openxmlformats.org/drawingml/2006/main">
              <a:ext uri="{FF2B5EF4-FFF2-40B4-BE49-F238E27FC236}">
                <a16:creationId xmlns:a16="http://schemas.microsoft.com/office/drawing/2014/main" id="{0A189737-D8D7-4CD8-B6EB-4C8C2DF2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315">
            <a:extLst xmlns:a="http://schemas.openxmlformats.org/drawingml/2006/main">
              <a:ext uri="{FF2B5EF4-FFF2-40B4-BE49-F238E27FC236}">
                <a16:creationId xmlns:a16="http://schemas.microsoft.com/office/drawing/2014/main" id="{B0B07137-76D1-4B32-BDD1-4C0E9970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16">
            <a:extLst xmlns:a="http://schemas.openxmlformats.org/drawingml/2006/main">
              <a:ext uri="{FF2B5EF4-FFF2-40B4-BE49-F238E27FC236}">
                <a16:creationId xmlns:a16="http://schemas.microsoft.com/office/drawing/2014/main" id="{A332F1BC-1082-4561-A68B-FFDBBD83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17">
            <a:extLst xmlns:a="http://schemas.openxmlformats.org/drawingml/2006/main">
              <a:ext uri="{FF2B5EF4-FFF2-40B4-BE49-F238E27FC236}">
                <a16:creationId xmlns:a16="http://schemas.microsoft.com/office/drawing/2014/main" id="{6BD3DC07-A014-45DA-9995-3F42B2FE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318">
            <a:extLst xmlns:a="http://schemas.openxmlformats.org/drawingml/2006/main">
              <a:ext uri="{FF2B5EF4-FFF2-40B4-BE49-F238E27FC236}">
                <a16:creationId xmlns:a16="http://schemas.microsoft.com/office/drawing/2014/main" id="{8D3353AE-A7E3-4572-B787-136D5D80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319">
            <a:extLst xmlns:a="http://schemas.openxmlformats.org/drawingml/2006/main">
              <a:ext uri="{FF2B5EF4-FFF2-40B4-BE49-F238E27FC236}">
                <a16:creationId xmlns:a16="http://schemas.microsoft.com/office/drawing/2014/main" id="{796B6228-14E5-4F88-B317-DDAD5206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20">
            <a:extLst xmlns:a="http://schemas.openxmlformats.org/drawingml/2006/main">
              <a:ext uri="{FF2B5EF4-FFF2-40B4-BE49-F238E27FC236}">
                <a16:creationId xmlns:a16="http://schemas.microsoft.com/office/drawing/2014/main" id="{E1B7866C-837B-42D2-8119-9416DE25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21">
            <a:extLst xmlns:a="http://schemas.openxmlformats.org/drawingml/2006/main">
              <a:ext uri="{FF2B5EF4-FFF2-40B4-BE49-F238E27FC236}">
                <a16:creationId xmlns:a16="http://schemas.microsoft.com/office/drawing/2014/main" id="{9C7DE1E2-AEEB-460E-BC3E-160AB5D4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322">
            <a:extLst xmlns:a="http://schemas.openxmlformats.org/drawingml/2006/main">
              <a:ext uri="{FF2B5EF4-FFF2-40B4-BE49-F238E27FC236}">
                <a16:creationId xmlns:a16="http://schemas.microsoft.com/office/drawing/2014/main" id="{8741819C-FE6A-456A-8A67-7A0B16D2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434">
            <a:extLst xmlns:a="http://schemas.openxmlformats.org/drawingml/2006/main">
              <a:ext uri="{FF2B5EF4-FFF2-40B4-BE49-F238E27FC236}">
                <a16:creationId xmlns:a16="http://schemas.microsoft.com/office/drawing/2014/main" id="{A070A74C-4C5B-4C13-93E7-C4427D10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5162c168b02444c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3116a02c7948c8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177632859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323">
            <a:extLst xmlns:a="http://schemas.openxmlformats.org/drawingml/2006/main">
              <a:ext uri="{FF2B5EF4-FFF2-40B4-BE49-F238E27FC236}">
                <a16:creationId xmlns:a16="http://schemas.microsoft.com/office/drawing/2014/main" id="{6D2A461A-7F38-4A8C-95AC-9EE33B7D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1324">
            <a:extLst xmlns:a="http://schemas.openxmlformats.org/drawingml/2006/main">
              <a:ext uri="{FF2B5EF4-FFF2-40B4-BE49-F238E27FC236}">
                <a16:creationId xmlns:a16="http://schemas.microsoft.com/office/drawing/2014/main" id="{CB88FE6A-4395-4BAF-98B4-A5BE3483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完成可驗證的教學成果</a:t>
            </a:r>
          </a:p>
        </p:txBody>
      </p:sp>
      <p:cxnSp>
        <p:nvCxnSpPr>
          <p:cNvPr id="22" name="shape-132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26">
            <a:extLst xmlns:a="http://schemas.openxmlformats.org/drawingml/2006/main">
              <a:ext uri="{FF2B5EF4-FFF2-40B4-BE49-F238E27FC236}">
                <a16:creationId xmlns:a16="http://schemas.microsoft.com/office/drawing/2014/main" id="{CB04DBF0-6DC0-4176-8B1E-03A12317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0424A1F-7EB8-4C9F-8A1C-CF8F7324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327">
            <a:extLst xmlns:a="http://schemas.openxmlformats.org/drawingml/2006/main">
              <a:ext uri="{FF2B5EF4-FFF2-40B4-BE49-F238E27FC236}">
                <a16:creationId xmlns:a16="http://schemas.microsoft.com/office/drawing/2014/main" id="{F6605186-9CAB-4881-8F84-A1E0C8B2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328">
            <a:extLst xmlns:a="http://schemas.openxmlformats.org/drawingml/2006/main">
              <a:ext uri="{FF2B5EF4-FFF2-40B4-BE49-F238E27FC236}">
                <a16:creationId xmlns:a16="http://schemas.microsoft.com/office/drawing/2014/main" id="{43D0D549-40E5-45C2-807F-CE02577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329">
            <a:extLst xmlns:a="http://schemas.openxmlformats.org/drawingml/2006/main">
              <a:ext uri="{FF2B5EF4-FFF2-40B4-BE49-F238E27FC236}">
                <a16:creationId xmlns:a16="http://schemas.microsoft.com/office/drawing/2014/main" id="{3210E63D-B6CD-4DFD-B1A7-C801DFE0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30">
            <a:extLst xmlns:a="http://schemas.openxmlformats.org/drawingml/2006/main">
              <a:ext uri="{FF2B5EF4-FFF2-40B4-BE49-F238E27FC236}">
                <a16:creationId xmlns:a16="http://schemas.microsoft.com/office/drawing/2014/main" id="{A602F303-74E6-4002-B7E8-97986B5C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331">
            <a:extLst xmlns:a="http://schemas.openxmlformats.org/drawingml/2006/main">
              <a:ext uri="{FF2B5EF4-FFF2-40B4-BE49-F238E27FC236}">
                <a16:creationId xmlns:a16="http://schemas.microsoft.com/office/drawing/2014/main" id="{414CB295-5EF4-41FF-B834-331B7D36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332">
            <a:extLst xmlns:a="http://schemas.openxmlformats.org/drawingml/2006/main">
              <a:ext uri="{FF2B5EF4-FFF2-40B4-BE49-F238E27FC236}">
                <a16:creationId xmlns:a16="http://schemas.microsoft.com/office/drawing/2014/main" id="{28B800BD-5BA7-4531-BE01-27CD82AF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對上午作品或合成資料提出一項真實任務</a:t>
            </a:r>
          </a:p>
        </p:txBody>
      </p:sp>
      <p:sp>
        <p:nvSpPr>
          <p:cNvPr id="12" name="text-1333">
            <a:extLst xmlns:a="http://schemas.openxmlformats.org/drawingml/2006/main">
              <a:ext uri="{FF2B5EF4-FFF2-40B4-BE49-F238E27FC236}">
                <a16:creationId xmlns:a16="http://schemas.microsoft.com/office/drawing/2014/main" id="{7F166885-10FE-4C74-9AE1-68B98498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334">
            <a:extLst xmlns:a="http://schemas.openxmlformats.org/drawingml/2006/main">
              <a:ext uri="{FF2B5EF4-FFF2-40B4-BE49-F238E27FC236}">
                <a16:creationId xmlns:a16="http://schemas.microsoft.com/office/drawing/2014/main" id="{614C6102-BC15-4EDD-9BFA-9A4B625B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335">
            <a:extLst xmlns:a="http://schemas.openxmlformats.org/drawingml/2006/main">
              <a:ext uri="{FF2B5EF4-FFF2-40B4-BE49-F238E27FC236}">
                <a16:creationId xmlns:a16="http://schemas.microsoft.com/office/drawing/2014/main" id="{2EC3F882-6D39-4DDC-839F-C688CB6F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336">
            <a:extLst xmlns:a="http://schemas.openxmlformats.org/drawingml/2006/main">
              <a:ext uri="{FF2B5EF4-FFF2-40B4-BE49-F238E27FC236}">
                <a16:creationId xmlns:a16="http://schemas.microsoft.com/office/drawing/2014/main" id="{24476AE5-C1A0-4773-BDB5-DE718EEC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337">
            <a:extLst xmlns:a="http://schemas.openxmlformats.org/drawingml/2006/main">
              <a:ext uri="{FF2B5EF4-FFF2-40B4-BE49-F238E27FC236}">
                <a16:creationId xmlns:a16="http://schemas.microsoft.com/office/drawing/2014/main" id="{CBD46E20-3B6E-45C8-9C22-689E9F00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338">
            <a:extLst xmlns:a="http://schemas.openxmlformats.org/drawingml/2006/main">
              <a:ext uri="{FF2B5EF4-FFF2-40B4-BE49-F238E27FC236}">
                <a16:creationId xmlns:a16="http://schemas.microsoft.com/office/drawing/2014/main" id="{6217FF68-42E3-4C8B-BB5B-1274EE74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339">
            <a:extLst xmlns:a="http://schemas.openxmlformats.org/drawingml/2006/main">
              <a:ext uri="{FF2B5EF4-FFF2-40B4-BE49-F238E27FC236}">
                <a16:creationId xmlns:a16="http://schemas.microsoft.com/office/drawing/2014/main" id="{5430731D-AB17-4B81-BAC3-02D3D084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435">
            <a:extLst xmlns:a="http://schemas.openxmlformats.org/drawingml/2006/main">
              <a:ext uri="{FF2B5EF4-FFF2-40B4-BE49-F238E27FC236}">
                <a16:creationId xmlns:a16="http://schemas.microsoft.com/office/drawing/2014/main" id="{6A09E39F-DD9A-4136-953C-186DC25B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6770c450bf4d6a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f8452b16feb4185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202591682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340">
            <a:extLst xmlns:a="http://schemas.openxmlformats.org/drawingml/2006/main">
              <a:ext uri="{FF2B5EF4-FFF2-40B4-BE49-F238E27FC236}">
                <a16:creationId xmlns:a16="http://schemas.microsoft.com/office/drawing/2014/main" id="{2AD92BB0-7F67-4FDE-A605-25167003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text-1341">
            <a:extLst xmlns:a="http://schemas.openxmlformats.org/drawingml/2006/main">
              <a:ext uri="{FF2B5EF4-FFF2-40B4-BE49-F238E27FC236}">
                <a16:creationId xmlns:a16="http://schemas.microsoft.com/office/drawing/2014/main" id="{D69CCD01-88DE-4DB1-A791-1E99199E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25" name="shape-13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43">
            <a:extLst xmlns:a="http://schemas.openxmlformats.org/drawingml/2006/main">
              <a:ext uri="{FF2B5EF4-FFF2-40B4-BE49-F238E27FC236}">
                <a16:creationId xmlns:a16="http://schemas.microsoft.com/office/drawing/2014/main" id="{355F91A3-3A56-4CBA-A832-1B1572A4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92FB24-66FE-48AA-96A2-4CA05646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344">
            <a:extLst xmlns:a="http://schemas.openxmlformats.org/drawingml/2006/main">
              <a:ext uri="{FF2B5EF4-FFF2-40B4-BE49-F238E27FC236}">
                <a16:creationId xmlns:a16="http://schemas.microsoft.com/office/drawing/2014/main" id="{8C23ACE6-14C5-429B-B082-45AFFDF5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45">
            <a:extLst xmlns:a="http://schemas.openxmlformats.org/drawingml/2006/main">
              <a:ext uri="{FF2B5EF4-FFF2-40B4-BE49-F238E27FC236}">
                <a16:creationId xmlns:a16="http://schemas.microsoft.com/office/drawing/2014/main" id="{C58FBF0B-F6FF-4842-87E0-4BFF5640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46">
            <a:extLst xmlns:a="http://schemas.openxmlformats.org/drawingml/2006/main">
              <a:ext uri="{FF2B5EF4-FFF2-40B4-BE49-F238E27FC236}">
                <a16:creationId xmlns:a16="http://schemas.microsoft.com/office/drawing/2014/main" id="{0AD54A51-EEB5-4D54-B22F-7023890C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347">
            <a:extLst xmlns:a="http://schemas.openxmlformats.org/drawingml/2006/main">
              <a:ext uri="{FF2B5EF4-FFF2-40B4-BE49-F238E27FC236}">
                <a16:creationId xmlns:a16="http://schemas.microsoft.com/office/drawing/2014/main" id="{53D514FE-FA68-4D32-80BA-7D7C3204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任務是否解決真實教學問題？</a:t>
            </a:r>
          </a:p>
        </p:txBody>
      </p:sp>
      <p:sp>
        <p:nvSpPr>
          <p:cNvPr id="10" name="shape-1348">
            <a:extLst xmlns:a="http://schemas.openxmlformats.org/drawingml/2006/main">
              <a:ext uri="{FF2B5EF4-FFF2-40B4-BE49-F238E27FC236}">
                <a16:creationId xmlns:a16="http://schemas.microsoft.com/office/drawing/2014/main" id="{A08DB8C2-A40C-42BF-95C3-9F8051A4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49">
            <a:extLst xmlns:a="http://schemas.openxmlformats.org/drawingml/2006/main">
              <a:ext uri="{FF2B5EF4-FFF2-40B4-BE49-F238E27FC236}">
                <a16:creationId xmlns:a16="http://schemas.microsoft.com/office/drawing/2014/main" id="{FA40F904-F634-446A-A73F-DFC59704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50">
            <a:extLst xmlns:a="http://schemas.openxmlformats.org/drawingml/2006/main">
              <a:ext uri="{FF2B5EF4-FFF2-40B4-BE49-F238E27FC236}">
                <a16:creationId xmlns:a16="http://schemas.microsoft.com/office/drawing/2014/main" id="{F7EDD531-3AB5-47B8-91C9-26FA4A13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351">
            <a:extLst xmlns:a="http://schemas.openxmlformats.org/drawingml/2006/main">
              <a:ext uri="{FF2B5EF4-FFF2-40B4-BE49-F238E27FC236}">
                <a16:creationId xmlns:a16="http://schemas.microsoft.com/office/drawing/2014/main" id="{865A4641-B9E6-4B37-A9F0-72FBEAB0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352">
            <a:extLst xmlns:a="http://schemas.openxmlformats.org/drawingml/2006/main">
              <a:ext uri="{FF2B5EF4-FFF2-40B4-BE49-F238E27FC236}">
                <a16:creationId xmlns:a16="http://schemas.microsoft.com/office/drawing/2014/main" id="{3C52AA65-CDCD-463D-A910-9208070A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53">
            <a:extLst xmlns:a="http://schemas.openxmlformats.org/drawingml/2006/main">
              <a:ext uri="{FF2B5EF4-FFF2-40B4-BE49-F238E27FC236}">
                <a16:creationId xmlns:a16="http://schemas.microsoft.com/office/drawing/2014/main" id="{97461986-6632-4A3B-B8C0-7730C8AF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54">
            <a:extLst xmlns:a="http://schemas.openxmlformats.org/drawingml/2006/main">
              <a:ext uri="{FF2B5EF4-FFF2-40B4-BE49-F238E27FC236}">
                <a16:creationId xmlns:a16="http://schemas.microsoft.com/office/drawing/2014/main" id="{FBECAEA4-615B-41B7-9AEB-21186798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355">
            <a:extLst xmlns:a="http://schemas.openxmlformats.org/drawingml/2006/main">
              <a:ext uri="{FF2B5EF4-FFF2-40B4-BE49-F238E27FC236}">
                <a16:creationId xmlns:a16="http://schemas.microsoft.com/office/drawing/2014/main" id="{14A536DC-20A1-486A-AEFA-35137293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356">
            <a:extLst xmlns:a="http://schemas.openxmlformats.org/drawingml/2006/main">
              <a:ext uri="{FF2B5EF4-FFF2-40B4-BE49-F238E27FC236}">
                <a16:creationId xmlns:a16="http://schemas.microsoft.com/office/drawing/2014/main" id="{5BA0EADD-89CB-4214-81FE-C19D97C0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57">
            <a:extLst xmlns:a="http://schemas.openxmlformats.org/drawingml/2006/main">
              <a:ext uri="{FF2B5EF4-FFF2-40B4-BE49-F238E27FC236}">
                <a16:creationId xmlns:a16="http://schemas.microsoft.com/office/drawing/2014/main" id="{D7BBB773-5B4E-4A66-B803-899012AE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58">
            <a:extLst xmlns:a="http://schemas.openxmlformats.org/drawingml/2006/main">
              <a:ext uri="{FF2B5EF4-FFF2-40B4-BE49-F238E27FC236}">
                <a16:creationId xmlns:a16="http://schemas.microsoft.com/office/drawing/2014/main" id="{E67EBD99-27AC-408B-8575-9BA79902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359">
            <a:extLst xmlns:a="http://schemas.openxmlformats.org/drawingml/2006/main">
              <a:ext uri="{FF2B5EF4-FFF2-40B4-BE49-F238E27FC236}">
                <a16:creationId xmlns:a16="http://schemas.microsoft.com/office/drawing/2014/main" id="{3E0AC6BF-1D0A-4B2F-9913-BD9F6704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436">
            <a:extLst xmlns:a="http://schemas.openxmlformats.org/drawingml/2006/main">
              <a:ext uri="{FF2B5EF4-FFF2-40B4-BE49-F238E27FC236}">
                <a16:creationId xmlns:a16="http://schemas.microsoft.com/office/drawing/2014/main" id="{7F26471F-DAFB-4BB1-B2AD-60BF44FB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445ac96740c4396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b9248829c364178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165933232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60">
            <a:extLst xmlns:a="http://schemas.openxmlformats.org/drawingml/2006/main">
              <a:ext uri="{FF2B5EF4-FFF2-40B4-BE49-F238E27FC236}">
                <a16:creationId xmlns:a16="http://schemas.microsoft.com/office/drawing/2014/main" id="{A8EDEAC1-F57C-4557-B4E7-FFE1431B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text-1361">
            <a:extLst xmlns:a="http://schemas.openxmlformats.org/drawingml/2006/main">
              <a:ext uri="{FF2B5EF4-FFF2-40B4-BE49-F238E27FC236}">
                <a16:creationId xmlns:a16="http://schemas.microsoft.com/office/drawing/2014/main" id="{07C16DD1-1527-48CE-ADAA-70B1D25F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0" name="shape-13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63">
            <a:extLst xmlns:a="http://schemas.openxmlformats.org/drawingml/2006/main">
              <a:ext uri="{FF2B5EF4-FFF2-40B4-BE49-F238E27FC236}">
                <a16:creationId xmlns:a16="http://schemas.microsoft.com/office/drawing/2014/main" id="{50184522-0F4E-424A-9850-C02CFD73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39EDB0-5306-44E6-85DD-535F1A7E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3" name="shape-1364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365">
            <a:extLst xmlns:a="http://schemas.openxmlformats.org/drawingml/2006/main">
              <a:ext uri="{FF2B5EF4-FFF2-40B4-BE49-F238E27FC236}">
                <a16:creationId xmlns:a16="http://schemas.microsoft.com/office/drawing/2014/main" id="{C2268A2B-0662-4960-B4A3-31C12183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66">
            <a:extLst xmlns:a="http://schemas.openxmlformats.org/drawingml/2006/main">
              <a:ext uri="{FF2B5EF4-FFF2-40B4-BE49-F238E27FC236}">
                <a16:creationId xmlns:a16="http://schemas.microsoft.com/office/drawing/2014/main" id="{568BB661-FDC4-4921-8EE4-75267B33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367">
            <a:extLst xmlns:a="http://schemas.openxmlformats.org/drawingml/2006/main">
              <a:ext uri="{FF2B5EF4-FFF2-40B4-BE49-F238E27FC236}">
                <a16:creationId xmlns:a16="http://schemas.microsoft.com/office/drawing/2014/main" id="{96D361CD-8E9C-4FE8-BF7E-176F5B3B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368">
            <a:extLst xmlns:a="http://schemas.openxmlformats.org/drawingml/2006/main">
              <a:ext uri="{FF2B5EF4-FFF2-40B4-BE49-F238E27FC236}">
                <a16:creationId xmlns:a16="http://schemas.microsoft.com/office/drawing/2014/main" id="{E1E12301-6800-4A19-9339-9E95C981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369">
            <a:extLst xmlns:a="http://schemas.openxmlformats.org/drawingml/2006/main">
              <a:ext uri="{FF2B5EF4-FFF2-40B4-BE49-F238E27FC236}">
                <a16:creationId xmlns:a16="http://schemas.microsoft.com/office/drawing/2014/main" id="{78BC8465-5768-429F-86D3-82C18368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370">
            <a:extLst xmlns:a="http://schemas.openxmlformats.org/drawingml/2006/main">
              <a:ext uri="{FF2B5EF4-FFF2-40B4-BE49-F238E27FC236}">
                <a16:creationId xmlns:a16="http://schemas.microsoft.com/office/drawing/2014/main" id="{DC958AB8-AD9E-4733-9F39-014B03E4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371">
            <a:extLst xmlns:a="http://schemas.openxmlformats.org/drawingml/2006/main">
              <a:ext uri="{FF2B5EF4-FFF2-40B4-BE49-F238E27FC236}">
                <a16:creationId xmlns:a16="http://schemas.microsoft.com/office/drawing/2014/main" id="{92C903F6-F3F0-4F7F-9FDB-B3F71226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372">
            <a:extLst xmlns:a="http://schemas.openxmlformats.org/drawingml/2006/main">
              <a:ext uri="{FF2B5EF4-FFF2-40B4-BE49-F238E27FC236}">
                <a16:creationId xmlns:a16="http://schemas.microsoft.com/office/drawing/2014/main" id="{A9F85D27-6EF2-41BE-8FE9-5B74E6E1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373">
            <a:extLst xmlns:a="http://schemas.openxmlformats.org/drawingml/2006/main">
              <a:ext uri="{FF2B5EF4-FFF2-40B4-BE49-F238E27FC236}">
                <a16:creationId xmlns:a16="http://schemas.microsoft.com/office/drawing/2014/main" id="{5800BAC8-476C-4734-AA7C-9056C236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374">
            <a:extLst xmlns:a="http://schemas.openxmlformats.org/drawingml/2006/main">
              <a:ext uri="{FF2B5EF4-FFF2-40B4-BE49-F238E27FC236}">
                <a16:creationId xmlns:a16="http://schemas.microsoft.com/office/drawing/2014/main" id="{E721DA66-DE35-4FF7-A142-EC04DC66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375">
            <a:extLst xmlns:a="http://schemas.openxmlformats.org/drawingml/2006/main">
              <a:ext uri="{FF2B5EF4-FFF2-40B4-BE49-F238E27FC236}">
                <a16:creationId xmlns:a16="http://schemas.microsoft.com/office/drawing/2014/main" id="{37672798-9017-4E1B-9626-2ADE3EAA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376">
            <a:extLst xmlns:a="http://schemas.openxmlformats.org/drawingml/2006/main">
              <a:ext uri="{FF2B5EF4-FFF2-40B4-BE49-F238E27FC236}">
                <a16:creationId xmlns:a16="http://schemas.microsoft.com/office/drawing/2014/main" id="{0DD55A11-4D54-4504-914A-DBAADBD9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377">
            <a:extLst xmlns:a="http://schemas.openxmlformats.org/drawingml/2006/main">
              <a:ext uri="{FF2B5EF4-FFF2-40B4-BE49-F238E27FC236}">
                <a16:creationId xmlns:a16="http://schemas.microsoft.com/office/drawing/2014/main" id="{2F421CB1-D45C-49AD-B9E0-F7AFF9AD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78">
            <a:extLst xmlns:a="http://schemas.openxmlformats.org/drawingml/2006/main">
              <a:ext uri="{FF2B5EF4-FFF2-40B4-BE49-F238E27FC236}">
                <a16:creationId xmlns:a16="http://schemas.microsoft.com/office/drawing/2014/main" id="{BBE2CF04-8368-4686-9B47-D239D3FA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379">
            <a:extLst xmlns:a="http://schemas.openxmlformats.org/drawingml/2006/main">
              <a:ext uri="{FF2B5EF4-FFF2-40B4-BE49-F238E27FC236}">
                <a16:creationId xmlns:a16="http://schemas.microsoft.com/office/drawing/2014/main" id="{C2EA7271-C8A0-436A-84CA-765B7514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380">
            <a:extLst xmlns:a="http://schemas.openxmlformats.org/drawingml/2006/main">
              <a:ext uri="{FF2B5EF4-FFF2-40B4-BE49-F238E27FC236}">
                <a16:creationId xmlns:a16="http://schemas.microsoft.com/office/drawing/2014/main" id="{6AB9F4A6-26FC-4096-9D2D-351DD0EF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381">
            <a:extLst xmlns:a="http://schemas.openxmlformats.org/drawingml/2006/main">
              <a:ext uri="{FF2B5EF4-FFF2-40B4-BE49-F238E27FC236}">
                <a16:creationId xmlns:a16="http://schemas.microsoft.com/office/drawing/2014/main" id="{786A4237-77C5-4A4B-8BA6-E3034179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382">
            <a:extLst xmlns:a="http://schemas.openxmlformats.org/drawingml/2006/main">
              <a:ext uri="{FF2B5EF4-FFF2-40B4-BE49-F238E27FC236}">
                <a16:creationId xmlns:a16="http://schemas.microsoft.com/office/drawing/2014/main" id="{30FA7851-135F-4BA2-BCFF-0081A82A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383">
            <a:extLst xmlns:a="http://schemas.openxmlformats.org/drawingml/2006/main">
              <a:ext uri="{FF2B5EF4-FFF2-40B4-BE49-F238E27FC236}">
                <a16:creationId xmlns:a16="http://schemas.microsoft.com/office/drawing/2014/main" id="{2B02D851-21FC-48E7-BBC8-4051F8CB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384">
            <a:extLst xmlns:a="http://schemas.openxmlformats.org/drawingml/2006/main">
              <a:ext uri="{FF2B5EF4-FFF2-40B4-BE49-F238E27FC236}">
                <a16:creationId xmlns:a16="http://schemas.microsoft.com/office/drawing/2014/main" id="{60CFB675-155F-497D-99D8-90A2192D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437">
            <a:extLst xmlns:a="http://schemas.openxmlformats.org/drawingml/2006/main">
              <a:ext uri="{FF2B5EF4-FFF2-40B4-BE49-F238E27FC236}">
                <a16:creationId xmlns:a16="http://schemas.microsoft.com/office/drawing/2014/main" id="{9EDA7794-8114-47E3-B414-C0BADE57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b9af8fe164b4238"/>
              </a:rPr>
              <a:t>Antigravity ↗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55c7db58ae40b8"/>
              </a:rPr>
              <a:t>Codex ↗</a:t>
            </a:r>
          </a:p>
        </p:txBody>
      </p:sp>
    </p:spTree>
    <p:extLst>
      <p:ext uri="{BB962C8B-B14F-4D97-AF65-F5344CB8AC3E}">
        <p14:creationId xmlns:p14="http://schemas.microsoft.com/office/powerpoint/2010/main" val="11704863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1385">
            <a:extLst xmlns:a="http://schemas.openxmlformats.org/drawingml/2006/main">
              <a:ext uri="{FF2B5EF4-FFF2-40B4-BE49-F238E27FC236}">
                <a16:creationId xmlns:a16="http://schemas.microsoft.com/office/drawing/2014/main" id="{1A4CB89F-1889-4FEF-98FE-35D96F39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text-1386">
            <a:extLst xmlns:a="http://schemas.openxmlformats.org/drawingml/2006/main">
              <a:ext uri="{FF2B5EF4-FFF2-40B4-BE49-F238E27FC236}">
                <a16:creationId xmlns:a16="http://schemas.microsoft.com/office/drawing/2014/main" id="{3C56CC3D-296B-45E6-8B87-05B8C275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23" name="shape-13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88">
            <a:extLst xmlns:a="http://schemas.openxmlformats.org/drawingml/2006/main">
              <a:ext uri="{FF2B5EF4-FFF2-40B4-BE49-F238E27FC236}">
                <a16:creationId xmlns:a16="http://schemas.microsoft.com/office/drawing/2014/main" id="{66371F55-0A88-4E6F-AD5D-D8927EA6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E8E9CB-ABCC-4302-B03D-93BB9384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text-1389">
            <a:extLst xmlns:a="http://schemas.openxmlformats.org/drawingml/2006/main">
              <a:ext uri="{FF2B5EF4-FFF2-40B4-BE49-F238E27FC236}">
                <a16:creationId xmlns:a16="http://schemas.microsoft.com/office/drawing/2014/main" id="{387313EC-C26D-46B7-B851-C57CF54A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7" name="text-1390">
            <a:extLst xmlns:a="http://schemas.openxmlformats.org/drawingml/2006/main">
              <a:ext uri="{FF2B5EF4-FFF2-40B4-BE49-F238E27FC236}">
                <a16:creationId xmlns:a16="http://schemas.microsoft.com/office/drawing/2014/main" id="{9ED893D6-7302-47DE-ACF2-12E8E2EE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67640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71144404c3f42b7"/>
              </a:rPr>
              <a:t>START_HERE_研習資源導航.html</a:t>
            </a:r>
          </a:p>
        </p:txBody>
      </p:sp>
      <p:sp>
        <p:nvSpPr>
          <p:cNvPr id="8" name="text-1391">
            <a:extLst xmlns:a="http://schemas.openxmlformats.org/drawingml/2006/main">
              <a:ext uri="{FF2B5EF4-FFF2-40B4-BE49-F238E27FC236}">
                <a16:creationId xmlns:a16="http://schemas.microsoft.com/office/drawing/2014/main" id="{9A9223C4-D355-4E1C-8A14-940C4067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027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9" name="text-1392">
            <a:extLst xmlns:a="http://schemas.openxmlformats.org/drawingml/2006/main">
              <a:ext uri="{FF2B5EF4-FFF2-40B4-BE49-F238E27FC236}">
                <a16:creationId xmlns:a16="http://schemas.microsoft.com/office/drawing/2014/main" id="{15D98866-519A-443D-B35B-8BF6E07C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0275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f918e426a0944e7c"/>
              </a:rPr>
              <a:t>https://antigravity.google/</a:t>
            </a:r>
          </a:p>
        </p:txBody>
      </p:sp>
      <p:sp>
        <p:nvSpPr>
          <p:cNvPr id="10" name="text-1393">
            <a:extLst xmlns:a="http://schemas.openxmlformats.org/drawingml/2006/main">
              <a:ext uri="{FF2B5EF4-FFF2-40B4-BE49-F238E27FC236}">
                <a16:creationId xmlns:a16="http://schemas.microsoft.com/office/drawing/2014/main" id="{55B35674-3EE9-4783-A731-E0CB1C36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2415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1" name="text-1394">
            <a:extLst xmlns:a="http://schemas.openxmlformats.org/drawingml/2006/main">
              <a:ext uri="{FF2B5EF4-FFF2-40B4-BE49-F238E27FC236}">
                <a16:creationId xmlns:a16="http://schemas.microsoft.com/office/drawing/2014/main" id="{35953CF9-7E13-495E-8E38-582B84BC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72415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32b6d183f6e43ab"/>
              </a:rPr>
              <a:t>https://chatgpt.com/codex/</a:t>
            </a:r>
          </a:p>
        </p:txBody>
      </p:sp>
      <p:sp>
        <p:nvSpPr>
          <p:cNvPr id="12" name="text-1395">
            <a:extLst xmlns:a="http://schemas.openxmlformats.org/drawingml/2006/main">
              <a:ext uri="{FF2B5EF4-FFF2-40B4-BE49-F238E27FC236}">
                <a16:creationId xmlns:a16="http://schemas.microsoft.com/office/drawing/2014/main" id="{BB4A3BD4-7098-4EB1-A828-0C50EC1D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4802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13" name="text-1396">
            <a:extLst xmlns:a="http://schemas.openxmlformats.org/drawingml/2006/main">
              <a:ext uri="{FF2B5EF4-FFF2-40B4-BE49-F238E27FC236}">
                <a16:creationId xmlns:a16="http://schemas.microsoft.com/office/drawing/2014/main" id="{90C8AD55-0255-47FB-AD16-564F6851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248025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5196d8adb124ba4"/>
              </a:rPr>
              <a:t>https://codelabs.developers.google.com/getting-started-with-antigravity-skills</a:t>
            </a:r>
          </a:p>
        </p:txBody>
      </p:sp>
      <p:sp>
        <p:nvSpPr>
          <p:cNvPr id="14" name="text-1397">
            <a:extLst xmlns:a="http://schemas.openxmlformats.org/drawingml/2006/main">
              <a:ext uri="{FF2B5EF4-FFF2-40B4-BE49-F238E27FC236}">
                <a16:creationId xmlns:a16="http://schemas.microsoft.com/office/drawing/2014/main" id="{5DC273F7-3EBE-491D-A92B-7925230F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7190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15" name="text-1398">
            <a:extLst xmlns:a="http://schemas.openxmlformats.org/drawingml/2006/main">
              <a:ext uri="{FF2B5EF4-FFF2-40B4-BE49-F238E27FC236}">
                <a16:creationId xmlns:a16="http://schemas.microsoft.com/office/drawing/2014/main" id="{F285040A-9F29-4044-BB26-B6509B10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7190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2a8df2d9cd441a3"/>
              </a:rPr>
              <a:t>提示詞快捷面板_研習用.html</a:t>
            </a:r>
          </a:p>
        </p:txBody>
      </p:sp>
      <p:sp>
        <p:nvSpPr>
          <p:cNvPr id="16" name="text-1399">
            <a:extLst xmlns:a="http://schemas.openxmlformats.org/drawingml/2006/main">
              <a:ext uri="{FF2B5EF4-FFF2-40B4-BE49-F238E27FC236}">
                <a16:creationId xmlns:a16="http://schemas.microsoft.com/office/drawing/2014/main" id="{377D938C-E37E-4D6D-80FE-0765BB92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17" name="text-1400">
            <a:extLst xmlns:a="http://schemas.openxmlformats.org/drawingml/2006/main">
              <a:ext uri="{FF2B5EF4-FFF2-40B4-BE49-F238E27FC236}">
                <a16:creationId xmlns:a16="http://schemas.microsoft.com/office/drawing/2014/main" id="{EC0BF5EC-199A-43B2-B482-E57FAACF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95775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cb6a19049e34562"/>
              </a:rPr>
              <a:t>https://cagoooo.github.io/Akai/</a:t>
            </a:r>
          </a:p>
        </p:txBody>
      </p:sp>
      <p:sp>
        <p:nvSpPr>
          <p:cNvPr id="18" name="text-1401">
            <a:extLst xmlns:a="http://schemas.openxmlformats.org/drawingml/2006/main">
              <a:ext uri="{FF2B5EF4-FFF2-40B4-BE49-F238E27FC236}">
                <a16:creationId xmlns:a16="http://schemas.microsoft.com/office/drawing/2014/main" id="{47D36D3D-1AB5-4C40-A48D-64233ED1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19" name="text-1402">
            <a:extLst xmlns:a="http://schemas.openxmlformats.org/drawingml/2006/main">
              <a:ext uri="{FF2B5EF4-FFF2-40B4-BE49-F238E27FC236}">
                <a16:creationId xmlns:a16="http://schemas.microsoft.com/office/drawing/2014/main" id="{82E3D94F-B28E-4225-A1BA-47F88A40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1965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36fd48e56e14287"/>
              </a:rPr>
              <a:t>https://www.iea.nl/sites/default/files/2025-10/GA66_PIRLS%202026.pdf</a:t>
            </a:r>
          </a:p>
        </p:txBody>
      </p:sp>
      <p:sp>
        <p:nvSpPr>
          <p:cNvPr id="20" name="text-1403">
            <a:extLst xmlns:a="http://schemas.openxmlformats.org/drawingml/2006/main">
              <a:ext uri="{FF2B5EF4-FFF2-40B4-BE49-F238E27FC236}">
                <a16:creationId xmlns:a16="http://schemas.microsoft.com/office/drawing/2014/main" id="{AE439555-F607-4DE2-83C1-D9EF6120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1861597716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2026-08-12T13:42:54.6620000Z</dcterms:created>
  <dcterms:modified xsi:type="dcterms:W3CDTF">2026-08-12T13:42:54.6620000Z</dcterms:modified>
</coreProperties>
</file>