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4e727375a43fb" /><Relationship Type="http://schemas.openxmlformats.org/officeDocument/2006/relationships/extended-properties" Target="/docProps/app.xml" Id="Rcf11d4fcf1dd42f4" /><Relationship Type="http://schemas.openxmlformats.org/officeDocument/2006/relationships/officeDocument" Target="/ppt/presentation.xml" Id="Rf0c5d644aad145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38c110cff4d3d"/>
  </p:sldMasterIdLst>
  <p:notesMasterIdLst>
    <p:notesMasterId xmlns:r="http://schemas.openxmlformats.org/officeDocument/2006/relationships" r:id="R038c2e3453ee42a1"/>
  </p:notesMasterIdLst>
  <p:sldIdLst>
    <p:sldId xmlns:r="http://schemas.openxmlformats.org/officeDocument/2006/relationships" id="256" r:id="R6146b4368f8d4992"/>
    <p:sldId xmlns:r="http://schemas.openxmlformats.org/officeDocument/2006/relationships" id="257" r:id="Rc48c582fab744534"/>
    <p:sldId xmlns:r="http://schemas.openxmlformats.org/officeDocument/2006/relationships" id="258" r:id="R1e85b911e1b047f7"/>
    <p:sldId xmlns:r="http://schemas.openxmlformats.org/officeDocument/2006/relationships" id="259" r:id="R63004c0fa8114b3f"/>
    <p:sldId xmlns:r="http://schemas.openxmlformats.org/officeDocument/2006/relationships" id="260" r:id="Rafb38337cf9b4334"/>
    <p:sldId xmlns:r="http://schemas.openxmlformats.org/officeDocument/2006/relationships" id="261" r:id="R262b9f1f38c04450"/>
    <p:sldId xmlns:r="http://schemas.openxmlformats.org/officeDocument/2006/relationships" id="262" r:id="Rf5abf997025d4b27"/>
    <p:sldId xmlns:r="http://schemas.openxmlformats.org/officeDocument/2006/relationships" id="263" r:id="Rf5ded28209cd4fff"/>
    <p:sldId xmlns:r="http://schemas.openxmlformats.org/officeDocument/2006/relationships" id="264" r:id="R32705c5bde214cab"/>
    <p:sldId xmlns:r="http://schemas.openxmlformats.org/officeDocument/2006/relationships" id="265" r:id="R1f13abc840934dff"/>
    <p:sldId xmlns:r="http://schemas.openxmlformats.org/officeDocument/2006/relationships" id="266" r:id="R5a2cdc26d8264a11"/>
    <p:sldId xmlns:r="http://schemas.openxmlformats.org/officeDocument/2006/relationships" id="267" r:id="R16da33cc02a0488e"/>
    <p:sldId xmlns:r="http://schemas.openxmlformats.org/officeDocument/2006/relationships" id="268" r:id="Rf4df36386fe74d58"/>
    <p:sldId xmlns:r="http://schemas.openxmlformats.org/officeDocument/2006/relationships" id="269" r:id="R18bef1156985405f"/>
    <p:sldId xmlns:r="http://schemas.openxmlformats.org/officeDocument/2006/relationships" id="270" r:id="Re6037a825d134e7d"/>
    <p:sldId xmlns:r="http://schemas.openxmlformats.org/officeDocument/2006/relationships" id="271" r:id="R6dca2d9f429d4217"/>
    <p:sldId xmlns:r="http://schemas.openxmlformats.org/officeDocument/2006/relationships" id="272" r:id="R4eb70cb23b5b450c"/>
    <p:sldId xmlns:r="http://schemas.openxmlformats.org/officeDocument/2006/relationships" id="273" r:id="Rf7f8659a6324496b"/>
    <p:sldId xmlns:r="http://schemas.openxmlformats.org/officeDocument/2006/relationships" id="274" r:id="Rdec3dadc79ff44f2"/>
    <p:sldId xmlns:r="http://schemas.openxmlformats.org/officeDocument/2006/relationships" id="275" r:id="Ra613afa59d0c466e"/>
    <p:sldId xmlns:r="http://schemas.openxmlformats.org/officeDocument/2006/relationships" id="276" r:id="Rbdeb0aab95974f8e"/>
    <p:sldId xmlns:r="http://schemas.openxmlformats.org/officeDocument/2006/relationships" id="277" r:id="R59fe07ce338f4e64"/>
    <p:sldId xmlns:r="http://schemas.openxmlformats.org/officeDocument/2006/relationships" id="278" r:id="R81f1ceabab984aec"/>
    <p:sldId xmlns:r="http://schemas.openxmlformats.org/officeDocument/2006/relationships" id="279" r:id="Rd8ef734fdf7f418a"/>
    <p:sldId xmlns:r="http://schemas.openxmlformats.org/officeDocument/2006/relationships" id="280" r:id="R06fb5c580cb44fd7"/>
    <p:sldId xmlns:r="http://schemas.openxmlformats.org/officeDocument/2006/relationships" id="281" r:id="R2d79741aa37e4ccb"/>
    <p:sldId xmlns:r="http://schemas.openxmlformats.org/officeDocument/2006/relationships" id="282" r:id="R0e3cb2c7c65b4a48"/>
    <p:sldId xmlns:r="http://schemas.openxmlformats.org/officeDocument/2006/relationships" id="283" r:id="R1a78fb255d524615"/>
    <p:sldId xmlns:r="http://schemas.openxmlformats.org/officeDocument/2006/relationships" id="284" r:id="Rfc6d54b47f734ec4"/>
    <p:sldId xmlns:r="http://schemas.openxmlformats.org/officeDocument/2006/relationships" id="285" r:id="R11879861287b4b2c"/>
    <p:sldId xmlns:r="http://schemas.openxmlformats.org/officeDocument/2006/relationships" id="286" r:id="R818cecb328bc4d81"/>
    <p:sldId xmlns:r="http://schemas.openxmlformats.org/officeDocument/2006/relationships" id="287" r:id="Rf3a41746309141e3"/>
    <p:sldId xmlns:r="http://schemas.openxmlformats.org/officeDocument/2006/relationships" id="288" r:id="Rc0757605fcfb47f1"/>
    <p:sldId xmlns:r="http://schemas.openxmlformats.org/officeDocument/2006/relationships" id="289" r:id="R07fedfeb2f0f437a"/>
    <p:sldId xmlns:r="http://schemas.openxmlformats.org/officeDocument/2006/relationships" id="290" r:id="Rfdc0389f1e97446e"/>
    <p:sldId xmlns:r="http://schemas.openxmlformats.org/officeDocument/2006/relationships" id="291" r:id="Rf5f4d9afee364943"/>
    <p:sldId xmlns:r="http://schemas.openxmlformats.org/officeDocument/2006/relationships" id="292" r:id="R83388b90960d4e89"/>
    <p:sldId xmlns:r="http://schemas.openxmlformats.org/officeDocument/2006/relationships" id="293" r:id="R7537397307d14b87"/>
    <p:sldId xmlns:r="http://schemas.openxmlformats.org/officeDocument/2006/relationships" id="294" r:id="R1458686972834cda"/>
    <p:sldId xmlns:r="http://schemas.openxmlformats.org/officeDocument/2006/relationships" id="295" r:id="R5335b823f211464c"/>
    <p:sldId xmlns:r="http://schemas.openxmlformats.org/officeDocument/2006/relationships" id="296" r:id="R64da583c6da840a1"/>
    <p:sldId xmlns:r="http://schemas.openxmlformats.org/officeDocument/2006/relationships" id="297" r:id="R89faac0ec64c45c9"/>
    <p:sldId xmlns:r="http://schemas.openxmlformats.org/officeDocument/2006/relationships" id="298" r:id="R56a92938841d4b29"/>
    <p:sldId xmlns:r="http://schemas.openxmlformats.org/officeDocument/2006/relationships" id="299" r:id="R61e3645d77b24a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c635062e5d46e9" /><Relationship Type="http://schemas.openxmlformats.org/officeDocument/2006/relationships/slideMaster" Target="/ppt/slideMasters/slideMaster1.xml" Id="R40138c110cff4d3d" /><Relationship Type="http://schemas.openxmlformats.org/officeDocument/2006/relationships/notesMaster" Target="/ppt/notesMasters/notesMaster1.xml" Id="R038c2e3453ee42a1" /><Relationship Type="http://schemas.openxmlformats.org/officeDocument/2006/relationships/presProps" Target="/ppt/presProps.xml" Id="Rf052f2e7736b47f8" /><Relationship Type="http://schemas.openxmlformats.org/officeDocument/2006/relationships/tableStyles" Target="/ppt/tableStyles.xml" Id="R5cfc23f0864e4760" /><Relationship Type="http://schemas.openxmlformats.org/officeDocument/2006/relationships/slide" Target="/ppt/slides/slide1.xml" Id="R6146b4368f8d4992" /><Relationship Type="http://schemas.openxmlformats.org/officeDocument/2006/relationships/slide" Target="/ppt/slides/slide2.xml" Id="Rc48c582fab744534" /><Relationship Type="http://schemas.openxmlformats.org/officeDocument/2006/relationships/slide" Target="/ppt/slides/slide3.xml" Id="R1e85b911e1b047f7" /><Relationship Type="http://schemas.openxmlformats.org/officeDocument/2006/relationships/slide" Target="/ppt/slides/slide4.xml" Id="R63004c0fa8114b3f" /><Relationship Type="http://schemas.openxmlformats.org/officeDocument/2006/relationships/slide" Target="/ppt/slides/slide5.xml" Id="Rafb38337cf9b4334" /><Relationship Type="http://schemas.openxmlformats.org/officeDocument/2006/relationships/slide" Target="/ppt/slides/slide6.xml" Id="R262b9f1f38c04450" /><Relationship Type="http://schemas.openxmlformats.org/officeDocument/2006/relationships/slide" Target="/ppt/slides/slide7.xml" Id="Rf5abf997025d4b27" /><Relationship Type="http://schemas.openxmlformats.org/officeDocument/2006/relationships/slide" Target="/ppt/slides/slide8.xml" Id="Rf5ded28209cd4fff" /><Relationship Type="http://schemas.openxmlformats.org/officeDocument/2006/relationships/slide" Target="/ppt/slides/slide9.xml" Id="R32705c5bde214cab" /><Relationship Type="http://schemas.openxmlformats.org/officeDocument/2006/relationships/slide" Target="/ppt/slides/slide10.xml" Id="R1f13abc840934dff" /><Relationship Type="http://schemas.openxmlformats.org/officeDocument/2006/relationships/slide" Target="/ppt/slides/slide11.xml" Id="R5a2cdc26d8264a11" /><Relationship Type="http://schemas.openxmlformats.org/officeDocument/2006/relationships/slide" Target="/ppt/slides/slide12.xml" Id="R16da33cc02a0488e" /><Relationship Type="http://schemas.openxmlformats.org/officeDocument/2006/relationships/slide" Target="/ppt/slides/slide13.xml" Id="Rf4df36386fe74d58" /><Relationship Type="http://schemas.openxmlformats.org/officeDocument/2006/relationships/slide" Target="/ppt/slides/slide14.xml" Id="R18bef1156985405f" /><Relationship Type="http://schemas.openxmlformats.org/officeDocument/2006/relationships/slide" Target="/ppt/slides/slide15.xml" Id="Re6037a825d134e7d" /><Relationship Type="http://schemas.openxmlformats.org/officeDocument/2006/relationships/slide" Target="/ppt/slides/slide16.xml" Id="R6dca2d9f429d4217" /><Relationship Type="http://schemas.openxmlformats.org/officeDocument/2006/relationships/slide" Target="/ppt/slides/slide17.xml" Id="R4eb70cb23b5b450c" /><Relationship Type="http://schemas.openxmlformats.org/officeDocument/2006/relationships/slide" Target="/ppt/slides/slide18.xml" Id="Rf7f8659a6324496b" /><Relationship Type="http://schemas.openxmlformats.org/officeDocument/2006/relationships/slide" Target="/ppt/slides/slide19.xml" Id="Rdec3dadc79ff44f2" /><Relationship Type="http://schemas.openxmlformats.org/officeDocument/2006/relationships/slide" Target="/ppt/slides/slide20.xml" Id="Ra613afa59d0c466e" /><Relationship Type="http://schemas.openxmlformats.org/officeDocument/2006/relationships/slide" Target="/ppt/slides/slide21.xml" Id="Rbdeb0aab95974f8e" /><Relationship Type="http://schemas.openxmlformats.org/officeDocument/2006/relationships/slide" Target="/ppt/slides/slide22.xml" Id="R59fe07ce338f4e64" /><Relationship Type="http://schemas.openxmlformats.org/officeDocument/2006/relationships/slide" Target="/ppt/slides/slide23.xml" Id="R81f1ceabab984aec" /><Relationship Type="http://schemas.openxmlformats.org/officeDocument/2006/relationships/slide" Target="/ppt/slides/slide24.xml" Id="Rd8ef734fdf7f418a" /><Relationship Type="http://schemas.openxmlformats.org/officeDocument/2006/relationships/slide" Target="/ppt/slides/slide25.xml" Id="R06fb5c580cb44fd7" /><Relationship Type="http://schemas.openxmlformats.org/officeDocument/2006/relationships/slide" Target="/ppt/slides/slide26.xml" Id="R2d79741aa37e4ccb" /><Relationship Type="http://schemas.openxmlformats.org/officeDocument/2006/relationships/slide" Target="/ppt/slides/slide27.xml" Id="R0e3cb2c7c65b4a48" /><Relationship Type="http://schemas.openxmlformats.org/officeDocument/2006/relationships/slide" Target="/ppt/slides/slide28.xml" Id="R1a78fb255d524615" /><Relationship Type="http://schemas.openxmlformats.org/officeDocument/2006/relationships/slide" Target="/ppt/slides/slide29.xml" Id="Rfc6d54b47f734ec4" /><Relationship Type="http://schemas.openxmlformats.org/officeDocument/2006/relationships/slide" Target="/ppt/slides/slide30.xml" Id="R11879861287b4b2c" /><Relationship Type="http://schemas.openxmlformats.org/officeDocument/2006/relationships/slide" Target="/ppt/slides/slide31.xml" Id="R818cecb328bc4d81" /><Relationship Type="http://schemas.openxmlformats.org/officeDocument/2006/relationships/slide" Target="/ppt/slides/slide32.xml" Id="Rf3a41746309141e3" /><Relationship Type="http://schemas.openxmlformats.org/officeDocument/2006/relationships/slide" Target="/ppt/slides/slide33.xml" Id="Rc0757605fcfb47f1" /><Relationship Type="http://schemas.openxmlformats.org/officeDocument/2006/relationships/slide" Target="/ppt/slides/slide34.xml" Id="R07fedfeb2f0f437a" /><Relationship Type="http://schemas.openxmlformats.org/officeDocument/2006/relationships/slide" Target="/ppt/slides/slide35.xml" Id="Rfdc0389f1e97446e" /><Relationship Type="http://schemas.openxmlformats.org/officeDocument/2006/relationships/slide" Target="/ppt/slides/slide36.xml" Id="Rf5f4d9afee364943" /><Relationship Type="http://schemas.openxmlformats.org/officeDocument/2006/relationships/slide" Target="/ppt/slides/slide37.xml" Id="R83388b90960d4e89" /><Relationship Type="http://schemas.openxmlformats.org/officeDocument/2006/relationships/slide" Target="/ppt/slides/slide38.xml" Id="R7537397307d14b87" /><Relationship Type="http://schemas.openxmlformats.org/officeDocument/2006/relationships/slide" Target="/ppt/slides/slide39.xml" Id="R1458686972834cda" /><Relationship Type="http://schemas.openxmlformats.org/officeDocument/2006/relationships/slide" Target="/ppt/slides/slide40.xml" Id="R5335b823f211464c" /><Relationship Type="http://schemas.openxmlformats.org/officeDocument/2006/relationships/slide" Target="/ppt/slides/slide41.xml" Id="R64da583c6da840a1" /><Relationship Type="http://schemas.openxmlformats.org/officeDocument/2006/relationships/slide" Target="/ppt/slides/slide42.xml" Id="R89faac0ec64c45c9" /><Relationship Type="http://schemas.openxmlformats.org/officeDocument/2006/relationships/slide" Target="/ppt/slides/slide43.xml" Id="R56a92938841d4b29" /><Relationship Type="http://schemas.openxmlformats.org/officeDocument/2006/relationships/slide" Target="/ppt/slides/slide44.xml" Id="R61e3645d77b24a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bcdc55df14e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CU Afternoon">
      <a:dk1>
        <a:srgbClr val="000000"/>
      </a:dk1>
      <a:lt1>
        <a:srgbClr val="FFFFFF"/>
      </a:lt1>
      <a:dk2>
        <a:srgbClr val="07131F"/>
      </a:dk2>
      <a:lt2>
        <a:srgbClr val="0C1E30"/>
      </a:lt2>
      <a:accent1>
        <a:srgbClr val="55A7FF"/>
      </a:accent1>
      <a:accent2>
        <a:srgbClr val="FF806D"/>
      </a:accent2>
      <a:accent3>
        <a:srgbClr val="2CD2C7"/>
      </a:accent3>
      <a:accent4>
        <a:srgbClr val="A78BFA"/>
      </a:accent4>
      <a:accent5>
        <a:srgbClr val="F5C451"/>
      </a:accent5>
      <a:accent6>
        <a:srgbClr val="37D48B"/>
      </a:accent6>
      <a:hlink>
        <a:srgbClr val="55A7FF"/>
      </a:hlink>
      <a:folHlink>
        <a:srgbClr val="A78BF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415e7332f46e6" /><Relationship Type="http://schemas.openxmlformats.org/officeDocument/2006/relationships/notesMaster" Target="/ppt/notesMasters/notesMaster1.xml" Id="R49d7be4bf4ce40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653fcdbd57421f" /><Relationship Type="http://schemas.openxmlformats.org/officeDocument/2006/relationships/notesMaster" Target="/ppt/notesMasters/notesMaster1.xml" Id="Rbf5ff13247da4e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ebd185d2f945bd" /><Relationship Type="http://schemas.openxmlformats.org/officeDocument/2006/relationships/notesMaster" Target="/ppt/notesMasters/notesMaster1.xml" Id="R95767ed600524d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a09324ad0149f3" /><Relationship Type="http://schemas.openxmlformats.org/officeDocument/2006/relationships/notesMaster" Target="/ppt/notesMasters/notesMaster1.xml" Id="R350dd8538e2b45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76823a2c7a444e" /><Relationship Type="http://schemas.openxmlformats.org/officeDocument/2006/relationships/notesMaster" Target="/ppt/notesMasters/notesMaster1.xml" Id="Rfdb6ae82db7340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5c5a7d59c4d2f" /><Relationship Type="http://schemas.openxmlformats.org/officeDocument/2006/relationships/notesMaster" Target="/ppt/notesMasters/notesMaster1.xml" Id="R8b71eb436c844f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d2dcdfa214f87" /><Relationship Type="http://schemas.openxmlformats.org/officeDocument/2006/relationships/notesMaster" Target="/ppt/notesMasters/notesMaster1.xml" Id="R5d2c9aebf8a747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faffb592934048" /><Relationship Type="http://schemas.openxmlformats.org/officeDocument/2006/relationships/notesMaster" Target="/ppt/notesMasters/notesMaster1.xml" Id="R645a4c78776d4d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7b77b32d5f4d73" /><Relationship Type="http://schemas.openxmlformats.org/officeDocument/2006/relationships/notesMaster" Target="/ppt/notesMasters/notesMaster1.xml" Id="R2c0acebaa6fd4f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eae49061784764" /><Relationship Type="http://schemas.openxmlformats.org/officeDocument/2006/relationships/notesMaster" Target="/ppt/notesMasters/notesMaster1.xml" Id="Rb5cd8bba855e47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92fb92a0b74096" /><Relationship Type="http://schemas.openxmlformats.org/officeDocument/2006/relationships/notesMaster" Target="/ppt/notesMasters/notesMaster1.xml" Id="Reba0c7367b2f4c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cbe83c153648c9" /><Relationship Type="http://schemas.openxmlformats.org/officeDocument/2006/relationships/notesMaster" Target="/ppt/notesMasters/notesMaster1.xml" Id="R7ce2df2f813340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425372e49a4fb7" /><Relationship Type="http://schemas.openxmlformats.org/officeDocument/2006/relationships/notesMaster" Target="/ppt/notesMasters/notesMaster1.xml" Id="Re09162c4c3124d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39bc71b4ca4bf8" /><Relationship Type="http://schemas.openxmlformats.org/officeDocument/2006/relationships/notesMaster" Target="/ppt/notesMasters/notesMaster1.xml" Id="R1871cf68bea345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eecb4a20144854" /><Relationship Type="http://schemas.openxmlformats.org/officeDocument/2006/relationships/notesMaster" Target="/ppt/notesMasters/notesMaster1.xml" Id="R259d10effb8840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8905a88e644ad1" /><Relationship Type="http://schemas.openxmlformats.org/officeDocument/2006/relationships/notesMaster" Target="/ppt/notesMasters/notesMaster1.xml" Id="Rb8e127ace4c246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d6d39e7e6c4faf" /><Relationship Type="http://schemas.openxmlformats.org/officeDocument/2006/relationships/notesMaster" Target="/ppt/notesMasters/notesMaster1.xml" Id="Rd106c22deb654e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dcb1afee474505" /><Relationship Type="http://schemas.openxmlformats.org/officeDocument/2006/relationships/notesMaster" Target="/ppt/notesMasters/notesMaster1.xml" Id="R01edff6603474a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54bed363b3402f" /><Relationship Type="http://schemas.openxmlformats.org/officeDocument/2006/relationships/notesMaster" Target="/ppt/notesMasters/notesMaster1.xml" Id="R614b4dbdc72649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36087963b74ae7" /><Relationship Type="http://schemas.openxmlformats.org/officeDocument/2006/relationships/notesMaster" Target="/ppt/notesMasters/notesMaster1.xml" Id="Re39e375160a142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63658976124e66" /><Relationship Type="http://schemas.openxmlformats.org/officeDocument/2006/relationships/notesMaster" Target="/ppt/notesMasters/notesMaster1.xml" Id="Rd0ed36bca6dd40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1c66245314423e" /><Relationship Type="http://schemas.openxmlformats.org/officeDocument/2006/relationships/notesMaster" Target="/ppt/notesMasters/notesMaster1.xml" Id="Rd99f189c58c348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00299019dd4617" /><Relationship Type="http://schemas.openxmlformats.org/officeDocument/2006/relationships/notesMaster" Target="/ppt/notesMasters/notesMaster1.xml" Id="Ra3d04925cbab443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1eff9dec93c43c6" /><Relationship Type="http://schemas.openxmlformats.org/officeDocument/2006/relationships/notesMaster" Target="/ppt/notesMasters/notesMaster1.xml" Id="R75f3452baeb84d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b024fcfa136414d" /><Relationship Type="http://schemas.openxmlformats.org/officeDocument/2006/relationships/notesMaster" Target="/ppt/notesMasters/notesMaster1.xml" Id="Re742236607b24a9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b89305293484c3f" /><Relationship Type="http://schemas.openxmlformats.org/officeDocument/2006/relationships/notesMaster" Target="/ppt/notesMasters/notesMaster1.xml" Id="Rcba98cdacd2b40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04880a66d44890" /><Relationship Type="http://schemas.openxmlformats.org/officeDocument/2006/relationships/notesMaster" Target="/ppt/notesMasters/notesMaster1.xml" Id="R51befec205544de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cacc183f9d5477f" /><Relationship Type="http://schemas.openxmlformats.org/officeDocument/2006/relationships/notesMaster" Target="/ppt/notesMasters/notesMaster1.xml" Id="R3ccf0df66fa9414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5ef51e70f9f4d4d" /><Relationship Type="http://schemas.openxmlformats.org/officeDocument/2006/relationships/notesMaster" Target="/ppt/notesMasters/notesMaster1.xml" Id="Rb03a7cb899324ed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5ba052c74ed4275" /><Relationship Type="http://schemas.openxmlformats.org/officeDocument/2006/relationships/notesMaster" Target="/ppt/notesMasters/notesMaster1.xml" Id="Ra8118643a8684be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d6421bd28ea4e16" /><Relationship Type="http://schemas.openxmlformats.org/officeDocument/2006/relationships/notesMaster" Target="/ppt/notesMasters/notesMaster1.xml" Id="Rdb1b1b26aa86427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e4657739114608" /><Relationship Type="http://schemas.openxmlformats.org/officeDocument/2006/relationships/notesMaster" Target="/ppt/notesMasters/notesMaster1.xml" Id="R815bd49824d14bd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4180be75d3e43a1" /><Relationship Type="http://schemas.openxmlformats.org/officeDocument/2006/relationships/notesMaster" Target="/ppt/notesMasters/notesMaster1.xml" Id="Rfdceaa62a97e4b9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5bc7e5d00e4830" /><Relationship Type="http://schemas.openxmlformats.org/officeDocument/2006/relationships/notesMaster" Target="/ppt/notesMasters/notesMaster1.xml" Id="Rc03befff805e4c0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3b220fa7e22452c" /><Relationship Type="http://schemas.openxmlformats.org/officeDocument/2006/relationships/notesMaster" Target="/ppt/notesMasters/notesMaster1.xml" Id="Rb83169babf8c447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6a49cd44ce24524" /><Relationship Type="http://schemas.openxmlformats.org/officeDocument/2006/relationships/notesMaster" Target="/ppt/notesMasters/notesMaster1.xml" Id="R31e7482b9cb2476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84d64dc74ef4448" /><Relationship Type="http://schemas.openxmlformats.org/officeDocument/2006/relationships/notesMaster" Target="/ppt/notesMasters/notesMaster1.xml" Id="R587ddbd2408e448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81c233d18404765" /><Relationship Type="http://schemas.openxmlformats.org/officeDocument/2006/relationships/notesMaster" Target="/ppt/notesMasters/notesMaster1.xml" Id="R0320361e7004493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7071bcb534c433a" /><Relationship Type="http://schemas.openxmlformats.org/officeDocument/2006/relationships/notesMaster" Target="/ppt/notesMasters/notesMaster1.xml" Id="R72450cbf25a0446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23ae4be1e7d478e" /><Relationship Type="http://schemas.openxmlformats.org/officeDocument/2006/relationships/notesMaster" Target="/ppt/notesMasters/notesMaster1.xml" Id="R667f7b2e5703408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53bb0c02909414e" /><Relationship Type="http://schemas.openxmlformats.org/officeDocument/2006/relationships/notesMaster" Target="/ppt/notesMasters/notesMaster1.xml" Id="Rae8844d0f7a64e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c501a81aa024173" /><Relationship Type="http://schemas.openxmlformats.org/officeDocument/2006/relationships/notesMaster" Target="/ppt/notesMasters/notesMaster1.xml" Id="Rd8ba1aa481504f3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a0d4bf376184348" /><Relationship Type="http://schemas.openxmlformats.org/officeDocument/2006/relationships/notesMaster" Target="/ppt/notesMasters/notesMaster1.xml" Id="Rd194248c2fdf434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1a91aaad3b84d78" /><Relationship Type="http://schemas.openxmlformats.org/officeDocument/2006/relationships/notesMaster" Target="/ppt/notesMasters/notesMaster1.xml" Id="R0057cbded04048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開場先說明：今天的重點不是把所有按鈕看過一遍，而是每位參與者都完成可帶回課堂的成果。邀請大家先選定一門課程或一個教學問題。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提醒：本簡報已全面採用現行名稱「Gemini Notebook」。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說明下午不是程式設計課，而是任務設計、權限判斷與成果驗證課。沒有 Google 訂閱的參與者可在 Codex 完成主要任務，Antigravity 採同組共作。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提醒每一段都沿用上午作品與同一教學問題。參與者不需要重新發想題目。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用一個例子說明：『告訴我如何改網站』是對話；『依我的規則產出設計建議』是助理；『讀取專案、修改、測試、交付』才是 Agent 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要求參與者之後每次都問：Agent 的完成證據在哪裡？若只有一段漂亮說明，工作還沒有完成。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先讀取與分析通常風險較低；公開、刪除與替人做決策需要明確授權。請參與者把『需要我確認後才做』寫入任務限制。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請每組建立一個專案資料夾，放入上午成果、需求說明與素材。Agent 需要可讀的工作區，不要只靠聊天記憶。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這三個案例分別支援學生資料、PIRLS 評量與 Agent Skills 的實作討論。先判斷輸入資料、規則與驗收，再決定交給哪個 Agent。本次資料依據 H:\Akai v3.6.109 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https://cagoooo.github.io/Akai/tool/73/</a:t>
            </a:r>
          </a:p>
          <a:p xmlns:a="http://schemas.openxmlformats.org/drawingml/2006/main">
            <a:r>
              <a:t>- https://cagoooo.github.io/filter/</a:t>
            </a:r>
          </a:p>
          <a:p xmlns:a="http://schemas.openxmlformats.org/drawingml/2006/main">
            <a:r>
              <a:t>- https://cagoooo.github.io/Akai/tool/87/</a:t>
            </a:r>
          </a:p>
          <a:p xmlns:a="http://schemas.openxmlformats.org/drawingml/2006/main">
            <a:r>
              <a:t>- https://cagoooo.github.io/pirls-questioncraft/</a:t>
            </a:r>
          </a:p>
          <a:p xmlns:a="http://schemas.openxmlformats.org/drawingml/2006/main">
            <a:r>
              <a:t>- https://cagoooo.github.io/Akai/tool/103/</a:t>
            </a:r>
          </a:p>
          <a:p xmlns:a="http://schemas.openxmlformats.org/drawingml/2006/main">
            <a:r>
              <a:t>- https://cagoooo.github.io/PlayRight/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三個案例分別對應研究資料、無障礙檢核與規準式 AI 審查。請參與者比較：哪些步驟能交給 Agent，哪些判斷必須保留人工責任。本次資料依據 H:\Akai v3.6.109 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https://cagoooo.github.io/Akai/tool/105/</a:t>
            </a:r>
          </a:p>
          <a:p xmlns:a="http://schemas.openxmlformats.org/drawingml/2006/main">
            <a:r>
              <a:t>- https://cagoooo.github.io/taic-edu/</a:t>
            </a:r>
          </a:p>
          <a:p xmlns:a="http://schemas.openxmlformats.org/drawingml/2006/main">
            <a:r>
              <a:t>- https://cagoooo.github.io/Akai/tool/123/</a:t>
            </a:r>
          </a:p>
          <a:p xmlns:a="http://schemas.openxmlformats.org/drawingml/2006/main">
            <a:r>
              <a:t>- https://cagoooo.github.io/smes-web-migration/</a:t>
            </a:r>
          </a:p>
          <a:p xmlns:a="http://schemas.openxmlformats.org/drawingml/2006/main">
            <a:r>
              <a:t>- https://cagoooo.github.io/Akai/tool/88/</a:t>
            </a:r>
          </a:p>
          <a:p xmlns:a="http://schemas.openxmlformats.org/drawingml/2006/main">
            <a:r>
              <a:t>- https://cagoooo.github.io/JHScurriculum/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章節轉場。Antigravity 實作以同組共作為主，實際可用功能依現場帳號方案與管理政策為準。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Codelab 將 Antigravity 描述為可啟動、監看與協調 AI agents 活動的中央指揮中心。教學上最重要的是任務與驗收，而不是介面按鈕。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示範先請 Agent 閱讀並摘要專案，不立即修改。讓參與者建立『先觀察，再授權』的操作節奏。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請每組照四句話改成自己的任務。若任務無法在 20 分鐘內驗收，先縮小範圍。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示範任務可選：修正 RWD、加入一個形成性回饋、改善無障礙標籤。刻意要求 Agent 不要發布，讓權限邊界可見。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請參與者對示範結果追問：『你實際跑了什麼？』『哪一項沒有驗證？』培養證據導向，而不是相信完成宣告。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每組只做一項改善。若工具不可用，觀察員可用任務簡報與驗收規準進行紙上模擬，之後在 Codex 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轉場：用同一個任務進入 Codex，比較工作方式與成果證據，而不是比較誰的回答比較像人。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示範如何把一個模糊要求改成可驗證任務。強調 Codex 可以處理檔案與專案工作，但使用者仍需界定範圍與權限。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這段可直接複製給 Codex，再把目標換成各組需求。若 Agent 建議超出範圍，先縮小任務，不要一路追加。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六欄不是要寫長文，而是讓 Agent 有足夠上下文完成閉環。請每組把剛才四句任務補成六欄。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若不希望修改原檔，先複製到練習資料夾或明確要求只讀分析。操作完用一句話回答：哪個工具的工作回報最容易查證？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不要下誰全面勝出的結論。選擇標準是帳號、資料位置、任務類型、權限與團隊工作方式。最好用同一驗收規準比較。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轉場：提示詞解決這一次；Skill 保存一套可重複、可維護、可驗證的做法。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Codelab 強調 Skill 是輕量、開放的 Agent 能力擴充格式，並以按需載入減少上下文飽和與工具膨脹。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這是使用者提供的真實提示詞庫：目前畫面顯示 51 筆、9 大分類。現場每組先挑一筆最常用的，不從空白開始。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file:///G:/Agent/Prompt/%E6%8F%90%E7%A4%BA%E8%A9%9E%E5%BF%AB%E6%8D%B7%E9%9D%A2%E6%9D%BF.html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四問有三個『是』就值得做 Skill；只有一個『是』，先留在提示詞面板。避免把每句常用語都包成 Skill。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每組從六例或完整提示詞庫選一個。升級時一定要補上：輸入材料、步驟、禁止事項、驗收條件與需要人工確認的動作。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不是每個 Skill 都要四個資料夾。先從 SKILL.md 開始，只有當內容能降低重複、提高穩定性時才增加 references、scripts 或 assets。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本工作坊採跨平台相容規格：YAML frontmatter 只放 name 與 description。正文用命令式步驟，並把人工授權邊界寫明。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比喻成課程平台：首頁只放導航，進入單元才讀教學內容，需要時才下載附件。Skill 不應把整個知識庫一次塞進主文。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建議兩人分工：一人當 Skill 作者，一人當陌生使用者。測試者不看原提示詞，只用自然語句提出需求，觀察 Agent 是否正確啟用流程。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把測試結果記成兩欄，不要求輸出一模一樣；要求核心規則、授權邊界與驗收一致。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這一段使用工作坊自製的 PIRLS 風格合成資料，不是真實學生資料，也不是正式 PIRLS 題目。重點是 AI 輔助研究流程、編碼可靠性與資料治理。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https://www.iea.nl/sites/default/files/2025-10/GA66_PIRLS%202026.pdf</a:t>
            </a:r>
          </a:p>
          <a:p xmlns:a="http://schemas.openxmlformats.org/drawingml/2006/main">
            <a:r>
              <a:t>- https://www.iea.nl/sites/default/files/2024-04/Operational-Automatic-Scoring-of-Text-Responses-ePIRLS.pdf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選擇題與簡答題需要不同分析方法。不要讓 AI 先自由閱讀所有回覆再自行發明分類；先建立資料字典、答案鍵與逐題 scoring guide。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https://www.iea.nl/publications/teachers-resources/putting-pirls-use-classrooms-across-globe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要求每一步保留輸入、輸出與狀態。簡答初編的輸出至少包含 student_id、ai_code、evidence_excerpt、rationale、confidence、needs_human_review。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這張不是主張直接把正式評分交給 AI，而是說明國際評量也採『人工主流程＋AI 平行研究』的審慎路徑。工作坊內只做研究性初編與群體分析。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https://www.iea.nl/sites/default/files/2025-10/GA66_PIRLS%202026.pdf</a:t>
            </a:r>
          </a:p>
          <a:p xmlns:a="http://schemas.openxmlformats.org/drawingml/2006/main">
            <a:r>
              <a:t>- https://www.iea.nl/sites/default/files/2024-04/Operational-Automatic-Scoring-of-Text-Responses-ePIRLS.pdf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正式研究可再加入雙評分者、抽樣比例與一致性統計。PIRLS／TIMSS 技術流程重視明確 scoring guides、評分訓練與獨立雙評以記錄 reliability。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https://timssandpirls.bc.edu/timss2019/methods/pdf/TIMSS-2019-MP-Technical-Report.pdf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練習檔位於成果資料夾：PIRLS風格_學生資料_AI分析練習.csv、PIRLS風格_簡答題編碼規準.txt；最後才提供講師用人工參考編碼。禁止一開始把參考答案交給 AI。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請每位教授圈一個 30 天內最想驗證的領域。選擇標準是高頻、耗時、可檢查，不是最炫。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請各組在自己的 Skill 加上一條最重要的安全規則。學生資料 Skill 必須明確要求去識別化、資料最小化、人工複核與用途限制。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可選任務：課程網站上線前總檢、閱讀資料互動導讀、字幕品質檢查、GitHub Pages 部署計畫、PIRLS 風格學生資料分析。今天不要求公開發布。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 90 秒展示，回饋者用四項各給一個勾或問號。若是學生資料案例，再加問：資料是否去識別？AI 編碼是否有人工複核？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請每位教授寫下：哪一門課、哪一個任務、成功的量化或質化證據、哪一天回顧。學生資料任務要先用合成或去識別資料驗證。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請參與者先把資源頁加入書籤，再用手機拍下最後一句。若現場時間不足，部署與 Skill 擴寫可依此清單回家續作。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START_HERE_研習資源導航.html</a:t>
            </a:r>
          </a:p>
          <a:p xmlns:a="http://schemas.openxmlformats.org/drawingml/2006/main">
            <a:r>
              <a:t>- https://antigravity.google/</a:t>
            </a:r>
          </a:p>
          <a:p xmlns:a="http://schemas.openxmlformats.org/drawingml/2006/main">
            <a:r>
              <a:t>- https://chatgpt.com/codex/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提示詞快捷面板_研習用.html</a:t>
            </a:r>
          </a:p>
          <a:p xmlns:a="http://schemas.openxmlformats.org/drawingml/2006/main">
            <a:r>
              <a:t>- https://cagoooo.github.io/Akai/</a:t>
            </a:r>
          </a:p>
          <a:p xmlns:a="http://schemas.openxmlformats.org/drawingml/2006/main">
            <a:r>
              <a:t>- https://www.iea.nl/sites/default/files/2025-10/GA66_PIRLS%202026.pdf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ca20bc84b44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309e7416344878" /><Relationship Type="http://schemas.openxmlformats.org/officeDocument/2006/relationships/slideLayout" Target="/ppt/slideLayouts/slideLayout1.xml" Id="R51463a74d44348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63a74d44348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CU Afternoon">
      <a:dk1>
        <a:srgbClr val="000000"/>
      </a:dk1>
      <a:lt1>
        <a:srgbClr val="FFFFFF"/>
      </a:lt1>
      <a:dk2>
        <a:srgbClr val="07131F"/>
      </a:dk2>
      <a:lt2>
        <a:srgbClr val="0C1E30"/>
      </a:lt2>
      <a:accent1>
        <a:srgbClr val="55A7FF"/>
      </a:accent1>
      <a:accent2>
        <a:srgbClr val="FF806D"/>
      </a:accent2>
      <a:accent3>
        <a:srgbClr val="2CD2C7"/>
      </a:accent3>
      <a:accent4>
        <a:srgbClr val="A78BFA"/>
      </a:accent4>
      <a:accent5>
        <a:srgbClr val="F5C451"/>
      </a:accent5>
      <a:accent6>
        <a:srgbClr val="37D48B"/>
      </a:accent6>
      <a:hlink>
        <a:srgbClr val="55A7FF"/>
      </a:hlink>
      <a:folHlink>
        <a:srgbClr val="A78BF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75c09959a4926" /><Relationship Type="http://schemas.openxmlformats.org/officeDocument/2006/relationships/image" Target="/ppt/media/image.png" Id="R4862e916dffd4ae1" /><Relationship Type="http://schemas.openxmlformats.org/officeDocument/2006/relationships/notesSlide" Target="/ppt/notesSlides/notesSlide1.xml" Id="Rc94c6185adab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d3ce20cdf416c" /><Relationship Type="http://schemas.openxmlformats.org/officeDocument/2006/relationships/notesSlide" Target="/ppt/notesSlides/notesSlide2.xml" Id="R8a1cfca6577e44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d8830cdfe4159" /><Relationship Type="http://schemas.openxmlformats.org/officeDocument/2006/relationships/notesSlide" Target="/ppt/notesSlides/notesSlide3.xml" Id="R896c665409ae4a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9261c1e864a89" /><Relationship Type="http://schemas.openxmlformats.org/officeDocument/2006/relationships/notesSlide" Target="/ppt/notesSlides/notesSlide4.xml" Id="Rde618845ec9b47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86e2c43234447" /><Relationship Type="http://schemas.openxmlformats.org/officeDocument/2006/relationships/notesSlide" Target="/ppt/notesSlides/notesSlide5.xml" Id="Rba4de0ffa25c48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a5aa87bbb40bf" /><Relationship Type="http://schemas.openxmlformats.org/officeDocument/2006/relationships/notesSlide" Target="/ppt/notesSlides/notesSlide6.xml" Id="R73dc4f12152e42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ef2c47e9d4ad0" /><Relationship Type="http://schemas.openxmlformats.org/officeDocument/2006/relationships/notesSlide" Target="/ppt/notesSlides/notesSlide7.xml" Id="R90eb3086b18f4e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49da009fc419f" /><Relationship Type="http://schemas.openxmlformats.org/officeDocument/2006/relationships/hyperlink" Target="https://cagoooo.github.io/Akai/tool/73/" TargetMode="External" Id="Raa29ea6441ab4db7" /><Relationship Type="http://schemas.openxmlformats.org/officeDocument/2006/relationships/hyperlink" Target="https://cagoooo.github.io/filter/" TargetMode="External" Id="Rec7ba30b6fe7450b" /><Relationship Type="http://schemas.openxmlformats.org/officeDocument/2006/relationships/hyperlink" Target="https://cagoooo.github.io/Akai/tool/87/" TargetMode="External" Id="R94b3478058ba4a6a" /><Relationship Type="http://schemas.openxmlformats.org/officeDocument/2006/relationships/hyperlink" Target="https://cagoooo.github.io/pirls-questioncraft/" TargetMode="External" Id="Rc8e9901f161247cb" /><Relationship Type="http://schemas.openxmlformats.org/officeDocument/2006/relationships/hyperlink" Target="https://cagoooo.github.io/Akai/tool/103/" TargetMode="External" Id="R31b3560da85e4146" /><Relationship Type="http://schemas.openxmlformats.org/officeDocument/2006/relationships/hyperlink" Target="https://cagoooo.github.io/PlayRight/" TargetMode="External" Id="R54f1b1fefb8a416c" /><Relationship Type="http://schemas.openxmlformats.org/officeDocument/2006/relationships/notesSlide" Target="/ppt/notesSlides/notesSlide8.xml" Id="R7a36ae9e21b84a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1b760b4b6418c" /><Relationship Type="http://schemas.openxmlformats.org/officeDocument/2006/relationships/hyperlink" Target="https://cagoooo.github.io/Akai/tool/105/" TargetMode="External" Id="Rd4ba1f1fa4a24f49" /><Relationship Type="http://schemas.openxmlformats.org/officeDocument/2006/relationships/hyperlink" Target="https://cagoooo.github.io/taic-edu/" TargetMode="External" Id="R9d47b206f7e345f9" /><Relationship Type="http://schemas.openxmlformats.org/officeDocument/2006/relationships/hyperlink" Target="https://cagoooo.github.io/Akai/tool/123/" TargetMode="External" Id="R0fd9873618224ce7" /><Relationship Type="http://schemas.openxmlformats.org/officeDocument/2006/relationships/hyperlink" Target="https://cagoooo.github.io/smes-web-migration/" TargetMode="External" Id="R5186a78165cb4bc4" /><Relationship Type="http://schemas.openxmlformats.org/officeDocument/2006/relationships/hyperlink" Target="https://cagoooo.github.io/Akai/tool/88/" TargetMode="External" Id="Rf8b841ae0f5d41bc" /><Relationship Type="http://schemas.openxmlformats.org/officeDocument/2006/relationships/hyperlink" Target="https://cagoooo.github.io/JHScurriculum/" TargetMode="External" Id="Rcece476cf7564284" /><Relationship Type="http://schemas.openxmlformats.org/officeDocument/2006/relationships/notesSlide" Target="/ppt/notesSlides/notesSlide9.xml" Id="Ra4cbee1ca2a74a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c4819ba0048f7" /><Relationship Type="http://schemas.openxmlformats.org/officeDocument/2006/relationships/hyperlink" Target="https://antigravity.google/" TargetMode="External" Id="R8bb9f03ac92c482a" /><Relationship Type="http://schemas.openxmlformats.org/officeDocument/2006/relationships/notesSlide" Target="/ppt/notesSlides/notesSlide10.xml" Id="Redee0fa1161149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4ba7a4f3d40ed" /><Relationship Type="http://schemas.openxmlformats.org/officeDocument/2006/relationships/hyperlink" Target="https://antigravity.google/" TargetMode="External" Id="R196cb24d03464212" /><Relationship Type="http://schemas.openxmlformats.org/officeDocument/2006/relationships/notesSlide" Target="/ppt/notesSlides/notesSlide11.xml" Id="R8f3cb93b734d48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6f79d120048f4" /><Relationship Type="http://schemas.openxmlformats.org/officeDocument/2006/relationships/hyperlink" Target="https://antigravity.google/" TargetMode="External" Id="R9a013d9f06b64f7e" /><Relationship Type="http://schemas.openxmlformats.org/officeDocument/2006/relationships/notesSlide" Target="/ppt/notesSlides/notesSlide12.xml" Id="Raa6d66fcaa4542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076457b5e46d9" /><Relationship Type="http://schemas.openxmlformats.org/officeDocument/2006/relationships/hyperlink" Target="https://antigravity.google/" TargetMode="External" Id="R56f7719f7069446c" /><Relationship Type="http://schemas.openxmlformats.org/officeDocument/2006/relationships/notesSlide" Target="/ppt/notesSlides/notesSlide13.xml" Id="R0d5a0feff5344f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7c600ad464c6f" /><Relationship Type="http://schemas.openxmlformats.org/officeDocument/2006/relationships/hyperlink" Target="https://antigravity.google/" TargetMode="External" Id="R288eda5b9a824f1e" /><Relationship Type="http://schemas.openxmlformats.org/officeDocument/2006/relationships/notesSlide" Target="/ppt/notesSlides/notesSlide14.xml" Id="R035a3221501144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db7e866be4b5d" /><Relationship Type="http://schemas.openxmlformats.org/officeDocument/2006/relationships/hyperlink" Target="https://antigravity.google/" TargetMode="External" Id="Rcc8dd85ea54a41f4" /><Relationship Type="http://schemas.openxmlformats.org/officeDocument/2006/relationships/notesSlide" Target="/ppt/notesSlides/notesSlide15.xml" Id="Rc34c564629d34d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3b5f03a2c4a3a" /><Relationship Type="http://schemas.openxmlformats.org/officeDocument/2006/relationships/hyperlink" Target="https://antigravity.google/" TargetMode="External" Id="R704baa50ed2a422c" /><Relationship Type="http://schemas.openxmlformats.org/officeDocument/2006/relationships/notesSlide" Target="/ppt/notesSlides/notesSlide16.xml" Id="R81df6cf3fa8e4c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47b6209174771" /><Relationship Type="http://schemas.openxmlformats.org/officeDocument/2006/relationships/hyperlink" Target="https://chatgpt.com/codex/" TargetMode="External" Id="R35cb4aee9e054881" /><Relationship Type="http://schemas.openxmlformats.org/officeDocument/2006/relationships/notesSlide" Target="/ppt/notesSlides/notesSlide17.xml" Id="Re267122970d744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fae27f74e4e78" /><Relationship Type="http://schemas.openxmlformats.org/officeDocument/2006/relationships/hyperlink" Target="https://chatgpt.com/codex/" TargetMode="External" Id="R9235a5e9ee644703" /><Relationship Type="http://schemas.openxmlformats.org/officeDocument/2006/relationships/notesSlide" Target="/ppt/notesSlides/notesSlide18.xml" Id="Rc20829ec6e574c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cee8230804f53" /><Relationship Type="http://schemas.openxmlformats.org/officeDocument/2006/relationships/hyperlink" Target="https://chatgpt.com/codex/" TargetMode="External" Id="R5e09a3f8b479438a" /><Relationship Type="http://schemas.openxmlformats.org/officeDocument/2006/relationships/notesSlide" Target="/ppt/notesSlides/notesSlide19.xml" Id="Refe0f81564334a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4c811b9864503" /><Relationship Type="http://schemas.openxmlformats.org/officeDocument/2006/relationships/hyperlink" Target="https://chatgpt.com/codex/" TargetMode="External" Id="Rf078d1fb21fb4d62" /><Relationship Type="http://schemas.openxmlformats.org/officeDocument/2006/relationships/notesSlide" Target="/ppt/notesSlides/notesSlide20.xml" Id="Rbe71b9fcb25e42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f2252f3cd49c8" /><Relationship Type="http://schemas.openxmlformats.org/officeDocument/2006/relationships/hyperlink" Target="https://chatgpt.com/codex/" TargetMode="External" Id="R71dd8a13b7ae44fa" /><Relationship Type="http://schemas.openxmlformats.org/officeDocument/2006/relationships/notesSlide" Target="/ppt/notesSlides/notesSlide21.xml" Id="Ra6834fd1398640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18c74b23540f3" /><Relationship Type="http://schemas.openxmlformats.org/officeDocument/2006/relationships/hyperlink" Target="https://antigravity.google/" TargetMode="External" Id="Rdb13c3fb18b247cc" /><Relationship Type="http://schemas.openxmlformats.org/officeDocument/2006/relationships/hyperlink" Target="https://chatgpt.com/codex/" TargetMode="External" Id="R8e0e5dd4464d4d41" /><Relationship Type="http://schemas.openxmlformats.org/officeDocument/2006/relationships/notesSlide" Target="/ppt/notesSlides/notesSlide22.xml" Id="R99605d7f644548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410b2e07a47f1" /><Relationship Type="http://schemas.openxmlformats.org/officeDocument/2006/relationships/hyperlink" Target="https://codelabs.developers.google.com/getting-started-with-antigravity-skills" TargetMode="External" Id="R8a30fbb65233411a" /><Relationship Type="http://schemas.openxmlformats.org/officeDocument/2006/relationships/hyperlink" Target="https://learn.chatgpt.com/docs/build-skills" TargetMode="External" Id="R26ed1983b82e430c" /><Relationship Type="http://schemas.openxmlformats.org/officeDocument/2006/relationships/notesSlide" Target="/ppt/notesSlides/notesSlide23.xml" Id="R51d0db91b28045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671fdc9c94f83" /><Relationship Type="http://schemas.openxmlformats.org/officeDocument/2006/relationships/hyperlink" Target="https://codelabs.developers.google.com/getting-started-with-antigravity-skills" TargetMode="External" Id="R57715d1938a94755" /><Relationship Type="http://schemas.openxmlformats.org/officeDocument/2006/relationships/hyperlink" Target="https://learn.chatgpt.com/docs/build-skills" TargetMode="External" Id="R5452f4d5952e4376" /><Relationship Type="http://schemas.openxmlformats.org/officeDocument/2006/relationships/notesSlide" Target="/ppt/notesSlides/notesSlide24.xml" Id="Rc9a63edc396e44b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185887b8e445f" /><Relationship Type="http://schemas.openxmlformats.org/officeDocument/2006/relationships/image" Target="/ppt/media/image2.png" Id="Rfff06cd5b7e24430" /><Relationship Type="http://schemas.openxmlformats.org/officeDocument/2006/relationships/hyperlink" Target="&#25552;&#31034;&#35422;&#24555;&#25463;&#38754;&#26495;_&#30740;&#32722;&#29992;.html" TargetMode="External" Id="Rcc2593625dc14900" /><Relationship Type="http://schemas.openxmlformats.org/officeDocument/2006/relationships/notesSlide" Target="/ppt/notesSlides/notesSlide25.xml" Id="Rd5c32f4a414940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53b1e70754464" /><Relationship Type="http://schemas.openxmlformats.org/officeDocument/2006/relationships/hyperlink" Target="https://codelabs.developers.google.com/getting-started-with-antigravity-skills" TargetMode="External" Id="Rb215d5da1f314c74" /><Relationship Type="http://schemas.openxmlformats.org/officeDocument/2006/relationships/hyperlink" Target="https://learn.chatgpt.com/docs/build-skills" TargetMode="External" Id="R87ae25ce0e7f41e4" /><Relationship Type="http://schemas.openxmlformats.org/officeDocument/2006/relationships/notesSlide" Target="/ppt/notesSlides/notesSlide26.xml" Id="R3710868c914648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88a849e464253" /><Relationship Type="http://schemas.openxmlformats.org/officeDocument/2006/relationships/hyperlink" Target="https://codelabs.developers.google.com/getting-started-with-antigravity-skills" TargetMode="External" Id="R6da91ffdb5544d97" /><Relationship Type="http://schemas.openxmlformats.org/officeDocument/2006/relationships/hyperlink" Target="https://learn.chatgpt.com/docs/build-skills" TargetMode="External" Id="Rf4f09d35c551463d" /><Relationship Type="http://schemas.openxmlformats.org/officeDocument/2006/relationships/notesSlide" Target="/ppt/notesSlides/notesSlide27.xml" Id="Re4d8e54923fe44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dbdcafc9e4bd6" /><Relationship Type="http://schemas.openxmlformats.org/officeDocument/2006/relationships/hyperlink" Target="https://codelabs.developers.google.com/getting-started-with-antigravity-skills" TargetMode="External" Id="R44b39575e5a8472c" /><Relationship Type="http://schemas.openxmlformats.org/officeDocument/2006/relationships/hyperlink" Target="https://learn.chatgpt.com/docs/build-skills" TargetMode="External" Id="R49a6e8c368ec4bf1" /><Relationship Type="http://schemas.openxmlformats.org/officeDocument/2006/relationships/notesSlide" Target="/ppt/notesSlides/notesSlide28.xml" Id="R3816d80a46eb4c7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5e5636ca44176" /><Relationship Type="http://schemas.openxmlformats.org/officeDocument/2006/relationships/hyperlink" Target="https://codelabs.developers.google.com/getting-started-with-antigravity-skills" TargetMode="External" Id="Rb4ecfe64f9e6438f" /><Relationship Type="http://schemas.openxmlformats.org/officeDocument/2006/relationships/hyperlink" Target="https://learn.chatgpt.com/docs/build-skills" TargetMode="External" Id="Rd6d99e7e823145fe" /><Relationship Type="http://schemas.openxmlformats.org/officeDocument/2006/relationships/notesSlide" Target="/ppt/notesSlides/notesSlide29.xml" Id="R5c61545d36e14e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da91d4acf4f19" /><Relationship Type="http://schemas.openxmlformats.org/officeDocument/2006/relationships/hyperlink" Target="https://codelabs.developers.google.com/getting-started-with-antigravity-skills" TargetMode="External" Id="R472df4b173bb4964" /><Relationship Type="http://schemas.openxmlformats.org/officeDocument/2006/relationships/hyperlink" Target="https://learn.chatgpt.com/docs/build-skills" TargetMode="External" Id="Ra7f38db217cf4a55" /><Relationship Type="http://schemas.openxmlformats.org/officeDocument/2006/relationships/notesSlide" Target="/ppt/notesSlides/notesSlide30.xml" Id="R96b09ce3decc480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3a2e47ce54ef7" /><Relationship Type="http://schemas.openxmlformats.org/officeDocument/2006/relationships/hyperlink" Target="https://codelabs.developers.google.com/getting-started-with-antigravity-skills" TargetMode="External" Id="R2bd3b835fe60455e" /><Relationship Type="http://schemas.openxmlformats.org/officeDocument/2006/relationships/hyperlink" Target="https://learn.chatgpt.com/docs/build-skills" TargetMode="External" Id="R69b4843855984b41" /><Relationship Type="http://schemas.openxmlformats.org/officeDocument/2006/relationships/notesSlide" Target="/ppt/notesSlides/notesSlide31.xml" Id="R0887aa411f034f3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d05ff544f401e" /><Relationship Type="http://schemas.openxmlformats.org/officeDocument/2006/relationships/hyperlink" Target="https://codelabs.developers.google.com/getting-started-with-antigravity-skills" TargetMode="External" Id="R58250c23ed9d48c0" /><Relationship Type="http://schemas.openxmlformats.org/officeDocument/2006/relationships/hyperlink" Target="https://learn.chatgpt.com/docs/build-skills" TargetMode="External" Id="R3fcdffc0bd3841b9" /><Relationship Type="http://schemas.openxmlformats.org/officeDocument/2006/relationships/notesSlide" Target="/ppt/notesSlides/notesSlide32.xml" Id="R7cb2a3d417cf4e6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e56dd36874072" /><Relationship Type="http://schemas.openxmlformats.org/officeDocument/2006/relationships/hyperlink" Target="https://antigravity.google/" TargetMode="External" Id="R57fd27884a414d71" /><Relationship Type="http://schemas.openxmlformats.org/officeDocument/2006/relationships/hyperlink" Target="https://chatgpt.com/codex/" TargetMode="External" Id="Rc1679bdb5fb34ff6" /><Relationship Type="http://schemas.openxmlformats.org/officeDocument/2006/relationships/notesSlide" Target="/ppt/notesSlides/notesSlide33.xml" Id="Rba71e703df7d442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985437bb046aa" /><Relationship Type="http://schemas.openxmlformats.org/officeDocument/2006/relationships/hyperlink" Target="https://antigravity.google/" TargetMode="External" Id="R2e4378415d4d43fd" /><Relationship Type="http://schemas.openxmlformats.org/officeDocument/2006/relationships/hyperlink" Target="https://chatgpt.com/codex/" TargetMode="External" Id="Re6a261454eb141e2" /><Relationship Type="http://schemas.openxmlformats.org/officeDocument/2006/relationships/notesSlide" Target="/ppt/notesSlides/notesSlide34.xml" Id="R1c7a059f7f51461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f418701fb4339" /><Relationship Type="http://schemas.openxmlformats.org/officeDocument/2006/relationships/hyperlink" Target="https://antigravity.google/" TargetMode="External" Id="R62e88deadd5d4082" /><Relationship Type="http://schemas.openxmlformats.org/officeDocument/2006/relationships/hyperlink" Target="https://chatgpt.com/codex/" TargetMode="External" Id="R18037df495da411e" /><Relationship Type="http://schemas.openxmlformats.org/officeDocument/2006/relationships/notesSlide" Target="/ppt/notesSlides/notesSlide35.xml" Id="Racf06cb3879d45e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a76167f444a16" /><Relationship Type="http://schemas.openxmlformats.org/officeDocument/2006/relationships/hyperlink" Target="https://antigravity.google/" TargetMode="External" Id="Rc7f6592e42014cdf" /><Relationship Type="http://schemas.openxmlformats.org/officeDocument/2006/relationships/hyperlink" Target="https://chatgpt.com/codex/" TargetMode="External" Id="R951879bee0ec4cb4" /><Relationship Type="http://schemas.openxmlformats.org/officeDocument/2006/relationships/notesSlide" Target="/ppt/notesSlides/notesSlide36.xml" Id="R04a318242fda441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ebe67942e4899" /><Relationship Type="http://schemas.openxmlformats.org/officeDocument/2006/relationships/hyperlink" Target="https://antigravity.google/" TargetMode="External" Id="R25ebeb9ba6f544ac" /><Relationship Type="http://schemas.openxmlformats.org/officeDocument/2006/relationships/hyperlink" Target="https://chatgpt.com/codex/" TargetMode="External" Id="Rab40f79c071b4c1d" /><Relationship Type="http://schemas.openxmlformats.org/officeDocument/2006/relationships/notesSlide" Target="/ppt/notesSlides/notesSlide37.xml" Id="R5df4a51677af42c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2a128fc0347ff" /><Relationship Type="http://schemas.openxmlformats.org/officeDocument/2006/relationships/hyperlink" Target="https://antigravity.google/" TargetMode="External" Id="R52a90882c6324a28" /><Relationship Type="http://schemas.openxmlformats.org/officeDocument/2006/relationships/hyperlink" Target="https://chatgpt.com/codex/" TargetMode="External" Id="R1c9fb6a61dcc4733" /><Relationship Type="http://schemas.openxmlformats.org/officeDocument/2006/relationships/notesSlide" Target="/ppt/notesSlides/notesSlide38.xml" Id="R108389a9e20d4a5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c9a7c59e74ae2" /><Relationship Type="http://schemas.openxmlformats.org/officeDocument/2006/relationships/hyperlink" Target="https://antigravity.google/" TargetMode="External" Id="R7734a70bbc4d4644" /><Relationship Type="http://schemas.openxmlformats.org/officeDocument/2006/relationships/hyperlink" Target="https://chatgpt.com/codex/" TargetMode="External" Id="R791d36a1e49e4433" /><Relationship Type="http://schemas.openxmlformats.org/officeDocument/2006/relationships/notesSlide" Target="/ppt/notesSlides/notesSlide39.xml" Id="R8817fa05d51349d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5a93037f84dd3" /><Relationship Type="http://schemas.openxmlformats.org/officeDocument/2006/relationships/hyperlink" Target="https://antigravity.google/" TargetMode="External" Id="R7fdcf029fd804fd7" /><Relationship Type="http://schemas.openxmlformats.org/officeDocument/2006/relationships/hyperlink" Target="https://chatgpt.com/codex/" TargetMode="External" Id="Re9d014c44971413a" /><Relationship Type="http://schemas.openxmlformats.org/officeDocument/2006/relationships/notesSlide" Target="/ppt/notesSlides/notesSlide40.xml" Id="R08e08cabdad64c6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ecd4599e8486b" /><Relationship Type="http://schemas.openxmlformats.org/officeDocument/2006/relationships/hyperlink" Target="https://antigravity.google/" TargetMode="External" Id="Re165447712274e33" /><Relationship Type="http://schemas.openxmlformats.org/officeDocument/2006/relationships/hyperlink" Target="https://chatgpt.com/codex/" TargetMode="External" Id="R82bde68c6df44251" /><Relationship Type="http://schemas.openxmlformats.org/officeDocument/2006/relationships/notesSlide" Target="/ppt/notesSlides/notesSlide41.xml" Id="R9b53b1e227844b8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f76ce061642eb" /><Relationship Type="http://schemas.openxmlformats.org/officeDocument/2006/relationships/hyperlink" Target="https://antigravity.google/" TargetMode="External" Id="Ra0fd6354a2f54171" /><Relationship Type="http://schemas.openxmlformats.org/officeDocument/2006/relationships/hyperlink" Target="https://chatgpt.com/codex/" TargetMode="External" Id="R036467e766d1494c" /><Relationship Type="http://schemas.openxmlformats.org/officeDocument/2006/relationships/notesSlide" Target="/ppt/notesSlides/notesSlide42.xml" Id="R5813185897494a2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50b1fe026438e" /><Relationship Type="http://schemas.openxmlformats.org/officeDocument/2006/relationships/hyperlink" Target="https://antigravity.google/" TargetMode="External" Id="Rabe38d46045940cd" /><Relationship Type="http://schemas.openxmlformats.org/officeDocument/2006/relationships/hyperlink" Target="https://chatgpt.com/codex/" TargetMode="External" Id="R8e4be09cf4724ce3" /><Relationship Type="http://schemas.openxmlformats.org/officeDocument/2006/relationships/notesSlide" Target="/ppt/notesSlides/notesSlide43.xml" Id="R3348610e82d445c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3df12df6040e0" /><Relationship Type="http://schemas.openxmlformats.org/officeDocument/2006/relationships/hyperlink" Target="START_HERE_&#30740;&#32722;&#36039;&#28304;&#23566;&#33322;.html" TargetMode="External" Id="Rebd877e150444f3c" /><Relationship Type="http://schemas.openxmlformats.org/officeDocument/2006/relationships/hyperlink" Target="https://antigravity.google/" TargetMode="External" Id="Rd9bd4e2d14c044ed" /><Relationship Type="http://schemas.openxmlformats.org/officeDocument/2006/relationships/hyperlink" Target="https://chatgpt.com/codex/" TargetMode="External" Id="R889f46a161134178" /><Relationship Type="http://schemas.openxmlformats.org/officeDocument/2006/relationships/hyperlink" Target="https://codelabs.developers.google.com/getting-started-with-antigravity-skills" TargetMode="External" Id="R6858f2d315e74f65" /><Relationship Type="http://schemas.openxmlformats.org/officeDocument/2006/relationships/hyperlink" Target="&#25552;&#31034;&#35422;&#24555;&#25463;&#38754;&#26495;_&#30740;&#32722;&#29992;.html" TargetMode="External" Id="R77ab1d05dceb4df9" /><Relationship Type="http://schemas.openxmlformats.org/officeDocument/2006/relationships/hyperlink" Target="https://cagoooo.github.io/Akai/" TargetMode="External" Id="R4fee6617cea04e36" /><Relationship Type="http://schemas.openxmlformats.org/officeDocument/2006/relationships/hyperlink" Target="https://www.iea.nl/sites/default/files/2025-10/GA66_PIRLS%202026.pdf" TargetMode="External" Id="R9ab344babf8e478b" /><Relationship Type="http://schemas.openxmlformats.org/officeDocument/2006/relationships/notesSlide" Target="/ppt/notesSlides/notesSlide44.xml" Id="R7c3be8e4a64040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2e916dffd4ae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625">
            <a:extLst xmlns:a="http://schemas.openxmlformats.org/drawingml/2006/main">
              <a:ext uri="{FF2B5EF4-FFF2-40B4-BE49-F238E27FC236}">
                <a16:creationId xmlns:a16="http://schemas.microsoft.com/office/drawing/2014/main" id="{0A83CF39-AFAE-414E-AC18-D16C941C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626">
            <a:extLst xmlns:a="http://schemas.openxmlformats.org/drawingml/2006/main">
              <a:ext uri="{FF2B5EF4-FFF2-40B4-BE49-F238E27FC236}">
                <a16:creationId xmlns:a16="http://schemas.microsoft.com/office/drawing/2014/main" id="{6967FF18-17F2-499B-9159-ADCED3E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4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國立中央大學｜2026.08.26</a:t>
            </a:r>
          </a:p>
        </p:txBody>
      </p:sp>
      <p:sp>
        <p:nvSpPr>
          <p:cNvPr id="4" name="text-627">
            <a:extLst xmlns:a="http://schemas.openxmlformats.org/drawingml/2006/main">
              <a:ext uri="{FF2B5EF4-FFF2-40B4-BE49-F238E27FC236}">
                <a16:creationId xmlns:a16="http://schemas.microsoft.com/office/drawing/2014/main" id="{0DBFF236-75BC-4960-85E4-1517F5E2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00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下午場｜13:00–16:00</a:t>
            </a:r>
          </a:p>
        </p:txBody>
      </p:sp>
      <p:sp>
        <p:nvSpPr>
          <p:cNvPr id="5" name="text-628">
            <a:extLst xmlns:a="http://schemas.openxmlformats.org/drawingml/2006/main">
              <a:ext uri="{FF2B5EF4-FFF2-40B4-BE49-F238E27FC236}">
                <a16:creationId xmlns:a16="http://schemas.microsoft.com/office/drawing/2014/main" id="{849BA0B0-336E-488A-B901-CC5A96AF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04950"/>
            <a:ext cx="46291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打造會做事的 AI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教學與研究夥伴：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Antigravity、Codex、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 Skills 與資料分析實戰</a:t>
            </a:r>
          </a:p>
        </p:txBody>
      </p:sp>
      <p:sp>
        <p:nvSpPr>
          <p:cNvPr id="6" name="shape-629">
            <a:extLst xmlns:a="http://schemas.openxmlformats.org/drawingml/2006/main">
              <a:ext uri="{FF2B5EF4-FFF2-40B4-BE49-F238E27FC236}">
                <a16:creationId xmlns:a16="http://schemas.microsoft.com/office/drawing/2014/main" id="{EBDAF5A3-39E3-44EC-97CE-FB82FED5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30">
            <a:extLst xmlns:a="http://schemas.openxmlformats.org/drawingml/2006/main">
              <a:ext uri="{FF2B5EF4-FFF2-40B4-BE49-F238E27FC236}">
                <a16:creationId xmlns:a16="http://schemas.microsoft.com/office/drawing/2014/main" id="{94F31F41-3993-47B9-ACE0-629B1D66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4629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從 AI 教學與研究助理到 AI Agent：大學教師的生成式 AI 實作工作坊</a:t>
            </a:r>
          </a:p>
        </p:txBody>
      </p:sp>
      <p:sp>
        <p:nvSpPr>
          <p:cNvPr id="8" name="text-631">
            <a:extLst xmlns:a="http://schemas.openxmlformats.org/drawingml/2006/main">
              <a:ext uri="{FF2B5EF4-FFF2-40B4-BE49-F238E27FC236}">
                <a16:creationId xmlns:a16="http://schemas.microsoft.com/office/drawing/2014/main" id="{368A5824-4C97-4EB6-BC5B-E38DCAAF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8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黃凱揚（阿凱老師）｜桃園市龍潭區石門國小資訊組長｜教學年資第 11 年</a:t>
            </a:r>
          </a:p>
        </p:txBody>
      </p:sp>
    </p:spTree>
    <p:extLst>
      <p:ext uri="{BB962C8B-B14F-4D97-AF65-F5344CB8AC3E}">
        <p14:creationId xmlns:p14="http://schemas.microsoft.com/office/powerpoint/2010/main" val="1438717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632">
            <a:extLst xmlns:a="http://schemas.openxmlformats.org/drawingml/2006/main">
              <a:ext uri="{FF2B5EF4-FFF2-40B4-BE49-F238E27FC236}">
                <a16:creationId xmlns:a16="http://schemas.microsoft.com/office/drawing/2014/main" id="{1C109767-B818-493F-81D0-99BEFFB1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LEARNING OUTCOMES</a:t>
            </a:r>
          </a:p>
        </p:txBody>
      </p:sp>
      <p:sp>
        <p:nvSpPr>
          <p:cNvPr id="2" name="text-633">
            <a:extLst xmlns:a="http://schemas.openxmlformats.org/drawingml/2006/main">
              <a:ext uri="{FF2B5EF4-FFF2-40B4-BE49-F238E27FC236}">
                <a16:creationId xmlns:a16="http://schemas.microsoft.com/office/drawing/2014/main" id="{340FD0A9-D608-46D8-A66D-B6A5784F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下午離開前，你會有四項成果</a:t>
            </a:r>
          </a:p>
        </p:txBody>
      </p:sp>
      <p:cxnSp>
        <p:nvCxnSpPr>
          <p:cNvPr id="24" name="shape-63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635">
            <a:extLst xmlns:a="http://schemas.openxmlformats.org/drawingml/2006/main">
              <a:ext uri="{FF2B5EF4-FFF2-40B4-BE49-F238E27FC236}">
                <a16:creationId xmlns:a16="http://schemas.microsoft.com/office/drawing/2014/main" id="{7CCC62EA-8F5E-4FAA-98D7-503399FE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BA200E-8E16-4511-8454-3723F498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6" name="shape-636">
            <a:extLst xmlns:a="http://schemas.openxmlformats.org/drawingml/2006/main">
              <a:ext uri="{FF2B5EF4-FFF2-40B4-BE49-F238E27FC236}">
                <a16:creationId xmlns:a16="http://schemas.microsoft.com/office/drawing/2014/main" id="{871C2B20-7E8E-4566-A046-44927AA5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637">
            <a:extLst xmlns:a="http://schemas.openxmlformats.org/drawingml/2006/main">
              <a:ext uri="{FF2B5EF4-FFF2-40B4-BE49-F238E27FC236}">
                <a16:creationId xmlns:a16="http://schemas.microsoft.com/office/drawing/2014/main" id="{49FB1D2C-FB49-41A6-9356-802B3704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638">
            <a:extLst xmlns:a="http://schemas.openxmlformats.org/drawingml/2006/main">
              <a:ext uri="{FF2B5EF4-FFF2-40B4-BE49-F238E27FC236}">
                <a16:creationId xmlns:a16="http://schemas.microsoft.com/office/drawing/2014/main" id="{D86DDC76-0CA4-4591-9447-83CE5765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看懂 Agent</a:t>
            </a:r>
          </a:p>
        </p:txBody>
      </p:sp>
      <p:sp>
        <p:nvSpPr>
          <p:cNvPr id="9" name="text-639">
            <a:extLst xmlns:a="http://schemas.openxmlformats.org/drawingml/2006/main">
              <a:ext uri="{FF2B5EF4-FFF2-40B4-BE49-F238E27FC236}">
                <a16:creationId xmlns:a16="http://schemas.microsoft.com/office/drawing/2014/main" id="{B003CED6-61AA-43C1-B3DC-15562191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能分辨對話、助理與 Agent，知道何時必須人在迴路。</a:t>
            </a:r>
          </a:p>
        </p:txBody>
      </p:sp>
      <p:sp>
        <p:nvSpPr>
          <p:cNvPr id="10" name="shape-640">
            <a:extLst xmlns:a="http://schemas.openxmlformats.org/drawingml/2006/main">
              <a:ext uri="{FF2B5EF4-FFF2-40B4-BE49-F238E27FC236}">
                <a16:creationId xmlns:a16="http://schemas.microsoft.com/office/drawing/2014/main" id="{FEBCB09C-BB4F-449C-B040-FF27D453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641">
            <a:extLst xmlns:a="http://schemas.openxmlformats.org/drawingml/2006/main">
              <a:ext uri="{FF2B5EF4-FFF2-40B4-BE49-F238E27FC236}">
                <a16:creationId xmlns:a16="http://schemas.microsoft.com/office/drawing/2014/main" id="{F5FD8B8A-3863-4572-80D2-7672FF90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642">
            <a:extLst xmlns:a="http://schemas.openxmlformats.org/drawingml/2006/main">
              <a:ext uri="{FF2B5EF4-FFF2-40B4-BE49-F238E27FC236}">
                <a16:creationId xmlns:a16="http://schemas.microsoft.com/office/drawing/2014/main" id="{244BE828-98F7-4FB2-BD02-FC3F0173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完成兩次任務</a:t>
            </a:r>
          </a:p>
        </p:txBody>
      </p:sp>
      <p:sp>
        <p:nvSpPr>
          <p:cNvPr id="13" name="text-643">
            <a:extLst xmlns:a="http://schemas.openxmlformats.org/drawingml/2006/main">
              <a:ext uri="{FF2B5EF4-FFF2-40B4-BE49-F238E27FC236}">
                <a16:creationId xmlns:a16="http://schemas.microsoft.com/office/drawing/2014/main" id="{3BAE82EF-4D73-4D0F-9E88-283E4481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在 Antigravity 與 Codex 至少各跑一個可驗證任務。</a:t>
            </a:r>
          </a:p>
        </p:txBody>
      </p:sp>
      <p:sp>
        <p:nvSpPr>
          <p:cNvPr id="14" name="shape-644">
            <a:extLst xmlns:a="http://schemas.openxmlformats.org/drawingml/2006/main">
              <a:ext uri="{FF2B5EF4-FFF2-40B4-BE49-F238E27FC236}">
                <a16:creationId xmlns:a16="http://schemas.microsoft.com/office/drawing/2014/main" id="{C24B9614-94CA-4B08-9171-7A6DB969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645">
            <a:extLst xmlns:a="http://schemas.openxmlformats.org/drawingml/2006/main">
              <a:ext uri="{FF2B5EF4-FFF2-40B4-BE49-F238E27FC236}">
                <a16:creationId xmlns:a16="http://schemas.microsoft.com/office/drawing/2014/main" id="{934DED7E-951E-469F-A79C-A67CC33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646">
            <a:extLst xmlns:a="http://schemas.openxmlformats.org/drawingml/2006/main">
              <a:ext uri="{FF2B5EF4-FFF2-40B4-BE49-F238E27FC236}">
                <a16:creationId xmlns:a16="http://schemas.microsoft.com/office/drawing/2014/main" id="{61D14A28-9BD4-41C3-B398-AACB89D1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完成一個 Skill</a:t>
            </a:r>
          </a:p>
        </p:txBody>
      </p:sp>
      <p:sp>
        <p:nvSpPr>
          <p:cNvPr id="17" name="text-647">
            <a:extLst xmlns:a="http://schemas.openxmlformats.org/drawingml/2006/main">
              <a:ext uri="{FF2B5EF4-FFF2-40B4-BE49-F238E27FC236}">
                <a16:creationId xmlns:a16="http://schemas.microsoft.com/office/drawing/2014/main" id="{211ABF3A-703E-4F87-832F-EFE1FA41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把教學或研究提示詞升級成可重複、可測試的工作流程。</a:t>
            </a:r>
          </a:p>
        </p:txBody>
      </p:sp>
      <p:sp>
        <p:nvSpPr>
          <p:cNvPr id="18" name="shape-648">
            <a:extLst xmlns:a="http://schemas.openxmlformats.org/drawingml/2006/main">
              <a:ext uri="{FF2B5EF4-FFF2-40B4-BE49-F238E27FC236}">
                <a16:creationId xmlns:a16="http://schemas.microsoft.com/office/drawing/2014/main" id="{19E71028-BE67-4514-AFDB-E602E4FF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649">
            <a:extLst xmlns:a="http://schemas.openxmlformats.org/drawingml/2006/main">
              <a:ext uri="{FF2B5EF4-FFF2-40B4-BE49-F238E27FC236}">
                <a16:creationId xmlns:a16="http://schemas.microsoft.com/office/drawing/2014/main" id="{9933DACF-2171-4998-AB44-9CF4380D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650">
            <a:extLst xmlns:a="http://schemas.openxmlformats.org/drawingml/2006/main">
              <a:ext uri="{FF2B5EF4-FFF2-40B4-BE49-F238E27FC236}">
                <a16:creationId xmlns:a16="http://schemas.microsoft.com/office/drawing/2014/main" id="{7A44DDFA-5839-4C11-83B0-33F9DB16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完成資料分析</a:t>
            </a:r>
          </a:p>
        </p:txBody>
      </p:sp>
      <p:sp>
        <p:nvSpPr>
          <p:cNvPr id="21" name="text-651">
            <a:extLst xmlns:a="http://schemas.openxmlformats.org/drawingml/2006/main">
              <a:ext uri="{FF2B5EF4-FFF2-40B4-BE49-F238E27FC236}">
                <a16:creationId xmlns:a16="http://schemas.microsoft.com/office/drawing/2014/main" id="{6BE2F128-55B1-43F1-9120-9849B55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以合成資料練習選擇題統計、簡答初編與人工複核。</a:t>
            </a:r>
          </a:p>
        </p:txBody>
      </p:sp>
    </p:spTree>
    <p:extLst>
      <p:ext uri="{BB962C8B-B14F-4D97-AF65-F5344CB8AC3E}">
        <p14:creationId xmlns:p14="http://schemas.microsoft.com/office/powerpoint/2010/main" val="353169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652">
            <a:extLst xmlns:a="http://schemas.openxmlformats.org/drawingml/2006/main">
              <a:ext uri="{FF2B5EF4-FFF2-40B4-BE49-F238E27FC236}">
                <a16:creationId xmlns:a16="http://schemas.microsoft.com/office/drawing/2014/main" id="{C148B0BD-7F20-4F14-96D2-D373A742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RUN OF SHOW</a:t>
            </a:r>
          </a:p>
        </p:txBody>
      </p:sp>
      <p:sp>
        <p:nvSpPr>
          <p:cNvPr id="2" name="text-653">
            <a:extLst xmlns:a="http://schemas.openxmlformats.org/drawingml/2006/main">
              <a:ext uri="{FF2B5EF4-FFF2-40B4-BE49-F238E27FC236}">
                <a16:creationId xmlns:a16="http://schemas.microsoft.com/office/drawing/2014/main" id="{B2C24E61-03BF-4572-A689-29F1B0D8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下午 180 分鐘：從操作到可重複流程</a:t>
            </a:r>
          </a:p>
        </p:txBody>
      </p:sp>
      <p:cxnSp>
        <p:nvCxnSpPr>
          <p:cNvPr id="37" name="shape-65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655">
            <a:extLst xmlns:a="http://schemas.openxmlformats.org/drawingml/2006/main">
              <a:ext uri="{FF2B5EF4-FFF2-40B4-BE49-F238E27FC236}">
                <a16:creationId xmlns:a16="http://schemas.microsoft.com/office/drawing/2014/main" id="{490C486D-7603-42AB-991F-B51989AE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57513A-3935-4CAE-A989-EAFB02C1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cxnSp>
        <p:nvCxnSpPr>
          <p:cNvPr id="40" name="shape-656"/>
          <p:cNvCxnSpPr/>
          <p:nvPr/>
        </p:nvCxnSpPr>
        <p:spPr>
          <a:xfrm xmlns:a="http://schemas.openxmlformats.org/drawingml/2006/main">
            <a:off x="876300" y="3143250"/>
            <a:ext cx="10401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7" name="shape-657">
            <a:extLst xmlns:a="http://schemas.openxmlformats.org/drawingml/2006/main">
              <a:ext uri="{FF2B5EF4-FFF2-40B4-BE49-F238E27FC236}">
                <a16:creationId xmlns:a16="http://schemas.microsoft.com/office/drawing/2014/main" id="{1DB27C5C-62F2-4761-827B-2D109876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58">
            <a:extLst xmlns:a="http://schemas.openxmlformats.org/drawingml/2006/main">
              <a:ext uri="{FF2B5EF4-FFF2-40B4-BE49-F238E27FC236}">
                <a16:creationId xmlns:a16="http://schemas.microsoft.com/office/drawing/2014/main" id="{B1957EF0-D106-4FFC-BC78-CDE2B5EE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00–20</a:t>
            </a:r>
          </a:p>
        </p:txBody>
      </p:sp>
      <p:sp>
        <p:nvSpPr>
          <p:cNvPr id="9" name="text-659">
            <a:extLst xmlns:a="http://schemas.openxmlformats.org/drawingml/2006/main">
              <a:ext uri="{FF2B5EF4-FFF2-40B4-BE49-F238E27FC236}">
                <a16:creationId xmlns:a16="http://schemas.microsoft.com/office/drawing/2014/main" id="{D895BA96-D82B-4141-97DD-38982338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 觀念</a:t>
            </a:r>
          </a:p>
        </p:txBody>
      </p:sp>
      <p:sp>
        <p:nvSpPr>
          <p:cNvPr id="10" name="text-660">
            <a:extLst xmlns:a="http://schemas.openxmlformats.org/drawingml/2006/main">
              <a:ext uri="{FF2B5EF4-FFF2-40B4-BE49-F238E27FC236}">
                <a16:creationId xmlns:a16="http://schemas.microsoft.com/office/drawing/2014/main" id="{C73A3A5A-B3A3-4A42-85D2-BC9CA67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能力與風險</a:t>
            </a:r>
          </a:p>
        </p:txBody>
      </p:sp>
      <p:sp>
        <p:nvSpPr>
          <p:cNvPr id="11" name="shape-661">
            <a:extLst xmlns:a="http://schemas.openxmlformats.org/drawingml/2006/main">
              <a:ext uri="{FF2B5EF4-FFF2-40B4-BE49-F238E27FC236}">
                <a16:creationId xmlns:a16="http://schemas.microsoft.com/office/drawing/2014/main" id="{45F89B3F-D37F-4497-B113-AEDAC481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62">
            <a:extLst xmlns:a="http://schemas.openxmlformats.org/drawingml/2006/main">
              <a:ext uri="{FF2B5EF4-FFF2-40B4-BE49-F238E27FC236}">
                <a16:creationId xmlns:a16="http://schemas.microsoft.com/office/drawing/2014/main" id="{C43884A7-1685-4D67-85BC-A9621DEF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20–50</a:t>
            </a:r>
          </a:p>
        </p:txBody>
      </p:sp>
      <p:sp>
        <p:nvSpPr>
          <p:cNvPr id="13" name="text-663">
            <a:extLst xmlns:a="http://schemas.openxmlformats.org/drawingml/2006/main">
              <a:ext uri="{FF2B5EF4-FFF2-40B4-BE49-F238E27FC236}">
                <a16:creationId xmlns:a16="http://schemas.microsoft.com/office/drawing/2014/main" id="{2AEFD740-23F9-4E88-BBE2-24E37626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sp>
        <p:nvSpPr>
          <p:cNvPr id="14" name="text-664">
            <a:extLst xmlns:a="http://schemas.openxmlformats.org/drawingml/2006/main">
              <a:ext uri="{FF2B5EF4-FFF2-40B4-BE49-F238E27FC236}">
                <a16:creationId xmlns:a16="http://schemas.microsoft.com/office/drawing/2014/main" id="{714CBA5B-79F3-41E6-B0BC-834BFEF6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任務與證據</a:t>
            </a:r>
          </a:p>
        </p:txBody>
      </p:sp>
      <p:sp>
        <p:nvSpPr>
          <p:cNvPr id="15" name="shape-665">
            <a:extLst xmlns:a="http://schemas.openxmlformats.org/drawingml/2006/main">
              <a:ext uri="{FF2B5EF4-FFF2-40B4-BE49-F238E27FC236}">
                <a16:creationId xmlns:a16="http://schemas.microsoft.com/office/drawing/2014/main" id="{3731182B-88D9-41B3-9664-FA1339F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666">
            <a:extLst xmlns:a="http://schemas.openxmlformats.org/drawingml/2006/main">
              <a:ext uri="{FF2B5EF4-FFF2-40B4-BE49-F238E27FC236}">
                <a16:creationId xmlns:a16="http://schemas.microsoft.com/office/drawing/2014/main" id="{B8E26969-500D-40FC-AB2C-40892287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50–80</a:t>
            </a:r>
          </a:p>
        </p:txBody>
      </p:sp>
      <p:sp>
        <p:nvSpPr>
          <p:cNvPr id="17" name="text-667">
            <a:extLst xmlns:a="http://schemas.openxmlformats.org/drawingml/2006/main">
              <a:ext uri="{FF2B5EF4-FFF2-40B4-BE49-F238E27FC236}">
                <a16:creationId xmlns:a16="http://schemas.microsoft.com/office/drawing/2014/main" id="{4741943D-65A5-4C4C-ADB4-A35E4E3F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18" name="text-668">
            <a:extLst xmlns:a="http://schemas.openxmlformats.org/drawingml/2006/main">
              <a:ext uri="{FF2B5EF4-FFF2-40B4-BE49-F238E27FC236}">
                <a16:creationId xmlns:a16="http://schemas.microsoft.com/office/drawing/2014/main" id="{0D456944-5D58-455D-A979-EB08CC31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實作工作流</a:t>
            </a:r>
          </a:p>
        </p:txBody>
      </p:sp>
      <p:sp>
        <p:nvSpPr>
          <p:cNvPr id="19" name="shape-669">
            <a:extLst xmlns:a="http://schemas.openxmlformats.org/drawingml/2006/main">
              <a:ext uri="{FF2B5EF4-FFF2-40B4-BE49-F238E27FC236}">
                <a16:creationId xmlns:a16="http://schemas.microsoft.com/office/drawing/2014/main" id="{FD672558-720A-445D-8B25-AFCE88D2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670">
            <a:extLst xmlns:a="http://schemas.openxmlformats.org/drawingml/2006/main">
              <a:ext uri="{FF2B5EF4-FFF2-40B4-BE49-F238E27FC236}">
                <a16:creationId xmlns:a16="http://schemas.microsoft.com/office/drawing/2014/main" id="{1C19992D-94FF-4912-A6F8-B2142B32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80–90</a:t>
            </a:r>
          </a:p>
        </p:txBody>
      </p:sp>
      <p:sp>
        <p:nvSpPr>
          <p:cNvPr id="21" name="text-671">
            <a:extLst xmlns:a="http://schemas.openxmlformats.org/drawingml/2006/main">
              <a:ext uri="{FF2B5EF4-FFF2-40B4-BE49-F238E27FC236}">
                <a16:creationId xmlns:a16="http://schemas.microsoft.com/office/drawing/2014/main" id="{28507C5A-D818-47D0-8717-A96848B5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休息</a:t>
            </a:r>
          </a:p>
        </p:txBody>
      </p:sp>
      <p:sp>
        <p:nvSpPr>
          <p:cNvPr id="22" name="text-672">
            <a:extLst xmlns:a="http://schemas.openxmlformats.org/drawingml/2006/main">
              <a:ext uri="{FF2B5EF4-FFF2-40B4-BE49-F238E27FC236}">
                <a16:creationId xmlns:a16="http://schemas.microsoft.com/office/drawing/2014/main" id="{365E610F-9FA6-4007-A2B3-E7F413F5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整理成果</a:t>
            </a:r>
          </a:p>
        </p:txBody>
      </p:sp>
      <p:sp>
        <p:nvSpPr>
          <p:cNvPr id="23" name="shape-673">
            <a:extLst xmlns:a="http://schemas.openxmlformats.org/drawingml/2006/main">
              <a:ext uri="{FF2B5EF4-FFF2-40B4-BE49-F238E27FC236}">
                <a16:creationId xmlns:a16="http://schemas.microsoft.com/office/drawing/2014/main" id="{9A46B5AE-90E1-468D-BA7E-C086E47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74">
            <a:extLst xmlns:a="http://schemas.openxmlformats.org/drawingml/2006/main">
              <a:ext uri="{FF2B5EF4-FFF2-40B4-BE49-F238E27FC236}">
                <a16:creationId xmlns:a16="http://schemas.microsoft.com/office/drawing/2014/main" id="{5F91E841-5F44-4E7A-AC37-239E9AF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90–135</a:t>
            </a:r>
          </a:p>
        </p:txBody>
      </p:sp>
      <p:sp>
        <p:nvSpPr>
          <p:cNvPr id="25" name="text-675">
            <a:extLst xmlns:a="http://schemas.openxmlformats.org/drawingml/2006/main">
              <a:ext uri="{FF2B5EF4-FFF2-40B4-BE49-F238E27FC236}">
                <a16:creationId xmlns:a16="http://schemas.microsoft.com/office/drawing/2014/main" id="{21F7A968-330B-4277-BB6D-B74CCCC4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 Skills</a:t>
            </a:r>
          </a:p>
        </p:txBody>
      </p:sp>
      <p:sp>
        <p:nvSpPr>
          <p:cNvPr id="26" name="text-676">
            <a:extLst xmlns:a="http://schemas.openxmlformats.org/drawingml/2006/main">
              <a:ext uri="{FF2B5EF4-FFF2-40B4-BE49-F238E27FC236}">
                <a16:creationId xmlns:a16="http://schemas.microsoft.com/office/drawing/2014/main" id="{310E8570-E32C-4F68-8571-1B9D3A14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提示詞升級</a:t>
            </a:r>
          </a:p>
        </p:txBody>
      </p:sp>
      <p:sp>
        <p:nvSpPr>
          <p:cNvPr id="27" name="shape-677">
            <a:extLst xmlns:a="http://schemas.openxmlformats.org/drawingml/2006/main">
              <a:ext uri="{FF2B5EF4-FFF2-40B4-BE49-F238E27FC236}">
                <a16:creationId xmlns:a16="http://schemas.microsoft.com/office/drawing/2014/main" id="{A3F4E0FF-9FFB-437D-BD22-718E4A9C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678">
            <a:extLst xmlns:a="http://schemas.openxmlformats.org/drawingml/2006/main">
              <a:ext uri="{FF2B5EF4-FFF2-40B4-BE49-F238E27FC236}">
                <a16:creationId xmlns:a16="http://schemas.microsoft.com/office/drawing/2014/main" id="{3D322CD9-2C27-4B84-A82A-391A694C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135–160</a:t>
            </a:r>
          </a:p>
        </p:txBody>
      </p:sp>
      <p:sp>
        <p:nvSpPr>
          <p:cNvPr id="29" name="text-679">
            <a:extLst xmlns:a="http://schemas.openxmlformats.org/drawingml/2006/main">
              <a:ext uri="{FF2B5EF4-FFF2-40B4-BE49-F238E27FC236}">
                <a16:creationId xmlns:a16="http://schemas.microsoft.com/office/drawing/2014/main" id="{25A6C19B-524B-4AFE-A364-E8755AA2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學生資料</a:t>
            </a:r>
          </a:p>
        </p:txBody>
      </p:sp>
      <p:sp>
        <p:nvSpPr>
          <p:cNvPr id="30" name="text-680">
            <a:extLst xmlns:a="http://schemas.openxmlformats.org/drawingml/2006/main">
              <a:ext uri="{FF2B5EF4-FFF2-40B4-BE49-F238E27FC236}">
                <a16:creationId xmlns:a16="http://schemas.microsoft.com/office/drawing/2014/main" id="{F3BC6639-C9E1-484D-B4AC-56D73DE2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PIRLS 風格分析</a:t>
            </a:r>
          </a:p>
        </p:txBody>
      </p:sp>
      <p:sp>
        <p:nvSpPr>
          <p:cNvPr id="31" name="shape-681">
            <a:extLst xmlns:a="http://schemas.openxmlformats.org/drawingml/2006/main">
              <a:ext uri="{FF2B5EF4-FFF2-40B4-BE49-F238E27FC236}">
                <a16:creationId xmlns:a16="http://schemas.microsoft.com/office/drawing/2014/main" id="{0E09BF05-E5D2-4A49-BA07-886DC1DF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682">
            <a:extLst xmlns:a="http://schemas.openxmlformats.org/drawingml/2006/main">
              <a:ext uri="{FF2B5EF4-FFF2-40B4-BE49-F238E27FC236}">
                <a16:creationId xmlns:a16="http://schemas.microsoft.com/office/drawing/2014/main" id="{3E873A68-5CD5-42FF-B0E3-F2F2FF5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160–180</a:t>
            </a:r>
          </a:p>
        </p:txBody>
      </p:sp>
      <p:sp>
        <p:nvSpPr>
          <p:cNvPr id="33" name="text-683">
            <a:extLst xmlns:a="http://schemas.openxmlformats.org/drawingml/2006/main">
              <a:ext uri="{FF2B5EF4-FFF2-40B4-BE49-F238E27FC236}">
                <a16:creationId xmlns:a16="http://schemas.microsoft.com/office/drawing/2014/main" id="{EBBBE370-C385-4514-9471-CB6407B4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整合分享</a:t>
            </a:r>
          </a:p>
        </p:txBody>
      </p:sp>
      <p:sp>
        <p:nvSpPr>
          <p:cNvPr id="34" name="text-684">
            <a:extLst xmlns:a="http://schemas.openxmlformats.org/drawingml/2006/main">
              <a:ext uri="{FF2B5EF4-FFF2-40B4-BE49-F238E27FC236}">
                <a16:creationId xmlns:a16="http://schemas.microsoft.com/office/drawing/2014/main" id="{568224B8-812D-4771-A948-221F8688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可驗證交付</a:t>
            </a:r>
          </a:p>
        </p:txBody>
      </p:sp>
    </p:spTree>
    <p:extLst>
      <p:ext uri="{BB962C8B-B14F-4D97-AF65-F5344CB8AC3E}">
        <p14:creationId xmlns:p14="http://schemas.microsoft.com/office/powerpoint/2010/main" val="1024948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685">
            <a:extLst xmlns:a="http://schemas.openxmlformats.org/drawingml/2006/main">
              <a:ext uri="{FF2B5EF4-FFF2-40B4-BE49-F238E27FC236}">
                <a16:creationId xmlns:a16="http://schemas.microsoft.com/office/drawing/2014/main" id="{8F70AD99-1D82-4213-8D2C-73D2D5E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CAPABILITY LADDER</a:t>
            </a:r>
          </a:p>
        </p:txBody>
      </p:sp>
      <p:sp>
        <p:nvSpPr>
          <p:cNvPr id="2" name="text-686">
            <a:extLst xmlns:a="http://schemas.openxmlformats.org/drawingml/2006/main">
              <a:ext uri="{FF2B5EF4-FFF2-40B4-BE49-F238E27FC236}">
                <a16:creationId xmlns:a16="http://schemas.microsoft.com/office/drawing/2014/main" id="{9A019BF6-2A88-4479-8FDF-A74DDCDF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對話、助理、Agent：差別在能否推進工作</a:t>
            </a:r>
          </a:p>
        </p:txBody>
      </p:sp>
      <p:cxnSp>
        <p:nvCxnSpPr>
          <p:cNvPr id="24" name="shape-68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688">
            <a:extLst xmlns:a="http://schemas.openxmlformats.org/drawingml/2006/main">
              <a:ext uri="{FF2B5EF4-FFF2-40B4-BE49-F238E27FC236}">
                <a16:creationId xmlns:a16="http://schemas.microsoft.com/office/drawing/2014/main" id="{6E894385-2DEB-4CFC-B117-BA226C06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63A612-5E47-4206-8ABE-EA775FAA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6" name="text-689">
            <a:extLst xmlns:a="http://schemas.openxmlformats.org/drawingml/2006/main">
              <a:ext uri="{FF2B5EF4-FFF2-40B4-BE49-F238E27FC236}">
                <a16:creationId xmlns:a16="http://schemas.microsoft.com/office/drawing/2014/main" id="{81D62215-BA03-462F-87C9-A4BF5EE0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text-690">
            <a:extLst xmlns:a="http://schemas.openxmlformats.org/drawingml/2006/main">
              <a:ext uri="{FF2B5EF4-FFF2-40B4-BE49-F238E27FC236}">
                <a16:creationId xmlns:a16="http://schemas.microsoft.com/office/drawing/2014/main" id="{6A48BAA7-26D8-4771-88FB-150F033B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對話</a:t>
            </a:r>
          </a:p>
        </p:txBody>
      </p:sp>
      <p:sp>
        <p:nvSpPr>
          <p:cNvPr id="8" name="text-691">
            <a:extLst xmlns:a="http://schemas.openxmlformats.org/drawingml/2006/main">
              <a:ext uri="{FF2B5EF4-FFF2-40B4-BE49-F238E27FC236}">
                <a16:creationId xmlns:a16="http://schemas.microsoft.com/office/drawing/2014/main" id="{BB7E73FA-5EA7-4EE6-AF5A-54D01A01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266223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回答、解釋、發想</a:t>
            </a:r>
          </a:p>
        </p:txBody>
      </p:sp>
      <p:sp>
        <p:nvSpPr>
          <p:cNvPr id="9" name="text-692">
            <a:extLst xmlns:a="http://schemas.openxmlformats.org/drawingml/2006/main">
              <a:ext uri="{FF2B5EF4-FFF2-40B4-BE49-F238E27FC236}">
                <a16:creationId xmlns:a16="http://schemas.microsoft.com/office/drawing/2014/main" id="{E52BD5E0-E15B-4B14-8DA8-9E5F939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0" name="text-693">
            <a:extLst xmlns:a="http://schemas.openxmlformats.org/drawingml/2006/main">
              <a:ext uri="{FF2B5EF4-FFF2-40B4-BE49-F238E27FC236}">
                <a16:creationId xmlns:a16="http://schemas.microsoft.com/office/drawing/2014/main" id="{AD8628E0-BD63-4A2A-A077-525A99EF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694">
            <a:extLst xmlns:a="http://schemas.openxmlformats.org/drawingml/2006/main">
              <a:ext uri="{FF2B5EF4-FFF2-40B4-BE49-F238E27FC236}">
                <a16:creationId xmlns:a16="http://schemas.microsoft.com/office/drawing/2014/main" id="{36392760-1F75-40AA-9181-87FF3984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098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助理</a:t>
            </a:r>
          </a:p>
        </p:txBody>
      </p:sp>
      <p:sp>
        <p:nvSpPr>
          <p:cNvPr id="12" name="text-695">
            <a:extLst xmlns:a="http://schemas.openxmlformats.org/drawingml/2006/main">
              <a:ext uri="{FF2B5EF4-FFF2-40B4-BE49-F238E27FC236}">
                <a16:creationId xmlns:a16="http://schemas.microsoft.com/office/drawing/2014/main" id="{6470EEDD-6A2A-41C7-8F61-E1EDCD30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3276600"/>
            <a:ext cx="266223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固定角色與格式</a:t>
            </a:r>
          </a:p>
        </p:txBody>
      </p:sp>
      <p:sp>
        <p:nvSpPr>
          <p:cNvPr id="13" name="text-696">
            <a:extLst xmlns:a="http://schemas.openxmlformats.org/drawingml/2006/main">
              <a:ext uri="{FF2B5EF4-FFF2-40B4-BE49-F238E27FC236}">
                <a16:creationId xmlns:a16="http://schemas.microsoft.com/office/drawing/2014/main" id="{C9846756-BAAC-4970-93B3-CE38CFB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4" name="text-697">
            <a:extLst xmlns:a="http://schemas.openxmlformats.org/drawingml/2006/main">
              <a:ext uri="{FF2B5EF4-FFF2-40B4-BE49-F238E27FC236}">
                <a16:creationId xmlns:a16="http://schemas.microsoft.com/office/drawing/2014/main" id="{CDBE783A-2733-4126-9D44-641493D0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5" name="text-698">
            <a:extLst xmlns:a="http://schemas.openxmlformats.org/drawingml/2006/main">
              <a:ext uri="{FF2B5EF4-FFF2-40B4-BE49-F238E27FC236}">
                <a16:creationId xmlns:a16="http://schemas.microsoft.com/office/drawing/2014/main" id="{57A9E959-37F7-459E-ABFA-DB2318AD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098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</a:t>
            </a:r>
          </a:p>
        </p:txBody>
      </p:sp>
      <p:sp>
        <p:nvSpPr>
          <p:cNvPr id="16" name="text-699">
            <a:extLst xmlns:a="http://schemas.openxmlformats.org/drawingml/2006/main">
              <a:ext uri="{FF2B5EF4-FFF2-40B4-BE49-F238E27FC236}">
                <a16:creationId xmlns:a16="http://schemas.microsoft.com/office/drawing/2014/main" id="{D013810E-81CB-4D04-B0D2-3295F222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76600"/>
            <a:ext cx="266223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讀取環境、規劃、使用工具</a:t>
            </a:r>
          </a:p>
        </p:txBody>
      </p:sp>
      <p:sp>
        <p:nvSpPr>
          <p:cNvPr id="17" name="text-700">
            <a:extLst xmlns:a="http://schemas.openxmlformats.org/drawingml/2006/main">
              <a:ext uri="{FF2B5EF4-FFF2-40B4-BE49-F238E27FC236}">
                <a16:creationId xmlns:a16="http://schemas.microsoft.com/office/drawing/2014/main" id="{8902D89C-6BE7-4B34-A1BC-2E314758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text-701">
            <a:extLst xmlns:a="http://schemas.openxmlformats.org/drawingml/2006/main">
              <a:ext uri="{FF2B5EF4-FFF2-40B4-BE49-F238E27FC236}">
                <a16:creationId xmlns:a16="http://schemas.microsoft.com/office/drawing/2014/main" id="{4E25A48D-FA88-4DA0-BFCC-8464961F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9" name="text-702">
            <a:extLst xmlns:a="http://schemas.openxmlformats.org/drawingml/2006/main">
              <a:ext uri="{FF2B5EF4-FFF2-40B4-BE49-F238E27FC236}">
                <a16:creationId xmlns:a16="http://schemas.microsoft.com/office/drawing/2014/main" id="{0C705A75-671A-4E43-A5D8-591B9C2A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098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可信 Agent</a:t>
            </a:r>
          </a:p>
        </p:txBody>
      </p:sp>
      <p:sp>
        <p:nvSpPr>
          <p:cNvPr id="20" name="text-703">
            <a:extLst xmlns:a="http://schemas.openxmlformats.org/drawingml/2006/main">
              <a:ext uri="{FF2B5EF4-FFF2-40B4-BE49-F238E27FC236}">
                <a16:creationId xmlns:a16="http://schemas.microsoft.com/office/drawing/2014/main" id="{7BD20DBC-4FA1-4434-90D2-4DB7B41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76600"/>
            <a:ext cx="266223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驗證結果、回報限制、等待授權</a:t>
            </a:r>
          </a:p>
        </p:txBody>
      </p:sp>
      <p:sp>
        <p:nvSpPr>
          <p:cNvPr id="21" name="text-704">
            <a:extLst xmlns:a="http://schemas.openxmlformats.org/drawingml/2006/main">
              <a:ext uri="{FF2B5EF4-FFF2-40B4-BE49-F238E27FC236}">
                <a16:creationId xmlns:a16="http://schemas.microsoft.com/office/drawing/2014/main" id="{C2FE6A02-4C6B-4CC2-AF52-BE27DE19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1957200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705">
            <a:extLst xmlns:a="http://schemas.openxmlformats.org/drawingml/2006/main">
              <a:ext uri="{FF2B5EF4-FFF2-40B4-BE49-F238E27FC236}">
                <a16:creationId xmlns:a16="http://schemas.microsoft.com/office/drawing/2014/main" id="{02EDA4F8-E51E-423C-A674-14245D2F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AGENT LOOP</a:t>
            </a:r>
          </a:p>
        </p:txBody>
      </p:sp>
      <p:sp>
        <p:nvSpPr>
          <p:cNvPr id="2" name="text-706">
            <a:extLst xmlns:a="http://schemas.openxmlformats.org/drawingml/2006/main">
              <a:ext uri="{FF2B5EF4-FFF2-40B4-BE49-F238E27FC236}">
                <a16:creationId xmlns:a16="http://schemas.microsoft.com/office/drawing/2014/main" id="{992D246D-08A4-4CFE-9D1B-D70D3603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 五步循環：完成，不是只產生</a:t>
            </a:r>
          </a:p>
        </p:txBody>
      </p:sp>
      <p:cxnSp>
        <p:nvCxnSpPr>
          <p:cNvPr id="28" name="shape-70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708">
            <a:extLst xmlns:a="http://schemas.openxmlformats.org/drawingml/2006/main">
              <a:ext uri="{FF2B5EF4-FFF2-40B4-BE49-F238E27FC236}">
                <a16:creationId xmlns:a16="http://schemas.microsoft.com/office/drawing/2014/main" id="{DE251098-FACA-4B38-BC36-055E1021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D3276D-9973-4298-B6C4-CB2CE9C5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6" name="text-709">
            <a:extLst xmlns:a="http://schemas.openxmlformats.org/drawingml/2006/main">
              <a:ext uri="{FF2B5EF4-FFF2-40B4-BE49-F238E27FC236}">
                <a16:creationId xmlns:a16="http://schemas.microsoft.com/office/drawing/2014/main" id="{481A3206-B95C-488C-A18D-FFE6B3F6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text-710">
            <a:extLst xmlns:a="http://schemas.openxmlformats.org/drawingml/2006/main">
              <a:ext uri="{FF2B5EF4-FFF2-40B4-BE49-F238E27FC236}">
                <a16:creationId xmlns:a16="http://schemas.microsoft.com/office/drawing/2014/main" id="{6D201755-AFA7-40E3-A4DE-BC306EEE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理解</a:t>
            </a:r>
          </a:p>
        </p:txBody>
      </p:sp>
      <p:sp>
        <p:nvSpPr>
          <p:cNvPr id="8" name="text-711">
            <a:extLst xmlns:a="http://schemas.openxmlformats.org/drawingml/2006/main">
              <a:ext uri="{FF2B5EF4-FFF2-40B4-BE49-F238E27FC236}">
                <a16:creationId xmlns:a16="http://schemas.microsoft.com/office/drawing/2014/main" id="{5342FE87-2704-426B-9B84-08E765E6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確認目標與環境</a:t>
            </a:r>
          </a:p>
        </p:txBody>
      </p:sp>
      <p:sp>
        <p:nvSpPr>
          <p:cNvPr id="9" name="text-712">
            <a:extLst xmlns:a="http://schemas.openxmlformats.org/drawingml/2006/main">
              <a:ext uri="{FF2B5EF4-FFF2-40B4-BE49-F238E27FC236}">
                <a16:creationId xmlns:a16="http://schemas.microsoft.com/office/drawing/2014/main" id="{ED1086E8-0253-4615-A511-697C5897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0" name="text-713">
            <a:extLst xmlns:a="http://schemas.openxmlformats.org/drawingml/2006/main">
              <a:ext uri="{FF2B5EF4-FFF2-40B4-BE49-F238E27FC236}">
                <a16:creationId xmlns:a16="http://schemas.microsoft.com/office/drawing/2014/main" id="{C5C111ED-EEA2-4E68-8343-35044FB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714">
            <a:extLst xmlns:a="http://schemas.openxmlformats.org/drawingml/2006/main">
              <a:ext uri="{FF2B5EF4-FFF2-40B4-BE49-F238E27FC236}">
                <a16:creationId xmlns:a16="http://schemas.microsoft.com/office/drawing/2014/main" id="{CAD7E004-606C-4EA0-B82D-F2FF9C85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規劃</a:t>
            </a:r>
          </a:p>
        </p:txBody>
      </p:sp>
      <p:sp>
        <p:nvSpPr>
          <p:cNvPr id="12" name="text-715">
            <a:extLst xmlns:a="http://schemas.openxmlformats.org/drawingml/2006/main">
              <a:ext uri="{FF2B5EF4-FFF2-40B4-BE49-F238E27FC236}">
                <a16:creationId xmlns:a16="http://schemas.microsoft.com/office/drawing/2014/main" id="{519EC46C-0A6F-4FF7-81AF-831F838E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拆解步驟與風險</a:t>
            </a:r>
          </a:p>
        </p:txBody>
      </p:sp>
      <p:sp>
        <p:nvSpPr>
          <p:cNvPr id="13" name="text-716">
            <a:extLst xmlns:a="http://schemas.openxmlformats.org/drawingml/2006/main">
              <a:ext uri="{FF2B5EF4-FFF2-40B4-BE49-F238E27FC236}">
                <a16:creationId xmlns:a16="http://schemas.microsoft.com/office/drawing/2014/main" id="{FF30EB18-A9D0-4445-AD68-8342A584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4" name="text-717">
            <a:extLst xmlns:a="http://schemas.openxmlformats.org/drawingml/2006/main">
              <a:ext uri="{FF2B5EF4-FFF2-40B4-BE49-F238E27FC236}">
                <a16:creationId xmlns:a16="http://schemas.microsoft.com/office/drawing/2014/main" id="{46A710A4-0BBA-4513-9EDF-70C480E1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5" name="text-718">
            <a:extLst xmlns:a="http://schemas.openxmlformats.org/drawingml/2006/main">
              <a:ext uri="{FF2B5EF4-FFF2-40B4-BE49-F238E27FC236}">
                <a16:creationId xmlns:a16="http://schemas.microsoft.com/office/drawing/2014/main" id="{FF1C4B52-C904-45B2-8872-ED4A017C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執行</a:t>
            </a:r>
          </a:p>
        </p:txBody>
      </p:sp>
      <p:sp>
        <p:nvSpPr>
          <p:cNvPr id="16" name="text-719">
            <a:extLst xmlns:a="http://schemas.openxmlformats.org/drawingml/2006/main">
              <a:ext uri="{FF2B5EF4-FFF2-40B4-BE49-F238E27FC236}">
                <a16:creationId xmlns:a16="http://schemas.microsoft.com/office/drawing/2014/main" id="{3757067B-71BE-4B44-AE6C-0A715B58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讀檔、寫檔、使用工具</a:t>
            </a:r>
          </a:p>
        </p:txBody>
      </p:sp>
      <p:sp>
        <p:nvSpPr>
          <p:cNvPr id="17" name="text-720">
            <a:extLst xmlns:a="http://schemas.openxmlformats.org/drawingml/2006/main">
              <a:ext uri="{FF2B5EF4-FFF2-40B4-BE49-F238E27FC236}">
                <a16:creationId xmlns:a16="http://schemas.microsoft.com/office/drawing/2014/main" id="{8A3FCA8F-8FB1-426F-954A-DA5367E1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text-721">
            <a:extLst xmlns:a="http://schemas.openxmlformats.org/drawingml/2006/main">
              <a:ext uri="{FF2B5EF4-FFF2-40B4-BE49-F238E27FC236}">
                <a16:creationId xmlns:a16="http://schemas.microsoft.com/office/drawing/2014/main" id="{DA495117-F176-445E-8411-884F7C3E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9" name="text-722">
            <a:extLst xmlns:a="http://schemas.openxmlformats.org/drawingml/2006/main">
              <a:ext uri="{FF2B5EF4-FFF2-40B4-BE49-F238E27FC236}">
                <a16:creationId xmlns:a16="http://schemas.microsoft.com/office/drawing/2014/main" id="{2818DA34-3FB3-4CD9-9725-C993C00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驗證</a:t>
            </a:r>
          </a:p>
        </p:txBody>
      </p:sp>
      <p:sp>
        <p:nvSpPr>
          <p:cNvPr id="20" name="text-723">
            <a:extLst xmlns:a="http://schemas.openxmlformats.org/drawingml/2006/main">
              <a:ext uri="{FF2B5EF4-FFF2-40B4-BE49-F238E27FC236}">
                <a16:creationId xmlns:a16="http://schemas.microsoft.com/office/drawing/2014/main" id="{2C94E95E-F5CE-40FF-B354-DE88C7CC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測試、畫面、差異</a:t>
            </a:r>
          </a:p>
        </p:txBody>
      </p:sp>
      <p:sp>
        <p:nvSpPr>
          <p:cNvPr id="21" name="text-724">
            <a:extLst xmlns:a="http://schemas.openxmlformats.org/drawingml/2006/main">
              <a:ext uri="{FF2B5EF4-FFF2-40B4-BE49-F238E27FC236}">
                <a16:creationId xmlns:a16="http://schemas.microsoft.com/office/drawing/2014/main" id="{76994310-7816-4BAE-AB17-7411F4D3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2" name="text-725">
            <a:extLst xmlns:a="http://schemas.openxmlformats.org/drawingml/2006/main">
              <a:ext uri="{FF2B5EF4-FFF2-40B4-BE49-F238E27FC236}">
                <a16:creationId xmlns:a16="http://schemas.microsoft.com/office/drawing/2014/main" id="{DA625AEA-39B8-472E-9AB8-0DA19AEC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3" name="text-726">
            <a:extLst xmlns:a="http://schemas.openxmlformats.org/drawingml/2006/main">
              <a:ext uri="{FF2B5EF4-FFF2-40B4-BE49-F238E27FC236}">
                <a16:creationId xmlns:a16="http://schemas.microsoft.com/office/drawing/2014/main" id="{F92A9097-3813-4DF9-A2DD-6CE8AF0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交付</a:t>
            </a:r>
          </a:p>
        </p:txBody>
      </p:sp>
      <p:sp>
        <p:nvSpPr>
          <p:cNvPr id="24" name="text-727">
            <a:extLst xmlns:a="http://schemas.openxmlformats.org/drawingml/2006/main">
              <a:ext uri="{FF2B5EF4-FFF2-40B4-BE49-F238E27FC236}">
                <a16:creationId xmlns:a16="http://schemas.microsoft.com/office/drawing/2014/main" id="{32B8252B-A847-41EC-BA95-F5FA16DC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成果、限制、下一步</a:t>
            </a:r>
          </a:p>
        </p:txBody>
      </p:sp>
      <p:sp>
        <p:nvSpPr>
          <p:cNvPr id="25" name="text-728">
            <a:extLst xmlns:a="http://schemas.openxmlformats.org/drawingml/2006/main">
              <a:ext uri="{FF2B5EF4-FFF2-40B4-BE49-F238E27FC236}">
                <a16:creationId xmlns:a16="http://schemas.microsoft.com/office/drawing/2014/main" id="{01448C7C-5239-439D-AAB0-683EE3DB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1021955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729">
            <a:extLst xmlns:a="http://schemas.openxmlformats.org/drawingml/2006/main">
              <a:ext uri="{FF2B5EF4-FFF2-40B4-BE49-F238E27FC236}">
                <a16:creationId xmlns:a16="http://schemas.microsoft.com/office/drawing/2014/main" id="{9ADCC478-A0A6-412C-8CA5-54DA88C6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HUMAN CONTROL</a:t>
            </a:r>
          </a:p>
        </p:txBody>
      </p:sp>
      <p:sp>
        <p:nvSpPr>
          <p:cNvPr id="2" name="text-730">
            <a:extLst xmlns:a="http://schemas.openxmlformats.org/drawingml/2006/main">
              <a:ext uri="{FF2B5EF4-FFF2-40B4-BE49-F238E27FC236}">
                <a16:creationId xmlns:a16="http://schemas.microsoft.com/office/drawing/2014/main" id="{79B3F0F3-4B75-424F-A030-BA03EFCA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人在迴路：三種情況一定要停一下</a:t>
            </a:r>
          </a:p>
        </p:txBody>
      </p:sp>
      <p:cxnSp>
        <p:nvCxnSpPr>
          <p:cNvPr id="20" name="shape-73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732">
            <a:extLst xmlns:a="http://schemas.openxmlformats.org/drawingml/2006/main">
              <a:ext uri="{FF2B5EF4-FFF2-40B4-BE49-F238E27FC236}">
                <a16:creationId xmlns:a16="http://schemas.microsoft.com/office/drawing/2014/main" id="{B9717508-BFD1-4012-9F1B-EEBA7589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B98196-A1F9-42A3-AC53-C98D8F57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6" name="shape-733">
            <a:extLst xmlns:a="http://schemas.openxmlformats.org/drawingml/2006/main">
              <a:ext uri="{FF2B5EF4-FFF2-40B4-BE49-F238E27FC236}">
                <a16:creationId xmlns:a16="http://schemas.microsoft.com/office/drawing/2014/main" id="{BEF2D1AF-1601-4C9E-A63B-401A459B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734">
            <a:extLst xmlns:a="http://schemas.openxmlformats.org/drawingml/2006/main">
              <a:ext uri="{FF2B5EF4-FFF2-40B4-BE49-F238E27FC236}">
                <a16:creationId xmlns:a16="http://schemas.microsoft.com/office/drawing/2014/main" id="{4B21AAEA-1EE6-444E-B1C3-936BDEEC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8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STOP</a:t>
            </a:r>
          </a:p>
        </p:txBody>
      </p:sp>
      <p:sp>
        <p:nvSpPr>
          <p:cNvPr id="8" name="text-735">
            <a:extLst xmlns:a="http://schemas.openxmlformats.org/drawingml/2006/main">
              <a:ext uri="{FF2B5EF4-FFF2-40B4-BE49-F238E27FC236}">
                <a16:creationId xmlns:a16="http://schemas.microsoft.com/office/drawing/2014/main" id="{F2B170BD-C57E-4495-AFB4-D54159D0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不可逆</a:t>
            </a:r>
          </a:p>
        </p:txBody>
      </p:sp>
      <p:sp>
        <p:nvSpPr>
          <p:cNvPr id="9" name="text-736">
            <a:extLst xmlns:a="http://schemas.openxmlformats.org/drawingml/2006/main">
              <a:ext uri="{FF2B5EF4-FFF2-40B4-BE49-F238E27FC236}">
                <a16:creationId xmlns:a16="http://schemas.microsoft.com/office/drawing/2014/main" id="{2EAF85B3-1B41-4894-ABAF-80FA158E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刪除、覆寫、公開發布、寄信、上傳、改權限。</a:t>
            </a:r>
          </a:p>
        </p:txBody>
      </p:sp>
      <p:sp>
        <p:nvSpPr>
          <p:cNvPr id="10" name="shape-737">
            <a:extLst xmlns:a="http://schemas.openxmlformats.org/drawingml/2006/main">
              <a:ext uri="{FF2B5EF4-FFF2-40B4-BE49-F238E27FC236}">
                <a16:creationId xmlns:a16="http://schemas.microsoft.com/office/drawing/2014/main" id="{196C407F-5B6F-46E8-A272-4C9CF0EC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738">
            <a:extLst xmlns:a="http://schemas.openxmlformats.org/drawingml/2006/main">
              <a:ext uri="{FF2B5EF4-FFF2-40B4-BE49-F238E27FC236}">
                <a16:creationId xmlns:a16="http://schemas.microsoft.com/office/drawing/2014/main" id="{27879A46-F00F-4A7C-BE08-48C3186E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D2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SAFE</a:t>
            </a:r>
          </a:p>
        </p:txBody>
      </p:sp>
      <p:sp>
        <p:nvSpPr>
          <p:cNvPr id="12" name="text-739">
            <a:extLst xmlns:a="http://schemas.openxmlformats.org/drawingml/2006/main">
              <a:ext uri="{FF2B5EF4-FFF2-40B4-BE49-F238E27FC236}">
                <a16:creationId xmlns:a16="http://schemas.microsoft.com/office/drawing/2014/main" id="{1123DF95-00C9-49B0-A465-B869B813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敏感</a:t>
            </a:r>
          </a:p>
        </p:txBody>
      </p:sp>
      <p:sp>
        <p:nvSpPr>
          <p:cNvPr id="13" name="text-740">
            <a:extLst xmlns:a="http://schemas.openxmlformats.org/drawingml/2006/main">
              <a:ext uri="{FF2B5EF4-FFF2-40B4-BE49-F238E27FC236}">
                <a16:creationId xmlns:a16="http://schemas.microsoft.com/office/drawing/2014/main" id="{4368A2BB-EB96-48E8-838F-C2E67497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學生個資、成績、未公開研究、帳號與金鑰。</a:t>
            </a:r>
          </a:p>
        </p:txBody>
      </p:sp>
      <p:sp>
        <p:nvSpPr>
          <p:cNvPr id="14" name="shape-741">
            <a:extLst xmlns:a="http://schemas.openxmlformats.org/drawingml/2006/main">
              <a:ext uri="{FF2B5EF4-FFF2-40B4-BE49-F238E27FC236}">
                <a16:creationId xmlns:a16="http://schemas.microsoft.com/office/drawing/2014/main" id="{CA0FB341-E561-4C2B-B7FB-1580762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742">
            <a:extLst xmlns:a="http://schemas.openxmlformats.org/drawingml/2006/main">
              <a:ext uri="{FF2B5EF4-FFF2-40B4-BE49-F238E27FC236}">
                <a16:creationId xmlns:a16="http://schemas.microsoft.com/office/drawing/2014/main" id="{5B547A68-51D8-4D1D-8D6E-F9864E9D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ASK</a:t>
            </a:r>
          </a:p>
        </p:txBody>
      </p:sp>
      <p:sp>
        <p:nvSpPr>
          <p:cNvPr id="16" name="text-743">
            <a:extLst xmlns:a="http://schemas.openxmlformats.org/drawingml/2006/main">
              <a:ext uri="{FF2B5EF4-FFF2-40B4-BE49-F238E27FC236}">
                <a16:creationId xmlns:a16="http://schemas.microsoft.com/office/drawing/2014/main" id="{DE0B4F55-6EBF-45E6-8566-F87059A4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高影響</a:t>
            </a:r>
          </a:p>
        </p:txBody>
      </p:sp>
      <p:sp>
        <p:nvSpPr>
          <p:cNvPr id="17" name="text-744">
            <a:extLst xmlns:a="http://schemas.openxmlformats.org/drawingml/2006/main">
              <a:ext uri="{FF2B5EF4-FFF2-40B4-BE49-F238E27FC236}">
                <a16:creationId xmlns:a16="http://schemas.microsoft.com/office/drawing/2014/main" id="{9D22E269-A502-4579-B25D-466208A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正式評量、行政決策、倫理或專業判斷。</a:t>
            </a:r>
          </a:p>
        </p:txBody>
      </p:sp>
    </p:spTree>
    <p:extLst>
      <p:ext uri="{BB962C8B-B14F-4D97-AF65-F5344CB8AC3E}">
        <p14:creationId xmlns:p14="http://schemas.microsoft.com/office/powerpoint/2010/main" val="1498800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745">
            <a:extLst xmlns:a="http://schemas.openxmlformats.org/drawingml/2006/main">
              <a:ext uri="{FF2B5EF4-FFF2-40B4-BE49-F238E27FC236}">
                <a16:creationId xmlns:a16="http://schemas.microsoft.com/office/drawing/2014/main" id="{51B7B1C7-AE13-4D99-B853-02F5899C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CONTINUITY</a:t>
            </a:r>
          </a:p>
        </p:txBody>
      </p:sp>
      <p:sp>
        <p:nvSpPr>
          <p:cNvPr id="2" name="text-746">
            <a:extLst xmlns:a="http://schemas.openxmlformats.org/drawingml/2006/main">
              <a:ext uri="{FF2B5EF4-FFF2-40B4-BE49-F238E27FC236}">
                <a16:creationId xmlns:a16="http://schemas.microsoft.com/office/drawing/2014/main" id="{FB85E810-728E-409F-9904-D95737D6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下午不重做：直接升級上午成果</a:t>
            </a:r>
          </a:p>
        </p:txBody>
      </p:sp>
      <p:cxnSp>
        <p:nvCxnSpPr>
          <p:cNvPr id="20" name="shape-74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748">
            <a:extLst xmlns:a="http://schemas.openxmlformats.org/drawingml/2006/main">
              <a:ext uri="{FF2B5EF4-FFF2-40B4-BE49-F238E27FC236}">
                <a16:creationId xmlns:a16="http://schemas.microsoft.com/office/drawing/2014/main" id="{25393C72-7F72-4B78-AF01-2D04CB24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F8EAFF-A4E7-402A-8A4A-E478F079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6" name="shape-749">
            <a:extLst xmlns:a="http://schemas.openxmlformats.org/drawingml/2006/main">
              <a:ext uri="{FF2B5EF4-FFF2-40B4-BE49-F238E27FC236}">
                <a16:creationId xmlns:a16="http://schemas.microsoft.com/office/drawing/2014/main" id="{B8D29503-6695-45CB-A32A-08FCB512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shape-750">
            <a:extLst xmlns:a="http://schemas.openxmlformats.org/drawingml/2006/main">
              <a:ext uri="{FF2B5EF4-FFF2-40B4-BE49-F238E27FC236}">
                <a16:creationId xmlns:a16="http://schemas.microsoft.com/office/drawing/2014/main" id="{AD85E9C2-2EBF-495E-B484-F3736E1A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8" name="text-751">
            <a:extLst xmlns:a="http://schemas.openxmlformats.org/drawingml/2006/main">
              <a:ext uri="{FF2B5EF4-FFF2-40B4-BE49-F238E27FC236}">
                <a16:creationId xmlns:a16="http://schemas.microsoft.com/office/drawing/2014/main" id="{67266935-4A03-4E57-B8E0-0EF11EAA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上午已有</a:t>
            </a:r>
          </a:p>
        </p:txBody>
      </p:sp>
      <p:sp>
        <p:nvSpPr>
          <p:cNvPr id="9" name="text-752">
            <a:extLst xmlns:a="http://schemas.openxmlformats.org/drawingml/2006/main">
              <a:ext uri="{FF2B5EF4-FFF2-40B4-BE49-F238E27FC236}">
                <a16:creationId xmlns:a16="http://schemas.microsoft.com/office/drawing/2014/main" id="{2F15C45D-7458-4442-8331-FA85850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Gemini Notebook 來源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Gem 教學方法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Canvas 互動原型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部署或分享連結</a:t>
            </a:r>
          </a:p>
        </p:txBody>
      </p:sp>
      <p:sp>
        <p:nvSpPr>
          <p:cNvPr id="10" name="text-753">
            <a:extLst xmlns:a="http://schemas.openxmlformats.org/drawingml/2006/main">
              <a:ext uri="{FF2B5EF4-FFF2-40B4-BE49-F238E27FC236}">
                <a16:creationId xmlns:a16="http://schemas.microsoft.com/office/drawing/2014/main" id="{546DF990-A288-4517-B216-B1F4E65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下午新增</a:t>
            </a:r>
          </a:p>
        </p:txBody>
      </p:sp>
      <p:sp>
        <p:nvSpPr>
          <p:cNvPr id="11" name="text-754">
            <a:extLst xmlns:a="http://schemas.openxmlformats.org/drawingml/2006/main">
              <a:ext uri="{FF2B5EF4-FFF2-40B4-BE49-F238E27FC236}">
                <a16:creationId xmlns:a16="http://schemas.microsoft.com/office/drawing/2014/main" id="{AA0C0227-30AA-41E4-81AA-10215EF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專案資料夾與任務簡報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 修改與測試證據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可重複使用的 Skill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跨工具驗證紀錄</a:t>
            </a:r>
          </a:p>
        </p:txBody>
      </p:sp>
      <p:sp>
        <p:nvSpPr>
          <p:cNvPr id="12" name="text-755">
            <a:extLst xmlns:a="http://schemas.openxmlformats.org/drawingml/2006/main">
              <a:ext uri="{FF2B5EF4-FFF2-40B4-BE49-F238E27FC236}">
                <a16:creationId xmlns:a16="http://schemas.microsoft.com/office/drawing/2014/main" id="{83B0BF76-793D-430C-A471-6B7A2E0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上午成果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來源、Gem、Canvas、連結</a:t>
            </a:r>
          </a:p>
        </p:txBody>
      </p:sp>
      <p:sp>
        <p:nvSpPr>
          <p:cNvPr id="13" name="text-756">
            <a:extLst xmlns:a="http://schemas.openxmlformats.org/drawingml/2006/main">
              <a:ext uri="{FF2B5EF4-FFF2-40B4-BE49-F238E27FC236}">
                <a16:creationId xmlns:a16="http://schemas.microsoft.com/office/drawing/2014/main" id="{2D856ADA-E867-4FF5-AB29-E8198124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同一個問題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繼續往下做</a:t>
            </a:r>
          </a:p>
        </p:txBody>
      </p:sp>
      <p:sp>
        <p:nvSpPr>
          <p:cNvPr id="14" name="text-757">
            <a:extLst xmlns:a="http://schemas.openxmlformats.org/drawingml/2006/main">
              <a:ext uri="{FF2B5EF4-FFF2-40B4-BE49-F238E27FC236}">
                <a16:creationId xmlns:a16="http://schemas.microsoft.com/office/drawing/2014/main" id="{BE75E575-5745-4A78-830E-975B2571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A1B22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下午升級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任務、Skill、證據、驗證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81350" y="5181600"/>
            <a:ext cx="1724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7FF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286625" y="5181600"/>
            <a:ext cx="1724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06D"/>
            </a:solidFill>
            <a:prstDash val="solid"/>
            <a:tailEnd type="arrow" w="sm" len="sm"/>
          </a:ln>
        </p:spPr>
      </p:cxnSp>
      <p:sp>
        <p:nvSpPr>
          <p:cNvPr id="17" name="text-758">
            <a:extLst xmlns:a="http://schemas.openxmlformats.org/drawingml/2006/main">
              <a:ext uri="{FF2B5EF4-FFF2-40B4-BE49-F238E27FC236}">
                <a16:creationId xmlns:a16="http://schemas.microsoft.com/office/drawing/2014/main" id="{A6064A0E-F956-49BA-8ACD-9EFD7145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19750"/>
            <a:ext cx="598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不是重做，而是把作品變成可重複流程</a:t>
            </a:r>
          </a:p>
        </p:txBody>
      </p:sp>
    </p:spTree>
    <p:extLst>
      <p:ext uri="{BB962C8B-B14F-4D97-AF65-F5344CB8AC3E}">
        <p14:creationId xmlns:p14="http://schemas.microsoft.com/office/powerpoint/2010/main" val="1987254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759">
            <a:extLst xmlns:a="http://schemas.openxmlformats.org/drawingml/2006/main">
              <a:ext uri="{FF2B5EF4-FFF2-40B4-BE49-F238E27FC236}">
                <a16:creationId xmlns:a16="http://schemas.microsoft.com/office/drawing/2014/main" id="{D63EF07F-0F3D-48AC-BA5A-87487F8C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text-760">
            <a:extLst xmlns:a="http://schemas.openxmlformats.org/drawingml/2006/main">
              <a:ext uri="{FF2B5EF4-FFF2-40B4-BE49-F238E27FC236}">
                <a16:creationId xmlns:a16="http://schemas.microsoft.com/office/drawing/2014/main" id="{7AB77AA3-F142-4891-93BA-6F55AA37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阿凱老師實戰案例導航｜資料與 Agent Skills</a:t>
            </a:r>
          </a:p>
        </p:txBody>
      </p:sp>
      <p:cxnSp>
        <p:nvCxnSpPr>
          <p:cNvPr id="27" name="shape-76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762">
            <a:extLst xmlns:a="http://schemas.openxmlformats.org/drawingml/2006/main">
              <a:ext uri="{FF2B5EF4-FFF2-40B4-BE49-F238E27FC236}">
                <a16:creationId xmlns:a16="http://schemas.microsoft.com/office/drawing/2014/main" id="{D540CBD6-B155-4FFD-AD67-CBE09AA3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56975E-1E3E-49AE-B44C-8304AF5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6" name="text-763">
            <a:extLst xmlns:a="http://schemas.openxmlformats.org/drawingml/2006/main">
              <a:ext uri="{FF2B5EF4-FFF2-40B4-BE49-F238E27FC236}">
                <a16:creationId xmlns:a16="http://schemas.microsoft.com/office/drawing/2014/main" id="{BF3B5B60-27F9-42C4-B05A-79CAAD0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從學生表現分析、PIRLS 評量設計到 Web Agent 技能，觀察可驗證的工作流程。</a:t>
            </a:r>
          </a:p>
        </p:txBody>
      </p:sp>
      <p:sp>
        <p:nvSpPr>
          <p:cNvPr id="7" name="shape-764">
            <a:extLst xmlns:a="http://schemas.openxmlformats.org/drawingml/2006/main">
              <a:ext uri="{FF2B5EF4-FFF2-40B4-BE49-F238E27FC236}">
                <a16:creationId xmlns:a16="http://schemas.microsoft.com/office/drawing/2014/main" id="{D7CE523A-5F4C-4B78-9A6B-ABB9A1A5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8" name="text-765">
            <a:extLst xmlns:a="http://schemas.openxmlformats.org/drawingml/2006/main">
              <a:ext uri="{FF2B5EF4-FFF2-40B4-BE49-F238E27FC236}">
                <a16:creationId xmlns:a16="http://schemas.microsoft.com/office/drawing/2014/main" id="{67882FA8-5392-4E01-AA34-D3EAA9F0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#73 · 學生資料分析</a:t>
            </a:r>
          </a:p>
        </p:txBody>
      </p:sp>
      <p:sp>
        <p:nvSpPr>
          <p:cNvPr id="9" name="text-766">
            <a:extLst xmlns:a="http://schemas.openxmlformats.org/drawingml/2006/main">
              <a:ext uri="{FF2B5EF4-FFF2-40B4-BE49-F238E27FC236}">
                <a16:creationId xmlns:a16="http://schemas.microsoft.com/office/drawing/2014/main" id="{1683FB54-93CC-4CD8-91CD-5F1D3C9F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國小期中考成績篩選工具</a:t>
            </a:r>
          </a:p>
        </p:txBody>
      </p:sp>
      <p:sp>
        <p:nvSpPr>
          <p:cNvPr id="10" name="text-767">
            <a:extLst xmlns:a="http://schemas.openxmlformats.org/drawingml/2006/main">
              <a:ext uri="{FF2B5EF4-FFF2-40B4-BE49-F238E27FC236}">
                <a16:creationId xmlns:a16="http://schemas.microsoft.com/office/drawing/2014/main" id="{0821EC92-0C51-4096-9C3C-74045640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快速查看成績分布與篩選結果，作為結構化學生資料分析的入門案例。</a:t>
            </a:r>
          </a:p>
        </p:txBody>
      </p:sp>
      <p:sp>
        <p:nvSpPr>
          <p:cNvPr id="11" name="text-768">
            <a:extLst xmlns:a="http://schemas.openxmlformats.org/drawingml/2006/main">
              <a:ext uri="{FF2B5EF4-FFF2-40B4-BE49-F238E27FC236}">
                <a16:creationId xmlns:a16="http://schemas.microsoft.com/office/drawing/2014/main" id="{0A5F3BA7-5AC5-4379-B692-68058C92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a29ea6441ab4db7"/>
              </a:rPr>
              <a:t>工具卡片介紹 ↗</a:t>
            </a:r>
          </a:p>
        </p:txBody>
      </p:sp>
      <p:sp>
        <p:nvSpPr>
          <p:cNvPr id="12" name="text-769">
            <a:extLst xmlns:a="http://schemas.openxmlformats.org/drawingml/2006/main">
              <a:ext uri="{FF2B5EF4-FFF2-40B4-BE49-F238E27FC236}">
                <a16:creationId xmlns:a16="http://schemas.microsoft.com/office/drawing/2014/main" id="{CBD860C6-E095-451A-9D6C-166AE988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c7ba30b6fe7450b"/>
              </a:rPr>
              <a:t>直接開啟應用 ↗</a:t>
            </a:r>
          </a:p>
        </p:txBody>
      </p:sp>
      <p:sp>
        <p:nvSpPr>
          <p:cNvPr id="13" name="shape-770">
            <a:extLst xmlns:a="http://schemas.openxmlformats.org/drawingml/2006/main">
              <a:ext uri="{FF2B5EF4-FFF2-40B4-BE49-F238E27FC236}">
                <a16:creationId xmlns:a16="http://schemas.microsoft.com/office/drawing/2014/main" id="{136EC6FE-46C9-4595-BB5D-8D9DF87D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4" name="text-771">
            <a:extLst xmlns:a="http://schemas.openxmlformats.org/drawingml/2006/main">
              <a:ext uri="{FF2B5EF4-FFF2-40B4-BE49-F238E27FC236}">
                <a16:creationId xmlns:a16="http://schemas.microsoft.com/office/drawing/2014/main" id="{75602764-74FE-42F3-AF57-6740BF6C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#87 · PIRLS 評量</a:t>
            </a:r>
          </a:p>
        </p:txBody>
      </p:sp>
      <p:sp>
        <p:nvSpPr>
          <p:cNvPr id="15" name="text-772">
            <a:extLst xmlns:a="http://schemas.openxmlformats.org/drawingml/2006/main">
              <a:ext uri="{FF2B5EF4-FFF2-40B4-BE49-F238E27FC236}">
                <a16:creationId xmlns:a16="http://schemas.microsoft.com/office/drawing/2014/main" id="{34109C1B-FE6F-4950-A452-8FDB5417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PIRLS 閱讀理解生成站 PRO</a:t>
            </a:r>
          </a:p>
        </p:txBody>
      </p:sp>
      <p:sp>
        <p:nvSpPr>
          <p:cNvPr id="16" name="text-773">
            <a:extLst xmlns:a="http://schemas.openxmlformats.org/drawingml/2006/main">
              <a:ext uri="{FF2B5EF4-FFF2-40B4-BE49-F238E27FC236}">
                <a16:creationId xmlns:a16="http://schemas.microsoft.com/office/drawing/2014/main" id="{D4727710-3729-42CC-879F-B80D470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依四層次生成提問與答案說明，銜接評量設計、規準與人工檢核。</a:t>
            </a:r>
          </a:p>
        </p:txBody>
      </p:sp>
      <p:sp>
        <p:nvSpPr>
          <p:cNvPr id="17" name="text-774">
            <a:extLst xmlns:a="http://schemas.openxmlformats.org/drawingml/2006/main">
              <a:ext uri="{FF2B5EF4-FFF2-40B4-BE49-F238E27FC236}">
                <a16:creationId xmlns:a16="http://schemas.microsoft.com/office/drawing/2014/main" id="{666E8DA6-F23E-4CFB-B5B5-024A796E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4b3478058ba4a6a"/>
              </a:rPr>
              <a:t>工具卡片介紹 ↗</a:t>
            </a:r>
          </a:p>
        </p:txBody>
      </p:sp>
      <p:sp>
        <p:nvSpPr>
          <p:cNvPr id="18" name="text-775">
            <a:extLst xmlns:a="http://schemas.openxmlformats.org/drawingml/2006/main">
              <a:ext uri="{FF2B5EF4-FFF2-40B4-BE49-F238E27FC236}">
                <a16:creationId xmlns:a16="http://schemas.microsoft.com/office/drawing/2014/main" id="{20597D2F-FE34-4585-9D79-BB823217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8e9901f161247cb"/>
              </a:rPr>
              <a:t>直接開啟應用 ↗</a:t>
            </a:r>
          </a:p>
        </p:txBody>
      </p:sp>
      <p:sp>
        <p:nvSpPr>
          <p:cNvPr id="19" name="shape-776">
            <a:extLst xmlns:a="http://schemas.openxmlformats.org/drawingml/2006/main">
              <a:ext uri="{FF2B5EF4-FFF2-40B4-BE49-F238E27FC236}">
                <a16:creationId xmlns:a16="http://schemas.microsoft.com/office/drawing/2014/main" id="{FF2BA996-E64B-4ED5-809E-0B0E8F9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20" name="text-777">
            <a:extLst xmlns:a="http://schemas.openxmlformats.org/drawingml/2006/main">
              <a:ext uri="{FF2B5EF4-FFF2-40B4-BE49-F238E27FC236}">
                <a16:creationId xmlns:a16="http://schemas.microsoft.com/office/drawing/2014/main" id="{DDC521CB-1F13-4808-898A-96AED6B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#103 · 提示詞與 Skill</a:t>
            </a:r>
          </a:p>
        </p:txBody>
      </p:sp>
      <p:sp>
        <p:nvSpPr>
          <p:cNvPr id="21" name="text-778">
            <a:extLst xmlns:a="http://schemas.openxmlformats.org/drawingml/2006/main">
              <a:ext uri="{FF2B5EF4-FFF2-40B4-BE49-F238E27FC236}">
                <a16:creationId xmlns:a16="http://schemas.microsoft.com/office/drawing/2014/main" id="{48E8ECB6-D5E9-457F-B514-C34BC1B1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AI Agent 的 Web 技能雙引擎</a:t>
            </a:r>
          </a:p>
        </p:txBody>
      </p:sp>
      <p:sp>
        <p:nvSpPr>
          <p:cNvPr id="22" name="text-779">
            <a:extLst xmlns:a="http://schemas.openxmlformats.org/drawingml/2006/main">
              <a:ext uri="{FF2B5EF4-FFF2-40B4-BE49-F238E27FC236}">
                <a16:creationId xmlns:a16="http://schemas.microsoft.com/office/drawing/2014/main" id="{B5884018-EFC3-4970-BFB9-23FDD51C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用 Playwright × Webwright 解釋 Agent 如何規劃、操作並回報證據。</a:t>
            </a:r>
          </a:p>
        </p:txBody>
      </p:sp>
      <p:sp>
        <p:nvSpPr>
          <p:cNvPr id="23" name="text-780">
            <a:extLst xmlns:a="http://schemas.openxmlformats.org/drawingml/2006/main">
              <a:ext uri="{FF2B5EF4-FFF2-40B4-BE49-F238E27FC236}">
                <a16:creationId xmlns:a16="http://schemas.microsoft.com/office/drawing/2014/main" id="{04494468-CA52-4408-9BBD-A48625CC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1b3560da85e4146"/>
              </a:rPr>
              <a:t>工具卡片介紹 ↗</a:t>
            </a:r>
          </a:p>
        </p:txBody>
      </p:sp>
      <p:sp>
        <p:nvSpPr>
          <p:cNvPr id="24" name="text-781">
            <a:extLst xmlns:a="http://schemas.openxmlformats.org/drawingml/2006/main">
              <a:ext uri="{FF2B5EF4-FFF2-40B4-BE49-F238E27FC236}">
                <a16:creationId xmlns:a16="http://schemas.microsoft.com/office/drawing/2014/main" id="{F7D7F627-633C-402E-A518-8C8C337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4f1b1fefb8a416c"/>
              </a:rPr>
              <a:t>直接開啟應用 ↗</a:t>
            </a:r>
          </a:p>
        </p:txBody>
      </p:sp>
    </p:spTree>
    <p:extLst>
      <p:ext uri="{BB962C8B-B14F-4D97-AF65-F5344CB8AC3E}">
        <p14:creationId xmlns:p14="http://schemas.microsoft.com/office/powerpoint/2010/main" val="803529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782">
            <a:extLst xmlns:a="http://schemas.openxmlformats.org/drawingml/2006/main">
              <a:ext uri="{FF2B5EF4-FFF2-40B4-BE49-F238E27FC236}">
                <a16:creationId xmlns:a16="http://schemas.microsoft.com/office/drawing/2014/main" id="{197196E0-0625-44A7-97F8-6822D9BD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text-783">
            <a:extLst xmlns:a="http://schemas.openxmlformats.org/drawingml/2006/main">
              <a:ext uri="{FF2B5EF4-FFF2-40B4-BE49-F238E27FC236}">
                <a16:creationId xmlns:a16="http://schemas.microsoft.com/office/drawing/2014/main" id="{810FBE2D-189B-4344-95A5-70443748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阿凱老師實戰案例導航｜研究與驗證</a:t>
            </a:r>
          </a:p>
        </p:txBody>
      </p:sp>
      <p:cxnSp>
        <p:nvCxnSpPr>
          <p:cNvPr id="27" name="shape-78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785">
            <a:extLst xmlns:a="http://schemas.openxmlformats.org/drawingml/2006/main">
              <a:ext uri="{FF2B5EF4-FFF2-40B4-BE49-F238E27FC236}">
                <a16:creationId xmlns:a16="http://schemas.microsoft.com/office/drawing/2014/main" id="{E3905713-427C-48E7-8FE5-BF285E6E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7EBCB9-F123-4828-B419-C85C72AF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6" name="text-786">
            <a:extLst xmlns:a="http://schemas.openxmlformats.org/drawingml/2006/main">
              <a:ext uri="{FF2B5EF4-FFF2-40B4-BE49-F238E27FC236}">
                <a16:creationId xmlns:a16="http://schemas.microsoft.com/office/drawing/2014/main" id="{1AF1BD99-E894-4200-A66E-BD153FB0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把資料來源、審查規準、無障礙檢測與人工覆核組成可追查的 Agent 流程。</a:t>
            </a:r>
          </a:p>
        </p:txBody>
      </p:sp>
      <p:sp>
        <p:nvSpPr>
          <p:cNvPr id="7" name="shape-787">
            <a:extLst xmlns:a="http://schemas.openxmlformats.org/drawingml/2006/main">
              <a:ext uri="{FF2B5EF4-FFF2-40B4-BE49-F238E27FC236}">
                <a16:creationId xmlns:a16="http://schemas.microsoft.com/office/drawing/2014/main" id="{FB8C1793-6546-4D50-81C3-AA128CE8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8" name="text-788">
            <a:extLst xmlns:a="http://schemas.openxmlformats.org/drawingml/2006/main">
              <a:ext uri="{FF2B5EF4-FFF2-40B4-BE49-F238E27FC236}">
                <a16:creationId xmlns:a16="http://schemas.microsoft.com/office/drawing/2014/main" id="{DC5E504A-E48F-4F17-ADC9-54F3C84E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#105 · 研究工作流程</a:t>
            </a:r>
          </a:p>
        </p:txBody>
      </p:sp>
      <p:sp>
        <p:nvSpPr>
          <p:cNvPr id="9" name="text-789">
            <a:extLst xmlns:a="http://schemas.openxmlformats.org/drawingml/2006/main">
              <a:ext uri="{FF2B5EF4-FFF2-40B4-BE49-F238E27FC236}">
                <a16:creationId xmlns:a16="http://schemas.microsoft.com/office/drawing/2014/main" id="{F627B71B-CC9D-413A-9BDD-70E3C9A8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臺灣主權 AI 訓練語料庫</a:t>
            </a:r>
          </a:p>
        </p:txBody>
      </p:sp>
      <p:sp>
        <p:nvSpPr>
          <p:cNvPr id="10" name="text-790">
            <a:extLst xmlns:a="http://schemas.openxmlformats.org/drawingml/2006/main">
              <a:ext uri="{FF2B5EF4-FFF2-40B4-BE49-F238E27FC236}">
                <a16:creationId xmlns:a16="http://schemas.microsoft.com/office/drawing/2014/main" id="{BF806E37-3B7B-4AD9-B1EA-D59B6290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4,554 筆開放語料依主題、課綱與授權整理，再轉化成教學研究素材。</a:t>
            </a:r>
          </a:p>
        </p:txBody>
      </p:sp>
      <p:sp>
        <p:nvSpPr>
          <p:cNvPr id="11" name="text-791">
            <a:extLst xmlns:a="http://schemas.openxmlformats.org/drawingml/2006/main">
              <a:ext uri="{FF2B5EF4-FFF2-40B4-BE49-F238E27FC236}">
                <a16:creationId xmlns:a16="http://schemas.microsoft.com/office/drawing/2014/main" id="{09E2C7F9-2EC6-4E2A-B68E-845A7B94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4ba1f1fa4a24f49"/>
              </a:rPr>
              <a:t>工具卡片介紹 ↗</a:t>
            </a:r>
          </a:p>
        </p:txBody>
      </p:sp>
      <p:sp>
        <p:nvSpPr>
          <p:cNvPr id="12" name="text-792">
            <a:extLst xmlns:a="http://schemas.openxmlformats.org/drawingml/2006/main">
              <a:ext uri="{FF2B5EF4-FFF2-40B4-BE49-F238E27FC236}">
                <a16:creationId xmlns:a16="http://schemas.microsoft.com/office/drawing/2014/main" id="{FC0F6F16-2425-4D8C-9562-960F6B43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d47b206f7e345f9"/>
              </a:rPr>
              <a:t>直接開啟應用 ↗</a:t>
            </a:r>
          </a:p>
        </p:txBody>
      </p:sp>
      <p:sp>
        <p:nvSpPr>
          <p:cNvPr id="13" name="shape-793">
            <a:extLst xmlns:a="http://schemas.openxmlformats.org/drawingml/2006/main">
              <a:ext uri="{FF2B5EF4-FFF2-40B4-BE49-F238E27FC236}">
                <a16:creationId xmlns:a16="http://schemas.microsoft.com/office/drawing/2014/main" id="{A0E92678-E094-4716-8896-A19CC527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4" name="text-794">
            <a:extLst xmlns:a="http://schemas.openxmlformats.org/drawingml/2006/main">
              <a:ext uri="{FF2B5EF4-FFF2-40B4-BE49-F238E27FC236}">
                <a16:creationId xmlns:a16="http://schemas.microsoft.com/office/drawing/2014/main" id="{1A490E94-3900-4590-A544-D4D5B8C0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#123 · RWD／無障礙</a:t>
            </a:r>
          </a:p>
        </p:txBody>
      </p:sp>
      <p:sp>
        <p:nvSpPr>
          <p:cNvPr id="15" name="text-795">
            <a:extLst xmlns:a="http://schemas.openxmlformats.org/drawingml/2006/main">
              <a:ext uri="{FF2B5EF4-FFF2-40B4-BE49-F238E27FC236}">
                <a16:creationId xmlns:a16="http://schemas.microsoft.com/office/drawing/2014/main" id="{AA7BC330-8EBB-4932-B1D9-D8DDCED1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校網無障礙 AA 遷移操作平台</a:t>
            </a:r>
          </a:p>
        </p:txBody>
      </p:sp>
      <p:sp>
        <p:nvSpPr>
          <p:cNvPr id="16" name="text-796">
            <a:extLst xmlns:a="http://schemas.openxmlformats.org/drawingml/2006/main">
              <a:ext uri="{FF2B5EF4-FFF2-40B4-BE49-F238E27FC236}">
                <a16:creationId xmlns:a16="http://schemas.microsoft.com/office/drawing/2014/main" id="{6D8D9143-DB27-415F-A059-35A09430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12 步遷移清單、對比度檢查與送審雷區，示範可驗證工作流程。</a:t>
            </a:r>
          </a:p>
        </p:txBody>
      </p:sp>
      <p:sp>
        <p:nvSpPr>
          <p:cNvPr id="17" name="text-797">
            <a:extLst xmlns:a="http://schemas.openxmlformats.org/drawingml/2006/main">
              <a:ext uri="{FF2B5EF4-FFF2-40B4-BE49-F238E27FC236}">
                <a16:creationId xmlns:a16="http://schemas.microsoft.com/office/drawing/2014/main" id="{71A9CEEC-A87D-4DD1-9473-30921947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fd9873618224ce7"/>
              </a:rPr>
              <a:t>工具卡片介紹 ↗</a:t>
            </a:r>
          </a:p>
        </p:txBody>
      </p:sp>
      <p:sp>
        <p:nvSpPr>
          <p:cNvPr id="18" name="text-798">
            <a:extLst xmlns:a="http://schemas.openxmlformats.org/drawingml/2006/main">
              <a:ext uri="{FF2B5EF4-FFF2-40B4-BE49-F238E27FC236}">
                <a16:creationId xmlns:a16="http://schemas.microsoft.com/office/drawing/2014/main" id="{C92EF157-22D7-4B05-AF9C-F5A0340B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186a78165cb4bc4"/>
              </a:rPr>
              <a:t>直接開啟應用 ↗</a:t>
            </a:r>
          </a:p>
        </p:txBody>
      </p:sp>
      <p:sp>
        <p:nvSpPr>
          <p:cNvPr id="19" name="shape-799">
            <a:extLst xmlns:a="http://schemas.openxmlformats.org/drawingml/2006/main">
              <a:ext uri="{FF2B5EF4-FFF2-40B4-BE49-F238E27FC236}">
                <a16:creationId xmlns:a16="http://schemas.microsoft.com/office/drawing/2014/main" id="{05E179B6-3205-4433-81F4-EAA28A6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20" name="text-800">
            <a:extLst xmlns:a="http://schemas.openxmlformats.org/drawingml/2006/main">
              <a:ext uri="{FF2B5EF4-FFF2-40B4-BE49-F238E27FC236}">
                <a16:creationId xmlns:a16="http://schemas.microsoft.com/office/drawing/2014/main" id="{30D4904C-29F3-47C4-9281-49E915E8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#88 · Agent 驗證</a:t>
            </a:r>
          </a:p>
        </p:txBody>
      </p:sp>
      <p:sp>
        <p:nvSpPr>
          <p:cNvPr id="21" name="text-801">
            <a:extLst xmlns:a="http://schemas.openxmlformats.org/drawingml/2006/main">
              <a:ext uri="{FF2B5EF4-FFF2-40B4-BE49-F238E27FC236}">
                <a16:creationId xmlns:a16="http://schemas.microsoft.com/office/drawing/2014/main" id="{7C5FF1D7-C7AC-44D3-9F86-651AD7A7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國中課程計畫 AI 審查工具</a:t>
            </a:r>
          </a:p>
        </p:txBody>
      </p:sp>
      <p:sp>
        <p:nvSpPr>
          <p:cNvPr id="22" name="text-802">
            <a:extLst xmlns:a="http://schemas.openxmlformats.org/drawingml/2006/main">
              <a:ext uri="{FF2B5EF4-FFF2-40B4-BE49-F238E27FC236}">
                <a16:creationId xmlns:a16="http://schemas.microsoft.com/office/drawing/2014/main" id="{54145EAF-C09E-42D9-9D3E-3FB90F3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依 40+ 審查標準逐項比對 PDF，示範規則、證據與人工覆核。</a:t>
            </a:r>
          </a:p>
        </p:txBody>
      </p:sp>
      <p:sp>
        <p:nvSpPr>
          <p:cNvPr id="23" name="text-803">
            <a:extLst xmlns:a="http://schemas.openxmlformats.org/drawingml/2006/main">
              <a:ext uri="{FF2B5EF4-FFF2-40B4-BE49-F238E27FC236}">
                <a16:creationId xmlns:a16="http://schemas.microsoft.com/office/drawing/2014/main" id="{86E70F67-D166-4A2E-BD87-95E3F926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8b841ae0f5d41bc"/>
              </a:rPr>
              <a:t>工具卡片介紹 ↗</a:t>
            </a:r>
          </a:p>
        </p:txBody>
      </p:sp>
      <p:sp>
        <p:nvSpPr>
          <p:cNvPr id="24" name="text-804">
            <a:extLst xmlns:a="http://schemas.openxmlformats.org/drawingml/2006/main">
              <a:ext uri="{FF2B5EF4-FFF2-40B4-BE49-F238E27FC236}">
                <a16:creationId xmlns:a16="http://schemas.microsoft.com/office/drawing/2014/main" id="{DBAB118A-E39B-43B4-837C-284ECF4C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317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806D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ece476cf7564284"/>
              </a:rPr>
              <a:t>直接開啟應用 ↗</a:t>
            </a:r>
          </a:p>
        </p:txBody>
      </p:sp>
    </p:spTree>
    <p:extLst>
      <p:ext uri="{BB962C8B-B14F-4D97-AF65-F5344CB8AC3E}">
        <p14:creationId xmlns:p14="http://schemas.microsoft.com/office/powerpoint/2010/main" val="492607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05">
            <a:extLst xmlns:a="http://schemas.openxmlformats.org/drawingml/2006/main">
              <a:ext uri="{FF2B5EF4-FFF2-40B4-BE49-F238E27FC236}">
                <a16:creationId xmlns:a16="http://schemas.microsoft.com/office/drawing/2014/main" id="{A03D34D2-4D10-4FD2-A0E5-776D40B0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2" name="text-806">
            <a:extLst xmlns:a="http://schemas.openxmlformats.org/drawingml/2006/main">
              <a:ext uri="{FF2B5EF4-FFF2-40B4-BE49-F238E27FC236}">
                <a16:creationId xmlns:a16="http://schemas.microsoft.com/office/drawing/2014/main" id="{08E5DB3C-14BA-4419-A715-EBEA4DD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sp>
        <p:nvSpPr>
          <p:cNvPr id="3" name="text-807">
            <a:extLst xmlns:a="http://schemas.openxmlformats.org/drawingml/2006/main">
              <a:ext uri="{FF2B5EF4-FFF2-40B4-BE49-F238E27FC236}">
                <a16:creationId xmlns:a16="http://schemas.microsoft.com/office/drawing/2014/main" id="{816EEDF3-2633-4D28-B33C-3BA656C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把工作區變成 Agent 的中央指揮中心：交付任務、監看計畫、檢查產物與驗證證據。</a:t>
            </a:r>
          </a:p>
        </p:txBody>
      </p:sp>
      <p:sp>
        <p:nvSpPr>
          <p:cNvPr id="4" name="shape-808">
            <a:extLst xmlns:a="http://schemas.openxmlformats.org/drawingml/2006/main">
              <a:ext uri="{FF2B5EF4-FFF2-40B4-BE49-F238E27FC236}">
                <a16:creationId xmlns:a16="http://schemas.microsoft.com/office/drawing/2014/main" id="{BC88A839-53A4-463A-A748-8AD3557D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809">
            <a:extLst xmlns:a="http://schemas.openxmlformats.org/drawingml/2006/main">
              <a:ext uri="{FF2B5EF4-FFF2-40B4-BE49-F238E27FC236}">
                <a16:creationId xmlns:a16="http://schemas.microsoft.com/office/drawing/2014/main" id="{53ECDC44-BA14-4C75-8710-79A2D40C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5" name="shape-81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7" name="text-811">
            <a:extLst xmlns:a="http://schemas.openxmlformats.org/drawingml/2006/main">
              <a:ext uri="{FF2B5EF4-FFF2-40B4-BE49-F238E27FC236}">
                <a16:creationId xmlns:a16="http://schemas.microsoft.com/office/drawing/2014/main" id="{3A6D026A-A9E3-4F22-ACEF-B36EB3D0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E28BB6-6A14-4BBF-B0B6-B68E2D16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9" name="text-1431">
            <a:extLst xmlns:a="http://schemas.openxmlformats.org/drawingml/2006/main">
              <a:ext uri="{FF2B5EF4-FFF2-40B4-BE49-F238E27FC236}">
                <a16:creationId xmlns:a16="http://schemas.microsoft.com/office/drawing/2014/main" id="{2DFC62ED-D4F5-42FD-AC86-F5A3358C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bb9f03ac92c482a"/>
              </a:rPr>
              <a:t>開啟 Antigravity ↗</a:t>
            </a:r>
          </a:p>
        </p:txBody>
      </p:sp>
    </p:spTree>
    <p:extLst>
      <p:ext uri="{BB962C8B-B14F-4D97-AF65-F5344CB8AC3E}">
        <p14:creationId xmlns:p14="http://schemas.microsoft.com/office/powerpoint/2010/main" val="13370181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812">
            <a:extLst xmlns:a="http://schemas.openxmlformats.org/drawingml/2006/main">
              <a:ext uri="{FF2B5EF4-FFF2-40B4-BE49-F238E27FC236}">
                <a16:creationId xmlns:a16="http://schemas.microsoft.com/office/drawing/2014/main" id="{ECBE807E-3CDE-448D-B4D3-D694565A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AGENTIC DEVELOPMENT</a:t>
            </a:r>
          </a:p>
        </p:txBody>
      </p:sp>
      <p:sp>
        <p:nvSpPr>
          <p:cNvPr id="2" name="text-813">
            <a:extLst xmlns:a="http://schemas.openxmlformats.org/drawingml/2006/main">
              <a:ext uri="{FF2B5EF4-FFF2-40B4-BE49-F238E27FC236}">
                <a16:creationId xmlns:a16="http://schemas.microsoft.com/office/drawing/2014/main" id="{544A22CA-8239-4A2B-A301-691E1E93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Antigravity：不是更大的聊天框</a:t>
            </a:r>
          </a:p>
        </p:txBody>
      </p:sp>
      <p:cxnSp>
        <p:nvCxnSpPr>
          <p:cNvPr id="15" name="shape-81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815">
            <a:extLst xmlns:a="http://schemas.openxmlformats.org/drawingml/2006/main">
              <a:ext uri="{FF2B5EF4-FFF2-40B4-BE49-F238E27FC236}">
                <a16:creationId xmlns:a16="http://schemas.microsoft.com/office/drawing/2014/main" id="{0A3C4838-41D7-4087-9D98-50C1EA24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DED749-22F0-4817-869C-D569556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6" name="shape-816">
            <a:extLst xmlns:a="http://schemas.openxmlformats.org/drawingml/2006/main">
              <a:ext uri="{FF2B5EF4-FFF2-40B4-BE49-F238E27FC236}">
                <a16:creationId xmlns:a16="http://schemas.microsoft.com/office/drawing/2014/main" id="{E1D2325B-16CD-4656-BAC5-F3D018B0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shape-817">
            <a:extLst xmlns:a="http://schemas.openxmlformats.org/drawingml/2006/main">
              <a:ext uri="{FF2B5EF4-FFF2-40B4-BE49-F238E27FC236}">
                <a16:creationId xmlns:a16="http://schemas.microsoft.com/office/drawing/2014/main" id="{7D7A951A-4605-4F79-B45F-52E97981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8" name="text-818">
            <a:extLst xmlns:a="http://schemas.openxmlformats.org/drawingml/2006/main">
              <a:ext uri="{FF2B5EF4-FFF2-40B4-BE49-F238E27FC236}">
                <a16:creationId xmlns:a16="http://schemas.microsoft.com/office/drawing/2014/main" id="{F5522484-EC65-484E-B5DD-00A9E9F8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你提供</a:t>
            </a:r>
          </a:p>
        </p:txBody>
      </p:sp>
      <p:sp>
        <p:nvSpPr>
          <p:cNvPr id="9" name="text-819">
            <a:extLst xmlns:a="http://schemas.openxmlformats.org/drawingml/2006/main">
              <a:ext uri="{FF2B5EF4-FFF2-40B4-BE49-F238E27FC236}">
                <a16:creationId xmlns:a16="http://schemas.microsoft.com/office/drawing/2014/main" id="{C76861A4-D59D-4D00-B9BE-41228D65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工作區與檔案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清楚的任務與限制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可驗收的完成條件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必要的授權</a:t>
            </a:r>
          </a:p>
        </p:txBody>
      </p:sp>
      <p:sp>
        <p:nvSpPr>
          <p:cNvPr id="10" name="text-820">
            <a:extLst xmlns:a="http://schemas.openxmlformats.org/drawingml/2006/main">
              <a:ext uri="{FF2B5EF4-FFF2-40B4-BE49-F238E27FC236}">
                <a16:creationId xmlns:a16="http://schemas.microsoft.com/office/drawing/2014/main" id="{6E0FB16C-5BC3-4E62-AFB9-0B633A3F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Agent 推進</a:t>
            </a:r>
          </a:p>
        </p:txBody>
      </p:sp>
      <p:sp>
        <p:nvSpPr>
          <p:cNvPr id="11" name="text-821">
            <a:extLst xmlns:a="http://schemas.openxmlformats.org/drawingml/2006/main">
              <a:ext uri="{FF2B5EF4-FFF2-40B4-BE49-F238E27FC236}">
                <a16:creationId xmlns:a16="http://schemas.microsoft.com/office/drawing/2014/main" id="{F4AE4837-31A1-4152-BE50-901A2B5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建立計畫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使用檔案與工具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修改、執行與檢查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回報成果與阻礙</a:t>
            </a:r>
          </a:p>
        </p:txBody>
      </p:sp>
      <p:sp>
        <p:nvSpPr>
          <p:cNvPr id="12" name="text-1432">
            <a:extLst xmlns:a="http://schemas.openxmlformats.org/drawingml/2006/main">
              <a:ext uri="{FF2B5EF4-FFF2-40B4-BE49-F238E27FC236}">
                <a16:creationId xmlns:a16="http://schemas.microsoft.com/office/drawing/2014/main" id="{968F4B81-6DEA-420C-B5E3-62E6855A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96cb24d03464212"/>
              </a:rPr>
              <a:t>開啟 Antigravity ↗</a:t>
            </a:r>
          </a:p>
        </p:txBody>
      </p:sp>
    </p:spTree>
    <p:extLst>
      <p:ext uri="{BB962C8B-B14F-4D97-AF65-F5344CB8AC3E}">
        <p14:creationId xmlns:p14="http://schemas.microsoft.com/office/powerpoint/2010/main" val="11928002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822">
            <a:extLst xmlns:a="http://schemas.openxmlformats.org/drawingml/2006/main">
              <a:ext uri="{FF2B5EF4-FFF2-40B4-BE49-F238E27FC236}">
                <a16:creationId xmlns:a16="http://schemas.microsoft.com/office/drawing/2014/main" id="{47733D8C-8C87-482B-891F-F9E2A3E9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WORKSPACE ORIENTATION</a:t>
            </a:r>
          </a:p>
        </p:txBody>
      </p:sp>
      <p:sp>
        <p:nvSpPr>
          <p:cNvPr id="2" name="text-823">
            <a:extLst xmlns:a="http://schemas.openxmlformats.org/drawingml/2006/main">
              <a:ext uri="{FF2B5EF4-FFF2-40B4-BE49-F238E27FC236}">
                <a16:creationId xmlns:a16="http://schemas.microsoft.com/office/drawing/2014/main" id="{A703A37C-9ABA-4CA4-81F9-3CAB059A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進入工作區，先看四個地方</a:t>
            </a:r>
          </a:p>
        </p:txBody>
      </p:sp>
      <p:cxnSp>
        <p:nvCxnSpPr>
          <p:cNvPr id="25" name="shape-82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825">
            <a:extLst xmlns:a="http://schemas.openxmlformats.org/drawingml/2006/main">
              <a:ext uri="{FF2B5EF4-FFF2-40B4-BE49-F238E27FC236}">
                <a16:creationId xmlns:a16="http://schemas.microsoft.com/office/drawing/2014/main" id="{86DC0C44-F076-45D2-8674-D1CCA0C6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F35B8C-9D61-4D36-A080-A02D89D0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6" name="shape-826">
            <a:extLst xmlns:a="http://schemas.openxmlformats.org/drawingml/2006/main">
              <a:ext uri="{FF2B5EF4-FFF2-40B4-BE49-F238E27FC236}">
                <a16:creationId xmlns:a16="http://schemas.microsoft.com/office/drawing/2014/main" id="{DF276200-A7CA-4636-8F9D-61F4D07A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827">
            <a:extLst xmlns:a="http://schemas.openxmlformats.org/drawingml/2006/main">
              <a:ext uri="{FF2B5EF4-FFF2-40B4-BE49-F238E27FC236}">
                <a16:creationId xmlns:a16="http://schemas.microsoft.com/office/drawing/2014/main" id="{51F5A254-ACD2-4CC3-B348-9301B7FE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828">
            <a:extLst xmlns:a="http://schemas.openxmlformats.org/drawingml/2006/main">
              <a:ext uri="{FF2B5EF4-FFF2-40B4-BE49-F238E27FC236}">
                <a16:creationId xmlns:a16="http://schemas.microsoft.com/office/drawing/2014/main" id="{AA08DC55-FA6F-4883-8638-728C8FAE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檔案</a:t>
            </a:r>
          </a:p>
        </p:txBody>
      </p:sp>
      <p:sp>
        <p:nvSpPr>
          <p:cNvPr id="9" name="text-829">
            <a:extLst xmlns:a="http://schemas.openxmlformats.org/drawingml/2006/main">
              <a:ext uri="{FF2B5EF4-FFF2-40B4-BE49-F238E27FC236}">
                <a16:creationId xmlns:a16="http://schemas.microsoft.com/office/drawing/2014/main" id="{D81B9F28-B807-4107-9A24-5FFB503D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Agent 能看到哪些素材？是否把敏感檔案放錯位置？</a:t>
            </a:r>
          </a:p>
        </p:txBody>
      </p:sp>
      <p:sp>
        <p:nvSpPr>
          <p:cNvPr id="10" name="shape-830">
            <a:extLst xmlns:a="http://schemas.openxmlformats.org/drawingml/2006/main">
              <a:ext uri="{FF2B5EF4-FFF2-40B4-BE49-F238E27FC236}">
                <a16:creationId xmlns:a16="http://schemas.microsoft.com/office/drawing/2014/main" id="{D9F35C9C-C35E-4BCE-AC0B-E0CF0753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831">
            <a:extLst xmlns:a="http://schemas.openxmlformats.org/drawingml/2006/main">
              <a:ext uri="{FF2B5EF4-FFF2-40B4-BE49-F238E27FC236}">
                <a16:creationId xmlns:a16="http://schemas.microsoft.com/office/drawing/2014/main" id="{A02BD946-D087-4DD1-8C85-F6B181A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832">
            <a:extLst xmlns:a="http://schemas.openxmlformats.org/drawingml/2006/main">
              <a:ext uri="{FF2B5EF4-FFF2-40B4-BE49-F238E27FC236}">
                <a16:creationId xmlns:a16="http://schemas.microsoft.com/office/drawing/2014/main" id="{AAC2690B-CA9A-466B-BA11-5DD5AEA8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任務</a:t>
            </a:r>
          </a:p>
        </p:txBody>
      </p:sp>
      <p:sp>
        <p:nvSpPr>
          <p:cNvPr id="13" name="text-833">
            <a:extLst xmlns:a="http://schemas.openxmlformats.org/drawingml/2006/main">
              <a:ext uri="{FF2B5EF4-FFF2-40B4-BE49-F238E27FC236}">
                <a16:creationId xmlns:a16="http://schemas.microsoft.com/office/drawing/2014/main" id="{D9590901-3C2F-4C5F-9B1F-FFBF7AFB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目標是否單一、具體，且能在本工作區完成？</a:t>
            </a:r>
          </a:p>
        </p:txBody>
      </p:sp>
      <p:sp>
        <p:nvSpPr>
          <p:cNvPr id="14" name="shape-834">
            <a:extLst xmlns:a="http://schemas.openxmlformats.org/drawingml/2006/main">
              <a:ext uri="{FF2B5EF4-FFF2-40B4-BE49-F238E27FC236}">
                <a16:creationId xmlns:a16="http://schemas.microsoft.com/office/drawing/2014/main" id="{0ED66F80-9F92-482C-A642-39C203B5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835">
            <a:extLst xmlns:a="http://schemas.openxmlformats.org/drawingml/2006/main">
              <a:ext uri="{FF2B5EF4-FFF2-40B4-BE49-F238E27FC236}">
                <a16:creationId xmlns:a16="http://schemas.microsoft.com/office/drawing/2014/main" id="{87D7CE32-8046-4FB9-8452-00D4A96E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836">
            <a:extLst xmlns:a="http://schemas.openxmlformats.org/drawingml/2006/main">
              <a:ext uri="{FF2B5EF4-FFF2-40B4-BE49-F238E27FC236}">
                <a16:creationId xmlns:a16="http://schemas.microsoft.com/office/drawing/2014/main" id="{68D7FF7A-C74D-4413-9FFF-6D8141D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計畫</a:t>
            </a:r>
          </a:p>
        </p:txBody>
      </p:sp>
      <p:sp>
        <p:nvSpPr>
          <p:cNvPr id="17" name="text-837">
            <a:extLst xmlns:a="http://schemas.openxmlformats.org/drawingml/2006/main">
              <a:ext uri="{FF2B5EF4-FFF2-40B4-BE49-F238E27FC236}">
                <a16:creationId xmlns:a16="http://schemas.microsoft.com/office/drawing/2014/main" id="{C762ABAA-A0A9-460C-B309-23FA4684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步驟是否合理？哪一步需要授權或外部資訊？</a:t>
            </a:r>
          </a:p>
        </p:txBody>
      </p:sp>
      <p:sp>
        <p:nvSpPr>
          <p:cNvPr id="18" name="shape-838">
            <a:extLst xmlns:a="http://schemas.openxmlformats.org/drawingml/2006/main">
              <a:ext uri="{FF2B5EF4-FFF2-40B4-BE49-F238E27FC236}">
                <a16:creationId xmlns:a16="http://schemas.microsoft.com/office/drawing/2014/main" id="{3EE632F6-4D4B-4F93-B5D0-4E05CE0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839">
            <a:extLst xmlns:a="http://schemas.openxmlformats.org/drawingml/2006/main">
              <a:ext uri="{FF2B5EF4-FFF2-40B4-BE49-F238E27FC236}">
                <a16:creationId xmlns:a16="http://schemas.microsoft.com/office/drawing/2014/main" id="{270A1FD1-D604-4BC4-8F1E-E0FDA208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840">
            <a:extLst xmlns:a="http://schemas.openxmlformats.org/drawingml/2006/main">
              <a:ext uri="{FF2B5EF4-FFF2-40B4-BE49-F238E27FC236}">
                <a16:creationId xmlns:a16="http://schemas.microsoft.com/office/drawing/2014/main" id="{3CECEF72-D474-483C-9981-AE6277B6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結果</a:t>
            </a:r>
          </a:p>
        </p:txBody>
      </p:sp>
      <p:sp>
        <p:nvSpPr>
          <p:cNvPr id="21" name="text-841">
            <a:extLst xmlns:a="http://schemas.openxmlformats.org/drawingml/2006/main">
              <a:ext uri="{FF2B5EF4-FFF2-40B4-BE49-F238E27FC236}">
                <a16:creationId xmlns:a16="http://schemas.microsoft.com/office/drawing/2014/main" id="{934B3F02-18B5-4F45-929F-80F92E78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有哪些變更、測試、畫面與仍未確認的項目？</a:t>
            </a:r>
          </a:p>
        </p:txBody>
      </p:sp>
      <p:sp>
        <p:nvSpPr>
          <p:cNvPr id="22" name="text-1433">
            <a:extLst xmlns:a="http://schemas.openxmlformats.org/drawingml/2006/main">
              <a:ext uri="{FF2B5EF4-FFF2-40B4-BE49-F238E27FC236}">
                <a16:creationId xmlns:a16="http://schemas.microsoft.com/office/drawing/2014/main" id="{E3C1236F-9A0B-4EB4-850A-4BD0F641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a013d9f06b64f7e"/>
              </a:rPr>
              <a:t>開啟 Antigravity ↗</a:t>
            </a:r>
          </a:p>
        </p:txBody>
      </p:sp>
    </p:spTree>
    <p:extLst>
      <p:ext uri="{BB962C8B-B14F-4D97-AF65-F5344CB8AC3E}">
        <p14:creationId xmlns:p14="http://schemas.microsoft.com/office/powerpoint/2010/main" val="1385104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842">
            <a:extLst xmlns:a="http://schemas.openxmlformats.org/drawingml/2006/main">
              <a:ext uri="{FF2B5EF4-FFF2-40B4-BE49-F238E27FC236}">
                <a16:creationId xmlns:a16="http://schemas.microsoft.com/office/drawing/2014/main" id="{9A9F8CEB-44AF-4B41-B1E3-6BEEEA44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TASK BRIEF</a:t>
            </a:r>
          </a:p>
        </p:txBody>
      </p:sp>
      <p:sp>
        <p:nvSpPr>
          <p:cNvPr id="2" name="text-843">
            <a:extLst xmlns:a="http://schemas.openxmlformats.org/drawingml/2006/main">
              <a:ext uri="{FF2B5EF4-FFF2-40B4-BE49-F238E27FC236}">
                <a16:creationId xmlns:a16="http://schemas.microsoft.com/office/drawing/2014/main" id="{A310AD3F-63C0-447D-B541-4EF8409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第一個 Agent 任務：四句話就能清楚</a:t>
            </a:r>
          </a:p>
        </p:txBody>
      </p:sp>
      <p:cxnSp>
        <p:nvCxnSpPr>
          <p:cNvPr id="25" name="shape-84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845">
            <a:extLst xmlns:a="http://schemas.openxmlformats.org/drawingml/2006/main">
              <a:ext uri="{FF2B5EF4-FFF2-40B4-BE49-F238E27FC236}">
                <a16:creationId xmlns:a16="http://schemas.microsoft.com/office/drawing/2014/main" id="{4E99F83E-7BFE-47FB-A214-7C2CCF21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EEE39C-D911-418B-B41C-F2262952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6" name="shape-846">
            <a:extLst xmlns:a="http://schemas.openxmlformats.org/drawingml/2006/main">
              <a:ext uri="{FF2B5EF4-FFF2-40B4-BE49-F238E27FC236}">
                <a16:creationId xmlns:a16="http://schemas.microsoft.com/office/drawing/2014/main" id="{A20645D7-22A8-4F1C-9784-654DBE92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847">
            <a:extLst xmlns:a="http://schemas.openxmlformats.org/drawingml/2006/main">
              <a:ext uri="{FF2B5EF4-FFF2-40B4-BE49-F238E27FC236}">
                <a16:creationId xmlns:a16="http://schemas.microsoft.com/office/drawing/2014/main" id="{8D042838-7CCB-4856-8C71-534C28AB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848">
            <a:extLst xmlns:a="http://schemas.openxmlformats.org/drawingml/2006/main">
              <a:ext uri="{FF2B5EF4-FFF2-40B4-BE49-F238E27FC236}">
                <a16:creationId xmlns:a16="http://schemas.microsoft.com/office/drawing/2014/main" id="{02683F28-96B6-4F9B-AD77-A3162FAD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目標</a:t>
            </a:r>
          </a:p>
        </p:txBody>
      </p:sp>
      <p:sp>
        <p:nvSpPr>
          <p:cNvPr id="9" name="text-849">
            <a:extLst xmlns:a="http://schemas.openxmlformats.org/drawingml/2006/main">
              <a:ext uri="{FF2B5EF4-FFF2-40B4-BE49-F238E27FC236}">
                <a16:creationId xmlns:a16="http://schemas.microsoft.com/office/drawing/2014/main" id="{F3B9C498-8D6C-4B40-991C-2573E71B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把上午 Canvas 原型改善成可在手機使用的教學活動。</a:t>
            </a:r>
          </a:p>
        </p:txBody>
      </p:sp>
      <p:sp>
        <p:nvSpPr>
          <p:cNvPr id="10" name="shape-850">
            <a:extLst xmlns:a="http://schemas.openxmlformats.org/drawingml/2006/main">
              <a:ext uri="{FF2B5EF4-FFF2-40B4-BE49-F238E27FC236}">
                <a16:creationId xmlns:a16="http://schemas.microsoft.com/office/drawing/2014/main" id="{66352A79-C8B7-4F36-8F45-EC2B98FC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851">
            <a:extLst xmlns:a="http://schemas.openxmlformats.org/drawingml/2006/main">
              <a:ext uri="{FF2B5EF4-FFF2-40B4-BE49-F238E27FC236}">
                <a16:creationId xmlns:a16="http://schemas.microsoft.com/office/drawing/2014/main" id="{185ABA27-E5AB-4C78-9389-502C446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852">
            <a:extLst xmlns:a="http://schemas.openxmlformats.org/drawingml/2006/main">
              <a:ext uri="{FF2B5EF4-FFF2-40B4-BE49-F238E27FC236}">
                <a16:creationId xmlns:a16="http://schemas.microsoft.com/office/drawing/2014/main" id="{CC21E0DB-1BB0-4D07-A0D5-D4AC00D8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素材</a:t>
            </a:r>
          </a:p>
        </p:txBody>
      </p:sp>
      <p:sp>
        <p:nvSpPr>
          <p:cNvPr id="13" name="text-853">
            <a:extLst xmlns:a="http://schemas.openxmlformats.org/drawingml/2006/main">
              <a:ext uri="{FF2B5EF4-FFF2-40B4-BE49-F238E27FC236}">
                <a16:creationId xmlns:a16="http://schemas.microsoft.com/office/drawing/2014/main" id="{6F5122FE-A804-472B-B5C8-3F0CE445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使用指定資料夾、截圖、課程文字與現有程式碼。</a:t>
            </a:r>
          </a:p>
        </p:txBody>
      </p:sp>
      <p:sp>
        <p:nvSpPr>
          <p:cNvPr id="14" name="shape-854">
            <a:extLst xmlns:a="http://schemas.openxmlformats.org/drawingml/2006/main">
              <a:ext uri="{FF2B5EF4-FFF2-40B4-BE49-F238E27FC236}">
                <a16:creationId xmlns:a16="http://schemas.microsoft.com/office/drawing/2014/main" id="{603503E0-05EF-412D-932A-1AA23A0E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855">
            <a:extLst xmlns:a="http://schemas.openxmlformats.org/drawingml/2006/main">
              <a:ext uri="{FF2B5EF4-FFF2-40B4-BE49-F238E27FC236}">
                <a16:creationId xmlns:a16="http://schemas.microsoft.com/office/drawing/2014/main" id="{CB87CD28-1634-411D-B6DD-00FAD0E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856">
            <a:extLst xmlns:a="http://schemas.openxmlformats.org/drawingml/2006/main">
              <a:ext uri="{FF2B5EF4-FFF2-40B4-BE49-F238E27FC236}">
                <a16:creationId xmlns:a16="http://schemas.microsoft.com/office/drawing/2014/main" id="{1B905CDF-0512-4AE4-9E91-AE01241A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限制</a:t>
            </a:r>
          </a:p>
        </p:txBody>
      </p:sp>
      <p:sp>
        <p:nvSpPr>
          <p:cNvPr id="17" name="text-857">
            <a:extLst xmlns:a="http://schemas.openxmlformats.org/drawingml/2006/main">
              <a:ext uri="{FF2B5EF4-FFF2-40B4-BE49-F238E27FC236}">
                <a16:creationId xmlns:a16="http://schemas.microsoft.com/office/drawing/2014/main" id="{AF6085CB-3936-4ED1-9AFE-5F6F053E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不改核心內容、不放個資、不新增付費服務、不直接公開。</a:t>
            </a:r>
          </a:p>
        </p:txBody>
      </p:sp>
      <p:sp>
        <p:nvSpPr>
          <p:cNvPr id="18" name="shape-858">
            <a:extLst xmlns:a="http://schemas.openxmlformats.org/drawingml/2006/main">
              <a:ext uri="{FF2B5EF4-FFF2-40B4-BE49-F238E27FC236}">
                <a16:creationId xmlns:a16="http://schemas.microsoft.com/office/drawing/2014/main" id="{B13CEC8B-B545-43A0-A6BB-A04CA106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859">
            <a:extLst xmlns:a="http://schemas.openxmlformats.org/drawingml/2006/main">
              <a:ext uri="{FF2B5EF4-FFF2-40B4-BE49-F238E27FC236}">
                <a16:creationId xmlns:a16="http://schemas.microsoft.com/office/drawing/2014/main" id="{A11AFDCD-A69A-4616-8D8F-9EF15F43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860">
            <a:extLst xmlns:a="http://schemas.openxmlformats.org/drawingml/2006/main">
              <a:ext uri="{FF2B5EF4-FFF2-40B4-BE49-F238E27FC236}">
                <a16:creationId xmlns:a16="http://schemas.microsoft.com/office/drawing/2014/main" id="{5260E8C4-0C65-4F3E-BD67-36F4B57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驗收</a:t>
            </a:r>
          </a:p>
        </p:txBody>
      </p:sp>
      <p:sp>
        <p:nvSpPr>
          <p:cNvPr id="21" name="text-861">
            <a:extLst xmlns:a="http://schemas.openxmlformats.org/drawingml/2006/main">
              <a:ext uri="{FF2B5EF4-FFF2-40B4-BE49-F238E27FC236}">
                <a16:creationId xmlns:a16="http://schemas.microsoft.com/office/drawing/2014/main" id="{DB0C1B26-C453-4CC1-BEB5-C4AAFEEC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完成桌機與手機測試，提供修改摘要與畫面證據。</a:t>
            </a:r>
          </a:p>
        </p:txBody>
      </p:sp>
      <p:sp>
        <p:nvSpPr>
          <p:cNvPr id="22" name="text-1434">
            <a:extLst xmlns:a="http://schemas.openxmlformats.org/drawingml/2006/main">
              <a:ext uri="{FF2B5EF4-FFF2-40B4-BE49-F238E27FC236}">
                <a16:creationId xmlns:a16="http://schemas.microsoft.com/office/drawing/2014/main" id="{436C4678-98F8-42ED-B3C1-FC7E64B6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6f7719f7069446c"/>
              </a:rPr>
              <a:t>開啟 Antigravity ↗</a:t>
            </a:r>
          </a:p>
        </p:txBody>
      </p:sp>
    </p:spTree>
    <p:extLst>
      <p:ext uri="{BB962C8B-B14F-4D97-AF65-F5344CB8AC3E}">
        <p14:creationId xmlns:p14="http://schemas.microsoft.com/office/powerpoint/2010/main" val="457645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862">
            <a:extLst xmlns:a="http://schemas.openxmlformats.org/drawingml/2006/main">
              <a:ext uri="{FF2B5EF4-FFF2-40B4-BE49-F238E27FC236}">
                <a16:creationId xmlns:a16="http://schemas.microsoft.com/office/drawing/2014/main" id="{3F05A842-F44A-4430-A3E0-D99F089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LIVE DEMO</a:t>
            </a:r>
          </a:p>
        </p:txBody>
      </p:sp>
      <p:sp>
        <p:nvSpPr>
          <p:cNvPr id="2" name="text-863">
            <a:extLst xmlns:a="http://schemas.openxmlformats.org/drawingml/2006/main">
              <a:ext uri="{FF2B5EF4-FFF2-40B4-BE49-F238E27FC236}">
                <a16:creationId xmlns:a16="http://schemas.microsoft.com/office/drawing/2014/main" id="{583DBA62-8713-4CD5-9F7C-431728FA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示範：請 Agent 改作品，但保留控制權</a:t>
            </a:r>
          </a:p>
        </p:txBody>
      </p:sp>
      <p:cxnSp>
        <p:nvCxnSpPr>
          <p:cNvPr id="29" name="shape-86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865">
            <a:extLst xmlns:a="http://schemas.openxmlformats.org/drawingml/2006/main">
              <a:ext uri="{FF2B5EF4-FFF2-40B4-BE49-F238E27FC236}">
                <a16:creationId xmlns:a16="http://schemas.microsoft.com/office/drawing/2014/main" id="{0EF692A7-E36F-4598-A918-78348F1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570B86-C11D-4A53-9B91-597BCE07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  <p:sp>
        <p:nvSpPr>
          <p:cNvPr id="6" name="text-866">
            <a:extLst xmlns:a="http://schemas.openxmlformats.org/drawingml/2006/main">
              <a:ext uri="{FF2B5EF4-FFF2-40B4-BE49-F238E27FC236}">
                <a16:creationId xmlns:a16="http://schemas.microsoft.com/office/drawing/2014/main" id="{BA9F26C9-D50C-42F5-BE33-23038C9F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text-867">
            <a:extLst xmlns:a="http://schemas.openxmlformats.org/drawingml/2006/main">
              <a:ext uri="{FF2B5EF4-FFF2-40B4-BE49-F238E27FC236}">
                <a16:creationId xmlns:a16="http://schemas.microsoft.com/office/drawing/2014/main" id="{175C2001-63CE-4FEC-9EFB-798FD229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先檢查</a:t>
            </a:r>
          </a:p>
        </p:txBody>
      </p:sp>
      <p:sp>
        <p:nvSpPr>
          <p:cNvPr id="8" name="text-868">
            <a:extLst xmlns:a="http://schemas.openxmlformats.org/drawingml/2006/main">
              <a:ext uri="{FF2B5EF4-FFF2-40B4-BE49-F238E27FC236}">
                <a16:creationId xmlns:a16="http://schemas.microsoft.com/office/drawing/2014/main" id="{9BD0BA32-B0F1-4EC9-9AB5-C716D7C2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說明結構與問題</a:t>
            </a:r>
          </a:p>
        </p:txBody>
      </p:sp>
      <p:sp>
        <p:nvSpPr>
          <p:cNvPr id="9" name="text-869">
            <a:extLst xmlns:a="http://schemas.openxmlformats.org/drawingml/2006/main">
              <a:ext uri="{FF2B5EF4-FFF2-40B4-BE49-F238E27FC236}">
                <a16:creationId xmlns:a16="http://schemas.microsoft.com/office/drawing/2014/main" id="{86AF822C-6A06-4871-BB5F-E76F49B5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0" name="text-870">
            <a:extLst xmlns:a="http://schemas.openxmlformats.org/drawingml/2006/main">
              <a:ext uri="{FF2B5EF4-FFF2-40B4-BE49-F238E27FC236}">
                <a16:creationId xmlns:a16="http://schemas.microsoft.com/office/drawing/2014/main" id="{332D2A89-D15A-4C32-AD18-C2BAA78F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871">
            <a:extLst xmlns:a="http://schemas.openxmlformats.org/drawingml/2006/main">
              <a:ext uri="{FF2B5EF4-FFF2-40B4-BE49-F238E27FC236}">
                <a16:creationId xmlns:a16="http://schemas.microsoft.com/office/drawing/2014/main" id="{36D4CCC8-8C9E-4B48-B59C-77CC9511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提計畫</a:t>
            </a:r>
          </a:p>
        </p:txBody>
      </p:sp>
      <p:sp>
        <p:nvSpPr>
          <p:cNvPr id="12" name="text-872">
            <a:extLst xmlns:a="http://schemas.openxmlformats.org/drawingml/2006/main">
              <a:ext uri="{FF2B5EF4-FFF2-40B4-BE49-F238E27FC236}">
                <a16:creationId xmlns:a16="http://schemas.microsoft.com/office/drawing/2014/main" id="{7D9AC62E-AC62-43ED-A52F-4BBC45E1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列修改與不修改</a:t>
            </a:r>
          </a:p>
        </p:txBody>
      </p:sp>
      <p:sp>
        <p:nvSpPr>
          <p:cNvPr id="13" name="text-873">
            <a:extLst xmlns:a="http://schemas.openxmlformats.org/drawingml/2006/main">
              <a:ext uri="{FF2B5EF4-FFF2-40B4-BE49-F238E27FC236}">
                <a16:creationId xmlns:a16="http://schemas.microsoft.com/office/drawing/2014/main" id="{AD5E928D-3253-4166-9E6B-355DBC2C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4" name="text-874">
            <a:extLst xmlns:a="http://schemas.openxmlformats.org/drawingml/2006/main">
              <a:ext uri="{FF2B5EF4-FFF2-40B4-BE49-F238E27FC236}">
                <a16:creationId xmlns:a16="http://schemas.microsoft.com/office/drawing/2014/main" id="{FDBCB098-9132-4B83-8667-5A32CAD1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5" name="text-875">
            <a:extLst xmlns:a="http://schemas.openxmlformats.org/drawingml/2006/main">
              <a:ext uri="{FF2B5EF4-FFF2-40B4-BE49-F238E27FC236}">
                <a16:creationId xmlns:a16="http://schemas.microsoft.com/office/drawing/2014/main" id="{57A4D1F3-2960-4085-8217-7430E8D9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實作</a:t>
            </a:r>
          </a:p>
        </p:txBody>
      </p:sp>
      <p:sp>
        <p:nvSpPr>
          <p:cNvPr id="16" name="text-876">
            <a:extLst xmlns:a="http://schemas.openxmlformats.org/drawingml/2006/main">
              <a:ext uri="{FF2B5EF4-FFF2-40B4-BE49-F238E27FC236}">
                <a16:creationId xmlns:a16="http://schemas.microsoft.com/office/drawing/2014/main" id="{DCE5704A-C15C-4776-A64E-3B92B2CF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只改同意範圍</a:t>
            </a:r>
          </a:p>
        </p:txBody>
      </p:sp>
      <p:sp>
        <p:nvSpPr>
          <p:cNvPr id="17" name="text-877">
            <a:extLst xmlns:a="http://schemas.openxmlformats.org/drawingml/2006/main">
              <a:ext uri="{FF2B5EF4-FFF2-40B4-BE49-F238E27FC236}">
                <a16:creationId xmlns:a16="http://schemas.microsoft.com/office/drawing/2014/main" id="{44166FD5-F7E2-485A-9070-CF2C2F46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text-878">
            <a:extLst xmlns:a="http://schemas.openxmlformats.org/drawingml/2006/main">
              <a:ext uri="{FF2B5EF4-FFF2-40B4-BE49-F238E27FC236}">
                <a16:creationId xmlns:a16="http://schemas.microsoft.com/office/drawing/2014/main" id="{2805BFA3-BCED-4EAF-9413-DD9F56B0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9" name="text-879">
            <a:extLst xmlns:a="http://schemas.openxmlformats.org/drawingml/2006/main">
              <a:ext uri="{FF2B5EF4-FFF2-40B4-BE49-F238E27FC236}">
                <a16:creationId xmlns:a16="http://schemas.microsoft.com/office/drawing/2014/main" id="{7ED91BDD-838F-456E-BA5D-18D676CB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測試</a:t>
            </a:r>
          </a:p>
        </p:txBody>
      </p:sp>
      <p:sp>
        <p:nvSpPr>
          <p:cNvPr id="20" name="text-880">
            <a:extLst xmlns:a="http://schemas.openxmlformats.org/drawingml/2006/main">
              <a:ext uri="{FF2B5EF4-FFF2-40B4-BE49-F238E27FC236}">
                <a16:creationId xmlns:a16="http://schemas.microsoft.com/office/drawing/2014/main" id="{21E2B9A9-FE68-4545-A0E1-A31A18A7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桌機與手機流程</a:t>
            </a:r>
          </a:p>
        </p:txBody>
      </p:sp>
      <p:sp>
        <p:nvSpPr>
          <p:cNvPr id="21" name="text-881">
            <a:extLst xmlns:a="http://schemas.openxmlformats.org/drawingml/2006/main">
              <a:ext uri="{FF2B5EF4-FFF2-40B4-BE49-F238E27FC236}">
                <a16:creationId xmlns:a16="http://schemas.microsoft.com/office/drawing/2014/main" id="{DA51B1A0-94C2-4316-85CD-58070870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2" name="text-882">
            <a:extLst xmlns:a="http://schemas.openxmlformats.org/drawingml/2006/main">
              <a:ext uri="{FF2B5EF4-FFF2-40B4-BE49-F238E27FC236}">
                <a16:creationId xmlns:a16="http://schemas.microsoft.com/office/drawing/2014/main" id="{E1F01E47-9142-4F77-A624-EF3C5F4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3" name="text-883">
            <a:extLst xmlns:a="http://schemas.openxmlformats.org/drawingml/2006/main">
              <a:ext uri="{FF2B5EF4-FFF2-40B4-BE49-F238E27FC236}">
                <a16:creationId xmlns:a16="http://schemas.microsoft.com/office/drawing/2014/main" id="{82872085-8C13-430D-B021-63B2DABE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交付</a:t>
            </a:r>
          </a:p>
        </p:txBody>
      </p:sp>
      <p:sp>
        <p:nvSpPr>
          <p:cNvPr id="24" name="text-884">
            <a:extLst xmlns:a="http://schemas.openxmlformats.org/drawingml/2006/main">
              <a:ext uri="{FF2B5EF4-FFF2-40B4-BE49-F238E27FC236}">
                <a16:creationId xmlns:a16="http://schemas.microsoft.com/office/drawing/2014/main" id="{028955A2-9850-4324-B7BC-41B4DA5B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差異、證據、限制</a:t>
            </a:r>
          </a:p>
        </p:txBody>
      </p:sp>
      <p:sp>
        <p:nvSpPr>
          <p:cNvPr id="25" name="text-885">
            <a:extLst xmlns:a="http://schemas.openxmlformats.org/drawingml/2006/main">
              <a:ext uri="{FF2B5EF4-FFF2-40B4-BE49-F238E27FC236}">
                <a16:creationId xmlns:a16="http://schemas.microsoft.com/office/drawing/2014/main" id="{2ADC9586-7E87-45A6-B71E-8F92D08C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26" name="text-1435">
            <a:extLst xmlns:a="http://schemas.openxmlformats.org/drawingml/2006/main">
              <a:ext uri="{FF2B5EF4-FFF2-40B4-BE49-F238E27FC236}">
                <a16:creationId xmlns:a16="http://schemas.microsoft.com/office/drawing/2014/main" id="{132413D7-B5C6-4739-BA29-4C3D63CC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88eda5b9a824f1e"/>
              </a:rPr>
              <a:t>開啟 Antigravity ↗</a:t>
            </a:r>
          </a:p>
        </p:txBody>
      </p:sp>
    </p:spTree>
    <p:extLst>
      <p:ext uri="{BB962C8B-B14F-4D97-AF65-F5344CB8AC3E}">
        <p14:creationId xmlns:p14="http://schemas.microsoft.com/office/powerpoint/2010/main" val="11965967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886">
            <a:extLst xmlns:a="http://schemas.openxmlformats.org/drawingml/2006/main">
              <a:ext uri="{FF2B5EF4-FFF2-40B4-BE49-F238E27FC236}">
                <a16:creationId xmlns:a16="http://schemas.microsoft.com/office/drawing/2014/main" id="{2EA04CD4-5659-45C1-A33C-F6F10A9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2" name="text-887">
            <a:extLst xmlns:a="http://schemas.openxmlformats.org/drawingml/2006/main">
              <a:ext uri="{FF2B5EF4-FFF2-40B4-BE49-F238E27FC236}">
                <a16:creationId xmlns:a16="http://schemas.microsoft.com/office/drawing/2014/main" id="{611D946C-31A8-4B66-88BC-7CFAFEF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 的完成證據：四樣少一樣就要追問</a:t>
            </a:r>
          </a:p>
        </p:txBody>
      </p:sp>
      <p:cxnSp>
        <p:nvCxnSpPr>
          <p:cNvPr id="25" name="shape-88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889">
            <a:extLst xmlns:a="http://schemas.openxmlformats.org/drawingml/2006/main">
              <a:ext uri="{FF2B5EF4-FFF2-40B4-BE49-F238E27FC236}">
                <a16:creationId xmlns:a16="http://schemas.microsoft.com/office/drawing/2014/main" id="{95967A71-79C4-4A95-BDDE-38B2A5C3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14E027-1342-41E5-A1B2-174B1424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  <p:sp>
        <p:nvSpPr>
          <p:cNvPr id="6" name="shape-890">
            <a:extLst xmlns:a="http://schemas.openxmlformats.org/drawingml/2006/main">
              <a:ext uri="{FF2B5EF4-FFF2-40B4-BE49-F238E27FC236}">
                <a16:creationId xmlns:a16="http://schemas.microsoft.com/office/drawing/2014/main" id="{157ADAE7-24E3-4142-99FC-D7240997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891">
            <a:extLst xmlns:a="http://schemas.openxmlformats.org/drawingml/2006/main">
              <a:ext uri="{FF2B5EF4-FFF2-40B4-BE49-F238E27FC236}">
                <a16:creationId xmlns:a16="http://schemas.microsoft.com/office/drawing/2014/main" id="{190ADF12-5280-47B7-BEFE-B3C260B4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892">
            <a:extLst xmlns:a="http://schemas.openxmlformats.org/drawingml/2006/main">
              <a:ext uri="{FF2B5EF4-FFF2-40B4-BE49-F238E27FC236}">
                <a16:creationId xmlns:a16="http://schemas.microsoft.com/office/drawing/2014/main" id="{EC01D477-C281-4706-AFB8-24A81AD9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變更摘要</a:t>
            </a:r>
          </a:p>
        </p:txBody>
      </p:sp>
      <p:sp>
        <p:nvSpPr>
          <p:cNvPr id="9" name="text-893">
            <a:extLst xmlns:a="http://schemas.openxmlformats.org/drawingml/2006/main">
              <a:ext uri="{FF2B5EF4-FFF2-40B4-BE49-F238E27FC236}">
                <a16:creationId xmlns:a16="http://schemas.microsoft.com/office/drawing/2014/main" id="{25A1727E-ABC4-4C1E-BBE5-AB5D30D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改了哪些檔案、為什麼改、沒有改什麼。</a:t>
            </a:r>
          </a:p>
        </p:txBody>
      </p:sp>
      <p:sp>
        <p:nvSpPr>
          <p:cNvPr id="10" name="shape-894">
            <a:extLst xmlns:a="http://schemas.openxmlformats.org/drawingml/2006/main">
              <a:ext uri="{FF2B5EF4-FFF2-40B4-BE49-F238E27FC236}">
                <a16:creationId xmlns:a16="http://schemas.microsoft.com/office/drawing/2014/main" id="{A4EBCD03-81DF-483E-A60E-2BD6B32B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895">
            <a:extLst xmlns:a="http://schemas.openxmlformats.org/drawingml/2006/main">
              <a:ext uri="{FF2B5EF4-FFF2-40B4-BE49-F238E27FC236}">
                <a16:creationId xmlns:a16="http://schemas.microsoft.com/office/drawing/2014/main" id="{3F9ADE75-3F5A-4EA8-9926-0DC311D5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896">
            <a:extLst xmlns:a="http://schemas.openxmlformats.org/drawingml/2006/main">
              <a:ext uri="{FF2B5EF4-FFF2-40B4-BE49-F238E27FC236}">
                <a16:creationId xmlns:a16="http://schemas.microsoft.com/office/drawing/2014/main" id="{A02E38F4-9C6F-4B36-B35D-AA33AAC9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測試結果</a:t>
            </a:r>
          </a:p>
        </p:txBody>
      </p:sp>
      <p:sp>
        <p:nvSpPr>
          <p:cNvPr id="13" name="text-897">
            <a:extLst xmlns:a="http://schemas.openxmlformats.org/drawingml/2006/main">
              <a:ext uri="{FF2B5EF4-FFF2-40B4-BE49-F238E27FC236}">
                <a16:creationId xmlns:a16="http://schemas.microsoft.com/office/drawing/2014/main" id="{ABFACDED-B626-440F-9967-491D27C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實際執行哪些檢查，結果是通過、失敗或未執行。</a:t>
            </a:r>
          </a:p>
        </p:txBody>
      </p:sp>
      <p:sp>
        <p:nvSpPr>
          <p:cNvPr id="14" name="shape-898">
            <a:extLst xmlns:a="http://schemas.openxmlformats.org/drawingml/2006/main">
              <a:ext uri="{FF2B5EF4-FFF2-40B4-BE49-F238E27FC236}">
                <a16:creationId xmlns:a16="http://schemas.microsoft.com/office/drawing/2014/main" id="{1E09F49D-DC22-4684-B45B-CF614D3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899">
            <a:extLst xmlns:a="http://schemas.openxmlformats.org/drawingml/2006/main">
              <a:ext uri="{FF2B5EF4-FFF2-40B4-BE49-F238E27FC236}">
                <a16:creationId xmlns:a16="http://schemas.microsoft.com/office/drawing/2014/main" id="{C8618E2C-51FD-4C8C-8550-47B1BEE3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900">
            <a:extLst xmlns:a="http://schemas.openxmlformats.org/drawingml/2006/main">
              <a:ext uri="{FF2B5EF4-FFF2-40B4-BE49-F238E27FC236}">
                <a16:creationId xmlns:a16="http://schemas.microsoft.com/office/drawing/2014/main" id="{2FE6D055-A111-4493-9179-9F6E072A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畫面證據</a:t>
            </a:r>
          </a:p>
        </p:txBody>
      </p:sp>
      <p:sp>
        <p:nvSpPr>
          <p:cNvPr id="17" name="text-901">
            <a:extLst xmlns:a="http://schemas.openxmlformats.org/drawingml/2006/main">
              <a:ext uri="{FF2B5EF4-FFF2-40B4-BE49-F238E27FC236}">
                <a16:creationId xmlns:a16="http://schemas.microsoft.com/office/drawing/2014/main" id="{ABA94E41-72B5-4A59-8036-8138649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用實際截圖或預覽驗證，不只描述應該長什麼樣。</a:t>
            </a:r>
          </a:p>
        </p:txBody>
      </p:sp>
      <p:sp>
        <p:nvSpPr>
          <p:cNvPr id="18" name="shape-902">
            <a:extLst xmlns:a="http://schemas.openxmlformats.org/drawingml/2006/main">
              <a:ext uri="{FF2B5EF4-FFF2-40B4-BE49-F238E27FC236}">
                <a16:creationId xmlns:a16="http://schemas.microsoft.com/office/drawing/2014/main" id="{EE584688-509A-4D2C-A160-2CFC7050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903">
            <a:extLst xmlns:a="http://schemas.openxmlformats.org/drawingml/2006/main">
              <a:ext uri="{FF2B5EF4-FFF2-40B4-BE49-F238E27FC236}">
                <a16:creationId xmlns:a16="http://schemas.microsoft.com/office/drawing/2014/main" id="{1E792233-0BF8-420E-8863-59A02A54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904">
            <a:extLst xmlns:a="http://schemas.openxmlformats.org/drawingml/2006/main">
              <a:ext uri="{FF2B5EF4-FFF2-40B4-BE49-F238E27FC236}">
                <a16:creationId xmlns:a16="http://schemas.microsoft.com/office/drawing/2014/main" id="{1A049E21-1F18-48F4-8214-72E84DAA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已知限制</a:t>
            </a:r>
          </a:p>
        </p:txBody>
      </p:sp>
      <p:sp>
        <p:nvSpPr>
          <p:cNvPr id="21" name="text-905">
            <a:extLst xmlns:a="http://schemas.openxmlformats.org/drawingml/2006/main">
              <a:ext uri="{FF2B5EF4-FFF2-40B4-BE49-F238E27FC236}">
                <a16:creationId xmlns:a16="http://schemas.microsoft.com/office/drawing/2014/main" id="{38C60DFF-927E-4EB2-9673-95A7846E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哪些仍未確認、需要帳號、需要人工判斷或下一輪處理。</a:t>
            </a:r>
          </a:p>
        </p:txBody>
      </p:sp>
      <p:sp>
        <p:nvSpPr>
          <p:cNvPr id="22" name="text-1436">
            <a:extLst xmlns:a="http://schemas.openxmlformats.org/drawingml/2006/main">
              <a:ext uri="{FF2B5EF4-FFF2-40B4-BE49-F238E27FC236}">
                <a16:creationId xmlns:a16="http://schemas.microsoft.com/office/drawing/2014/main" id="{1321313A-09B5-40C9-BC23-9896CB13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c8dd85ea54a41f4"/>
              </a:rPr>
              <a:t>開啟 Antigravity ↗</a:t>
            </a:r>
          </a:p>
        </p:txBody>
      </p:sp>
    </p:spTree>
    <p:extLst>
      <p:ext uri="{BB962C8B-B14F-4D97-AF65-F5344CB8AC3E}">
        <p14:creationId xmlns:p14="http://schemas.microsoft.com/office/powerpoint/2010/main" val="11973821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906">
            <a:extLst xmlns:a="http://schemas.openxmlformats.org/drawingml/2006/main">
              <a:ext uri="{FF2B5EF4-FFF2-40B4-BE49-F238E27FC236}">
                <a16:creationId xmlns:a16="http://schemas.microsoft.com/office/drawing/2014/main" id="{4500B1C3-E6B8-4ADE-86A5-B4B376AE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text-907">
            <a:extLst xmlns:a="http://schemas.openxmlformats.org/drawingml/2006/main">
              <a:ext uri="{FF2B5EF4-FFF2-40B4-BE49-F238E27FC236}">
                <a16:creationId xmlns:a16="http://schemas.microsoft.com/office/drawing/2014/main" id="{08978694-E050-4D39-9711-49220F46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實作 A｜Antigravity 完成一個小而完整的任務</a:t>
            </a:r>
          </a:p>
        </p:txBody>
      </p:sp>
      <p:cxnSp>
        <p:nvCxnSpPr>
          <p:cNvPr id="22" name="shape-90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909">
            <a:extLst xmlns:a="http://schemas.openxmlformats.org/drawingml/2006/main">
              <a:ext uri="{FF2B5EF4-FFF2-40B4-BE49-F238E27FC236}">
                <a16:creationId xmlns:a16="http://schemas.microsoft.com/office/drawing/2014/main" id="{101B0817-F6B9-4B27-90D1-F47D2EF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AA7A11-7A08-4DB5-8C66-85099258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6" name="text-910">
            <a:extLst xmlns:a="http://schemas.openxmlformats.org/drawingml/2006/main">
              <a:ext uri="{FF2B5EF4-FFF2-40B4-BE49-F238E27FC236}">
                <a16:creationId xmlns:a16="http://schemas.microsoft.com/office/drawing/2014/main" id="{753471AD-5035-4A2C-888F-CC051DF7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911">
            <a:extLst xmlns:a="http://schemas.openxmlformats.org/drawingml/2006/main">
              <a:ext uri="{FF2B5EF4-FFF2-40B4-BE49-F238E27FC236}">
                <a16:creationId xmlns:a16="http://schemas.microsoft.com/office/drawing/2014/main" id="{28988576-9B4C-4F76-822A-FD833209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912">
            <a:extLst xmlns:a="http://schemas.openxmlformats.org/drawingml/2006/main">
              <a:ext uri="{FF2B5EF4-FFF2-40B4-BE49-F238E27FC236}">
                <a16:creationId xmlns:a16="http://schemas.microsoft.com/office/drawing/2014/main" id="{D67A3246-FAC9-40E2-A411-E48F694F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913">
            <a:extLst xmlns:a="http://schemas.openxmlformats.org/drawingml/2006/main">
              <a:ext uri="{FF2B5EF4-FFF2-40B4-BE49-F238E27FC236}">
                <a16:creationId xmlns:a16="http://schemas.microsoft.com/office/drawing/2014/main" id="{8F1B3D4D-0B3D-4CEE-9D13-E53EAFA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交付四句任務簡報</a:t>
            </a:r>
          </a:p>
        </p:txBody>
      </p:sp>
      <p:sp>
        <p:nvSpPr>
          <p:cNvPr id="10" name="text-914">
            <a:extLst xmlns:a="http://schemas.openxmlformats.org/drawingml/2006/main">
              <a:ext uri="{FF2B5EF4-FFF2-40B4-BE49-F238E27FC236}">
                <a16:creationId xmlns:a16="http://schemas.microsoft.com/office/drawing/2014/main" id="{FCCD67A3-F132-4BCA-8B11-3B26286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915">
            <a:extLst xmlns:a="http://schemas.openxmlformats.org/drawingml/2006/main">
              <a:ext uri="{FF2B5EF4-FFF2-40B4-BE49-F238E27FC236}">
                <a16:creationId xmlns:a16="http://schemas.microsoft.com/office/drawing/2014/main" id="{4028F53A-6AF3-4299-A5C8-8EB7F14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先請 Agent 檢查並提出計畫</a:t>
            </a:r>
          </a:p>
        </p:txBody>
      </p:sp>
      <p:sp>
        <p:nvSpPr>
          <p:cNvPr id="12" name="text-916">
            <a:extLst xmlns:a="http://schemas.openxmlformats.org/drawingml/2006/main">
              <a:ext uri="{FF2B5EF4-FFF2-40B4-BE49-F238E27FC236}">
                <a16:creationId xmlns:a16="http://schemas.microsoft.com/office/drawing/2014/main" id="{3F03274E-C4FE-4DB7-A45C-719E75DE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917">
            <a:extLst xmlns:a="http://schemas.openxmlformats.org/drawingml/2006/main">
              <a:ext uri="{FF2B5EF4-FFF2-40B4-BE49-F238E27FC236}">
                <a16:creationId xmlns:a16="http://schemas.microsoft.com/office/drawing/2014/main" id="{6133E388-A96D-442C-BF8D-7BB6A83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確認範圍後執行</a:t>
            </a:r>
          </a:p>
        </p:txBody>
      </p:sp>
      <p:sp>
        <p:nvSpPr>
          <p:cNvPr id="14" name="text-918">
            <a:extLst xmlns:a="http://schemas.openxmlformats.org/drawingml/2006/main">
              <a:ext uri="{FF2B5EF4-FFF2-40B4-BE49-F238E27FC236}">
                <a16:creationId xmlns:a16="http://schemas.microsoft.com/office/drawing/2014/main" id="{CBA9C293-410A-461B-8FF7-6EDB0674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919">
            <a:extLst xmlns:a="http://schemas.openxmlformats.org/drawingml/2006/main">
              <a:ext uri="{FF2B5EF4-FFF2-40B4-BE49-F238E27FC236}">
                <a16:creationId xmlns:a16="http://schemas.microsoft.com/office/drawing/2014/main" id="{A929C45A-8984-420E-852D-D5AAC302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取得變更、測試與限制</a:t>
            </a:r>
          </a:p>
        </p:txBody>
      </p:sp>
      <p:sp>
        <p:nvSpPr>
          <p:cNvPr id="16" name="shape-920">
            <a:extLst xmlns:a="http://schemas.openxmlformats.org/drawingml/2006/main">
              <a:ext uri="{FF2B5EF4-FFF2-40B4-BE49-F238E27FC236}">
                <a16:creationId xmlns:a16="http://schemas.microsoft.com/office/drawing/2014/main" id="{727B86D6-98C1-4B1E-ABF8-8662FE40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7" name="text-921">
            <a:extLst xmlns:a="http://schemas.openxmlformats.org/drawingml/2006/main">
              <a:ext uri="{FF2B5EF4-FFF2-40B4-BE49-F238E27FC236}">
                <a16:creationId xmlns:a16="http://schemas.microsoft.com/office/drawing/2014/main" id="{6A62343B-C503-45A2-8340-06F8FAF5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922">
            <a:extLst xmlns:a="http://schemas.openxmlformats.org/drawingml/2006/main">
              <a:ext uri="{FF2B5EF4-FFF2-40B4-BE49-F238E27FC236}">
                <a16:creationId xmlns:a16="http://schemas.microsoft.com/office/drawing/2014/main" id="{B798FA19-8F6D-4A12-805E-105211DA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任務單一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有實際產物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有至少一項驗證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沒有未授權發布</a:t>
            </a:r>
          </a:p>
        </p:txBody>
      </p:sp>
      <p:sp>
        <p:nvSpPr>
          <p:cNvPr id="19" name="text-1437">
            <a:extLst xmlns:a="http://schemas.openxmlformats.org/drawingml/2006/main">
              <a:ext uri="{FF2B5EF4-FFF2-40B4-BE49-F238E27FC236}">
                <a16:creationId xmlns:a16="http://schemas.microsoft.com/office/drawing/2014/main" id="{9CEB7839-8837-414D-9F24-0F1AE75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04baa50ed2a422c"/>
              </a:rPr>
              <a:t>開啟 Antigravity ↗</a:t>
            </a:r>
          </a:p>
        </p:txBody>
      </p:sp>
    </p:spTree>
    <p:extLst>
      <p:ext uri="{BB962C8B-B14F-4D97-AF65-F5344CB8AC3E}">
        <p14:creationId xmlns:p14="http://schemas.microsoft.com/office/powerpoint/2010/main" val="2353590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923">
            <a:extLst xmlns:a="http://schemas.openxmlformats.org/drawingml/2006/main">
              <a:ext uri="{FF2B5EF4-FFF2-40B4-BE49-F238E27FC236}">
                <a16:creationId xmlns:a16="http://schemas.microsoft.com/office/drawing/2014/main" id="{EEB53D48-C005-4959-9739-ABA5C6FE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2" name="text-924">
            <a:extLst xmlns:a="http://schemas.openxmlformats.org/drawingml/2006/main">
              <a:ext uri="{FF2B5EF4-FFF2-40B4-BE49-F238E27FC236}">
                <a16:creationId xmlns:a16="http://schemas.microsoft.com/office/drawing/2014/main" id="{1FACD422-3023-4786-B3DE-FEC16DF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3" name="text-925">
            <a:extLst xmlns:a="http://schemas.openxmlformats.org/drawingml/2006/main">
              <a:ext uri="{FF2B5EF4-FFF2-40B4-BE49-F238E27FC236}">
                <a16:creationId xmlns:a16="http://schemas.microsoft.com/office/drawing/2014/main" id="{BA81B31F-9F34-4A71-9A7F-632E5CF6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讓 Agent 在你的工作區讀取脈絡、建立或修改檔案、執行檢查，並交付可追查的成果。</a:t>
            </a:r>
          </a:p>
        </p:txBody>
      </p:sp>
      <p:sp>
        <p:nvSpPr>
          <p:cNvPr id="4" name="shape-926">
            <a:extLst xmlns:a="http://schemas.openxmlformats.org/drawingml/2006/main">
              <a:ext uri="{FF2B5EF4-FFF2-40B4-BE49-F238E27FC236}">
                <a16:creationId xmlns:a16="http://schemas.microsoft.com/office/drawing/2014/main" id="{BCCE1AD4-A2A0-45E5-A141-6D41464F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27">
            <a:extLst xmlns:a="http://schemas.openxmlformats.org/drawingml/2006/main">
              <a:ext uri="{FF2B5EF4-FFF2-40B4-BE49-F238E27FC236}">
                <a16:creationId xmlns:a16="http://schemas.microsoft.com/office/drawing/2014/main" id="{F5080370-50AC-4E32-B718-91B45DEC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5" name="shape-92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7" name="text-929">
            <a:extLst xmlns:a="http://schemas.openxmlformats.org/drawingml/2006/main">
              <a:ext uri="{FF2B5EF4-FFF2-40B4-BE49-F238E27FC236}">
                <a16:creationId xmlns:a16="http://schemas.microsoft.com/office/drawing/2014/main" id="{CB7C8F9F-7D1B-4692-8C84-DD5A5870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BAC610-A755-411B-9206-069F2CD2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17</a:t>
            </a:r>
          </a:p>
        </p:txBody>
      </p:sp>
      <p:sp>
        <p:nvSpPr>
          <p:cNvPr id="9" name="text-1438">
            <a:extLst xmlns:a="http://schemas.openxmlformats.org/drawingml/2006/main">
              <a:ext uri="{FF2B5EF4-FFF2-40B4-BE49-F238E27FC236}">
                <a16:creationId xmlns:a16="http://schemas.microsoft.com/office/drawing/2014/main" id="{22C15595-F352-429A-A712-7DF04A1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5cb4aee9e054881"/>
              </a:rPr>
              <a:t>開啟 Codex ↗</a:t>
            </a:r>
          </a:p>
        </p:txBody>
      </p:sp>
    </p:spTree>
    <p:extLst>
      <p:ext uri="{BB962C8B-B14F-4D97-AF65-F5344CB8AC3E}">
        <p14:creationId xmlns:p14="http://schemas.microsoft.com/office/powerpoint/2010/main" val="614255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930">
            <a:extLst xmlns:a="http://schemas.openxmlformats.org/drawingml/2006/main">
              <a:ext uri="{FF2B5EF4-FFF2-40B4-BE49-F238E27FC236}">
                <a16:creationId xmlns:a16="http://schemas.microsoft.com/office/drawing/2014/main" id="{8D8564CD-9EFE-4789-8782-364B83A2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WORKFLOW</a:t>
            </a:r>
          </a:p>
        </p:txBody>
      </p:sp>
      <p:sp>
        <p:nvSpPr>
          <p:cNvPr id="2" name="text-931">
            <a:extLst xmlns:a="http://schemas.openxmlformats.org/drawingml/2006/main">
              <a:ext uri="{FF2B5EF4-FFF2-40B4-BE49-F238E27FC236}">
                <a16:creationId xmlns:a16="http://schemas.microsoft.com/office/drawing/2014/main" id="{E23C4887-15FC-4AC1-980E-B6C1B31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Codex 實作工作流：先定位，再修改</a:t>
            </a:r>
          </a:p>
        </p:txBody>
      </p:sp>
      <p:cxnSp>
        <p:nvCxnSpPr>
          <p:cNvPr id="29" name="shape-93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933">
            <a:extLst xmlns:a="http://schemas.openxmlformats.org/drawingml/2006/main">
              <a:ext uri="{FF2B5EF4-FFF2-40B4-BE49-F238E27FC236}">
                <a16:creationId xmlns:a16="http://schemas.microsoft.com/office/drawing/2014/main" id="{5A1DDA24-BF61-48BD-9558-66AA3BA0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497CC4-9610-44BD-9008-962B6A90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18</a:t>
            </a:r>
          </a:p>
        </p:txBody>
      </p:sp>
      <p:sp>
        <p:nvSpPr>
          <p:cNvPr id="6" name="text-934">
            <a:extLst xmlns:a="http://schemas.openxmlformats.org/drawingml/2006/main">
              <a:ext uri="{FF2B5EF4-FFF2-40B4-BE49-F238E27FC236}">
                <a16:creationId xmlns:a16="http://schemas.microsoft.com/office/drawing/2014/main" id="{4B3D7073-8A86-463B-952D-6254BC58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text-935">
            <a:extLst xmlns:a="http://schemas.openxmlformats.org/drawingml/2006/main">
              <a:ext uri="{FF2B5EF4-FFF2-40B4-BE49-F238E27FC236}">
                <a16:creationId xmlns:a16="http://schemas.microsoft.com/office/drawing/2014/main" id="{8E690D29-2552-455F-AC3E-7A0F72D5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開啟工作區</a:t>
            </a:r>
          </a:p>
        </p:txBody>
      </p:sp>
      <p:sp>
        <p:nvSpPr>
          <p:cNvPr id="8" name="text-936">
            <a:extLst xmlns:a="http://schemas.openxmlformats.org/drawingml/2006/main">
              <a:ext uri="{FF2B5EF4-FFF2-40B4-BE49-F238E27FC236}">
                <a16:creationId xmlns:a16="http://schemas.microsoft.com/office/drawing/2014/main" id="{0562AC5E-053D-4A24-86EE-5CDE9840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把素材放在清楚資料夾</a:t>
            </a:r>
          </a:p>
        </p:txBody>
      </p:sp>
      <p:sp>
        <p:nvSpPr>
          <p:cNvPr id="9" name="text-937">
            <a:extLst xmlns:a="http://schemas.openxmlformats.org/drawingml/2006/main">
              <a:ext uri="{FF2B5EF4-FFF2-40B4-BE49-F238E27FC236}">
                <a16:creationId xmlns:a16="http://schemas.microsoft.com/office/drawing/2014/main" id="{7829ACDB-AE5D-4AFF-8C28-47C1ED94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0" name="text-938">
            <a:extLst xmlns:a="http://schemas.openxmlformats.org/drawingml/2006/main">
              <a:ext uri="{FF2B5EF4-FFF2-40B4-BE49-F238E27FC236}">
                <a16:creationId xmlns:a16="http://schemas.microsoft.com/office/drawing/2014/main" id="{BEB1918A-7EC5-46EC-AF1E-E274A8CD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939">
            <a:extLst xmlns:a="http://schemas.openxmlformats.org/drawingml/2006/main">
              <a:ext uri="{FF2B5EF4-FFF2-40B4-BE49-F238E27FC236}">
                <a16:creationId xmlns:a16="http://schemas.microsoft.com/office/drawing/2014/main" id="{62BDDA33-8C01-4658-AEBD-327BE34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描述任務</a:t>
            </a:r>
          </a:p>
        </p:txBody>
      </p:sp>
      <p:sp>
        <p:nvSpPr>
          <p:cNvPr id="12" name="text-940">
            <a:extLst xmlns:a="http://schemas.openxmlformats.org/drawingml/2006/main">
              <a:ext uri="{FF2B5EF4-FFF2-40B4-BE49-F238E27FC236}">
                <a16:creationId xmlns:a16="http://schemas.microsoft.com/office/drawing/2014/main" id="{F66596E5-5ED5-44B6-8475-2769323F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目標、限制、驗收</a:t>
            </a:r>
          </a:p>
        </p:txBody>
      </p:sp>
      <p:sp>
        <p:nvSpPr>
          <p:cNvPr id="13" name="text-941">
            <a:extLst xmlns:a="http://schemas.openxmlformats.org/drawingml/2006/main">
              <a:ext uri="{FF2B5EF4-FFF2-40B4-BE49-F238E27FC236}">
                <a16:creationId xmlns:a16="http://schemas.microsoft.com/office/drawing/2014/main" id="{A1793C34-FEBB-4B77-8CA2-9A982A6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4" name="text-942">
            <a:extLst xmlns:a="http://schemas.openxmlformats.org/drawingml/2006/main">
              <a:ext uri="{FF2B5EF4-FFF2-40B4-BE49-F238E27FC236}">
                <a16:creationId xmlns:a16="http://schemas.microsoft.com/office/drawing/2014/main" id="{C4FC1580-ABF2-4B63-8BCB-DEB3D71B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5" name="text-943">
            <a:extLst xmlns:a="http://schemas.openxmlformats.org/drawingml/2006/main">
              <a:ext uri="{FF2B5EF4-FFF2-40B4-BE49-F238E27FC236}">
                <a16:creationId xmlns:a16="http://schemas.microsoft.com/office/drawing/2014/main" id="{9D929F84-FCA1-4F54-BF26-78A7C4B1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觀察進度</a:t>
            </a:r>
          </a:p>
        </p:txBody>
      </p:sp>
      <p:sp>
        <p:nvSpPr>
          <p:cNvPr id="16" name="text-944">
            <a:extLst xmlns:a="http://schemas.openxmlformats.org/drawingml/2006/main">
              <a:ext uri="{FF2B5EF4-FFF2-40B4-BE49-F238E27FC236}">
                <a16:creationId xmlns:a16="http://schemas.microsoft.com/office/drawing/2014/main" id="{DE0D899C-E593-46FA-A1E2-6C912AA1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計畫、讀檔、工具使用</a:t>
            </a:r>
          </a:p>
        </p:txBody>
      </p:sp>
      <p:sp>
        <p:nvSpPr>
          <p:cNvPr id="17" name="text-945">
            <a:extLst xmlns:a="http://schemas.openxmlformats.org/drawingml/2006/main">
              <a:ext uri="{FF2B5EF4-FFF2-40B4-BE49-F238E27FC236}">
                <a16:creationId xmlns:a16="http://schemas.microsoft.com/office/drawing/2014/main" id="{ADA7F68C-25BB-4F4E-957E-BFD44F70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text-946">
            <a:extLst xmlns:a="http://schemas.openxmlformats.org/drawingml/2006/main">
              <a:ext uri="{FF2B5EF4-FFF2-40B4-BE49-F238E27FC236}">
                <a16:creationId xmlns:a16="http://schemas.microsoft.com/office/drawing/2014/main" id="{5491FD2A-6668-442E-B5C2-EBE79CDB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9" name="text-947">
            <a:extLst xmlns:a="http://schemas.openxmlformats.org/drawingml/2006/main">
              <a:ext uri="{FF2B5EF4-FFF2-40B4-BE49-F238E27FC236}">
                <a16:creationId xmlns:a16="http://schemas.microsoft.com/office/drawing/2014/main" id="{3F37DEA0-21C8-4840-A3E0-8B9E0283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檢查成果</a:t>
            </a:r>
          </a:p>
        </p:txBody>
      </p:sp>
      <p:sp>
        <p:nvSpPr>
          <p:cNvPr id="20" name="text-948">
            <a:extLst xmlns:a="http://schemas.openxmlformats.org/drawingml/2006/main">
              <a:ext uri="{FF2B5EF4-FFF2-40B4-BE49-F238E27FC236}">
                <a16:creationId xmlns:a16="http://schemas.microsoft.com/office/drawing/2014/main" id="{52D32232-695E-4D98-A585-91DABA64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檔案、測試、畫面、差異</a:t>
            </a:r>
          </a:p>
        </p:txBody>
      </p:sp>
      <p:sp>
        <p:nvSpPr>
          <p:cNvPr id="21" name="text-949">
            <a:extLst xmlns:a="http://schemas.openxmlformats.org/drawingml/2006/main">
              <a:ext uri="{FF2B5EF4-FFF2-40B4-BE49-F238E27FC236}">
                <a16:creationId xmlns:a16="http://schemas.microsoft.com/office/drawing/2014/main" id="{D19C114E-211A-4F76-8B1E-45A44293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2" name="text-950">
            <a:extLst xmlns:a="http://schemas.openxmlformats.org/drawingml/2006/main">
              <a:ext uri="{FF2B5EF4-FFF2-40B4-BE49-F238E27FC236}">
                <a16:creationId xmlns:a16="http://schemas.microsoft.com/office/drawing/2014/main" id="{78B1BC58-F907-4B79-BFC9-CACDC0F1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3" name="text-951">
            <a:extLst xmlns:a="http://schemas.openxmlformats.org/drawingml/2006/main">
              <a:ext uri="{FF2B5EF4-FFF2-40B4-BE49-F238E27FC236}">
                <a16:creationId xmlns:a16="http://schemas.microsoft.com/office/drawing/2014/main" id="{F4AB0015-F3E1-4A19-879F-E5ABE9BE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決定下一步</a:t>
            </a:r>
          </a:p>
        </p:txBody>
      </p:sp>
      <p:sp>
        <p:nvSpPr>
          <p:cNvPr id="24" name="text-952">
            <a:extLst xmlns:a="http://schemas.openxmlformats.org/drawingml/2006/main">
              <a:ext uri="{FF2B5EF4-FFF2-40B4-BE49-F238E27FC236}">
                <a16:creationId xmlns:a16="http://schemas.microsoft.com/office/drawing/2014/main" id="{41703ECB-3C2E-4D88-870F-D5756010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766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接受、修正或停止</a:t>
            </a:r>
          </a:p>
        </p:txBody>
      </p:sp>
      <p:sp>
        <p:nvSpPr>
          <p:cNvPr id="25" name="text-953">
            <a:extLst xmlns:a="http://schemas.openxmlformats.org/drawingml/2006/main">
              <a:ext uri="{FF2B5EF4-FFF2-40B4-BE49-F238E27FC236}">
                <a16:creationId xmlns:a16="http://schemas.microsoft.com/office/drawing/2014/main" id="{A9A5F238-3EA4-48D1-92A6-55E07074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26" name="text-1439">
            <a:extLst xmlns:a="http://schemas.openxmlformats.org/drawingml/2006/main">
              <a:ext uri="{FF2B5EF4-FFF2-40B4-BE49-F238E27FC236}">
                <a16:creationId xmlns:a16="http://schemas.microsoft.com/office/drawing/2014/main" id="{C74A3A4D-B36E-4FBF-B35A-E784E76A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235a5e9ee644703"/>
              </a:rPr>
              <a:t>開啟 Codex ↗</a:t>
            </a:r>
          </a:p>
        </p:txBody>
      </p:sp>
    </p:spTree>
    <p:extLst>
      <p:ext uri="{BB962C8B-B14F-4D97-AF65-F5344CB8AC3E}">
        <p14:creationId xmlns:p14="http://schemas.microsoft.com/office/powerpoint/2010/main" val="137318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54">
            <a:extLst xmlns:a="http://schemas.openxmlformats.org/drawingml/2006/main">
              <a:ext uri="{FF2B5EF4-FFF2-40B4-BE49-F238E27FC236}">
                <a16:creationId xmlns:a16="http://schemas.microsoft.com/office/drawing/2014/main" id="{FEC5C9FC-8F4B-4384-92C6-B83B9E5E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AGENT SKILL</a:t>
            </a:r>
          </a:p>
        </p:txBody>
      </p:sp>
      <p:sp>
        <p:nvSpPr>
          <p:cNvPr id="2" name="text-955">
            <a:extLst xmlns:a="http://schemas.openxmlformats.org/drawingml/2006/main">
              <a:ext uri="{FF2B5EF4-FFF2-40B4-BE49-F238E27FC236}">
                <a16:creationId xmlns:a16="http://schemas.microsoft.com/office/drawing/2014/main" id="{7A562911-A85D-445D-ACF8-D44A6D01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同一任務在 Codex 中這樣下達</a:t>
            </a:r>
          </a:p>
        </p:txBody>
      </p:sp>
      <p:cxnSp>
        <p:nvCxnSpPr>
          <p:cNvPr id="16" name="shape-95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957">
            <a:extLst xmlns:a="http://schemas.openxmlformats.org/drawingml/2006/main">
              <a:ext uri="{FF2B5EF4-FFF2-40B4-BE49-F238E27FC236}">
                <a16:creationId xmlns:a16="http://schemas.microsoft.com/office/drawing/2014/main" id="{636F4CF6-7058-4A40-A6F6-12142757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56961C-5690-4272-82F7-F41F37A5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19</a:t>
            </a:r>
          </a:p>
        </p:txBody>
      </p:sp>
      <p:sp>
        <p:nvSpPr>
          <p:cNvPr id="6" name="text-958">
            <a:extLst xmlns:a="http://schemas.openxmlformats.org/drawingml/2006/main">
              <a:ext uri="{FF2B5EF4-FFF2-40B4-BE49-F238E27FC236}">
                <a16:creationId xmlns:a16="http://schemas.microsoft.com/office/drawing/2014/main" id="{42100F66-A48B-450B-8CB7-61F790E6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050B12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目標：改善這個課程互動網站的手機操作體驗。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範圍：只處理目前工作區中的 HTML、CSS、JS。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限制：不更動教學內容、不新增外部服務、不發布。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請先：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1. 檢查結構與手機畫面。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2. 說明最重要的 3 個問題與修正計畫。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3. 實作後跑可行的檢查。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4. 回報修改檔案、驗證證據與未確認項目。</a:t>
            </a:r>
          </a:p>
        </p:txBody>
      </p:sp>
      <p:sp>
        <p:nvSpPr>
          <p:cNvPr id="7" name="text-959">
            <a:extLst xmlns:a="http://schemas.openxmlformats.org/drawingml/2006/main">
              <a:ext uri="{FF2B5EF4-FFF2-40B4-BE49-F238E27FC236}">
                <a16:creationId xmlns:a16="http://schemas.microsoft.com/office/drawing/2014/main" id="{38F94FFB-5678-44FF-B07C-729C6E9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明確邊界</a:t>
            </a:r>
          </a:p>
        </p:txBody>
      </p:sp>
      <p:sp>
        <p:nvSpPr>
          <p:cNvPr id="8" name="text-960">
            <a:extLst xmlns:a="http://schemas.openxmlformats.org/drawingml/2006/main">
              <a:ext uri="{FF2B5EF4-FFF2-40B4-BE49-F238E27FC236}">
                <a16:creationId xmlns:a16="http://schemas.microsoft.com/office/drawing/2014/main" id="{A30FB56C-9A7F-406C-9063-6DEF5CF4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檔案與動作的範圍要具體。</a:t>
            </a:r>
          </a:p>
        </p:txBody>
      </p:sp>
      <p:sp>
        <p:nvSpPr>
          <p:cNvPr id="9" name="text-961">
            <a:extLst xmlns:a="http://schemas.openxmlformats.org/drawingml/2006/main">
              <a:ext uri="{FF2B5EF4-FFF2-40B4-BE49-F238E27FC236}">
                <a16:creationId xmlns:a16="http://schemas.microsoft.com/office/drawing/2014/main" id="{F54E1E18-5468-48A5-8819-AFE09D79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CD2C7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CD2C7"/>
                </a:solidFill>
                <a:latin typeface="Noto Sans TC"/>
                <a:ea typeface="Noto Sans TC"/>
                <a:cs typeface="Noto Sans TC"/>
              </a:rPr>
              <a:t>先檢查</a:t>
            </a:r>
          </a:p>
        </p:txBody>
      </p:sp>
      <p:sp>
        <p:nvSpPr>
          <p:cNvPr id="10" name="text-962">
            <a:extLst xmlns:a="http://schemas.openxmlformats.org/drawingml/2006/main">
              <a:ext uri="{FF2B5EF4-FFF2-40B4-BE49-F238E27FC236}">
                <a16:creationId xmlns:a16="http://schemas.microsoft.com/office/drawing/2014/main" id="{B242A861-81A4-4ABA-9FD7-E68AAEB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讓 Agent 先讀環境，避免憑空重寫。</a:t>
            </a:r>
          </a:p>
        </p:txBody>
      </p:sp>
      <p:sp>
        <p:nvSpPr>
          <p:cNvPr id="11" name="text-963">
            <a:extLst xmlns:a="http://schemas.openxmlformats.org/drawingml/2006/main">
              <a:ext uri="{FF2B5EF4-FFF2-40B4-BE49-F238E27FC236}">
                <a16:creationId xmlns:a16="http://schemas.microsoft.com/office/drawing/2014/main" id="{D07B80A7-84DB-4AB6-A331-9BAB40E8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驗收可見</a:t>
            </a:r>
          </a:p>
        </p:txBody>
      </p:sp>
      <p:sp>
        <p:nvSpPr>
          <p:cNvPr id="12" name="text-964">
            <a:extLst xmlns:a="http://schemas.openxmlformats.org/drawingml/2006/main">
              <a:ext uri="{FF2B5EF4-FFF2-40B4-BE49-F238E27FC236}">
                <a16:creationId xmlns:a16="http://schemas.microsoft.com/office/drawing/2014/main" id="{94AA3037-5CAB-4679-B83F-56975823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要求證據與未確認項目。</a:t>
            </a:r>
          </a:p>
        </p:txBody>
      </p:sp>
      <p:sp>
        <p:nvSpPr>
          <p:cNvPr id="13" name="text-1440">
            <a:extLst xmlns:a="http://schemas.openxmlformats.org/drawingml/2006/main">
              <a:ext uri="{FF2B5EF4-FFF2-40B4-BE49-F238E27FC236}">
                <a16:creationId xmlns:a16="http://schemas.microsoft.com/office/drawing/2014/main" id="{5DAE2542-7C35-4588-A908-92BFA4E8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e09a3f8b479438a"/>
              </a:rPr>
              <a:t>開啟 Codex ↗</a:t>
            </a:r>
          </a:p>
        </p:txBody>
      </p:sp>
    </p:spTree>
    <p:extLst>
      <p:ext uri="{BB962C8B-B14F-4D97-AF65-F5344CB8AC3E}">
        <p14:creationId xmlns:p14="http://schemas.microsoft.com/office/powerpoint/2010/main" val="14876845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965">
            <a:extLst xmlns:a="http://schemas.openxmlformats.org/drawingml/2006/main">
              <a:ext uri="{FF2B5EF4-FFF2-40B4-BE49-F238E27FC236}">
                <a16:creationId xmlns:a16="http://schemas.microsoft.com/office/drawing/2014/main" id="{8DE08D08-1F48-4BF7-A6DB-F8688A7E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TASK DESIGN</a:t>
            </a:r>
          </a:p>
        </p:txBody>
      </p:sp>
      <p:sp>
        <p:nvSpPr>
          <p:cNvPr id="2" name="text-966">
            <a:extLst xmlns:a="http://schemas.openxmlformats.org/drawingml/2006/main">
              <a:ext uri="{FF2B5EF4-FFF2-40B4-BE49-F238E27FC236}">
                <a16:creationId xmlns:a16="http://schemas.microsoft.com/office/drawing/2014/main" id="{6A8EC3B3-1C4F-44E3-960A-02CFF72A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好任務簡報的六個欄位</a:t>
            </a:r>
          </a:p>
        </p:txBody>
      </p:sp>
      <p:cxnSp>
        <p:nvCxnSpPr>
          <p:cNvPr id="33" name="shape-96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968">
            <a:extLst xmlns:a="http://schemas.openxmlformats.org/drawingml/2006/main">
              <a:ext uri="{FF2B5EF4-FFF2-40B4-BE49-F238E27FC236}">
                <a16:creationId xmlns:a16="http://schemas.microsoft.com/office/drawing/2014/main" id="{8A961965-BC4C-4B38-832D-34616814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0F8537-83F4-422E-8B96-66F5E3D8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20</a:t>
            </a:r>
          </a:p>
        </p:txBody>
      </p:sp>
      <p:sp>
        <p:nvSpPr>
          <p:cNvPr id="6" name="shape-969">
            <a:extLst xmlns:a="http://schemas.openxmlformats.org/drawingml/2006/main">
              <a:ext uri="{FF2B5EF4-FFF2-40B4-BE49-F238E27FC236}">
                <a16:creationId xmlns:a16="http://schemas.microsoft.com/office/drawing/2014/main" id="{7DE178FA-DA5E-45D6-BABA-050999D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970">
            <a:extLst xmlns:a="http://schemas.openxmlformats.org/drawingml/2006/main">
              <a:ext uri="{FF2B5EF4-FFF2-40B4-BE49-F238E27FC236}">
                <a16:creationId xmlns:a16="http://schemas.microsoft.com/office/drawing/2014/main" id="{AAD84D96-6AD3-4457-8626-65BE6F0E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971">
            <a:extLst xmlns:a="http://schemas.openxmlformats.org/drawingml/2006/main">
              <a:ext uri="{FF2B5EF4-FFF2-40B4-BE49-F238E27FC236}">
                <a16:creationId xmlns:a16="http://schemas.microsoft.com/office/drawing/2014/main" id="{D93696C1-2310-4D77-8B86-94C2526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Why</a:t>
            </a:r>
          </a:p>
        </p:txBody>
      </p:sp>
      <p:sp>
        <p:nvSpPr>
          <p:cNvPr id="9" name="text-972">
            <a:extLst xmlns:a="http://schemas.openxmlformats.org/drawingml/2006/main">
              <a:ext uri="{FF2B5EF4-FFF2-40B4-BE49-F238E27FC236}">
                <a16:creationId xmlns:a16="http://schemas.microsoft.com/office/drawing/2014/main" id="{6187ED19-41D9-4E28-A9C1-4BCDA98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教學問題與使用者價值</a:t>
            </a:r>
          </a:p>
        </p:txBody>
      </p:sp>
      <p:sp>
        <p:nvSpPr>
          <p:cNvPr id="10" name="shape-973">
            <a:extLst xmlns:a="http://schemas.openxmlformats.org/drawingml/2006/main">
              <a:ext uri="{FF2B5EF4-FFF2-40B4-BE49-F238E27FC236}">
                <a16:creationId xmlns:a16="http://schemas.microsoft.com/office/drawing/2014/main" id="{0A3178CB-A170-4160-A8DF-6CAC17C1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974">
            <a:extLst xmlns:a="http://schemas.openxmlformats.org/drawingml/2006/main">
              <a:ext uri="{FF2B5EF4-FFF2-40B4-BE49-F238E27FC236}">
                <a16:creationId xmlns:a16="http://schemas.microsoft.com/office/drawing/2014/main" id="{F8A90C12-27D0-41DB-BF1F-E9A4B06C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975">
            <a:extLst xmlns:a="http://schemas.openxmlformats.org/drawingml/2006/main">
              <a:ext uri="{FF2B5EF4-FFF2-40B4-BE49-F238E27FC236}">
                <a16:creationId xmlns:a16="http://schemas.microsoft.com/office/drawing/2014/main" id="{CFA5CF3A-BED5-4154-B298-BA25D43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What</a:t>
            </a:r>
          </a:p>
        </p:txBody>
      </p:sp>
      <p:sp>
        <p:nvSpPr>
          <p:cNvPr id="13" name="text-976">
            <a:extLst xmlns:a="http://schemas.openxmlformats.org/drawingml/2006/main">
              <a:ext uri="{FF2B5EF4-FFF2-40B4-BE49-F238E27FC236}">
                <a16:creationId xmlns:a16="http://schemas.microsoft.com/office/drawing/2014/main" id="{C28E5783-3EE3-4883-A89D-42212656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要完成的具體成果</a:t>
            </a:r>
          </a:p>
        </p:txBody>
      </p:sp>
      <p:sp>
        <p:nvSpPr>
          <p:cNvPr id="14" name="shape-977">
            <a:extLst xmlns:a="http://schemas.openxmlformats.org/drawingml/2006/main">
              <a:ext uri="{FF2B5EF4-FFF2-40B4-BE49-F238E27FC236}">
                <a16:creationId xmlns:a16="http://schemas.microsoft.com/office/drawing/2014/main" id="{9B96BFF4-AC26-4ADA-933D-C96B86BA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978">
            <a:extLst xmlns:a="http://schemas.openxmlformats.org/drawingml/2006/main">
              <a:ext uri="{FF2B5EF4-FFF2-40B4-BE49-F238E27FC236}">
                <a16:creationId xmlns:a16="http://schemas.microsoft.com/office/drawing/2014/main" id="{214FF5A9-1742-4E19-BE85-C01363D3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979">
            <a:extLst xmlns:a="http://schemas.openxmlformats.org/drawingml/2006/main">
              <a:ext uri="{FF2B5EF4-FFF2-40B4-BE49-F238E27FC236}">
                <a16:creationId xmlns:a16="http://schemas.microsoft.com/office/drawing/2014/main" id="{57EE81E3-D1B7-4390-B94A-97787356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Where</a:t>
            </a:r>
          </a:p>
        </p:txBody>
      </p:sp>
      <p:sp>
        <p:nvSpPr>
          <p:cNvPr id="17" name="text-980">
            <a:extLst xmlns:a="http://schemas.openxmlformats.org/drawingml/2006/main">
              <a:ext uri="{FF2B5EF4-FFF2-40B4-BE49-F238E27FC236}">
                <a16:creationId xmlns:a16="http://schemas.microsoft.com/office/drawing/2014/main" id="{937905A3-7A85-48E2-A3BE-5EA9C1C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工作區、檔案與資料來源</a:t>
            </a:r>
          </a:p>
        </p:txBody>
      </p:sp>
      <p:sp>
        <p:nvSpPr>
          <p:cNvPr id="18" name="shape-981">
            <a:extLst xmlns:a="http://schemas.openxmlformats.org/drawingml/2006/main">
              <a:ext uri="{FF2B5EF4-FFF2-40B4-BE49-F238E27FC236}">
                <a16:creationId xmlns:a16="http://schemas.microsoft.com/office/drawing/2014/main" id="{21A0E194-FA3D-4569-87A5-B477F6F6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982">
            <a:extLst xmlns:a="http://schemas.openxmlformats.org/drawingml/2006/main">
              <a:ext uri="{FF2B5EF4-FFF2-40B4-BE49-F238E27FC236}">
                <a16:creationId xmlns:a16="http://schemas.microsoft.com/office/drawing/2014/main" id="{52F1AC02-468B-4E65-A4C5-317CA56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text-983">
            <a:extLst xmlns:a="http://schemas.openxmlformats.org/drawingml/2006/main">
              <a:ext uri="{FF2B5EF4-FFF2-40B4-BE49-F238E27FC236}">
                <a16:creationId xmlns:a16="http://schemas.microsoft.com/office/drawing/2014/main" id="{2BD427F6-2FB1-4AAC-A0F6-0D8844C3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Limits</a:t>
            </a:r>
          </a:p>
        </p:txBody>
      </p:sp>
      <p:sp>
        <p:nvSpPr>
          <p:cNvPr id="21" name="text-984">
            <a:extLst xmlns:a="http://schemas.openxmlformats.org/drawingml/2006/main">
              <a:ext uri="{FF2B5EF4-FFF2-40B4-BE49-F238E27FC236}">
                <a16:creationId xmlns:a16="http://schemas.microsoft.com/office/drawing/2014/main" id="{A9D091FD-E80C-4CBE-8311-123448E5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不可改、不可公開、不可猜測</a:t>
            </a:r>
          </a:p>
        </p:txBody>
      </p:sp>
      <p:sp>
        <p:nvSpPr>
          <p:cNvPr id="22" name="shape-985">
            <a:extLst xmlns:a="http://schemas.openxmlformats.org/drawingml/2006/main">
              <a:ext uri="{FF2B5EF4-FFF2-40B4-BE49-F238E27FC236}">
                <a16:creationId xmlns:a16="http://schemas.microsoft.com/office/drawing/2014/main" id="{A5D5E692-840B-4876-BB09-FC4A9FFC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23" name="text-986">
            <a:extLst xmlns:a="http://schemas.openxmlformats.org/drawingml/2006/main">
              <a:ext uri="{FF2B5EF4-FFF2-40B4-BE49-F238E27FC236}">
                <a16:creationId xmlns:a16="http://schemas.microsoft.com/office/drawing/2014/main" id="{AD574E2E-C6A8-44D2-9A5B-FEE02AD7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4" name="text-987">
            <a:extLst xmlns:a="http://schemas.openxmlformats.org/drawingml/2006/main">
              <a:ext uri="{FF2B5EF4-FFF2-40B4-BE49-F238E27FC236}">
                <a16:creationId xmlns:a16="http://schemas.microsoft.com/office/drawing/2014/main" id="{E7C0D484-341C-404D-A89E-C5AC811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Checks</a:t>
            </a:r>
          </a:p>
        </p:txBody>
      </p:sp>
      <p:sp>
        <p:nvSpPr>
          <p:cNvPr id="25" name="text-988">
            <a:extLst xmlns:a="http://schemas.openxmlformats.org/drawingml/2006/main">
              <a:ext uri="{FF2B5EF4-FFF2-40B4-BE49-F238E27FC236}">
                <a16:creationId xmlns:a16="http://schemas.microsoft.com/office/drawing/2014/main" id="{EE1F7FD0-768C-4C26-96FB-20297B7C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測試、畫面與內容檢核</a:t>
            </a:r>
          </a:p>
        </p:txBody>
      </p:sp>
      <p:sp>
        <p:nvSpPr>
          <p:cNvPr id="26" name="shape-989">
            <a:extLst xmlns:a="http://schemas.openxmlformats.org/drawingml/2006/main">
              <a:ext uri="{FF2B5EF4-FFF2-40B4-BE49-F238E27FC236}">
                <a16:creationId xmlns:a16="http://schemas.microsoft.com/office/drawing/2014/main" id="{F9E95FFE-944C-46F2-8D53-90C8ACD3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27" name="text-990">
            <a:extLst xmlns:a="http://schemas.openxmlformats.org/drawingml/2006/main">
              <a:ext uri="{FF2B5EF4-FFF2-40B4-BE49-F238E27FC236}">
                <a16:creationId xmlns:a16="http://schemas.microsoft.com/office/drawing/2014/main" id="{8C60FA92-DDB2-4F03-BF85-DFFB5EC5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8" name="text-991">
            <a:extLst xmlns:a="http://schemas.openxmlformats.org/drawingml/2006/main">
              <a:ext uri="{FF2B5EF4-FFF2-40B4-BE49-F238E27FC236}">
                <a16:creationId xmlns:a16="http://schemas.microsoft.com/office/drawing/2014/main" id="{78FF2062-F3E0-4894-90E3-C96047D9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Handoff</a:t>
            </a:r>
          </a:p>
        </p:txBody>
      </p:sp>
      <p:sp>
        <p:nvSpPr>
          <p:cNvPr id="29" name="text-992">
            <a:extLst xmlns:a="http://schemas.openxmlformats.org/drawingml/2006/main">
              <a:ext uri="{FF2B5EF4-FFF2-40B4-BE49-F238E27FC236}">
                <a16:creationId xmlns:a16="http://schemas.microsoft.com/office/drawing/2014/main" id="{AD8162B8-8920-448A-B887-69080FB1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成果、差異、限制、下一步</a:t>
            </a:r>
          </a:p>
        </p:txBody>
      </p:sp>
      <p:sp>
        <p:nvSpPr>
          <p:cNvPr id="30" name="text-1441">
            <a:extLst xmlns:a="http://schemas.openxmlformats.org/drawingml/2006/main">
              <a:ext uri="{FF2B5EF4-FFF2-40B4-BE49-F238E27FC236}">
                <a16:creationId xmlns:a16="http://schemas.microsoft.com/office/drawing/2014/main" id="{97716875-6DFF-4E7F-9EBB-303BCC9A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078d1fb21fb4d62"/>
              </a:rPr>
              <a:t>開啟 Codex ↗</a:t>
            </a:r>
          </a:p>
        </p:txBody>
      </p:sp>
    </p:spTree>
    <p:extLst>
      <p:ext uri="{BB962C8B-B14F-4D97-AF65-F5344CB8AC3E}">
        <p14:creationId xmlns:p14="http://schemas.microsoft.com/office/powerpoint/2010/main" val="18806459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993">
            <a:extLst xmlns:a="http://schemas.openxmlformats.org/drawingml/2006/main">
              <a:ext uri="{FF2B5EF4-FFF2-40B4-BE49-F238E27FC236}">
                <a16:creationId xmlns:a16="http://schemas.microsoft.com/office/drawing/2014/main" id="{62C53B15-2A37-4339-B66A-BA089353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text-994">
            <a:extLst xmlns:a="http://schemas.openxmlformats.org/drawingml/2006/main">
              <a:ext uri="{FF2B5EF4-FFF2-40B4-BE49-F238E27FC236}">
                <a16:creationId xmlns:a16="http://schemas.microsoft.com/office/drawing/2014/main" id="{0530926E-F405-468F-A49E-0F471081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實作 B｜Codex 完成同一任務</a:t>
            </a:r>
          </a:p>
        </p:txBody>
      </p:sp>
      <p:cxnSp>
        <p:nvCxnSpPr>
          <p:cNvPr id="22" name="shape-99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996">
            <a:extLst xmlns:a="http://schemas.openxmlformats.org/drawingml/2006/main">
              <a:ext uri="{FF2B5EF4-FFF2-40B4-BE49-F238E27FC236}">
                <a16:creationId xmlns:a16="http://schemas.microsoft.com/office/drawing/2014/main" id="{4D977A70-B1E3-466F-9B52-DA37E10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9B0342-FF76-458E-9355-ED13B4DA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21</a:t>
            </a:r>
          </a:p>
        </p:txBody>
      </p:sp>
      <p:sp>
        <p:nvSpPr>
          <p:cNvPr id="6" name="text-997">
            <a:extLst xmlns:a="http://schemas.openxmlformats.org/drawingml/2006/main">
              <a:ext uri="{FF2B5EF4-FFF2-40B4-BE49-F238E27FC236}">
                <a16:creationId xmlns:a16="http://schemas.microsoft.com/office/drawing/2014/main" id="{7EBC26ED-D767-4CC8-957A-7ECC3E1C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998">
            <a:extLst xmlns:a="http://schemas.openxmlformats.org/drawingml/2006/main">
              <a:ext uri="{FF2B5EF4-FFF2-40B4-BE49-F238E27FC236}">
                <a16:creationId xmlns:a16="http://schemas.microsoft.com/office/drawing/2014/main" id="{4D8FDBE4-640F-4400-A884-0AC7823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999">
            <a:extLst xmlns:a="http://schemas.openxmlformats.org/drawingml/2006/main">
              <a:ext uri="{FF2B5EF4-FFF2-40B4-BE49-F238E27FC236}">
                <a16:creationId xmlns:a16="http://schemas.microsoft.com/office/drawing/2014/main" id="{D4DACE52-2ED9-4F5C-A511-125E04D0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000">
            <a:extLst xmlns:a="http://schemas.openxmlformats.org/drawingml/2006/main">
              <a:ext uri="{FF2B5EF4-FFF2-40B4-BE49-F238E27FC236}">
                <a16:creationId xmlns:a16="http://schemas.microsoft.com/office/drawing/2014/main" id="{026F1DD9-A7D3-490B-A981-19B91822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開啟上午成果的工作區</a:t>
            </a:r>
          </a:p>
        </p:txBody>
      </p:sp>
      <p:sp>
        <p:nvSpPr>
          <p:cNvPr id="10" name="text-1001">
            <a:extLst xmlns:a="http://schemas.openxmlformats.org/drawingml/2006/main">
              <a:ext uri="{FF2B5EF4-FFF2-40B4-BE49-F238E27FC236}">
                <a16:creationId xmlns:a16="http://schemas.microsoft.com/office/drawing/2014/main" id="{B9B32430-DF8A-463C-8EDD-5933C44D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002">
            <a:extLst xmlns:a="http://schemas.openxmlformats.org/drawingml/2006/main">
              <a:ext uri="{FF2B5EF4-FFF2-40B4-BE49-F238E27FC236}">
                <a16:creationId xmlns:a16="http://schemas.microsoft.com/office/drawing/2014/main" id="{52230ECF-6CA9-4087-84E5-C5D8389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貼上六欄任務簡報</a:t>
            </a:r>
          </a:p>
        </p:txBody>
      </p:sp>
      <p:sp>
        <p:nvSpPr>
          <p:cNvPr id="12" name="text-1003">
            <a:extLst xmlns:a="http://schemas.openxmlformats.org/drawingml/2006/main">
              <a:ext uri="{FF2B5EF4-FFF2-40B4-BE49-F238E27FC236}">
                <a16:creationId xmlns:a16="http://schemas.microsoft.com/office/drawing/2014/main" id="{B5FC4737-76A1-4B07-BE1F-2C15E75D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004">
            <a:extLst xmlns:a="http://schemas.openxmlformats.org/drawingml/2006/main">
              <a:ext uri="{FF2B5EF4-FFF2-40B4-BE49-F238E27FC236}">
                <a16:creationId xmlns:a16="http://schemas.microsoft.com/office/drawing/2014/main" id="{F9BE7F90-BA5C-4D77-A810-BBE1D542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觀察 Agent 讀檔、規劃與執行</a:t>
            </a:r>
          </a:p>
        </p:txBody>
      </p:sp>
      <p:sp>
        <p:nvSpPr>
          <p:cNvPr id="14" name="text-1005">
            <a:extLst xmlns:a="http://schemas.openxmlformats.org/drawingml/2006/main">
              <a:ext uri="{FF2B5EF4-FFF2-40B4-BE49-F238E27FC236}">
                <a16:creationId xmlns:a16="http://schemas.microsoft.com/office/drawing/2014/main" id="{94225E7E-1957-4CAC-9959-A01E236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006">
            <a:extLst xmlns:a="http://schemas.openxmlformats.org/drawingml/2006/main">
              <a:ext uri="{FF2B5EF4-FFF2-40B4-BE49-F238E27FC236}">
                <a16:creationId xmlns:a16="http://schemas.microsoft.com/office/drawing/2014/main" id="{AC239822-00DC-4840-A280-5462459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比較 Antigravity 與 Codex 的證據</a:t>
            </a:r>
          </a:p>
        </p:txBody>
      </p:sp>
      <p:sp>
        <p:nvSpPr>
          <p:cNvPr id="16" name="shape-1007">
            <a:extLst xmlns:a="http://schemas.openxmlformats.org/drawingml/2006/main">
              <a:ext uri="{FF2B5EF4-FFF2-40B4-BE49-F238E27FC236}">
                <a16:creationId xmlns:a16="http://schemas.microsoft.com/office/drawing/2014/main" id="{8AD60229-8506-4DCD-9760-0E631B15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7" name="text-1008">
            <a:extLst xmlns:a="http://schemas.openxmlformats.org/drawingml/2006/main">
              <a:ext uri="{FF2B5EF4-FFF2-40B4-BE49-F238E27FC236}">
                <a16:creationId xmlns:a16="http://schemas.microsoft.com/office/drawing/2014/main" id="{BB8C58CC-6A4F-4561-902A-E432A75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009">
            <a:extLst xmlns:a="http://schemas.openxmlformats.org/drawingml/2006/main">
              <a:ext uri="{FF2B5EF4-FFF2-40B4-BE49-F238E27FC236}">
                <a16:creationId xmlns:a16="http://schemas.microsoft.com/office/drawing/2014/main" id="{6C28C94E-9792-49FE-8ED4-7BA7FA4B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有檔案變更或分析產物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有實際檢查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能說明差異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保留人工決定</a:t>
            </a:r>
          </a:p>
        </p:txBody>
      </p:sp>
      <p:sp>
        <p:nvSpPr>
          <p:cNvPr id="19" name="text-1442">
            <a:extLst xmlns:a="http://schemas.openxmlformats.org/drawingml/2006/main">
              <a:ext uri="{FF2B5EF4-FFF2-40B4-BE49-F238E27FC236}">
                <a16:creationId xmlns:a16="http://schemas.microsoft.com/office/drawing/2014/main" id="{EE3B529D-CC67-4A6B-AEB1-5BCF8A1C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1dd8a13b7ae44fa"/>
              </a:rPr>
              <a:t>開啟 Codex ↗</a:t>
            </a:r>
          </a:p>
        </p:txBody>
      </p:sp>
    </p:spTree>
    <p:extLst>
      <p:ext uri="{BB962C8B-B14F-4D97-AF65-F5344CB8AC3E}">
        <p14:creationId xmlns:p14="http://schemas.microsoft.com/office/powerpoint/2010/main" val="17823235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010">
            <a:extLst xmlns:a="http://schemas.openxmlformats.org/drawingml/2006/main">
              <a:ext uri="{FF2B5EF4-FFF2-40B4-BE49-F238E27FC236}">
                <a16:creationId xmlns:a16="http://schemas.microsoft.com/office/drawing/2014/main" id="{DF68D014-B63D-4224-ABB7-36A7783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CHOOSING THE TOOL</a:t>
            </a:r>
          </a:p>
        </p:txBody>
      </p:sp>
      <p:sp>
        <p:nvSpPr>
          <p:cNvPr id="2" name="text-1011">
            <a:extLst xmlns:a="http://schemas.openxmlformats.org/drawingml/2006/main">
              <a:ext uri="{FF2B5EF4-FFF2-40B4-BE49-F238E27FC236}">
                <a16:creationId xmlns:a16="http://schemas.microsoft.com/office/drawing/2014/main" id="{C5BEB8EB-2119-4A60-89FE-7F862380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Antigravity 或 Codex？用工作條件選</a:t>
            </a:r>
          </a:p>
        </p:txBody>
      </p:sp>
      <p:cxnSp>
        <p:nvCxnSpPr>
          <p:cNvPr id="21" name="shape-101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013">
            <a:extLst xmlns:a="http://schemas.openxmlformats.org/drawingml/2006/main">
              <a:ext uri="{FF2B5EF4-FFF2-40B4-BE49-F238E27FC236}">
                <a16:creationId xmlns:a16="http://schemas.microsoft.com/office/drawing/2014/main" id="{2D6AF4AB-4ACB-411E-B61A-FB974D6E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E76883-BF57-40FF-87C6-30A8148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22</a:t>
            </a:r>
          </a:p>
        </p:txBody>
      </p:sp>
      <p:sp>
        <p:nvSpPr>
          <p:cNvPr id="6" name="shape-1014">
            <a:extLst xmlns:a="http://schemas.openxmlformats.org/drawingml/2006/main">
              <a:ext uri="{FF2B5EF4-FFF2-40B4-BE49-F238E27FC236}">
                <a16:creationId xmlns:a16="http://schemas.microsoft.com/office/drawing/2014/main" id="{7E00B7AF-A1F3-45D5-B0F3-8B3C1F5C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shape-1015">
            <a:extLst xmlns:a="http://schemas.openxmlformats.org/drawingml/2006/main">
              <a:ext uri="{FF2B5EF4-FFF2-40B4-BE49-F238E27FC236}">
                <a16:creationId xmlns:a16="http://schemas.microsoft.com/office/drawing/2014/main" id="{86A68B83-B5E2-41B5-AEEB-B875927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8" name="text-1016">
            <a:extLst xmlns:a="http://schemas.openxmlformats.org/drawingml/2006/main">
              <a:ext uri="{FF2B5EF4-FFF2-40B4-BE49-F238E27FC236}">
                <a16:creationId xmlns:a16="http://schemas.microsoft.com/office/drawing/2014/main" id="{719860DF-1CE1-4D2B-B170-2552740C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sp>
        <p:nvSpPr>
          <p:cNvPr id="9" name="text-1017">
            <a:extLst xmlns:a="http://schemas.openxmlformats.org/drawingml/2006/main">
              <a:ext uri="{FF2B5EF4-FFF2-40B4-BE49-F238E27FC236}">
                <a16:creationId xmlns:a16="http://schemas.microsoft.com/office/drawing/2014/main" id="{E2737E84-66CE-4CDB-9BF2-2AB89358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Google 生態與 Agent 工作區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適合 Google 訂閱者的實作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Skill 可封裝專業流程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依帳號與管理政策使用</a:t>
            </a:r>
          </a:p>
        </p:txBody>
      </p:sp>
      <p:sp>
        <p:nvSpPr>
          <p:cNvPr id="10" name="text-1018">
            <a:extLst xmlns:a="http://schemas.openxmlformats.org/drawingml/2006/main">
              <a:ext uri="{FF2B5EF4-FFF2-40B4-BE49-F238E27FC236}">
                <a16:creationId xmlns:a16="http://schemas.microsoft.com/office/drawing/2014/main" id="{BD8468FC-3FC1-4D85-97B4-3DB2109F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11" name="text-1019">
            <a:extLst xmlns:a="http://schemas.openxmlformats.org/drawingml/2006/main">
              <a:ext uri="{FF2B5EF4-FFF2-40B4-BE49-F238E27FC236}">
                <a16:creationId xmlns:a16="http://schemas.microsoft.com/office/drawing/2014/main" id="{E266BFA9-FD37-46D6-82AB-6B05CFAC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ChatGPT／Codex 工作環境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善於處理檔案、專案與驗證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Skill 可重複套用工作流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依方案與權限使用</a:t>
            </a:r>
          </a:p>
        </p:txBody>
      </p:sp>
      <p:sp>
        <p:nvSpPr>
          <p:cNvPr id="12" name="text-1020">
            <a:extLst xmlns:a="http://schemas.openxmlformats.org/drawingml/2006/main">
              <a:ext uri="{FF2B5EF4-FFF2-40B4-BE49-F238E27FC236}">
                <a16:creationId xmlns:a16="http://schemas.microsoft.com/office/drawing/2014/main" id="{65B8BFFE-FE57-413A-B082-626E1BF6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Google 生態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工作區與 Agent 協作</a:t>
            </a:r>
          </a:p>
        </p:txBody>
      </p:sp>
      <p:sp>
        <p:nvSpPr>
          <p:cNvPr id="13" name="text-1021">
            <a:extLst xmlns:a="http://schemas.openxmlformats.org/drawingml/2006/main">
              <a:ext uri="{FF2B5EF4-FFF2-40B4-BE49-F238E27FC236}">
                <a16:creationId xmlns:a16="http://schemas.microsoft.com/office/drawing/2014/main" id="{B8903532-6922-4670-A4AF-09A68B80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266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依帳號、資料、任務、權限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選最可驗證的路徑</a:t>
            </a:r>
          </a:p>
        </p:txBody>
      </p:sp>
      <p:sp>
        <p:nvSpPr>
          <p:cNvPr id="14" name="text-1022">
            <a:extLst xmlns:a="http://schemas.openxmlformats.org/drawingml/2006/main">
              <a:ext uri="{FF2B5EF4-FFF2-40B4-BE49-F238E27FC236}">
                <a16:creationId xmlns:a16="http://schemas.microsoft.com/office/drawing/2014/main" id="{39E27548-6BA0-450A-8DD3-B1BEB0A5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768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A1B22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ChatGPT／Codex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檔案、專案與測試</a:t>
            </a:r>
          </a:p>
        </p:txBody>
      </p:sp>
      <p:cxnSp>
        <p:nvCxnSpPr>
          <p:cNvPr id="33" name="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971800" y="518160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7FF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29500" y="518160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06D"/>
            </a:solidFill>
            <a:prstDash val="solid"/>
            <a:tailEnd type="arrow" w="sm" len="sm"/>
          </a:ln>
        </p:spPr>
      </p:cxnSp>
      <p:sp>
        <p:nvSpPr>
          <p:cNvPr id="17" name="text-1023">
            <a:extLst xmlns:a="http://schemas.openxmlformats.org/drawingml/2006/main">
              <a:ext uri="{FF2B5EF4-FFF2-40B4-BE49-F238E27FC236}">
                <a16:creationId xmlns:a16="http://schemas.microsoft.com/office/drawing/2014/main" id="{EB6C7057-0F79-4FC6-88CA-A97C4CD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選條件，不選品牌；同一驗收規準才能比較</a:t>
            </a:r>
          </a:p>
        </p:txBody>
      </p:sp>
      <p:sp>
        <p:nvSpPr>
          <p:cNvPr id="18" name="text-1443">
            <a:extLst xmlns:a="http://schemas.openxmlformats.org/drawingml/2006/main">
              <a:ext uri="{FF2B5EF4-FFF2-40B4-BE49-F238E27FC236}">
                <a16:creationId xmlns:a16="http://schemas.microsoft.com/office/drawing/2014/main" id="{89565FCB-FBB2-4F00-8A55-8ED23C3A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b13c3fb18b247cc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e0e5dd4464d4d41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9647002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024">
            <a:extLst xmlns:a="http://schemas.openxmlformats.org/drawingml/2006/main">
              <a:ext uri="{FF2B5EF4-FFF2-40B4-BE49-F238E27FC236}">
                <a16:creationId xmlns:a16="http://schemas.microsoft.com/office/drawing/2014/main" id="{845B1F7C-C14F-41C2-9938-25DA1F6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" name="text-1025">
            <a:extLst xmlns:a="http://schemas.openxmlformats.org/drawingml/2006/main">
              <a:ext uri="{FF2B5EF4-FFF2-40B4-BE49-F238E27FC236}">
                <a16:creationId xmlns:a16="http://schemas.microsoft.com/office/drawing/2014/main" id="{21BF613E-BE8D-4C24-B923-223C9CE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 Skills</a:t>
            </a:r>
          </a:p>
        </p:txBody>
      </p:sp>
      <p:sp>
        <p:nvSpPr>
          <p:cNvPr id="3" name="text-1026">
            <a:extLst xmlns:a="http://schemas.openxmlformats.org/drawingml/2006/main">
              <a:ext uri="{FF2B5EF4-FFF2-40B4-BE49-F238E27FC236}">
                <a16:creationId xmlns:a16="http://schemas.microsoft.com/office/drawing/2014/main" id="{78C8D3E7-8F34-4D09-A124-369E38E4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把反覆使用的提示詞、規則、範例與檢查方式，封裝成 Agent 需要時才載入的專業工作包。</a:t>
            </a:r>
          </a:p>
        </p:txBody>
      </p:sp>
      <p:sp>
        <p:nvSpPr>
          <p:cNvPr id="4" name="shape-1027">
            <a:extLst xmlns:a="http://schemas.openxmlformats.org/drawingml/2006/main">
              <a:ext uri="{FF2B5EF4-FFF2-40B4-BE49-F238E27FC236}">
                <a16:creationId xmlns:a16="http://schemas.microsoft.com/office/drawing/2014/main" id="{460C77B1-84A0-49B9-ADD4-D2C3F7BD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028">
            <a:extLst xmlns:a="http://schemas.openxmlformats.org/drawingml/2006/main">
              <a:ext uri="{FF2B5EF4-FFF2-40B4-BE49-F238E27FC236}">
                <a16:creationId xmlns:a16="http://schemas.microsoft.com/office/drawing/2014/main" id="{0F99D9E8-4798-4DB8-83FE-F4DF122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5" name="shape-102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7" name="text-1030">
            <a:extLst xmlns:a="http://schemas.openxmlformats.org/drawingml/2006/main">
              <a:ext uri="{FF2B5EF4-FFF2-40B4-BE49-F238E27FC236}">
                <a16:creationId xmlns:a16="http://schemas.microsoft.com/office/drawing/2014/main" id="{1106464B-D7E8-485C-961E-2BC35847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7E182C-AA7A-485C-82B9-B4273EE5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23</a:t>
            </a:r>
          </a:p>
        </p:txBody>
      </p:sp>
      <p:sp>
        <p:nvSpPr>
          <p:cNvPr id="9" name="text-1444">
            <a:extLst xmlns:a="http://schemas.openxmlformats.org/drawingml/2006/main">
              <a:ext uri="{FF2B5EF4-FFF2-40B4-BE49-F238E27FC236}">
                <a16:creationId xmlns:a16="http://schemas.microsoft.com/office/drawing/2014/main" id="{50C4AD9F-48F1-44C3-A7AA-557B3834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a30fbb65233411a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6ed1983b82e430c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11981729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031">
            <a:extLst xmlns:a="http://schemas.openxmlformats.org/drawingml/2006/main">
              <a:ext uri="{FF2B5EF4-FFF2-40B4-BE49-F238E27FC236}">
                <a16:creationId xmlns:a16="http://schemas.microsoft.com/office/drawing/2014/main" id="{3D624286-ACE9-42DF-BFBB-2F2AC876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REUSE WITHOUT CONTEXT BLOAT</a:t>
            </a:r>
          </a:p>
        </p:txBody>
      </p:sp>
      <p:sp>
        <p:nvSpPr>
          <p:cNvPr id="2" name="text-1032">
            <a:extLst xmlns:a="http://schemas.openxmlformats.org/drawingml/2006/main">
              <a:ext uri="{FF2B5EF4-FFF2-40B4-BE49-F238E27FC236}">
                <a16:creationId xmlns:a16="http://schemas.microsoft.com/office/drawing/2014/main" id="{6F71B693-439E-4A62-8CE2-75C1CA08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為什麼需要 Skill？</a:t>
            </a:r>
          </a:p>
        </p:txBody>
      </p:sp>
      <p:cxnSp>
        <p:nvCxnSpPr>
          <p:cNvPr id="15" name="shape-103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034">
            <a:extLst xmlns:a="http://schemas.openxmlformats.org/drawingml/2006/main">
              <a:ext uri="{FF2B5EF4-FFF2-40B4-BE49-F238E27FC236}">
                <a16:creationId xmlns:a16="http://schemas.microsoft.com/office/drawing/2014/main" id="{3EA675BF-FD0D-4E49-964E-9A457DBF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F4D634-491C-44A7-ABA5-649178CA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24</a:t>
            </a:r>
          </a:p>
        </p:txBody>
      </p:sp>
      <p:sp>
        <p:nvSpPr>
          <p:cNvPr id="6" name="shape-1035">
            <a:extLst xmlns:a="http://schemas.openxmlformats.org/drawingml/2006/main">
              <a:ext uri="{FF2B5EF4-FFF2-40B4-BE49-F238E27FC236}">
                <a16:creationId xmlns:a16="http://schemas.microsoft.com/office/drawing/2014/main" id="{26904363-4DD5-4A36-90E2-8FC1736A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shape-1036">
            <a:extLst xmlns:a="http://schemas.openxmlformats.org/drawingml/2006/main">
              <a:ext uri="{FF2B5EF4-FFF2-40B4-BE49-F238E27FC236}">
                <a16:creationId xmlns:a16="http://schemas.microsoft.com/office/drawing/2014/main" id="{5A4C98CE-E531-4F07-8651-6ABE3C58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8" name="text-1037">
            <a:extLst xmlns:a="http://schemas.openxmlformats.org/drawingml/2006/main">
              <a:ext uri="{FF2B5EF4-FFF2-40B4-BE49-F238E27FC236}">
                <a16:creationId xmlns:a16="http://schemas.microsoft.com/office/drawing/2014/main" id="{5D5DB375-EAA4-4131-A3CB-96A024A9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每次貼長提示詞</a:t>
            </a:r>
          </a:p>
        </p:txBody>
      </p:sp>
      <p:sp>
        <p:nvSpPr>
          <p:cNvPr id="9" name="text-1038">
            <a:extLst xmlns:a="http://schemas.openxmlformats.org/drawingml/2006/main">
              <a:ext uri="{FF2B5EF4-FFF2-40B4-BE49-F238E27FC236}">
                <a16:creationId xmlns:a16="http://schemas.microsoft.com/office/drawing/2014/main" id="{62C748BB-50C1-476B-8A7E-95A55DFC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容易漏貼規則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版本散落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範例與腳本混在對話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上下文被無關內容塞滿</a:t>
            </a:r>
          </a:p>
        </p:txBody>
      </p:sp>
      <p:sp>
        <p:nvSpPr>
          <p:cNvPr id="10" name="text-1039">
            <a:extLst xmlns:a="http://schemas.openxmlformats.org/drawingml/2006/main">
              <a:ext uri="{FF2B5EF4-FFF2-40B4-BE49-F238E27FC236}">
                <a16:creationId xmlns:a16="http://schemas.microsoft.com/office/drawing/2014/main" id="{F2FC459B-6EE1-4547-8582-D57B06A6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按需載入 Skill</a:t>
            </a:r>
          </a:p>
        </p:txBody>
      </p:sp>
      <p:sp>
        <p:nvSpPr>
          <p:cNvPr id="11" name="text-1040">
            <a:extLst xmlns:a="http://schemas.openxmlformats.org/drawingml/2006/main">
              <a:ext uri="{FF2B5EF4-FFF2-40B4-BE49-F238E27FC236}">
                <a16:creationId xmlns:a16="http://schemas.microsoft.com/office/drawing/2014/main" id="{023F18F8-7114-4A84-802D-5DC7DF7A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先用名稱與描述判斷是否適用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需要時才讀完整流程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可附 references、scripts、assets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可測試、版控與共同維護</a:t>
            </a:r>
          </a:p>
        </p:txBody>
      </p:sp>
      <p:sp>
        <p:nvSpPr>
          <p:cNvPr id="12" name="text-1445">
            <a:extLst xmlns:a="http://schemas.openxmlformats.org/drawingml/2006/main">
              <a:ext uri="{FF2B5EF4-FFF2-40B4-BE49-F238E27FC236}">
                <a16:creationId xmlns:a16="http://schemas.microsoft.com/office/drawing/2014/main" id="{A5955251-435D-4EEA-B54C-2902D51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7715d1938a94755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452f4d5952e4376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14376809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041">
            <a:extLst xmlns:a="http://schemas.openxmlformats.org/drawingml/2006/main">
              <a:ext uri="{FF2B5EF4-FFF2-40B4-BE49-F238E27FC236}">
                <a16:creationId xmlns:a16="http://schemas.microsoft.com/office/drawing/2014/main" id="{A8EBF722-CD71-4F09-ACFA-9B417AA7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51 PROMPTS · 9 DOMAINS</a:t>
            </a:r>
          </a:p>
        </p:txBody>
      </p:sp>
      <p:sp>
        <p:nvSpPr>
          <p:cNvPr id="2" name="text-1042">
            <a:extLst xmlns:a="http://schemas.openxmlformats.org/drawingml/2006/main">
              <a:ext uri="{FF2B5EF4-FFF2-40B4-BE49-F238E27FC236}">
                <a16:creationId xmlns:a16="http://schemas.microsoft.com/office/drawing/2014/main" id="{A1F519B0-4A2A-4DBA-9E0E-374BA58A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從提示詞快捷面板開始發想</a:t>
            </a:r>
          </a:p>
        </p:txBody>
      </p:sp>
      <p:cxnSp>
        <p:nvCxnSpPr>
          <p:cNvPr id="12" name="shape-104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044">
            <a:extLst xmlns:a="http://schemas.openxmlformats.org/drawingml/2006/main">
              <a:ext uri="{FF2B5EF4-FFF2-40B4-BE49-F238E27FC236}">
                <a16:creationId xmlns:a16="http://schemas.microsoft.com/office/drawing/2014/main" id="{64C17430-9F2A-4B40-93D4-4668AA24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79D47F-E612-40D5-AEF5-A3B2ACE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06cd5b7e24430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600200"/>
            <a:ext cx="6934200" cy="445770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text-1045">
            <a:extLst xmlns:a="http://schemas.openxmlformats.org/drawingml/2006/main">
              <a:ext uri="{FF2B5EF4-FFF2-40B4-BE49-F238E27FC236}">
                <a16:creationId xmlns:a16="http://schemas.microsoft.com/office/drawing/2014/main" id="{77BE0210-9393-46BE-BDDF-210B5D68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阿凱老師的提示詞快捷面板</a:t>
            </a:r>
          </a:p>
        </p:txBody>
      </p:sp>
      <p:sp>
        <p:nvSpPr>
          <p:cNvPr id="8" name="text-1046">
            <a:extLst xmlns:a="http://schemas.openxmlformats.org/drawingml/2006/main">
              <a:ext uri="{FF2B5EF4-FFF2-40B4-BE49-F238E27FC236}">
                <a16:creationId xmlns:a16="http://schemas.microsoft.com/office/drawing/2014/main" id="{A5CC000F-4801-4CDE-85DF-C1C796FB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• 部署上線：Pages、Firebase、版本確認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• 網站設計：單檔網站、RWD、Google Sites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• 影音字幕：SRT、章節、短影片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• 圖像簡報、內容寫作、功能整合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• 技能文件、開發流程與常用片段</a:t>
            </a:r>
          </a:p>
        </p:txBody>
      </p:sp>
      <p:sp>
        <p:nvSpPr>
          <p:cNvPr id="9" name="text-1453">
            <a:extLst xmlns:a="http://schemas.openxmlformats.org/drawingml/2006/main">
              <a:ext uri="{FF2B5EF4-FFF2-40B4-BE49-F238E27FC236}">
                <a16:creationId xmlns:a16="http://schemas.microsoft.com/office/drawing/2014/main" id="{5EA6E194-00D0-49BD-833B-F4ACF487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c2593625dc14900"/>
              </a:rPr>
              <a:t>開啟提示詞面板 ↗</a:t>
            </a:r>
          </a:p>
        </p:txBody>
      </p:sp>
    </p:spTree>
    <p:extLst>
      <p:ext uri="{BB962C8B-B14F-4D97-AF65-F5344CB8AC3E}">
        <p14:creationId xmlns:p14="http://schemas.microsoft.com/office/powerpoint/2010/main" val="1256581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047">
            <a:extLst xmlns:a="http://schemas.openxmlformats.org/drawingml/2006/main">
              <a:ext uri="{FF2B5EF4-FFF2-40B4-BE49-F238E27FC236}">
                <a16:creationId xmlns:a16="http://schemas.microsoft.com/office/drawing/2014/main" id="{959C6DF0-E63A-4E1A-81F7-4582A095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PROMPT → SKILL</a:t>
            </a:r>
          </a:p>
        </p:txBody>
      </p:sp>
      <p:sp>
        <p:nvSpPr>
          <p:cNvPr id="2" name="text-1048">
            <a:extLst xmlns:a="http://schemas.openxmlformats.org/drawingml/2006/main">
              <a:ext uri="{FF2B5EF4-FFF2-40B4-BE49-F238E27FC236}">
                <a16:creationId xmlns:a16="http://schemas.microsoft.com/office/drawing/2014/main" id="{90AF21B1-16B8-4EDF-AD78-6FDF8B3D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四問判斷：這個提示詞值得升級成 Skill 嗎？</a:t>
            </a:r>
          </a:p>
        </p:txBody>
      </p:sp>
      <p:cxnSp>
        <p:nvCxnSpPr>
          <p:cNvPr id="25" name="shape-104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050">
            <a:extLst xmlns:a="http://schemas.openxmlformats.org/drawingml/2006/main">
              <a:ext uri="{FF2B5EF4-FFF2-40B4-BE49-F238E27FC236}">
                <a16:creationId xmlns:a16="http://schemas.microsoft.com/office/drawing/2014/main" id="{34653D79-689D-4B6E-BF1F-54E7680A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4FBFDF-9CB2-40BB-A76C-2156B07A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26</a:t>
            </a:r>
          </a:p>
        </p:txBody>
      </p:sp>
      <p:sp>
        <p:nvSpPr>
          <p:cNvPr id="6" name="shape-1051">
            <a:extLst xmlns:a="http://schemas.openxmlformats.org/drawingml/2006/main">
              <a:ext uri="{FF2B5EF4-FFF2-40B4-BE49-F238E27FC236}">
                <a16:creationId xmlns:a16="http://schemas.microsoft.com/office/drawing/2014/main" id="{C2FAF183-2FDD-4632-93E4-68E0880D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052">
            <a:extLst xmlns:a="http://schemas.openxmlformats.org/drawingml/2006/main">
              <a:ext uri="{FF2B5EF4-FFF2-40B4-BE49-F238E27FC236}">
                <a16:creationId xmlns:a16="http://schemas.microsoft.com/office/drawing/2014/main" id="{91DAC012-1776-44C3-8A04-FE130C65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8" name="text-1053">
            <a:extLst xmlns:a="http://schemas.openxmlformats.org/drawingml/2006/main">
              <a:ext uri="{FF2B5EF4-FFF2-40B4-BE49-F238E27FC236}">
                <a16:creationId xmlns:a16="http://schemas.microsoft.com/office/drawing/2014/main" id="{9E6E9FC2-39B2-4B64-BFE2-0DEB9C9F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會重複嗎？</a:t>
            </a:r>
          </a:p>
        </p:txBody>
      </p:sp>
      <p:sp>
        <p:nvSpPr>
          <p:cNvPr id="9" name="text-1054">
            <a:extLst xmlns:a="http://schemas.openxmlformats.org/drawingml/2006/main">
              <a:ext uri="{FF2B5EF4-FFF2-40B4-BE49-F238E27FC236}">
                <a16:creationId xmlns:a16="http://schemas.microsoft.com/office/drawing/2014/main" id="{F8C11D1F-708C-4415-B02F-FEFDE13E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一學期或一個團隊會反覆遇到，不是一次性要求。</a:t>
            </a:r>
          </a:p>
        </p:txBody>
      </p:sp>
      <p:sp>
        <p:nvSpPr>
          <p:cNvPr id="10" name="shape-1055">
            <a:extLst xmlns:a="http://schemas.openxmlformats.org/drawingml/2006/main">
              <a:ext uri="{FF2B5EF4-FFF2-40B4-BE49-F238E27FC236}">
                <a16:creationId xmlns:a16="http://schemas.microsoft.com/office/drawing/2014/main" id="{42E1541C-8D29-40B6-968F-30868B01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056">
            <a:extLst xmlns:a="http://schemas.openxmlformats.org/drawingml/2006/main">
              <a:ext uri="{FF2B5EF4-FFF2-40B4-BE49-F238E27FC236}">
                <a16:creationId xmlns:a16="http://schemas.microsoft.com/office/drawing/2014/main" id="{D7F5A9E6-22B4-40E9-91A3-D88FF1DC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D2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12" name="text-1057">
            <a:extLst xmlns:a="http://schemas.openxmlformats.org/drawingml/2006/main">
              <a:ext uri="{FF2B5EF4-FFF2-40B4-BE49-F238E27FC236}">
                <a16:creationId xmlns:a16="http://schemas.microsoft.com/office/drawing/2014/main" id="{6D6204E3-282F-44B8-B7A6-4BB2C974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流程穩定嗎？</a:t>
            </a:r>
          </a:p>
        </p:txBody>
      </p:sp>
      <p:sp>
        <p:nvSpPr>
          <p:cNvPr id="13" name="text-1058">
            <a:extLst xmlns:a="http://schemas.openxmlformats.org/drawingml/2006/main">
              <a:ext uri="{FF2B5EF4-FFF2-40B4-BE49-F238E27FC236}">
                <a16:creationId xmlns:a16="http://schemas.microsoft.com/office/drawing/2014/main" id="{90A55418-CCAD-47A7-ABC7-3CC376E8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大部分步驟、限制與輸出欄位可固定。</a:t>
            </a:r>
          </a:p>
        </p:txBody>
      </p:sp>
      <p:sp>
        <p:nvSpPr>
          <p:cNvPr id="14" name="shape-1059">
            <a:extLst xmlns:a="http://schemas.openxmlformats.org/drawingml/2006/main">
              <a:ext uri="{FF2B5EF4-FFF2-40B4-BE49-F238E27FC236}">
                <a16:creationId xmlns:a16="http://schemas.microsoft.com/office/drawing/2014/main" id="{110425A1-0B44-44C5-8ACF-8906CDD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060">
            <a:extLst xmlns:a="http://schemas.openxmlformats.org/drawingml/2006/main">
              <a:ext uri="{FF2B5EF4-FFF2-40B4-BE49-F238E27FC236}">
                <a16:creationId xmlns:a16="http://schemas.microsoft.com/office/drawing/2014/main" id="{D512EA9E-31B0-471E-AADB-29F6DE17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8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V</a:t>
            </a:r>
          </a:p>
        </p:txBody>
      </p:sp>
      <p:sp>
        <p:nvSpPr>
          <p:cNvPr id="16" name="text-1061">
            <a:extLst xmlns:a="http://schemas.openxmlformats.org/drawingml/2006/main">
              <a:ext uri="{FF2B5EF4-FFF2-40B4-BE49-F238E27FC236}">
                <a16:creationId xmlns:a16="http://schemas.microsoft.com/office/drawing/2014/main" id="{34B7ACB2-2D86-47A1-B633-33993134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能驗證嗎？</a:t>
            </a:r>
          </a:p>
        </p:txBody>
      </p:sp>
      <p:sp>
        <p:nvSpPr>
          <p:cNvPr id="17" name="text-1062">
            <a:extLst xmlns:a="http://schemas.openxmlformats.org/drawingml/2006/main">
              <a:ext uri="{FF2B5EF4-FFF2-40B4-BE49-F238E27FC236}">
                <a16:creationId xmlns:a16="http://schemas.microsoft.com/office/drawing/2014/main" id="{AED50910-A65D-468B-A40E-CB1F1F6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有可檢查的完成條件，而非只憑喜好。</a:t>
            </a:r>
          </a:p>
        </p:txBody>
      </p:sp>
      <p:sp>
        <p:nvSpPr>
          <p:cNvPr id="18" name="shape-1063">
            <a:extLst xmlns:a="http://schemas.openxmlformats.org/drawingml/2006/main">
              <a:ext uri="{FF2B5EF4-FFF2-40B4-BE49-F238E27FC236}">
                <a16:creationId xmlns:a16="http://schemas.microsoft.com/office/drawing/2014/main" id="{1423194A-6A76-4949-BD65-271C278D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1064">
            <a:extLst xmlns:a="http://schemas.openxmlformats.org/drawingml/2006/main">
              <a:ext uri="{FF2B5EF4-FFF2-40B4-BE49-F238E27FC236}">
                <a16:creationId xmlns:a16="http://schemas.microsoft.com/office/drawing/2014/main" id="{1BEFBA99-360F-4482-A326-0F7DF23F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</a:t>
            </a:r>
          </a:p>
        </p:txBody>
      </p:sp>
      <p:sp>
        <p:nvSpPr>
          <p:cNvPr id="20" name="text-1065">
            <a:extLst xmlns:a="http://schemas.openxmlformats.org/drawingml/2006/main">
              <a:ext uri="{FF2B5EF4-FFF2-40B4-BE49-F238E27FC236}">
                <a16:creationId xmlns:a16="http://schemas.microsoft.com/office/drawing/2014/main" id="{F0BE16A1-9593-4A73-9D73-ED147154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能維護嗎？</a:t>
            </a:r>
          </a:p>
        </p:txBody>
      </p:sp>
      <p:sp>
        <p:nvSpPr>
          <p:cNvPr id="21" name="text-1066">
            <a:extLst xmlns:a="http://schemas.openxmlformats.org/drawingml/2006/main">
              <a:ext uri="{FF2B5EF4-FFF2-40B4-BE49-F238E27FC236}">
                <a16:creationId xmlns:a16="http://schemas.microsoft.com/office/drawing/2014/main" id="{9AAF6A04-5E20-49BA-A912-D7F7D7E3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範例、規則與腳本可以更新、版控與交接。</a:t>
            </a:r>
          </a:p>
        </p:txBody>
      </p:sp>
      <p:sp>
        <p:nvSpPr>
          <p:cNvPr id="22" name="text-1446">
            <a:extLst xmlns:a="http://schemas.openxmlformats.org/drawingml/2006/main">
              <a:ext uri="{FF2B5EF4-FFF2-40B4-BE49-F238E27FC236}">
                <a16:creationId xmlns:a16="http://schemas.microsoft.com/office/drawing/2014/main" id="{3175D4A3-77AB-49CE-9A96-BB8B8A93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215d5da1f314c74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7ae25ce0e7f41e4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16328602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067">
            <a:extLst xmlns:a="http://schemas.openxmlformats.org/drawingml/2006/main">
              <a:ext uri="{FF2B5EF4-FFF2-40B4-BE49-F238E27FC236}">
                <a16:creationId xmlns:a16="http://schemas.microsoft.com/office/drawing/2014/main" id="{563B3FC1-E7F2-424F-80D0-8254B0E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CREATIVE STARTERS</a:t>
            </a:r>
          </a:p>
        </p:txBody>
      </p:sp>
      <p:sp>
        <p:nvSpPr>
          <p:cNvPr id="2" name="text-1068">
            <a:extLst xmlns:a="http://schemas.openxmlformats.org/drawingml/2006/main">
              <a:ext uri="{FF2B5EF4-FFF2-40B4-BE49-F238E27FC236}">
                <a16:creationId xmlns:a16="http://schemas.microsoft.com/office/drawing/2014/main" id="{527E7024-72B9-45FA-BF76-FC2544F7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六個真實提示詞，如何升級成 Skill</a:t>
            </a:r>
          </a:p>
        </p:txBody>
      </p:sp>
      <p:cxnSp>
        <p:nvCxnSpPr>
          <p:cNvPr id="33" name="shape-106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070">
            <a:extLst xmlns:a="http://schemas.openxmlformats.org/drawingml/2006/main">
              <a:ext uri="{FF2B5EF4-FFF2-40B4-BE49-F238E27FC236}">
                <a16:creationId xmlns:a16="http://schemas.microsoft.com/office/drawing/2014/main" id="{675B57CD-A8C0-4EC9-904D-D6BEFFAB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948DE0-F350-43ED-A4B6-46B1FD56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27</a:t>
            </a:r>
          </a:p>
        </p:txBody>
      </p:sp>
      <p:sp>
        <p:nvSpPr>
          <p:cNvPr id="6" name="shape-1071">
            <a:extLst xmlns:a="http://schemas.openxmlformats.org/drawingml/2006/main">
              <a:ext uri="{FF2B5EF4-FFF2-40B4-BE49-F238E27FC236}">
                <a16:creationId xmlns:a16="http://schemas.microsoft.com/office/drawing/2014/main" id="{9CDA8953-651C-46C4-A112-2F78B17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072">
            <a:extLst xmlns:a="http://schemas.openxmlformats.org/drawingml/2006/main">
              <a:ext uri="{FF2B5EF4-FFF2-40B4-BE49-F238E27FC236}">
                <a16:creationId xmlns:a16="http://schemas.microsoft.com/office/drawing/2014/main" id="{22D07BFE-E600-4590-96C6-DBD8B5F4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WEB</a:t>
            </a:r>
          </a:p>
        </p:txBody>
      </p:sp>
      <p:sp>
        <p:nvSpPr>
          <p:cNvPr id="8" name="text-1073">
            <a:extLst xmlns:a="http://schemas.openxmlformats.org/drawingml/2006/main">
              <a:ext uri="{FF2B5EF4-FFF2-40B4-BE49-F238E27FC236}">
                <a16:creationId xmlns:a16="http://schemas.microsoft.com/office/drawing/2014/main" id="{E6FD9BA8-1C4B-4AFC-91F3-64511EC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/onepage</a:t>
            </a:r>
          </a:p>
        </p:txBody>
      </p:sp>
      <p:sp>
        <p:nvSpPr>
          <p:cNvPr id="9" name="text-1074">
            <a:extLst xmlns:a="http://schemas.openxmlformats.org/drawingml/2006/main">
              <a:ext uri="{FF2B5EF4-FFF2-40B4-BE49-F238E27FC236}">
                <a16:creationId xmlns:a16="http://schemas.microsoft.com/office/drawing/2014/main" id="{F708D456-0EF0-4795-9ECE-B77BBA63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單檔互動網站 → 課程資源頁產製＋RWD＋連結檢查。</a:t>
            </a:r>
          </a:p>
        </p:txBody>
      </p:sp>
      <p:sp>
        <p:nvSpPr>
          <p:cNvPr id="10" name="shape-1075">
            <a:extLst xmlns:a="http://schemas.openxmlformats.org/drawingml/2006/main">
              <a:ext uri="{FF2B5EF4-FFF2-40B4-BE49-F238E27FC236}">
                <a16:creationId xmlns:a16="http://schemas.microsoft.com/office/drawing/2014/main" id="{179E9F9E-64BF-4F68-B938-1DA29D1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076">
            <a:extLst xmlns:a="http://schemas.openxmlformats.org/drawingml/2006/main">
              <a:ext uri="{FF2B5EF4-FFF2-40B4-BE49-F238E27FC236}">
                <a16:creationId xmlns:a16="http://schemas.microsoft.com/office/drawing/2014/main" id="{022F2ECB-64A8-4433-91A8-DB95D7F0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D2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PPT</a:t>
            </a:r>
          </a:p>
        </p:txBody>
      </p:sp>
      <p:sp>
        <p:nvSpPr>
          <p:cNvPr id="12" name="text-1077">
            <a:extLst xmlns:a="http://schemas.openxmlformats.org/drawingml/2006/main">
              <a:ext uri="{FF2B5EF4-FFF2-40B4-BE49-F238E27FC236}">
                <a16:creationId xmlns:a16="http://schemas.microsoft.com/office/drawing/2014/main" id="{5F4A0E7D-D40F-4CD6-97B7-B3A33628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/ppt</a:t>
            </a:r>
          </a:p>
        </p:txBody>
      </p:sp>
      <p:sp>
        <p:nvSpPr>
          <p:cNvPr id="13" name="text-1078">
            <a:extLst xmlns:a="http://schemas.openxmlformats.org/drawingml/2006/main">
              <a:ext uri="{FF2B5EF4-FFF2-40B4-BE49-F238E27FC236}">
                <a16:creationId xmlns:a16="http://schemas.microsoft.com/office/drawing/2014/main" id="{1E1323F5-9F2F-4477-8E66-71ECA666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溫馨簡報 → 來源整理＋頁面結構＋逐頁渲染檢核。</a:t>
            </a:r>
          </a:p>
        </p:txBody>
      </p:sp>
      <p:sp>
        <p:nvSpPr>
          <p:cNvPr id="14" name="shape-1079">
            <a:extLst xmlns:a="http://schemas.openxmlformats.org/drawingml/2006/main">
              <a:ext uri="{FF2B5EF4-FFF2-40B4-BE49-F238E27FC236}">
                <a16:creationId xmlns:a16="http://schemas.microsoft.com/office/drawing/2014/main" id="{7B506BAF-8EEF-442F-8A9A-E0B45B17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080">
            <a:extLst xmlns:a="http://schemas.openxmlformats.org/drawingml/2006/main">
              <a:ext uri="{FF2B5EF4-FFF2-40B4-BE49-F238E27FC236}">
                <a16:creationId xmlns:a16="http://schemas.microsoft.com/office/drawing/2014/main" id="{32C17314-79D0-448F-A898-14BFDF49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8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SRT</a:t>
            </a:r>
          </a:p>
        </p:txBody>
      </p:sp>
      <p:sp>
        <p:nvSpPr>
          <p:cNvPr id="16" name="text-1081">
            <a:extLst xmlns:a="http://schemas.openxmlformats.org/drawingml/2006/main">
              <a:ext uri="{FF2B5EF4-FFF2-40B4-BE49-F238E27FC236}">
                <a16:creationId xmlns:a16="http://schemas.microsoft.com/office/drawing/2014/main" id="{8B77A17C-7522-4003-8A3A-A58D3F81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/srt</a:t>
            </a:r>
          </a:p>
        </p:txBody>
      </p:sp>
      <p:sp>
        <p:nvSpPr>
          <p:cNvPr id="17" name="text-1082">
            <a:extLst xmlns:a="http://schemas.openxmlformats.org/drawingml/2006/main">
              <a:ext uri="{FF2B5EF4-FFF2-40B4-BE49-F238E27FC236}">
                <a16:creationId xmlns:a16="http://schemas.microsoft.com/office/drawing/2014/main" id="{3BDD1037-9FFB-44D9-BEA5-96018A72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SRT 字幕 → 語音轉錄＋專名校正＋空白切斷＋格式測試。</a:t>
            </a:r>
          </a:p>
        </p:txBody>
      </p:sp>
      <p:sp>
        <p:nvSpPr>
          <p:cNvPr id="18" name="shape-1083">
            <a:extLst xmlns:a="http://schemas.openxmlformats.org/drawingml/2006/main">
              <a:ext uri="{FF2B5EF4-FFF2-40B4-BE49-F238E27FC236}">
                <a16:creationId xmlns:a16="http://schemas.microsoft.com/office/drawing/2014/main" id="{C742037F-0FBB-4542-A68D-D9B07A5D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1084">
            <a:extLst xmlns:a="http://schemas.openxmlformats.org/drawingml/2006/main">
              <a:ext uri="{FF2B5EF4-FFF2-40B4-BE49-F238E27FC236}">
                <a16:creationId xmlns:a16="http://schemas.microsoft.com/office/drawing/2014/main" id="{A1E9C455-6352-4F77-997F-0C3021AC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QA</a:t>
            </a:r>
          </a:p>
        </p:txBody>
      </p:sp>
      <p:sp>
        <p:nvSpPr>
          <p:cNvPr id="20" name="text-1085">
            <a:extLst xmlns:a="http://schemas.openxmlformats.org/drawingml/2006/main">
              <a:ext uri="{FF2B5EF4-FFF2-40B4-BE49-F238E27FC236}">
                <a16:creationId xmlns:a16="http://schemas.microsoft.com/office/drawing/2014/main" id="{E8D98D72-DEEE-451C-9274-1B41B16B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/audit</a:t>
            </a:r>
          </a:p>
        </p:txBody>
      </p:sp>
      <p:sp>
        <p:nvSpPr>
          <p:cNvPr id="21" name="text-1086">
            <a:extLst xmlns:a="http://schemas.openxmlformats.org/drawingml/2006/main">
              <a:ext uri="{FF2B5EF4-FFF2-40B4-BE49-F238E27FC236}">
                <a16:creationId xmlns:a16="http://schemas.microsoft.com/office/drawing/2014/main" id="{1CDA8F47-C3BC-44FA-B7CA-0EFBCF6B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資料夾總檢 → 唯讀盤點＋風險分類＋移植建議＋交接文件。</a:t>
            </a:r>
          </a:p>
        </p:txBody>
      </p:sp>
      <p:sp>
        <p:nvSpPr>
          <p:cNvPr id="22" name="shape-1087">
            <a:extLst xmlns:a="http://schemas.openxmlformats.org/drawingml/2006/main">
              <a:ext uri="{FF2B5EF4-FFF2-40B4-BE49-F238E27FC236}">
                <a16:creationId xmlns:a16="http://schemas.microsoft.com/office/drawing/2014/main" id="{C0038B3A-A931-442D-AF22-AACB471E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23" name="text-1088">
            <a:extLst xmlns:a="http://schemas.openxmlformats.org/drawingml/2006/main">
              <a:ext uri="{FF2B5EF4-FFF2-40B4-BE49-F238E27FC236}">
                <a16:creationId xmlns:a16="http://schemas.microsoft.com/office/drawing/2014/main" id="{31801EA5-4B3E-4BC3-8791-0015B859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DEP</a:t>
            </a:r>
          </a:p>
        </p:txBody>
      </p:sp>
      <p:sp>
        <p:nvSpPr>
          <p:cNvPr id="24" name="text-1089">
            <a:extLst xmlns:a="http://schemas.openxmlformats.org/drawingml/2006/main">
              <a:ext uri="{FF2B5EF4-FFF2-40B4-BE49-F238E27FC236}">
                <a16:creationId xmlns:a16="http://schemas.microsoft.com/office/drawing/2014/main" id="{96EF7D69-F0D5-40EA-90C4-C8D7F855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/pages</a:t>
            </a:r>
          </a:p>
        </p:txBody>
      </p:sp>
      <p:sp>
        <p:nvSpPr>
          <p:cNvPr id="25" name="text-1090">
            <a:extLst xmlns:a="http://schemas.openxmlformats.org/drawingml/2006/main">
              <a:ext uri="{FF2B5EF4-FFF2-40B4-BE49-F238E27FC236}">
                <a16:creationId xmlns:a16="http://schemas.microsoft.com/office/drawing/2014/main" id="{CA109998-AAFC-44B3-81B1-69B8515F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GitHub Pages → 建置設定＋部署＋公開網址驗證。</a:t>
            </a:r>
          </a:p>
        </p:txBody>
      </p:sp>
      <p:sp>
        <p:nvSpPr>
          <p:cNvPr id="26" name="shape-1091">
            <a:extLst xmlns:a="http://schemas.openxmlformats.org/drawingml/2006/main">
              <a:ext uri="{FF2B5EF4-FFF2-40B4-BE49-F238E27FC236}">
                <a16:creationId xmlns:a16="http://schemas.microsoft.com/office/drawing/2014/main" id="{405D3FD4-BC76-4077-A68F-140DD76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27" name="text-1092">
            <a:extLst xmlns:a="http://schemas.openxmlformats.org/drawingml/2006/main">
              <a:ext uri="{FF2B5EF4-FFF2-40B4-BE49-F238E27FC236}">
                <a16:creationId xmlns:a16="http://schemas.microsoft.com/office/drawing/2014/main" id="{A2B7ACAC-58F1-46B4-A739-814F854A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META</a:t>
            </a:r>
          </a:p>
        </p:txBody>
      </p:sp>
      <p:sp>
        <p:nvSpPr>
          <p:cNvPr id="28" name="text-1093">
            <a:extLst xmlns:a="http://schemas.openxmlformats.org/drawingml/2006/main">
              <a:ext uri="{FF2B5EF4-FFF2-40B4-BE49-F238E27FC236}">
                <a16:creationId xmlns:a16="http://schemas.microsoft.com/office/drawing/2014/main" id="{EEB4A044-5280-4153-9F65-BEF1C3DD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/skill</a:t>
            </a:r>
          </a:p>
        </p:txBody>
      </p:sp>
      <p:sp>
        <p:nvSpPr>
          <p:cNvPr id="29" name="text-1094">
            <a:extLst xmlns:a="http://schemas.openxmlformats.org/drawingml/2006/main">
              <a:ext uri="{FF2B5EF4-FFF2-40B4-BE49-F238E27FC236}">
                <a16:creationId xmlns:a16="http://schemas.microsoft.com/office/drawing/2014/main" id="{22148B38-6A19-46C3-925D-EC6CC8A5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成功案例 → 根因、步驟、觸發條件與回歸測試的知識保存。</a:t>
            </a:r>
          </a:p>
        </p:txBody>
      </p:sp>
      <p:sp>
        <p:nvSpPr>
          <p:cNvPr id="30" name="text-1447">
            <a:extLst xmlns:a="http://schemas.openxmlformats.org/drawingml/2006/main">
              <a:ext uri="{FF2B5EF4-FFF2-40B4-BE49-F238E27FC236}">
                <a16:creationId xmlns:a16="http://schemas.microsoft.com/office/drawing/2014/main" id="{7D1BCCBE-B40C-4001-B4FF-F91BAD3D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da91ffdb5544d97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4f09d35c551463d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2556651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095">
            <a:extLst xmlns:a="http://schemas.openxmlformats.org/drawingml/2006/main">
              <a:ext uri="{FF2B5EF4-FFF2-40B4-BE49-F238E27FC236}">
                <a16:creationId xmlns:a16="http://schemas.microsoft.com/office/drawing/2014/main" id="{3B70C2E9-5460-4B61-9990-2F93F18E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FOLDER ANATOMY</a:t>
            </a:r>
          </a:p>
        </p:txBody>
      </p:sp>
      <p:sp>
        <p:nvSpPr>
          <p:cNvPr id="2" name="text-1096">
            <a:extLst xmlns:a="http://schemas.openxmlformats.org/drawingml/2006/main">
              <a:ext uri="{FF2B5EF4-FFF2-40B4-BE49-F238E27FC236}">
                <a16:creationId xmlns:a16="http://schemas.microsoft.com/office/drawing/2014/main" id="{E3CA9DBA-DEFE-4A39-8037-3838F957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Skill 資料夾：主文保持短，細節分層放</a:t>
            </a:r>
          </a:p>
        </p:txBody>
      </p:sp>
      <p:cxnSp>
        <p:nvCxnSpPr>
          <p:cNvPr id="25" name="shape-109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098">
            <a:extLst xmlns:a="http://schemas.openxmlformats.org/drawingml/2006/main">
              <a:ext uri="{FF2B5EF4-FFF2-40B4-BE49-F238E27FC236}">
                <a16:creationId xmlns:a16="http://schemas.microsoft.com/office/drawing/2014/main" id="{921075F8-844E-4CB3-878E-AA24CB0B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7F97E0-6AB8-4C23-B231-8C5796F3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28</a:t>
            </a:r>
          </a:p>
        </p:txBody>
      </p:sp>
      <p:sp>
        <p:nvSpPr>
          <p:cNvPr id="6" name="text-1099">
            <a:extLst xmlns:a="http://schemas.openxmlformats.org/drawingml/2006/main">
              <a:ext uri="{FF2B5EF4-FFF2-40B4-BE49-F238E27FC236}">
                <a16:creationId xmlns:a16="http://schemas.microsoft.com/office/drawing/2014/main" id="{61E4833C-A5B7-409D-A81C-A49153DD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text-1100">
            <a:extLst xmlns:a="http://schemas.openxmlformats.org/drawingml/2006/main">
              <a:ext uri="{FF2B5EF4-FFF2-40B4-BE49-F238E27FC236}">
                <a16:creationId xmlns:a16="http://schemas.microsoft.com/office/drawing/2014/main" id="{16C3FD11-4769-4963-B065-25239A20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SKILL.md</a:t>
            </a:r>
          </a:p>
        </p:txBody>
      </p:sp>
      <p:sp>
        <p:nvSpPr>
          <p:cNvPr id="8" name="text-1101">
            <a:extLst xmlns:a="http://schemas.openxmlformats.org/drawingml/2006/main">
              <a:ext uri="{FF2B5EF4-FFF2-40B4-BE49-F238E27FC236}">
                <a16:creationId xmlns:a16="http://schemas.microsoft.com/office/drawing/2014/main" id="{1805EBD6-4C35-4044-9135-92624C8F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266223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名稱、描述、核心流程</a:t>
            </a:r>
          </a:p>
        </p:txBody>
      </p:sp>
      <p:sp>
        <p:nvSpPr>
          <p:cNvPr id="9" name="text-1102">
            <a:extLst xmlns:a="http://schemas.openxmlformats.org/drawingml/2006/main">
              <a:ext uri="{FF2B5EF4-FFF2-40B4-BE49-F238E27FC236}">
                <a16:creationId xmlns:a16="http://schemas.microsoft.com/office/drawing/2014/main" id="{B0133641-445A-4866-8944-F502A081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0" name="text-1103">
            <a:extLst xmlns:a="http://schemas.openxmlformats.org/drawingml/2006/main">
              <a:ext uri="{FF2B5EF4-FFF2-40B4-BE49-F238E27FC236}">
                <a16:creationId xmlns:a16="http://schemas.microsoft.com/office/drawing/2014/main" id="{CECC531D-283A-49F5-B7C0-8B8D9FB3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104">
            <a:extLst xmlns:a="http://schemas.openxmlformats.org/drawingml/2006/main">
              <a:ext uri="{FF2B5EF4-FFF2-40B4-BE49-F238E27FC236}">
                <a16:creationId xmlns:a16="http://schemas.microsoft.com/office/drawing/2014/main" id="{AA2BF932-DAAF-4629-91C3-3700B511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098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references/</a:t>
            </a:r>
          </a:p>
        </p:txBody>
      </p:sp>
      <p:sp>
        <p:nvSpPr>
          <p:cNvPr id="12" name="text-1105">
            <a:extLst xmlns:a="http://schemas.openxmlformats.org/drawingml/2006/main">
              <a:ext uri="{FF2B5EF4-FFF2-40B4-BE49-F238E27FC236}">
                <a16:creationId xmlns:a16="http://schemas.microsoft.com/office/drawing/2014/main" id="{5E82E1DF-A9C3-40F0-9E09-1C8D2927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3276600"/>
            <a:ext cx="266223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規範、知識、長篇範例</a:t>
            </a:r>
          </a:p>
        </p:txBody>
      </p:sp>
      <p:sp>
        <p:nvSpPr>
          <p:cNvPr id="13" name="text-1106">
            <a:extLst xmlns:a="http://schemas.openxmlformats.org/drawingml/2006/main">
              <a:ext uri="{FF2B5EF4-FFF2-40B4-BE49-F238E27FC236}">
                <a16:creationId xmlns:a16="http://schemas.microsoft.com/office/drawing/2014/main" id="{6C821C97-D5FD-457A-9E5B-8A8903B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4" name="text-1107">
            <a:extLst xmlns:a="http://schemas.openxmlformats.org/drawingml/2006/main">
              <a:ext uri="{FF2B5EF4-FFF2-40B4-BE49-F238E27FC236}">
                <a16:creationId xmlns:a16="http://schemas.microsoft.com/office/drawing/2014/main" id="{B6CFD175-3B67-4C11-B957-E7D0C60D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5" name="text-1108">
            <a:extLst xmlns:a="http://schemas.openxmlformats.org/drawingml/2006/main">
              <a:ext uri="{FF2B5EF4-FFF2-40B4-BE49-F238E27FC236}">
                <a16:creationId xmlns:a16="http://schemas.microsoft.com/office/drawing/2014/main" id="{9EB2E083-2CD7-493E-A8BD-BD5AA53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098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scripts/</a:t>
            </a:r>
          </a:p>
        </p:txBody>
      </p:sp>
      <p:sp>
        <p:nvSpPr>
          <p:cNvPr id="16" name="text-1109">
            <a:extLst xmlns:a="http://schemas.openxmlformats.org/drawingml/2006/main">
              <a:ext uri="{FF2B5EF4-FFF2-40B4-BE49-F238E27FC236}">
                <a16:creationId xmlns:a16="http://schemas.microsoft.com/office/drawing/2014/main" id="{B91CB567-78DF-4F21-8F09-9336440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76600"/>
            <a:ext cx="266223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可重複執行的檢查與轉換</a:t>
            </a:r>
          </a:p>
        </p:txBody>
      </p:sp>
      <p:sp>
        <p:nvSpPr>
          <p:cNvPr id="17" name="text-1110">
            <a:extLst xmlns:a="http://schemas.openxmlformats.org/drawingml/2006/main">
              <a:ext uri="{FF2B5EF4-FFF2-40B4-BE49-F238E27FC236}">
                <a16:creationId xmlns:a16="http://schemas.microsoft.com/office/drawing/2014/main" id="{33807F8F-625F-4CB4-816A-B4A02FEF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text-1111">
            <a:extLst xmlns:a="http://schemas.openxmlformats.org/drawingml/2006/main">
              <a:ext uri="{FF2B5EF4-FFF2-40B4-BE49-F238E27FC236}">
                <a16:creationId xmlns:a16="http://schemas.microsoft.com/office/drawing/2014/main" id="{03759840-9204-46A2-9F18-DE883B2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9" name="text-1112">
            <a:extLst xmlns:a="http://schemas.openxmlformats.org/drawingml/2006/main">
              <a:ext uri="{FF2B5EF4-FFF2-40B4-BE49-F238E27FC236}">
                <a16:creationId xmlns:a16="http://schemas.microsoft.com/office/drawing/2014/main" id="{6E98056F-6F0F-40D8-BFF1-91A74898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098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assets/</a:t>
            </a:r>
          </a:p>
        </p:txBody>
      </p:sp>
      <p:sp>
        <p:nvSpPr>
          <p:cNvPr id="20" name="text-1113">
            <a:extLst xmlns:a="http://schemas.openxmlformats.org/drawingml/2006/main">
              <a:ext uri="{FF2B5EF4-FFF2-40B4-BE49-F238E27FC236}">
                <a16:creationId xmlns:a16="http://schemas.microsoft.com/office/drawing/2014/main" id="{30AC5B3C-79B9-49CA-A8BC-2A35AAF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76600"/>
            <a:ext cx="2662238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範本、圖片、輸出骨架</a:t>
            </a:r>
          </a:p>
        </p:txBody>
      </p:sp>
      <p:sp>
        <p:nvSpPr>
          <p:cNvPr id="21" name="text-1114">
            <a:extLst xmlns:a="http://schemas.openxmlformats.org/drawingml/2006/main">
              <a:ext uri="{FF2B5EF4-FFF2-40B4-BE49-F238E27FC236}">
                <a16:creationId xmlns:a16="http://schemas.microsoft.com/office/drawing/2014/main" id="{398FF0C7-690C-47EB-AB76-B25B33DB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22" name="text-1448">
            <a:extLst xmlns:a="http://schemas.openxmlformats.org/drawingml/2006/main">
              <a:ext uri="{FF2B5EF4-FFF2-40B4-BE49-F238E27FC236}">
                <a16:creationId xmlns:a16="http://schemas.microsoft.com/office/drawing/2014/main" id="{9F8C964A-2BE7-4420-96A7-B85F2CCB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4b39575e5a8472c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9a6e8c368ec4bf1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15019674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115">
            <a:extLst xmlns:a="http://schemas.openxmlformats.org/drawingml/2006/main">
              <a:ext uri="{FF2B5EF4-FFF2-40B4-BE49-F238E27FC236}">
                <a16:creationId xmlns:a16="http://schemas.microsoft.com/office/drawing/2014/main" id="{B7712B73-B7C8-4A23-836E-52642251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AGENT SKILL</a:t>
            </a:r>
          </a:p>
        </p:txBody>
      </p:sp>
      <p:sp>
        <p:nvSpPr>
          <p:cNvPr id="2" name="text-1116">
            <a:extLst xmlns:a="http://schemas.openxmlformats.org/drawingml/2006/main">
              <a:ext uri="{FF2B5EF4-FFF2-40B4-BE49-F238E27FC236}">
                <a16:creationId xmlns:a16="http://schemas.microsoft.com/office/drawing/2014/main" id="{EFFEEC94-2E73-4EB1-AE66-05E911BC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跨平台 SKILL.md：最小而清楚</a:t>
            </a:r>
          </a:p>
        </p:txBody>
      </p:sp>
      <p:cxnSp>
        <p:nvCxnSpPr>
          <p:cNvPr id="16" name="shape-111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118">
            <a:extLst xmlns:a="http://schemas.openxmlformats.org/drawingml/2006/main">
              <a:ext uri="{FF2B5EF4-FFF2-40B4-BE49-F238E27FC236}">
                <a16:creationId xmlns:a16="http://schemas.microsoft.com/office/drawing/2014/main" id="{7F481C3F-EDB8-4CBD-ABFD-1A0CB100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207304-FA2B-4751-8448-25B8D3E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29</a:t>
            </a:r>
          </a:p>
        </p:txBody>
      </p:sp>
      <p:sp>
        <p:nvSpPr>
          <p:cNvPr id="6" name="text-1119">
            <a:extLst xmlns:a="http://schemas.openxmlformats.org/drawingml/2006/main">
              <a:ext uri="{FF2B5EF4-FFF2-40B4-BE49-F238E27FC236}">
                <a16:creationId xmlns:a16="http://schemas.microsoft.com/office/drawing/2014/main" id="{FB6BCD61-09B8-4324-A1A2-3DF8B51B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050B12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---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name: course-site-quality-check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description: 檢查課程網站的手機版、無障礙、連結與部署狀態；當使用者要求網站上線前總檢時使用。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# 課程網站上線前總檢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1. 先唯讀檢查現況，不直接發布。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2. 依序檢查手機版、鍵盤操作、連結與隱私。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3. 對每項標示：通過／失敗／未確認。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4. 只有在使用者明確授權後才部署。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5. 交付檢查表、證據與下一步。</a:t>
            </a:r>
          </a:p>
        </p:txBody>
      </p:sp>
      <p:sp>
        <p:nvSpPr>
          <p:cNvPr id="7" name="text-1120">
            <a:extLst xmlns:a="http://schemas.openxmlformats.org/drawingml/2006/main">
              <a:ext uri="{FF2B5EF4-FFF2-40B4-BE49-F238E27FC236}">
                <a16:creationId xmlns:a16="http://schemas.microsoft.com/office/drawing/2014/main" id="{EF780130-6F92-4FB6-9E96-EA8E5A1E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Frontmatter</a:t>
            </a:r>
          </a:p>
        </p:txBody>
      </p:sp>
      <p:sp>
        <p:nvSpPr>
          <p:cNvPr id="8" name="text-1121">
            <a:extLst xmlns:a="http://schemas.openxmlformats.org/drawingml/2006/main">
              <a:ext uri="{FF2B5EF4-FFF2-40B4-BE49-F238E27FC236}">
                <a16:creationId xmlns:a16="http://schemas.microsoft.com/office/drawing/2014/main" id="{4C52739B-C798-4F89-8154-6C976C6B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為跨 Antigravity 與 Codex 使用，只保留 name、description。</a:t>
            </a:r>
          </a:p>
        </p:txBody>
      </p:sp>
      <p:sp>
        <p:nvSpPr>
          <p:cNvPr id="9" name="text-1122">
            <a:extLst xmlns:a="http://schemas.openxmlformats.org/drawingml/2006/main">
              <a:ext uri="{FF2B5EF4-FFF2-40B4-BE49-F238E27FC236}">
                <a16:creationId xmlns:a16="http://schemas.microsoft.com/office/drawing/2014/main" id="{F3D9B08E-240E-4A0B-B354-D12065F1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CD2C7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CD2C7"/>
                </a:solidFill>
                <a:latin typeface="Noto Sans TC"/>
                <a:ea typeface="Noto Sans TC"/>
                <a:cs typeface="Noto Sans TC"/>
              </a:rPr>
              <a:t>描述要能觸發</a:t>
            </a:r>
          </a:p>
        </p:txBody>
      </p:sp>
      <p:sp>
        <p:nvSpPr>
          <p:cNvPr id="10" name="text-1123">
            <a:extLst xmlns:a="http://schemas.openxmlformats.org/drawingml/2006/main">
              <a:ext uri="{FF2B5EF4-FFF2-40B4-BE49-F238E27FC236}">
                <a16:creationId xmlns:a16="http://schemas.microsoft.com/office/drawing/2014/main" id="{16B9698B-A6E7-46D7-8058-D1A2B9C6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寫清楚何時使用，以及它解決什麼工作。</a:t>
            </a:r>
          </a:p>
        </p:txBody>
      </p:sp>
      <p:sp>
        <p:nvSpPr>
          <p:cNvPr id="11" name="text-1124">
            <a:extLst xmlns:a="http://schemas.openxmlformats.org/drawingml/2006/main">
              <a:ext uri="{FF2B5EF4-FFF2-40B4-BE49-F238E27FC236}">
                <a16:creationId xmlns:a16="http://schemas.microsoft.com/office/drawing/2014/main" id="{2E0484AF-B0AB-4661-A7B4-3DA3ABE7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流程要能驗收</a:t>
            </a:r>
          </a:p>
        </p:txBody>
      </p:sp>
      <p:sp>
        <p:nvSpPr>
          <p:cNvPr id="12" name="text-1125">
            <a:extLst xmlns:a="http://schemas.openxmlformats.org/drawingml/2006/main">
              <a:ext uri="{FF2B5EF4-FFF2-40B4-BE49-F238E27FC236}">
                <a16:creationId xmlns:a16="http://schemas.microsoft.com/office/drawing/2014/main" id="{B061D353-DDB4-465B-BFD2-D52A2AEE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步驟、狀態與授權邊界都可檢查。</a:t>
            </a:r>
          </a:p>
        </p:txBody>
      </p:sp>
      <p:sp>
        <p:nvSpPr>
          <p:cNvPr id="13" name="text-1449">
            <a:extLst xmlns:a="http://schemas.openxmlformats.org/drawingml/2006/main">
              <a:ext uri="{FF2B5EF4-FFF2-40B4-BE49-F238E27FC236}">
                <a16:creationId xmlns:a16="http://schemas.microsoft.com/office/drawing/2014/main" id="{7989BEE0-B298-4A85-8E5F-E1A6A8F9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4ecfe64f9e6438f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6d99e7e823145fe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3687514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126">
            <a:extLst xmlns:a="http://schemas.openxmlformats.org/drawingml/2006/main">
              <a:ext uri="{FF2B5EF4-FFF2-40B4-BE49-F238E27FC236}">
                <a16:creationId xmlns:a16="http://schemas.microsoft.com/office/drawing/2014/main" id="{4E85F8C2-AA99-4D91-80B3-2EFC9E2C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PROGRESSIVE DISCLOSURE</a:t>
            </a:r>
          </a:p>
        </p:txBody>
      </p:sp>
      <p:sp>
        <p:nvSpPr>
          <p:cNvPr id="2" name="text-1127">
            <a:extLst xmlns:a="http://schemas.openxmlformats.org/drawingml/2006/main">
              <a:ext uri="{FF2B5EF4-FFF2-40B4-BE49-F238E27FC236}">
                <a16:creationId xmlns:a16="http://schemas.microsoft.com/office/drawing/2014/main" id="{DDA4AA1D-AEA1-468B-BDE6-FFECA112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漸進式揭露：Agent 需要時才讀細節</a:t>
            </a:r>
          </a:p>
        </p:txBody>
      </p:sp>
      <p:cxnSp>
        <p:nvCxnSpPr>
          <p:cNvPr id="29" name="shape-112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129">
            <a:extLst xmlns:a="http://schemas.openxmlformats.org/drawingml/2006/main">
              <a:ext uri="{FF2B5EF4-FFF2-40B4-BE49-F238E27FC236}">
                <a16:creationId xmlns:a16="http://schemas.microsoft.com/office/drawing/2014/main" id="{6CDCB738-3A91-4C16-8F78-4B63B30B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E09610-A8CB-443B-9933-8B04791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30</a:t>
            </a:r>
          </a:p>
        </p:txBody>
      </p:sp>
      <p:sp>
        <p:nvSpPr>
          <p:cNvPr id="6" name="shape-1130">
            <a:extLst xmlns:a="http://schemas.openxmlformats.org/drawingml/2006/main">
              <a:ext uri="{FF2B5EF4-FFF2-40B4-BE49-F238E27FC236}">
                <a16:creationId xmlns:a16="http://schemas.microsoft.com/office/drawing/2014/main" id="{8BE914AC-36E4-484F-9295-ECEF3A17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131">
            <a:extLst xmlns:a="http://schemas.openxmlformats.org/drawingml/2006/main">
              <a:ext uri="{FF2B5EF4-FFF2-40B4-BE49-F238E27FC236}">
                <a16:creationId xmlns:a16="http://schemas.microsoft.com/office/drawing/2014/main" id="{213BB7BF-AB12-4600-B785-F61B9D8A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132">
            <a:extLst xmlns:a="http://schemas.openxmlformats.org/drawingml/2006/main">
              <a:ext uri="{FF2B5EF4-FFF2-40B4-BE49-F238E27FC236}">
                <a16:creationId xmlns:a16="http://schemas.microsoft.com/office/drawing/2014/main" id="{EBF76848-A244-4A8C-A469-944D8A9C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第一層：描述</a:t>
            </a:r>
          </a:p>
        </p:txBody>
      </p:sp>
      <p:sp>
        <p:nvSpPr>
          <p:cNvPr id="9" name="text-1133">
            <a:extLst xmlns:a="http://schemas.openxmlformats.org/drawingml/2006/main">
              <a:ext uri="{FF2B5EF4-FFF2-40B4-BE49-F238E27FC236}">
                <a16:creationId xmlns:a16="http://schemas.microsoft.com/office/drawing/2014/main" id="{BEE156E3-2DED-43B2-8F22-2315A581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Agent 先看名稱與 description，判斷是否適用。</a:t>
            </a:r>
          </a:p>
        </p:txBody>
      </p:sp>
      <p:sp>
        <p:nvSpPr>
          <p:cNvPr id="10" name="shape-1134">
            <a:extLst xmlns:a="http://schemas.openxmlformats.org/drawingml/2006/main">
              <a:ext uri="{FF2B5EF4-FFF2-40B4-BE49-F238E27FC236}">
                <a16:creationId xmlns:a16="http://schemas.microsoft.com/office/drawing/2014/main" id="{8011FF4B-63CB-4A72-9FAB-DCB372C6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135">
            <a:extLst xmlns:a="http://schemas.openxmlformats.org/drawingml/2006/main">
              <a:ext uri="{FF2B5EF4-FFF2-40B4-BE49-F238E27FC236}">
                <a16:creationId xmlns:a16="http://schemas.microsoft.com/office/drawing/2014/main" id="{6ECCA52B-C3A5-45FD-854A-83D85155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D2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136">
            <a:extLst xmlns:a="http://schemas.openxmlformats.org/drawingml/2006/main">
              <a:ext uri="{FF2B5EF4-FFF2-40B4-BE49-F238E27FC236}">
                <a16:creationId xmlns:a16="http://schemas.microsoft.com/office/drawing/2014/main" id="{B87D78DF-171E-41D7-81B6-75A03F5A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第二層：主流程</a:t>
            </a:r>
          </a:p>
        </p:txBody>
      </p:sp>
      <p:sp>
        <p:nvSpPr>
          <p:cNvPr id="13" name="text-1137">
            <a:extLst xmlns:a="http://schemas.openxmlformats.org/drawingml/2006/main">
              <a:ext uri="{FF2B5EF4-FFF2-40B4-BE49-F238E27FC236}">
                <a16:creationId xmlns:a16="http://schemas.microsoft.com/office/drawing/2014/main" id="{728BFDFA-F77C-4396-B73F-257F5EA3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觸發後讀 SKILL.md，取得核心步驟與規則。</a:t>
            </a:r>
          </a:p>
        </p:txBody>
      </p:sp>
      <p:sp>
        <p:nvSpPr>
          <p:cNvPr id="14" name="shape-1138">
            <a:extLst xmlns:a="http://schemas.openxmlformats.org/drawingml/2006/main">
              <a:ext uri="{FF2B5EF4-FFF2-40B4-BE49-F238E27FC236}">
                <a16:creationId xmlns:a16="http://schemas.microsoft.com/office/drawing/2014/main" id="{70994472-F623-407B-B684-3999E41E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139">
            <a:extLst xmlns:a="http://schemas.openxmlformats.org/drawingml/2006/main">
              <a:ext uri="{FF2B5EF4-FFF2-40B4-BE49-F238E27FC236}">
                <a16:creationId xmlns:a16="http://schemas.microsoft.com/office/drawing/2014/main" id="{807BE9EA-0C19-4884-AD4D-B1CFF174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8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140">
            <a:extLst xmlns:a="http://schemas.openxmlformats.org/drawingml/2006/main">
              <a:ext uri="{FF2B5EF4-FFF2-40B4-BE49-F238E27FC236}">
                <a16:creationId xmlns:a16="http://schemas.microsoft.com/office/drawing/2014/main" id="{DB066AB3-09CD-45DC-BBCC-101CA77E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第三層：附件</a:t>
            </a:r>
          </a:p>
        </p:txBody>
      </p:sp>
      <p:sp>
        <p:nvSpPr>
          <p:cNvPr id="17" name="text-1141">
            <a:extLst xmlns:a="http://schemas.openxmlformats.org/drawingml/2006/main">
              <a:ext uri="{FF2B5EF4-FFF2-40B4-BE49-F238E27FC236}">
                <a16:creationId xmlns:a16="http://schemas.microsoft.com/office/drawing/2014/main" id="{506AB1C4-AF60-4D03-946B-A2DA83C1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任務需要時才讀 references、執行 scripts、取用 assets。</a:t>
            </a:r>
          </a:p>
        </p:txBody>
      </p:sp>
      <p:sp>
        <p:nvSpPr>
          <p:cNvPr id="18" name="text-1142">
            <a:extLst xmlns:a="http://schemas.openxmlformats.org/drawingml/2006/main">
              <a:ext uri="{FF2B5EF4-FFF2-40B4-BE49-F238E27FC236}">
                <a16:creationId xmlns:a16="http://schemas.microsoft.com/office/drawing/2014/main" id="{21D9289E-9E7C-40B0-9847-C3D25509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描述</a:t>
            </a:r>
          </a:p>
        </p:txBody>
      </p:sp>
      <p:sp>
        <p:nvSpPr>
          <p:cNvPr id="19" name="text-1143">
            <a:extLst xmlns:a="http://schemas.openxmlformats.org/drawingml/2006/main">
              <a:ext uri="{FF2B5EF4-FFF2-40B4-BE49-F238E27FC236}">
                <a16:creationId xmlns:a16="http://schemas.microsoft.com/office/drawing/2014/main" id="{40E00908-81F8-4BAC-BC06-E6246610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SKILL.md</a:t>
            </a:r>
          </a:p>
        </p:txBody>
      </p:sp>
      <p:sp>
        <p:nvSpPr>
          <p:cNvPr id="20" name="text-1144">
            <a:extLst xmlns:a="http://schemas.openxmlformats.org/drawingml/2006/main">
              <a:ext uri="{FF2B5EF4-FFF2-40B4-BE49-F238E27FC236}">
                <a16:creationId xmlns:a16="http://schemas.microsoft.com/office/drawing/2014/main" id="{E0E380E9-EDC4-4CBE-83CB-B048697F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附件</a:t>
            </a:r>
          </a:p>
        </p:txBody>
      </p:sp>
      <p:sp>
        <p:nvSpPr>
          <p:cNvPr id="21" name="text-1145">
            <a:extLst xmlns:a="http://schemas.openxmlformats.org/drawingml/2006/main">
              <a:ext uri="{FF2B5EF4-FFF2-40B4-BE49-F238E27FC236}">
                <a16:creationId xmlns:a16="http://schemas.microsoft.com/office/drawing/2014/main" id="{220EE87C-8F51-4357-8361-C874846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1B22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可驗證成果</a:t>
            </a:r>
          </a:p>
        </p:txBody>
      </p:sp>
      <p:cxnSp>
        <p:nvCxnSpPr>
          <p:cNvPr id="4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28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7FF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295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7FF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962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06D"/>
            </a:solidFill>
            <a:prstDash val="solid"/>
            <a:tailEnd type="arrow" w="sm" len="sm"/>
          </a:ln>
        </p:spPr>
      </p:cxnSp>
      <p:sp>
        <p:nvSpPr>
          <p:cNvPr id="25" name="text-1146">
            <a:extLst xmlns:a="http://schemas.openxmlformats.org/drawingml/2006/main">
              <a:ext uri="{FF2B5EF4-FFF2-40B4-BE49-F238E27FC236}">
                <a16:creationId xmlns:a16="http://schemas.microsoft.com/office/drawing/2014/main" id="{44880A81-9B3F-41F4-8D06-4780051D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19750"/>
            <a:ext cx="560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按需載入，不把整個知識庫一次塞進主文</a:t>
            </a:r>
          </a:p>
        </p:txBody>
      </p:sp>
      <p:sp>
        <p:nvSpPr>
          <p:cNvPr id="26" name="text-1450">
            <a:extLst xmlns:a="http://schemas.openxmlformats.org/drawingml/2006/main">
              <a:ext uri="{FF2B5EF4-FFF2-40B4-BE49-F238E27FC236}">
                <a16:creationId xmlns:a16="http://schemas.microsoft.com/office/drawing/2014/main" id="{AC0C150D-4187-48A5-B183-24D2B4B6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72df4b173bb4964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7f38db217cf4a55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4998237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147">
            <a:extLst xmlns:a="http://schemas.openxmlformats.org/drawingml/2006/main">
              <a:ext uri="{FF2B5EF4-FFF2-40B4-BE49-F238E27FC236}">
                <a16:creationId xmlns:a16="http://schemas.microsoft.com/office/drawing/2014/main" id="{29D8FDF5-D4EE-461D-9B38-90207CB1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text-1148">
            <a:extLst xmlns:a="http://schemas.openxmlformats.org/drawingml/2006/main">
              <a:ext uri="{FF2B5EF4-FFF2-40B4-BE49-F238E27FC236}">
                <a16:creationId xmlns:a16="http://schemas.microsoft.com/office/drawing/2014/main" id="{56EB8010-5792-4C00-805C-CCBA8248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實作 C｜把一筆提示詞升級成教育 Skill</a:t>
            </a:r>
          </a:p>
        </p:txBody>
      </p:sp>
      <p:cxnSp>
        <p:nvCxnSpPr>
          <p:cNvPr id="22" name="shape-114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150">
            <a:extLst xmlns:a="http://schemas.openxmlformats.org/drawingml/2006/main">
              <a:ext uri="{FF2B5EF4-FFF2-40B4-BE49-F238E27FC236}">
                <a16:creationId xmlns:a16="http://schemas.microsoft.com/office/drawing/2014/main" id="{A1C46365-6245-4661-A885-698EFAD1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2479CE-9A39-496F-A56E-E2BC10F3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31</a:t>
            </a:r>
          </a:p>
        </p:txBody>
      </p:sp>
      <p:sp>
        <p:nvSpPr>
          <p:cNvPr id="6" name="text-1151">
            <a:extLst xmlns:a="http://schemas.openxmlformats.org/drawingml/2006/main">
              <a:ext uri="{FF2B5EF4-FFF2-40B4-BE49-F238E27FC236}">
                <a16:creationId xmlns:a16="http://schemas.microsoft.com/office/drawing/2014/main" id="{F141573A-7B9A-4396-B060-17B9C2AB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152">
            <a:extLst xmlns:a="http://schemas.openxmlformats.org/drawingml/2006/main">
              <a:ext uri="{FF2B5EF4-FFF2-40B4-BE49-F238E27FC236}">
                <a16:creationId xmlns:a16="http://schemas.microsoft.com/office/drawing/2014/main" id="{36352937-EB6D-42D0-BA88-D29CBD5D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153">
            <a:extLst xmlns:a="http://schemas.openxmlformats.org/drawingml/2006/main">
              <a:ext uri="{FF2B5EF4-FFF2-40B4-BE49-F238E27FC236}">
                <a16:creationId xmlns:a16="http://schemas.microsoft.com/office/drawing/2014/main" id="{69780932-FD2F-4962-B66E-4BFA79CD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154">
            <a:extLst xmlns:a="http://schemas.openxmlformats.org/drawingml/2006/main">
              <a:ext uri="{FF2B5EF4-FFF2-40B4-BE49-F238E27FC236}">
                <a16:creationId xmlns:a16="http://schemas.microsoft.com/office/drawing/2014/main" id="{D2F751B7-84E7-4D78-9481-9EA53631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從快捷面板選一個高頻提示詞</a:t>
            </a:r>
          </a:p>
        </p:txBody>
      </p:sp>
      <p:sp>
        <p:nvSpPr>
          <p:cNvPr id="10" name="text-1155">
            <a:extLst xmlns:a="http://schemas.openxmlformats.org/drawingml/2006/main">
              <a:ext uri="{FF2B5EF4-FFF2-40B4-BE49-F238E27FC236}">
                <a16:creationId xmlns:a16="http://schemas.microsoft.com/office/drawing/2014/main" id="{63A99685-B960-403E-830E-7D6C6CB0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156">
            <a:extLst xmlns:a="http://schemas.openxmlformats.org/drawingml/2006/main">
              <a:ext uri="{FF2B5EF4-FFF2-40B4-BE49-F238E27FC236}">
                <a16:creationId xmlns:a16="http://schemas.microsoft.com/office/drawing/2014/main" id="{B20C6DE0-8C90-49EB-960F-151465F7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補齊輸入、步驟、限制與驗收</a:t>
            </a:r>
          </a:p>
        </p:txBody>
      </p:sp>
      <p:sp>
        <p:nvSpPr>
          <p:cNvPr id="12" name="text-1157">
            <a:extLst xmlns:a="http://schemas.openxmlformats.org/drawingml/2006/main">
              <a:ext uri="{FF2B5EF4-FFF2-40B4-BE49-F238E27FC236}">
                <a16:creationId xmlns:a16="http://schemas.microsoft.com/office/drawing/2014/main" id="{F83A33A6-3197-4A7B-B8BD-4071B713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158">
            <a:extLst xmlns:a="http://schemas.openxmlformats.org/drawingml/2006/main">
              <a:ext uri="{FF2B5EF4-FFF2-40B4-BE49-F238E27FC236}">
                <a16:creationId xmlns:a16="http://schemas.microsoft.com/office/drawing/2014/main" id="{2A0198B3-E156-454D-9733-BD38E618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建立資料夾與 SKILL.md</a:t>
            </a:r>
          </a:p>
        </p:txBody>
      </p:sp>
      <p:sp>
        <p:nvSpPr>
          <p:cNvPr id="14" name="text-1159">
            <a:extLst xmlns:a="http://schemas.openxmlformats.org/drawingml/2006/main">
              <a:ext uri="{FF2B5EF4-FFF2-40B4-BE49-F238E27FC236}">
                <a16:creationId xmlns:a16="http://schemas.microsoft.com/office/drawing/2014/main" id="{E75813BD-B7F5-4671-9E1D-59504A78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160">
            <a:extLst xmlns:a="http://schemas.openxmlformats.org/drawingml/2006/main">
              <a:ext uri="{FF2B5EF4-FFF2-40B4-BE49-F238E27FC236}">
                <a16:creationId xmlns:a16="http://schemas.microsoft.com/office/drawing/2014/main" id="{C898AED0-627E-4D3C-8EC3-7E24A733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在 Agent 中用自然語句觸發並修正</a:t>
            </a:r>
          </a:p>
        </p:txBody>
      </p:sp>
      <p:sp>
        <p:nvSpPr>
          <p:cNvPr id="16" name="shape-1161">
            <a:extLst xmlns:a="http://schemas.openxmlformats.org/drawingml/2006/main">
              <a:ext uri="{FF2B5EF4-FFF2-40B4-BE49-F238E27FC236}">
                <a16:creationId xmlns:a16="http://schemas.microsoft.com/office/drawing/2014/main" id="{353F9468-C8A3-40B2-87D6-5B94626C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7" name="text-1162">
            <a:extLst xmlns:a="http://schemas.openxmlformats.org/drawingml/2006/main">
              <a:ext uri="{FF2B5EF4-FFF2-40B4-BE49-F238E27FC236}">
                <a16:creationId xmlns:a16="http://schemas.microsoft.com/office/drawing/2014/main" id="{71D10908-8770-4E3B-ABEF-211DC086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163">
            <a:extLst xmlns:a="http://schemas.openxmlformats.org/drawingml/2006/main">
              <a:ext uri="{FF2B5EF4-FFF2-40B4-BE49-F238E27FC236}">
                <a16:creationId xmlns:a16="http://schemas.microsoft.com/office/drawing/2014/main" id="{898CCB5F-C4D8-4CB5-8131-DAA06FE0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名稱與描述清楚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流程可重複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有至少一項驗收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需要授權的動作會停</a:t>
            </a:r>
          </a:p>
        </p:txBody>
      </p:sp>
      <p:sp>
        <p:nvSpPr>
          <p:cNvPr id="19" name="text-1451">
            <a:extLst xmlns:a="http://schemas.openxmlformats.org/drawingml/2006/main">
              <a:ext uri="{FF2B5EF4-FFF2-40B4-BE49-F238E27FC236}">
                <a16:creationId xmlns:a16="http://schemas.microsoft.com/office/drawing/2014/main" id="{D79B8BB6-4EF3-4DAA-A05C-AEFF547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bd3b835fe60455e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9b4843855984b41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20168730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164">
            <a:extLst xmlns:a="http://schemas.openxmlformats.org/drawingml/2006/main">
              <a:ext uri="{FF2B5EF4-FFF2-40B4-BE49-F238E27FC236}">
                <a16:creationId xmlns:a16="http://schemas.microsoft.com/office/drawing/2014/main" id="{D247A2BF-B186-4EDA-87B5-FA25926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CROSS-AGENT TEST</a:t>
            </a:r>
          </a:p>
        </p:txBody>
      </p:sp>
      <p:sp>
        <p:nvSpPr>
          <p:cNvPr id="2" name="text-1165">
            <a:extLst xmlns:a="http://schemas.openxmlformats.org/drawingml/2006/main">
              <a:ext uri="{FF2B5EF4-FFF2-40B4-BE49-F238E27FC236}">
                <a16:creationId xmlns:a16="http://schemas.microsoft.com/office/drawing/2014/main" id="{7EBEDC84-D5BD-4109-9B2E-BBF255A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同一個 Skill，做兩輪交叉測試</a:t>
            </a:r>
          </a:p>
        </p:txBody>
      </p:sp>
      <p:cxnSp>
        <p:nvCxnSpPr>
          <p:cNvPr id="25" name="shape-116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167">
            <a:extLst xmlns:a="http://schemas.openxmlformats.org/drawingml/2006/main">
              <a:ext uri="{FF2B5EF4-FFF2-40B4-BE49-F238E27FC236}">
                <a16:creationId xmlns:a16="http://schemas.microsoft.com/office/drawing/2014/main" id="{D03A40B3-C886-454E-9F1B-6AB01C0E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9BFD63-0DC2-431D-8962-5C3AB2F2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32</a:t>
            </a:r>
          </a:p>
        </p:txBody>
      </p:sp>
      <p:sp>
        <p:nvSpPr>
          <p:cNvPr id="6" name="shape-1168">
            <a:extLst xmlns:a="http://schemas.openxmlformats.org/drawingml/2006/main">
              <a:ext uri="{FF2B5EF4-FFF2-40B4-BE49-F238E27FC236}">
                <a16:creationId xmlns:a16="http://schemas.microsoft.com/office/drawing/2014/main" id="{ECA42C0E-8832-41FB-9807-90E2C8CE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169">
            <a:extLst xmlns:a="http://schemas.openxmlformats.org/drawingml/2006/main">
              <a:ext uri="{FF2B5EF4-FFF2-40B4-BE49-F238E27FC236}">
                <a16:creationId xmlns:a16="http://schemas.microsoft.com/office/drawing/2014/main" id="{6ED09E26-AE75-47A9-BDD0-438B5E73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170">
            <a:extLst xmlns:a="http://schemas.openxmlformats.org/drawingml/2006/main">
              <a:ext uri="{FF2B5EF4-FFF2-40B4-BE49-F238E27FC236}">
                <a16:creationId xmlns:a16="http://schemas.microsoft.com/office/drawing/2014/main" id="{1279CF99-1314-4AD0-8634-4702AE1F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觸發</a:t>
            </a:r>
          </a:p>
        </p:txBody>
      </p:sp>
      <p:sp>
        <p:nvSpPr>
          <p:cNvPr id="9" name="text-1171">
            <a:extLst xmlns:a="http://schemas.openxmlformats.org/drawingml/2006/main">
              <a:ext uri="{FF2B5EF4-FFF2-40B4-BE49-F238E27FC236}">
                <a16:creationId xmlns:a16="http://schemas.microsoft.com/office/drawing/2014/main" id="{2A3C6EA3-D460-42D8-AA90-E38DB285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Antigravity 與 Codex 是否都能從 description 判斷何時使用？</a:t>
            </a:r>
          </a:p>
        </p:txBody>
      </p:sp>
      <p:sp>
        <p:nvSpPr>
          <p:cNvPr id="10" name="shape-1172">
            <a:extLst xmlns:a="http://schemas.openxmlformats.org/drawingml/2006/main">
              <a:ext uri="{FF2B5EF4-FFF2-40B4-BE49-F238E27FC236}">
                <a16:creationId xmlns:a16="http://schemas.microsoft.com/office/drawing/2014/main" id="{A6ABB134-6F4D-493E-B423-301A254D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173">
            <a:extLst xmlns:a="http://schemas.openxmlformats.org/drawingml/2006/main">
              <a:ext uri="{FF2B5EF4-FFF2-40B4-BE49-F238E27FC236}">
                <a16:creationId xmlns:a16="http://schemas.microsoft.com/office/drawing/2014/main" id="{3C3A6672-F2CD-46AA-8FED-6BE1B2E8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174">
            <a:extLst xmlns:a="http://schemas.openxmlformats.org/drawingml/2006/main">
              <a:ext uri="{FF2B5EF4-FFF2-40B4-BE49-F238E27FC236}">
                <a16:creationId xmlns:a16="http://schemas.microsoft.com/office/drawing/2014/main" id="{22EAFE92-445F-494B-8C9F-C6CFD6FB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步驟</a:t>
            </a:r>
          </a:p>
        </p:txBody>
      </p:sp>
      <p:sp>
        <p:nvSpPr>
          <p:cNvPr id="13" name="text-1175">
            <a:extLst xmlns:a="http://schemas.openxmlformats.org/drawingml/2006/main">
              <a:ext uri="{FF2B5EF4-FFF2-40B4-BE49-F238E27FC236}">
                <a16:creationId xmlns:a16="http://schemas.microsoft.com/office/drawing/2014/main" id="{6DE757D1-45F9-4A3E-B86F-4858E0BC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是否按相同順序處理，或清楚說明環境差異？</a:t>
            </a:r>
          </a:p>
        </p:txBody>
      </p:sp>
      <p:sp>
        <p:nvSpPr>
          <p:cNvPr id="14" name="shape-1176">
            <a:extLst xmlns:a="http://schemas.openxmlformats.org/drawingml/2006/main">
              <a:ext uri="{FF2B5EF4-FFF2-40B4-BE49-F238E27FC236}">
                <a16:creationId xmlns:a16="http://schemas.microsoft.com/office/drawing/2014/main" id="{05ACACC6-8933-4873-86B5-0D87308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177">
            <a:extLst xmlns:a="http://schemas.openxmlformats.org/drawingml/2006/main">
              <a:ext uri="{FF2B5EF4-FFF2-40B4-BE49-F238E27FC236}">
                <a16:creationId xmlns:a16="http://schemas.microsoft.com/office/drawing/2014/main" id="{54689116-3796-417A-9E99-04E513A7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178">
            <a:extLst xmlns:a="http://schemas.openxmlformats.org/drawingml/2006/main">
              <a:ext uri="{FF2B5EF4-FFF2-40B4-BE49-F238E27FC236}">
                <a16:creationId xmlns:a16="http://schemas.microsoft.com/office/drawing/2014/main" id="{989AC672-7B32-41A7-BBE7-3218D951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護欄</a:t>
            </a:r>
          </a:p>
        </p:txBody>
      </p:sp>
      <p:sp>
        <p:nvSpPr>
          <p:cNvPr id="17" name="text-1179">
            <a:extLst xmlns:a="http://schemas.openxmlformats.org/drawingml/2006/main">
              <a:ext uri="{FF2B5EF4-FFF2-40B4-BE49-F238E27FC236}">
                <a16:creationId xmlns:a16="http://schemas.microsoft.com/office/drawing/2014/main" id="{236028BB-B9DA-4799-BE5B-6361E1CC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是否都在發布、刪除、寄送或改權限前停下？</a:t>
            </a:r>
          </a:p>
        </p:txBody>
      </p:sp>
      <p:sp>
        <p:nvSpPr>
          <p:cNvPr id="18" name="shape-1180">
            <a:extLst xmlns:a="http://schemas.openxmlformats.org/drawingml/2006/main">
              <a:ext uri="{FF2B5EF4-FFF2-40B4-BE49-F238E27FC236}">
                <a16:creationId xmlns:a16="http://schemas.microsoft.com/office/drawing/2014/main" id="{A8DD9705-4DB3-499D-AF1C-6480294F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1181">
            <a:extLst xmlns:a="http://schemas.openxmlformats.org/drawingml/2006/main">
              <a:ext uri="{FF2B5EF4-FFF2-40B4-BE49-F238E27FC236}">
                <a16:creationId xmlns:a16="http://schemas.microsoft.com/office/drawing/2014/main" id="{1C48DEEF-51FE-4767-8FEF-305F3C9C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182">
            <a:extLst xmlns:a="http://schemas.openxmlformats.org/drawingml/2006/main">
              <a:ext uri="{FF2B5EF4-FFF2-40B4-BE49-F238E27FC236}">
                <a16:creationId xmlns:a16="http://schemas.microsoft.com/office/drawing/2014/main" id="{6B0D1B3F-4299-41A6-95D0-1085ACD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證據</a:t>
            </a:r>
          </a:p>
        </p:txBody>
      </p:sp>
      <p:sp>
        <p:nvSpPr>
          <p:cNvPr id="21" name="text-1183">
            <a:extLst xmlns:a="http://schemas.openxmlformats.org/drawingml/2006/main">
              <a:ext uri="{FF2B5EF4-FFF2-40B4-BE49-F238E27FC236}">
                <a16:creationId xmlns:a16="http://schemas.microsoft.com/office/drawing/2014/main" id="{ACAB2476-27DD-4F58-97D4-7DF9828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是否都回報通過、失敗與未確認，而非只說完成？</a:t>
            </a:r>
          </a:p>
        </p:txBody>
      </p:sp>
      <p:sp>
        <p:nvSpPr>
          <p:cNvPr id="22" name="text-1452">
            <a:extLst xmlns:a="http://schemas.openxmlformats.org/drawingml/2006/main">
              <a:ext uri="{FF2B5EF4-FFF2-40B4-BE49-F238E27FC236}">
                <a16:creationId xmlns:a16="http://schemas.microsoft.com/office/drawing/2014/main" id="{1BD404E0-686A-43BA-81D6-C9CC157F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8250c23ed9d48c0"/>
              </a:rPr>
              <a:t>Antigravity Skills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fcdffc0bd3841b9"/>
              </a:rPr>
              <a:t>Codex Skills ↗</a:t>
            </a:r>
          </a:p>
        </p:txBody>
      </p:sp>
    </p:spTree>
    <p:extLst>
      <p:ext uri="{BB962C8B-B14F-4D97-AF65-F5344CB8AC3E}">
        <p14:creationId xmlns:p14="http://schemas.microsoft.com/office/powerpoint/2010/main" val="19532128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84">
            <a:extLst xmlns:a="http://schemas.openxmlformats.org/drawingml/2006/main">
              <a:ext uri="{FF2B5EF4-FFF2-40B4-BE49-F238E27FC236}">
                <a16:creationId xmlns:a16="http://schemas.microsoft.com/office/drawing/2014/main" id="{D699CAA6-D9E0-43D5-9049-E149180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" name="text-1185">
            <a:extLst xmlns:a="http://schemas.openxmlformats.org/drawingml/2006/main">
              <a:ext uri="{FF2B5EF4-FFF2-40B4-BE49-F238E27FC236}">
                <a16:creationId xmlns:a16="http://schemas.microsoft.com/office/drawing/2014/main" id="{6B3A49EF-C5BC-4A8A-A24A-0954F222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AI 分析學生資料</a:t>
            </a:r>
          </a:p>
        </p:txBody>
      </p:sp>
      <p:sp>
        <p:nvSpPr>
          <p:cNvPr id="3" name="text-1186">
            <a:extLst xmlns:a="http://schemas.openxmlformats.org/drawingml/2006/main">
              <a:ext uri="{FF2B5EF4-FFF2-40B4-BE49-F238E27FC236}">
                <a16:creationId xmlns:a16="http://schemas.microsoft.com/office/drawing/2014/main" id="{031B7024-A425-4502-9CF2-F1A6947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把選擇題統計與簡答題編碼分流處理，再用人工複核與一致性檢查，把 AI 變成研究助理而不是黑箱評分者。</a:t>
            </a:r>
          </a:p>
        </p:txBody>
      </p:sp>
      <p:sp>
        <p:nvSpPr>
          <p:cNvPr id="4" name="shape-1187">
            <a:extLst xmlns:a="http://schemas.openxmlformats.org/drawingml/2006/main">
              <a:ext uri="{FF2B5EF4-FFF2-40B4-BE49-F238E27FC236}">
                <a16:creationId xmlns:a16="http://schemas.microsoft.com/office/drawing/2014/main" id="{F8BD1BB1-2F9C-402A-BB6C-DFE85F31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188">
            <a:extLst xmlns:a="http://schemas.openxmlformats.org/drawingml/2006/main">
              <a:ext uri="{FF2B5EF4-FFF2-40B4-BE49-F238E27FC236}">
                <a16:creationId xmlns:a16="http://schemas.microsoft.com/office/drawing/2014/main" id="{B5B1B6C0-DB2F-41CB-9857-BDA24F3A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5" name="shape-118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7" name="text-1190">
            <a:extLst xmlns:a="http://schemas.openxmlformats.org/drawingml/2006/main">
              <a:ext uri="{FF2B5EF4-FFF2-40B4-BE49-F238E27FC236}">
                <a16:creationId xmlns:a16="http://schemas.microsoft.com/office/drawing/2014/main" id="{F46D9B7D-5775-4D0D-B12D-F5A119AA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E8E425-DC69-47C3-AB3F-7257F996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33</a:t>
            </a:r>
          </a:p>
        </p:txBody>
      </p:sp>
      <p:sp>
        <p:nvSpPr>
          <p:cNvPr id="9" name="text-1454">
            <a:extLst xmlns:a="http://schemas.openxmlformats.org/drawingml/2006/main">
              <a:ext uri="{FF2B5EF4-FFF2-40B4-BE49-F238E27FC236}">
                <a16:creationId xmlns:a16="http://schemas.microsoft.com/office/drawing/2014/main" id="{C901C76F-E9F5-4FEF-9F36-BA54B341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7fd27884a414d71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1679bdb5fb34ff6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18291622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191">
            <a:extLst xmlns:a="http://schemas.openxmlformats.org/drawingml/2006/main">
              <a:ext uri="{FF2B5EF4-FFF2-40B4-BE49-F238E27FC236}">
                <a16:creationId xmlns:a16="http://schemas.microsoft.com/office/drawing/2014/main" id="{6C377026-4B3D-47D5-A1DA-FAFF7200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TWO DATA LANES</a:t>
            </a:r>
          </a:p>
        </p:txBody>
      </p:sp>
      <p:sp>
        <p:nvSpPr>
          <p:cNvPr id="2" name="text-1192">
            <a:extLst xmlns:a="http://schemas.openxmlformats.org/drawingml/2006/main">
              <a:ext uri="{FF2B5EF4-FFF2-40B4-BE49-F238E27FC236}">
                <a16:creationId xmlns:a16="http://schemas.microsoft.com/office/drawing/2014/main" id="{DD823DE1-73AC-4E84-BFCE-2CBE86BC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先分流：選擇題算表現，簡答題讀理解證據</a:t>
            </a:r>
          </a:p>
        </p:txBody>
      </p:sp>
      <p:cxnSp>
        <p:nvCxnSpPr>
          <p:cNvPr id="26" name="shape-119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194">
            <a:extLst xmlns:a="http://schemas.openxmlformats.org/drawingml/2006/main">
              <a:ext uri="{FF2B5EF4-FFF2-40B4-BE49-F238E27FC236}">
                <a16:creationId xmlns:a16="http://schemas.microsoft.com/office/drawing/2014/main" id="{B1EE42D9-C7E9-494A-95C8-84F402D8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79D278-616E-477A-AA8E-EA462A51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34</a:t>
            </a:r>
          </a:p>
        </p:txBody>
      </p:sp>
      <p:sp>
        <p:nvSpPr>
          <p:cNvPr id="6" name="shape-1195">
            <a:extLst xmlns:a="http://schemas.openxmlformats.org/drawingml/2006/main">
              <a:ext uri="{FF2B5EF4-FFF2-40B4-BE49-F238E27FC236}">
                <a16:creationId xmlns:a16="http://schemas.microsoft.com/office/drawing/2014/main" id="{0E3F8C12-0C51-433A-927D-A4AB84F2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shape-1196">
            <a:extLst xmlns:a="http://schemas.openxmlformats.org/drawingml/2006/main">
              <a:ext uri="{FF2B5EF4-FFF2-40B4-BE49-F238E27FC236}">
                <a16:creationId xmlns:a16="http://schemas.microsoft.com/office/drawing/2014/main" id="{8D2E157E-364A-4C97-8ED8-AE932974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8" name="text-1197">
            <a:extLst xmlns:a="http://schemas.openxmlformats.org/drawingml/2006/main">
              <a:ext uri="{FF2B5EF4-FFF2-40B4-BE49-F238E27FC236}">
                <a16:creationId xmlns:a16="http://schemas.microsoft.com/office/drawing/2014/main" id="{A29F9BC7-3A24-499E-9786-11C97519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選擇題／結構化資料</a:t>
            </a:r>
          </a:p>
        </p:txBody>
      </p:sp>
      <p:sp>
        <p:nvSpPr>
          <p:cNvPr id="9" name="text-1198">
            <a:extLst xmlns:a="http://schemas.openxmlformats.org/drawingml/2006/main">
              <a:ext uri="{FF2B5EF4-FFF2-40B4-BE49-F238E27FC236}">
                <a16:creationId xmlns:a16="http://schemas.microsoft.com/office/drawing/2014/main" id="{E6E9CF0A-A522-447C-8307-D56575AF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答案鍵比對與缺漏檢查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全班、分組與題目答對率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干擾選項分布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異常值與資料品質標記</a:t>
            </a:r>
          </a:p>
        </p:txBody>
      </p:sp>
      <p:sp>
        <p:nvSpPr>
          <p:cNvPr id="10" name="text-1199">
            <a:extLst xmlns:a="http://schemas.openxmlformats.org/drawingml/2006/main">
              <a:ext uri="{FF2B5EF4-FFF2-40B4-BE49-F238E27FC236}">
                <a16:creationId xmlns:a16="http://schemas.microsoft.com/office/drawing/2014/main" id="{544D23C2-76F9-40FE-B109-2860515E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簡答題／文字資料</a:t>
            </a:r>
          </a:p>
        </p:txBody>
      </p:sp>
      <p:sp>
        <p:nvSpPr>
          <p:cNvPr id="11" name="text-1200">
            <a:extLst xmlns:a="http://schemas.openxmlformats.org/drawingml/2006/main">
              <a:ext uri="{FF2B5EF4-FFF2-40B4-BE49-F238E27FC236}">
                <a16:creationId xmlns:a16="http://schemas.microsoft.com/office/drawing/2014/main" id="{9E52350D-3205-401D-BA74-89A183E6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先定義逐題編碼規準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保留支持編碼的文字證據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AI 初編＋信心與待複核旗標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人工獨立抽查與處理歧異</a:t>
            </a:r>
          </a:p>
        </p:txBody>
      </p:sp>
      <p:sp>
        <p:nvSpPr>
          <p:cNvPr id="12" name="text-1201">
            <a:extLst xmlns:a="http://schemas.openxmlformats.org/drawingml/2006/main">
              <a:ext uri="{FF2B5EF4-FFF2-40B4-BE49-F238E27FC236}">
                <a16:creationId xmlns:a16="http://schemas.microsoft.com/office/drawing/2014/main" id="{61228173-61AC-441C-BE70-FB8060DB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答案鍵</a:t>
            </a:r>
          </a:p>
        </p:txBody>
      </p:sp>
      <p:sp>
        <p:nvSpPr>
          <p:cNvPr id="13" name="text-1202">
            <a:extLst xmlns:a="http://schemas.openxmlformats.org/drawingml/2006/main">
              <a:ext uri="{FF2B5EF4-FFF2-40B4-BE49-F238E27FC236}">
                <a16:creationId xmlns:a16="http://schemas.microsoft.com/office/drawing/2014/main" id="{6D50F11D-8713-4A3D-8008-D1E3E46A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統計</a:t>
            </a:r>
          </a:p>
        </p:txBody>
      </p:sp>
      <p:sp>
        <p:nvSpPr>
          <p:cNvPr id="14" name="text-1203">
            <a:extLst xmlns:a="http://schemas.openxmlformats.org/drawingml/2006/main">
              <a:ext uri="{FF2B5EF4-FFF2-40B4-BE49-F238E27FC236}">
                <a16:creationId xmlns:a16="http://schemas.microsoft.com/office/drawing/2014/main" id="{F6325A59-A606-485B-A65D-01F09973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群體趨勢</a:t>
            </a:r>
          </a:p>
        </p:txBody>
      </p: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383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7FF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23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7FF"/>
            </a:solidFill>
            <a:prstDash val="solid"/>
            <a:tailEnd type="arrow" w="sm" len="sm"/>
          </a:ln>
        </p:spPr>
      </p:cxnSp>
      <p:sp>
        <p:nvSpPr>
          <p:cNvPr id="17" name="text-1204">
            <a:extLst xmlns:a="http://schemas.openxmlformats.org/drawingml/2006/main">
              <a:ext uri="{FF2B5EF4-FFF2-40B4-BE49-F238E27FC236}">
                <a16:creationId xmlns:a16="http://schemas.microsoft.com/office/drawing/2014/main" id="{6A741F47-4F58-46E0-9662-CC93B21B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編碼規準</a:t>
            </a:r>
          </a:p>
        </p:txBody>
      </p:sp>
      <p:sp>
        <p:nvSpPr>
          <p:cNvPr id="18" name="text-1205">
            <a:extLst xmlns:a="http://schemas.openxmlformats.org/drawingml/2006/main">
              <a:ext uri="{FF2B5EF4-FFF2-40B4-BE49-F238E27FC236}">
                <a16:creationId xmlns:a16="http://schemas.microsoft.com/office/drawing/2014/main" id="{467408FE-E369-4E05-80D5-F30E129F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1B22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AI 初編</a:t>
            </a:r>
          </a:p>
        </p:txBody>
      </p:sp>
      <p:sp>
        <p:nvSpPr>
          <p:cNvPr id="19" name="text-1206">
            <a:extLst xmlns:a="http://schemas.openxmlformats.org/drawingml/2006/main">
              <a:ext uri="{FF2B5EF4-FFF2-40B4-BE49-F238E27FC236}">
                <a16:creationId xmlns:a16="http://schemas.microsoft.com/office/drawing/2014/main" id="{7A50E21F-0451-462E-BE82-E29E2D92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人工複核</a:t>
            </a:r>
          </a:p>
        </p:txBody>
      </p:sp>
      <p:cxnSp>
        <p:nvCxnSpPr>
          <p:cNvPr id="4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6771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D2C7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2011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06D"/>
            </a:solidFill>
            <a:prstDash val="solid"/>
            <a:tailEnd type="arrow" w="sm" len="sm"/>
          </a:ln>
        </p:spPr>
      </p:cxnSp>
      <p:sp>
        <p:nvSpPr>
          <p:cNvPr id="22" name="text-1207">
            <a:extLst xmlns:a="http://schemas.openxmlformats.org/drawingml/2006/main">
              <a:ext uri="{FF2B5EF4-FFF2-40B4-BE49-F238E27FC236}">
                <a16:creationId xmlns:a16="http://schemas.microsoft.com/office/drawing/2014/main" id="{7DE7CD5E-2C1A-4598-A6FF-EE88F7E5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兩條資料流，最後在報告層匯合；不要用同一套規則硬套</a:t>
            </a:r>
          </a:p>
        </p:txBody>
      </p:sp>
      <p:sp>
        <p:nvSpPr>
          <p:cNvPr id="23" name="text-1455">
            <a:extLst xmlns:a="http://schemas.openxmlformats.org/drawingml/2006/main">
              <a:ext uri="{FF2B5EF4-FFF2-40B4-BE49-F238E27FC236}">
                <a16:creationId xmlns:a16="http://schemas.microsoft.com/office/drawing/2014/main" id="{CF206DFC-4CFD-4BD6-BE06-26AE8143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e4378415d4d43fd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6a261454eb141e2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11376024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1208">
            <a:extLst xmlns:a="http://schemas.openxmlformats.org/drawingml/2006/main">
              <a:ext uri="{FF2B5EF4-FFF2-40B4-BE49-F238E27FC236}">
                <a16:creationId xmlns:a16="http://schemas.microsoft.com/office/drawing/2014/main" id="{5877345F-13CB-447C-9535-22FC6BC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EVIDENCE PIPELINE</a:t>
            </a:r>
          </a:p>
        </p:txBody>
      </p:sp>
      <p:sp>
        <p:nvSpPr>
          <p:cNvPr id="2" name="text-1209">
            <a:extLst xmlns:a="http://schemas.openxmlformats.org/drawingml/2006/main">
              <a:ext uri="{FF2B5EF4-FFF2-40B4-BE49-F238E27FC236}">
                <a16:creationId xmlns:a16="http://schemas.microsoft.com/office/drawing/2014/main" id="{253DD91A-5E88-4943-BE5D-B7D1D105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七步研究流程：從原始資料到可追查報告</a:t>
            </a:r>
          </a:p>
        </p:txBody>
      </p:sp>
      <p:cxnSp>
        <p:nvCxnSpPr>
          <p:cNvPr id="37" name="shape-121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211">
            <a:extLst xmlns:a="http://schemas.openxmlformats.org/drawingml/2006/main">
              <a:ext uri="{FF2B5EF4-FFF2-40B4-BE49-F238E27FC236}">
                <a16:creationId xmlns:a16="http://schemas.microsoft.com/office/drawing/2014/main" id="{43DF5E85-64FB-4D4B-855C-02F3855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5A90C6-35BC-4EB7-B749-90D54D8C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35</a:t>
            </a:r>
          </a:p>
        </p:txBody>
      </p:sp>
      <p:sp>
        <p:nvSpPr>
          <p:cNvPr id="6" name="text-1212">
            <a:extLst xmlns:a="http://schemas.openxmlformats.org/drawingml/2006/main">
              <a:ext uri="{FF2B5EF4-FFF2-40B4-BE49-F238E27FC236}">
                <a16:creationId xmlns:a16="http://schemas.microsoft.com/office/drawing/2014/main" id="{E3B8A729-1074-4ECA-A98B-441B11F6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text-1213">
            <a:extLst xmlns:a="http://schemas.openxmlformats.org/drawingml/2006/main">
              <a:ext uri="{FF2B5EF4-FFF2-40B4-BE49-F238E27FC236}">
                <a16:creationId xmlns:a16="http://schemas.microsoft.com/office/drawing/2014/main" id="{01A5FCF1-A4CF-46B2-93DA-F87A6B2D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去識別</a:t>
            </a:r>
          </a:p>
        </p:txBody>
      </p:sp>
      <p:sp>
        <p:nvSpPr>
          <p:cNvPr id="8" name="text-1214">
            <a:extLst xmlns:a="http://schemas.openxmlformats.org/drawingml/2006/main">
              <a:ext uri="{FF2B5EF4-FFF2-40B4-BE49-F238E27FC236}">
                <a16:creationId xmlns:a16="http://schemas.microsoft.com/office/drawing/2014/main" id="{CAAA6369-32F9-4D2C-A86C-88D2036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1447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移除姓名與直接識別欄位</a:t>
            </a:r>
          </a:p>
        </p:txBody>
      </p:sp>
      <p:sp>
        <p:nvSpPr>
          <p:cNvPr id="9" name="text-1215">
            <a:extLst xmlns:a="http://schemas.openxmlformats.org/drawingml/2006/main">
              <a:ext uri="{FF2B5EF4-FFF2-40B4-BE49-F238E27FC236}">
                <a16:creationId xmlns:a16="http://schemas.microsoft.com/office/drawing/2014/main" id="{F44CE797-5D66-4447-9279-1D84117B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0" name="text-1216">
            <a:extLst xmlns:a="http://schemas.openxmlformats.org/drawingml/2006/main">
              <a:ext uri="{FF2B5EF4-FFF2-40B4-BE49-F238E27FC236}">
                <a16:creationId xmlns:a16="http://schemas.microsoft.com/office/drawing/2014/main" id="{9B8A3A78-B61B-4322-8D48-C8AE7815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217">
            <a:extLst xmlns:a="http://schemas.openxmlformats.org/drawingml/2006/main">
              <a:ext uri="{FF2B5EF4-FFF2-40B4-BE49-F238E27FC236}">
                <a16:creationId xmlns:a16="http://schemas.microsoft.com/office/drawing/2014/main" id="{EDCC7B55-F13C-43D1-864D-DA5E7101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09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資料字典</a:t>
            </a:r>
          </a:p>
        </p:txBody>
      </p:sp>
      <p:sp>
        <p:nvSpPr>
          <p:cNvPr id="12" name="text-1218">
            <a:extLst xmlns:a="http://schemas.openxmlformats.org/drawingml/2006/main">
              <a:ext uri="{FF2B5EF4-FFF2-40B4-BE49-F238E27FC236}">
                <a16:creationId xmlns:a16="http://schemas.microsoft.com/office/drawing/2014/main" id="{6067C83B-A347-4859-907C-6D9ABCE9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1447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欄位、答案鍵、缺失值</a:t>
            </a:r>
          </a:p>
        </p:txBody>
      </p:sp>
      <p:sp>
        <p:nvSpPr>
          <p:cNvPr id="13" name="text-1219">
            <a:extLst xmlns:a="http://schemas.openxmlformats.org/drawingml/2006/main">
              <a:ext uri="{FF2B5EF4-FFF2-40B4-BE49-F238E27FC236}">
                <a16:creationId xmlns:a16="http://schemas.microsoft.com/office/drawing/2014/main" id="{8D0398EC-36CE-43E2-A892-797136DB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4" name="text-1220">
            <a:extLst xmlns:a="http://schemas.openxmlformats.org/drawingml/2006/main">
              <a:ext uri="{FF2B5EF4-FFF2-40B4-BE49-F238E27FC236}">
                <a16:creationId xmlns:a16="http://schemas.microsoft.com/office/drawing/2014/main" id="{DB7C51E9-6B05-497A-811F-BA3CB416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5" name="text-1221">
            <a:extLst xmlns:a="http://schemas.openxmlformats.org/drawingml/2006/main">
              <a:ext uri="{FF2B5EF4-FFF2-40B4-BE49-F238E27FC236}">
                <a16:creationId xmlns:a16="http://schemas.microsoft.com/office/drawing/2014/main" id="{BAFDFC2D-3D41-455C-A43B-846E57AB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品質檢查</a:t>
            </a:r>
          </a:p>
        </p:txBody>
      </p:sp>
      <p:sp>
        <p:nvSpPr>
          <p:cNvPr id="16" name="text-1222">
            <a:extLst xmlns:a="http://schemas.openxmlformats.org/drawingml/2006/main">
              <a:ext uri="{FF2B5EF4-FFF2-40B4-BE49-F238E27FC236}">
                <a16:creationId xmlns:a16="http://schemas.microsoft.com/office/drawing/2014/main" id="{08D90797-BF4F-468E-80E4-325A7BCA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76600"/>
            <a:ext cx="1447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重複、空白、非法值</a:t>
            </a:r>
          </a:p>
        </p:txBody>
      </p:sp>
      <p:sp>
        <p:nvSpPr>
          <p:cNvPr id="17" name="text-1223">
            <a:extLst xmlns:a="http://schemas.openxmlformats.org/drawingml/2006/main">
              <a:ext uri="{FF2B5EF4-FFF2-40B4-BE49-F238E27FC236}">
                <a16:creationId xmlns:a16="http://schemas.microsoft.com/office/drawing/2014/main" id="{6D0A9826-340E-4B4E-9994-1959B3DF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text-1224">
            <a:extLst xmlns:a="http://schemas.openxmlformats.org/drawingml/2006/main">
              <a:ext uri="{FF2B5EF4-FFF2-40B4-BE49-F238E27FC236}">
                <a16:creationId xmlns:a16="http://schemas.microsoft.com/office/drawing/2014/main" id="{40346876-3112-4E49-A595-283CAB29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9" name="text-1225">
            <a:extLst xmlns:a="http://schemas.openxmlformats.org/drawingml/2006/main">
              <a:ext uri="{FF2B5EF4-FFF2-40B4-BE49-F238E27FC236}">
                <a16:creationId xmlns:a16="http://schemas.microsoft.com/office/drawing/2014/main" id="{976CD5D6-4C17-4CDE-A14A-5B7EBCB5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09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選擇題</a:t>
            </a:r>
          </a:p>
        </p:txBody>
      </p:sp>
      <p:sp>
        <p:nvSpPr>
          <p:cNvPr id="20" name="text-1226">
            <a:extLst xmlns:a="http://schemas.openxmlformats.org/drawingml/2006/main">
              <a:ext uri="{FF2B5EF4-FFF2-40B4-BE49-F238E27FC236}">
                <a16:creationId xmlns:a16="http://schemas.microsoft.com/office/drawing/2014/main" id="{F4EEAD8D-9BCC-43A2-AC31-5E982A82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76600"/>
            <a:ext cx="1447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答對率與選項分布</a:t>
            </a:r>
          </a:p>
        </p:txBody>
      </p:sp>
      <p:sp>
        <p:nvSpPr>
          <p:cNvPr id="21" name="text-1227">
            <a:extLst xmlns:a="http://schemas.openxmlformats.org/drawingml/2006/main">
              <a:ext uri="{FF2B5EF4-FFF2-40B4-BE49-F238E27FC236}">
                <a16:creationId xmlns:a16="http://schemas.microsoft.com/office/drawing/2014/main" id="{30838A5A-6C95-4908-A4F7-1B6BE57B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2" name="text-1228">
            <a:extLst xmlns:a="http://schemas.openxmlformats.org/drawingml/2006/main">
              <a:ext uri="{FF2B5EF4-FFF2-40B4-BE49-F238E27FC236}">
                <a16:creationId xmlns:a16="http://schemas.microsoft.com/office/drawing/2014/main" id="{C969B7EC-D037-4604-98CB-57A0F84B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3" name="text-1229">
            <a:extLst xmlns:a="http://schemas.openxmlformats.org/drawingml/2006/main">
              <a:ext uri="{FF2B5EF4-FFF2-40B4-BE49-F238E27FC236}">
                <a16:creationId xmlns:a16="http://schemas.microsoft.com/office/drawing/2014/main" id="{901B5B76-DE24-4D8B-892E-35DAC520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09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簡答初編</a:t>
            </a:r>
          </a:p>
        </p:txBody>
      </p:sp>
      <p:sp>
        <p:nvSpPr>
          <p:cNvPr id="24" name="text-1230">
            <a:extLst xmlns:a="http://schemas.openxmlformats.org/drawingml/2006/main">
              <a:ext uri="{FF2B5EF4-FFF2-40B4-BE49-F238E27FC236}">
                <a16:creationId xmlns:a16="http://schemas.microsoft.com/office/drawing/2014/main" id="{23F521EB-6257-4245-AA5E-DEB77636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76600"/>
            <a:ext cx="1447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依規準＋文字證據</a:t>
            </a:r>
          </a:p>
        </p:txBody>
      </p:sp>
      <p:sp>
        <p:nvSpPr>
          <p:cNvPr id="25" name="text-1231">
            <a:extLst xmlns:a="http://schemas.openxmlformats.org/drawingml/2006/main">
              <a:ext uri="{FF2B5EF4-FFF2-40B4-BE49-F238E27FC236}">
                <a16:creationId xmlns:a16="http://schemas.microsoft.com/office/drawing/2014/main" id="{DE88B63C-AE5A-45AD-8A64-1170D5A7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6" name="text-1232">
            <a:extLst xmlns:a="http://schemas.openxmlformats.org/drawingml/2006/main">
              <a:ext uri="{FF2B5EF4-FFF2-40B4-BE49-F238E27FC236}">
                <a16:creationId xmlns:a16="http://schemas.microsoft.com/office/drawing/2014/main" id="{5F7E4F36-FE2F-4FF0-B313-1B8DDF74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7" name="text-1233">
            <a:extLst xmlns:a="http://schemas.openxmlformats.org/drawingml/2006/main">
              <a:ext uri="{FF2B5EF4-FFF2-40B4-BE49-F238E27FC236}">
                <a16:creationId xmlns:a16="http://schemas.microsoft.com/office/drawing/2014/main" id="{1B966025-D156-480E-92A5-A1BF2B7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人工複核</a:t>
            </a:r>
          </a:p>
        </p:txBody>
      </p:sp>
      <p:sp>
        <p:nvSpPr>
          <p:cNvPr id="28" name="text-1234">
            <a:extLst xmlns:a="http://schemas.openxmlformats.org/drawingml/2006/main">
              <a:ext uri="{FF2B5EF4-FFF2-40B4-BE49-F238E27FC236}">
                <a16:creationId xmlns:a16="http://schemas.microsoft.com/office/drawing/2014/main" id="{5E19A359-E0C8-443B-96D0-2B0AA6FD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1447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盲評抽查與歧異討論</a:t>
            </a:r>
          </a:p>
        </p:txBody>
      </p:sp>
      <p:sp>
        <p:nvSpPr>
          <p:cNvPr id="29" name="text-1235">
            <a:extLst xmlns:a="http://schemas.openxmlformats.org/drawingml/2006/main">
              <a:ext uri="{FF2B5EF4-FFF2-40B4-BE49-F238E27FC236}">
                <a16:creationId xmlns:a16="http://schemas.microsoft.com/office/drawing/2014/main" id="{D919EBF6-FB14-4FDC-A6A6-9B4BDF73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859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A4761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text-1236">
            <a:extLst xmlns:a="http://schemas.openxmlformats.org/drawingml/2006/main">
              <a:ext uri="{FF2B5EF4-FFF2-40B4-BE49-F238E27FC236}">
                <a16:creationId xmlns:a16="http://schemas.microsoft.com/office/drawing/2014/main" id="{E9839E47-C618-4B9D-83E5-3C2CC529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47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  <p:sp>
        <p:nvSpPr>
          <p:cNvPr id="31" name="text-1237">
            <a:extLst xmlns:a="http://schemas.openxmlformats.org/drawingml/2006/main">
              <a:ext uri="{FF2B5EF4-FFF2-40B4-BE49-F238E27FC236}">
                <a16:creationId xmlns:a16="http://schemas.microsoft.com/office/drawing/2014/main" id="{1A5652F1-7D9D-4A0E-B729-B22255E4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098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彙整報告</a:t>
            </a:r>
          </a:p>
        </p:txBody>
      </p:sp>
      <p:sp>
        <p:nvSpPr>
          <p:cNvPr id="32" name="text-1238">
            <a:extLst xmlns:a="http://schemas.openxmlformats.org/drawingml/2006/main">
              <a:ext uri="{FF2B5EF4-FFF2-40B4-BE49-F238E27FC236}">
                <a16:creationId xmlns:a16="http://schemas.microsoft.com/office/drawing/2014/main" id="{047765BF-D486-4BE0-BA35-FE3E122F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76600"/>
            <a:ext cx="1447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群體趨勢、限制、未確認</a:t>
            </a:r>
          </a:p>
        </p:txBody>
      </p:sp>
      <p:sp>
        <p:nvSpPr>
          <p:cNvPr id="33" name="text-1239">
            <a:extLst xmlns:a="http://schemas.openxmlformats.org/drawingml/2006/main">
              <a:ext uri="{FF2B5EF4-FFF2-40B4-BE49-F238E27FC236}">
                <a16:creationId xmlns:a16="http://schemas.microsoft.com/office/drawing/2014/main" id="{7B94F789-CBCF-4B7D-BF89-48FC09D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4" name="text-1456">
            <a:extLst xmlns:a="http://schemas.openxmlformats.org/drawingml/2006/main">
              <a:ext uri="{FF2B5EF4-FFF2-40B4-BE49-F238E27FC236}">
                <a16:creationId xmlns:a16="http://schemas.microsoft.com/office/drawing/2014/main" id="{3A4E0869-14FB-4EB3-AA0F-E3CAF576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2e88deadd5d4082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8037df495da411e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152240048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240">
            <a:extLst xmlns:a="http://schemas.openxmlformats.org/drawingml/2006/main">
              <a:ext uri="{FF2B5EF4-FFF2-40B4-BE49-F238E27FC236}">
                <a16:creationId xmlns:a16="http://schemas.microsoft.com/office/drawing/2014/main" id="{14296731-842D-4055-A9D7-18225FA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HUMAN-SCORED · AI PARALLEL</a:t>
            </a:r>
          </a:p>
        </p:txBody>
      </p:sp>
      <p:sp>
        <p:nvSpPr>
          <p:cNvPr id="2" name="text-1241">
            <a:extLst xmlns:a="http://schemas.openxmlformats.org/drawingml/2006/main">
              <a:ext uri="{FF2B5EF4-FFF2-40B4-BE49-F238E27FC236}">
                <a16:creationId xmlns:a16="http://schemas.microsoft.com/office/drawing/2014/main" id="{0C9267FB-AE85-4166-AEBB-7FF2E41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AI 初編不等於正式評分：PIRLS 2026 給我們的訊號</a:t>
            </a:r>
          </a:p>
        </p:txBody>
      </p:sp>
      <p:cxnSp>
        <p:nvCxnSpPr>
          <p:cNvPr id="25" name="shape-124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243">
            <a:extLst xmlns:a="http://schemas.openxmlformats.org/drawingml/2006/main">
              <a:ext uri="{FF2B5EF4-FFF2-40B4-BE49-F238E27FC236}">
                <a16:creationId xmlns:a16="http://schemas.microsoft.com/office/drawing/2014/main" id="{9FC2BA52-375D-4985-8200-D2CA4EE1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6C290A-CB58-41BB-A2F3-352A53E9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36</a:t>
            </a:r>
          </a:p>
        </p:txBody>
      </p:sp>
      <p:sp>
        <p:nvSpPr>
          <p:cNvPr id="6" name="shape-1244">
            <a:extLst xmlns:a="http://schemas.openxmlformats.org/drawingml/2006/main">
              <a:ext uri="{FF2B5EF4-FFF2-40B4-BE49-F238E27FC236}">
                <a16:creationId xmlns:a16="http://schemas.microsoft.com/office/drawing/2014/main" id="{3A99DFBB-9DED-49D6-BB10-0F6BA309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245">
            <a:extLst xmlns:a="http://schemas.openxmlformats.org/drawingml/2006/main">
              <a:ext uri="{FF2B5EF4-FFF2-40B4-BE49-F238E27FC236}">
                <a16:creationId xmlns:a16="http://schemas.microsoft.com/office/drawing/2014/main" id="{0937DA49-A465-4ADD-A2B9-56E371D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</a:t>
            </a:r>
          </a:p>
        </p:txBody>
      </p:sp>
      <p:sp>
        <p:nvSpPr>
          <p:cNvPr id="8" name="text-1246">
            <a:extLst xmlns:a="http://schemas.openxmlformats.org/drawingml/2006/main">
              <a:ext uri="{FF2B5EF4-FFF2-40B4-BE49-F238E27FC236}">
                <a16:creationId xmlns:a16="http://schemas.microsoft.com/office/drawing/2014/main" id="{8F195D5D-B8FF-4269-B768-DC0CCF94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人工仍是主流程</a:t>
            </a:r>
          </a:p>
        </p:txBody>
      </p:sp>
      <p:sp>
        <p:nvSpPr>
          <p:cNvPr id="9" name="text-1247">
            <a:extLst xmlns:a="http://schemas.openxmlformats.org/drawingml/2006/main">
              <a:ext uri="{FF2B5EF4-FFF2-40B4-BE49-F238E27FC236}">
                <a16:creationId xmlns:a16="http://schemas.microsoft.com/office/drawing/2014/main" id="{AB378F66-282E-4E0F-B2EF-7E07A810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PIRLS 2026 的 constructed-response 項目規劃由各國人工評分。</a:t>
            </a:r>
          </a:p>
        </p:txBody>
      </p:sp>
      <p:sp>
        <p:nvSpPr>
          <p:cNvPr id="10" name="shape-1248">
            <a:extLst xmlns:a="http://schemas.openxmlformats.org/drawingml/2006/main">
              <a:ext uri="{FF2B5EF4-FFF2-40B4-BE49-F238E27FC236}">
                <a16:creationId xmlns:a16="http://schemas.microsoft.com/office/drawing/2014/main" id="{7FD9FDBB-7B4F-47FD-903B-9BB2DA2F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249">
            <a:extLst xmlns:a="http://schemas.openxmlformats.org/drawingml/2006/main">
              <a:ext uri="{FF2B5EF4-FFF2-40B4-BE49-F238E27FC236}">
                <a16:creationId xmlns:a16="http://schemas.microsoft.com/office/drawing/2014/main" id="{A6C53F86-AD23-4272-BB99-6B3008F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D2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</a:t>
            </a:r>
          </a:p>
        </p:txBody>
      </p:sp>
      <p:sp>
        <p:nvSpPr>
          <p:cNvPr id="12" name="text-1250">
            <a:extLst xmlns:a="http://schemas.openxmlformats.org/drawingml/2006/main">
              <a:ext uri="{FF2B5EF4-FFF2-40B4-BE49-F238E27FC236}">
                <a16:creationId xmlns:a16="http://schemas.microsoft.com/office/drawing/2014/main" id="{8EB20A02-6665-41E6-93E8-ADAD008F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AI 平行研究</a:t>
            </a:r>
          </a:p>
        </p:txBody>
      </p:sp>
      <p:sp>
        <p:nvSpPr>
          <p:cNvPr id="13" name="text-1251">
            <a:extLst xmlns:a="http://schemas.openxmlformats.org/drawingml/2006/main">
              <a:ext uri="{FF2B5EF4-FFF2-40B4-BE49-F238E27FC236}">
                <a16:creationId xmlns:a16="http://schemas.microsoft.com/office/drawing/2014/main" id="{64958A4E-EAF6-446B-8352-69F039A5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其中 40% 題目規劃同步以 LLM／NLP 方法進行平行評分研究。</a:t>
            </a:r>
          </a:p>
        </p:txBody>
      </p:sp>
      <p:sp>
        <p:nvSpPr>
          <p:cNvPr id="14" name="shape-1252">
            <a:extLst xmlns:a="http://schemas.openxmlformats.org/drawingml/2006/main">
              <a:ext uri="{FF2B5EF4-FFF2-40B4-BE49-F238E27FC236}">
                <a16:creationId xmlns:a16="http://schemas.microsoft.com/office/drawing/2014/main" id="{4B5D1F46-F53B-4D95-8E57-3F917105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253">
            <a:extLst xmlns:a="http://schemas.openxmlformats.org/drawingml/2006/main">
              <a:ext uri="{FF2B5EF4-FFF2-40B4-BE49-F238E27FC236}">
                <a16:creationId xmlns:a16="http://schemas.microsoft.com/office/drawing/2014/main" id="{E711AB92-C97C-4176-AEE1-F7CC3602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8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Q</a:t>
            </a:r>
          </a:p>
        </p:txBody>
      </p:sp>
      <p:sp>
        <p:nvSpPr>
          <p:cNvPr id="16" name="text-1254">
            <a:extLst xmlns:a="http://schemas.openxmlformats.org/drawingml/2006/main">
              <a:ext uri="{FF2B5EF4-FFF2-40B4-BE49-F238E27FC236}">
                <a16:creationId xmlns:a16="http://schemas.microsoft.com/office/drawing/2014/main" id="{E9E8C123-A99C-4E0C-906E-246D6089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不是只看準確率</a:t>
            </a:r>
          </a:p>
        </p:txBody>
      </p:sp>
      <p:sp>
        <p:nvSpPr>
          <p:cNvPr id="17" name="text-1255">
            <a:extLst xmlns:a="http://schemas.openxmlformats.org/drawingml/2006/main">
              <a:ext uri="{FF2B5EF4-FFF2-40B4-BE49-F238E27FC236}">
                <a16:creationId xmlns:a16="http://schemas.microsoft.com/office/drawing/2014/main" id="{9A022FB4-7EF5-4122-A6E7-85D47024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還要關注資料隱私、安全、跨國與跨語言一致性。</a:t>
            </a:r>
          </a:p>
        </p:txBody>
      </p:sp>
      <p:sp>
        <p:nvSpPr>
          <p:cNvPr id="18" name="shape-1256">
            <a:extLst xmlns:a="http://schemas.openxmlformats.org/drawingml/2006/main">
              <a:ext uri="{FF2B5EF4-FFF2-40B4-BE49-F238E27FC236}">
                <a16:creationId xmlns:a16="http://schemas.microsoft.com/office/drawing/2014/main" id="{E9B0AE11-EEF3-4AA6-AC35-12CF915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1257">
            <a:extLst xmlns:a="http://schemas.openxmlformats.org/drawingml/2006/main">
              <a:ext uri="{FF2B5EF4-FFF2-40B4-BE49-F238E27FC236}">
                <a16:creationId xmlns:a16="http://schemas.microsoft.com/office/drawing/2014/main" id="{D2540EC3-5036-4744-B515-7275459A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20" name="text-1258">
            <a:extLst xmlns:a="http://schemas.openxmlformats.org/drawingml/2006/main">
              <a:ext uri="{FF2B5EF4-FFF2-40B4-BE49-F238E27FC236}">
                <a16:creationId xmlns:a16="http://schemas.microsoft.com/office/drawing/2014/main" id="{116B0147-2AE5-4189-9CF0-5BCAAB5B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逐題評估</a:t>
            </a:r>
          </a:p>
        </p:txBody>
      </p:sp>
      <p:sp>
        <p:nvSpPr>
          <p:cNvPr id="21" name="text-1259">
            <a:extLst xmlns:a="http://schemas.openxmlformats.org/drawingml/2006/main">
              <a:ext uri="{FF2B5EF4-FFF2-40B4-BE49-F238E27FC236}">
                <a16:creationId xmlns:a16="http://schemas.microsoft.com/office/drawing/2014/main" id="{F7E24162-F5B8-4966-98C4-1A4B731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自動評分效果會依題目、語言與回答型態而變，需逐題驗證。</a:t>
            </a:r>
          </a:p>
        </p:txBody>
      </p:sp>
      <p:sp>
        <p:nvSpPr>
          <p:cNvPr id="22" name="text-1457">
            <a:extLst xmlns:a="http://schemas.openxmlformats.org/drawingml/2006/main">
              <a:ext uri="{FF2B5EF4-FFF2-40B4-BE49-F238E27FC236}">
                <a16:creationId xmlns:a16="http://schemas.microsoft.com/office/drawing/2014/main" id="{43F8DD09-A3AA-4DF6-946D-9CF59490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7f6592e42014cdf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51879bee0ec4cb4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1745843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60">
            <a:extLst xmlns:a="http://schemas.openxmlformats.org/drawingml/2006/main">
              <a:ext uri="{FF2B5EF4-FFF2-40B4-BE49-F238E27FC236}">
                <a16:creationId xmlns:a16="http://schemas.microsoft.com/office/drawing/2014/main" id="{E610DB63-E5EA-4BCE-B1CE-95FC08F3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DATA &amp; CODING QUALITY</a:t>
            </a:r>
          </a:p>
        </p:txBody>
      </p:sp>
      <p:sp>
        <p:nvSpPr>
          <p:cNvPr id="2" name="text-1261">
            <a:extLst xmlns:a="http://schemas.openxmlformats.org/drawingml/2006/main">
              <a:ext uri="{FF2B5EF4-FFF2-40B4-BE49-F238E27FC236}">
                <a16:creationId xmlns:a16="http://schemas.microsoft.com/office/drawing/2014/main" id="{720C6577-AC16-4706-94A8-FA2DEC3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報告前的四項品質檢核</a:t>
            </a:r>
          </a:p>
        </p:txBody>
      </p:sp>
      <p:cxnSp>
        <p:nvCxnSpPr>
          <p:cNvPr id="33" name="shape-126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263">
            <a:extLst xmlns:a="http://schemas.openxmlformats.org/drawingml/2006/main">
              <a:ext uri="{FF2B5EF4-FFF2-40B4-BE49-F238E27FC236}">
                <a16:creationId xmlns:a16="http://schemas.microsoft.com/office/drawing/2014/main" id="{DABDB99A-F1EB-40B6-82ED-08AF3B7B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911B9F-72EB-4AA4-96FB-893F7AB9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37</a:t>
            </a:r>
          </a:p>
        </p:txBody>
      </p:sp>
      <p:sp>
        <p:nvSpPr>
          <p:cNvPr id="6" name="shape-1264">
            <a:extLst xmlns:a="http://schemas.openxmlformats.org/drawingml/2006/main">
              <a:ext uri="{FF2B5EF4-FFF2-40B4-BE49-F238E27FC236}">
                <a16:creationId xmlns:a16="http://schemas.microsoft.com/office/drawing/2014/main" id="{6769A3F3-0795-4412-9327-338F58E0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265">
            <a:extLst xmlns:a="http://schemas.openxmlformats.org/drawingml/2006/main">
              <a:ext uri="{FF2B5EF4-FFF2-40B4-BE49-F238E27FC236}">
                <a16:creationId xmlns:a16="http://schemas.microsoft.com/office/drawing/2014/main" id="{0103EB6B-74A9-4DA9-AB6C-A78C3434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266">
            <a:extLst xmlns:a="http://schemas.openxmlformats.org/drawingml/2006/main">
              <a:ext uri="{FF2B5EF4-FFF2-40B4-BE49-F238E27FC236}">
                <a16:creationId xmlns:a16="http://schemas.microsoft.com/office/drawing/2014/main" id="{9F13A135-30AE-4CE5-99C0-89777EB2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資料完整性</a:t>
            </a:r>
          </a:p>
        </p:txBody>
      </p:sp>
      <p:sp>
        <p:nvSpPr>
          <p:cNvPr id="9" name="text-1267">
            <a:extLst xmlns:a="http://schemas.openxmlformats.org/drawingml/2006/main">
              <a:ext uri="{FF2B5EF4-FFF2-40B4-BE49-F238E27FC236}">
                <a16:creationId xmlns:a16="http://schemas.microsoft.com/office/drawing/2014/main" id="{7B53C085-8F6A-4D6B-8FD8-659B33D6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列出缺漏、重複、非法選項與無法解析的文字，不要自動補答案。</a:t>
            </a:r>
          </a:p>
        </p:txBody>
      </p:sp>
      <p:sp>
        <p:nvSpPr>
          <p:cNvPr id="10" name="shape-1268">
            <a:extLst xmlns:a="http://schemas.openxmlformats.org/drawingml/2006/main">
              <a:ext uri="{FF2B5EF4-FFF2-40B4-BE49-F238E27FC236}">
                <a16:creationId xmlns:a16="http://schemas.microsoft.com/office/drawing/2014/main" id="{A6E464C9-2B32-49F3-9545-BF02ED81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269">
            <a:extLst xmlns:a="http://schemas.openxmlformats.org/drawingml/2006/main">
              <a:ext uri="{FF2B5EF4-FFF2-40B4-BE49-F238E27FC236}">
                <a16:creationId xmlns:a16="http://schemas.microsoft.com/office/drawing/2014/main" id="{1A09207E-3DEC-4DDB-9116-6D280110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270">
            <a:extLst xmlns:a="http://schemas.openxmlformats.org/drawingml/2006/main">
              <a:ext uri="{FF2B5EF4-FFF2-40B4-BE49-F238E27FC236}">
                <a16:creationId xmlns:a16="http://schemas.microsoft.com/office/drawing/2014/main" id="{5F9230F8-7A00-437A-83CC-091635D2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逐題可追查</a:t>
            </a:r>
          </a:p>
        </p:txBody>
      </p:sp>
      <p:sp>
        <p:nvSpPr>
          <p:cNvPr id="13" name="text-1271">
            <a:extLst xmlns:a="http://schemas.openxmlformats.org/drawingml/2006/main">
              <a:ext uri="{FF2B5EF4-FFF2-40B4-BE49-F238E27FC236}">
                <a16:creationId xmlns:a16="http://schemas.microsoft.com/office/drawing/2014/main" id="{23CE957B-59CF-4DBE-980F-836C662B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每個簡答編碼都保留 evidence excerpt 與 rationale。</a:t>
            </a:r>
          </a:p>
        </p:txBody>
      </p:sp>
      <p:sp>
        <p:nvSpPr>
          <p:cNvPr id="14" name="shape-1272">
            <a:extLst xmlns:a="http://schemas.openxmlformats.org/drawingml/2006/main">
              <a:ext uri="{FF2B5EF4-FFF2-40B4-BE49-F238E27FC236}">
                <a16:creationId xmlns:a16="http://schemas.microsoft.com/office/drawing/2014/main" id="{7DF606E5-025E-4718-8E0A-9DF9C56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273">
            <a:extLst xmlns:a="http://schemas.openxmlformats.org/drawingml/2006/main">
              <a:ext uri="{FF2B5EF4-FFF2-40B4-BE49-F238E27FC236}">
                <a16:creationId xmlns:a16="http://schemas.microsoft.com/office/drawing/2014/main" id="{D33E5AEF-9EE6-4069-B376-945050D2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274">
            <a:extLst xmlns:a="http://schemas.openxmlformats.org/drawingml/2006/main">
              <a:ext uri="{FF2B5EF4-FFF2-40B4-BE49-F238E27FC236}">
                <a16:creationId xmlns:a16="http://schemas.microsoft.com/office/drawing/2014/main" id="{33AFF842-DBB2-42CD-9BF8-0065B37C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一致性</a:t>
            </a:r>
          </a:p>
        </p:txBody>
      </p:sp>
      <p:sp>
        <p:nvSpPr>
          <p:cNvPr id="17" name="text-1275">
            <a:extLst xmlns:a="http://schemas.openxmlformats.org/drawingml/2006/main">
              <a:ext uri="{FF2B5EF4-FFF2-40B4-BE49-F238E27FC236}">
                <a16:creationId xmlns:a16="http://schemas.microsoft.com/office/drawing/2014/main" id="{428CA437-76E8-42A9-B95E-84719AAA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比較 AI 與人工代碼，集中檢視不一致、低信心與邊界案例。</a:t>
            </a:r>
          </a:p>
        </p:txBody>
      </p:sp>
      <p:sp>
        <p:nvSpPr>
          <p:cNvPr id="18" name="shape-1276">
            <a:extLst xmlns:a="http://schemas.openxmlformats.org/drawingml/2006/main">
              <a:ext uri="{FF2B5EF4-FFF2-40B4-BE49-F238E27FC236}">
                <a16:creationId xmlns:a16="http://schemas.microsoft.com/office/drawing/2014/main" id="{E57BB776-E97E-41B7-8D9E-C4A4F38F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1277">
            <a:extLst xmlns:a="http://schemas.openxmlformats.org/drawingml/2006/main">
              <a:ext uri="{FF2B5EF4-FFF2-40B4-BE49-F238E27FC236}">
                <a16:creationId xmlns:a16="http://schemas.microsoft.com/office/drawing/2014/main" id="{C7DF2C0A-6755-45B2-A3D7-B2CDAF67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278">
            <a:extLst xmlns:a="http://schemas.openxmlformats.org/drawingml/2006/main">
              <a:ext uri="{FF2B5EF4-FFF2-40B4-BE49-F238E27FC236}">
                <a16:creationId xmlns:a16="http://schemas.microsoft.com/office/drawing/2014/main" id="{3FDED367-151B-48C3-A109-1B2F59A9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報告邊界</a:t>
            </a:r>
          </a:p>
        </p:txBody>
      </p:sp>
      <p:sp>
        <p:nvSpPr>
          <p:cNvPr id="21" name="text-1279">
            <a:extLst xmlns:a="http://schemas.openxmlformats.org/drawingml/2006/main">
              <a:ext uri="{FF2B5EF4-FFF2-40B4-BE49-F238E27FC236}">
                <a16:creationId xmlns:a16="http://schemas.microsoft.com/office/drawing/2014/main" id="{CBE82B17-3E56-4213-9978-FBF7F6A6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以群體趨勢協助教學診斷，不用未驗證的 AI 分數做高風險個人決策。</a:t>
            </a:r>
          </a:p>
        </p:txBody>
      </p:sp>
      <p:sp>
        <p:nvSpPr>
          <p:cNvPr id="22" name="text-1280">
            <a:extLst xmlns:a="http://schemas.openxmlformats.org/drawingml/2006/main">
              <a:ext uri="{FF2B5EF4-FFF2-40B4-BE49-F238E27FC236}">
                <a16:creationId xmlns:a16="http://schemas.microsoft.com/office/drawing/2014/main" id="{DC297825-361C-48BD-9632-CA266720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資料完整</a:t>
            </a:r>
          </a:p>
        </p:txBody>
      </p:sp>
      <p:sp>
        <p:nvSpPr>
          <p:cNvPr id="23" name="text-1281">
            <a:extLst xmlns:a="http://schemas.openxmlformats.org/drawingml/2006/main">
              <a:ext uri="{FF2B5EF4-FFF2-40B4-BE49-F238E27FC236}">
                <a16:creationId xmlns:a16="http://schemas.microsoft.com/office/drawing/2014/main" id="{86070F3F-8422-4541-8968-C8CB460E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證據可追查</a:t>
            </a:r>
          </a:p>
        </p:txBody>
      </p:sp>
      <p:sp>
        <p:nvSpPr>
          <p:cNvPr id="24" name="text-1282">
            <a:extLst xmlns:a="http://schemas.openxmlformats.org/drawingml/2006/main">
              <a:ext uri="{FF2B5EF4-FFF2-40B4-BE49-F238E27FC236}">
                <a16:creationId xmlns:a16="http://schemas.microsoft.com/office/drawing/2014/main" id="{341D4F4F-EFB6-47C5-ACA1-D5F90885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AI／人一致性</a:t>
            </a:r>
          </a:p>
        </p:txBody>
      </p:sp>
      <p:sp>
        <p:nvSpPr>
          <p:cNvPr id="25" name="text-1283">
            <a:extLst xmlns:a="http://schemas.openxmlformats.org/drawingml/2006/main">
              <a:ext uri="{FF2B5EF4-FFF2-40B4-BE49-F238E27FC236}">
                <a16:creationId xmlns:a16="http://schemas.microsoft.com/office/drawing/2014/main" id="{887697A2-884D-4E5A-A3F0-A01B7C38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A1B22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✓ 報告有邊界</a:t>
            </a:r>
          </a:p>
        </p:txBody>
      </p:sp>
      <p:cxnSp>
        <p:nvCxnSpPr>
          <p:cNvPr id="56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89560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7FF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1975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7FF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34390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06D"/>
            </a:solidFill>
            <a:prstDash val="solid"/>
            <a:tailEnd type="arrow" w="sm" len="sm"/>
          </a:ln>
        </p:spPr>
      </p:cxnSp>
      <p:sp>
        <p:nvSpPr>
          <p:cNvPr id="29" name="text-1284">
            <a:extLst xmlns:a="http://schemas.openxmlformats.org/drawingml/2006/main">
              <a:ext uri="{FF2B5EF4-FFF2-40B4-BE49-F238E27FC236}">
                <a16:creationId xmlns:a16="http://schemas.microsoft.com/office/drawing/2014/main" id="{85D825A5-A902-4964-8917-D37D2821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5785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四道閘門都通過，才進入研究報告；否則標示未確認</a:t>
            </a:r>
          </a:p>
        </p:txBody>
      </p:sp>
      <p:sp>
        <p:nvSpPr>
          <p:cNvPr id="30" name="text-1458">
            <a:extLst xmlns:a="http://schemas.openxmlformats.org/drawingml/2006/main">
              <a:ext uri="{FF2B5EF4-FFF2-40B4-BE49-F238E27FC236}">
                <a16:creationId xmlns:a16="http://schemas.microsoft.com/office/drawing/2014/main" id="{BC6470F8-78DA-49E3-816D-E2BE8356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5ebeb9ba6f544ac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b40f79c071b4c1d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16205876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285">
            <a:extLst xmlns:a="http://schemas.openxmlformats.org/drawingml/2006/main">
              <a:ext uri="{FF2B5EF4-FFF2-40B4-BE49-F238E27FC236}">
                <a16:creationId xmlns:a16="http://schemas.microsoft.com/office/drawing/2014/main" id="{7C08728A-33FA-4078-9F1F-ECA27DF5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text-1286">
            <a:extLst xmlns:a="http://schemas.openxmlformats.org/drawingml/2006/main">
              <a:ext uri="{FF2B5EF4-FFF2-40B4-BE49-F238E27FC236}">
                <a16:creationId xmlns:a16="http://schemas.microsoft.com/office/drawing/2014/main" id="{485A8AF7-4D64-43FF-AF42-5FDCF60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實作 D｜PIRLS 風格合成資料分析</a:t>
            </a:r>
          </a:p>
        </p:txBody>
      </p:sp>
      <p:cxnSp>
        <p:nvCxnSpPr>
          <p:cNvPr id="22" name="shape-128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288">
            <a:extLst xmlns:a="http://schemas.openxmlformats.org/drawingml/2006/main">
              <a:ext uri="{FF2B5EF4-FFF2-40B4-BE49-F238E27FC236}">
                <a16:creationId xmlns:a16="http://schemas.microsoft.com/office/drawing/2014/main" id="{81EC6889-7E76-4826-8BD9-F70456FB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A370F2-9657-4142-A07B-7FBB8786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38</a:t>
            </a:r>
          </a:p>
        </p:txBody>
      </p:sp>
      <p:sp>
        <p:nvSpPr>
          <p:cNvPr id="6" name="text-1289">
            <a:extLst xmlns:a="http://schemas.openxmlformats.org/drawingml/2006/main">
              <a:ext uri="{FF2B5EF4-FFF2-40B4-BE49-F238E27FC236}">
                <a16:creationId xmlns:a16="http://schemas.microsoft.com/office/drawing/2014/main" id="{95324E23-29F6-4446-BD1D-A7684F5E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290">
            <a:extLst xmlns:a="http://schemas.openxmlformats.org/drawingml/2006/main">
              <a:ext uri="{FF2B5EF4-FFF2-40B4-BE49-F238E27FC236}">
                <a16:creationId xmlns:a16="http://schemas.microsoft.com/office/drawing/2014/main" id="{98392898-9356-474C-A797-09EC65A6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291">
            <a:extLst xmlns:a="http://schemas.openxmlformats.org/drawingml/2006/main">
              <a:ext uri="{FF2B5EF4-FFF2-40B4-BE49-F238E27FC236}">
                <a16:creationId xmlns:a16="http://schemas.microsoft.com/office/drawing/2014/main" id="{630B5C6E-4F30-4AAA-94C0-13AD9826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292">
            <a:extLst xmlns:a="http://schemas.openxmlformats.org/drawingml/2006/main">
              <a:ext uri="{FF2B5EF4-FFF2-40B4-BE49-F238E27FC236}">
                <a16:creationId xmlns:a16="http://schemas.microsoft.com/office/drawing/2014/main" id="{CE8D82C6-7227-4615-9C2B-C1A85F98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載入 CSV、答案鍵與簡答題編碼規準</a:t>
            </a:r>
          </a:p>
        </p:txBody>
      </p:sp>
      <p:sp>
        <p:nvSpPr>
          <p:cNvPr id="10" name="text-1293">
            <a:extLst xmlns:a="http://schemas.openxmlformats.org/drawingml/2006/main">
              <a:ext uri="{FF2B5EF4-FFF2-40B4-BE49-F238E27FC236}">
                <a16:creationId xmlns:a16="http://schemas.microsoft.com/office/drawing/2014/main" id="{AD164747-1B00-4000-BF6B-1BE920B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294">
            <a:extLst xmlns:a="http://schemas.openxmlformats.org/drawingml/2006/main">
              <a:ext uri="{FF2B5EF4-FFF2-40B4-BE49-F238E27FC236}">
                <a16:creationId xmlns:a16="http://schemas.microsoft.com/office/drawing/2014/main" id="{5B92B0D1-2409-4B56-AD5D-F448600B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先做缺漏與非法值檢查</a:t>
            </a:r>
          </a:p>
        </p:txBody>
      </p:sp>
      <p:sp>
        <p:nvSpPr>
          <p:cNvPr id="12" name="text-1295">
            <a:extLst xmlns:a="http://schemas.openxmlformats.org/drawingml/2006/main">
              <a:ext uri="{FF2B5EF4-FFF2-40B4-BE49-F238E27FC236}">
                <a16:creationId xmlns:a16="http://schemas.microsoft.com/office/drawing/2014/main" id="{50FC3F0E-D085-4147-B609-44B57FBF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296">
            <a:extLst xmlns:a="http://schemas.openxmlformats.org/drawingml/2006/main">
              <a:ext uri="{FF2B5EF4-FFF2-40B4-BE49-F238E27FC236}">
                <a16:creationId xmlns:a16="http://schemas.microsoft.com/office/drawing/2014/main" id="{65CF166D-B46C-4F21-AAE2-D95B8C2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計算選擇題答對率與選項分布</a:t>
            </a:r>
          </a:p>
        </p:txBody>
      </p:sp>
      <p:sp>
        <p:nvSpPr>
          <p:cNvPr id="14" name="text-1297">
            <a:extLst xmlns:a="http://schemas.openxmlformats.org/drawingml/2006/main">
              <a:ext uri="{FF2B5EF4-FFF2-40B4-BE49-F238E27FC236}">
                <a16:creationId xmlns:a16="http://schemas.microsoft.com/office/drawing/2014/main" id="{0232AD4D-FDFC-4421-9ADF-3DD6D17D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298">
            <a:extLst xmlns:a="http://schemas.openxmlformats.org/drawingml/2006/main">
              <a:ext uri="{FF2B5EF4-FFF2-40B4-BE49-F238E27FC236}">
                <a16:creationId xmlns:a16="http://schemas.microsoft.com/office/drawing/2014/main" id="{2F8F578F-5607-4E24-8537-1A388E5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讓 AI 初編簡答並與講師參考編碼比較</a:t>
            </a:r>
          </a:p>
        </p:txBody>
      </p:sp>
      <p:sp>
        <p:nvSpPr>
          <p:cNvPr id="16" name="shape-1299">
            <a:extLst xmlns:a="http://schemas.openxmlformats.org/drawingml/2006/main">
              <a:ext uri="{FF2B5EF4-FFF2-40B4-BE49-F238E27FC236}">
                <a16:creationId xmlns:a16="http://schemas.microsoft.com/office/drawing/2014/main" id="{B443B497-C494-46BE-B25E-70B5A755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7" name="text-1300">
            <a:extLst xmlns:a="http://schemas.openxmlformats.org/drawingml/2006/main">
              <a:ext uri="{FF2B5EF4-FFF2-40B4-BE49-F238E27FC236}">
                <a16:creationId xmlns:a16="http://schemas.microsoft.com/office/drawing/2014/main" id="{C81475C7-FEBE-41B8-A2A7-63DD44E1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301">
            <a:extLst xmlns:a="http://schemas.openxmlformats.org/drawingml/2006/main">
              <a:ext uri="{FF2B5EF4-FFF2-40B4-BE49-F238E27FC236}">
                <a16:creationId xmlns:a16="http://schemas.microsoft.com/office/drawing/2014/main" id="{C2B02033-9C17-46D5-9D06-526AA3FC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不含真實個資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選擇題與簡答題分流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列出所有不一致案例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報告標示限制與未確認</a:t>
            </a:r>
          </a:p>
        </p:txBody>
      </p:sp>
      <p:sp>
        <p:nvSpPr>
          <p:cNvPr id="19" name="text-1459">
            <a:extLst xmlns:a="http://schemas.openxmlformats.org/drawingml/2006/main">
              <a:ext uri="{FF2B5EF4-FFF2-40B4-BE49-F238E27FC236}">
                <a16:creationId xmlns:a16="http://schemas.microsoft.com/office/drawing/2014/main" id="{54D8C4D7-4ECF-4E87-BD0E-F6822B1D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2a90882c6324a28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c9fb6a61dcc4733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4146060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02">
            <a:extLst xmlns:a="http://schemas.openxmlformats.org/drawingml/2006/main">
              <a:ext uri="{FF2B5EF4-FFF2-40B4-BE49-F238E27FC236}">
                <a16:creationId xmlns:a16="http://schemas.microsoft.com/office/drawing/2014/main" id="{3A1CC2D2-8FC0-406F-8AA3-83A22928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ADVANCED USE CASES</a:t>
            </a:r>
          </a:p>
        </p:txBody>
      </p:sp>
      <p:sp>
        <p:nvSpPr>
          <p:cNvPr id="2" name="text-1303">
            <a:extLst xmlns:a="http://schemas.openxmlformats.org/drawingml/2006/main">
              <a:ext uri="{FF2B5EF4-FFF2-40B4-BE49-F238E27FC236}">
                <a16:creationId xmlns:a16="http://schemas.microsoft.com/office/drawing/2014/main" id="{7CF9EDB1-A46C-4961-8410-1C6F300C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大學教學的 Agent Skills 應用地圖</a:t>
            </a:r>
          </a:p>
        </p:txBody>
      </p:sp>
      <p:cxnSp>
        <p:nvCxnSpPr>
          <p:cNvPr id="33" name="shape-130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305">
            <a:extLst xmlns:a="http://schemas.openxmlformats.org/drawingml/2006/main">
              <a:ext uri="{FF2B5EF4-FFF2-40B4-BE49-F238E27FC236}">
                <a16:creationId xmlns:a16="http://schemas.microsoft.com/office/drawing/2014/main" id="{62C4855E-5494-46D5-84C3-7E3CA490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E1AD1-2715-4999-8EE4-313D3B4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39</a:t>
            </a:r>
          </a:p>
        </p:txBody>
      </p:sp>
      <p:sp>
        <p:nvSpPr>
          <p:cNvPr id="6" name="shape-1306">
            <a:extLst xmlns:a="http://schemas.openxmlformats.org/drawingml/2006/main">
              <a:ext uri="{FF2B5EF4-FFF2-40B4-BE49-F238E27FC236}">
                <a16:creationId xmlns:a16="http://schemas.microsoft.com/office/drawing/2014/main" id="{C8210085-B397-4229-8945-0BAED610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307">
            <a:extLst xmlns:a="http://schemas.openxmlformats.org/drawingml/2006/main">
              <a:ext uri="{FF2B5EF4-FFF2-40B4-BE49-F238E27FC236}">
                <a16:creationId xmlns:a16="http://schemas.microsoft.com/office/drawing/2014/main" id="{B2AFDFF8-B59F-41B1-8BBC-C71A663F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308">
            <a:extLst xmlns:a="http://schemas.openxmlformats.org/drawingml/2006/main">
              <a:ext uri="{FF2B5EF4-FFF2-40B4-BE49-F238E27FC236}">
                <a16:creationId xmlns:a16="http://schemas.microsoft.com/office/drawing/2014/main" id="{B0F146C0-16D5-431E-9FC6-F324B57A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課程設計</a:t>
            </a:r>
          </a:p>
        </p:txBody>
      </p:sp>
      <p:sp>
        <p:nvSpPr>
          <p:cNvPr id="9" name="text-1309">
            <a:extLst xmlns:a="http://schemas.openxmlformats.org/drawingml/2006/main">
              <a:ext uri="{FF2B5EF4-FFF2-40B4-BE49-F238E27FC236}">
                <a16:creationId xmlns:a16="http://schemas.microsoft.com/office/drawing/2014/main" id="{5BA35D82-6785-462A-A907-854EBF4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課綱一致性、學習目標與評量對齊、週次負荷檢核。</a:t>
            </a:r>
          </a:p>
        </p:txBody>
      </p:sp>
      <p:sp>
        <p:nvSpPr>
          <p:cNvPr id="10" name="shape-1310">
            <a:extLst xmlns:a="http://schemas.openxmlformats.org/drawingml/2006/main">
              <a:ext uri="{FF2B5EF4-FFF2-40B4-BE49-F238E27FC236}">
                <a16:creationId xmlns:a16="http://schemas.microsoft.com/office/drawing/2014/main" id="{225B1723-3FAF-4481-9CB2-5763A3D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311">
            <a:extLst xmlns:a="http://schemas.openxmlformats.org/drawingml/2006/main">
              <a:ext uri="{FF2B5EF4-FFF2-40B4-BE49-F238E27FC236}">
                <a16:creationId xmlns:a16="http://schemas.microsoft.com/office/drawing/2014/main" id="{0D6E7A85-84E4-4E67-8B66-03B7894C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312">
            <a:extLst xmlns:a="http://schemas.openxmlformats.org/drawingml/2006/main">
              <a:ext uri="{FF2B5EF4-FFF2-40B4-BE49-F238E27FC236}">
                <a16:creationId xmlns:a16="http://schemas.microsoft.com/office/drawing/2014/main" id="{D8A72940-A90B-4A61-9E41-738F6BDC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研究與閱讀</a:t>
            </a:r>
          </a:p>
        </p:txBody>
      </p:sp>
      <p:sp>
        <p:nvSpPr>
          <p:cNvPr id="13" name="text-1313">
            <a:extLst xmlns:a="http://schemas.openxmlformats.org/drawingml/2006/main">
              <a:ext uri="{FF2B5EF4-FFF2-40B4-BE49-F238E27FC236}">
                <a16:creationId xmlns:a16="http://schemas.microsoft.com/office/drawing/2014/main" id="{5161E353-6C25-4816-A09A-8E16A7F2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文獻整理、觀點矩陣、研究限制與引用追查。</a:t>
            </a:r>
          </a:p>
        </p:txBody>
      </p:sp>
      <p:sp>
        <p:nvSpPr>
          <p:cNvPr id="14" name="shape-1314">
            <a:extLst xmlns:a="http://schemas.openxmlformats.org/drawingml/2006/main">
              <a:ext uri="{FF2B5EF4-FFF2-40B4-BE49-F238E27FC236}">
                <a16:creationId xmlns:a16="http://schemas.microsoft.com/office/drawing/2014/main" id="{587CB23B-BED6-4F2D-9DFB-51A1DB9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315">
            <a:extLst xmlns:a="http://schemas.openxmlformats.org/drawingml/2006/main">
              <a:ext uri="{FF2B5EF4-FFF2-40B4-BE49-F238E27FC236}">
                <a16:creationId xmlns:a16="http://schemas.microsoft.com/office/drawing/2014/main" id="{FF7366AF-F086-4D9D-B953-67F2D357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316">
            <a:extLst xmlns:a="http://schemas.openxmlformats.org/drawingml/2006/main">
              <a:ext uri="{FF2B5EF4-FFF2-40B4-BE49-F238E27FC236}">
                <a16:creationId xmlns:a16="http://schemas.microsoft.com/office/drawing/2014/main" id="{FAF7A0CC-BD2D-4D61-900E-7CEE41C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教材製作</a:t>
            </a:r>
          </a:p>
        </p:txBody>
      </p:sp>
      <p:sp>
        <p:nvSpPr>
          <p:cNvPr id="17" name="text-1317">
            <a:extLst xmlns:a="http://schemas.openxmlformats.org/drawingml/2006/main">
              <a:ext uri="{FF2B5EF4-FFF2-40B4-BE49-F238E27FC236}">
                <a16:creationId xmlns:a16="http://schemas.microsoft.com/office/drawing/2014/main" id="{31BA1385-9437-4FA6-A441-934A7797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簡報、互動網站、圖表、字幕與多格式轉換。</a:t>
            </a:r>
          </a:p>
        </p:txBody>
      </p:sp>
      <p:sp>
        <p:nvSpPr>
          <p:cNvPr id="18" name="shape-1318">
            <a:extLst xmlns:a="http://schemas.openxmlformats.org/drawingml/2006/main">
              <a:ext uri="{FF2B5EF4-FFF2-40B4-BE49-F238E27FC236}">
                <a16:creationId xmlns:a16="http://schemas.microsoft.com/office/drawing/2014/main" id="{8C819F84-3806-4A8A-BD38-26E8D558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1319">
            <a:extLst xmlns:a="http://schemas.openxmlformats.org/drawingml/2006/main">
              <a:ext uri="{FF2B5EF4-FFF2-40B4-BE49-F238E27FC236}">
                <a16:creationId xmlns:a16="http://schemas.microsoft.com/office/drawing/2014/main" id="{39A2914F-AD79-44E0-940A-48BA826B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320">
            <a:extLst xmlns:a="http://schemas.openxmlformats.org/drawingml/2006/main">
              <a:ext uri="{FF2B5EF4-FFF2-40B4-BE49-F238E27FC236}">
                <a16:creationId xmlns:a16="http://schemas.microsoft.com/office/drawing/2014/main" id="{44C821B4-788F-4C77-BBC9-372C7CBA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學習支持</a:t>
            </a:r>
          </a:p>
        </p:txBody>
      </p:sp>
      <p:sp>
        <p:nvSpPr>
          <p:cNvPr id="21" name="text-1321">
            <a:extLst xmlns:a="http://schemas.openxmlformats.org/drawingml/2006/main">
              <a:ext uri="{FF2B5EF4-FFF2-40B4-BE49-F238E27FC236}">
                <a16:creationId xmlns:a16="http://schemas.microsoft.com/office/drawing/2014/main" id="{B5D2CA02-3ED3-4D5B-8A52-9975D1A6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形成性回饋、差異化支架、常見迷思與練習生成。</a:t>
            </a:r>
          </a:p>
        </p:txBody>
      </p:sp>
      <p:sp>
        <p:nvSpPr>
          <p:cNvPr id="22" name="shape-1322">
            <a:extLst xmlns:a="http://schemas.openxmlformats.org/drawingml/2006/main">
              <a:ext uri="{FF2B5EF4-FFF2-40B4-BE49-F238E27FC236}">
                <a16:creationId xmlns:a16="http://schemas.microsoft.com/office/drawing/2014/main" id="{AACDC7C0-C7F6-4722-903A-C920C5D3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23" name="text-1323">
            <a:extLst xmlns:a="http://schemas.openxmlformats.org/drawingml/2006/main">
              <a:ext uri="{FF2B5EF4-FFF2-40B4-BE49-F238E27FC236}">
                <a16:creationId xmlns:a16="http://schemas.microsoft.com/office/drawing/2014/main" id="{7147E6CC-2D7B-45AC-85BC-67C17C5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4" name="text-1324">
            <a:extLst xmlns:a="http://schemas.openxmlformats.org/drawingml/2006/main">
              <a:ext uri="{FF2B5EF4-FFF2-40B4-BE49-F238E27FC236}">
                <a16:creationId xmlns:a16="http://schemas.microsoft.com/office/drawing/2014/main" id="{5796ABB5-2C17-450D-9748-6141EA52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品質保證</a:t>
            </a:r>
          </a:p>
        </p:txBody>
      </p:sp>
      <p:sp>
        <p:nvSpPr>
          <p:cNvPr id="25" name="text-1325">
            <a:extLst xmlns:a="http://schemas.openxmlformats.org/drawingml/2006/main">
              <a:ext uri="{FF2B5EF4-FFF2-40B4-BE49-F238E27FC236}">
                <a16:creationId xmlns:a16="http://schemas.microsoft.com/office/drawing/2014/main" id="{66AC8A1E-6FA8-43FD-9680-752948BA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RWD、無障礙、連結、內容依據與版本檢查。</a:t>
            </a:r>
          </a:p>
        </p:txBody>
      </p:sp>
      <p:sp>
        <p:nvSpPr>
          <p:cNvPr id="26" name="shape-1326">
            <a:extLst xmlns:a="http://schemas.openxmlformats.org/drawingml/2006/main">
              <a:ext uri="{FF2B5EF4-FFF2-40B4-BE49-F238E27FC236}">
                <a16:creationId xmlns:a16="http://schemas.microsoft.com/office/drawing/2014/main" id="{1049FFC7-221B-4901-ABA3-012751EA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27" name="text-1327">
            <a:extLst xmlns:a="http://schemas.openxmlformats.org/drawingml/2006/main">
              <a:ext uri="{FF2B5EF4-FFF2-40B4-BE49-F238E27FC236}">
                <a16:creationId xmlns:a16="http://schemas.microsoft.com/office/drawing/2014/main" id="{730990A3-BC51-4BBB-9DF6-4311867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28" name="text-1328">
            <a:extLst xmlns:a="http://schemas.openxmlformats.org/drawingml/2006/main">
              <a:ext uri="{FF2B5EF4-FFF2-40B4-BE49-F238E27FC236}">
                <a16:creationId xmlns:a16="http://schemas.microsoft.com/office/drawing/2014/main" id="{57E7531A-8F44-49AA-ADF6-C55D4699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部署交付</a:t>
            </a:r>
          </a:p>
        </p:txBody>
      </p:sp>
      <p:sp>
        <p:nvSpPr>
          <p:cNvPr id="29" name="text-1329">
            <a:extLst xmlns:a="http://schemas.openxmlformats.org/drawingml/2006/main">
              <a:ext uri="{FF2B5EF4-FFF2-40B4-BE49-F238E27FC236}">
                <a16:creationId xmlns:a16="http://schemas.microsoft.com/office/drawing/2014/main" id="{1CB1EC7A-2594-4231-94A3-0508DB90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Sites、Pages、文件、測試證據與團隊交接。</a:t>
            </a:r>
          </a:p>
        </p:txBody>
      </p:sp>
      <p:sp>
        <p:nvSpPr>
          <p:cNvPr id="30" name="text-1460">
            <a:extLst xmlns:a="http://schemas.openxmlformats.org/drawingml/2006/main">
              <a:ext uri="{FF2B5EF4-FFF2-40B4-BE49-F238E27FC236}">
                <a16:creationId xmlns:a16="http://schemas.microsoft.com/office/drawing/2014/main" id="{2EE37599-D3BF-47CA-B860-4082D752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734a70bbc4d4644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91d36a1e49e4433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105777575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330">
            <a:extLst xmlns:a="http://schemas.openxmlformats.org/drawingml/2006/main">
              <a:ext uri="{FF2B5EF4-FFF2-40B4-BE49-F238E27FC236}">
                <a16:creationId xmlns:a16="http://schemas.microsoft.com/office/drawing/2014/main" id="{BB054E26-5F8B-4E5F-A3B9-CE6B1808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GUARDRAILS</a:t>
            </a:r>
          </a:p>
        </p:txBody>
      </p:sp>
      <p:sp>
        <p:nvSpPr>
          <p:cNvPr id="2" name="text-1331">
            <a:extLst xmlns:a="http://schemas.openxmlformats.org/drawingml/2006/main">
              <a:ext uri="{FF2B5EF4-FFF2-40B4-BE49-F238E27FC236}">
                <a16:creationId xmlns:a16="http://schemas.microsoft.com/office/drawing/2014/main" id="{E5AE8683-2F93-499D-8977-66A51DA6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教育現場安全護欄：先寫進 Skill，再交給 Agent</a:t>
            </a:r>
          </a:p>
        </p:txBody>
      </p:sp>
      <p:cxnSp>
        <p:nvCxnSpPr>
          <p:cNvPr id="25" name="shape-133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333">
            <a:extLst xmlns:a="http://schemas.openxmlformats.org/drawingml/2006/main">
              <a:ext uri="{FF2B5EF4-FFF2-40B4-BE49-F238E27FC236}">
                <a16:creationId xmlns:a16="http://schemas.microsoft.com/office/drawing/2014/main" id="{67D25F52-5598-4A26-ACDF-CCA85D5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586FC3-614E-4A62-A112-852486F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40</a:t>
            </a:r>
          </a:p>
        </p:txBody>
      </p:sp>
      <p:sp>
        <p:nvSpPr>
          <p:cNvPr id="6" name="shape-1334">
            <a:extLst xmlns:a="http://schemas.openxmlformats.org/drawingml/2006/main">
              <a:ext uri="{FF2B5EF4-FFF2-40B4-BE49-F238E27FC236}">
                <a16:creationId xmlns:a16="http://schemas.microsoft.com/office/drawing/2014/main" id="{4D669DA5-09EA-4C55-8B81-5B4B77B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335">
            <a:extLst xmlns:a="http://schemas.openxmlformats.org/drawingml/2006/main">
              <a:ext uri="{FF2B5EF4-FFF2-40B4-BE49-F238E27FC236}">
                <a16:creationId xmlns:a16="http://schemas.microsoft.com/office/drawing/2014/main" id="{D5FC1F3C-738F-468E-AB95-C5134D90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336">
            <a:extLst xmlns:a="http://schemas.openxmlformats.org/drawingml/2006/main">
              <a:ext uri="{FF2B5EF4-FFF2-40B4-BE49-F238E27FC236}">
                <a16:creationId xmlns:a16="http://schemas.microsoft.com/office/drawing/2014/main" id="{02F9E9F4-5099-4CB0-A670-7E2B3516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個資最小化</a:t>
            </a:r>
          </a:p>
        </p:txBody>
      </p:sp>
      <p:sp>
        <p:nvSpPr>
          <p:cNvPr id="9" name="text-1337">
            <a:extLst xmlns:a="http://schemas.openxmlformats.org/drawingml/2006/main">
              <a:ext uri="{FF2B5EF4-FFF2-40B4-BE49-F238E27FC236}">
                <a16:creationId xmlns:a16="http://schemas.microsoft.com/office/drawing/2014/main" id="{E3E9F2B2-12CB-4AD2-BDFE-FEFBFE27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先匿名化；不把學生姓名、成績、信箱與研究資料放入公開工作區。</a:t>
            </a:r>
          </a:p>
        </p:txBody>
      </p:sp>
      <p:sp>
        <p:nvSpPr>
          <p:cNvPr id="10" name="shape-1338">
            <a:extLst xmlns:a="http://schemas.openxmlformats.org/drawingml/2006/main">
              <a:ext uri="{FF2B5EF4-FFF2-40B4-BE49-F238E27FC236}">
                <a16:creationId xmlns:a16="http://schemas.microsoft.com/office/drawing/2014/main" id="{C6411A47-D40F-41C4-BCF3-05795EA0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339">
            <a:extLst xmlns:a="http://schemas.openxmlformats.org/drawingml/2006/main">
              <a:ext uri="{FF2B5EF4-FFF2-40B4-BE49-F238E27FC236}">
                <a16:creationId xmlns:a16="http://schemas.microsoft.com/office/drawing/2014/main" id="{AF9743AE-15F5-42B9-B2B2-B5185726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340">
            <a:extLst xmlns:a="http://schemas.openxmlformats.org/drawingml/2006/main">
              <a:ext uri="{FF2B5EF4-FFF2-40B4-BE49-F238E27FC236}">
                <a16:creationId xmlns:a16="http://schemas.microsoft.com/office/drawing/2014/main" id="{FB01E25A-1449-4082-BE9B-51692339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來源與版權</a:t>
            </a:r>
          </a:p>
        </p:txBody>
      </p:sp>
      <p:sp>
        <p:nvSpPr>
          <p:cNvPr id="13" name="text-1341">
            <a:extLst xmlns:a="http://schemas.openxmlformats.org/drawingml/2006/main">
              <a:ext uri="{FF2B5EF4-FFF2-40B4-BE49-F238E27FC236}">
                <a16:creationId xmlns:a16="http://schemas.microsoft.com/office/drawing/2014/main" id="{3827897A-9DFA-4ED0-B771-5240ECED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保留引用、授權與來源邊界；生成不等於可任意公開。</a:t>
            </a:r>
          </a:p>
        </p:txBody>
      </p:sp>
      <p:sp>
        <p:nvSpPr>
          <p:cNvPr id="14" name="shape-1342">
            <a:extLst xmlns:a="http://schemas.openxmlformats.org/drawingml/2006/main">
              <a:ext uri="{FF2B5EF4-FFF2-40B4-BE49-F238E27FC236}">
                <a16:creationId xmlns:a16="http://schemas.microsoft.com/office/drawing/2014/main" id="{C6B41C14-0DE4-4BEB-8BAB-49C78C67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343">
            <a:extLst xmlns:a="http://schemas.openxmlformats.org/drawingml/2006/main">
              <a:ext uri="{FF2B5EF4-FFF2-40B4-BE49-F238E27FC236}">
                <a16:creationId xmlns:a16="http://schemas.microsoft.com/office/drawing/2014/main" id="{7D5B8D5F-584E-4B7D-BEE6-78A4CC9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344">
            <a:extLst xmlns:a="http://schemas.openxmlformats.org/drawingml/2006/main">
              <a:ext uri="{FF2B5EF4-FFF2-40B4-BE49-F238E27FC236}">
                <a16:creationId xmlns:a16="http://schemas.microsoft.com/office/drawing/2014/main" id="{3D0DF8AA-37D4-44E8-B997-1C4CEDFB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人工決策</a:t>
            </a:r>
          </a:p>
        </p:txBody>
      </p:sp>
      <p:sp>
        <p:nvSpPr>
          <p:cNvPr id="17" name="text-1345">
            <a:extLst xmlns:a="http://schemas.openxmlformats.org/drawingml/2006/main">
              <a:ext uri="{FF2B5EF4-FFF2-40B4-BE49-F238E27FC236}">
                <a16:creationId xmlns:a16="http://schemas.microsoft.com/office/drawing/2014/main" id="{3252598B-4E1B-4FD3-9BB1-208BCEF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評分、倫理、輔導與正式行政決定，由人負責並保留紀錄。</a:t>
            </a:r>
          </a:p>
        </p:txBody>
      </p:sp>
      <p:sp>
        <p:nvSpPr>
          <p:cNvPr id="18" name="shape-1346">
            <a:extLst xmlns:a="http://schemas.openxmlformats.org/drawingml/2006/main">
              <a:ext uri="{FF2B5EF4-FFF2-40B4-BE49-F238E27FC236}">
                <a16:creationId xmlns:a16="http://schemas.microsoft.com/office/drawing/2014/main" id="{3A74ED5F-10E5-4C20-8A2B-8572F9B2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1347">
            <a:extLst xmlns:a="http://schemas.openxmlformats.org/drawingml/2006/main">
              <a:ext uri="{FF2B5EF4-FFF2-40B4-BE49-F238E27FC236}">
                <a16:creationId xmlns:a16="http://schemas.microsoft.com/office/drawing/2014/main" id="{2E530162-3D10-41C4-9D56-784B02AD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348">
            <a:extLst xmlns:a="http://schemas.openxmlformats.org/drawingml/2006/main">
              <a:ext uri="{FF2B5EF4-FFF2-40B4-BE49-F238E27FC236}">
                <a16:creationId xmlns:a16="http://schemas.microsoft.com/office/drawing/2014/main" id="{D2E2F895-750D-4797-B158-E547C867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可逆優先</a:t>
            </a:r>
          </a:p>
        </p:txBody>
      </p:sp>
      <p:sp>
        <p:nvSpPr>
          <p:cNvPr id="21" name="text-1349">
            <a:extLst xmlns:a="http://schemas.openxmlformats.org/drawingml/2006/main">
              <a:ext uri="{FF2B5EF4-FFF2-40B4-BE49-F238E27FC236}">
                <a16:creationId xmlns:a16="http://schemas.microsoft.com/office/drawing/2014/main" id="{1BAB558E-E568-4AF7-B1CB-5494400B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先分析、預覽、備份；發布、刪除與改權限需要明確確認。</a:t>
            </a:r>
          </a:p>
        </p:txBody>
      </p:sp>
      <p:sp>
        <p:nvSpPr>
          <p:cNvPr id="22" name="text-1461">
            <a:extLst xmlns:a="http://schemas.openxmlformats.org/drawingml/2006/main">
              <a:ext uri="{FF2B5EF4-FFF2-40B4-BE49-F238E27FC236}">
                <a16:creationId xmlns:a16="http://schemas.microsoft.com/office/drawing/2014/main" id="{E64FB672-45B9-4067-9F93-76B880F7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fdcf029fd804fd7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9d014c44971413a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5302867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350">
            <a:extLst xmlns:a="http://schemas.openxmlformats.org/drawingml/2006/main">
              <a:ext uri="{FF2B5EF4-FFF2-40B4-BE49-F238E27FC236}">
                <a16:creationId xmlns:a16="http://schemas.microsoft.com/office/drawing/2014/main" id="{08A32B5F-76DD-4A2C-9EB9-7B663F34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text-1351">
            <a:extLst xmlns:a="http://schemas.openxmlformats.org/drawingml/2006/main">
              <a:ext uri="{FF2B5EF4-FFF2-40B4-BE49-F238E27FC236}">
                <a16:creationId xmlns:a16="http://schemas.microsoft.com/office/drawing/2014/main" id="{27E6A500-A511-4631-8705-09351889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整合挑戰｜讓 Agent 完成可驗證的教學成果</a:t>
            </a:r>
          </a:p>
        </p:txBody>
      </p:sp>
      <p:cxnSp>
        <p:nvCxnSpPr>
          <p:cNvPr id="22" name="shape-135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353">
            <a:extLst xmlns:a="http://schemas.openxmlformats.org/drawingml/2006/main">
              <a:ext uri="{FF2B5EF4-FFF2-40B4-BE49-F238E27FC236}">
                <a16:creationId xmlns:a16="http://schemas.microsoft.com/office/drawing/2014/main" id="{8D3B9419-2EF3-4DF4-9FF4-2B9B0A7D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340093-B98A-4FE2-992F-3C22B781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41</a:t>
            </a:r>
          </a:p>
        </p:txBody>
      </p:sp>
      <p:sp>
        <p:nvSpPr>
          <p:cNvPr id="6" name="text-1354">
            <a:extLst xmlns:a="http://schemas.openxmlformats.org/drawingml/2006/main">
              <a:ext uri="{FF2B5EF4-FFF2-40B4-BE49-F238E27FC236}">
                <a16:creationId xmlns:a16="http://schemas.microsoft.com/office/drawing/2014/main" id="{F101BA0F-77E0-40D1-821B-7FB3D108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355">
            <a:extLst xmlns:a="http://schemas.openxmlformats.org/drawingml/2006/main">
              <a:ext uri="{FF2B5EF4-FFF2-40B4-BE49-F238E27FC236}">
                <a16:creationId xmlns:a16="http://schemas.microsoft.com/office/drawing/2014/main" id="{179E52C1-3462-44B0-A9D1-C9639A50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356">
            <a:extLst xmlns:a="http://schemas.openxmlformats.org/drawingml/2006/main">
              <a:ext uri="{FF2B5EF4-FFF2-40B4-BE49-F238E27FC236}">
                <a16:creationId xmlns:a16="http://schemas.microsoft.com/office/drawing/2014/main" id="{0DB18657-E73A-40E6-9A91-ACF35839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357">
            <a:extLst xmlns:a="http://schemas.openxmlformats.org/drawingml/2006/main">
              <a:ext uri="{FF2B5EF4-FFF2-40B4-BE49-F238E27FC236}">
                <a16:creationId xmlns:a16="http://schemas.microsoft.com/office/drawing/2014/main" id="{BD38EC3F-65DE-413A-836C-2E9A05CF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啟用剛完成的 Skill</a:t>
            </a:r>
          </a:p>
        </p:txBody>
      </p:sp>
      <p:sp>
        <p:nvSpPr>
          <p:cNvPr id="10" name="text-1358">
            <a:extLst xmlns:a="http://schemas.openxmlformats.org/drawingml/2006/main">
              <a:ext uri="{FF2B5EF4-FFF2-40B4-BE49-F238E27FC236}">
                <a16:creationId xmlns:a16="http://schemas.microsoft.com/office/drawing/2014/main" id="{84D1B814-B6B3-4B40-B7B1-59C26504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359">
            <a:extLst xmlns:a="http://schemas.openxmlformats.org/drawingml/2006/main">
              <a:ext uri="{FF2B5EF4-FFF2-40B4-BE49-F238E27FC236}">
                <a16:creationId xmlns:a16="http://schemas.microsoft.com/office/drawing/2014/main" id="{08F71EF4-52F8-41D9-A34A-93111FD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對上午作品或合成資料提出一項真實任務</a:t>
            </a:r>
          </a:p>
        </p:txBody>
      </p:sp>
      <p:sp>
        <p:nvSpPr>
          <p:cNvPr id="12" name="text-1360">
            <a:extLst xmlns:a="http://schemas.openxmlformats.org/drawingml/2006/main">
              <a:ext uri="{FF2B5EF4-FFF2-40B4-BE49-F238E27FC236}">
                <a16:creationId xmlns:a16="http://schemas.microsoft.com/office/drawing/2014/main" id="{05C3D840-4234-498D-9516-D44F3945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361">
            <a:extLst xmlns:a="http://schemas.openxmlformats.org/drawingml/2006/main">
              <a:ext uri="{FF2B5EF4-FFF2-40B4-BE49-F238E27FC236}">
                <a16:creationId xmlns:a16="http://schemas.microsoft.com/office/drawing/2014/main" id="{EB566652-346D-4FCB-85E4-371AA09B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要求 Agent 實作並驗證</a:t>
            </a:r>
          </a:p>
        </p:txBody>
      </p:sp>
      <p:sp>
        <p:nvSpPr>
          <p:cNvPr id="14" name="text-1362">
            <a:extLst xmlns:a="http://schemas.openxmlformats.org/drawingml/2006/main">
              <a:ext uri="{FF2B5EF4-FFF2-40B4-BE49-F238E27FC236}">
                <a16:creationId xmlns:a16="http://schemas.microsoft.com/office/drawing/2014/main" id="{D731A5CD-E8BA-4BDB-B484-B067C8DC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E30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363">
            <a:extLst xmlns:a="http://schemas.openxmlformats.org/drawingml/2006/main">
              <a:ext uri="{FF2B5EF4-FFF2-40B4-BE49-F238E27FC236}">
                <a16:creationId xmlns:a16="http://schemas.microsoft.com/office/drawing/2014/main" id="{989EE7C9-2C42-42D6-9DD0-E4CC0704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準備 90 秒成果與證據</a:t>
            </a:r>
          </a:p>
        </p:txBody>
      </p:sp>
      <p:sp>
        <p:nvSpPr>
          <p:cNvPr id="16" name="shape-1364">
            <a:extLst xmlns:a="http://schemas.openxmlformats.org/drawingml/2006/main">
              <a:ext uri="{FF2B5EF4-FFF2-40B4-BE49-F238E27FC236}">
                <a16:creationId xmlns:a16="http://schemas.microsoft.com/office/drawing/2014/main" id="{5F717620-CEFB-4468-B77C-B72DC85F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7" name="text-1365">
            <a:extLst xmlns:a="http://schemas.openxmlformats.org/drawingml/2006/main">
              <a:ext uri="{FF2B5EF4-FFF2-40B4-BE49-F238E27FC236}">
                <a16:creationId xmlns:a16="http://schemas.microsoft.com/office/drawing/2014/main" id="{72AEC094-C393-4A1B-AC38-284055AA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806D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366">
            <a:extLst xmlns:a="http://schemas.openxmlformats.org/drawingml/2006/main">
              <a:ext uri="{FF2B5EF4-FFF2-40B4-BE49-F238E27FC236}">
                <a16:creationId xmlns:a16="http://schemas.microsoft.com/office/drawing/2014/main" id="{7441DF1C-946D-4A97-95A3-DFE4CCCC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Skill 有被正確觸發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成果可開啟或可檢查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至少一個驗證證據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✓ 說明一項人工決定</a:t>
            </a:r>
          </a:p>
        </p:txBody>
      </p:sp>
      <p:sp>
        <p:nvSpPr>
          <p:cNvPr id="19" name="text-1462">
            <a:extLst xmlns:a="http://schemas.openxmlformats.org/drawingml/2006/main">
              <a:ext uri="{FF2B5EF4-FFF2-40B4-BE49-F238E27FC236}">
                <a16:creationId xmlns:a16="http://schemas.microsoft.com/office/drawing/2014/main" id="{3C95E3B6-FB6B-4E08-BEC3-FBE6600C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165447712274e33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2bde68c6df44251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142007267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367">
            <a:extLst xmlns:a="http://schemas.openxmlformats.org/drawingml/2006/main">
              <a:ext uri="{FF2B5EF4-FFF2-40B4-BE49-F238E27FC236}">
                <a16:creationId xmlns:a16="http://schemas.microsoft.com/office/drawing/2014/main" id="{5FEACDE0-70A1-424A-AFEE-ADE0CE36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PEER REVIEW</a:t>
            </a:r>
          </a:p>
        </p:txBody>
      </p:sp>
      <p:sp>
        <p:nvSpPr>
          <p:cNvPr id="2" name="text-1368">
            <a:extLst xmlns:a="http://schemas.openxmlformats.org/drawingml/2006/main">
              <a:ext uri="{FF2B5EF4-FFF2-40B4-BE49-F238E27FC236}">
                <a16:creationId xmlns:a16="http://schemas.microsoft.com/office/drawing/2014/main" id="{D572D19A-D5CA-45EC-B5E5-D3EE512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同儕回饋只看四件事</a:t>
            </a:r>
          </a:p>
        </p:txBody>
      </p:sp>
      <p:cxnSp>
        <p:nvCxnSpPr>
          <p:cNvPr id="25" name="shape-136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370">
            <a:extLst xmlns:a="http://schemas.openxmlformats.org/drawingml/2006/main">
              <a:ext uri="{FF2B5EF4-FFF2-40B4-BE49-F238E27FC236}">
                <a16:creationId xmlns:a16="http://schemas.microsoft.com/office/drawing/2014/main" id="{31B0DE19-F641-4578-AD76-29C68E44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59B3A3-7440-4FAA-9CF9-DE1B884B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42</a:t>
            </a:r>
          </a:p>
        </p:txBody>
      </p:sp>
      <p:sp>
        <p:nvSpPr>
          <p:cNvPr id="6" name="shape-1371">
            <a:extLst xmlns:a="http://schemas.openxmlformats.org/drawingml/2006/main">
              <a:ext uri="{FF2B5EF4-FFF2-40B4-BE49-F238E27FC236}">
                <a16:creationId xmlns:a16="http://schemas.microsoft.com/office/drawing/2014/main" id="{6CE69B80-F0B3-4B79-B23A-741A3F9F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7" name="text-1372">
            <a:extLst xmlns:a="http://schemas.openxmlformats.org/drawingml/2006/main">
              <a:ext uri="{FF2B5EF4-FFF2-40B4-BE49-F238E27FC236}">
                <a16:creationId xmlns:a16="http://schemas.microsoft.com/office/drawing/2014/main" id="{D03E4B24-CBDA-4182-89C9-8C25BC93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373">
            <a:extLst xmlns:a="http://schemas.openxmlformats.org/drawingml/2006/main">
              <a:ext uri="{FF2B5EF4-FFF2-40B4-BE49-F238E27FC236}">
                <a16:creationId xmlns:a16="http://schemas.microsoft.com/office/drawing/2014/main" id="{AF90BC36-23CA-4251-8F25-D7A9C564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價值</a:t>
            </a:r>
          </a:p>
        </p:txBody>
      </p:sp>
      <p:sp>
        <p:nvSpPr>
          <p:cNvPr id="9" name="text-1374">
            <a:extLst xmlns:a="http://schemas.openxmlformats.org/drawingml/2006/main">
              <a:ext uri="{FF2B5EF4-FFF2-40B4-BE49-F238E27FC236}">
                <a16:creationId xmlns:a16="http://schemas.microsoft.com/office/drawing/2014/main" id="{C934CF5F-15ED-4CE2-8F40-44728175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這個 Agent 任務是否解決真實教學問題？</a:t>
            </a:r>
          </a:p>
        </p:txBody>
      </p:sp>
      <p:sp>
        <p:nvSpPr>
          <p:cNvPr id="10" name="shape-1375">
            <a:extLst xmlns:a="http://schemas.openxmlformats.org/drawingml/2006/main">
              <a:ext uri="{FF2B5EF4-FFF2-40B4-BE49-F238E27FC236}">
                <a16:creationId xmlns:a16="http://schemas.microsoft.com/office/drawing/2014/main" id="{565AE359-22D6-44AE-A41E-CF605148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1" name="text-1376">
            <a:extLst xmlns:a="http://schemas.openxmlformats.org/drawingml/2006/main">
              <a:ext uri="{FF2B5EF4-FFF2-40B4-BE49-F238E27FC236}">
                <a16:creationId xmlns:a16="http://schemas.microsoft.com/office/drawing/2014/main" id="{27F30DA5-5760-48B5-BB99-6E1B39C9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377">
            <a:extLst xmlns:a="http://schemas.openxmlformats.org/drawingml/2006/main">
              <a:ext uri="{FF2B5EF4-FFF2-40B4-BE49-F238E27FC236}">
                <a16:creationId xmlns:a16="http://schemas.microsoft.com/office/drawing/2014/main" id="{80FB9762-AB44-4D87-A64F-6EC354E3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清楚</a:t>
            </a:r>
          </a:p>
        </p:txBody>
      </p:sp>
      <p:sp>
        <p:nvSpPr>
          <p:cNvPr id="13" name="text-1378">
            <a:extLst xmlns:a="http://schemas.openxmlformats.org/drawingml/2006/main">
              <a:ext uri="{FF2B5EF4-FFF2-40B4-BE49-F238E27FC236}">
                <a16:creationId xmlns:a16="http://schemas.microsoft.com/office/drawing/2014/main" id="{E0FF587C-E997-4F5C-AB9B-92018F5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陌生人是否能理解 Skill 的觸發時機與流程？</a:t>
            </a:r>
          </a:p>
        </p:txBody>
      </p:sp>
      <p:sp>
        <p:nvSpPr>
          <p:cNvPr id="14" name="shape-1379">
            <a:extLst xmlns:a="http://schemas.openxmlformats.org/drawingml/2006/main">
              <a:ext uri="{FF2B5EF4-FFF2-40B4-BE49-F238E27FC236}">
                <a16:creationId xmlns:a16="http://schemas.microsoft.com/office/drawing/2014/main" id="{476F6C5D-6CA3-4C2A-939A-5DB4795D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5" name="text-1380">
            <a:extLst xmlns:a="http://schemas.openxmlformats.org/drawingml/2006/main">
              <a:ext uri="{FF2B5EF4-FFF2-40B4-BE49-F238E27FC236}">
                <a16:creationId xmlns:a16="http://schemas.microsoft.com/office/drawing/2014/main" id="{8631EA66-575B-4B7F-A6AA-175F25AE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381">
            <a:extLst xmlns:a="http://schemas.openxmlformats.org/drawingml/2006/main">
              <a:ext uri="{FF2B5EF4-FFF2-40B4-BE49-F238E27FC236}">
                <a16:creationId xmlns:a16="http://schemas.microsoft.com/office/drawing/2014/main" id="{56146B01-9339-4977-9615-8CCE9DE3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證據</a:t>
            </a:r>
          </a:p>
        </p:txBody>
      </p:sp>
      <p:sp>
        <p:nvSpPr>
          <p:cNvPr id="17" name="text-1382">
            <a:extLst xmlns:a="http://schemas.openxmlformats.org/drawingml/2006/main">
              <a:ext uri="{FF2B5EF4-FFF2-40B4-BE49-F238E27FC236}">
                <a16:creationId xmlns:a16="http://schemas.microsoft.com/office/drawing/2014/main" id="{7B316271-5B9A-443C-A700-D6C71C72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完成宣告是否有檔案、測試、畫面或引用支持？</a:t>
            </a:r>
          </a:p>
        </p:txBody>
      </p:sp>
      <p:sp>
        <p:nvSpPr>
          <p:cNvPr id="18" name="shape-1383">
            <a:extLst xmlns:a="http://schemas.openxmlformats.org/drawingml/2006/main">
              <a:ext uri="{FF2B5EF4-FFF2-40B4-BE49-F238E27FC236}">
                <a16:creationId xmlns:a16="http://schemas.microsoft.com/office/drawing/2014/main" id="{E84B519C-BA4D-4654-828F-E56526EF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9525">
            <a:solidFill>
              <a:srgbClr val="2A4761"/>
            </a:solidFill>
            <a:prstDash val="solid"/>
          </a:ln>
        </p:spPr>
      </p:sp>
      <p:sp>
        <p:nvSpPr>
          <p:cNvPr id="19" name="text-1384">
            <a:extLst xmlns:a="http://schemas.openxmlformats.org/drawingml/2006/main">
              <a:ext uri="{FF2B5EF4-FFF2-40B4-BE49-F238E27FC236}">
                <a16:creationId xmlns:a16="http://schemas.microsoft.com/office/drawing/2014/main" id="{D621F579-B463-43F2-87B4-A611726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385">
            <a:extLst xmlns:a="http://schemas.openxmlformats.org/drawingml/2006/main">
              <a:ext uri="{FF2B5EF4-FFF2-40B4-BE49-F238E27FC236}">
                <a16:creationId xmlns:a16="http://schemas.microsoft.com/office/drawing/2014/main" id="{69EEDC91-0C78-41BE-8F2F-7BC3F087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邊界</a:t>
            </a:r>
          </a:p>
        </p:txBody>
      </p:sp>
      <p:sp>
        <p:nvSpPr>
          <p:cNvPr id="21" name="text-1386">
            <a:extLst xmlns:a="http://schemas.openxmlformats.org/drawingml/2006/main">
              <a:ext uri="{FF2B5EF4-FFF2-40B4-BE49-F238E27FC236}">
                <a16:creationId xmlns:a16="http://schemas.microsoft.com/office/drawing/2014/main" id="{D36AC928-FCA6-4795-8C17-DD886B9E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是否知道哪些動作需確認、哪些結果仍未確認？</a:t>
            </a:r>
          </a:p>
        </p:txBody>
      </p:sp>
      <p:sp>
        <p:nvSpPr>
          <p:cNvPr id="22" name="text-1463">
            <a:extLst xmlns:a="http://schemas.openxmlformats.org/drawingml/2006/main">
              <a:ext uri="{FF2B5EF4-FFF2-40B4-BE49-F238E27FC236}">
                <a16:creationId xmlns:a16="http://schemas.microsoft.com/office/drawing/2014/main" id="{4871FF4B-5C6D-4E2A-BD28-7D18F444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0fd6354a2f54171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36467e766d1494c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9361067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387">
            <a:extLst xmlns:a="http://schemas.openxmlformats.org/drawingml/2006/main">
              <a:ext uri="{FF2B5EF4-FFF2-40B4-BE49-F238E27FC236}">
                <a16:creationId xmlns:a16="http://schemas.microsoft.com/office/drawing/2014/main" id="{3FC2007C-4129-4B05-B89D-35E5FA39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NEXT 30 DAYS</a:t>
            </a:r>
          </a:p>
        </p:txBody>
      </p:sp>
      <p:sp>
        <p:nvSpPr>
          <p:cNvPr id="2" name="text-1388">
            <a:extLst xmlns:a="http://schemas.openxmlformats.org/drawingml/2006/main">
              <a:ext uri="{FF2B5EF4-FFF2-40B4-BE49-F238E27FC236}">
                <a16:creationId xmlns:a16="http://schemas.microsoft.com/office/drawing/2014/main" id="{E297B397-BB34-4BB8-8E5D-5397F872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30 天導入計畫：小步驗證，留下可重用資產</a:t>
            </a:r>
          </a:p>
        </p:txBody>
      </p:sp>
      <p:cxnSp>
        <p:nvCxnSpPr>
          <p:cNvPr id="30" name="shape-138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390">
            <a:extLst xmlns:a="http://schemas.openxmlformats.org/drawingml/2006/main">
              <a:ext uri="{FF2B5EF4-FFF2-40B4-BE49-F238E27FC236}">
                <a16:creationId xmlns:a16="http://schemas.microsoft.com/office/drawing/2014/main" id="{B8675A45-589C-4C54-AD23-0E6B662C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46B83F-E770-47F9-93B2-46E5E8D4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43</a:t>
            </a:r>
          </a:p>
        </p:txBody>
      </p:sp>
      <p:cxnSp>
        <p:nvCxnSpPr>
          <p:cNvPr id="33" name="shape-1391"/>
          <p:cNvCxnSpPr/>
          <p:nvPr/>
        </p:nvCxnSpPr>
        <p:spPr>
          <a:xfrm xmlns:a="http://schemas.openxmlformats.org/drawingml/2006/main">
            <a:off x="876300" y="3143250"/>
            <a:ext cx="10401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7" name="shape-1392">
            <a:extLst xmlns:a="http://schemas.openxmlformats.org/drawingml/2006/main">
              <a:ext uri="{FF2B5EF4-FFF2-40B4-BE49-F238E27FC236}">
                <a16:creationId xmlns:a16="http://schemas.microsoft.com/office/drawing/2014/main" id="{67C70D24-7AC5-4272-9F79-53DBD5F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93">
            <a:extLst xmlns:a="http://schemas.openxmlformats.org/drawingml/2006/main">
              <a:ext uri="{FF2B5EF4-FFF2-40B4-BE49-F238E27FC236}">
                <a16:creationId xmlns:a16="http://schemas.microsoft.com/office/drawing/2014/main" id="{1C77D9BE-022E-40A1-B7CF-ECE40868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第 1 週</a:t>
            </a:r>
          </a:p>
        </p:txBody>
      </p:sp>
      <p:sp>
        <p:nvSpPr>
          <p:cNvPr id="9" name="text-1394">
            <a:extLst xmlns:a="http://schemas.openxmlformats.org/drawingml/2006/main">
              <a:ext uri="{FF2B5EF4-FFF2-40B4-BE49-F238E27FC236}">
                <a16:creationId xmlns:a16="http://schemas.microsoft.com/office/drawing/2014/main" id="{E8B75C8B-7311-47DA-B586-0DF440D5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選任務</a:t>
            </a:r>
          </a:p>
        </p:txBody>
      </p:sp>
      <p:sp>
        <p:nvSpPr>
          <p:cNvPr id="10" name="text-1395">
            <a:extLst xmlns:a="http://schemas.openxmlformats.org/drawingml/2006/main">
              <a:ext uri="{FF2B5EF4-FFF2-40B4-BE49-F238E27FC236}">
                <a16:creationId xmlns:a16="http://schemas.microsoft.com/office/drawing/2014/main" id="{FDEF9CC8-3D73-46B8-A65B-0D43D7A1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高頻、耗時、可驗證</a:t>
            </a:r>
          </a:p>
        </p:txBody>
      </p:sp>
      <p:sp>
        <p:nvSpPr>
          <p:cNvPr id="11" name="shape-1396">
            <a:extLst xmlns:a="http://schemas.openxmlformats.org/drawingml/2006/main">
              <a:ext uri="{FF2B5EF4-FFF2-40B4-BE49-F238E27FC236}">
                <a16:creationId xmlns:a16="http://schemas.microsoft.com/office/drawing/2014/main" id="{AE8F22AD-27CA-4E5B-A50A-85299990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397">
            <a:extLst xmlns:a="http://schemas.openxmlformats.org/drawingml/2006/main">
              <a:ext uri="{FF2B5EF4-FFF2-40B4-BE49-F238E27FC236}">
                <a16:creationId xmlns:a16="http://schemas.microsoft.com/office/drawing/2014/main" id="{A6088F50-0060-4B8E-BC6D-04D43E2E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第 2 週</a:t>
            </a:r>
          </a:p>
        </p:txBody>
      </p:sp>
      <p:sp>
        <p:nvSpPr>
          <p:cNvPr id="13" name="text-1398">
            <a:extLst xmlns:a="http://schemas.openxmlformats.org/drawingml/2006/main">
              <a:ext uri="{FF2B5EF4-FFF2-40B4-BE49-F238E27FC236}">
                <a16:creationId xmlns:a16="http://schemas.microsoft.com/office/drawing/2014/main" id="{BB85325E-F7A0-4582-851C-8751A3BA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試流程</a:t>
            </a:r>
          </a:p>
        </p:txBody>
      </p:sp>
      <p:sp>
        <p:nvSpPr>
          <p:cNvPr id="14" name="text-1399">
            <a:extLst xmlns:a="http://schemas.openxmlformats.org/drawingml/2006/main">
              <a:ext uri="{FF2B5EF4-FFF2-40B4-BE49-F238E27FC236}">
                <a16:creationId xmlns:a16="http://schemas.microsoft.com/office/drawing/2014/main" id="{4F7DDF8B-DE88-4F42-BD47-80A1C6E4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自己跑 3 次</a:t>
            </a:r>
          </a:p>
        </p:txBody>
      </p:sp>
      <p:sp>
        <p:nvSpPr>
          <p:cNvPr id="15" name="shape-1400">
            <a:extLst xmlns:a="http://schemas.openxmlformats.org/drawingml/2006/main">
              <a:ext uri="{FF2B5EF4-FFF2-40B4-BE49-F238E27FC236}">
                <a16:creationId xmlns:a16="http://schemas.microsoft.com/office/drawing/2014/main" id="{6365BE9D-0B55-433C-A321-6988773F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401">
            <a:extLst xmlns:a="http://schemas.openxmlformats.org/drawingml/2006/main">
              <a:ext uri="{FF2B5EF4-FFF2-40B4-BE49-F238E27FC236}">
                <a16:creationId xmlns:a16="http://schemas.microsoft.com/office/drawing/2014/main" id="{85248C28-549D-4F66-A459-84CD46D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第 3 週</a:t>
            </a:r>
          </a:p>
        </p:txBody>
      </p:sp>
      <p:sp>
        <p:nvSpPr>
          <p:cNvPr id="17" name="text-1402">
            <a:extLst xmlns:a="http://schemas.openxmlformats.org/drawingml/2006/main">
              <a:ext uri="{FF2B5EF4-FFF2-40B4-BE49-F238E27FC236}">
                <a16:creationId xmlns:a16="http://schemas.microsoft.com/office/drawing/2014/main" id="{1729FDA6-2DD1-48DD-9731-BB2381A8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給同儕</a:t>
            </a:r>
          </a:p>
        </p:txBody>
      </p:sp>
      <p:sp>
        <p:nvSpPr>
          <p:cNvPr id="18" name="text-1403">
            <a:extLst xmlns:a="http://schemas.openxmlformats.org/drawingml/2006/main">
              <a:ext uri="{FF2B5EF4-FFF2-40B4-BE49-F238E27FC236}">
                <a16:creationId xmlns:a16="http://schemas.microsoft.com/office/drawing/2014/main" id="{424D6C87-1BDF-4E54-97A8-478C41A3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找 1 人盲測</a:t>
            </a:r>
          </a:p>
        </p:txBody>
      </p:sp>
      <p:sp>
        <p:nvSpPr>
          <p:cNvPr id="19" name="shape-1404">
            <a:extLst xmlns:a="http://schemas.openxmlformats.org/drawingml/2006/main">
              <a:ext uri="{FF2B5EF4-FFF2-40B4-BE49-F238E27FC236}">
                <a16:creationId xmlns:a16="http://schemas.microsoft.com/office/drawing/2014/main" id="{1391B268-A517-4037-A116-8914981A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405">
            <a:extLst xmlns:a="http://schemas.openxmlformats.org/drawingml/2006/main">
              <a:ext uri="{FF2B5EF4-FFF2-40B4-BE49-F238E27FC236}">
                <a16:creationId xmlns:a16="http://schemas.microsoft.com/office/drawing/2014/main" id="{A17F1715-E485-4E94-BBC5-D1321DA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第 4 週</a:t>
            </a:r>
          </a:p>
        </p:txBody>
      </p:sp>
      <p:sp>
        <p:nvSpPr>
          <p:cNvPr id="21" name="text-1406">
            <a:extLst xmlns:a="http://schemas.openxmlformats.org/drawingml/2006/main">
              <a:ext uri="{FF2B5EF4-FFF2-40B4-BE49-F238E27FC236}">
                <a16:creationId xmlns:a16="http://schemas.microsoft.com/office/drawing/2014/main" id="{63CF0828-450E-47A0-91F6-EF92EC4B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修 Skill</a:t>
            </a:r>
          </a:p>
        </p:txBody>
      </p:sp>
      <p:sp>
        <p:nvSpPr>
          <p:cNvPr id="22" name="text-1407">
            <a:extLst xmlns:a="http://schemas.openxmlformats.org/drawingml/2006/main">
              <a:ext uri="{FF2B5EF4-FFF2-40B4-BE49-F238E27FC236}">
                <a16:creationId xmlns:a16="http://schemas.microsoft.com/office/drawing/2014/main" id="{D9FF9EF1-2678-4420-B6B3-99DB2480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補規則與範例</a:t>
            </a:r>
          </a:p>
        </p:txBody>
      </p:sp>
      <p:sp>
        <p:nvSpPr>
          <p:cNvPr id="23" name="shape-1408">
            <a:extLst xmlns:a="http://schemas.openxmlformats.org/drawingml/2006/main">
              <a:ext uri="{FF2B5EF4-FFF2-40B4-BE49-F238E27FC236}">
                <a16:creationId xmlns:a16="http://schemas.microsoft.com/office/drawing/2014/main" id="{A058BCC6-DE4A-4856-84F3-82CB199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409">
            <a:extLst xmlns:a="http://schemas.openxmlformats.org/drawingml/2006/main">
              <a:ext uri="{FF2B5EF4-FFF2-40B4-BE49-F238E27FC236}">
                <a16:creationId xmlns:a16="http://schemas.microsoft.com/office/drawing/2014/main" id="{25246D85-98CD-4344-8B4E-7FB0408D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第 30 天</a:t>
            </a:r>
          </a:p>
        </p:txBody>
      </p:sp>
      <p:sp>
        <p:nvSpPr>
          <p:cNvPr id="25" name="text-1410">
            <a:extLst xmlns:a="http://schemas.openxmlformats.org/drawingml/2006/main">
              <a:ext uri="{FF2B5EF4-FFF2-40B4-BE49-F238E27FC236}">
                <a16:creationId xmlns:a16="http://schemas.microsoft.com/office/drawing/2014/main" id="{8781BF5D-587A-47C7-8ADA-1553F3E1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決定</a:t>
            </a:r>
          </a:p>
        </p:txBody>
      </p:sp>
      <p:sp>
        <p:nvSpPr>
          <p:cNvPr id="26" name="text-1411">
            <a:extLst xmlns:a="http://schemas.openxmlformats.org/drawingml/2006/main">
              <a:ext uri="{FF2B5EF4-FFF2-40B4-BE49-F238E27FC236}">
                <a16:creationId xmlns:a16="http://schemas.microsoft.com/office/drawing/2014/main" id="{D4D7D012-5227-4A27-A365-5C8211B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採用、修改或淘汰</a:t>
            </a:r>
          </a:p>
        </p:txBody>
      </p:sp>
      <p:sp>
        <p:nvSpPr>
          <p:cNvPr id="27" name="text-1464">
            <a:extLst xmlns:a="http://schemas.openxmlformats.org/drawingml/2006/main">
              <a:ext uri="{FF2B5EF4-FFF2-40B4-BE49-F238E27FC236}">
                <a16:creationId xmlns:a16="http://schemas.microsoft.com/office/drawing/2014/main" id="{A221E6C9-95F7-42F1-BF08-AA2E110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be38d46045940cd"/>
              </a:rPr>
              <a:t>Antigravity ↗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200" b="1">
                <a:solidFill>
                  <a:srgbClr val="55A7FF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e4be09cf4724ce3"/>
              </a:rPr>
              <a:t>Codex ↗</a:t>
            </a:r>
          </a:p>
        </p:txBody>
      </p:sp>
    </p:spTree>
    <p:extLst>
      <p:ext uri="{BB962C8B-B14F-4D97-AF65-F5344CB8AC3E}">
        <p14:creationId xmlns:p14="http://schemas.microsoft.com/office/powerpoint/2010/main" val="97242411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412">
            <a:extLst xmlns:a="http://schemas.openxmlformats.org/drawingml/2006/main">
              <a:ext uri="{FF2B5EF4-FFF2-40B4-BE49-F238E27FC236}">
                <a16:creationId xmlns:a16="http://schemas.microsoft.com/office/drawing/2014/main" id="{509CFC90-1F6F-4047-B36B-C3F342D5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55A7FF"/>
                </a:solidFill>
                <a:latin typeface="Noto Sans TC"/>
                <a:ea typeface="Noto Sans TC"/>
                <a:cs typeface="Noto Sans TC"/>
              </a:rPr>
              <a:t>BOOKMARKS</a:t>
            </a:r>
          </a:p>
        </p:txBody>
      </p:sp>
      <p:sp>
        <p:nvSpPr>
          <p:cNvPr id="2" name="text-1413">
            <a:extLst xmlns:a="http://schemas.openxmlformats.org/drawingml/2006/main">
              <a:ext uri="{FF2B5EF4-FFF2-40B4-BE49-F238E27FC236}">
                <a16:creationId xmlns:a16="http://schemas.microsoft.com/office/drawing/2014/main" id="{FF9AD205-00DD-46A6-A964-C872D2A2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下午資源書籤</a:t>
            </a:r>
          </a:p>
        </p:txBody>
      </p:sp>
      <p:cxnSp>
        <p:nvCxnSpPr>
          <p:cNvPr id="23" name="shape-141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A4761"/>
            </a:solidFill>
            <a:prstDash val="solid"/>
          </a:ln>
        </p:spPr>
      </p:cxnSp>
      <p:sp>
        <p:nvSpPr>
          <p:cNvPr id="4" name="text-1415">
            <a:extLst xmlns:a="http://schemas.openxmlformats.org/drawingml/2006/main">
              <a:ext uri="{FF2B5EF4-FFF2-40B4-BE49-F238E27FC236}">
                <a16:creationId xmlns:a16="http://schemas.microsoft.com/office/drawing/2014/main" id="{6C769DCC-9293-4D05-B7E9-D0FC1212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8642BD-AF07-47B5-BA05-84009EC9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AFC1D2"/>
                </a:solidFill>
                <a:latin typeface="Noto Sans TC"/>
                <a:ea typeface="Noto Sans TC"/>
                <a:cs typeface="Noto Sans TC"/>
              </a:rPr>
              <a:t>44</a:t>
            </a:r>
          </a:p>
        </p:txBody>
      </p:sp>
      <p:sp>
        <p:nvSpPr>
          <p:cNvPr id="6" name="text-1416">
            <a:extLst xmlns:a="http://schemas.openxmlformats.org/drawingml/2006/main">
              <a:ext uri="{FF2B5EF4-FFF2-40B4-BE49-F238E27FC236}">
                <a16:creationId xmlns:a16="http://schemas.microsoft.com/office/drawing/2014/main" id="{C4F5AC38-8C9B-4217-9BC0-551D90D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研習資源導航（同資料夾）</a:t>
            </a:r>
          </a:p>
        </p:txBody>
      </p:sp>
      <p:sp>
        <p:nvSpPr>
          <p:cNvPr id="7" name="text-1417">
            <a:extLst xmlns:a="http://schemas.openxmlformats.org/drawingml/2006/main">
              <a:ext uri="{FF2B5EF4-FFF2-40B4-BE49-F238E27FC236}">
                <a16:creationId xmlns:a16="http://schemas.microsoft.com/office/drawing/2014/main" id="{FF2F6AF7-05B9-453E-AC54-152B832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763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ebd877e150444f3c"/>
              </a:rPr>
              <a:t>START_HERE_研習資源導航.html</a:t>
            </a:r>
          </a:p>
        </p:txBody>
      </p:sp>
      <p:sp>
        <p:nvSpPr>
          <p:cNvPr id="8" name="text-1418">
            <a:extLst xmlns:a="http://schemas.openxmlformats.org/drawingml/2006/main">
              <a:ext uri="{FF2B5EF4-FFF2-40B4-BE49-F238E27FC236}">
                <a16:creationId xmlns:a16="http://schemas.microsoft.com/office/drawing/2014/main" id="{CFCA6DA2-06D6-4C28-A222-6240A9F9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開啟 Google Antigravity</a:t>
            </a:r>
          </a:p>
        </p:txBody>
      </p:sp>
      <p:sp>
        <p:nvSpPr>
          <p:cNvPr id="9" name="text-1419">
            <a:extLst xmlns:a="http://schemas.openxmlformats.org/drawingml/2006/main">
              <a:ext uri="{FF2B5EF4-FFF2-40B4-BE49-F238E27FC236}">
                <a16:creationId xmlns:a16="http://schemas.microsoft.com/office/drawing/2014/main" id="{CB65A3E7-2BA3-429F-BC9B-5E846636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0275"/>
            <a:ext cx="763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d9bd4e2d14c044ed"/>
              </a:rPr>
              <a:t>https://antigravity.google/</a:t>
            </a:r>
          </a:p>
        </p:txBody>
      </p:sp>
      <p:sp>
        <p:nvSpPr>
          <p:cNvPr id="10" name="text-1420">
            <a:extLst xmlns:a="http://schemas.openxmlformats.org/drawingml/2006/main">
              <a:ext uri="{FF2B5EF4-FFF2-40B4-BE49-F238E27FC236}">
                <a16:creationId xmlns:a16="http://schemas.microsoft.com/office/drawing/2014/main" id="{DFBEB52F-8C5C-4437-9925-0DAAEA19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開啟 Codex</a:t>
            </a:r>
          </a:p>
        </p:txBody>
      </p:sp>
      <p:sp>
        <p:nvSpPr>
          <p:cNvPr id="11" name="text-1421">
            <a:extLst xmlns:a="http://schemas.openxmlformats.org/drawingml/2006/main">
              <a:ext uri="{FF2B5EF4-FFF2-40B4-BE49-F238E27FC236}">
                <a16:creationId xmlns:a16="http://schemas.microsoft.com/office/drawing/2014/main" id="{1C104F8F-23F1-437B-9FDA-0A750902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24150"/>
            <a:ext cx="763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889f46a161134178"/>
              </a:rPr>
              <a:t>https://chatgpt.com/codex/</a:t>
            </a:r>
          </a:p>
        </p:txBody>
      </p:sp>
      <p:sp>
        <p:nvSpPr>
          <p:cNvPr id="12" name="text-1422">
            <a:extLst xmlns:a="http://schemas.openxmlformats.org/drawingml/2006/main">
              <a:ext uri="{FF2B5EF4-FFF2-40B4-BE49-F238E27FC236}">
                <a16:creationId xmlns:a16="http://schemas.microsoft.com/office/drawing/2014/main" id="{40AE62FB-B7BF-4194-A2AC-B8F88A49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Agent Skills 官方教學</a:t>
            </a:r>
          </a:p>
        </p:txBody>
      </p:sp>
      <p:sp>
        <p:nvSpPr>
          <p:cNvPr id="13" name="text-1423">
            <a:extLst xmlns:a="http://schemas.openxmlformats.org/drawingml/2006/main">
              <a:ext uri="{FF2B5EF4-FFF2-40B4-BE49-F238E27FC236}">
                <a16:creationId xmlns:a16="http://schemas.microsoft.com/office/drawing/2014/main" id="{1739B3BD-074B-4B62-B17F-889716D9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48025"/>
            <a:ext cx="763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6858f2d315e74f65"/>
              </a:rPr>
              <a:t>https://codelabs.developers.google.com/getting-started-with-antigravity-skills</a:t>
            </a:r>
          </a:p>
        </p:txBody>
      </p:sp>
      <p:sp>
        <p:nvSpPr>
          <p:cNvPr id="14" name="text-1424">
            <a:extLst xmlns:a="http://schemas.openxmlformats.org/drawingml/2006/main">
              <a:ext uri="{FF2B5EF4-FFF2-40B4-BE49-F238E27FC236}">
                <a16:creationId xmlns:a16="http://schemas.microsoft.com/office/drawing/2014/main" id="{8B02D3DB-62C4-402B-A471-9C47DF1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提示詞快捷面板（同資料夾）</a:t>
            </a:r>
          </a:p>
        </p:txBody>
      </p:sp>
      <p:sp>
        <p:nvSpPr>
          <p:cNvPr id="15" name="text-1425">
            <a:extLst xmlns:a="http://schemas.openxmlformats.org/drawingml/2006/main">
              <a:ext uri="{FF2B5EF4-FFF2-40B4-BE49-F238E27FC236}">
                <a16:creationId xmlns:a16="http://schemas.microsoft.com/office/drawing/2014/main" id="{207C3E88-0E99-4099-99B2-D255F0E9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71900"/>
            <a:ext cx="763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77ab1d05dceb4df9"/>
              </a:rPr>
              <a:t>提示詞快捷面板_研習用.html</a:t>
            </a:r>
          </a:p>
        </p:txBody>
      </p:sp>
      <p:sp>
        <p:nvSpPr>
          <p:cNvPr id="16" name="text-1426">
            <a:extLst xmlns:a="http://schemas.openxmlformats.org/drawingml/2006/main">
              <a:ext uri="{FF2B5EF4-FFF2-40B4-BE49-F238E27FC236}">
                <a16:creationId xmlns:a16="http://schemas.microsoft.com/office/drawing/2014/main" id="{43804186-F5D3-4281-9FA0-35BAE15B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教育科技創新專區</a:t>
            </a:r>
          </a:p>
        </p:txBody>
      </p:sp>
      <p:sp>
        <p:nvSpPr>
          <p:cNvPr id="17" name="text-1427">
            <a:extLst xmlns:a="http://schemas.openxmlformats.org/drawingml/2006/main">
              <a:ext uri="{FF2B5EF4-FFF2-40B4-BE49-F238E27FC236}">
                <a16:creationId xmlns:a16="http://schemas.microsoft.com/office/drawing/2014/main" id="{481A062D-43A2-4384-9456-138EAEB4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95775"/>
            <a:ext cx="763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4fee6617cea04e36"/>
              </a:rPr>
              <a:t>https://cagoooo.github.io/Akai/</a:t>
            </a:r>
          </a:p>
        </p:txBody>
      </p:sp>
      <p:sp>
        <p:nvSpPr>
          <p:cNvPr id="18" name="text-1428">
            <a:extLst xmlns:a="http://schemas.openxmlformats.org/drawingml/2006/main">
              <a:ext uri="{FF2B5EF4-FFF2-40B4-BE49-F238E27FC236}">
                <a16:creationId xmlns:a16="http://schemas.microsoft.com/office/drawing/2014/main" id="{6DE746BC-EE69-4FDE-B460-3D0E6A1D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PIRLS 2026 評分規劃</a:t>
            </a:r>
          </a:p>
        </p:txBody>
      </p:sp>
      <p:sp>
        <p:nvSpPr>
          <p:cNvPr id="19" name="text-1429">
            <a:extLst xmlns:a="http://schemas.openxmlformats.org/drawingml/2006/main">
              <a:ext uri="{FF2B5EF4-FFF2-40B4-BE49-F238E27FC236}">
                <a16:creationId xmlns:a16="http://schemas.microsoft.com/office/drawing/2014/main" id="{15D4C67B-A681-4D78-A8AD-88967570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19650"/>
            <a:ext cx="763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55A7FF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9ab344babf8e478b"/>
              </a:rPr>
              <a:t>https://www.iea.nl/sites/default/files/2025-10/GA66_PIRLS%202026.pdf</a:t>
            </a:r>
          </a:p>
        </p:txBody>
      </p:sp>
      <p:sp>
        <p:nvSpPr>
          <p:cNvPr id="20" name="text-1430">
            <a:extLst xmlns:a="http://schemas.openxmlformats.org/drawingml/2006/main">
              <a:ext uri="{FF2B5EF4-FFF2-40B4-BE49-F238E27FC236}">
                <a16:creationId xmlns:a16="http://schemas.microsoft.com/office/drawing/2014/main" id="{2A84C8E9-9A85-40F1-A2C5-773BE7F7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F7FAFC"/>
                </a:solidFill>
                <a:latin typeface="Noto Sans TC"/>
                <a:ea typeface="Noto Sans TC"/>
                <a:cs typeface="Noto Sans TC"/>
              </a:rPr>
              <a:t>好的教學與研究 Agent 不只會做事；它會在正確邊界內做事，並留下你能檢查的證據。</a:t>
            </a:r>
          </a:p>
        </p:txBody>
      </p:sp>
    </p:spTree>
    <p:extLst>
      <p:ext uri="{BB962C8B-B14F-4D97-AF65-F5344CB8AC3E}">
        <p14:creationId xmlns:p14="http://schemas.microsoft.com/office/powerpoint/2010/main" val="1757198028"/>
      </p:ext>
    </p:extLst>
  </p:cSld>
</p:sld>
</file>

<file path=ppt/theme/theme1.xml><?xml version="1.0" encoding="utf-8"?>
<a:theme xmlns:a="http://schemas.openxmlformats.org/drawingml/2006/main" name="ChatGPT">
  <a:themeElements>
    <a:clrScheme name="NCU Afternoon">
      <a:dk1>
        <a:srgbClr val="000000"/>
      </a:dk1>
      <a:lt1>
        <a:srgbClr val="FFFFFF"/>
      </a:lt1>
      <a:dk2>
        <a:srgbClr val="07131F"/>
      </a:dk2>
      <a:lt2>
        <a:srgbClr val="0C1E30"/>
      </a:lt2>
      <a:accent1>
        <a:srgbClr val="55A7FF"/>
      </a:accent1>
      <a:accent2>
        <a:srgbClr val="FF806D"/>
      </a:accent2>
      <a:accent3>
        <a:srgbClr val="2CD2C7"/>
      </a:accent3>
      <a:accent4>
        <a:srgbClr val="A78BFA"/>
      </a:accent4>
      <a:accent5>
        <a:srgbClr val="F5C451"/>
      </a:accent5>
      <a:accent6>
        <a:srgbClr val="37D48B"/>
      </a:accent6>
      <a:hlink>
        <a:srgbClr val="55A7FF"/>
      </a:hlink>
      <a:folHlink>
        <a:srgbClr val="A78BF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2026-08-12T23:46:27.3350000Z</dcterms:created>
  <dcterms:modified xsi:type="dcterms:W3CDTF">2026-08-12T23:46:27.3350000Z</dcterms:modified>
</coreProperties>
</file>