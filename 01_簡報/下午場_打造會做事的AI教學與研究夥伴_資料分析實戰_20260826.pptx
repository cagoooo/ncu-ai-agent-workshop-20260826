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411df04e334ebd" /><Relationship Type="http://schemas.openxmlformats.org/officeDocument/2006/relationships/extended-properties" Target="/docProps/app.xml" Id="Re3f22fae7d4f4a8c" /><Relationship Type="http://schemas.openxmlformats.org/officeDocument/2006/relationships/officeDocument" Target="/ppt/presentation.xml" Id="Rd17fa5210ca443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b8ce20fe864ec4"/>
  </p:sldMasterIdLst>
  <p:notesMasterIdLst>
    <p:notesMasterId xmlns:r="http://schemas.openxmlformats.org/officeDocument/2006/relationships" r:id="R83475b50b92740da"/>
  </p:notesMasterIdLst>
  <p:sldIdLst>
    <p:sldId xmlns:r="http://schemas.openxmlformats.org/officeDocument/2006/relationships" id="256" r:id="Ra1e8c8d4aa7541fc"/>
    <p:sldId xmlns:r="http://schemas.openxmlformats.org/officeDocument/2006/relationships" id="257" r:id="Re7f647873e9148e1"/>
    <p:sldId xmlns:r="http://schemas.openxmlformats.org/officeDocument/2006/relationships" id="258" r:id="R79d8b714b0fc4b18"/>
    <p:sldId xmlns:r="http://schemas.openxmlformats.org/officeDocument/2006/relationships" id="259" r:id="Rc723d8c95b664339"/>
    <p:sldId xmlns:r="http://schemas.openxmlformats.org/officeDocument/2006/relationships" id="260" r:id="Re4be7e4660dd4095"/>
    <p:sldId xmlns:r="http://schemas.openxmlformats.org/officeDocument/2006/relationships" id="261" r:id="R1641e14931404e7c"/>
    <p:sldId xmlns:r="http://schemas.openxmlformats.org/officeDocument/2006/relationships" id="262" r:id="R8772311a19f34145"/>
    <p:sldId xmlns:r="http://schemas.openxmlformats.org/officeDocument/2006/relationships" id="263" r:id="R89db38f094994298"/>
    <p:sldId xmlns:r="http://schemas.openxmlformats.org/officeDocument/2006/relationships" id="264" r:id="R9f70672f94814294"/>
    <p:sldId xmlns:r="http://schemas.openxmlformats.org/officeDocument/2006/relationships" id="265" r:id="Reaef2cd8ca514361"/>
    <p:sldId xmlns:r="http://schemas.openxmlformats.org/officeDocument/2006/relationships" id="266" r:id="Ra668114418444a63"/>
    <p:sldId xmlns:r="http://schemas.openxmlformats.org/officeDocument/2006/relationships" id="267" r:id="R21b77ece549e44aa"/>
    <p:sldId xmlns:r="http://schemas.openxmlformats.org/officeDocument/2006/relationships" id="268" r:id="R0455d8baed984946"/>
    <p:sldId xmlns:r="http://schemas.openxmlformats.org/officeDocument/2006/relationships" id="269" r:id="Rcf3280d1bbfa4705"/>
    <p:sldId xmlns:r="http://schemas.openxmlformats.org/officeDocument/2006/relationships" id="270" r:id="R52392565f6ae4ee4"/>
    <p:sldId xmlns:r="http://schemas.openxmlformats.org/officeDocument/2006/relationships" id="271" r:id="Re95d4ba2f3ad462d"/>
    <p:sldId xmlns:r="http://schemas.openxmlformats.org/officeDocument/2006/relationships" id="272" r:id="R6d97a956ef34422f"/>
    <p:sldId xmlns:r="http://schemas.openxmlformats.org/officeDocument/2006/relationships" id="273" r:id="Rb98ed2ca331e44c6"/>
    <p:sldId xmlns:r="http://schemas.openxmlformats.org/officeDocument/2006/relationships" id="274" r:id="Rc874c6fa9d26401a"/>
    <p:sldId xmlns:r="http://schemas.openxmlformats.org/officeDocument/2006/relationships" id="275" r:id="Ra02dbf874e804eee"/>
    <p:sldId xmlns:r="http://schemas.openxmlformats.org/officeDocument/2006/relationships" id="276" r:id="Rad7cb037c6c64cfa"/>
    <p:sldId xmlns:r="http://schemas.openxmlformats.org/officeDocument/2006/relationships" id="277" r:id="Rb79354e0dd0a41ca"/>
    <p:sldId xmlns:r="http://schemas.openxmlformats.org/officeDocument/2006/relationships" id="278" r:id="R6964155ef82b40f1"/>
    <p:sldId xmlns:r="http://schemas.openxmlformats.org/officeDocument/2006/relationships" id="279" r:id="Rec38d5a112a84d2a"/>
    <p:sldId xmlns:r="http://schemas.openxmlformats.org/officeDocument/2006/relationships" id="280" r:id="R0974a607ef9b479c"/>
    <p:sldId xmlns:r="http://schemas.openxmlformats.org/officeDocument/2006/relationships" id="281" r:id="R19868a38a7d14f3b"/>
    <p:sldId xmlns:r="http://schemas.openxmlformats.org/officeDocument/2006/relationships" id="282" r:id="R71906af2c9bb4e31"/>
    <p:sldId xmlns:r="http://schemas.openxmlformats.org/officeDocument/2006/relationships" id="283" r:id="Rf657fa32e4ca43ef"/>
    <p:sldId xmlns:r="http://schemas.openxmlformats.org/officeDocument/2006/relationships" id="284" r:id="R8bbc0f36e3e04643"/>
    <p:sldId xmlns:r="http://schemas.openxmlformats.org/officeDocument/2006/relationships" id="285" r:id="R4b035692db374d8b"/>
    <p:sldId xmlns:r="http://schemas.openxmlformats.org/officeDocument/2006/relationships" id="286" r:id="R939c015337664863"/>
    <p:sldId xmlns:r="http://schemas.openxmlformats.org/officeDocument/2006/relationships" id="287" r:id="R3e73333bba3e49f2"/>
    <p:sldId xmlns:r="http://schemas.openxmlformats.org/officeDocument/2006/relationships" id="288" r:id="R3e662bf10e694538"/>
    <p:sldId xmlns:r="http://schemas.openxmlformats.org/officeDocument/2006/relationships" id="289" r:id="R4e4234e36e744d5d"/>
    <p:sldId xmlns:r="http://schemas.openxmlformats.org/officeDocument/2006/relationships" id="290" r:id="Rb7e8cad62fd448fe"/>
    <p:sldId xmlns:r="http://schemas.openxmlformats.org/officeDocument/2006/relationships" id="291" r:id="R2ab89b939f5f4abb"/>
    <p:sldId xmlns:r="http://schemas.openxmlformats.org/officeDocument/2006/relationships" id="292" r:id="Rf2fc49b9ba804e53"/>
    <p:sldId xmlns:r="http://schemas.openxmlformats.org/officeDocument/2006/relationships" id="293" r:id="R061482a599664427"/>
    <p:sldId xmlns:r="http://schemas.openxmlformats.org/officeDocument/2006/relationships" id="294" r:id="Rfc12e5222574497d"/>
    <p:sldId xmlns:r="http://schemas.openxmlformats.org/officeDocument/2006/relationships" id="295" r:id="R4ab8e1c0266a4d07"/>
    <p:sldId xmlns:r="http://schemas.openxmlformats.org/officeDocument/2006/relationships" id="296" r:id="R3cb7809d899847f9"/>
    <p:sldId xmlns:r="http://schemas.openxmlformats.org/officeDocument/2006/relationships" id="297" r:id="R31049454075042c1"/>
    <p:sldId xmlns:r="http://schemas.openxmlformats.org/officeDocument/2006/relationships" id="298" r:id="Re503033ae28d4dec"/>
    <p:sldId xmlns:r="http://schemas.openxmlformats.org/officeDocument/2006/relationships" id="299" r:id="R8abfe0eb56f84528"/>
    <p:sldId xmlns:r="http://schemas.openxmlformats.org/officeDocument/2006/relationships" id="300" r:id="Ra9ec3481b3d544b3"/>
    <p:sldId xmlns:r="http://schemas.openxmlformats.org/officeDocument/2006/relationships" id="301" r:id="R34cc5f66225c42f9"/>
    <p:sldId xmlns:r="http://schemas.openxmlformats.org/officeDocument/2006/relationships" id="302" r:id="Re28a172d92974ea8"/>
    <p:sldId xmlns:r="http://schemas.openxmlformats.org/officeDocument/2006/relationships" id="303" r:id="Rc1af6be0aaad4a77"/>
    <p:sldId xmlns:r="http://schemas.openxmlformats.org/officeDocument/2006/relationships" id="304" r:id="R2af7ffaed143470e"/>
    <p:sldId xmlns:r="http://schemas.openxmlformats.org/officeDocument/2006/relationships" id="305" r:id="R462dd4b9c7ab49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7df5877a4f4214" /><Relationship Type="http://schemas.openxmlformats.org/officeDocument/2006/relationships/slideMaster" Target="/ppt/slideMasters/slideMaster1.xml" Id="Rc7b8ce20fe864ec4" /><Relationship Type="http://schemas.openxmlformats.org/officeDocument/2006/relationships/notesMaster" Target="/ppt/notesMasters/notesMaster1.xml" Id="R83475b50b92740da" /><Relationship Type="http://schemas.openxmlformats.org/officeDocument/2006/relationships/presProps" Target="/ppt/presProps.xml" Id="Rf385fc88ea8543d6" /><Relationship Type="http://schemas.openxmlformats.org/officeDocument/2006/relationships/tableStyles" Target="/ppt/tableStyles.xml" Id="R9e8cb14799da4b13" /><Relationship Type="http://schemas.openxmlformats.org/officeDocument/2006/relationships/slide" Target="/ppt/slides/slide1.xml" Id="Ra1e8c8d4aa7541fc" /><Relationship Type="http://schemas.openxmlformats.org/officeDocument/2006/relationships/slide" Target="/ppt/slides/slide2.xml" Id="Re7f647873e9148e1" /><Relationship Type="http://schemas.openxmlformats.org/officeDocument/2006/relationships/slide" Target="/ppt/slides/slide3.xml" Id="R79d8b714b0fc4b18" /><Relationship Type="http://schemas.openxmlformats.org/officeDocument/2006/relationships/slide" Target="/ppt/slides/slide4.xml" Id="Rc723d8c95b664339" /><Relationship Type="http://schemas.openxmlformats.org/officeDocument/2006/relationships/slide" Target="/ppt/slides/slide5.xml" Id="Re4be7e4660dd4095" /><Relationship Type="http://schemas.openxmlformats.org/officeDocument/2006/relationships/slide" Target="/ppt/slides/slide6.xml" Id="R1641e14931404e7c" /><Relationship Type="http://schemas.openxmlformats.org/officeDocument/2006/relationships/slide" Target="/ppt/slides/slide7.xml" Id="R8772311a19f34145" /><Relationship Type="http://schemas.openxmlformats.org/officeDocument/2006/relationships/slide" Target="/ppt/slides/slide8.xml" Id="R89db38f094994298" /><Relationship Type="http://schemas.openxmlformats.org/officeDocument/2006/relationships/slide" Target="/ppt/slides/slide9.xml" Id="R9f70672f94814294" /><Relationship Type="http://schemas.openxmlformats.org/officeDocument/2006/relationships/slide" Target="/ppt/slides/slide10.xml" Id="Reaef2cd8ca514361" /><Relationship Type="http://schemas.openxmlformats.org/officeDocument/2006/relationships/slide" Target="/ppt/slides/slide11.xml" Id="Ra668114418444a63" /><Relationship Type="http://schemas.openxmlformats.org/officeDocument/2006/relationships/slide" Target="/ppt/slides/slide12.xml" Id="R21b77ece549e44aa" /><Relationship Type="http://schemas.openxmlformats.org/officeDocument/2006/relationships/slide" Target="/ppt/slides/slide13.xml" Id="R0455d8baed984946" /><Relationship Type="http://schemas.openxmlformats.org/officeDocument/2006/relationships/slide" Target="/ppt/slides/slide14.xml" Id="Rcf3280d1bbfa4705" /><Relationship Type="http://schemas.openxmlformats.org/officeDocument/2006/relationships/slide" Target="/ppt/slides/slide15.xml" Id="R52392565f6ae4ee4" /><Relationship Type="http://schemas.openxmlformats.org/officeDocument/2006/relationships/slide" Target="/ppt/slides/slide16.xml" Id="Re95d4ba2f3ad462d" /><Relationship Type="http://schemas.openxmlformats.org/officeDocument/2006/relationships/slide" Target="/ppt/slides/slide17.xml" Id="R6d97a956ef34422f" /><Relationship Type="http://schemas.openxmlformats.org/officeDocument/2006/relationships/slide" Target="/ppt/slides/slide18.xml" Id="Rb98ed2ca331e44c6" /><Relationship Type="http://schemas.openxmlformats.org/officeDocument/2006/relationships/slide" Target="/ppt/slides/slide19.xml" Id="Rc874c6fa9d26401a" /><Relationship Type="http://schemas.openxmlformats.org/officeDocument/2006/relationships/slide" Target="/ppt/slides/slide20.xml" Id="Ra02dbf874e804eee" /><Relationship Type="http://schemas.openxmlformats.org/officeDocument/2006/relationships/slide" Target="/ppt/slides/slide21.xml" Id="Rad7cb037c6c64cfa" /><Relationship Type="http://schemas.openxmlformats.org/officeDocument/2006/relationships/slide" Target="/ppt/slides/slide22.xml" Id="Rb79354e0dd0a41ca" /><Relationship Type="http://schemas.openxmlformats.org/officeDocument/2006/relationships/slide" Target="/ppt/slides/slide23.xml" Id="R6964155ef82b40f1" /><Relationship Type="http://schemas.openxmlformats.org/officeDocument/2006/relationships/slide" Target="/ppt/slides/slide24.xml" Id="Rec38d5a112a84d2a" /><Relationship Type="http://schemas.openxmlformats.org/officeDocument/2006/relationships/slide" Target="/ppt/slides/slide25.xml" Id="R0974a607ef9b479c" /><Relationship Type="http://schemas.openxmlformats.org/officeDocument/2006/relationships/slide" Target="/ppt/slides/slide26.xml" Id="R19868a38a7d14f3b" /><Relationship Type="http://schemas.openxmlformats.org/officeDocument/2006/relationships/slide" Target="/ppt/slides/slide27.xml" Id="R71906af2c9bb4e31" /><Relationship Type="http://schemas.openxmlformats.org/officeDocument/2006/relationships/slide" Target="/ppt/slides/slide28.xml" Id="Rf657fa32e4ca43ef" /><Relationship Type="http://schemas.openxmlformats.org/officeDocument/2006/relationships/slide" Target="/ppt/slides/slide29.xml" Id="R8bbc0f36e3e04643" /><Relationship Type="http://schemas.openxmlformats.org/officeDocument/2006/relationships/slide" Target="/ppt/slides/slide30.xml" Id="R4b035692db374d8b" /><Relationship Type="http://schemas.openxmlformats.org/officeDocument/2006/relationships/slide" Target="/ppt/slides/slide31.xml" Id="R939c015337664863" /><Relationship Type="http://schemas.openxmlformats.org/officeDocument/2006/relationships/slide" Target="/ppt/slides/slide32.xml" Id="R3e73333bba3e49f2" /><Relationship Type="http://schemas.openxmlformats.org/officeDocument/2006/relationships/slide" Target="/ppt/slides/slide33.xml" Id="R3e662bf10e694538" /><Relationship Type="http://schemas.openxmlformats.org/officeDocument/2006/relationships/slide" Target="/ppt/slides/slide34.xml" Id="R4e4234e36e744d5d" /><Relationship Type="http://schemas.openxmlformats.org/officeDocument/2006/relationships/slide" Target="/ppt/slides/slide35.xml" Id="Rb7e8cad62fd448fe" /><Relationship Type="http://schemas.openxmlformats.org/officeDocument/2006/relationships/slide" Target="/ppt/slides/slide36.xml" Id="R2ab89b939f5f4abb" /><Relationship Type="http://schemas.openxmlformats.org/officeDocument/2006/relationships/slide" Target="/ppt/slides/slide37.xml" Id="Rf2fc49b9ba804e53" /><Relationship Type="http://schemas.openxmlformats.org/officeDocument/2006/relationships/slide" Target="/ppt/slides/slide38.xml" Id="R061482a599664427" /><Relationship Type="http://schemas.openxmlformats.org/officeDocument/2006/relationships/slide" Target="/ppt/slides/slide39.xml" Id="Rfc12e5222574497d" /><Relationship Type="http://schemas.openxmlformats.org/officeDocument/2006/relationships/slide" Target="/ppt/slides/slide40.xml" Id="R4ab8e1c0266a4d07" /><Relationship Type="http://schemas.openxmlformats.org/officeDocument/2006/relationships/slide" Target="/ppt/slides/slide41.xml" Id="R3cb7809d899847f9" /><Relationship Type="http://schemas.openxmlformats.org/officeDocument/2006/relationships/slide" Target="/ppt/slides/slide42.xml" Id="R31049454075042c1" /><Relationship Type="http://schemas.openxmlformats.org/officeDocument/2006/relationships/slide" Target="/ppt/slides/slide43.xml" Id="Re503033ae28d4dec" /><Relationship Type="http://schemas.openxmlformats.org/officeDocument/2006/relationships/slide" Target="/ppt/slides/slide44.xml" Id="R8abfe0eb56f84528" /><Relationship Type="http://schemas.openxmlformats.org/officeDocument/2006/relationships/slide" Target="/ppt/slides/slide45.xml" Id="Ra9ec3481b3d544b3" /><Relationship Type="http://schemas.openxmlformats.org/officeDocument/2006/relationships/slide" Target="/ppt/slides/slide46.xml" Id="R34cc5f66225c42f9" /><Relationship Type="http://schemas.openxmlformats.org/officeDocument/2006/relationships/slide" Target="/ppt/slides/slide47.xml" Id="Re28a172d92974ea8" /><Relationship Type="http://schemas.openxmlformats.org/officeDocument/2006/relationships/slide" Target="/ppt/slides/slide48.xml" Id="Rc1af6be0aaad4a77" /><Relationship Type="http://schemas.openxmlformats.org/officeDocument/2006/relationships/slide" Target="/ppt/slides/slide49.xml" Id="R2af7ffaed143470e" /><Relationship Type="http://schemas.openxmlformats.org/officeDocument/2006/relationships/slide" Target="/ppt/slides/slide50.xml" Id="R462dd4b9c7ab49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19daca0d4c46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c40b9772ec4838" /><Relationship Type="http://schemas.openxmlformats.org/officeDocument/2006/relationships/notesMaster" Target="/ppt/notesMasters/notesMaster1.xml" Id="R118eca0c529b49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c9dbe5c9d24d01" /><Relationship Type="http://schemas.openxmlformats.org/officeDocument/2006/relationships/notesMaster" Target="/ppt/notesMasters/notesMaster1.xml" Id="R24851ab713a048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e93765d2884752" /><Relationship Type="http://schemas.openxmlformats.org/officeDocument/2006/relationships/notesMaster" Target="/ppt/notesMasters/notesMaster1.xml" Id="R9da4431d55c246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fe554fec154018" /><Relationship Type="http://schemas.openxmlformats.org/officeDocument/2006/relationships/notesMaster" Target="/ppt/notesMasters/notesMaster1.xml" Id="R479e13eaf63b4c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e40d627867467d" /><Relationship Type="http://schemas.openxmlformats.org/officeDocument/2006/relationships/notesMaster" Target="/ppt/notesMasters/notesMaster1.xml" Id="R8a2067a15a064b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c73d2bf5b540a4" /><Relationship Type="http://schemas.openxmlformats.org/officeDocument/2006/relationships/notesMaster" Target="/ppt/notesMasters/notesMaster1.xml" Id="Rf7b225da9b3b4d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3dfd5f9aa7427a" /><Relationship Type="http://schemas.openxmlformats.org/officeDocument/2006/relationships/notesMaster" Target="/ppt/notesMasters/notesMaster1.xml" Id="R4fc1f59fd8bb48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03ad5fc1af4694" /><Relationship Type="http://schemas.openxmlformats.org/officeDocument/2006/relationships/notesMaster" Target="/ppt/notesMasters/notesMaster1.xml" Id="R1498154ceedd46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7ad3bcc0e140a7" /><Relationship Type="http://schemas.openxmlformats.org/officeDocument/2006/relationships/notesMaster" Target="/ppt/notesMasters/notesMaster1.xml" Id="R8ae8e1389c264b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43c1a18dbb4e73" /><Relationship Type="http://schemas.openxmlformats.org/officeDocument/2006/relationships/notesMaster" Target="/ppt/notesMasters/notesMaster1.xml" Id="R8d3cb570d56f42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ea06fd76c64166" /><Relationship Type="http://schemas.openxmlformats.org/officeDocument/2006/relationships/notesMaster" Target="/ppt/notesMasters/notesMaster1.xml" Id="Rd44a282d64b549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fd8a67dda74561" /><Relationship Type="http://schemas.openxmlformats.org/officeDocument/2006/relationships/notesMaster" Target="/ppt/notesMasters/notesMaster1.xml" Id="R97d77531522348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c1917668d74e8d" /><Relationship Type="http://schemas.openxmlformats.org/officeDocument/2006/relationships/notesMaster" Target="/ppt/notesMasters/notesMaster1.xml" Id="R91ddab82a61f42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04048e5c264087" /><Relationship Type="http://schemas.openxmlformats.org/officeDocument/2006/relationships/notesMaster" Target="/ppt/notesMasters/notesMaster1.xml" Id="R67b6e743eecd49e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d429b2f82b4279" /><Relationship Type="http://schemas.openxmlformats.org/officeDocument/2006/relationships/notesMaster" Target="/ppt/notesMasters/notesMaster1.xml" Id="Ra9bf1de6797b41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6fa69c41dff499f" /><Relationship Type="http://schemas.openxmlformats.org/officeDocument/2006/relationships/notesMaster" Target="/ppt/notesMasters/notesMaster1.xml" Id="Rd54e3531706042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62ffa7150348ae" /><Relationship Type="http://schemas.openxmlformats.org/officeDocument/2006/relationships/notesMaster" Target="/ppt/notesMasters/notesMaster1.xml" Id="R796bfa6a825246b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621f38efb924ece" /><Relationship Type="http://schemas.openxmlformats.org/officeDocument/2006/relationships/notesMaster" Target="/ppt/notesMasters/notesMaster1.xml" Id="Rda377ce560a2484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51577519a7e47e1" /><Relationship Type="http://schemas.openxmlformats.org/officeDocument/2006/relationships/notesMaster" Target="/ppt/notesMasters/notesMaster1.xml" Id="Re6b3449eb74e4ed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b577899b45b4cc4" /><Relationship Type="http://schemas.openxmlformats.org/officeDocument/2006/relationships/notesMaster" Target="/ppt/notesMasters/notesMaster1.xml" Id="R13456d940a5c403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16a947599d64695" /><Relationship Type="http://schemas.openxmlformats.org/officeDocument/2006/relationships/notesMaster" Target="/ppt/notesMasters/notesMaster1.xml" Id="R90d3477a50584c8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54fa6291c44d93" /><Relationship Type="http://schemas.openxmlformats.org/officeDocument/2006/relationships/notesMaster" Target="/ppt/notesMasters/notesMaster1.xml" Id="R12999d00a65e47f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867bd0c536a4816" /><Relationship Type="http://schemas.openxmlformats.org/officeDocument/2006/relationships/notesMaster" Target="/ppt/notesMasters/notesMaster1.xml" Id="Red140326cbfb47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0d861fed7e74ba7" /><Relationship Type="http://schemas.openxmlformats.org/officeDocument/2006/relationships/notesMaster" Target="/ppt/notesMasters/notesMaster1.xml" Id="R988661ec2ffc4cc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0946a5455664d34" /><Relationship Type="http://schemas.openxmlformats.org/officeDocument/2006/relationships/notesMaster" Target="/ppt/notesMasters/notesMaster1.xml" Id="Rf16db4016a87498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6636e111cb24694" /><Relationship Type="http://schemas.openxmlformats.org/officeDocument/2006/relationships/notesMaster" Target="/ppt/notesMasters/notesMaster1.xml" Id="R144af8069d6a467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33975c6166e4ac3" /><Relationship Type="http://schemas.openxmlformats.org/officeDocument/2006/relationships/notesMaster" Target="/ppt/notesMasters/notesMaster1.xml" Id="R5c9b2ed9c9494cc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c1adc40828b4033" /><Relationship Type="http://schemas.openxmlformats.org/officeDocument/2006/relationships/notesMaster" Target="/ppt/notesMasters/notesMaster1.xml" Id="Rf20d63aee7c5404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bf1660a32d74836" /><Relationship Type="http://schemas.openxmlformats.org/officeDocument/2006/relationships/notesMaster" Target="/ppt/notesMasters/notesMaster1.xml" Id="R5eca48e7fd0b49c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9183d396ff84bf7" /><Relationship Type="http://schemas.openxmlformats.org/officeDocument/2006/relationships/notesMaster" Target="/ppt/notesMasters/notesMaster1.xml" Id="R67613a3c79604de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6e19e8febc04069" /><Relationship Type="http://schemas.openxmlformats.org/officeDocument/2006/relationships/notesMaster" Target="/ppt/notesMasters/notesMaster1.xml" Id="Rd34f0622eedc4a5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0b99d4c14bc47ba" /><Relationship Type="http://schemas.openxmlformats.org/officeDocument/2006/relationships/notesMaster" Target="/ppt/notesMasters/notesMaster1.xml" Id="R52f04692e157448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8c172419f32469c" /><Relationship Type="http://schemas.openxmlformats.org/officeDocument/2006/relationships/notesMaster" Target="/ppt/notesMasters/notesMaster1.xml" Id="Rd671ad4c3d6e462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19b919242014969" /><Relationship Type="http://schemas.openxmlformats.org/officeDocument/2006/relationships/notesMaster" Target="/ppt/notesMasters/notesMaster1.xml" Id="Ra377b4e3b3f247d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d3ae888dda147b3" /><Relationship Type="http://schemas.openxmlformats.org/officeDocument/2006/relationships/notesMaster" Target="/ppt/notesMasters/notesMaster1.xml" Id="R70856e2cc6544c3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7e090870411485e" /><Relationship Type="http://schemas.openxmlformats.org/officeDocument/2006/relationships/notesMaster" Target="/ppt/notesMasters/notesMaster1.xml" Id="R9c0c8f891a45436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80d412a59884dcf" /><Relationship Type="http://schemas.openxmlformats.org/officeDocument/2006/relationships/notesMaster" Target="/ppt/notesMasters/notesMaster1.xml" Id="R90edf7eba612467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6b9f413721d47d4" /><Relationship Type="http://schemas.openxmlformats.org/officeDocument/2006/relationships/notesMaster" Target="/ppt/notesMasters/notesMaster1.xml" Id="R7e0bb37329a8488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fc78349f0b04e71" /><Relationship Type="http://schemas.openxmlformats.org/officeDocument/2006/relationships/notesMaster" Target="/ppt/notesMasters/notesMaster1.xml" Id="R7606fd9f8053425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b081e687b724e49" /><Relationship Type="http://schemas.openxmlformats.org/officeDocument/2006/relationships/notesMaster" Target="/ppt/notesMasters/notesMaster1.xml" Id="R3a096b2da9a748d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a37815532634cec" /><Relationship Type="http://schemas.openxmlformats.org/officeDocument/2006/relationships/notesMaster" Target="/ppt/notesMasters/notesMaster1.xml" Id="Rc82e15516c8c430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9358375d6af47bd" /><Relationship Type="http://schemas.openxmlformats.org/officeDocument/2006/relationships/notesMaster" Target="/ppt/notesMasters/notesMaster1.xml" Id="Rb8fce6f14ae5440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ff81bf8aed6470e" /><Relationship Type="http://schemas.openxmlformats.org/officeDocument/2006/relationships/notesMaster" Target="/ppt/notesMasters/notesMaster1.xml" Id="Rf232a035d75d438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3cbe05f74d442f6" /><Relationship Type="http://schemas.openxmlformats.org/officeDocument/2006/relationships/notesMaster" Target="/ppt/notesMasters/notesMaster1.xml" Id="R845a1db25dad4cd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4b3639e8b6c43cd" /><Relationship Type="http://schemas.openxmlformats.org/officeDocument/2006/relationships/notesMaster" Target="/ppt/notesMasters/notesMaster1.xml" Id="R858eccd99e3f469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b18456aec5f4aff" /><Relationship Type="http://schemas.openxmlformats.org/officeDocument/2006/relationships/notesMaster" Target="/ppt/notesMasters/notesMaster1.xml" Id="R5ff237d338fc415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fbb7aa228374f24" /><Relationship Type="http://schemas.openxmlformats.org/officeDocument/2006/relationships/notesMaster" Target="/ppt/notesMasters/notesMaster1.xml" Id="R1210a290f47a464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eb9422ce42641a5" /><Relationship Type="http://schemas.openxmlformats.org/officeDocument/2006/relationships/notesMaster" Target="/ppt/notesMasters/notesMaster1.xml" Id="R6880e75a9d84495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6dc015ae5794df7" /><Relationship Type="http://schemas.openxmlformats.org/officeDocument/2006/relationships/notesMaster" Target="/ppt/notesMasters/notesMaster1.xml" Id="R0713ace0020f4fac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133c142bb2e418f" /><Relationship Type="http://schemas.openxmlformats.org/officeDocument/2006/relationships/notesMaster" Target="/ppt/notesMasters/notesMaster1.xml" Id="R156f4265e7d14a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阿凱老師的『人生交往學』選型心法（下午場核心概論）：</a:t>
            </a:r>
          </a:p>
          <a:p xmlns:a="http://schemas.openxmlformats.org/drawingml/2006/main">
            <a:r>
              <a:t>1. Gemini Antigravity 就像熱血年輕弟弟，Flash 3.6 到 3.7 速度快了人家 20 倍以上，給指令秒回且衝勁十足，但缺點是一頭熱無法持久，適合衝刺型任務。</a:t>
            </a:r>
          </a:p>
          <a:p xmlns:a="http://schemas.openxmlformats.org/drawingml/2006/main">
            <a:r>
              <a:t>2. Claude 就像成熟穩重的伴侶進入婚姻生活，極度沉穩、代碼輸出讓人完全放心不用擔心出錯，但沒有突發驚喜，Token 燒完就得等下週重置。</a:t>
            </a:r>
          </a:p>
          <a:p xmlns:a="http://schemas.openxmlformats.org/drawingml/2006/main">
            <a:r>
              <a:t>3. Codex 介於兩者之間且變化性最大，個性可切換 1.5 倍速，最讓人喜歡的是常有機會被重置、獲得 100% 回檔驚喜讓你繼續接關！</a:t>
            </a:r>
          </a:p>
          <a:p xmlns:a="http://schemas.openxmlformats.org/drawingml/2006/main">
            <a:r>
              <a:t>選 Agent 不是看名氣，而是依當下的任務緊急度、複雜度與回檔需求挑選合適的夥伴。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這一段把 Agent 放回人的感受來談。講者覺得 Agent 讓自己完成很多以前想不到能做到的事，能力變得非常強大，就像擁有超能力一樣；在 Agent 時代，常會產生「沒有你做不到的事，只有你想不到的事」的感覺。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這不是要把 Agent 神化，而是說明能力被放大後，個人可以同時處理研究、教學、設計、程式、部署與驗證等過去需要多人分工的工作。也因此，社會上越來越常談一人公司、一人獨角獸公司；本頁將它當成工作型態的觀察與想像，不把它當作人人都必須追求的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以前沒有 AI 的時候，我們會覺得做到這裡就好；但有了 AI Agent 之後，我們像發現了新大陸，因為原來這些事自己都能做到，會分泌大量的多巴胺與腦內啡，產生強烈的成就感與興奮感。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為什麼講者會感覺一人公司、一人獨角獸公司越來越多：不是每個人真的都要獨自承擔一切，而是工具讓一個人可以召集多種能力、把想法推進成作品。反思點是：新能力帶來的興奮感很珍貴，但不能讓每一個新大陸都變成自己必須開發的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很多人會發現，Agent 到來後反而更累、更忙。以前自己完成一件事就結束了；現在有 AI 和 Agent 幫忙，只要 1/10 甚至 1/20 的時間就能做完，效率提升至少 20 倍，省下來的時間卻讓人開始想：還能做哪些優化與改良？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為效率越來越高，人就想做更多，給自己排了更多任務，反而越不得休息。這一頁不是否定效率，而是請教授們辨識「能做」與「值得做」的差異：如果每次省下時間都換成更多工作，生產力就不會自動帶來更好的生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我們好像有點反過來被 Agent 駕馭了——明明說是 harness（駕馭）Agent，結果卻變成它讓我們攬了更多事情在身上。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請把這張當成下午的控制權檢查：Agent 可以長時間不中斷地執行，也可以比我們更快、更完整地處理某些工作；但它不應該替我們決定人生要塞多少任務。每一次委派前都可以多問一句：這件事真的值得被完成嗎？完成之後，我想把時間用在哪裡？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在這個時代，你不用是主管；即使只是基層員工或基層教師，有了 Agent 就好像成為很厲害的主管，可以吩咐它做事、分派任務給它。它做不好時，你甚至可以要求它重做或修正。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最特別的是，AI 常帶來很強的正面情緒價值。使用者會感覺它像一個不會離職、不會抱怨、隨時提供陪伴感與鼓勵的屬下，讓自己覺得能做成好多事。講者原話是「AI 永遠會給你正面的情緒價值」；本頁保留這個體感，同時提醒這不是對所有模型、所有情境的保證，也不能取代真實的人際關係與專業責任。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這份陪伴感可以成為行動的支撐，但最後的價值判斷、倫理責任與關係經營仍要由人承擔。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所以我們需要反思初衷：省下來的這些時間，我們到底該拿來做什麼？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現在我們解放了雙手，只要透過說話或打字指派任務，AI Agent 就能長時間不中斷地把事情做好，甚至做得比我們還好。多出來的時間，我們是不是應該好好拿來做人生中真正重要的事？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可以是：</a:t>
            </a:r>
          </a:p>
          <a:p xmlns:a="http://schemas.openxmlformats.org/drawingml/2006/main">
            <a:r>
              <a:t>• 培養自己的興趣與未來志向，探索以前在工作或教學中沒時間嘗試的路。</a:t>
            </a:r>
          </a:p>
          <a:p xmlns:a="http://schemas.openxmlformats.org/drawingml/2006/main">
            <a:r>
              <a:t>• 陪伴孩子與家人，建立更好的家庭關係，參與孩子的成長過程。</a:t>
            </a:r>
          </a:p>
          <a:p xmlns:a="http://schemas.openxmlformats.org/drawingml/2006/main">
            <a:r>
              <a:t>• 促進與同儕、同事之間的人際互動，好好聊聊天、深入溝通，找回人生更重要的意義。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 AI Agent 一定會越來越強，強到我們只要動動嘴巴，它就能一路執行到最好。但剩下的這些時間，更應該好好規劃在人際關係、家人陪伴，以及個人的職涯發展與興趣上。這就是素養教育的所在：不只會用工具，而是能把工具帶來的自由內化成更好的生活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f1bebeab954b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73fb4ff0ca4e2c" /><Relationship Type="http://schemas.openxmlformats.org/officeDocument/2006/relationships/slideLayout" Target="/ppt/slideLayouts/slideLayout1.xml" Id="Rc73383d538784f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3383d538784f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24693f5cd40ac" /><Relationship Type="http://schemas.openxmlformats.org/officeDocument/2006/relationships/image" Target="/ppt/media/image.png" Id="R59d62adfc82643f7" /><Relationship Type="http://schemas.openxmlformats.org/officeDocument/2006/relationships/notesSlide" Target="/ppt/notesSlides/notesSlide1.xml" Id="R437b45b1e28c45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cff7076324895" /><Relationship Type="http://schemas.openxmlformats.org/officeDocument/2006/relationships/notesSlide" Target="/ppt/notesSlides/notesSlide2.xml" Id="R68fec7469f8c47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9fa364b454537" /><Relationship Type="http://schemas.openxmlformats.org/officeDocument/2006/relationships/notesSlide" Target="/ppt/notesSlides/notesSlide3.xml" Id="R213756c1031d47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0f8c09a014f43" /><Relationship Type="http://schemas.openxmlformats.org/officeDocument/2006/relationships/notesSlide" Target="/ppt/notesSlides/notesSlide4.xml" Id="Re402521000524e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29e3f548542c4" /><Relationship Type="http://schemas.openxmlformats.org/officeDocument/2006/relationships/notesSlide" Target="/ppt/notesSlides/notesSlide5.xml" Id="R5a0c2e8a598548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e4d3f99354406" /><Relationship Type="http://schemas.openxmlformats.org/officeDocument/2006/relationships/notesSlide" Target="/ppt/notesSlides/notesSlide6.xml" Id="Rfdebbab8e74846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e0f3dddb541d4" /><Relationship Type="http://schemas.openxmlformats.org/officeDocument/2006/relationships/hyperlink" Target="https://antigravity.google/" TargetMode="External" Id="R2872883263404acb" /><Relationship Type="http://schemas.openxmlformats.org/officeDocument/2006/relationships/hyperlink" Target="https://chatgpt.com/codex/" TargetMode="External" Id="R2341381ea2c74a8d" /><Relationship Type="http://schemas.openxmlformats.org/officeDocument/2006/relationships/hyperlink" Target="https://claude.ai/" TargetMode="External" Id="R955d395838234531" /><Relationship Type="http://schemas.openxmlformats.org/officeDocument/2006/relationships/image" Target="/ppt/media/image2.png" Id="Rf0ab8395565b4436" /><Relationship Type="http://schemas.openxmlformats.org/officeDocument/2006/relationships/image" Target="/ppt/media/image3.png" Id="R933cccbf03254126" /><Relationship Type="http://schemas.openxmlformats.org/officeDocument/2006/relationships/image" Target="/ppt/media/image4.png" Id="R939607e8b2bc49f1" /><Relationship Type="http://schemas.openxmlformats.org/officeDocument/2006/relationships/notesSlide" Target="/ppt/notesSlides/notesSlide7.xml" Id="R8ba86317c4064d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a05636a534b9a" /><Relationship Type="http://schemas.openxmlformats.org/officeDocument/2006/relationships/notesSlide" Target="/ppt/notesSlides/notesSlide8.xml" Id="R8b5a521a589043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2ad25137f4a33" /><Relationship Type="http://schemas.openxmlformats.org/officeDocument/2006/relationships/hyperlink" Target="https://cagoooo.github.io/Akai/tool/73/" TargetMode="External" Id="R4ad6acfe423f479c" /><Relationship Type="http://schemas.openxmlformats.org/officeDocument/2006/relationships/image" Target="/ppt/media/image5.png" Id="R1e04d665d35340c1" /><Relationship Type="http://schemas.openxmlformats.org/officeDocument/2006/relationships/hyperlink" Target="https://cagoooo.github.io/filter/" TargetMode="External" Id="Rfc827beb72dc4415" /><Relationship Type="http://schemas.openxmlformats.org/officeDocument/2006/relationships/image" Target="/ppt/media/image6.png" Id="Rf9117f322cb94247" /><Relationship Type="http://schemas.openxmlformats.org/officeDocument/2006/relationships/hyperlink" Target="https://cagoooo.github.io/Akai/tool/87/" TargetMode="External" Id="R125aa8720dca4e86" /><Relationship Type="http://schemas.openxmlformats.org/officeDocument/2006/relationships/image" Target="/ppt/media/image7.png" Id="R44609125ce2f4de6" /><Relationship Type="http://schemas.openxmlformats.org/officeDocument/2006/relationships/hyperlink" Target="https://cagoooo.github.io/pirls-questioncraft/" TargetMode="External" Id="Rf94aacf161c94567" /><Relationship Type="http://schemas.openxmlformats.org/officeDocument/2006/relationships/image" Target="/ppt/media/image8.png" Id="R98749629bfa84e75" /><Relationship Type="http://schemas.openxmlformats.org/officeDocument/2006/relationships/hyperlink" Target="https://cagoooo.github.io/Akai/tool/103/" TargetMode="External" Id="R4778bc12186c46bb" /><Relationship Type="http://schemas.openxmlformats.org/officeDocument/2006/relationships/image" Target="/ppt/media/image9.png" Id="R7263abe728cb48a4" /><Relationship Type="http://schemas.openxmlformats.org/officeDocument/2006/relationships/hyperlink" Target="https://cagoooo.github.io/PlayRight/" TargetMode="External" Id="R27ce5a7da4514f32" /><Relationship Type="http://schemas.openxmlformats.org/officeDocument/2006/relationships/image" Target="/ppt/media/image10.png" Id="R6312da22a1584046" /><Relationship Type="http://schemas.openxmlformats.org/officeDocument/2006/relationships/notesSlide" Target="/ppt/notesSlides/notesSlide9.xml" Id="R17230603600b49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fae5515b74df9" /><Relationship Type="http://schemas.openxmlformats.org/officeDocument/2006/relationships/hyperlink" Target="https://cagoooo.github.io/Akai/tool/105/" TargetMode="External" Id="Rf5f3d8a53aea43f9" /><Relationship Type="http://schemas.openxmlformats.org/officeDocument/2006/relationships/image" Target="/ppt/media/image11.png" Id="Rbc7cf3e1f809473b" /><Relationship Type="http://schemas.openxmlformats.org/officeDocument/2006/relationships/hyperlink" Target="https://cagoooo.github.io/taic-edu/" TargetMode="External" Id="R3ccb7549125f48a7" /><Relationship Type="http://schemas.openxmlformats.org/officeDocument/2006/relationships/image" Target="/ppt/media/image12.png" Id="Rfda4684e20874b96" /><Relationship Type="http://schemas.openxmlformats.org/officeDocument/2006/relationships/hyperlink" Target="https://cagoooo.github.io/Akai/tool/123/" TargetMode="External" Id="Rf2744c564d874ef8" /><Relationship Type="http://schemas.openxmlformats.org/officeDocument/2006/relationships/image" Target="/ppt/media/image13.png" Id="R461523fbcfb0436d" /><Relationship Type="http://schemas.openxmlformats.org/officeDocument/2006/relationships/hyperlink" Target="https://cagoooo.github.io/smes-web-migration/" TargetMode="External" Id="R7313e6da6d354d77" /><Relationship Type="http://schemas.openxmlformats.org/officeDocument/2006/relationships/image" Target="/ppt/media/image14.png" Id="Ra75e58e2d0af4d76" /><Relationship Type="http://schemas.openxmlformats.org/officeDocument/2006/relationships/hyperlink" Target="https://cagoooo.github.io/Akai/tool/88/" TargetMode="External" Id="R5d87ba664d974005" /><Relationship Type="http://schemas.openxmlformats.org/officeDocument/2006/relationships/image" Target="/ppt/media/image15.png" Id="R30a451cc48714da9" /><Relationship Type="http://schemas.openxmlformats.org/officeDocument/2006/relationships/hyperlink" Target="https://cagoooo.github.io/JHScurriculum/" TargetMode="External" Id="R90e8aca40b5b40ce" /><Relationship Type="http://schemas.openxmlformats.org/officeDocument/2006/relationships/image" Target="/ppt/media/image16.png" Id="R36d8de7b486045e4" /><Relationship Type="http://schemas.openxmlformats.org/officeDocument/2006/relationships/notesSlide" Target="/ppt/notesSlides/notesSlide10.xml" Id="Reab79edc36b443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9faa6a6c84792" /><Relationship Type="http://schemas.openxmlformats.org/officeDocument/2006/relationships/hyperlink" Target="https://antigravity.google/" TargetMode="External" Id="Rdd96c17a3a044e9c" /><Relationship Type="http://schemas.openxmlformats.org/officeDocument/2006/relationships/image" Target="/ppt/media/image17.png" Id="R9f1266bddeca43bd" /><Relationship Type="http://schemas.openxmlformats.org/officeDocument/2006/relationships/notesSlide" Target="/ppt/notesSlides/notesSlide11.xml" Id="Re93692ab790647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39eb4b31c4ace" /><Relationship Type="http://schemas.openxmlformats.org/officeDocument/2006/relationships/hyperlink" Target="https://antigravity.google/" TargetMode="External" Id="R181f21315d6d4d7f" /><Relationship Type="http://schemas.openxmlformats.org/officeDocument/2006/relationships/image" Target="/ppt/media/image18.png" Id="R1a7feb250609438c" /><Relationship Type="http://schemas.openxmlformats.org/officeDocument/2006/relationships/notesSlide" Target="/ppt/notesSlides/notesSlide12.xml" Id="Rf34c55d1220849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77d6888714e37" /><Relationship Type="http://schemas.openxmlformats.org/officeDocument/2006/relationships/hyperlink" Target="https://antigravity.google/" TargetMode="External" Id="Rdee567952b714da0" /><Relationship Type="http://schemas.openxmlformats.org/officeDocument/2006/relationships/image" Target="/ppt/media/image19.png" Id="R5cf52a64ee0840fb" /><Relationship Type="http://schemas.openxmlformats.org/officeDocument/2006/relationships/notesSlide" Target="/ppt/notesSlides/notesSlide13.xml" Id="R61a3d5b7064b49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e731a48744ad3" /><Relationship Type="http://schemas.openxmlformats.org/officeDocument/2006/relationships/hyperlink" Target="https://antigravity.google/" TargetMode="External" Id="Rf820fd3cbecd4dc3" /><Relationship Type="http://schemas.openxmlformats.org/officeDocument/2006/relationships/image" Target="/ppt/media/image20.png" Id="R7520606ea32e4a8d" /><Relationship Type="http://schemas.openxmlformats.org/officeDocument/2006/relationships/notesSlide" Target="/ppt/notesSlides/notesSlide14.xml" Id="R4e76a3cff8334c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6584524f44e2f" /><Relationship Type="http://schemas.openxmlformats.org/officeDocument/2006/relationships/hyperlink" Target="https://antigravity.google/" TargetMode="External" Id="Rae25946bbe074314" /><Relationship Type="http://schemas.openxmlformats.org/officeDocument/2006/relationships/image" Target="/ppt/media/image21.png" Id="R0f8a833d7f9b4f3d" /><Relationship Type="http://schemas.openxmlformats.org/officeDocument/2006/relationships/notesSlide" Target="/ppt/notesSlides/notesSlide15.xml" Id="R1f212c0ad89d4ef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369ac29844c14" /><Relationship Type="http://schemas.openxmlformats.org/officeDocument/2006/relationships/hyperlink" Target="https://antigravity.google/" TargetMode="External" Id="R2960d3e002ec41fa" /><Relationship Type="http://schemas.openxmlformats.org/officeDocument/2006/relationships/image" Target="/ppt/media/image22.png" Id="R47ec3c180caf4dce" /><Relationship Type="http://schemas.openxmlformats.org/officeDocument/2006/relationships/notesSlide" Target="/ppt/notesSlides/notesSlide16.xml" Id="R94f68990ac8940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9fce0020f4781" /><Relationship Type="http://schemas.openxmlformats.org/officeDocument/2006/relationships/hyperlink" Target="https://antigravity.google/" TargetMode="External" Id="Rc2a193934bb0423d" /><Relationship Type="http://schemas.openxmlformats.org/officeDocument/2006/relationships/image" Target="/ppt/media/image23.png" Id="R17f03fdede7a4349" /><Relationship Type="http://schemas.openxmlformats.org/officeDocument/2006/relationships/notesSlide" Target="/ppt/notesSlides/notesSlide17.xml" Id="Rbaeb56d6927a45b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69bffaf2946ad" /><Relationship Type="http://schemas.openxmlformats.org/officeDocument/2006/relationships/hyperlink" Target="https://chatgpt.com/codex/" TargetMode="External" Id="R7622bdc8d67047a6" /><Relationship Type="http://schemas.openxmlformats.org/officeDocument/2006/relationships/image" Target="/ppt/media/image24.png" Id="Rf16689551a774032" /><Relationship Type="http://schemas.openxmlformats.org/officeDocument/2006/relationships/notesSlide" Target="/ppt/notesSlides/notesSlide18.xml" Id="R7daf3385b591467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624b977d44daf" /><Relationship Type="http://schemas.openxmlformats.org/officeDocument/2006/relationships/hyperlink" Target="https://chatgpt.com/codex/" TargetMode="External" Id="R28811176b0b1464a" /><Relationship Type="http://schemas.openxmlformats.org/officeDocument/2006/relationships/image" Target="/ppt/media/image25.png" Id="Rf839429506e84419" /><Relationship Type="http://schemas.openxmlformats.org/officeDocument/2006/relationships/notesSlide" Target="/ppt/notesSlides/notesSlide19.xml" Id="Rf461494f53b0412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6845b16074c92" /><Relationship Type="http://schemas.openxmlformats.org/officeDocument/2006/relationships/hyperlink" Target="https://chatgpt.com/codex/" TargetMode="External" Id="Rb361af0418fe454f" /><Relationship Type="http://schemas.openxmlformats.org/officeDocument/2006/relationships/image" Target="/ppt/media/image26.png" Id="R35167721548c4e99" /><Relationship Type="http://schemas.openxmlformats.org/officeDocument/2006/relationships/notesSlide" Target="/ppt/notesSlides/notesSlide20.xml" Id="R05f0716b14ad42b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a8d3387764e0f" /><Relationship Type="http://schemas.openxmlformats.org/officeDocument/2006/relationships/hyperlink" Target="https://chatgpt.com/codex/" TargetMode="External" Id="R7184670f3cef4ab8" /><Relationship Type="http://schemas.openxmlformats.org/officeDocument/2006/relationships/image" Target="/ppt/media/image27.png" Id="R46c45a6ece4a465e" /><Relationship Type="http://schemas.openxmlformats.org/officeDocument/2006/relationships/notesSlide" Target="/ppt/notesSlides/notesSlide21.xml" Id="Rf7e1042097a949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4f7133a7445a7" /><Relationship Type="http://schemas.openxmlformats.org/officeDocument/2006/relationships/hyperlink" Target="https://chatgpt.com/codex/" TargetMode="External" Id="R8d9f860521814e88" /><Relationship Type="http://schemas.openxmlformats.org/officeDocument/2006/relationships/image" Target="/ppt/media/image28.png" Id="R1a1f12586d72472c" /><Relationship Type="http://schemas.openxmlformats.org/officeDocument/2006/relationships/notesSlide" Target="/ppt/notesSlides/notesSlide22.xml" Id="Rebdc9073a484439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13d472d1d4936" /><Relationship Type="http://schemas.openxmlformats.org/officeDocument/2006/relationships/hyperlink" Target="https://codelabs.developers.google.com/getting-started-with-antigravity-skills" TargetMode="External" Id="R0577713f54654df0" /><Relationship Type="http://schemas.openxmlformats.org/officeDocument/2006/relationships/hyperlink" Target="https://learn.chatgpt.com/docs/build-skills" TargetMode="External" Id="R3f6328909a934cbd" /><Relationship Type="http://schemas.openxmlformats.org/officeDocument/2006/relationships/image" Target="/ppt/media/image29.png" Id="R78ecb840e0ff40f0" /><Relationship Type="http://schemas.openxmlformats.org/officeDocument/2006/relationships/image" Target="/ppt/media/image30.png" Id="R7f64716d42624f63" /><Relationship Type="http://schemas.openxmlformats.org/officeDocument/2006/relationships/notesSlide" Target="/ppt/notesSlides/notesSlide23.xml" Id="Rc6e02d062660431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46d4c77e54f4b" /><Relationship Type="http://schemas.openxmlformats.org/officeDocument/2006/relationships/hyperlink" Target="https://codelabs.developers.google.com/getting-started-with-antigravity-skills" TargetMode="External" Id="Re82e6508cfbe43e0" /><Relationship Type="http://schemas.openxmlformats.org/officeDocument/2006/relationships/hyperlink" Target="https://learn.chatgpt.com/docs/build-skills" TargetMode="External" Id="Raadfafe6bf9d4f12" /><Relationship Type="http://schemas.openxmlformats.org/officeDocument/2006/relationships/image" Target="/ppt/media/image31.png" Id="R1d8999d9030141c8" /><Relationship Type="http://schemas.openxmlformats.org/officeDocument/2006/relationships/image" Target="/ppt/media/image32.png" Id="Ra8e1db3dc1744d06" /><Relationship Type="http://schemas.openxmlformats.org/officeDocument/2006/relationships/notesSlide" Target="/ppt/notesSlides/notesSlide24.xml" Id="R846579a420774c3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5fb245ea24bfc" /><Relationship Type="http://schemas.openxmlformats.org/officeDocument/2006/relationships/image" Target="/ppt/media/image33.png" Id="Rc6da9410e38341f2" /><Relationship Type="http://schemas.openxmlformats.org/officeDocument/2006/relationships/hyperlink" Target="../04_&#23526;&#20316;&#24037;&#20855;/&#25552;&#31034;&#35422;&#24555;&#25463;&#38754;&#26495;_&#30740;&#32722;&#29992;.html" TargetMode="External" Id="R51895929d7394706" /><Relationship Type="http://schemas.openxmlformats.org/officeDocument/2006/relationships/image" Target="/ppt/media/image34.png" Id="R5a8c2a34e54e4a38" /><Relationship Type="http://schemas.openxmlformats.org/officeDocument/2006/relationships/notesSlide" Target="/ppt/notesSlides/notesSlide25.xml" Id="Rf03d996099ca4b1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c7c0878904948" /><Relationship Type="http://schemas.openxmlformats.org/officeDocument/2006/relationships/hyperlink" Target="https://codelabs.developers.google.com/getting-started-with-antigravity-skills" TargetMode="External" Id="R7edc80adf0d1472e" /><Relationship Type="http://schemas.openxmlformats.org/officeDocument/2006/relationships/hyperlink" Target="https://learn.chatgpt.com/docs/build-skills" TargetMode="External" Id="R65fff4284e1b439b" /><Relationship Type="http://schemas.openxmlformats.org/officeDocument/2006/relationships/image" Target="/ppt/media/image35.png" Id="Redbb992e7a4b4ea3" /><Relationship Type="http://schemas.openxmlformats.org/officeDocument/2006/relationships/image" Target="/ppt/media/image36.png" Id="R390bebb219e94d0d" /><Relationship Type="http://schemas.openxmlformats.org/officeDocument/2006/relationships/notesSlide" Target="/ppt/notesSlides/notesSlide26.xml" Id="R74bd1ae6bf48448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4c78e65ec48ba" /><Relationship Type="http://schemas.openxmlformats.org/officeDocument/2006/relationships/hyperlink" Target="https://codelabs.developers.google.com/getting-started-with-antigravity-skills" TargetMode="External" Id="R3c347353905a46af" /><Relationship Type="http://schemas.openxmlformats.org/officeDocument/2006/relationships/hyperlink" Target="https://learn.chatgpt.com/docs/build-skills" TargetMode="External" Id="Rd02d35ffd8944abe" /><Relationship Type="http://schemas.openxmlformats.org/officeDocument/2006/relationships/image" Target="/ppt/media/image37.png" Id="R97085b072d8f4e8c" /><Relationship Type="http://schemas.openxmlformats.org/officeDocument/2006/relationships/image" Target="/ppt/media/image38.png" Id="Rd683321146374903" /><Relationship Type="http://schemas.openxmlformats.org/officeDocument/2006/relationships/notesSlide" Target="/ppt/notesSlides/notesSlide27.xml" Id="R2f4366732a3a4ca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de55200bf44db" /><Relationship Type="http://schemas.openxmlformats.org/officeDocument/2006/relationships/hyperlink" Target="https://codelabs.developers.google.com/getting-started-with-antigravity-skills" TargetMode="External" Id="Ra4430f60f5644189" /><Relationship Type="http://schemas.openxmlformats.org/officeDocument/2006/relationships/hyperlink" Target="https://learn.chatgpt.com/docs/build-skills" TargetMode="External" Id="R2098ab49451b4ad7" /><Relationship Type="http://schemas.openxmlformats.org/officeDocument/2006/relationships/image" Target="/ppt/media/image39.png" Id="R114e20d500904360" /><Relationship Type="http://schemas.openxmlformats.org/officeDocument/2006/relationships/image" Target="/ppt/media/image40.png" Id="R35a245f9655b4cef" /><Relationship Type="http://schemas.openxmlformats.org/officeDocument/2006/relationships/notesSlide" Target="/ppt/notesSlides/notesSlide28.xml" Id="R97cc67976b084af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cacf05de04624" /><Relationship Type="http://schemas.openxmlformats.org/officeDocument/2006/relationships/hyperlink" Target="https://codelabs.developers.google.com/getting-started-with-antigravity-skills" TargetMode="External" Id="R3b598feccf7d437c" /><Relationship Type="http://schemas.openxmlformats.org/officeDocument/2006/relationships/hyperlink" Target="https://learn.chatgpt.com/docs/build-skills" TargetMode="External" Id="R9f4d059918d242d9" /><Relationship Type="http://schemas.openxmlformats.org/officeDocument/2006/relationships/image" Target="/ppt/media/image41.png" Id="R59f97084d0604bae" /><Relationship Type="http://schemas.openxmlformats.org/officeDocument/2006/relationships/image" Target="/ppt/media/image42.png" Id="R9d8588dd64684d1b" /><Relationship Type="http://schemas.openxmlformats.org/officeDocument/2006/relationships/notesSlide" Target="/ppt/notesSlides/notesSlide29.xml" Id="R1cdf1dcd3f3b4a4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cf8e73f654b4f" /><Relationship Type="http://schemas.openxmlformats.org/officeDocument/2006/relationships/hyperlink" Target="https://codelabs.developers.google.com/getting-started-with-antigravity-skills" TargetMode="External" Id="R69f27ae1a2cc4dc3" /><Relationship Type="http://schemas.openxmlformats.org/officeDocument/2006/relationships/hyperlink" Target="https://learn.chatgpt.com/docs/build-skills" TargetMode="External" Id="R2bcf9fa0502a4ee4" /><Relationship Type="http://schemas.openxmlformats.org/officeDocument/2006/relationships/image" Target="/ppt/media/image43.png" Id="Re4193ca48b864364" /><Relationship Type="http://schemas.openxmlformats.org/officeDocument/2006/relationships/image" Target="/ppt/media/image44.png" Id="R6ee085a1c84b4543" /><Relationship Type="http://schemas.openxmlformats.org/officeDocument/2006/relationships/notesSlide" Target="/ppt/notesSlides/notesSlide30.xml" Id="R389415ab66f14cd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256e999af4876" /><Relationship Type="http://schemas.openxmlformats.org/officeDocument/2006/relationships/hyperlink" Target="https://codelabs.developers.google.com/getting-started-with-antigravity-skills" TargetMode="External" Id="R4e4a4d46381f4f63" /><Relationship Type="http://schemas.openxmlformats.org/officeDocument/2006/relationships/hyperlink" Target="https://learn.chatgpt.com/docs/build-skills" TargetMode="External" Id="R0f7d0ece6f88460f" /><Relationship Type="http://schemas.openxmlformats.org/officeDocument/2006/relationships/image" Target="/ppt/media/image45.png" Id="Re8d93699731e4a6c" /><Relationship Type="http://schemas.openxmlformats.org/officeDocument/2006/relationships/image" Target="/ppt/media/image46.png" Id="Rdd7bbd76970048c0" /><Relationship Type="http://schemas.openxmlformats.org/officeDocument/2006/relationships/notesSlide" Target="/ppt/notesSlides/notesSlide31.xml" Id="R6d34825f21694b6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6263b0fd54312" /><Relationship Type="http://schemas.openxmlformats.org/officeDocument/2006/relationships/hyperlink" Target="https://codelabs.developers.google.com/getting-started-with-antigravity-skills" TargetMode="External" Id="R6a54fa1057a04087" /><Relationship Type="http://schemas.openxmlformats.org/officeDocument/2006/relationships/hyperlink" Target="https://learn.chatgpt.com/docs/build-skills" TargetMode="External" Id="Rcf9fb2d5310042d7" /><Relationship Type="http://schemas.openxmlformats.org/officeDocument/2006/relationships/image" Target="/ppt/media/image47.png" Id="Rec51c5af7edd4090" /><Relationship Type="http://schemas.openxmlformats.org/officeDocument/2006/relationships/image" Target="/ppt/media/image48.png" Id="Re4c560e4b7a1496e" /><Relationship Type="http://schemas.openxmlformats.org/officeDocument/2006/relationships/notesSlide" Target="/ppt/notesSlides/notesSlide32.xml" Id="R7e4e83d1887a48c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70e5abf694ac4" /><Relationship Type="http://schemas.openxmlformats.org/officeDocument/2006/relationships/hyperlink" Target="https://antigravity.google/" TargetMode="External" Id="Rcd2295bbe4554085" /><Relationship Type="http://schemas.openxmlformats.org/officeDocument/2006/relationships/hyperlink" Target="https://chatgpt.com/codex/" TargetMode="External" Id="R92397ad18b4b455f" /><Relationship Type="http://schemas.openxmlformats.org/officeDocument/2006/relationships/image" Target="/ppt/media/image49.png" Id="R1bf5f1f2623d4e32" /><Relationship Type="http://schemas.openxmlformats.org/officeDocument/2006/relationships/image" Target="/ppt/media/image50.png" Id="R040724e1e1634cdf" /><Relationship Type="http://schemas.openxmlformats.org/officeDocument/2006/relationships/notesSlide" Target="/ppt/notesSlides/notesSlide33.xml" Id="Rbd67ffb244f7415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1f85efb924fbe" /><Relationship Type="http://schemas.openxmlformats.org/officeDocument/2006/relationships/hyperlink" Target="https://antigravity.google/" TargetMode="External" Id="Rf9a89b97d8f440e1" /><Relationship Type="http://schemas.openxmlformats.org/officeDocument/2006/relationships/hyperlink" Target="https://chatgpt.com/codex/" TargetMode="External" Id="Ra92a5de7004d4755" /><Relationship Type="http://schemas.openxmlformats.org/officeDocument/2006/relationships/image" Target="/ppt/media/image51.png" Id="R2ddb4d2f052b4fd3" /><Relationship Type="http://schemas.openxmlformats.org/officeDocument/2006/relationships/image" Target="/ppt/media/image52.png" Id="Ra63aabb041da451e" /><Relationship Type="http://schemas.openxmlformats.org/officeDocument/2006/relationships/notesSlide" Target="/ppt/notesSlides/notesSlide34.xml" Id="R10479384730444f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365332a9c4c65" /><Relationship Type="http://schemas.openxmlformats.org/officeDocument/2006/relationships/hyperlink" Target="https://antigravity.google/" TargetMode="External" Id="Rbb41f26710a04b67" /><Relationship Type="http://schemas.openxmlformats.org/officeDocument/2006/relationships/hyperlink" Target="https://chatgpt.com/codex/" TargetMode="External" Id="R872f7a76548a403d" /><Relationship Type="http://schemas.openxmlformats.org/officeDocument/2006/relationships/image" Target="/ppt/media/image53.png" Id="R06ec427579c14067" /><Relationship Type="http://schemas.openxmlformats.org/officeDocument/2006/relationships/image" Target="/ppt/media/image54.png" Id="R733a81c4158544c2" /><Relationship Type="http://schemas.openxmlformats.org/officeDocument/2006/relationships/notesSlide" Target="/ppt/notesSlides/notesSlide35.xml" Id="R42df77861064407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5d2b5636f4026" /><Relationship Type="http://schemas.openxmlformats.org/officeDocument/2006/relationships/hyperlink" Target="https://antigravity.google/" TargetMode="External" Id="R6ca39beb67e349f3" /><Relationship Type="http://schemas.openxmlformats.org/officeDocument/2006/relationships/hyperlink" Target="https://chatgpt.com/codex/" TargetMode="External" Id="R5a97b26fa5084d57" /><Relationship Type="http://schemas.openxmlformats.org/officeDocument/2006/relationships/image" Target="/ppt/media/image55.png" Id="Rbfbad84309154b22" /><Relationship Type="http://schemas.openxmlformats.org/officeDocument/2006/relationships/image" Target="/ppt/media/image56.png" Id="Rb528ed4f12f94e0d" /><Relationship Type="http://schemas.openxmlformats.org/officeDocument/2006/relationships/notesSlide" Target="/ppt/notesSlides/notesSlide36.xml" Id="Rbf4d7cd45bd342e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1927ba70041b2" /><Relationship Type="http://schemas.openxmlformats.org/officeDocument/2006/relationships/hyperlink" Target="https://antigravity.google/" TargetMode="External" Id="R47d98caf5e0b4c5e" /><Relationship Type="http://schemas.openxmlformats.org/officeDocument/2006/relationships/hyperlink" Target="https://chatgpt.com/codex/" TargetMode="External" Id="Rd34f112380784bc3" /><Relationship Type="http://schemas.openxmlformats.org/officeDocument/2006/relationships/image" Target="/ppt/media/image57.png" Id="R4f81b0773ccd4418" /><Relationship Type="http://schemas.openxmlformats.org/officeDocument/2006/relationships/image" Target="/ppt/media/image58.png" Id="R5db17ecda66445ec" /><Relationship Type="http://schemas.openxmlformats.org/officeDocument/2006/relationships/notesSlide" Target="/ppt/notesSlides/notesSlide37.xml" Id="Ra5c6e1d5e1e0427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b4499ce1443e8" /><Relationship Type="http://schemas.openxmlformats.org/officeDocument/2006/relationships/hyperlink" Target="https://antigravity.google/" TargetMode="External" Id="Recd96d13baa8463f" /><Relationship Type="http://schemas.openxmlformats.org/officeDocument/2006/relationships/hyperlink" Target="https://chatgpt.com/codex/" TargetMode="External" Id="Ra026465782d745c0" /><Relationship Type="http://schemas.openxmlformats.org/officeDocument/2006/relationships/image" Target="/ppt/media/image59.png" Id="R0e2bc1fbf8ca4aa0" /><Relationship Type="http://schemas.openxmlformats.org/officeDocument/2006/relationships/image" Target="/ppt/media/image60.png" Id="Rd5070ede56a94c17" /><Relationship Type="http://schemas.openxmlformats.org/officeDocument/2006/relationships/notesSlide" Target="/ppt/notesSlides/notesSlide38.xml" Id="R2a80ffc07bf3490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f1381bad74331" /><Relationship Type="http://schemas.openxmlformats.org/officeDocument/2006/relationships/hyperlink" Target="https://antigravity.google/" TargetMode="External" Id="R3c480b2020ed4044" /><Relationship Type="http://schemas.openxmlformats.org/officeDocument/2006/relationships/hyperlink" Target="https://chatgpt.com/codex/" TargetMode="External" Id="Ra8c3b270e37b43ba" /><Relationship Type="http://schemas.openxmlformats.org/officeDocument/2006/relationships/image" Target="/ppt/media/image61.png" Id="Rcb2716fb23f74f9a" /><Relationship Type="http://schemas.openxmlformats.org/officeDocument/2006/relationships/image" Target="/ppt/media/image62.png" Id="R965058a9a66d4a73" /><Relationship Type="http://schemas.openxmlformats.org/officeDocument/2006/relationships/notesSlide" Target="/ppt/notesSlides/notesSlide39.xml" Id="Rf8eea4010ad5417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6c5551a344f0f" /><Relationship Type="http://schemas.openxmlformats.org/officeDocument/2006/relationships/hyperlink" Target="https://antigravity.google/" TargetMode="External" Id="Re1a402297ed24ce0" /><Relationship Type="http://schemas.openxmlformats.org/officeDocument/2006/relationships/hyperlink" Target="https://chatgpt.com/codex/" TargetMode="External" Id="R57aa09ab5fb14d10" /><Relationship Type="http://schemas.openxmlformats.org/officeDocument/2006/relationships/image" Target="/ppt/media/image63.png" Id="R95a19927040d422a" /><Relationship Type="http://schemas.openxmlformats.org/officeDocument/2006/relationships/image" Target="/ppt/media/image64.png" Id="Re076b122fe294b63" /><Relationship Type="http://schemas.openxmlformats.org/officeDocument/2006/relationships/notesSlide" Target="/ppt/notesSlides/notesSlide40.xml" Id="Rec07fb965c58407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9573ee9e84944" /><Relationship Type="http://schemas.openxmlformats.org/officeDocument/2006/relationships/hyperlink" Target="https://antigravity.google/" TargetMode="External" Id="Rb9177ad9bfb64c3e" /><Relationship Type="http://schemas.openxmlformats.org/officeDocument/2006/relationships/hyperlink" Target="https://chatgpt.com/codex/" TargetMode="External" Id="Rca57b030bc1342f0" /><Relationship Type="http://schemas.openxmlformats.org/officeDocument/2006/relationships/image" Target="/ppt/media/image65.png" Id="Re3c3996eef21445b" /><Relationship Type="http://schemas.openxmlformats.org/officeDocument/2006/relationships/image" Target="/ppt/media/image66.png" Id="R2edfbc133b084ff3" /><Relationship Type="http://schemas.openxmlformats.org/officeDocument/2006/relationships/notesSlide" Target="/ppt/notesSlides/notesSlide41.xml" Id="R325704195ae24b3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da04873044026" /><Relationship Type="http://schemas.openxmlformats.org/officeDocument/2006/relationships/hyperlink" Target="https://antigravity.google/" TargetMode="External" Id="R634b18300b414521" /><Relationship Type="http://schemas.openxmlformats.org/officeDocument/2006/relationships/hyperlink" Target="https://chatgpt.com/codex/" TargetMode="External" Id="R5b8edee81dce4f1c" /><Relationship Type="http://schemas.openxmlformats.org/officeDocument/2006/relationships/image" Target="/ppt/media/image67.png" Id="Rdc37710528de474c" /><Relationship Type="http://schemas.openxmlformats.org/officeDocument/2006/relationships/image" Target="/ppt/media/image68.png" Id="R7ea9a875a78e4eef" /><Relationship Type="http://schemas.openxmlformats.org/officeDocument/2006/relationships/notesSlide" Target="/ppt/notesSlides/notesSlide42.xml" Id="R73320b5b2b194bd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692b60ba94a54" /><Relationship Type="http://schemas.openxmlformats.org/officeDocument/2006/relationships/hyperlink" Target="https://antigravity.google/" TargetMode="External" Id="R0f498d248b8d40c7" /><Relationship Type="http://schemas.openxmlformats.org/officeDocument/2006/relationships/hyperlink" Target="https://chatgpt.com/codex/" TargetMode="External" Id="R280eb496750d459d" /><Relationship Type="http://schemas.openxmlformats.org/officeDocument/2006/relationships/image" Target="/ppt/media/image69.png" Id="Rd9c4a5329303481f" /><Relationship Type="http://schemas.openxmlformats.org/officeDocument/2006/relationships/image" Target="/ppt/media/image70.png" Id="R71c15f5c118d4599" /><Relationship Type="http://schemas.openxmlformats.org/officeDocument/2006/relationships/notesSlide" Target="/ppt/notesSlides/notesSlide43.xml" Id="R8049c22eebce42d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5b85ddadf4afa" /><Relationship Type="http://schemas.openxmlformats.org/officeDocument/2006/relationships/notesSlide" Target="/ppt/notesSlides/notesSlide44.xml" Id="Ra37bdc9270a346f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0aeaf91614e30" /><Relationship Type="http://schemas.openxmlformats.org/officeDocument/2006/relationships/notesSlide" Target="/ppt/notesSlides/notesSlide45.xml" Id="R3e980130adac41b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027d8953b494b" /><Relationship Type="http://schemas.openxmlformats.org/officeDocument/2006/relationships/notesSlide" Target="/ppt/notesSlides/notesSlide46.xml" Id="Re6fad23ed726462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a6e1715b34570" /><Relationship Type="http://schemas.openxmlformats.org/officeDocument/2006/relationships/notesSlide" Target="/ppt/notesSlides/notesSlide47.xml" Id="R09636f7949ad4b3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33c93e87e4592" /><Relationship Type="http://schemas.openxmlformats.org/officeDocument/2006/relationships/notesSlide" Target="/ppt/notesSlides/notesSlide48.xml" Id="Re3e2d97bd8b14a4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7224bd30543c0" /><Relationship Type="http://schemas.openxmlformats.org/officeDocument/2006/relationships/notesSlide" Target="/ppt/notesSlides/notesSlide49.xml" Id="Rad0b75ec7b094a0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61dbe1d384da1" /><Relationship Type="http://schemas.openxmlformats.org/officeDocument/2006/relationships/hyperlink" Target="../START_HERE_&#30740;&#32722;&#36039;&#28304;&#23566;&#33322;.html" TargetMode="External" Id="R2903dfe5a1574b13" /><Relationship Type="http://schemas.openxmlformats.org/officeDocument/2006/relationships/image" Target="/ppt/media/image71.png" Id="Ra88f4bc77629433b" /><Relationship Type="http://schemas.openxmlformats.org/officeDocument/2006/relationships/hyperlink" Target="https://antigravity.google/" TargetMode="External" Id="R332c8a9756774204" /><Relationship Type="http://schemas.openxmlformats.org/officeDocument/2006/relationships/image" Target="/ppt/media/image72.png" Id="R4c107a86e26f4bdf" /><Relationship Type="http://schemas.openxmlformats.org/officeDocument/2006/relationships/hyperlink" Target="https://chatgpt.com/codex/" TargetMode="External" Id="Re4e350491e7f41de" /><Relationship Type="http://schemas.openxmlformats.org/officeDocument/2006/relationships/image" Target="/ppt/media/image73.png" Id="R4670a7ec710a44ea" /><Relationship Type="http://schemas.openxmlformats.org/officeDocument/2006/relationships/hyperlink" Target="https://claude.ai/" TargetMode="External" Id="R01bc468b78fb414d" /><Relationship Type="http://schemas.openxmlformats.org/officeDocument/2006/relationships/image" Target="/ppt/media/image74.png" Id="R8b414ba647c34277" /><Relationship Type="http://schemas.openxmlformats.org/officeDocument/2006/relationships/hyperlink" Target="https://codelabs.developers.google.com/getting-started-with-antigravity-skills" TargetMode="External" Id="Rd481e3f4941e4b91" /><Relationship Type="http://schemas.openxmlformats.org/officeDocument/2006/relationships/image" Target="/ppt/media/image75.png" Id="R686198078dad495e" /><Relationship Type="http://schemas.openxmlformats.org/officeDocument/2006/relationships/hyperlink" Target="../04_&#23526;&#20316;&#24037;&#20855;/&#25552;&#31034;&#35422;&#24555;&#25463;&#38754;&#26495;_&#30740;&#32722;&#29992;.html" TargetMode="External" Id="R570735d363944277" /><Relationship Type="http://schemas.openxmlformats.org/officeDocument/2006/relationships/image" Target="/ppt/media/image76.png" Id="Rc8de884f5cd5467e" /><Relationship Type="http://schemas.openxmlformats.org/officeDocument/2006/relationships/hyperlink" Target="https://cagoooo.github.io/Akai/" TargetMode="External" Id="R57ff13ef78db4ef3" /><Relationship Type="http://schemas.openxmlformats.org/officeDocument/2006/relationships/image" Target="/ppt/media/image77.png" Id="R6452828e77364a3b" /><Relationship Type="http://schemas.openxmlformats.org/officeDocument/2006/relationships/hyperlink" Target="https://www.iea.nl/sites/default/files/2025-10/GA66_PIRLS%202026.pdf" TargetMode="External" Id="R6db20c6185834e2c" /><Relationship Type="http://schemas.openxmlformats.org/officeDocument/2006/relationships/image" Target="/ppt/media/image78.png" Id="R50f1239ac4cc45f5" /><Relationship Type="http://schemas.openxmlformats.org/officeDocument/2006/relationships/notesSlide" Target="/ppt/notesSlides/notesSlide50.xml" Id="Rf4d562b95c374c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62adfc82643f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928">
            <a:extLst xmlns:a="http://schemas.openxmlformats.org/drawingml/2006/main">
              <a:ext uri="{FF2B5EF4-FFF2-40B4-BE49-F238E27FC236}">
                <a16:creationId xmlns:a16="http://schemas.microsoft.com/office/drawing/2014/main" id="{A49F9039-02F0-40E7-ABDC-EEDA221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929">
            <a:extLst xmlns:a="http://schemas.openxmlformats.org/drawingml/2006/main">
              <a:ext uri="{FF2B5EF4-FFF2-40B4-BE49-F238E27FC236}">
                <a16:creationId xmlns:a16="http://schemas.microsoft.com/office/drawing/2014/main" id="{E24DDB8B-A449-4228-AB85-68621BF8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930">
            <a:extLst xmlns:a="http://schemas.openxmlformats.org/drawingml/2006/main">
              <a:ext uri="{FF2B5EF4-FFF2-40B4-BE49-F238E27FC236}">
                <a16:creationId xmlns:a16="http://schemas.microsoft.com/office/drawing/2014/main" id="{B07AEF4F-62B7-4AD0-A308-9563996A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931">
            <a:extLst xmlns:a="http://schemas.openxmlformats.org/drawingml/2006/main">
              <a:ext uri="{FF2B5EF4-FFF2-40B4-BE49-F238E27FC236}">
                <a16:creationId xmlns:a16="http://schemas.microsoft.com/office/drawing/2014/main" id="{0B8CDDA4-A89B-409D-9AFE-FE8C49AB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932">
            <a:extLst xmlns:a="http://schemas.openxmlformats.org/drawingml/2006/main">
              <a:ext uri="{FF2B5EF4-FFF2-40B4-BE49-F238E27FC236}">
                <a16:creationId xmlns:a16="http://schemas.microsoft.com/office/drawing/2014/main" id="{B47BFE51-2D26-4FDF-AFB0-CB7CF2EB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933">
            <a:extLst xmlns:a="http://schemas.openxmlformats.org/drawingml/2006/main">
              <a:ext uri="{FF2B5EF4-FFF2-40B4-BE49-F238E27FC236}">
                <a16:creationId xmlns:a16="http://schemas.microsoft.com/office/drawing/2014/main" id="{626C9BDE-C9F8-4312-BB4E-14A24DB2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934">
            <a:extLst xmlns:a="http://schemas.openxmlformats.org/drawingml/2006/main">
              <a:ext uri="{FF2B5EF4-FFF2-40B4-BE49-F238E27FC236}">
                <a16:creationId xmlns:a16="http://schemas.microsoft.com/office/drawing/2014/main" id="{29297213-F443-48EC-8B23-6165B18F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8952490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35">
            <a:extLst xmlns:a="http://schemas.openxmlformats.org/drawingml/2006/main">
              <a:ext uri="{FF2B5EF4-FFF2-40B4-BE49-F238E27FC236}">
                <a16:creationId xmlns:a16="http://schemas.microsoft.com/office/drawing/2014/main" id="{7B4BF887-2F47-49D8-AB61-DB3238FC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9576A5-8EA4-455A-A05D-B80BCC0B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9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37">
            <a:extLst xmlns:a="http://schemas.openxmlformats.org/drawingml/2006/main">
              <a:ext uri="{FF2B5EF4-FFF2-40B4-BE49-F238E27FC236}">
                <a16:creationId xmlns:a16="http://schemas.microsoft.com/office/drawing/2014/main" id="{0D1BAF17-D3CA-41A9-973C-1E4F2B19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0717FF-71A1-4443-A004-1A255F03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938">
            <a:extLst xmlns:a="http://schemas.openxmlformats.org/drawingml/2006/main">
              <a:ext uri="{FF2B5EF4-FFF2-40B4-BE49-F238E27FC236}">
                <a16:creationId xmlns:a16="http://schemas.microsoft.com/office/drawing/2014/main" id="{DE35FF65-0437-4276-8D4C-69D4E87D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939">
            <a:extLst xmlns:a="http://schemas.openxmlformats.org/drawingml/2006/main">
              <a:ext uri="{FF2B5EF4-FFF2-40B4-BE49-F238E27FC236}">
                <a16:creationId xmlns:a16="http://schemas.microsoft.com/office/drawing/2014/main" id="{E507C87F-699F-44FC-AB3B-B054DEC9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40">
            <a:extLst xmlns:a="http://schemas.openxmlformats.org/drawingml/2006/main">
              <a:ext uri="{FF2B5EF4-FFF2-40B4-BE49-F238E27FC236}">
                <a16:creationId xmlns:a16="http://schemas.microsoft.com/office/drawing/2014/main" id="{1CC31E36-2EE8-493E-9049-B7DEF7EF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941">
            <a:extLst xmlns:a="http://schemas.openxmlformats.org/drawingml/2006/main">
              <a:ext uri="{FF2B5EF4-FFF2-40B4-BE49-F238E27FC236}">
                <a16:creationId xmlns:a16="http://schemas.microsoft.com/office/drawing/2014/main" id="{88C2136F-B4B4-4040-AF86-7C3C6847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942">
            <a:extLst xmlns:a="http://schemas.openxmlformats.org/drawingml/2006/main">
              <a:ext uri="{FF2B5EF4-FFF2-40B4-BE49-F238E27FC236}">
                <a16:creationId xmlns:a16="http://schemas.microsoft.com/office/drawing/2014/main" id="{87003B45-DAA6-4DF1-8AE5-EB39839E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943">
            <a:extLst xmlns:a="http://schemas.openxmlformats.org/drawingml/2006/main">
              <a:ext uri="{FF2B5EF4-FFF2-40B4-BE49-F238E27FC236}">
                <a16:creationId xmlns:a16="http://schemas.microsoft.com/office/drawing/2014/main" id="{47176DF3-3F62-455D-98BB-DA56ED2C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44">
            <a:extLst xmlns:a="http://schemas.openxmlformats.org/drawingml/2006/main">
              <a:ext uri="{FF2B5EF4-FFF2-40B4-BE49-F238E27FC236}">
                <a16:creationId xmlns:a16="http://schemas.microsoft.com/office/drawing/2014/main" id="{5017EF5B-2F77-4C4A-B849-E26E83B0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945">
            <a:extLst xmlns:a="http://schemas.openxmlformats.org/drawingml/2006/main">
              <a:ext uri="{FF2B5EF4-FFF2-40B4-BE49-F238E27FC236}">
                <a16:creationId xmlns:a16="http://schemas.microsoft.com/office/drawing/2014/main" id="{FAFB402D-EEA0-49CD-B440-E698B895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946">
            <a:extLst xmlns:a="http://schemas.openxmlformats.org/drawingml/2006/main">
              <a:ext uri="{FF2B5EF4-FFF2-40B4-BE49-F238E27FC236}">
                <a16:creationId xmlns:a16="http://schemas.microsoft.com/office/drawing/2014/main" id="{F60E7C6A-6E5D-473B-A654-94C91BB4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947">
            <a:extLst xmlns:a="http://schemas.openxmlformats.org/drawingml/2006/main">
              <a:ext uri="{FF2B5EF4-FFF2-40B4-BE49-F238E27FC236}">
                <a16:creationId xmlns:a16="http://schemas.microsoft.com/office/drawing/2014/main" id="{7511528D-CEA2-44B1-A3E7-AA6345A6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48">
            <a:extLst xmlns:a="http://schemas.openxmlformats.org/drawingml/2006/main">
              <a:ext uri="{FF2B5EF4-FFF2-40B4-BE49-F238E27FC236}">
                <a16:creationId xmlns:a16="http://schemas.microsoft.com/office/drawing/2014/main" id="{AA11D7BF-C178-4B3F-B7A9-E9AE6D6F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949">
            <a:extLst xmlns:a="http://schemas.openxmlformats.org/drawingml/2006/main">
              <a:ext uri="{FF2B5EF4-FFF2-40B4-BE49-F238E27FC236}">
                <a16:creationId xmlns:a16="http://schemas.microsoft.com/office/drawing/2014/main" id="{2EEC8D5D-AFB0-4F2C-AE91-4424961A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950">
            <a:extLst xmlns:a="http://schemas.openxmlformats.org/drawingml/2006/main">
              <a:ext uri="{FF2B5EF4-FFF2-40B4-BE49-F238E27FC236}">
                <a16:creationId xmlns:a16="http://schemas.microsoft.com/office/drawing/2014/main" id="{07AC4B8C-5932-4861-8304-51DDBC4D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951">
            <a:extLst xmlns:a="http://schemas.openxmlformats.org/drawingml/2006/main">
              <a:ext uri="{FF2B5EF4-FFF2-40B4-BE49-F238E27FC236}">
                <a16:creationId xmlns:a16="http://schemas.microsoft.com/office/drawing/2014/main" id="{69DB36D7-FBAD-40D3-85A9-7FDF55DB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52">
            <a:extLst xmlns:a="http://schemas.openxmlformats.org/drawingml/2006/main">
              <a:ext uri="{FF2B5EF4-FFF2-40B4-BE49-F238E27FC236}">
                <a16:creationId xmlns:a16="http://schemas.microsoft.com/office/drawing/2014/main" id="{3C999E9F-3504-434D-A593-26FC2A67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953">
            <a:extLst xmlns:a="http://schemas.openxmlformats.org/drawingml/2006/main">
              <a:ext uri="{FF2B5EF4-FFF2-40B4-BE49-F238E27FC236}">
                <a16:creationId xmlns:a16="http://schemas.microsoft.com/office/drawing/2014/main" id="{C505269A-8979-4BE3-9F18-12A9D0F9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9728547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954">
            <a:extLst xmlns:a="http://schemas.openxmlformats.org/drawingml/2006/main">
              <a:ext uri="{FF2B5EF4-FFF2-40B4-BE49-F238E27FC236}">
                <a16:creationId xmlns:a16="http://schemas.microsoft.com/office/drawing/2014/main" id="{97819812-26ED-43CE-94A8-E5C5ECA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0832F1-9105-4650-9F89-8C5FF340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9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56">
            <a:extLst xmlns:a="http://schemas.openxmlformats.org/drawingml/2006/main">
              <a:ext uri="{FF2B5EF4-FFF2-40B4-BE49-F238E27FC236}">
                <a16:creationId xmlns:a16="http://schemas.microsoft.com/office/drawing/2014/main" id="{04FCE0A6-6262-4C06-9EEE-01AC16FA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333D79-E7F0-4608-8DDA-1599AE96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957">
            <a:extLst xmlns:a="http://schemas.openxmlformats.org/drawingml/2006/main">
              <a:ext uri="{FF2B5EF4-FFF2-40B4-BE49-F238E27FC236}">
                <a16:creationId xmlns:a16="http://schemas.microsoft.com/office/drawing/2014/main" id="{9F820A62-6687-47E8-BE1C-146FDAAA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958">
            <a:extLst xmlns:a="http://schemas.openxmlformats.org/drawingml/2006/main">
              <a:ext uri="{FF2B5EF4-FFF2-40B4-BE49-F238E27FC236}">
                <a16:creationId xmlns:a16="http://schemas.microsoft.com/office/drawing/2014/main" id="{5059DC06-6A46-4AFD-B838-717C6110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59">
            <a:extLst xmlns:a="http://schemas.openxmlformats.org/drawingml/2006/main">
              <a:ext uri="{FF2B5EF4-FFF2-40B4-BE49-F238E27FC236}">
                <a16:creationId xmlns:a16="http://schemas.microsoft.com/office/drawing/2014/main" id="{44A22B3E-D632-44B0-99B4-C3C95263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960">
            <a:extLst xmlns:a="http://schemas.openxmlformats.org/drawingml/2006/main">
              <a:ext uri="{FF2B5EF4-FFF2-40B4-BE49-F238E27FC236}">
                <a16:creationId xmlns:a16="http://schemas.microsoft.com/office/drawing/2014/main" id="{F3520E10-3BB7-4C38-9D38-BC25EA12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961">
            <a:extLst xmlns:a="http://schemas.openxmlformats.org/drawingml/2006/main">
              <a:ext uri="{FF2B5EF4-FFF2-40B4-BE49-F238E27FC236}">
                <a16:creationId xmlns:a16="http://schemas.microsoft.com/office/drawing/2014/main" id="{CDACD6DA-4722-4C8A-BAEE-26052CF1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962">
            <a:extLst xmlns:a="http://schemas.openxmlformats.org/drawingml/2006/main">
              <a:ext uri="{FF2B5EF4-FFF2-40B4-BE49-F238E27FC236}">
                <a16:creationId xmlns:a16="http://schemas.microsoft.com/office/drawing/2014/main" id="{3AA00749-BF24-4DBD-96A3-C9954668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64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963">
            <a:extLst xmlns:a="http://schemas.openxmlformats.org/drawingml/2006/main">
              <a:ext uri="{FF2B5EF4-FFF2-40B4-BE49-F238E27FC236}">
                <a16:creationId xmlns:a16="http://schemas.microsoft.com/office/drawing/2014/main" id="{290C0879-0582-4685-A2A7-75AF9525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614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964">
            <a:extLst xmlns:a="http://schemas.openxmlformats.org/drawingml/2006/main">
              <a:ext uri="{FF2B5EF4-FFF2-40B4-BE49-F238E27FC236}">
                <a16:creationId xmlns:a16="http://schemas.microsoft.com/office/drawing/2014/main" id="{EF0D3D43-B85D-4409-BF5B-015BCDAD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965">
            <a:extLst xmlns:a="http://schemas.openxmlformats.org/drawingml/2006/main">
              <a:ext uri="{FF2B5EF4-FFF2-40B4-BE49-F238E27FC236}">
                <a16:creationId xmlns:a16="http://schemas.microsoft.com/office/drawing/2014/main" id="{2BD74FF2-A625-4F8E-B89C-72D28DB3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966">
            <a:extLst xmlns:a="http://schemas.openxmlformats.org/drawingml/2006/main">
              <a:ext uri="{FF2B5EF4-FFF2-40B4-BE49-F238E27FC236}">
                <a16:creationId xmlns:a16="http://schemas.microsoft.com/office/drawing/2014/main" id="{35E85076-10B6-4811-A144-0F1A3635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179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967">
            <a:extLst xmlns:a="http://schemas.openxmlformats.org/drawingml/2006/main">
              <a:ext uri="{FF2B5EF4-FFF2-40B4-BE49-F238E27FC236}">
                <a16:creationId xmlns:a16="http://schemas.microsoft.com/office/drawing/2014/main" id="{D6DB2D70-C310-4195-BD83-0335B1C3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729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968">
            <a:extLst xmlns:a="http://schemas.openxmlformats.org/drawingml/2006/main">
              <a:ext uri="{FF2B5EF4-FFF2-40B4-BE49-F238E27FC236}">
                <a16:creationId xmlns:a16="http://schemas.microsoft.com/office/drawing/2014/main" id="{6E97F006-ED8E-4AE9-9EB7-A7900B29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969">
            <a:extLst xmlns:a="http://schemas.openxmlformats.org/drawingml/2006/main">
              <a:ext uri="{FF2B5EF4-FFF2-40B4-BE49-F238E27FC236}">
                <a16:creationId xmlns:a16="http://schemas.microsoft.com/office/drawing/2014/main" id="{8FA16975-6B28-499C-86D2-1A1BCE26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970">
            <a:extLst xmlns:a="http://schemas.openxmlformats.org/drawingml/2006/main">
              <a:ext uri="{FF2B5EF4-FFF2-40B4-BE49-F238E27FC236}">
                <a16:creationId xmlns:a16="http://schemas.microsoft.com/office/drawing/2014/main" id="{8C5FA72C-A0C7-4AF2-9B47-F31EE974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293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71">
            <a:extLst xmlns:a="http://schemas.openxmlformats.org/drawingml/2006/main">
              <a:ext uri="{FF2B5EF4-FFF2-40B4-BE49-F238E27FC236}">
                <a16:creationId xmlns:a16="http://schemas.microsoft.com/office/drawing/2014/main" id="{86175880-57F2-4F09-81B8-0B9DC1E6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843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972">
            <a:extLst xmlns:a="http://schemas.openxmlformats.org/drawingml/2006/main">
              <a:ext uri="{FF2B5EF4-FFF2-40B4-BE49-F238E27FC236}">
                <a16:creationId xmlns:a16="http://schemas.microsoft.com/office/drawing/2014/main" id="{8D3C93ED-A9F1-435F-BEC7-D4C22B06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973">
            <a:extLst xmlns:a="http://schemas.openxmlformats.org/drawingml/2006/main">
              <a:ext uri="{FF2B5EF4-FFF2-40B4-BE49-F238E27FC236}">
                <a16:creationId xmlns:a16="http://schemas.microsoft.com/office/drawing/2014/main" id="{72A071CA-5640-44AB-A82E-FDFD115F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974">
            <a:extLst xmlns:a="http://schemas.openxmlformats.org/drawingml/2006/main">
              <a:ext uri="{FF2B5EF4-FFF2-40B4-BE49-F238E27FC236}">
                <a16:creationId xmlns:a16="http://schemas.microsoft.com/office/drawing/2014/main" id="{CB527521-6FB2-40FD-A642-E1182A39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975">
            <a:extLst xmlns:a="http://schemas.openxmlformats.org/drawingml/2006/main">
              <a:ext uri="{FF2B5EF4-FFF2-40B4-BE49-F238E27FC236}">
                <a16:creationId xmlns:a16="http://schemas.microsoft.com/office/drawing/2014/main" id="{B8B221C6-01B4-470C-8EA2-5D1ABF35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957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976">
            <a:extLst xmlns:a="http://schemas.openxmlformats.org/drawingml/2006/main">
              <a:ext uri="{FF2B5EF4-FFF2-40B4-BE49-F238E27FC236}">
                <a16:creationId xmlns:a16="http://schemas.microsoft.com/office/drawing/2014/main" id="{2CC97B21-E1CB-4388-B595-7D2C4614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977">
            <a:extLst xmlns:a="http://schemas.openxmlformats.org/drawingml/2006/main">
              <a:ext uri="{FF2B5EF4-FFF2-40B4-BE49-F238E27FC236}">
                <a16:creationId xmlns:a16="http://schemas.microsoft.com/office/drawing/2014/main" id="{D3B0C3BA-5A35-4F47-B96B-E6BD4C5C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978">
            <a:extLst xmlns:a="http://schemas.openxmlformats.org/drawingml/2006/main">
              <a:ext uri="{FF2B5EF4-FFF2-40B4-BE49-F238E27FC236}">
                <a16:creationId xmlns:a16="http://schemas.microsoft.com/office/drawing/2014/main" id="{98393EDF-9542-477E-ABE7-4D69FABE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521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979">
            <a:extLst xmlns:a="http://schemas.openxmlformats.org/drawingml/2006/main">
              <a:ext uri="{FF2B5EF4-FFF2-40B4-BE49-F238E27FC236}">
                <a16:creationId xmlns:a16="http://schemas.microsoft.com/office/drawing/2014/main" id="{CF7AE1CE-377A-492F-B725-FF32B31E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6071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980">
            <a:extLst xmlns:a="http://schemas.openxmlformats.org/drawingml/2006/main">
              <a:ext uri="{FF2B5EF4-FFF2-40B4-BE49-F238E27FC236}">
                <a16:creationId xmlns:a16="http://schemas.microsoft.com/office/drawing/2014/main" id="{6C4AE423-EB59-4013-B179-1BDB2AC0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981">
            <a:extLst xmlns:a="http://schemas.openxmlformats.org/drawingml/2006/main">
              <a:ext uri="{FF2B5EF4-FFF2-40B4-BE49-F238E27FC236}">
                <a16:creationId xmlns:a16="http://schemas.microsoft.com/office/drawing/2014/main" id="{9C16A911-4FB1-4884-B985-B14DE5D6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982">
            <a:extLst xmlns:a="http://schemas.openxmlformats.org/drawingml/2006/main">
              <a:ext uri="{FF2B5EF4-FFF2-40B4-BE49-F238E27FC236}">
                <a16:creationId xmlns:a16="http://schemas.microsoft.com/office/drawing/2014/main" id="{A43316FA-C9BE-420D-8AA7-310B30B0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636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83">
            <a:extLst xmlns:a="http://schemas.openxmlformats.org/drawingml/2006/main">
              <a:ext uri="{FF2B5EF4-FFF2-40B4-BE49-F238E27FC236}">
                <a16:creationId xmlns:a16="http://schemas.microsoft.com/office/drawing/2014/main" id="{3938292E-F869-4B86-8329-24BF467D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186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984">
            <a:extLst xmlns:a="http://schemas.openxmlformats.org/drawingml/2006/main">
              <a:ext uri="{FF2B5EF4-FFF2-40B4-BE49-F238E27FC236}">
                <a16:creationId xmlns:a16="http://schemas.microsoft.com/office/drawing/2014/main" id="{8294FD3F-402F-4A30-9797-444DF6F5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985">
            <a:extLst xmlns:a="http://schemas.openxmlformats.org/drawingml/2006/main">
              <a:ext uri="{FF2B5EF4-FFF2-40B4-BE49-F238E27FC236}">
                <a16:creationId xmlns:a16="http://schemas.microsoft.com/office/drawing/2014/main" id="{02B1AF8F-4145-4578-8C50-8D6AA2DF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986">
            <a:extLst xmlns:a="http://schemas.openxmlformats.org/drawingml/2006/main">
              <a:ext uri="{FF2B5EF4-FFF2-40B4-BE49-F238E27FC236}">
                <a16:creationId xmlns:a16="http://schemas.microsoft.com/office/drawing/2014/main" id="{6790446A-0E83-4F84-9A9E-04615267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987">
            <a:extLst xmlns:a="http://schemas.openxmlformats.org/drawingml/2006/main">
              <a:ext uri="{FF2B5EF4-FFF2-40B4-BE49-F238E27FC236}">
                <a16:creationId xmlns:a16="http://schemas.microsoft.com/office/drawing/2014/main" id="{2FB9A1B2-05F1-4673-9C30-87B8C9DC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988">
            <a:extLst xmlns:a="http://schemas.openxmlformats.org/drawingml/2006/main">
              <a:ext uri="{FF2B5EF4-FFF2-40B4-BE49-F238E27FC236}">
                <a16:creationId xmlns:a16="http://schemas.microsoft.com/office/drawing/2014/main" id="{233D6236-FD36-43C5-A39F-ED929A39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989">
            <a:extLst xmlns:a="http://schemas.openxmlformats.org/drawingml/2006/main">
              <a:ext uri="{FF2B5EF4-FFF2-40B4-BE49-F238E27FC236}">
                <a16:creationId xmlns:a16="http://schemas.microsoft.com/office/drawing/2014/main" id="{1C7D4041-8ACD-4684-ADA0-772F3DD8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8508900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90">
            <a:extLst xmlns:a="http://schemas.openxmlformats.org/drawingml/2006/main">
              <a:ext uri="{FF2B5EF4-FFF2-40B4-BE49-F238E27FC236}">
                <a16:creationId xmlns:a16="http://schemas.microsoft.com/office/drawing/2014/main" id="{A64A6EDA-0C7B-4A1D-9A52-78BDAA9B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524FDB-5F8C-4FA3-8EB6-5A4BBCE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9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92">
            <a:extLst xmlns:a="http://schemas.openxmlformats.org/drawingml/2006/main">
              <a:ext uri="{FF2B5EF4-FFF2-40B4-BE49-F238E27FC236}">
                <a16:creationId xmlns:a16="http://schemas.microsoft.com/office/drawing/2014/main" id="{14F0FEC1-1002-4715-9284-CD7EBA23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30B7AE-8DA5-4D07-9072-954B7BEE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993">
            <a:extLst xmlns:a="http://schemas.openxmlformats.org/drawingml/2006/main">
              <a:ext uri="{FF2B5EF4-FFF2-40B4-BE49-F238E27FC236}">
                <a16:creationId xmlns:a16="http://schemas.microsoft.com/office/drawing/2014/main" id="{4039B486-E2D1-4B75-9D1F-E9A7EFAA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994">
            <a:extLst xmlns:a="http://schemas.openxmlformats.org/drawingml/2006/main">
              <a:ext uri="{FF2B5EF4-FFF2-40B4-BE49-F238E27FC236}">
                <a16:creationId xmlns:a16="http://schemas.microsoft.com/office/drawing/2014/main" id="{165D1E07-0011-44D2-BCD7-76A9F42E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95">
            <a:extLst xmlns:a="http://schemas.openxmlformats.org/drawingml/2006/main">
              <a:ext uri="{FF2B5EF4-FFF2-40B4-BE49-F238E27FC236}">
                <a16:creationId xmlns:a16="http://schemas.microsoft.com/office/drawing/2014/main" id="{E9BB0248-CEC4-418D-9C1B-4C3EA75E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96">
            <a:extLst xmlns:a="http://schemas.openxmlformats.org/drawingml/2006/main">
              <a:ext uri="{FF2B5EF4-FFF2-40B4-BE49-F238E27FC236}">
                <a16:creationId xmlns:a16="http://schemas.microsoft.com/office/drawing/2014/main" id="{C605DB04-7BE2-425B-AF1F-34B8311F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997">
            <a:extLst xmlns:a="http://schemas.openxmlformats.org/drawingml/2006/main">
              <a:ext uri="{FF2B5EF4-FFF2-40B4-BE49-F238E27FC236}">
                <a16:creationId xmlns:a16="http://schemas.microsoft.com/office/drawing/2014/main" id="{EB276A5A-DC49-4D87-BF86-2D73BC30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998">
            <a:extLst xmlns:a="http://schemas.openxmlformats.org/drawingml/2006/main">
              <a:ext uri="{FF2B5EF4-FFF2-40B4-BE49-F238E27FC236}">
                <a16:creationId xmlns:a16="http://schemas.microsoft.com/office/drawing/2014/main" id="{DF66CA32-6FCF-443D-A1EC-3F368AEB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99">
            <a:extLst xmlns:a="http://schemas.openxmlformats.org/drawingml/2006/main">
              <a:ext uri="{FF2B5EF4-FFF2-40B4-BE49-F238E27FC236}">
                <a16:creationId xmlns:a16="http://schemas.microsoft.com/office/drawing/2014/main" id="{2BD540E4-74EA-4201-97CC-0C44E051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000">
            <a:extLst xmlns:a="http://schemas.openxmlformats.org/drawingml/2006/main">
              <a:ext uri="{FF2B5EF4-FFF2-40B4-BE49-F238E27FC236}">
                <a16:creationId xmlns:a16="http://schemas.microsoft.com/office/drawing/2014/main" id="{AC199903-4634-4587-A95C-1DB2F7E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01">
            <a:extLst xmlns:a="http://schemas.openxmlformats.org/drawingml/2006/main">
              <a:ext uri="{FF2B5EF4-FFF2-40B4-BE49-F238E27FC236}">
                <a16:creationId xmlns:a16="http://schemas.microsoft.com/office/drawing/2014/main" id="{40724FEB-856F-4291-A1F3-0819EC0F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02">
            <a:extLst xmlns:a="http://schemas.openxmlformats.org/drawingml/2006/main">
              <a:ext uri="{FF2B5EF4-FFF2-40B4-BE49-F238E27FC236}">
                <a16:creationId xmlns:a16="http://schemas.microsoft.com/office/drawing/2014/main" id="{7D3606A3-5501-4BAF-9B04-99521149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1003">
            <a:extLst xmlns:a="http://schemas.openxmlformats.org/drawingml/2006/main">
              <a:ext uri="{FF2B5EF4-FFF2-40B4-BE49-F238E27FC236}">
                <a16:creationId xmlns:a16="http://schemas.microsoft.com/office/drawing/2014/main" id="{86F27606-8991-4CB4-B9AA-22C47CC9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1004">
            <a:extLst xmlns:a="http://schemas.openxmlformats.org/drawingml/2006/main">
              <a:ext uri="{FF2B5EF4-FFF2-40B4-BE49-F238E27FC236}">
                <a16:creationId xmlns:a16="http://schemas.microsoft.com/office/drawing/2014/main" id="{C6556B6F-3BC4-4523-82FD-460F616B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05">
            <a:extLst xmlns:a="http://schemas.openxmlformats.org/drawingml/2006/main">
              <a:ext uri="{FF2B5EF4-FFF2-40B4-BE49-F238E27FC236}">
                <a16:creationId xmlns:a16="http://schemas.microsoft.com/office/drawing/2014/main" id="{9ADAB040-1EF4-4F05-A4F5-AD76450E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006">
            <a:extLst xmlns:a="http://schemas.openxmlformats.org/drawingml/2006/main">
              <a:ext uri="{FF2B5EF4-FFF2-40B4-BE49-F238E27FC236}">
                <a16:creationId xmlns:a16="http://schemas.microsoft.com/office/drawing/2014/main" id="{EFA3C618-7766-4EFC-B73C-0274076E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07">
            <a:extLst xmlns:a="http://schemas.openxmlformats.org/drawingml/2006/main">
              <a:ext uri="{FF2B5EF4-FFF2-40B4-BE49-F238E27FC236}">
                <a16:creationId xmlns:a16="http://schemas.microsoft.com/office/drawing/2014/main" id="{4DFDF82C-94E4-42C6-9E2A-51AF3A30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08">
            <a:extLst xmlns:a="http://schemas.openxmlformats.org/drawingml/2006/main">
              <a:ext uri="{FF2B5EF4-FFF2-40B4-BE49-F238E27FC236}">
                <a16:creationId xmlns:a16="http://schemas.microsoft.com/office/drawing/2014/main" id="{A4A3FFC6-4885-413A-8F8D-94B6CBF8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1009">
            <a:extLst xmlns:a="http://schemas.openxmlformats.org/drawingml/2006/main">
              <a:ext uri="{FF2B5EF4-FFF2-40B4-BE49-F238E27FC236}">
                <a16:creationId xmlns:a16="http://schemas.microsoft.com/office/drawing/2014/main" id="{6DFCDFAC-86BC-44A6-83A0-5F677A12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1010">
            <a:extLst xmlns:a="http://schemas.openxmlformats.org/drawingml/2006/main">
              <a:ext uri="{FF2B5EF4-FFF2-40B4-BE49-F238E27FC236}">
                <a16:creationId xmlns:a16="http://schemas.microsoft.com/office/drawing/2014/main" id="{581722FB-0FF9-4AB6-8EA3-F4E7B2D8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11">
            <a:extLst xmlns:a="http://schemas.openxmlformats.org/drawingml/2006/main">
              <a:ext uri="{FF2B5EF4-FFF2-40B4-BE49-F238E27FC236}">
                <a16:creationId xmlns:a16="http://schemas.microsoft.com/office/drawing/2014/main" id="{891EB397-2B6A-4FC1-9729-8AA2AD84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012">
            <a:extLst xmlns:a="http://schemas.openxmlformats.org/drawingml/2006/main">
              <a:ext uri="{FF2B5EF4-FFF2-40B4-BE49-F238E27FC236}">
                <a16:creationId xmlns:a16="http://schemas.microsoft.com/office/drawing/2014/main" id="{8A28C7A5-C937-4AE7-995D-B2B04C05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13">
            <a:extLst xmlns:a="http://schemas.openxmlformats.org/drawingml/2006/main">
              <a:ext uri="{FF2B5EF4-FFF2-40B4-BE49-F238E27FC236}">
                <a16:creationId xmlns:a16="http://schemas.microsoft.com/office/drawing/2014/main" id="{B96F5589-260B-4937-A15A-ED7FD077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14">
            <a:extLst xmlns:a="http://schemas.openxmlformats.org/drawingml/2006/main">
              <a:ext uri="{FF2B5EF4-FFF2-40B4-BE49-F238E27FC236}">
                <a16:creationId xmlns:a16="http://schemas.microsoft.com/office/drawing/2014/main" id="{5AD34BCA-9C9B-4B25-BC49-1DB0C701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1015">
            <a:extLst xmlns:a="http://schemas.openxmlformats.org/drawingml/2006/main">
              <a:ext uri="{FF2B5EF4-FFF2-40B4-BE49-F238E27FC236}">
                <a16:creationId xmlns:a16="http://schemas.microsoft.com/office/drawing/2014/main" id="{CB6D6C86-5BC1-43C1-9FEE-F6AAC089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1016">
            <a:extLst xmlns:a="http://schemas.openxmlformats.org/drawingml/2006/main">
              <a:ext uri="{FF2B5EF4-FFF2-40B4-BE49-F238E27FC236}">
                <a16:creationId xmlns:a16="http://schemas.microsoft.com/office/drawing/2014/main" id="{9B09C9C1-3A0E-4114-904E-6FA4A294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086778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017">
            <a:extLst xmlns:a="http://schemas.openxmlformats.org/drawingml/2006/main">
              <a:ext uri="{FF2B5EF4-FFF2-40B4-BE49-F238E27FC236}">
                <a16:creationId xmlns:a16="http://schemas.microsoft.com/office/drawing/2014/main" id="{C5B61429-67BE-4FE7-8A1E-C09F2B3E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F54ED6-767B-4410-937B-8E3BF2E2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10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19">
            <a:extLst xmlns:a="http://schemas.openxmlformats.org/drawingml/2006/main">
              <a:ext uri="{FF2B5EF4-FFF2-40B4-BE49-F238E27FC236}">
                <a16:creationId xmlns:a16="http://schemas.microsoft.com/office/drawing/2014/main" id="{5F7A0F3E-6CCC-4D06-888E-6B2943F1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69A7A0-33B0-4F64-9A39-6BFD6284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1020">
            <a:extLst xmlns:a="http://schemas.openxmlformats.org/drawingml/2006/main">
              <a:ext uri="{FF2B5EF4-FFF2-40B4-BE49-F238E27FC236}">
                <a16:creationId xmlns:a16="http://schemas.microsoft.com/office/drawing/2014/main" id="{89ACD98B-44D2-495E-8B15-C297790A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21">
            <a:extLst xmlns:a="http://schemas.openxmlformats.org/drawingml/2006/main">
              <a:ext uri="{FF2B5EF4-FFF2-40B4-BE49-F238E27FC236}">
                <a16:creationId xmlns:a16="http://schemas.microsoft.com/office/drawing/2014/main" id="{343F74E6-1341-4176-A45D-52C2888C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22">
            <a:extLst xmlns:a="http://schemas.openxmlformats.org/drawingml/2006/main">
              <a:ext uri="{FF2B5EF4-FFF2-40B4-BE49-F238E27FC236}">
                <a16:creationId xmlns:a16="http://schemas.microsoft.com/office/drawing/2014/main" id="{AD67284A-F4C3-4BEE-9500-A0DC0FC7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23">
            <a:extLst xmlns:a="http://schemas.openxmlformats.org/drawingml/2006/main">
              <a:ext uri="{FF2B5EF4-FFF2-40B4-BE49-F238E27FC236}">
                <a16:creationId xmlns:a16="http://schemas.microsoft.com/office/drawing/2014/main" id="{007EB99D-E091-47CF-9E59-871544C2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1024">
            <a:extLst xmlns:a="http://schemas.openxmlformats.org/drawingml/2006/main">
              <a:ext uri="{FF2B5EF4-FFF2-40B4-BE49-F238E27FC236}">
                <a16:creationId xmlns:a16="http://schemas.microsoft.com/office/drawing/2014/main" id="{15FE145A-38EF-4C5F-811A-7FBE769B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1025">
            <a:extLst xmlns:a="http://schemas.openxmlformats.org/drawingml/2006/main">
              <a:ext uri="{FF2B5EF4-FFF2-40B4-BE49-F238E27FC236}">
                <a16:creationId xmlns:a16="http://schemas.microsoft.com/office/drawing/2014/main" id="{815A3C99-2D4E-4ABB-9A29-C97772DD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26">
            <a:extLst xmlns:a="http://schemas.openxmlformats.org/drawingml/2006/main">
              <a:ext uri="{FF2B5EF4-FFF2-40B4-BE49-F238E27FC236}">
                <a16:creationId xmlns:a16="http://schemas.microsoft.com/office/drawing/2014/main" id="{3945C615-06BA-40C3-BB27-CA7BBFF6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027">
            <a:extLst xmlns:a="http://schemas.openxmlformats.org/drawingml/2006/main">
              <a:ext uri="{FF2B5EF4-FFF2-40B4-BE49-F238E27FC236}">
                <a16:creationId xmlns:a16="http://schemas.microsoft.com/office/drawing/2014/main" id="{E5E6C200-9B9D-4A13-98AF-9FAC9AE1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28">
            <a:extLst xmlns:a="http://schemas.openxmlformats.org/drawingml/2006/main">
              <a:ext uri="{FF2B5EF4-FFF2-40B4-BE49-F238E27FC236}">
                <a16:creationId xmlns:a16="http://schemas.microsoft.com/office/drawing/2014/main" id="{C5BA2619-A716-47E2-BE36-B87F4383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29">
            <a:extLst xmlns:a="http://schemas.openxmlformats.org/drawingml/2006/main">
              <a:ext uri="{FF2B5EF4-FFF2-40B4-BE49-F238E27FC236}">
                <a16:creationId xmlns:a16="http://schemas.microsoft.com/office/drawing/2014/main" id="{EA8618DC-2075-4874-B9A3-A0F33D92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1030">
            <a:extLst xmlns:a="http://schemas.openxmlformats.org/drawingml/2006/main">
              <a:ext uri="{FF2B5EF4-FFF2-40B4-BE49-F238E27FC236}">
                <a16:creationId xmlns:a16="http://schemas.microsoft.com/office/drawing/2014/main" id="{D93E7D18-84BD-49DB-8F61-1D752C19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1031">
            <a:extLst xmlns:a="http://schemas.openxmlformats.org/drawingml/2006/main">
              <a:ext uri="{FF2B5EF4-FFF2-40B4-BE49-F238E27FC236}">
                <a16:creationId xmlns:a16="http://schemas.microsoft.com/office/drawing/2014/main" id="{1A7552DA-3367-4ED1-A5EC-872FDA06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32">
            <a:extLst xmlns:a="http://schemas.openxmlformats.org/drawingml/2006/main">
              <a:ext uri="{FF2B5EF4-FFF2-40B4-BE49-F238E27FC236}">
                <a16:creationId xmlns:a16="http://schemas.microsoft.com/office/drawing/2014/main" id="{3E2F9C64-E91C-46EB-A0C7-9C151323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033">
            <a:extLst xmlns:a="http://schemas.openxmlformats.org/drawingml/2006/main">
              <a:ext uri="{FF2B5EF4-FFF2-40B4-BE49-F238E27FC236}">
                <a16:creationId xmlns:a16="http://schemas.microsoft.com/office/drawing/2014/main" id="{02B19FEC-7391-4B56-8992-B55ACBDA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34">
            <a:extLst xmlns:a="http://schemas.openxmlformats.org/drawingml/2006/main">
              <a:ext uri="{FF2B5EF4-FFF2-40B4-BE49-F238E27FC236}">
                <a16:creationId xmlns:a16="http://schemas.microsoft.com/office/drawing/2014/main" id="{AD717B1D-A252-4C2C-968F-BDEA4A07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35">
            <a:extLst xmlns:a="http://schemas.openxmlformats.org/drawingml/2006/main">
              <a:ext uri="{FF2B5EF4-FFF2-40B4-BE49-F238E27FC236}">
                <a16:creationId xmlns:a16="http://schemas.microsoft.com/office/drawing/2014/main" id="{EE779832-4050-4EDE-A2F2-C2DEF003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1036">
            <a:extLst xmlns:a="http://schemas.openxmlformats.org/drawingml/2006/main">
              <a:ext uri="{FF2B5EF4-FFF2-40B4-BE49-F238E27FC236}">
                <a16:creationId xmlns:a16="http://schemas.microsoft.com/office/drawing/2014/main" id="{4DB6440F-8E09-43D2-B558-E50EA0D8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1037">
            <a:extLst xmlns:a="http://schemas.openxmlformats.org/drawingml/2006/main">
              <a:ext uri="{FF2B5EF4-FFF2-40B4-BE49-F238E27FC236}">
                <a16:creationId xmlns:a16="http://schemas.microsoft.com/office/drawing/2014/main" id="{7727B68C-6511-42DC-9171-AC766B62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38">
            <a:extLst xmlns:a="http://schemas.openxmlformats.org/drawingml/2006/main">
              <a:ext uri="{FF2B5EF4-FFF2-40B4-BE49-F238E27FC236}">
                <a16:creationId xmlns:a16="http://schemas.microsoft.com/office/drawing/2014/main" id="{1B399329-786C-4C47-8653-AB9DABFA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039">
            <a:extLst xmlns:a="http://schemas.openxmlformats.org/drawingml/2006/main">
              <a:ext uri="{FF2B5EF4-FFF2-40B4-BE49-F238E27FC236}">
                <a16:creationId xmlns:a16="http://schemas.microsoft.com/office/drawing/2014/main" id="{24D7BC01-0717-4D79-8FD6-DD10CE5E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40">
            <a:extLst xmlns:a="http://schemas.openxmlformats.org/drawingml/2006/main">
              <a:ext uri="{FF2B5EF4-FFF2-40B4-BE49-F238E27FC236}">
                <a16:creationId xmlns:a16="http://schemas.microsoft.com/office/drawing/2014/main" id="{CF5CF58B-95ED-4891-96F3-AF5C0301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41">
            <a:extLst xmlns:a="http://schemas.openxmlformats.org/drawingml/2006/main">
              <a:ext uri="{FF2B5EF4-FFF2-40B4-BE49-F238E27FC236}">
                <a16:creationId xmlns:a16="http://schemas.microsoft.com/office/drawing/2014/main" id="{ADA60EEA-8E84-4975-B016-2DB0EF6F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1042">
            <a:extLst xmlns:a="http://schemas.openxmlformats.org/drawingml/2006/main">
              <a:ext uri="{FF2B5EF4-FFF2-40B4-BE49-F238E27FC236}">
                <a16:creationId xmlns:a16="http://schemas.microsoft.com/office/drawing/2014/main" id="{D890EB66-B92F-4A39-B5CF-6044C4D4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1043">
            <a:extLst xmlns:a="http://schemas.openxmlformats.org/drawingml/2006/main">
              <a:ext uri="{FF2B5EF4-FFF2-40B4-BE49-F238E27FC236}">
                <a16:creationId xmlns:a16="http://schemas.microsoft.com/office/drawing/2014/main" id="{191FF43B-B2B6-4599-A1E5-91F42769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44">
            <a:extLst xmlns:a="http://schemas.openxmlformats.org/drawingml/2006/main">
              <a:ext uri="{FF2B5EF4-FFF2-40B4-BE49-F238E27FC236}">
                <a16:creationId xmlns:a16="http://schemas.microsoft.com/office/drawing/2014/main" id="{9203C4C0-82B8-451F-A3B6-0CDF337E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045">
            <a:extLst xmlns:a="http://schemas.openxmlformats.org/drawingml/2006/main">
              <a:ext uri="{FF2B5EF4-FFF2-40B4-BE49-F238E27FC236}">
                <a16:creationId xmlns:a16="http://schemas.microsoft.com/office/drawing/2014/main" id="{54782B61-7CFC-49EC-9ECB-1C8888E7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46">
            <a:extLst xmlns:a="http://schemas.openxmlformats.org/drawingml/2006/main">
              <a:ext uri="{FF2B5EF4-FFF2-40B4-BE49-F238E27FC236}">
                <a16:creationId xmlns:a16="http://schemas.microsoft.com/office/drawing/2014/main" id="{BE4AF811-9F09-43D0-86D9-0E0D3AF8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47">
            <a:extLst xmlns:a="http://schemas.openxmlformats.org/drawingml/2006/main">
              <a:ext uri="{FF2B5EF4-FFF2-40B4-BE49-F238E27FC236}">
                <a16:creationId xmlns:a16="http://schemas.microsoft.com/office/drawing/2014/main" id="{DB860440-E452-41DB-AE17-D6B77629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048">
            <a:extLst xmlns:a="http://schemas.openxmlformats.org/drawingml/2006/main">
              <a:ext uri="{FF2B5EF4-FFF2-40B4-BE49-F238E27FC236}">
                <a16:creationId xmlns:a16="http://schemas.microsoft.com/office/drawing/2014/main" id="{EC092BA4-3699-464B-B79F-A1283E96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1049">
            <a:extLst xmlns:a="http://schemas.openxmlformats.org/drawingml/2006/main">
              <a:ext uri="{FF2B5EF4-FFF2-40B4-BE49-F238E27FC236}">
                <a16:creationId xmlns:a16="http://schemas.microsoft.com/office/drawing/2014/main" id="{9E444E19-973F-4B7D-BA31-47C65D80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6528593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050">
            <a:extLst xmlns:a="http://schemas.openxmlformats.org/drawingml/2006/main">
              <a:ext uri="{FF2B5EF4-FFF2-40B4-BE49-F238E27FC236}">
                <a16:creationId xmlns:a16="http://schemas.microsoft.com/office/drawing/2014/main" id="{5D3E6841-08D7-41B8-B538-16B278A9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54AA70-5390-4C30-8719-A414425B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10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52">
            <a:extLst xmlns:a="http://schemas.openxmlformats.org/drawingml/2006/main">
              <a:ext uri="{FF2B5EF4-FFF2-40B4-BE49-F238E27FC236}">
                <a16:creationId xmlns:a16="http://schemas.microsoft.com/office/drawing/2014/main" id="{76056BC2-6638-4F7E-B549-4D803AD0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EAF102-45D2-4E0C-83AF-3D232208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53">
            <a:extLst xmlns:a="http://schemas.openxmlformats.org/drawingml/2006/main">
              <a:ext uri="{FF2B5EF4-FFF2-40B4-BE49-F238E27FC236}">
                <a16:creationId xmlns:a16="http://schemas.microsoft.com/office/drawing/2014/main" id="{BAA582E8-E632-4AD6-B1BA-A6BE13B8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54">
            <a:extLst xmlns:a="http://schemas.openxmlformats.org/drawingml/2006/main">
              <a:ext uri="{FF2B5EF4-FFF2-40B4-BE49-F238E27FC236}">
                <a16:creationId xmlns:a16="http://schemas.microsoft.com/office/drawing/2014/main" id="{6B023129-A189-4F82-BA62-648290F6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1055">
            <a:extLst xmlns:a="http://schemas.openxmlformats.org/drawingml/2006/main">
              <a:ext uri="{FF2B5EF4-FFF2-40B4-BE49-F238E27FC236}">
                <a16:creationId xmlns:a16="http://schemas.microsoft.com/office/drawing/2014/main" id="{F24229C2-BC77-4D54-8CAB-720C174F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1056">
            <a:extLst xmlns:a="http://schemas.openxmlformats.org/drawingml/2006/main">
              <a:ext uri="{FF2B5EF4-FFF2-40B4-BE49-F238E27FC236}">
                <a16:creationId xmlns:a16="http://schemas.microsoft.com/office/drawing/2014/main" id="{519EACAC-0098-4878-9681-0068BCB8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1057">
            <a:extLst xmlns:a="http://schemas.openxmlformats.org/drawingml/2006/main">
              <a:ext uri="{FF2B5EF4-FFF2-40B4-BE49-F238E27FC236}">
                <a16:creationId xmlns:a16="http://schemas.microsoft.com/office/drawing/2014/main" id="{FAE5F388-9960-470C-AF65-04425F2D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058">
            <a:extLst xmlns:a="http://schemas.openxmlformats.org/drawingml/2006/main">
              <a:ext uri="{FF2B5EF4-FFF2-40B4-BE49-F238E27FC236}">
                <a16:creationId xmlns:a16="http://schemas.microsoft.com/office/drawing/2014/main" id="{C47217F3-11C3-4AB5-A06C-E875621A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1059">
            <a:extLst xmlns:a="http://schemas.openxmlformats.org/drawingml/2006/main">
              <a:ext uri="{FF2B5EF4-FFF2-40B4-BE49-F238E27FC236}">
                <a16:creationId xmlns:a16="http://schemas.microsoft.com/office/drawing/2014/main" id="{FBB47E54-A4C8-4FEB-B33D-2F4A4FFA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1060">
            <a:extLst xmlns:a="http://schemas.openxmlformats.org/drawingml/2006/main">
              <a:ext uri="{FF2B5EF4-FFF2-40B4-BE49-F238E27FC236}">
                <a16:creationId xmlns:a16="http://schemas.microsoft.com/office/drawing/2014/main" id="{8486CAAA-8E30-4A1B-832B-8781DFA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1061">
            <a:extLst xmlns:a="http://schemas.openxmlformats.org/drawingml/2006/main">
              <a:ext uri="{FF2B5EF4-FFF2-40B4-BE49-F238E27FC236}">
                <a16:creationId xmlns:a16="http://schemas.microsoft.com/office/drawing/2014/main" id="{D901C222-29F3-4014-9DBF-5D2D246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062">
            <a:extLst xmlns:a="http://schemas.openxmlformats.org/drawingml/2006/main">
              <a:ext uri="{FF2B5EF4-FFF2-40B4-BE49-F238E27FC236}">
                <a16:creationId xmlns:a16="http://schemas.microsoft.com/office/drawing/2014/main" id="{3CD1FE57-7E38-4317-B2C5-96ED021F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1063">
            <a:extLst xmlns:a="http://schemas.openxmlformats.org/drawingml/2006/main">
              <a:ext uri="{FF2B5EF4-FFF2-40B4-BE49-F238E27FC236}">
                <a16:creationId xmlns:a16="http://schemas.microsoft.com/office/drawing/2014/main" id="{E2F0F885-F16F-4957-8177-792E9531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1064">
            <a:extLst xmlns:a="http://schemas.openxmlformats.org/drawingml/2006/main">
              <a:ext uri="{FF2B5EF4-FFF2-40B4-BE49-F238E27FC236}">
                <a16:creationId xmlns:a16="http://schemas.microsoft.com/office/drawing/2014/main" id="{F2B8B207-CA05-4897-9A5A-EDED8B57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6892550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065">
            <a:extLst xmlns:a="http://schemas.openxmlformats.org/drawingml/2006/main">
              <a:ext uri="{FF2B5EF4-FFF2-40B4-BE49-F238E27FC236}">
                <a16:creationId xmlns:a16="http://schemas.microsoft.com/office/drawing/2014/main" id="{F03FCB74-6737-427D-9308-95F31522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90AF1B-D0EB-4EFC-8327-0853A6D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10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67">
            <a:extLst xmlns:a="http://schemas.openxmlformats.org/drawingml/2006/main">
              <a:ext uri="{FF2B5EF4-FFF2-40B4-BE49-F238E27FC236}">
                <a16:creationId xmlns:a16="http://schemas.microsoft.com/office/drawing/2014/main" id="{B3BD715D-B19B-4A48-AC0D-FBDADE99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CC1364-BFE1-4ED7-8AA0-EA35642B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068">
            <a:extLst xmlns:a="http://schemas.openxmlformats.org/drawingml/2006/main">
              <a:ext uri="{FF2B5EF4-FFF2-40B4-BE49-F238E27FC236}">
                <a16:creationId xmlns:a16="http://schemas.microsoft.com/office/drawing/2014/main" id="{EC2DD7C8-0063-48C3-8B0A-40E993EE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69">
            <a:extLst xmlns:a="http://schemas.openxmlformats.org/drawingml/2006/main">
              <a:ext uri="{FF2B5EF4-FFF2-40B4-BE49-F238E27FC236}">
                <a16:creationId xmlns:a16="http://schemas.microsoft.com/office/drawing/2014/main" id="{C6B7FE33-E857-462E-91BE-45B06667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70">
            <a:extLst xmlns:a="http://schemas.openxmlformats.org/drawingml/2006/main">
              <a:ext uri="{FF2B5EF4-FFF2-40B4-BE49-F238E27FC236}">
                <a16:creationId xmlns:a16="http://schemas.microsoft.com/office/drawing/2014/main" id="{648A6EC9-3874-45F8-9F24-BC82C20D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071">
            <a:extLst xmlns:a="http://schemas.openxmlformats.org/drawingml/2006/main">
              <a:ext uri="{FF2B5EF4-FFF2-40B4-BE49-F238E27FC236}">
                <a16:creationId xmlns:a16="http://schemas.microsoft.com/office/drawing/2014/main" id="{79F44494-02DE-47DF-9CE8-750CF6A6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10" name="text-1072">
            <a:extLst xmlns:a="http://schemas.openxmlformats.org/drawingml/2006/main">
              <a:ext uri="{FF2B5EF4-FFF2-40B4-BE49-F238E27FC236}">
                <a16:creationId xmlns:a16="http://schemas.microsoft.com/office/drawing/2014/main" id="{A60354C3-FF9F-49FE-9DE4-7556BF7E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人設：熱血年輕弟弟，Flash 模型極速狂飆（速度快 20 倍以上）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優勢：指令秒回、成果驚豔、衝勁十足，快速迭代超爽快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特性：一頭熱不易持久，續航力有限（易觸碰冷卻輪數）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最適合：靈感衝刺、快速原型、短平快修復、小步快跑</a:t>
            </a:r>
          </a:p>
        </p:txBody>
      </p:sp>
      <p:sp>
        <p:nvSpPr>
          <p:cNvPr id="11" name="shape-1073">
            <a:extLst xmlns:a="http://schemas.openxmlformats.org/drawingml/2006/main">
              <a:ext uri="{FF2B5EF4-FFF2-40B4-BE49-F238E27FC236}">
                <a16:creationId xmlns:a16="http://schemas.microsoft.com/office/drawing/2014/main" id="{576438B6-ED63-4947-92AD-2EFB1AC3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2" name="shape-1074">
            <a:extLst xmlns:a="http://schemas.openxmlformats.org/drawingml/2006/main">
              <a:ext uri="{FF2B5EF4-FFF2-40B4-BE49-F238E27FC236}">
                <a16:creationId xmlns:a16="http://schemas.microsoft.com/office/drawing/2014/main" id="{27445146-84B7-4C4D-A111-85FC68E4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075">
            <a:extLst xmlns:a="http://schemas.openxmlformats.org/drawingml/2006/main">
              <a:ext uri="{FF2B5EF4-FFF2-40B4-BE49-F238E27FC236}">
                <a16:creationId xmlns:a16="http://schemas.microsoft.com/office/drawing/2014/main" id="{85883597-352D-48CA-8E64-F90D96C7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076">
            <a:extLst xmlns:a="http://schemas.openxmlformats.org/drawingml/2006/main">
              <a:ext uri="{FF2B5EF4-FFF2-40B4-BE49-F238E27FC236}">
                <a16:creationId xmlns:a16="http://schemas.microsoft.com/office/drawing/2014/main" id="{A97DB73F-38B4-48DB-B678-A999CD88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077">
            <a:extLst xmlns:a="http://schemas.openxmlformats.org/drawingml/2006/main">
              <a:ext uri="{FF2B5EF4-FFF2-40B4-BE49-F238E27FC236}">
                <a16:creationId xmlns:a16="http://schemas.microsoft.com/office/drawing/2014/main" id="{66138D1D-694A-4B90-9CF8-0C044BB6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078">
            <a:extLst xmlns:a="http://schemas.openxmlformats.org/drawingml/2006/main">
              <a:ext uri="{FF2B5EF4-FFF2-40B4-BE49-F238E27FC236}">
                <a16:creationId xmlns:a16="http://schemas.microsoft.com/office/drawing/2014/main" id="{CEC52117-A8BE-4E15-923C-5D46453A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shape-1079">
            <a:extLst xmlns:a="http://schemas.openxmlformats.org/drawingml/2006/main">
              <a:ext uri="{FF2B5EF4-FFF2-40B4-BE49-F238E27FC236}">
                <a16:creationId xmlns:a16="http://schemas.microsoft.com/office/drawing/2014/main" id="{EB23F17D-5107-4234-A4C0-CE510EB9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080">
            <a:extLst xmlns:a="http://schemas.openxmlformats.org/drawingml/2006/main">
              <a:ext uri="{FF2B5EF4-FFF2-40B4-BE49-F238E27FC236}">
                <a16:creationId xmlns:a16="http://schemas.microsoft.com/office/drawing/2014/main" id="{8562D803-4491-4A30-B19E-2D1E26D0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081">
            <a:extLst xmlns:a="http://schemas.openxmlformats.org/drawingml/2006/main">
              <a:ext uri="{FF2B5EF4-FFF2-40B4-BE49-F238E27FC236}">
                <a16:creationId xmlns:a16="http://schemas.microsoft.com/office/drawing/2014/main" id="{1C6D7A07-3F2F-4ABA-87E7-25B3B19C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082">
            <a:extLst xmlns:a="http://schemas.openxmlformats.org/drawingml/2006/main">
              <a:ext uri="{FF2B5EF4-FFF2-40B4-BE49-F238E27FC236}">
                <a16:creationId xmlns:a16="http://schemas.microsoft.com/office/drawing/2014/main" id="{0F30AC31-4E42-4FE8-B668-FDD2B896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1907">
            <a:extLst xmlns:a="http://schemas.openxmlformats.org/drawingml/2006/main">
              <a:ext uri="{FF2B5EF4-FFF2-40B4-BE49-F238E27FC236}">
                <a16:creationId xmlns:a16="http://schemas.microsoft.com/office/drawing/2014/main" id="{79F117C9-D404-4CCC-9BC2-DE10FD5E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72883263404acb"/>
              </a:rPr>
              <a:t>Antigravity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41381ea2c74a8d"/>
              </a:rPr>
              <a:t>Codex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5d395838234531"/>
              </a:rPr>
              <a:t>Claude ↗</a:t>
            </a:r>
          </a:p>
        </p:txBody>
      </p:sp>
      <p:sp>
        <p:nvSpPr>
          <p:cNvPr id="22" name="shape-1941">
            <a:extLst xmlns:a="http://schemas.openxmlformats.org/drawingml/2006/main">
              <a:ext uri="{FF2B5EF4-FFF2-40B4-BE49-F238E27FC236}">
                <a16:creationId xmlns:a16="http://schemas.microsoft.com/office/drawing/2014/main" id="{68D065A4-DD82-4494-BE1A-F99E27C0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b8395565b4436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942">
            <a:extLst xmlns:a="http://schemas.openxmlformats.org/drawingml/2006/main">
              <a:ext uri="{FF2B5EF4-FFF2-40B4-BE49-F238E27FC236}">
                <a16:creationId xmlns:a16="http://schemas.microsoft.com/office/drawing/2014/main" id="{D906D7D6-1569-4640-9645-8AF25EF9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cccbf0325412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943">
            <a:extLst xmlns:a="http://schemas.openxmlformats.org/drawingml/2006/main">
              <a:ext uri="{FF2B5EF4-FFF2-40B4-BE49-F238E27FC236}">
                <a16:creationId xmlns:a16="http://schemas.microsoft.com/office/drawing/2014/main" id="{CECF0C5A-4601-46C8-B224-697716AB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607e8b2bc49f1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944">
            <a:extLst xmlns:a="http://schemas.openxmlformats.org/drawingml/2006/main">
              <a:ext uri="{FF2B5EF4-FFF2-40B4-BE49-F238E27FC236}">
                <a16:creationId xmlns:a16="http://schemas.microsoft.com/office/drawing/2014/main" id="{5EA20E3D-93A8-4EF5-8CB7-8CFB64F5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5302281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083">
            <a:extLst xmlns:a="http://schemas.openxmlformats.org/drawingml/2006/main">
              <a:ext uri="{FF2B5EF4-FFF2-40B4-BE49-F238E27FC236}">
                <a16:creationId xmlns:a16="http://schemas.microsoft.com/office/drawing/2014/main" id="{790AB349-CBCB-4F57-A90B-79BFD5DD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EC6A6F-27E0-432F-85C2-EC216613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10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85">
            <a:extLst xmlns:a="http://schemas.openxmlformats.org/drawingml/2006/main">
              <a:ext uri="{FF2B5EF4-FFF2-40B4-BE49-F238E27FC236}">
                <a16:creationId xmlns:a16="http://schemas.microsoft.com/office/drawing/2014/main" id="{137DB1B0-0418-44A9-9A3C-02485E7C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F00835-A611-4793-8812-DD8EB3CE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086">
            <a:extLst xmlns:a="http://schemas.openxmlformats.org/drawingml/2006/main">
              <a:ext uri="{FF2B5EF4-FFF2-40B4-BE49-F238E27FC236}">
                <a16:creationId xmlns:a16="http://schemas.microsoft.com/office/drawing/2014/main" id="{44A08178-316A-4EF5-81BE-D45E4B6B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87">
            <a:extLst xmlns:a="http://schemas.openxmlformats.org/drawingml/2006/main">
              <a:ext uri="{FF2B5EF4-FFF2-40B4-BE49-F238E27FC236}">
                <a16:creationId xmlns:a16="http://schemas.microsoft.com/office/drawing/2014/main" id="{AC834ECB-6697-4FC2-88D3-5ABE5579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088">
            <a:extLst xmlns:a="http://schemas.openxmlformats.org/drawingml/2006/main">
              <a:ext uri="{FF2B5EF4-FFF2-40B4-BE49-F238E27FC236}">
                <a16:creationId xmlns:a16="http://schemas.microsoft.com/office/drawing/2014/main" id="{19131282-601E-4C29-AD1C-D9FEAB84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1089">
            <a:extLst xmlns:a="http://schemas.openxmlformats.org/drawingml/2006/main">
              <a:ext uri="{FF2B5EF4-FFF2-40B4-BE49-F238E27FC236}">
                <a16:creationId xmlns:a16="http://schemas.microsoft.com/office/drawing/2014/main" id="{8DF23B58-8F22-4F47-8831-153EB4DF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1090">
            <a:extLst xmlns:a="http://schemas.openxmlformats.org/drawingml/2006/main">
              <a:ext uri="{FF2B5EF4-FFF2-40B4-BE49-F238E27FC236}">
                <a16:creationId xmlns:a16="http://schemas.microsoft.com/office/drawing/2014/main" id="{D808E61D-E0EC-435E-BF66-E3D61C18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1091">
            <a:extLst xmlns:a="http://schemas.openxmlformats.org/drawingml/2006/main">
              <a:ext uri="{FF2B5EF4-FFF2-40B4-BE49-F238E27FC236}">
                <a16:creationId xmlns:a16="http://schemas.microsoft.com/office/drawing/2014/main" id="{4C65E5D3-C62E-4CB6-8C3C-EDB7B570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1092">
            <a:extLst xmlns:a="http://schemas.openxmlformats.org/drawingml/2006/main">
              <a:ext uri="{FF2B5EF4-FFF2-40B4-BE49-F238E27FC236}">
                <a16:creationId xmlns:a16="http://schemas.microsoft.com/office/drawing/2014/main" id="{4E04317A-1683-4909-A9E5-DEF790B7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1093">
            <a:extLst xmlns:a="http://schemas.openxmlformats.org/drawingml/2006/main">
              <a:ext uri="{FF2B5EF4-FFF2-40B4-BE49-F238E27FC236}">
                <a16:creationId xmlns:a16="http://schemas.microsoft.com/office/drawing/2014/main" id="{50C6FCCF-CF30-42B8-8707-095E43AF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1094">
            <a:extLst xmlns:a="http://schemas.openxmlformats.org/drawingml/2006/main">
              <a:ext uri="{FF2B5EF4-FFF2-40B4-BE49-F238E27FC236}">
                <a16:creationId xmlns:a16="http://schemas.microsoft.com/office/drawing/2014/main" id="{7B4D46CE-4E7D-419A-90D3-9D46314A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17" name="text-1095">
            <a:extLst xmlns:a="http://schemas.openxmlformats.org/drawingml/2006/main">
              <a:ext uri="{FF2B5EF4-FFF2-40B4-BE49-F238E27FC236}">
                <a16:creationId xmlns:a16="http://schemas.microsoft.com/office/drawing/2014/main" id="{F4AF5D48-EDBF-48A8-B463-599DA5B6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5162591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96">
            <a:extLst xmlns:a="http://schemas.openxmlformats.org/drawingml/2006/main">
              <a:ext uri="{FF2B5EF4-FFF2-40B4-BE49-F238E27FC236}">
                <a16:creationId xmlns:a16="http://schemas.microsoft.com/office/drawing/2014/main" id="{4482F4F1-0732-4AFD-9C44-7A8A84B2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CF1500-F010-4CAF-A653-F64916AA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10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98">
            <a:extLst xmlns:a="http://schemas.openxmlformats.org/drawingml/2006/main">
              <a:ext uri="{FF2B5EF4-FFF2-40B4-BE49-F238E27FC236}">
                <a16:creationId xmlns:a16="http://schemas.microsoft.com/office/drawing/2014/main" id="{61177C62-586E-4AD4-BED6-6D9E6AE1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647463-C7D3-4217-948F-8FF169B8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099">
            <a:extLst xmlns:a="http://schemas.openxmlformats.org/drawingml/2006/main">
              <a:ext uri="{FF2B5EF4-FFF2-40B4-BE49-F238E27FC236}">
                <a16:creationId xmlns:a16="http://schemas.microsoft.com/office/drawing/2014/main" id="{45ED6A48-496D-4753-BAC6-953A214E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1100">
            <a:extLst xmlns:a="http://schemas.openxmlformats.org/drawingml/2006/main">
              <a:ext uri="{FF2B5EF4-FFF2-40B4-BE49-F238E27FC236}">
                <a16:creationId xmlns:a16="http://schemas.microsoft.com/office/drawing/2014/main" id="{8CDEBBA8-EBB6-455F-8933-6C2E14CD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101">
            <a:extLst xmlns:a="http://schemas.openxmlformats.org/drawingml/2006/main">
              <a:ext uri="{FF2B5EF4-FFF2-40B4-BE49-F238E27FC236}">
                <a16:creationId xmlns:a16="http://schemas.microsoft.com/office/drawing/2014/main" id="{F39A1D37-5A2C-4F07-92B0-EFC8958E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1102">
            <a:extLst xmlns:a="http://schemas.openxmlformats.org/drawingml/2006/main">
              <a:ext uri="{FF2B5EF4-FFF2-40B4-BE49-F238E27FC236}">
                <a16:creationId xmlns:a16="http://schemas.microsoft.com/office/drawing/2014/main" id="{A9BC6E60-26A1-446C-AC07-FDC52FF9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1103">
            <a:extLst xmlns:a="http://schemas.openxmlformats.org/drawingml/2006/main">
              <a:ext uri="{FF2B5EF4-FFF2-40B4-BE49-F238E27FC236}">
                <a16:creationId xmlns:a16="http://schemas.microsoft.com/office/drawing/2014/main" id="{5A430C35-761D-4E70-9F95-A8C0C7C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1104">
            <a:extLst xmlns:a="http://schemas.openxmlformats.org/drawingml/2006/main">
              <a:ext uri="{FF2B5EF4-FFF2-40B4-BE49-F238E27FC236}">
                <a16:creationId xmlns:a16="http://schemas.microsoft.com/office/drawing/2014/main" id="{BD4E4A5C-F74B-47FF-A5AB-086D8A4C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ad6acfe423f479c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4d665d35340c1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105">
            <a:extLst xmlns:a="http://schemas.openxmlformats.org/drawingml/2006/main">
              <a:ext uri="{FF2B5EF4-FFF2-40B4-BE49-F238E27FC236}">
                <a16:creationId xmlns:a16="http://schemas.microsoft.com/office/drawing/2014/main" id="{854F2960-0987-4326-A490-2FADA298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827beb72dc4415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17f322cb94247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106">
            <a:extLst xmlns:a="http://schemas.openxmlformats.org/drawingml/2006/main">
              <a:ext uri="{FF2B5EF4-FFF2-40B4-BE49-F238E27FC236}">
                <a16:creationId xmlns:a16="http://schemas.microsoft.com/office/drawing/2014/main" id="{2084320F-E4CC-4477-B82D-06A5240F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107">
            <a:extLst xmlns:a="http://schemas.openxmlformats.org/drawingml/2006/main">
              <a:ext uri="{FF2B5EF4-FFF2-40B4-BE49-F238E27FC236}">
                <a16:creationId xmlns:a16="http://schemas.microsoft.com/office/drawing/2014/main" id="{C2514E4F-8993-460A-BBB2-4D3E7D5E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108">
            <a:extLst xmlns:a="http://schemas.openxmlformats.org/drawingml/2006/main">
              <a:ext uri="{FF2B5EF4-FFF2-40B4-BE49-F238E27FC236}">
                <a16:creationId xmlns:a16="http://schemas.microsoft.com/office/drawing/2014/main" id="{7172218E-2951-4813-A2E3-72F83928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109">
            <a:extLst xmlns:a="http://schemas.openxmlformats.org/drawingml/2006/main">
              <a:ext uri="{FF2B5EF4-FFF2-40B4-BE49-F238E27FC236}">
                <a16:creationId xmlns:a16="http://schemas.microsoft.com/office/drawing/2014/main" id="{55148B5E-066B-44B1-B254-FFEB58AB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110">
            <a:extLst xmlns:a="http://schemas.openxmlformats.org/drawingml/2006/main">
              <a:ext uri="{FF2B5EF4-FFF2-40B4-BE49-F238E27FC236}">
                <a16:creationId xmlns:a16="http://schemas.microsoft.com/office/drawing/2014/main" id="{9719EF55-3F42-4D43-BDF6-31A9500D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5aa8720dca4e86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09125ce2f4de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111">
            <a:extLst xmlns:a="http://schemas.openxmlformats.org/drawingml/2006/main">
              <a:ext uri="{FF2B5EF4-FFF2-40B4-BE49-F238E27FC236}">
                <a16:creationId xmlns:a16="http://schemas.microsoft.com/office/drawing/2014/main" id="{314974F2-300C-4744-AF12-34CFA916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4aacf161c9456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49629bfa84e7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112">
            <a:extLst xmlns:a="http://schemas.openxmlformats.org/drawingml/2006/main">
              <a:ext uri="{FF2B5EF4-FFF2-40B4-BE49-F238E27FC236}">
                <a16:creationId xmlns:a16="http://schemas.microsoft.com/office/drawing/2014/main" id="{40A43822-C50C-447D-B57F-D622A0D4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113">
            <a:extLst xmlns:a="http://schemas.openxmlformats.org/drawingml/2006/main">
              <a:ext uri="{FF2B5EF4-FFF2-40B4-BE49-F238E27FC236}">
                <a16:creationId xmlns:a16="http://schemas.microsoft.com/office/drawing/2014/main" id="{A4194661-BC25-429E-86A8-28CB7E98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114">
            <a:extLst xmlns:a="http://schemas.openxmlformats.org/drawingml/2006/main">
              <a:ext uri="{FF2B5EF4-FFF2-40B4-BE49-F238E27FC236}">
                <a16:creationId xmlns:a16="http://schemas.microsoft.com/office/drawing/2014/main" id="{116353ED-A85A-47D1-A34F-3D9808F9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115">
            <a:extLst xmlns:a="http://schemas.openxmlformats.org/drawingml/2006/main">
              <a:ext uri="{FF2B5EF4-FFF2-40B4-BE49-F238E27FC236}">
                <a16:creationId xmlns:a16="http://schemas.microsoft.com/office/drawing/2014/main" id="{C8180779-F609-4273-8194-4E959B4F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116">
            <a:extLst xmlns:a="http://schemas.openxmlformats.org/drawingml/2006/main">
              <a:ext uri="{FF2B5EF4-FFF2-40B4-BE49-F238E27FC236}">
                <a16:creationId xmlns:a16="http://schemas.microsoft.com/office/drawing/2014/main" id="{6EC81736-FB1F-4793-8FD5-AD513F18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78bc12186c46b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3abe728cb48a4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117">
            <a:extLst xmlns:a="http://schemas.openxmlformats.org/drawingml/2006/main">
              <a:ext uri="{FF2B5EF4-FFF2-40B4-BE49-F238E27FC236}">
                <a16:creationId xmlns:a16="http://schemas.microsoft.com/office/drawing/2014/main" id="{C89B6EBE-FE63-4728-93C5-E4CA5FAA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ce5a7da4514f32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2da22a158404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2388715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18">
            <a:extLst xmlns:a="http://schemas.openxmlformats.org/drawingml/2006/main">
              <a:ext uri="{FF2B5EF4-FFF2-40B4-BE49-F238E27FC236}">
                <a16:creationId xmlns:a16="http://schemas.microsoft.com/office/drawing/2014/main" id="{3059669A-BF35-4063-8BCC-DC521244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E2BCDF-7063-4DAA-A2D7-5158D471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1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20">
            <a:extLst xmlns:a="http://schemas.openxmlformats.org/drawingml/2006/main">
              <a:ext uri="{FF2B5EF4-FFF2-40B4-BE49-F238E27FC236}">
                <a16:creationId xmlns:a16="http://schemas.microsoft.com/office/drawing/2014/main" id="{20D04B6B-045B-4F48-8AB8-C23C94DF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4F756B-5891-4F8B-979D-34443530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121">
            <a:extLst xmlns:a="http://schemas.openxmlformats.org/drawingml/2006/main">
              <a:ext uri="{FF2B5EF4-FFF2-40B4-BE49-F238E27FC236}">
                <a16:creationId xmlns:a16="http://schemas.microsoft.com/office/drawing/2014/main" id="{401A0463-D8C0-4CB4-9230-D538D22E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122">
            <a:extLst xmlns:a="http://schemas.openxmlformats.org/drawingml/2006/main">
              <a:ext uri="{FF2B5EF4-FFF2-40B4-BE49-F238E27FC236}">
                <a16:creationId xmlns:a16="http://schemas.microsoft.com/office/drawing/2014/main" id="{7DD9092A-1106-48CD-9824-DC0DDBEE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123">
            <a:extLst xmlns:a="http://schemas.openxmlformats.org/drawingml/2006/main">
              <a:ext uri="{FF2B5EF4-FFF2-40B4-BE49-F238E27FC236}">
                <a16:creationId xmlns:a16="http://schemas.microsoft.com/office/drawing/2014/main" id="{BDD68357-B854-4596-B728-BE5FC8C1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124">
            <a:extLst xmlns:a="http://schemas.openxmlformats.org/drawingml/2006/main">
              <a:ext uri="{FF2B5EF4-FFF2-40B4-BE49-F238E27FC236}">
                <a16:creationId xmlns:a16="http://schemas.microsoft.com/office/drawing/2014/main" id="{4C656D53-2BC1-4496-8433-A7BA632B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125">
            <a:extLst xmlns:a="http://schemas.openxmlformats.org/drawingml/2006/main">
              <a:ext uri="{FF2B5EF4-FFF2-40B4-BE49-F238E27FC236}">
                <a16:creationId xmlns:a16="http://schemas.microsoft.com/office/drawing/2014/main" id="{23532F39-8090-49C0-858C-CC826677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126">
            <a:extLst xmlns:a="http://schemas.openxmlformats.org/drawingml/2006/main">
              <a:ext uri="{FF2B5EF4-FFF2-40B4-BE49-F238E27FC236}">
                <a16:creationId xmlns:a16="http://schemas.microsoft.com/office/drawing/2014/main" id="{05E3FF6C-86A2-401F-97F8-345619E6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f3d8a53aea43f9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cf3e1f809473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127">
            <a:extLst xmlns:a="http://schemas.openxmlformats.org/drawingml/2006/main">
              <a:ext uri="{FF2B5EF4-FFF2-40B4-BE49-F238E27FC236}">
                <a16:creationId xmlns:a16="http://schemas.microsoft.com/office/drawing/2014/main" id="{809D7AC4-3EE5-4B37-8260-33B9809C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cb7549125f48a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4684e20874b9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128">
            <a:extLst xmlns:a="http://schemas.openxmlformats.org/drawingml/2006/main">
              <a:ext uri="{FF2B5EF4-FFF2-40B4-BE49-F238E27FC236}">
                <a16:creationId xmlns:a16="http://schemas.microsoft.com/office/drawing/2014/main" id="{E3223382-DCF8-400B-A90D-EC2BECBA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129">
            <a:extLst xmlns:a="http://schemas.openxmlformats.org/drawingml/2006/main">
              <a:ext uri="{FF2B5EF4-FFF2-40B4-BE49-F238E27FC236}">
                <a16:creationId xmlns:a16="http://schemas.microsoft.com/office/drawing/2014/main" id="{48966397-9448-4431-87FB-3DFE1301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130">
            <a:extLst xmlns:a="http://schemas.openxmlformats.org/drawingml/2006/main">
              <a:ext uri="{FF2B5EF4-FFF2-40B4-BE49-F238E27FC236}">
                <a16:creationId xmlns:a16="http://schemas.microsoft.com/office/drawing/2014/main" id="{9757B36D-A15D-4384-8331-E7B057D0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131">
            <a:extLst xmlns:a="http://schemas.openxmlformats.org/drawingml/2006/main">
              <a:ext uri="{FF2B5EF4-FFF2-40B4-BE49-F238E27FC236}">
                <a16:creationId xmlns:a16="http://schemas.microsoft.com/office/drawing/2014/main" id="{BE7137B0-4F0F-49D0-949C-8B21614B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132">
            <a:extLst xmlns:a="http://schemas.openxmlformats.org/drawingml/2006/main">
              <a:ext uri="{FF2B5EF4-FFF2-40B4-BE49-F238E27FC236}">
                <a16:creationId xmlns:a16="http://schemas.microsoft.com/office/drawing/2014/main" id="{40D83909-1334-4760-ADAB-7985E729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744c564d874ef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523fbcfb0436d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133">
            <a:extLst xmlns:a="http://schemas.openxmlformats.org/drawingml/2006/main">
              <a:ext uri="{FF2B5EF4-FFF2-40B4-BE49-F238E27FC236}">
                <a16:creationId xmlns:a16="http://schemas.microsoft.com/office/drawing/2014/main" id="{F8137179-C8EC-404B-B76F-900275BB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313e6da6d354d7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e58e2d0af4d76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134">
            <a:extLst xmlns:a="http://schemas.openxmlformats.org/drawingml/2006/main">
              <a:ext uri="{FF2B5EF4-FFF2-40B4-BE49-F238E27FC236}">
                <a16:creationId xmlns:a16="http://schemas.microsoft.com/office/drawing/2014/main" id="{DD03711A-12B4-40DA-902E-5D07ADFE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135">
            <a:extLst xmlns:a="http://schemas.openxmlformats.org/drawingml/2006/main">
              <a:ext uri="{FF2B5EF4-FFF2-40B4-BE49-F238E27FC236}">
                <a16:creationId xmlns:a16="http://schemas.microsoft.com/office/drawing/2014/main" id="{97D3E1E0-A52F-4461-9AC3-6B2E801D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136">
            <a:extLst xmlns:a="http://schemas.openxmlformats.org/drawingml/2006/main">
              <a:ext uri="{FF2B5EF4-FFF2-40B4-BE49-F238E27FC236}">
                <a16:creationId xmlns:a16="http://schemas.microsoft.com/office/drawing/2014/main" id="{73987F5C-DE2F-417E-8CAE-8FCC5C0A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137">
            <a:extLst xmlns:a="http://schemas.openxmlformats.org/drawingml/2006/main">
              <a:ext uri="{FF2B5EF4-FFF2-40B4-BE49-F238E27FC236}">
                <a16:creationId xmlns:a16="http://schemas.microsoft.com/office/drawing/2014/main" id="{FCA760CE-8DD2-4135-8A68-D602060A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138">
            <a:extLst xmlns:a="http://schemas.openxmlformats.org/drawingml/2006/main">
              <a:ext uri="{FF2B5EF4-FFF2-40B4-BE49-F238E27FC236}">
                <a16:creationId xmlns:a16="http://schemas.microsoft.com/office/drawing/2014/main" id="{5DD84234-F383-4862-8319-E293AB04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87ba664d974005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a451cc48714da9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139">
            <a:extLst xmlns:a="http://schemas.openxmlformats.org/drawingml/2006/main">
              <a:ext uri="{FF2B5EF4-FFF2-40B4-BE49-F238E27FC236}">
                <a16:creationId xmlns:a16="http://schemas.microsoft.com/office/drawing/2014/main" id="{E3FA5C35-1810-4F5E-A6EC-F4AD83C9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e8aca40b5b40c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8de7b486045e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4704180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40">
            <a:extLst xmlns:a="http://schemas.openxmlformats.org/drawingml/2006/main">
              <a:ext uri="{FF2B5EF4-FFF2-40B4-BE49-F238E27FC236}">
                <a16:creationId xmlns:a16="http://schemas.microsoft.com/office/drawing/2014/main" id="{DE938F4E-87F6-4DBE-AA94-CA55BF7A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141">
            <a:extLst xmlns:a="http://schemas.openxmlformats.org/drawingml/2006/main">
              <a:ext uri="{FF2B5EF4-FFF2-40B4-BE49-F238E27FC236}">
                <a16:creationId xmlns:a16="http://schemas.microsoft.com/office/drawing/2014/main" id="{563035FC-D1FB-4F88-90E8-56BCE88A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142">
            <a:extLst xmlns:a="http://schemas.openxmlformats.org/drawingml/2006/main">
              <a:ext uri="{FF2B5EF4-FFF2-40B4-BE49-F238E27FC236}">
                <a16:creationId xmlns:a16="http://schemas.microsoft.com/office/drawing/2014/main" id="{81C04D02-013F-4FA9-B622-C8677F41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143">
            <a:extLst xmlns:a="http://schemas.openxmlformats.org/drawingml/2006/main">
              <a:ext uri="{FF2B5EF4-FFF2-40B4-BE49-F238E27FC236}">
                <a16:creationId xmlns:a16="http://schemas.microsoft.com/office/drawing/2014/main" id="{329112C8-4A12-4D83-8F17-FA946267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44">
            <a:extLst xmlns:a="http://schemas.openxmlformats.org/drawingml/2006/main">
              <a:ext uri="{FF2B5EF4-FFF2-40B4-BE49-F238E27FC236}">
                <a16:creationId xmlns:a16="http://schemas.microsoft.com/office/drawing/2014/main" id="{480A60F6-6E33-4987-A7BA-E6789F2E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145">
            <a:extLst xmlns:a="http://schemas.openxmlformats.org/drawingml/2006/main">
              <a:ext uri="{FF2B5EF4-FFF2-40B4-BE49-F238E27FC236}">
                <a16:creationId xmlns:a16="http://schemas.microsoft.com/office/drawing/2014/main" id="{D7CFC57D-C884-48E1-A3CD-A0475056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46">
            <a:extLst xmlns:a="http://schemas.openxmlformats.org/drawingml/2006/main">
              <a:ext uri="{FF2B5EF4-FFF2-40B4-BE49-F238E27FC236}">
                <a16:creationId xmlns:a16="http://schemas.microsoft.com/office/drawing/2014/main" id="{CBB5D48F-7BF1-4435-904C-4B6D42B8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147">
            <a:extLst xmlns:a="http://schemas.openxmlformats.org/drawingml/2006/main">
              <a:ext uri="{FF2B5EF4-FFF2-40B4-BE49-F238E27FC236}">
                <a16:creationId xmlns:a16="http://schemas.microsoft.com/office/drawing/2014/main" id="{26B5632E-B107-4887-B73B-7CC8FAF9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148">
            <a:extLst xmlns:a="http://schemas.openxmlformats.org/drawingml/2006/main">
              <a:ext uri="{FF2B5EF4-FFF2-40B4-BE49-F238E27FC236}">
                <a16:creationId xmlns:a16="http://schemas.microsoft.com/office/drawing/2014/main" id="{3A19CF6F-C3A1-4E96-B29B-A5D9E2DD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1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150">
            <a:extLst xmlns:a="http://schemas.openxmlformats.org/drawingml/2006/main">
              <a:ext uri="{FF2B5EF4-FFF2-40B4-BE49-F238E27FC236}">
                <a16:creationId xmlns:a16="http://schemas.microsoft.com/office/drawing/2014/main" id="{16FD3C9E-4D92-4205-80D0-E3A8F4F7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58E384-5EB6-42C3-B01F-93ADF4BE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13" name="text-1908">
            <a:extLst xmlns:a="http://schemas.openxmlformats.org/drawingml/2006/main">
              <a:ext uri="{FF2B5EF4-FFF2-40B4-BE49-F238E27FC236}">
                <a16:creationId xmlns:a16="http://schemas.microsoft.com/office/drawing/2014/main" id="{F9527CDC-8F91-4139-9858-6C3E1F0A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96c17a3a044e9c"/>
              </a:rPr>
              <a:t>開啟 Antigravity ↗</a:t>
            </a:r>
          </a:p>
        </p:txBody>
      </p:sp>
      <p:sp>
        <p:nvSpPr>
          <p:cNvPr id="14" name="shape-1945">
            <a:extLst xmlns:a="http://schemas.openxmlformats.org/drawingml/2006/main">
              <a:ext uri="{FF2B5EF4-FFF2-40B4-BE49-F238E27FC236}">
                <a16:creationId xmlns:a16="http://schemas.microsoft.com/office/drawing/2014/main" id="{82A03985-C973-4380-AD44-FCBE9D21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266bddeca43b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946">
            <a:extLst xmlns:a="http://schemas.openxmlformats.org/drawingml/2006/main">
              <a:ext uri="{FF2B5EF4-FFF2-40B4-BE49-F238E27FC236}">
                <a16:creationId xmlns:a16="http://schemas.microsoft.com/office/drawing/2014/main" id="{245E8811-BD55-49CE-A42A-F819E3AB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214079290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151">
            <a:extLst xmlns:a="http://schemas.openxmlformats.org/drawingml/2006/main">
              <a:ext uri="{FF2B5EF4-FFF2-40B4-BE49-F238E27FC236}">
                <a16:creationId xmlns:a16="http://schemas.microsoft.com/office/drawing/2014/main" id="{F629C710-EC51-4191-A7EF-265A2EE7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2F7399-7CE1-4E89-A97A-ECB30EE7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1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53">
            <a:extLst xmlns:a="http://schemas.openxmlformats.org/drawingml/2006/main">
              <a:ext uri="{FF2B5EF4-FFF2-40B4-BE49-F238E27FC236}">
                <a16:creationId xmlns:a16="http://schemas.microsoft.com/office/drawing/2014/main" id="{7DB944F0-EE56-4B7F-BAA8-64D47674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099899-211A-4791-BE81-7FBE118E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154">
            <a:extLst xmlns:a="http://schemas.openxmlformats.org/drawingml/2006/main">
              <a:ext uri="{FF2B5EF4-FFF2-40B4-BE49-F238E27FC236}">
                <a16:creationId xmlns:a16="http://schemas.microsoft.com/office/drawing/2014/main" id="{E35E2860-B3D9-4EB9-8FC5-158A2D99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55">
            <a:extLst xmlns:a="http://schemas.openxmlformats.org/drawingml/2006/main">
              <a:ext uri="{FF2B5EF4-FFF2-40B4-BE49-F238E27FC236}">
                <a16:creationId xmlns:a16="http://schemas.microsoft.com/office/drawing/2014/main" id="{7BDB461F-B7EA-42AF-8510-895C22C7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156">
            <a:extLst xmlns:a="http://schemas.openxmlformats.org/drawingml/2006/main">
              <a:ext uri="{FF2B5EF4-FFF2-40B4-BE49-F238E27FC236}">
                <a16:creationId xmlns:a16="http://schemas.microsoft.com/office/drawing/2014/main" id="{686D10AE-D12C-4F48-8E53-F4AF9735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157">
            <a:extLst xmlns:a="http://schemas.openxmlformats.org/drawingml/2006/main">
              <a:ext uri="{FF2B5EF4-FFF2-40B4-BE49-F238E27FC236}">
                <a16:creationId xmlns:a16="http://schemas.microsoft.com/office/drawing/2014/main" id="{48CE6386-8219-48BE-B405-164735D6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158">
            <a:extLst xmlns:a="http://schemas.openxmlformats.org/drawingml/2006/main">
              <a:ext uri="{FF2B5EF4-FFF2-40B4-BE49-F238E27FC236}">
                <a16:creationId xmlns:a16="http://schemas.microsoft.com/office/drawing/2014/main" id="{571F99E3-0D36-4316-B064-C1F7C27D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159">
            <a:extLst xmlns:a="http://schemas.openxmlformats.org/drawingml/2006/main">
              <a:ext uri="{FF2B5EF4-FFF2-40B4-BE49-F238E27FC236}">
                <a16:creationId xmlns:a16="http://schemas.microsoft.com/office/drawing/2014/main" id="{E1CC085C-6E9F-4B50-99F5-B01C3762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909">
            <a:extLst xmlns:a="http://schemas.openxmlformats.org/drawingml/2006/main">
              <a:ext uri="{FF2B5EF4-FFF2-40B4-BE49-F238E27FC236}">
                <a16:creationId xmlns:a16="http://schemas.microsoft.com/office/drawing/2014/main" id="{41857770-BC81-471A-87E6-D585683F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81f21315d6d4d7f"/>
              </a:rPr>
              <a:t>開啟 Antigravity ↗</a:t>
            </a:r>
          </a:p>
        </p:txBody>
      </p:sp>
      <p:sp>
        <p:nvSpPr>
          <p:cNvPr id="13" name="shape-1947">
            <a:extLst xmlns:a="http://schemas.openxmlformats.org/drawingml/2006/main">
              <a:ext uri="{FF2B5EF4-FFF2-40B4-BE49-F238E27FC236}">
                <a16:creationId xmlns:a16="http://schemas.microsoft.com/office/drawing/2014/main" id="{CFEFF0E2-1AA1-48D7-AE36-DAF0D624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7feb250609438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948">
            <a:extLst xmlns:a="http://schemas.openxmlformats.org/drawingml/2006/main">
              <a:ext uri="{FF2B5EF4-FFF2-40B4-BE49-F238E27FC236}">
                <a16:creationId xmlns:a16="http://schemas.microsoft.com/office/drawing/2014/main" id="{9B399E8A-F688-4400-83B9-664FD359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603575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60">
            <a:extLst xmlns:a="http://schemas.openxmlformats.org/drawingml/2006/main">
              <a:ext uri="{FF2B5EF4-FFF2-40B4-BE49-F238E27FC236}">
                <a16:creationId xmlns:a16="http://schemas.microsoft.com/office/drawing/2014/main" id="{23877346-162F-4D36-84FC-52806A8C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DAEEAC-1A8B-4ADB-AE20-E907C484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1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62">
            <a:extLst xmlns:a="http://schemas.openxmlformats.org/drawingml/2006/main">
              <a:ext uri="{FF2B5EF4-FFF2-40B4-BE49-F238E27FC236}">
                <a16:creationId xmlns:a16="http://schemas.microsoft.com/office/drawing/2014/main" id="{683851AE-AEC7-4AF0-891B-7897053F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B60687-CBDF-49A5-8E4C-D5258DBC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163">
            <a:extLst xmlns:a="http://schemas.openxmlformats.org/drawingml/2006/main">
              <a:ext uri="{FF2B5EF4-FFF2-40B4-BE49-F238E27FC236}">
                <a16:creationId xmlns:a16="http://schemas.microsoft.com/office/drawing/2014/main" id="{11012443-48E9-48A9-BA85-75155AFD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64">
            <a:extLst xmlns:a="http://schemas.openxmlformats.org/drawingml/2006/main">
              <a:ext uri="{FF2B5EF4-FFF2-40B4-BE49-F238E27FC236}">
                <a16:creationId xmlns:a16="http://schemas.microsoft.com/office/drawing/2014/main" id="{383F3EB7-15F5-4847-9342-7002E161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65">
            <a:extLst xmlns:a="http://schemas.openxmlformats.org/drawingml/2006/main">
              <a:ext uri="{FF2B5EF4-FFF2-40B4-BE49-F238E27FC236}">
                <a16:creationId xmlns:a16="http://schemas.microsoft.com/office/drawing/2014/main" id="{FC39EEA2-D84A-4DF3-B613-5FF0DA1B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166">
            <a:extLst xmlns:a="http://schemas.openxmlformats.org/drawingml/2006/main">
              <a:ext uri="{FF2B5EF4-FFF2-40B4-BE49-F238E27FC236}">
                <a16:creationId xmlns:a16="http://schemas.microsoft.com/office/drawing/2014/main" id="{57C69606-4744-419C-A58D-D7D85DB4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167">
            <a:extLst xmlns:a="http://schemas.openxmlformats.org/drawingml/2006/main">
              <a:ext uri="{FF2B5EF4-FFF2-40B4-BE49-F238E27FC236}">
                <a16:creationId xmlns:a16="http://schemas.microsoft.com/office/drawing/2014/main" id="{5E40CFF6-A800-4519-8AB6-F46F70E5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68">
            <a:extLst xmlns:a="http://schemas.openxmlformats.org/drawingml/2006/main">
              <a:ext uri="{FF2B5EF4-FFF2-40B4-BE49-F238E27FC236}">
                <a16:creationId xmlns:a16="http://schemas.microsoft.com/office/drawing/2014/main" id="{0E262865-B906-4C4C-BAB9-3F4CFD96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69">
            <a:extLst xmlns:a="http://schemas.openxmlformats.org/drawingml/2006/main">
              <a:ext uri="{FF2B5EF4-FFF2-40B4-BE49-F238E27FC236}">
                <a16:creationId xmlns:a16="http://schemas.microsoft.com/office/drawing/2014/main" id="{9C7B3AC6-FF34-44BD-8733-FC1B1BFA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170">
            <a:extLst xmlns:a="http://schemas.openxmlformats.org/drawingml/2006/main">
              <a:ext uri="{FF2B5EF4-FFF2-40B4-BE49-F238E27FC236}">
                <a16:creationId xmlns:a16="http://schemas.microsoft.com/office/drawing/2014/main" id="{DB0552C5-BBED-4F88-8323-2C93D780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171">
            <a:extLst xmlns:a="http://schemas.openxmlformats.org/drawingml/2006/main">
              <a:ext uri="{FF2B5EF4-FFF2-40B4-BE49-F238E27FC236}">
                <a16:creationId xmlns:a16="http://schemas.microsoft.com/office/drawing/2014/main" id="{DC524173-01C7-4466-8B85-2709F29A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72">
            <a:extLst xmlns:a="http://schemas.openxmlformats.org/drawingml/2006/main">
              <a:ext uri="{FF2B5EF4-FFF2-40B4-BE49-F238E27FC236}">
                <a16:creationId xmlns:a16="http://schemas.microsoft.com/office/drawing/2014/main" id="{CFF91D82-4D7B-4B59-AAFE-7861B205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73">
            <a:extLst xmlns:a="http://schemas.openxmlformats.org/drawingml/2006/main">
              <a:ext uri="{FF2B5EF4-FFF2-40B4-BE49-F238E27FC236}">
                <a16:creationId xmlns:a16="http://schemas.microsoft.com/office/drawing/2014/main" id="{CC5A2E0C-BB8A-457C-9270-AE172FD3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174">
            <a:extLst xmlns:a="http://schemas.openxmlformats.org/drawingml/2006/main">
              <a:ext uri="{FF2B5EF4-FFF2-40B4-BE49-F238E27FC236}">
                <a16:creationId xmlns:a16="http://schemas.microsoft.com/office/drawing/2014/main" id="{0363177B-9A00-4F15-96D3-F68CBC76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175">
            <a:extLst xmlns:a="http://schemas.openxmlformats.org/drawingml/2006/main">
              <a:ext uri="{FF2B5EF4-FFF2-40B4-BE49-F238E27FC236}">
                <a16:creationId xmlns:a16="http://schemas.microsoft.com/office/drawing/2014/main" id="{FDB77FD4-0648-4053-833A-EDC59A2F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76">
            <a:extLst xmlns:a="http://schemas.openxmlformats.org/drawingml/2006/main">
              <a:ext uri="{FF2B5EF4-FFF2-40B4-BE49-F238E27FC236}">
                <a16:creationId xmlns:a16="http://schemas.microsoft.com/office/drawing/2014/main" id="{91CDF5BA-CBDB-4992-B8FA-BC99D6BC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77">
            <a:extLst xmlns:a="http://schemas.openxmlformats.org/drawingml/2006/main">
              <a:ext uri="{FF2B5EF4-FFF2-40B4-BE49-F238E27FC236}">
                <a16:creationId xmlns:a16="http://schemas.microsoft.com/office/drawing/2014/main" id="{F2A24E37-BE0C-470C-B977-E4F71D9A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178">
            <a:extLst xmlns:a="http://schemas.openxmlformats.org/drawingml/2006/main">
              <a:ext uri="{FF2B5EF4-FFF2-40B4-BE49-F238E27FC236}">
                <a16:creationId xmlns:a16="http://schemas.microsoft.com/office/drawing/2014/main" id="{A0852918-8FB3-4E81-8EA5-25373B76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910">
            <a:extLst xmlns:a="http://schemas.openxmlformats.org/drawingml/2006/main">
              <a:ext uri="{FF2B5EF4-FFF2-40B4-BE49-F238E27FC236}">
                <a16:creationId xmlns:a16="http://schemas.microsoft.com/office/drawing/2014/main" id="{11DB70D9-107A-444A-B40F-62D86E48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ee567952b714da0"/>
              </a:rPr>
              <a:t>開啟 Antigravity ↗</a:t>
            </a:r>
          </a:p>
        </p:txBody>
      </p:sp>
      <p:sp>
        <p:nvSpPr>
          <p:cNvPr id="23" name="shape-1949">
            <a:extLst xmlns:a="http://schemas.openxmlformats.org/drawingml/2006/main">
              <a:ext uri="{FF2B5EF4-FFF2-40B4-BE49-F238E27FC236}">
                <a16:creationId xmlns:a16="http://schemas.microsoft.com/office/drawing/2014/main" id="{E117E3C0-03A7-4BE7-8D25-3D7A6F97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52a64ee0840f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950">
            <a:extLst xmlns:a="http://schemas.openxmlformats.org/drawingml/2006/main">
              <a:ext uri="{FF2B5EF4-FFF2-40B4-BE49-F238E27FC236}">
                <a16:creationId xmlns:a16="http://schemas.microsoft.com/office/drawing/2014/main" id="{6E81782E-FAB9-4144-BBF4-0CCA8F2C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702978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79">
            <a:extLst xmlns:a="http://schemas.openxmlformats.org/drawingml/2006/main">
              <a:ext uri="{FF2B5EF4-FFF2-40B4-BE49-F238E27FC236}">
                <a16:creationId xmlns:a16="http://schemas.microsoft.com/office/drawing/2014/main" id="{7EF41060-373D-4D83-AC42-19F8D856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BFE594-AD0A-41A0-A22B-1B5D0D8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1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81">
            <a:extLst xmlns:a="http://schemas.openxmlformats.org/drawingml/2006/main">
              <a:ext uri="{FF2B5EF4-FFF2-40B4-BE49-F238E27FC236}">
                <a16:creationId xmlns:a16="http://schemas.microsoft.com/office/drawing/2014/main" id="{3AF3F542-C05D-4158-9F45-6AAC3DB8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6E2315-F7B0-4ADB-8D13-48E413B1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182">
            <a:extLst xmlns:a="http://schemas.openxmlformats.org/drawingml/2006/main">
              <a:ext uri="{FF2B5EF4-FFF2-40B4-BE49-F238E27FC236}">
                <a16:creationId xmlns:a16="http://schemas.microsoft.com/office/drawing/2014/main" id="{96CBF5F9-31B0-4554-A684-3D8A3F34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83">
            <a:extLst xmlns:a="http://schemas.openxmlformats.org/drawingml/2006/main">
              <a:ext uri="{FF2B5EF4-FFF2-40B4-BE49-F238E27FC236}">
                <a16:creationId xmlns:a16="http://schemas.microsoft.com/office/drawing/2014/main" id="{3B53A295-D0F0-4639-9E82-2AB7F5D7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84">
            <a:extLst xmlns:a="http://schemas.openxmlformats.org/drawingml/2006/main">
              <a:ext uri="{FF2B5EF4-FFF2-40B4-BE49-F238E27FC236}">
                <a16:creationId xmlns:a16="http://schemas.microsoft.com/office/drawing/2014/main" id="{3735B372-6499-45FA-B6EB-C8673BA4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185">
            <a:extLst xmlns:a="http://schemas.openxmlformats.org/drawingml/2006/main">
              <a:ext uri="{FF2B5EF4-FFF2-40B4-BE49-F238E27FC236}">
                <a16:creationId xmlns:a16="http://schemas.microsoft.com/office/drawing/2014/main" id="{9A5EEBE7-F1C4-4F7B-BA2E-E3D178E4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186">
            <a:extLst xmlns:a="http://schemas.openxmlformats.org/drawingml/2006/main">
              <a:ext uri="{FF2B5EF4-FFF2-40B4-BE49-F238E27FC236}">
                <a16:creationId xmlns:a16="http://schemas.microsoft.com/office/drawing/2014/main" id="{96F64314-C9E9-4A94-8EC1-1EFF4282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87">
            <a:extLst xmlns:a="http://schemas.openxmlformats.org/drawingml/2006/main">
              <a:ext uri="{FF2B5EF4-FFF2-40B4-BE49-F238E27FC236}">
                <a16:creationId xmlns:a16="http://schemas.microsoft.com/office/drawing/2014/main" id="{B81F62AF-4F73-49F7-BAF6-FFE49F7E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88">
            <a:extLst xmlns:a="http://schemas.openxmlformats.org/drawingml/2006/main">
              <a:ext uri="{FF2B5EF4-FFF2-40B4-BE49-F238E27FC236}">
                <a16:creationId xmlns:a16="http://schemas.microsoft.com/office/drawing/2014/main" id="{61CB445D-E7CD-47FF-9AA5-05E26D00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189">
            <a:extLst xmlns:a="http://schemas.openxmlformats.org/drawingml/2006/main">
              <a:ext uri="{FF2B5EF4-FFF2-40B4-BE49-F238E27FC236}">
                <a16:creationId xmlns:a16="http://schemas.microsoft.com/office/drawing/2014/main" id="{C51D606E-DD07-414B-9011-9238674F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190">
            <a:extLst xmlns:a="http://schemas.openxmlformats.org/drawingml/2006/main">
              <a:ext uri="{FF2B5EF4-FFF2-40B4-BE49-F238E27FC236}">
                <a16:creationId xmlns:a16="http://schemas.microsoft.com/office/drawing/2014/main" id="{56567517-4933-45D0-A4A9-18722845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91">
            <a:extLst xmlns:a="http://schemas.openxmlformats.org/drawingml/2006/main">
              <a:ext uri="{FF2B5EF4-FFF2-40B4-BE49-F238E27FC236}">
                <a16:creationId xmlns:a16="http://schemas.microsoft.com/office/drawing/2014/main" id="{FBDBADF1-0898-42DA-8A82-EDF6632F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2">
            <a:extLst xmlns:a="http://schemas.openxmlformats.org/drawingml/2006/main">
              <a:ext uri="{FF2B5EF4-FFF2-40B4-BE49-F238E27FC236}">
                <a16:creationId xmlns:a16="http://schemas.microsoft.com/office/drawing/2014/main" id="{144F7A80-F265-4F37-A916-676E4531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193">
            <a:extLst xmlns:a="http://schemas.openxmlformats.org/drawingml/2006/main">
              <a:ext uri="{FF2B5EF4-FFF2-40B4-BE49-F238E27FC236}">
                <a16:creationId xmlns:a16="http://schemas.microsoft.com/office/drawing/2014/main" id="{731853CB-3DE2-4A77-8502-1F2CCF57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194">
            <a:extLst xmlns:a="http://schemas.openxmlformats.org/drawingml/2006/main">
              <a:ext uri="{FF2B5EF4-FFF2-40B4-BE49-F238E27FC236}">
                <a16:creationId xmlns:a16="http://schemas.microsoft.com/office/drawing/2014/main" id="{36E0CB22-680D-4320-B3F3-6EAC3CAA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95">
            <a:extLst xmlns:a="http://schemas.openxmlformats.org/drawingml/2006/main">
              <a:ext uri="{FF2B5EF4-FFF2-40B4-BE49-F238E27FC236}">
                <a16:creationId xmlns:a16="http://schemas.microsoft.com/office/drawing/2014/main" id="{1F2EA6C8-FA1B-43E7-9078-943A0578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96">
            <a:extLst xmlns:a="http://schemas.openxmlformats.org/drawingml/2006/main">
              <a:ext uri="{FF2B5EF4-FFF2-40B4-BE49-F238E27FC236}">
                <a16:creationId xmlns:a16="http://schemas.microsoft.com/office/drawing/2014/main" id="{AF473620-F3CB-46B1-9983-626E6DCD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197">
            <a:extLst xmlns:a="http://schemas.openxmlformats.org/drawingml/2006/main">
              <a:ext uri="{FF2B5EF4-FFF2-40B4-BE49-F238E27FC236}">
                <a16:creationId xmlns:a16="http://schemas.microsoft.com/office/drawing/2014/main" id="{DFBB2451-765D-4164-9992-43FC05C6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911">
            <a:extLst xmlns:a="http://schemas.openxmlformats.org/drawingml/2006/main">
              <a:ext uri="{FF2B5EF4-FFF2-40B4-BE49-F238E27FC236}">
                <a16:creationId xmlns:a16="http://schemas.microsoft.com/office/drawing/2014/main" id="{7719079C-BF01-4E92-B9C0-C053A134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20fd3cbecd4dc3"/>
              </a:rPr>
              <a:t>開啟 Antigravity ↗</a:t>
            </a:r>
          </a:p>
        </p:txBody>
      </p:sp>
      <p:sp>
        <p:nvSpPr>
          <p:cNvPr id="23" name="shape-1951">
            <a:extLst xmlns:a="http://schemas.openxmlformats.org/drawingml/2006/main">
              <a:ext uri="{FF2B5EF4-FFF2-40B4-BE49-F238E27FC236}">
                <a16:creationId xmlns:a16="http://schemas.microsoft.com/office/drawing/2014/main" id="{A3CC55F7-240D-4F99-B58D-FB419885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0606ea32e4a8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952">
            <a:extLst xmlns:a="http://schemas.openxmlformats.org/drawingml/2006/main">
              <a:ext uri="{FF2B5EF4-FFF2-40B4-BE49-F238E27FC236}">
                <a16:creationId xmlns:a16="http://schemas.microsoft.com/office/drawing/2014/main" id="{8345F6A9-96F2-4BBF-BC9C-F19BE138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5705847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198">
            <a:extLst xmlns:a="http://schemas.openxmlformats.org/drawingml/2006/main">
              <a:ext uri="{FF2B5EF4-FFF2-40B4-BE49-F238E27FC236}">
                <a16:creationId xmlns:a16="http://schemas.microsoft.com/office/drawing/2014/main" id="{0BADC4BD-51BB-4785-B704-37A84F7D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9DFA0E-F334-43F6-9347-7882EA59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1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00">
            <a:extLst xmlns:a="http://schemas.openxmlformats.org/drawingml/2006/main">
              <a:ext uri="{FF2B5EF4-FFF2-40B4-BE49-F238E27FC236}">
                <a16:creationId xmlns:a16="http://schemas.microsoft.com/office/drawing/2014/main" id="{96390031-41A4-4169-9D07-A6E7A0C4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2AEC6E-47D4-40C3-BAA0-633B1083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201">
            <a:extLst xmlns:a="http://schemas.openxmlformats.org/drawingml/2006/main">
              <a:ext uri="{FF2B5EF4-FFF2-40B4-BE49-F238E27FC236}">
                <a16:creationId xmlns:a16="http://schemas.microsoft.com/office/drawing/2014/main" id="{8373551A-CFC0-4C2F-AD7B-881EFE21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02">
            <a:extLst xmlns:a="http://schemas.openxmlformats.org/drawingml/2006/main">
              <a:ext uri="{FF2B5EF4-FFF2-40B4-BE49-F238E27FC236}">
                <a16:creationId xmlns:a16="http://schemas.microsoft.com/office/drawing/2014/main" id="{2AB68F53-9D71-49DE-AA5B-3C580669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03">
            <a:extLst xmlns:a="http://schemas.openxmlformats.org/drawingml/2006/main">
              <a:ext uri="{FF2B5EF4-FFF2-40B4-BE49-F238E27FC236}">
                <a16:creationId xmlns:a16="http://schemas.microsoft.com/office/drawing/2014/main" id="{FF17F79B-E538-4CDD-88B6-4ED8A94F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04">
            <a:extLst xmlns:a="http://schemas.openxmlformats.org/drawingml/2006/main">
              <a:ext uri="{FF2B5EF4-FFF2-40B4-BE49-F238E27FC236}">
                <a16:creationId xmlns:a16="http://schemas.microsoft.com/office/drawing/2014/main" id="{5AB93A0D-6180-4FA8-A2F3-C36F2DC1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205">
            <a:extLst xmlns:a="http://schemas.openxmlformats.org/drawingml/2006/main">
              <a:ext uri="{FF2B5EF4-FFF2-40B4-BE49-F238E27FC236}">
                <a16:creationId xmlns:a16="http://schemas.microsoft.com/office/drawing/2014/main" id="{C2B7A904-2A97-4CFA-B5E3-68A5F3EB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206">
            <a:extLst xmlns:a="http://schemas.openxmlformats.org/drawingml/2006/main">
              <a:ext uri="{FF2B5EF4-FFF2-40B4-BE49-F238E27FC236}">
                <a16:creationId xmlns:a16="http://schemas.microsoft.com/office/drawing/2014/main" id="{E4E5AC67-3F41-4E84-9481-113A838A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07">
            <a:extLst xmlns:a="http://schemas.openxmlformats.org/drawingml/2006/main">
              <a:ext uri="{FF2B5EF4-FFF2-40B4-BE49-F238E27FC236}">
                <a16:creationId xmlns:a16="http://schemas.microsoft.com/office/drawing/2014/main" id="{6ED6DF14-5674-404A-BD97-01B409AB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208">
            <a:extLst xmlns:a="http://schemas.openxmlformats.org/drawingml/2006/main">
              <a:ext uri="{FF2B5EF4-FFF2-40B4-BE49-F238E27FC236}">
                <a16:creationId xmlns:a16="http://schemas.microsoft.com/office/drawing/2014/main" id="{DD603874-0300-43C3-9DC4-F351FBFD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09">
            <a:extLst xmlns:a="http://schemas.openxmlformats.org/drawingml/2006/main">
              <a:ext uri="{FF2B5EF4-FFF2-40B4-BE49-F238E27FC236}">
                <a16:creationId xmlns:a16="http://schemas.microsoft.com/office/drawing/2014/main" id="{3F2873F3-697A-4F14-AB3B-E1F917B2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10">
            <a:extLst xmlns:a="http://schemas.openxmlformats.org/drawingml/2006/main">
              <a:ext uri="{FF2B5EF4-FFF2-40B4-BE49-F238E27FC236}">
                <a16:creationId xmlns:a16="http://schemas.microsoft.com/office/drawing/2014/main" id="{AE4D02FC-06A0-49D0-8C90-3FCAE75B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211">
            <a:extLst xmlns:a="http://schemas.openxmlformats.org/drawingml/2006/main">
              <a:ext uri="{FF2B5EF4-FFF2-40B4-BE49-F238E27FC236}">
                <a16:creationId xmlns:a16="http://schemas.microsoft.com/office/drawing/2014/main" id="{1716438B-FFB8-44EB-9318-507D6110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212">
            <a:extLst xmlns:a="http://schemas.openxmlformats.org/drawingml/2006/main">
              <a:ext uri="{FF2B5EF4-FFF2-40B4-BE49-F238E27FC236}">
                <a16:creationId xmlns:a16="http://schemas.microsoft.com/office/drawing/2014/main" id="{5D12369B-1BDA-41FA-8C9F-AC1BDE1F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13">
            <a:extLst xmlns:a="http://schemas.openxmlformats.org/drawingml/2006/main">
              <a:ext uri="{FF2B5EF4-FFF2-40B4-BE49-F238E27FC236}">
                <a16:creationId xmlns:a16="http://schemas.microsoft.com/office/drawing/2014/main" id="{CA273D34-9C3A-458D-A533-11AFB501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214">
            <a:extLst xmlns:a="http://schemas.openxmlformats.org/drawingml/2006/main">
              <a:ext uri="{FF2B5EF4-FFF2-40B4-BE49-F238E27FC236}">
                <a16:creationId xmlns:a16="http://schemas.microsoft.com/office/drawing/2014/main" id="{F0B3DC41-E4AD-4559-B37C-1DDECDBD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15">
            <a:extLst xmlns:a="http://schemas.openxmlformats.org/drawingml/2006/main">
              <a:ext uri="{FF2B5EF4-FFF2-40B4-BE49-F238E27FC236}">
                <a16:creationId xmlns:a16="http://schemas.microsoft.com/office/drawing/2014/main" id="{7FE9A83E-2441-4F5E-B85B-BEE2984D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16">
            <a:extLst xmlns:a="http://schemas.openxmlformats.org/drawingml/2006/main">
              <a:ext uri="{FF2B5EF4-FFF2-40B4-BE49-F238E27FC236}">
                <a16:creationId xmlns:a16="http://schemas.microsoft.com/office/drawing/2014/main" id="{00FFD942-48E8-4B4D-84FC-A29D9C46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217">
            <a:extLst xmlns:a="http://schemas.openxmlformats.org/drawingml/2006/main">
              <a:ext uri="{FF2B5EF4-FFF2-40B4-BE49-F238E27FC236}">
                <a16:creationId xmlns:a16="http://schemas.microsoft.com/office/drawing/2014/main" id="{554F5B5E-EFE4-468E-84E5-FC365480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218">
            <a:extLst xmlns:a="http://schemas.openxmlformats.org/drawingml/2006/main">
              <a:ext uri="{FF2B5EF4-FFF2-40B4-BE49-F238E27FC236}">
                <a16:creationId xmlns:a16="http://schemas.microsoft.com/office/drawing/2014/main" id="{09B7D5D6-C696-4C98-86F0-817CEDAE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19">
            <a:extLst xmlns:a="http://schemas.openxmlformats.org/drawingml/2006/main">
              <a:ext uri="{FF2B5EF4-FFF2-40B4-BE49-F238E27FC236}">
                <a16:creationId xmlns:a16="http://schemas.microsoft.com/office/drawing/2014/main" id="{9BDE01E8-3F74-4CEA-BCC7-A487B2DC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220">
            <a:extLst xmlns:a="http://schemas.openxmlformats.org/drawingml/2006/main">
              <a:ext uri="{FF2B5EF4-FFF2-40B4-BE49-F238E27FC236}">
                <a16:creationId xmlns:a16="http://schemas.microsoft.com/office/drawing/2014/main" id="{CC13191C-F79D-445F-8A7C-AC28AF8C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21">
            <a:extLst xmlns:a="http://schemas.openxmlformats.org/drawingml/2006/main">
              <a:ext uri="{FF2B5EF4-FFF2-40B4-BE49-F238E27FC236}">
                <a16:creationId xmlns:a16="http://schemas.microsoft.com/office/drawing/2014/main" id="{03DC3C3E-13F8-4AD7-9276-1A3DADBD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22">
            <a:extLst xmlns:a="http://schemas.openxmlformats.org/drawingml/2006/main">
              <a:ext uri="{FF2B5EF4-FFF2-40B4-BE49-F238E27FC236}">
                <a16:creationId xmlns:a16="http://schemas.microsoft.com/office/drawing/2014/main" id="{1D136D1B-126F-4648-B981-3248191A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223">
            <a:extLst xmlns:a="http://schemas.openxmlformats.org/drawingml/2006/main">
              <a:ext uri="{FF2B5EF4-FFF2-40B4-BE49-F238E27FC236}">
                <a16:creationId xmlns:a16="http://schemas.microsoft.com/office/drawing/2014/main" id="{2597EB4D-346D-412E-8B00-C83F1451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224">
            <a:extLst xmlns:a="http://schemas.openxmlformats.org/drawingml/2006/main">
              <a:ext uri="{FF2B5EF4-FFF2-40B4-BE49-F238E27FC236}">
                <a16:creationId xmlns:a16="http://schemas.microsoft.com/office/drawing/2014/main" id="{97C5888C-D243-4181-A72E-3AD8059F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225">
            <a:extLst xmlns:a="http://schemas.openxmlformats.org/drawingml/2006/main">
              <a:ext uri="{FF2B5EF4-FFF2-40B4-BE49-F238E27FC236}">
                <a16:creationId xmlns:a16="http://schemas.microsoft.com/office/drawing/2014/main" id="{F9B16EB0-4A18-4A56-92A4-CEFA898B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226">
            <a:extLst xmlns:a="http://schemas.openxmlformats.org/drawingml/2006/main">
              <a:ext uri="{FF2B5EF4-FFF2-40B4-BE49-F238E27FC236}">
                <a16:creationId xmlns:a16="http://schemas.microsoft.com/office/drawing/2014/main" id="{551918F6-66B5-4C60-9549-1B8818D2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227">
            <a:extLst xmlns:a="http://schemas.openxmlformats.org/drawingml/2006/main">
              <a:ext uri="{FF2B5EF4-FFF2-40B4-BE49-F238E27FC236}">
                <a16:creationId xmlns:a16="http://schemas.microsoft.com/office/drawing/2014/main" id="{10DA50FC-E244-47C6-818D-AE30D75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228">
            <a:extLst xmlns:a="http://schemas.openxmlformats.org/drawingml/2006/main">
              <a:ext uri="{FF2B5EF4-FFF2-40B4-BE49-F238E27FC236}">
                <a16:creationId xmlns:a16="http://schemas.microsoft.com/office/drawing/2014/main" id="{474473C6-2D88-4F45-ADE9-B805ED3C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229">
            <a:extLst xmlns:a="http://schemas.openxmlformats.org/drawingml/2006/main">
              <a:ext uri="{FF2B5EF4-FFF2-40B4-BE49-F238E27FC236}">
                <a16:creationId xmlns:a16="http://schemas.microsoft.com/office/drawing/2014/main" id="{01D64F32-0016-4237-B836-512F5162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230">
            <a:extLst xmlns:a="http://schemas.openxmlformats.org/drawingml/2006/main">
              <a:ext uri="{FF2B5EF4-FFF2-40B4-BE49-F238E27FC236}">
                <a16:creationId xmlns:a16="http://schemas.microsoft.com/office/drawing/2014/main" id="{13A2942A-3319-4AC7-B595-01D070B6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6" name="text-1231">
            <a:extLst xmlns:a="http://schemas.openxmlformats.org/drawingml/2006/main">
              <a:ext uri="{FF2B5EF4-FFF2-40B4-BE49-F238E27FC236}">
                <a16:creationId xmlns:a16="http://schemas.microsoft.com/office/drawing/2014/main" id="{54331796-0E22-4078-A8F6-87D6216A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232">
            <a:extLst xmlns:a="http://schemas.openxmlformats.org/drawingml/2006/main">
              <a:ext uri="{FF2B5EF4-FFF2-40B4-BE49-F238E27FC236}">
                <a16:creationId xmlns:a16="http://schemas.microsoft.com/office/drawing/2014/main" id="{F5E807BE-2F17-439A-9B2A-C3510F50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233">
            <a:extLst xmlns:a="http://schemas.openxmlformats.org/drawingml/2006/main">
              <a:ext uri="{FF2B5EF4-FFF2-40B4-BE49-F238E27FC236}">
                <a16:creationId xmlns:a16="http://schemas.microsoft.com/office/drawing/2014/main" id="{AF44A42F-15FB-4353-838E-CE45A972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</p:sp>
      <p:sp>
        <p:nvSpPr>
          <p:cNvPr id="39" name="text-1234">
            <a:extLst xmlns:a="http://schemas.openxmlformats.org/drawingml/2006/main">
              <a:ext uri="{FF2B5EF4-FFF2-40B4-BE49-F238E27FC236}">
                <a16:creationId xmlns:a16="http://schemas.microsoft.com/office/drawing/2014/main" id="{C8C11DC1-DCDA-4116-A088-4AB1953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235">
            <a:extLst xmlns:a="http://schemas.openxmlformats.org/drawingml/2006/main">
              <a:ext uri="{FF2B5EF4-FFF2-40B4-BE49-F238E27FC236}">
                <a16:creationId xmlns:a16="http://schemas.microsoft.com/office/drawing/2014/main" id="{CE0CC5F9-CC4E-4315-8792-E596449E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236">
            <a:extLst xmlns:a="http://schemas.openxmlformats.org/drawingml/2006/main">
              <a:ext uri="{FF2B5EF4-FFF2-40B4-BE49-F238E27FC236}">
                <a16:creationId xmlns:a16="http://schemas.microsoft.com/office/drawing/2014/main" id="{EB56A465-64AA-480F-B5A9-9C7C08D0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237">
            <a:extLst xmlns:a="http://schemas.openxmlformats.org/drawingml/2006/main">
              <a:ext uri="{FF2B5EF4-FFF2-40B4-BE49-F238E27FC236}">
                <a16:creationId xmlns:a16="http://schemas.microsoft.com/office/drawing/2014/main" id="{BEA4416F-9A3F-4E82-8792-707068B6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0E9F94"/>
            </a:solidFill>
            <a:prstDash val="solid"/>
          </a:ln>
        </p:spPr>
      </p:sp>
      <p:sp>
        <p:nvSpPr>
          <p:cNvPr id="43" name="text-1238">
            <a:extLst xmlns:a="http://schemas.openxmlformats.org/drawingml/2006/main">
              <a:ext uri="{FF2B5EF4-FFF2-40B4-BE49-F238E27FC236}">
                <a16:creationId xmlns:a16="http://schemas.microsoft.com/office/drawing/2014/main" id="{66B83F7F-B897-4ECD-A2CA-1AC0922D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239">
            <a:extLst xmlns:a="http://schemas.openxmlformats.org/drawingml/2006/main">
              <a:ext uri="{FF2B5EF4-FFF2-40B4-BE49-F238E27FC236}">
                <a16:creationId xmlns:a16="http://schemas.microsoft.com/office/drawing/2014/main" id="{42CCB7C5-9FA7-473C-87AE-0AB05871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240">
            <a:extLst xmlns:a="http://schemas.openxmlformats.org/drawingml/2006/main">
              <a:ext uri="{FF2B5EF4-FFF2-40B4-BE49-F238E27FC236}">
                <a16:creationId xmlns:a16="http://schemas.microsoft.com/office/drawing/2014/main" id="{C5641D62-A411-4687-8C0B-41B1939B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241">
            <a:extLst xmlns:a="http://schemas.openxmlformats.org/drawingml/2006/main">
              <a:ext uri="{FF2B5EF4-FFF2-40B4-BE49-F238E27FC236}">
                <a16:creationId xmlns:a16="http://schemas.microsoft.com/office/drawing/2014/main" id="{79FFC3A8-37E9-4E60-B498-18CA67C3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FF6B4A"/>
            </a:solidFill>
            <a:prstDash val="solid"/>
          </a:ln>
        </p:spPr>
      </p:sp>
      <p:sp>
        <p:nvSpPr>
          <p:cNvPr id="47" name="text-1242">
            <a:extLst xmlns:a="http://schemas.openxmlformats.org/drawingml/2006/main">
              <a:ext uri="{FF2B5EF4-FFF2-40B4-BE49-F238E27FC236}">
                <a16:creationId xmlns:a16="http://schemas.microsoft.com/office/drawing/2014/main" id="{4E497345-94EB-4A38-89D6-28BBD6FD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243">
            <a:extLst xmlns:a="http://schemas.openxmlformats.org/drawingml/2006/main">
              <a:ext uri="{FF2B5EF4-FFF2-40B4-BE49-F238E27FC236}">
                <a16:creationId xmlns:a16="http://schemas.microsoft.com/office/drawing/2014/main" id="{D175A295-4A40-4FC7-AF05-EDD4EA39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244">
            <a:extLst xmlns:a="http://schemas.openxmlformats.org/drawingml/2006/main">
              <a:ext uri="{FF2B5EF4-FFF2-40B4-BE49-F238E27FC236}">
                <a16:creationId xmlns:a16="http://schemas.microsoft.com/office/drawing/2014/main" id="{F03D9089-13F6-4491-A732-A5AC50BF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245">
            <a:extLst xmlns:a="http://schemas.openxmlformats.org/drawingml/2006/main">
              <a:ext uri="{FF2B5EF4-FFF2-40B4-BE49-F238E27FC236}">
                <a16:creationId xmlns:a16="http://schemas.microsoft.com/office/drawing/2014/main" id="{979D1356-B973-4F8F-8EAF-16BA3ED6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51" name="text-1246">
            <a:extLst xmlns:a="http://schemas.openxmlformats.org/drawingml/2006/main">
              <a:ext uri="{FF2B5EF4-FFF2-40B4-BE49-F238E27FC236}">
                <a16:creationId xmlns:a16="http://schemas.microsoft.com/office/drawing/2014/main" id="{AAB7ACF3-7952-4122-9576-8309DDE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247">
            <a:extLst xmlns:a="http://schemas.openxmlformats.org/drawingml/2006/main">
              <a:ext uri="{FF2B5EF4-FFF2-40B4-BE49-F238E27FC236}">
                <a16:creationId xmlns:a16="http://schemas.microsoft.com/office/drawing/2014/main" id="{B499E7E4-A24B-41A1-8A47-5E769FFC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912">
            <a:extLst xmlns:a="http://schemas.openxmlformats.org/drawingml/2006/main">
              <a:ext uri="{FF2B5EF4-FFF2-40B4-BE49-F238E27FC236}">
                <a16:creationId xmlns:a16="http://schemas.microsoft.com/office/drawing/2014/main" id="{B0BB36C6-AF95-4583-A820-27447D82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25946bbe074314"/>
              </a:rPr>
              <a:t>開啟 Antigravity ↗</a:t>
            </a:r>
          </a:p>
        </p:txBody>
      </p:sp>
      <p:sp>
        <p:nvSpPr>
          <p:cNvPr id="54" name="shape-1953">
            <a:extLst xmlns:a="http://schemas.openxmlformats.org/drawingml/2006/main">
              <a:ext uri="{FF2B5EF4-FFF2-40B4-BE49-F238E27FC236}">
                <a16:creationId xmlns:a16="http://schemas.microsoft.com/office/drawing/2014/main" id="{8807C998-E405-4AF3-A397-9531C9D9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a833d7f9b4f3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954">
            <a:extLst xmlns:a="http://schemas.openxmlformats.org/drawingml/2006/main">
              <a:ext uri="{FF2B5EF4-FFF2-40B4-BE49-F238E27FC236}">
                <a16:creationId xmlns:a16="http://schemas.microsoft.com/office/drawing/2014/main" id="{A47D90E1-B8A9-4BDD-A2DB-769948E0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4647445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248">
            <a:extLst xmlns:a="http://schemas.openxmlformats.org/drawingml/2006/main">
              <a:ext uri="{FF2B5EF4-FFF2-40B4-BE49-F238E27FC236}">
                <a16:creationId xmlns:a16="http://schemas.microsoft.com/office/drawing/2014/main" id="{5764DA2F-2207-4FD9-97A4-0AF52F50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EE21D2-EA9A-4C36-BFEF-86BFCC3E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2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50">
            <a:extLst xmlns:a="http://schemas.openxmlformats.org/drawingml/2006/main">
              <a:ext uri="{FF2B5EF4-FFF2-40B4-BE49-F238E27FC236}">
                <a16:creationId xmlns:a16="http://schemas.microsoft.com/office/drawing/2014/main" id="{F371CAB9-3367-4897-BFD4-A36949C3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9698C4-C22C-4FD1-8649-99562F3E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1251">
            <a:extLst xmlns:a="http://schemas.openxmlformats.org/drawingml/2006/main">
              <a:ext uri="{FF2B5EF4-FFF2-40B4-BE49-F238E27FC236}">
                <a16:creationId xmlns:a16="http://schemas.microsoft.com/office/drawing/2014/main" id="{5FC19031-1F42-4609-B3F7-B824181C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52">
            <a:extLst xmlns:a="http://schemas.openxmlformats.org/drawingml/2006/main">
              <a:ext uri="{FF2B5EF4-FFF2-40B4-BE49-F238E27FC236}">
                <a16:creationId xmlns:a16="http://schemas.microsoft.com/office/drawing/2014/main" id="{5492639F-ADBA-4E29-BF32-AB32F770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53">
            <a:extLst xmlns:a="http://schemas.openxmlformats.org/drawingml/2006/main">
              <a:ext uri="{FF2B5EF4-FFF2-40B4-BE49-F238E27FC236}">
                <a16:creationId xmlns:a16="http://schemas.microsoft.com/office/drawing/2014/main" id="{C46402A3-BC64-411A-98FD-BA9069EF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254">
            <a:extLst xmlns:a="http://schemas.openxmlformats.org/drawingml/2006/main">
              <a:ext uri="{FF2B5EF4-FFF2-40B4-BE49-F238E27FC236}">
                <a16:creationId xmlns:a16="http://schemas.microsoft.com/office/drawing/2014/main" id="{87178E00-ACEE-4406-8578-5DC535F3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255">
            <a:extLst xmlns:a="http://schemas.openxmlformats.org/drawingml/2006/main">
              <a:ext uri="{FF2B5EF4-FFF2-40B4-BE49-F238E27FC236}">
                <a16:creationId xmlns:a16="http://schemas.microsoft.com/office/drawing/2014/main" id="{9F6D420A-F517-4FCD-B327-53D7ADFA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56">
            <a:extLst xmlns:a="http://schemas.openxmlformats.org/drawingml/2006/main">
              <a:ext uri="{FF2B5EF4-FFF2-40B4-BE49-F238E27FC236}">
                <a16:creationId xmlns:a16="http://schemas.microsoft.com/office/drawing/2014/main" id="{6EEEDB4F-F8D4-4233-A975-694562B0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57">
            <a:extLst xmlns:a="http://schemas.openxmlformats.org/drawingml/2006/main">
              <a:ext uri="{FF2B5EF4-FFF2-40B4-BE49-F238E27FC236}">
                <a16:creationId xmlns:a16="http://schemas.microsoft.com/office/drawing/2014/main" id="{855B9466-F766-4E56-8DE2-63837CF8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258">
            <a:extLst xmlns:a="http://schemas.openxmlformats.org/drawingml/2006/main">
              <a:ext uri="{FF2B5EF4-FFF2-40B4-BE49-F238E27FC236}">
                <a16:creationId xmlns:a16="http://schemas.microsoft.com/office/drawing/2014/main" id="{4423307C-F685-4B40-AAD5-0464F5E9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259">
            <a:extLst xmlns:a="http://schemas.openxmlformats.org/drawingml/2006/main">
              <a:ext uri="{FF2B5EF4-FFF2-40B4-BE49-F238E27FC236}">
                <a16:creationId xmlns:a16="http://schemas.microsoft.com/office/drawing/2014/main" id="{F587C2C7-596D-4A38-A548-3CB4AAFF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60">
            <a:extLst xmlns:a="http://schemas.openxmlformats.org/drawingml/2006/main">
              <a:ext uri="{FF2B5EF4-FFF2-40B4-BE49-F238E27FC236}">
                <a16:creationId xmlns:a16="http://schemas.microsoft.com/office/drawing/2014/main" id="{DBC50411-D103-496C-B733-FA735957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61">
            <a:extLst xmlns:a="http://schemas.openxmlformats.org/drawingml/2006/main">
              <a:ext uri="{FF2B5EF4-FFF2-40B4-BE49-F238E27FC236}">
                <a16:creationId xmlns:a16="http://schemas.microsoft.com/office/drawing/2014/main" id="{8428FCF9-6BCC-4708-AED6-19DBFB6D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262">
            <a:extLst xmlns:a="http://schemas.openxmlformats.org/drawingml/2006/main">
              <a:ext uri="{FF2B5EF4-FFF2-40B4-BE49-F238E27FC236}">
                <a16:creationId xmlns:a16="http://schemas.microsoft.com/office/drawing/2014/main" id="{DE63203A-D773-44EE-97ED-FB964B48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263">
            <a:extLst xmlns:a="http://schemas.openxmlformats.org/drawingml/2006/main">
              <a:ext uri="{FF2B5EF4-FFF2-40B4-BE49-F238E27FC236}">
                <a16:creationId xmlns:a16="http://schemas.microsoft.com/office/drawing/2014/main" id="{5E4F124D-9FF4-4895-B459-7C29A71D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64">
            <a:extLst xmlns:a="http://schemas.openxmlformats.org/drawingml/2006/main">
              <a:ext uri="{FF2B5EF4-FFF2-40B4-BE49-F238E27FC236}">
                <a16:creationId xmlns:a16="http://schemas.microsoft.com/office/drawing/2014/main" id="{273CAB0B-3CC3-4ED6-8D8C-6BF8CFF7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65">
            <a:extLst xmlns:a="http://schemas.openxmlformats.org/drawingml/2006/main">
              <a:ext uri="{FF2B5EF4-FFF2-40B4-BE49-F238E27FC236}">
                <a16:creationId xmlns:a16="http://schemas.microsoft.com/office/drawing/2014/main" id="{1C0E985C-E297-4AA9-8031-F85F81A8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266">
            <a:extLst xmlns:a="http://schemas.openxmlformats.org/drawingml/2006/main">
              <a:ext uri="{FF2B5EF4-FFF2-40B4-BE49-F238E27FC236}">
                <a16:creationId xmlns:a16="http://schemas.microsoft.com/office/drawing/2014/main" id="{6A8BFD6C-0F09-4766-AE11-8D7A1C01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913">
            <a:extLst xmlns:a="http://schemas.openxmlformats.org/drawingml/2006/main">
              <a:ext uri="{FF2B5EF4-FFF2-40B4-BE49-F238E27FC236}">
                <a16:creationId xmlns:a16="http://schemas.microsoft.com/office/drawing/2014/main" id="{73E1136C-E0D0-4137-843D-D1B7DC5C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60d3e002ec41fa"/>
              </a:rPr>
              <a:t>開啟 Antigravity ↗</a:t>
            </a:r>
          </a:p>
        </p:txBody>
      </p:sp>
      <p:sp>
        <p:nvSpPr>
          <p:cNvPr id="23" name="shape-1955">
            <a:extLst xmlns:a="http://schemas.openxmlformats.org/drawingml/2006/main">
              <a:ext uri="{FF2B5EF4-FFF2-40B4-BE49-F238E27FC236}">
                <a16:creationId xmlns:a16="http://schemas.microsoft.com/office/drawing/2014/main" id="{942393A6-0B57-4712-9869-4E7A3BC1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c3c180caf4dc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956">
            <a:extLst xmlns:a="http://schemas.openxmlformats.org/drawingml/2006/main">
              <a:ext uri="{FF2B5EF4-FFF2-40B4-BE49-F238E27FC236}">
                <a16:creationId xmlns:a16="http://schemas.microsoft.com/office/drawing/2014/main" id="{ECB138BB-E5F7-4E17-9236-7A6F682C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299372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67">
            <a:extLst xmlns:a="http://schemas.openxmlformats.org/drawingml/2006/main">
              <a:ext uri="{FF2B5EF4-FFF2-40B4-BE49-F238E27FC236}">
                <a16:creationId xmlns:a16="http://schemas.microsoft.com/office/drawing/2014/main" id="{FB66D46A-3239-46B8-AD01-9F8DBE11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5D99B1-2E40-4810-BF25-3DF6A535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2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69">
            <a:extLst xmlns:a="http://schemas.openxmlformats.org/drawingml/2006/main">
              <a:ext uri="{FF2B5EF4-FFF2-40B4-BE49-F238E27FC236}">
                <a16:creationId xmlns:a16="http://schemas.microsoft.com/office/drawing/2014/main" id="{67C19EAE-0F15-4A86-BE40-2FF6C615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DB088D-CC20-478D-A6AE-9AB86CEC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text-1270">
            <a:extLst xmlns:a="http://schemas.openxmlformats.org/drawingml/2006/main">
              <a:ext uri="{FF2B5EF4-FFF2-40B4-BE49-F238E27FC236}">
                <a16:creationId xmlns:a16="http://schemas.microsoft.com/office/drawing/2014/main" id="{42725A91-7BD3-4B41-848D-E4557FE6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71">
            <a:extLst xmlns:a="http://schemas.openxmlformats.org/drawingml/2006/main">
              <a:ext uri="{FF2B5EF4-FFF2-40B4-BE49-F238E27FC236}">
                <a16:creationId xmlns:a16="http://schemas.microsoft.com/office/drawing/2014/main" id="{0C3AE5ED-14EE-4B32-8457-A1684276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72">
            <a:extLst xmlns:a="http://schemas.openxmlformats.org/drawingml/2006/main">
              <a:ext uri="{FF2B5EF4-FFF2-40B4-BE49-F238E27FC236}">
                <a16:creationId xmlns:a16="http://schemas.microsoft.com/office/drawing/2014/main" id="{D3665905-C4A8-44A8-9516-5B3D64E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73">
            <a:extLst xmlns:a="http://schemas.openxmlformats.org/drawingml/2006/main">
              <a:ext uri="{FF2B5EF4-FFF2-40B4-BE49-F238E27FC236}">
                <a16:creationId xmlns:a16="http://schemas.microsoft.com/office/drawing/2014/main" id="{1F3E9138-E970-45E5-BFD0-568A1DF5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274">
            <a:extLst xmlns:a="http://schemas.openxmlformats.org/drawingml/2006/main">
              <a:ext uri="{FF2B5EF4-FFF2-40B4-BE49-F238E27FC236}">
                <a16:creationId xmlns:a16="http://schemas.microsoft.com/office/drawing/2014/main" id="{E8CC2835-F83B-4DB0-A835-503A2EC5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75">
            <a:extLst xmlns:a="http://schemas.openxmlformats.org/drawingml/2006/main">
              <a:ext uri="{FF2B5EF4-FFF2-40B4-BE49-F238E27FC236}">
                <a16:creationId xmlns:a16="http://schemas.microsoft.com/office/drawing/2014/main" id="{C3934D05-47DD-428F-9E27-D43FA674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276">
            <a:extLst xmlns:a="http://schemas.openxmlformats.org/drawingml/2006/main">
              <a:ext uri="{FF2B5EF4-FFF2-40B4-BE49-F238E27FC236}">
                <a16:creationId xmlns:a16="http://schemas.microsoft.com/office/drawing/2014/main" id="{2E7EEE2E-05DD-4E4C-926D-DD630820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77">
            <a:extLst xmlns:a="http://schemas.openxmlformats.org/drawingml/2006/main">
              <a:ext uri="{FF2B5EF4-FFF2-40B4-BE49-F238E27FC236}">
                <a16:creationId xmlns:a16="http://schemas.microsoft.com/office/drawing/2014/main" id="{B7A59205-5CA7-4935-98DF-E46DCDCB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278">
            <a:extLst xmlns:a="http://schemas.openxmlformats.org/drawingml/2006/main">
              <a:ext uri="{FF2B5EF4-FFF2-40B4-BE49-F238E27FC236}">
                <a16:creationId xmlns:a16="http://schemas.microsoft.com/office/drawing/2014/main" id="{99E74C9B-D0AB-4F4E-AABB-2F394F98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79">
            <a:extLst xmlns:a="http://schemas.openxmlformats.org/drawingml/2006/main">
              <a:ext uri="{FF2B5EF4-FFF2-40B4-BE49-F238E27FC236}">
                <a16:creationId xmlns:a16="http://schemas.microsoft.com/office/drawing/2014/main" id="{66DFF87E-AAD4-4B31-8D23-4A61B6F8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280">
            <a:extLst xmlns:a="http://schemas.openxmlformats.org/drawingml/2006/main">
              <a:ext uri="{FF2B5EF4-FFF2-40B4-BE49-F238E27FC236}">
                <a16:creationId xmlns:a16="http://schemas.microsoft.com/office/drawing/2014/main" id="{9FDCBB87-B0D1-4D04-9D9E-39E4DAF5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281">
            <a:extLst xmlns:a="http://schemas.openxmlformats.org/drawingml/2006/main">
              <a:ext uri="{FF2B5EF4-FFF2-40B4-BE49-F238E27FC236}">
                <a16:creationId xmlns:a16="http://schemas.microsoft.com/office/drawing/2014/main" id="{701D5134-F878-45C8-BBB5-A878BEB4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82">
            <a:extLst xmlns:a="http://schemas.openxmlformats.org/drawingml/2006/main">
              <a:ext uri="{FF2B5EF4-FFF2-40B4-BE49-F238E27FC236}">
                <a16:creationId xmlns:a16="http://schemas.microsoft.com/office/drawing/2014/main" id="{9D59B138-36FA-4FF9-8F57-45E4DF80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914">
            <a:extLst xmlns:a="http://schemas.openxmlformats.org/drawingml/2006/main">
              <a:ext uri="{FF2B5EF4-FFF2-40B4-BE49-F238E27FC236}">
                <a16:creationId xmlns:a16="http://schemas.microsoft.com/office/drawing/2014/main" id="{6A01A790-2599-4BDC-B7D3-175207A8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a193934bb0423d"/>
              </a:rPr>
              <a:t>開啟 Antigravity ↗</a:t>
            </a:r>
          </a:p>
        </p:txBody>
      </p:sp>
      <p:sp>
        <p:nvSpPr>
          <p:cNvPr id="20" name="shape-1957">
            <a:extLst xmlns:a="http://schemas.openxmlformats.org/drawingml/2006/main">
              <a:ext uri="{FF2B5EF4-FFF2-40B4-BE49-F238E27FC236}">
                <a16:creationId xmlns:a16="http://schemas.microsoft.com/office/drawing/2014/main" id="{ABC4FBBC-CF38-4B2B-B0FE-779F2CB4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03fdede7a434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958">
            <a:extLst xmlns:a="http://schemas.openxmlformats.org/drawingml/2006/main">
              <a:ext uri="{FF2B5EF4-FFF2-40B4-BE49-F238E27FC236}">
                <a16:creationId xmlns:a16="http://schemas.microsoft.com/office/drawing/2014/main" id="{027EB5F4-9382-4368-BB02-8066530D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4657824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83">
            <a:extLst xmlns:a="http://schemas.openxmlformats.org/drawingml/2006/main">
              <a:ext uri="{FF2B5EF4-FFF2-40B4-BE49-F238E27FC236}">
                <a16:creationId xmlns:a16="http://schemas.microsoft.com/office/drawing/2014/main" id="{998FDBC8-C02E-4588-BFD5-A6652CB0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284">
            <a:extLst xmlns:a="http://schemas.openxmlformats.org/drawingml/2006/main">
              <a:ext uri="{FF2B5EF4-FFF2-40B4-BE49-F238E27FC236}">
                <a16:creationId xmlns:a16="http://schemas.microsoft.com/office/drawing/2014/main" id="{C12C592F-E7FC-4BB9-B770-EAE053A5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285">
            <a:extLst xmlns:a="http://schemas.openxmlformats.org/drawingml/2006/main">
              <a:ext uri="{FF2B5EF4-FFF2-40B4-BE49-F238E27FC236}">
                <a16:creationId xmlns:a16="http://schemas.microsoft.com/office/drawing/2014/main" id="{882A423F-AA84-4819-82C3-A9192693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286">
            <a:extLst xmlns:a="http://schemas.openxmlformats.org/drawingml/2006/main">
              <a:ext uri="{FF2B5EF4-FFF2-40B4-BE49-F238E27FC236}">
                <a16:creationId xmlns:a16="http://schemas.microsoft.com/office/drawing/2014/main" id="{C35AC433-4A1F-41F4-8083-ECB9D0DF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87">
            <a:extLst xmlns:a="http://schemas.openxmlformats.org/drawingml/2006/main">
              <a:ext uri="{FF2B5EF4-FFF2-40B4-BE49-F238E27FC236}">
                <a16:creationId xmlns:a16="http://schemas.microsoft.com/office/drawing/2014/main" id="{B2770745-7454-482B-B8CF-0A791C02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288">
            <a:extLst xmlns:a="http://schemas.openxmlformats.org/drawingml/2006/main">
              <a:ext uri="{FF2B5EF4-FFF2-40B4-BE49-F238E27FC236}">
                <a16:creationId xmlns:a16="http://schemas.microsoft.com/office/drawing/2014/main" id="{A921254D-9AC6-4F49-ACBA-0D6F0C3E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89">
            <a:extLst xmlns:a="http://schemas.openxmlformats.org/drawingml/2006/main">
              <a:ext uri="{FF2B5EF4-FFF2-40B4-BE49-F238E27FC236}">
                <a16:creationId xmlns:a16="http://schemas.microsoft.com/office/drawing/2014/main" id="{E15EEC6D-A07D-4676-A06D-E40B1C75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290">
            <a:extLst xmlns:a="http://schemas.openxmlformats.org/drawingml/2006/main">
              <a:ext uri="{FF2B5EF4-FFF2-40B4-BE49-F238E27FC236}">
                <a16:creationId xmlns:a16="http://schemas.microsoft.com/office/drawing/2014/main" id="{2009373C-3356-464B-B524-618ABA56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291">
            <a:extLst xmlns:a="http://schemas.openxmlformats.org/drawingml/2006/main">
              <a:ext uri="{FF2B5EF4-FFF2-40B4-BE49-F238E27FC236}">
                <a16:creationId xmlns:a16="http://schemas.microsoft.com/office/drawing/2014/main" id="{C4512371-2E70-4517-BAB4-2F81A564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2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293">
            <a:extLst xmlns:a="http://schemas.openxmlformats.org/drawingml/2006/main">
              <a:ext uri="{FF2B5EF4-FFF2-40B4-BE49-F238E27FC236}">
                <a16:creationId xmlns:a16="http://schemas.microsoft.com/office/drawing/2014/main" id="{D7CB6449-79E4-4514-937C-67B67002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144C73-3516-4867-91B4-3113F3FD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13" name="text-1915">
            <a:extLst xmlns:a="http://schemas.openxmlformats.org/drawingml/2006/main">
              <a:ext uri="{FF2B5EF4-FFF2-40B4-BE49-F238E27FC236}">
                <a16:creationId xmlns:a16="http://schemas.microsoft.com/office/drawing/2014/main" id="{5D58A2AC-1A98-4056-959D-CAC9602D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22bdc8d67047a6"/>
              </a:rPr>
              <a:t>開啟 Codex ↗</a:t>
            </a:r>
          </a:p>
        </p:txBody>
      </p:sp>
      <p:sp>
        <p:nvSpPr>
          <p:cNvPr id="14" name="shape-1959">
            <a:extLst xmlns:a="http://schemas.openxmlformats.org/drawingml/2006/main">
              <a:ext uri="{FF2B5EF4-FFF2-40B4-BE49-F238E27FC236}">
                <a16:creationId xmlns:a16="http://schemas.microsoft.com/office/drawing/2014/main" id="{F2A5EB69-BC46-4388-B2F9-58464558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689551a77403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960">
            <a:extLst xmlns:a="http://schemas.openxmlformats.org/drawingml/2006/main">
              <a:ext uri="{FF2B5EF4-FFF2-40B4-BE49-F238E27FC236}">
                <a16:creationId xmlns:a16="http://schemas.microsoft.com/office/drawing/2014/main" id="{95BE81C8-8F6D-40DE-8A7E-E11E9691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9991865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294">
            <a:extLst xmlns:a="http://schemas.openxmlformats.org/drawingml/2006/main">
              <a:ext uri="{FF2B5EF4-FFF2-40B4-BE49-F238E27FC236}">
                <a16:creationId xmlns:a16="http://schemas.microsoft.com/office/drawing/2014/main" id="{ACD56C92-BB89-4B9B-B5D6-DE5E59AC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9C54BE-0A1D-49EB-BFDA-34C04895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2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96">
            <a:extLst xmlns:a="http://schemas.openxmlformats.org/drawingml/2006/main">
              <a:ext uri="{FF2B5EF4-FFF2-40B4-BE49-F238E27FC236}">
                <a16:creationId xmlns:a16="http://schemas.microsoft.com/office/drawing/2014/main" id="{0FA3AE49-B5A4-4D4E-84D6-6F96C306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08E046-DAE6-436B-84AD-D8F51FE3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shape-1297">
            <a:extLst xmlns:a="http://schemas.openxmlformats.org/drawingml/2006/main">
              <a:ext uri="{FF2B5EF4-FFF2-40B4-BE49-F238E27FC236}">
                <a16:creationId xmlns:a16="http://schemas.microsoft.com/office/drawing/2014/main" id="{E8DF1C37-521A-4C67-9AB7-531E1153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98">
            <a:extLst xmlns:a="http://schemas.openxmlformats.org/drawingml/2006/main">
              <a:ext uri="{FF2B5EF4-FFF2-40B4-BE49-F238E27FC236}">
                <a16:creationId xmlns:a16="http://schemas.microsoft.com/office/drawing/2014/main" id="{C421FCE9-31C9-4D87-A598-61CD6CC9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99">
            <a:extLst xmlns:a="http://schemas.openxmlformats.org/drawingml/2006/main">
              <a:ext uri="{FF2B5EF4-FFF2-40B4-BE49-F238E27FC236}">
                <a16:creationId xmlns:a16="http://schemas.microsoft.com/office/drawing/2014/main" id="{0535E7BD-8CAE-4E40-9358-9FC43670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00">
            <a:extLst xmlns:a="http://schemas.openxmlformats.org/drawingml/2006/main">
              <a:ext uri="{FF2B5EF4-FFF2-40B4-BE49-F238E27FC236}">
                <a16:creationId xmlns:a16="http://schemas.microsoft.com/office/drawing/2014/main" id="{A837B7B6-6701-4E9B-AAFB-7939087C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301">
            <a:extLst xmlns:a="http://schemas.openxmlformats.org/drawingml/2006/main">
              <a:ext uri="{FF2B5EF4-FFF2-40B4-BE49-F238E27FC236}">
                <a16:creationId xmlns:a16="http://schemas.microsoft.com/office/drawing/2014/main" id="{E0FB3B95-3146-45CE-A8F0-338C90E6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302">
            <a:extLst xmlns:a="http://schemas.openxmlformats.org/drawingml/2006/main">
              <a:ext uri="{FF2B5EF4-FFF2-40B4-BE49-F238E27FC236}">
                <a16:creationId xmlns:a16="http://schemas.microsoft.com/office/drawing/2014/main" id="{5FCC2D00-2271-4D9A-9DB7-4FA04D9A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03">
            <a:extLst xmlns:a="http://schemas.openxmlformats.org/drawingml/2006/main">
              <a:ext uri="{FF2B5EF4-FFF2-40B4-BE49-F238E27FC236}">
                <a16:creationId xmlns:a16="http://schemas.microsoft.com/office/drawing/2014/main" id="{390B43B7-25FE-4850-8FCB-9FFB46A1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304">
            <a:extLst xmlns:a="http://schemas.openxmlformats.org/drawingml/2006/main">
              <a:ext uri="{FF2B5EF4-FFF2-40B4-BE49-F238E27FC236}">
                <a16:creationId xmlns:a16="http://schemas.microsoft.com/office/drawing/2014/main" id="{BC344E21-3FC5-48EA-98E9-906BE9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05">
            <a:extLst xmlns:a="http://schemas.openxmlformats.org/drawingml/2006/main">
              <a:ext uri="{FF2B5EF4-FFF2-40B4-BE49-F238E27FC236}">
                <a16:creationId xmlns:a16="http://schemas.microsoft.com/office/drawing/2014/main" id="{7E0D15BD-0C5D-4A24-8F94-5BFA56EE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06">
            <a:extLst xmlns:a="http://schemas.openxmlformats.org/drawingml/2006/main">
              <a:ext uri="{FF2B5EF4-FFF2-40B4-BE49-F238E27FC236}">
                <a16:creationId xmlns:a16="http://schemas.microsoft.com/office/drawing/2014/main" id="{60783834-248C-43B8-849F-07803EFC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307">
            <a:extLst xmlns:a="http://schemas.openxmlformats.org/drawingml/2006/main">
              <a:ext uri="{FF2B5EF4-FFF2-40B4-BE49-F238E27FC236}">
                <a16:creationId xmlns:a16="http://schemas.microsoft.com/office/drawing/2014/main" id="{950BAF9C-6F2B-4B11-9EC7-61D072BE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308">
            <a:extLst xmlns:a="http://schemas.openxmlformats.org/drawingml/2006/main">
              <a:ext uri="{FF2B5EF4-FFF2-40B4-BE49-F238E27FC236}">
                <a16:creationId xmlns:a16="http://schemas.microsoft.com/office/drawing/2014/main" id="{8BA75CBA-6EAB-4CCB-B501-695CBB94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09">
            <a:extLst xmlns:a="http://schemas.openxmlformats.org/drawingml/2006/main">
              <a:ext uri="{FF2B5EF4-FFF2-40B4-BE49-F238E27FC236}">
                <a16:creationId xmlns:a16="http://schemas.microsoft.com/office/drawing/2014/main" id="{C2566341-F0A7-44FF-AC69-8CA87039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310">
            <a:extLst xmlns:a="http://schemas.openxmlformats.org/drawingml/2006/main">
              <a:ext uri="{FF2B5EF4-FFF2-40B4-BE49-F238E27FC236}">
                <a16:creationId xmlns:a16="http://schemas.microsoft.com/office/drawing/2014/main" id="{0805420D-E5D2-4B5D-9D57-4D82B7CD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11">
            <a:extLst xmlns:a="http://schemas.openxmlformats.org/drawingml/2006/main">
              <a:ext uri="{FF2B5EF4-FFF2-40B4-BE49-F238E27FC236}">
                <a16:creationId xmlns:a16="http://schemas.microsoft.com/office/drawing/2014/main" id="{842D07DC-A17B-4A66-B3A8-6B5961A5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12">
            <a:extLst xmlns:a="http://schemas.openxmlformats.org/drawingml/2006/main">
              <a:ext uri="{FF2B5EF4-FFF2-40B4-BE49-F238E27FC236}">
                <a16:creationId xmlns:a16="http://schemas.microsoft.com/office/drawing/2014/main" id="{E1739386-9FD9-4B87-9A5C-4B3FCE0E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313">
            <a:extLst xmlns:a="http://schemas.openxmlformats.org/drawingml/2006/main">
              <a:ext uri="{FF2B5EF4-FFF2-40B4-BE49-F238E27FC236}">
                <a16:creationId xmlns:a16="http://schemas.microsoft.com/office/drawing/2014/main" id="{669E6723-ACB2-4813-8797-EB040A05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314">
            <a:extLst xmlns:a="http://schemas.openxmlformats.org/drawingml/2006/main">
              <a:ext uri="{FF2B5EF4-FFF2-40B4-BE49-F238E27FC236}">
                <a16:creationId xmlns:a16="http://schemas.microsoft.com/office/drawing/2014/main" id="{C1E99D93-E270-4CE2-9F5D-4A6A9929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15">
            <a:extLst xmlns:a="http://schemas.openxmlformats.org/drawingml/2006/main">
              <a:ext uri="{FF2B5EF4-FFF2-40B4-BE49-F238E27FC236}">
                <a16:creationId xmlns:a16="http://schemas.microsoft.com/office/drawing/2014/main" id="{9D614022-9578-430F-93E9-8C5CDDD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316">
            <a:extLst xmlns:a="http://schemas.openxmlformats.org/drawingml/2006/main">
              <a:ext uri="{FF2B5EF4-FFF2-40B4-BE49-F238E27FC236}">
                <a16:creationId xmlns:a16="http://schemas.microsoft.com/office/drawing/2014/main" id="{34F94690-7803-48B3-8621-BA2E6257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17">
            <a:extLst xmlns:a="http://schemas.openxmlformats.org/drawingml/2006/main">
              <a:ext uri="{FF2B5EF4-FFF2-40B4-BE49-F238E27FC236}">
                <a16:creationId xmlns:a16="http://schemas.microsoft.com/office/drawing/2014/main" id="{C26F927F-4313-4CD7-949C-FE2134B2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18">
            <a:extLst xmlns:a="http://schemas.openxmlformats.org/drawingml/2006/main">
              <a:ext uri="{FF2B5EF4-FFF2-40B4-BE49-F238E27FC236}">
                <a16:creationId xmlns:a16="http://schemas.microsoft.com/office/drawing/2014/main" id="{49318AA1-6E2E-48C1-AA23-8665EB8D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319">
            <a:extLst xmlns:a="http://schemas.openxmlformats.org/drawingml/2006/main">
              <a:ext uri="{FF2B5EF4-FFF2-40B4-BE49-F238E27FC236}">
                <a16:creationId xmlns:a16="http://schemas.microsoft.com/office/drawing/2014/main" id="{B5F5AFCC-AFBD-4006-BEA5-7E64103D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320">
            <a:extLst xmlns:a="http://schemas.openxmlformats.org/drawingml/2006/main">
              <a:ext uri="{FF2B5EF4-FFF2-40B4-BE49-F238E27FC236}">
                <a16:creationId xmlns:a16="http://schemas.microsoft.com/office/drawing/2014/main" id="{63A6D0A0-304E-4378-AB2B-AA5662C1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21">
            <a:extLst xmlns:a="http://schemas.openxmlformats.org/drawingml/2006/main">
              <a:ext uri="{FF2B5EF4-FFF2-40B4-BE49-F238E27FC236}">
                <a16:creationId xmlns:a16="http://schemas.microsoft.com/office/drawing/2014/main" id="{34255504-5F93-47CD-B085-AD21DD81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322">
            <a:extLst xmlns:a="http://schemas.openxmlformats.org/drawingml/2006/main">
              <a:ext uri="{FF2B5EF4-FFF2-40B4-BE49-F238E27FC236}">
                <a16:creationId xmlns:a16="http://schemas.microsoft.com/office/drawing/2014/main" id="{72C19B69-ED09-4BD8-BB1A-FB07112B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23">
            <a:extLst xmlns:a="http://schemas.openxmlformats.org/drawingml/2006/main">
              <a:ext uri="{FF2B5EF4-FFF2-40B4-BE49-F238E27FC236}">
                <a16:creationId xmlns:a16="http://schemas.microsoft.com/office/drawing/2014/main" id="{0841706A-ACA6-4BA3-A385-8E18C620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24">
            <a:extLst xmlns:a="http://schemas.openxmlformats.org/drawingml/2006/main">
              <a:ext uri="{FF2B5EF4-FFF2-40B4-BE49-F238E27FC236}">
                <a16:creationId xmlns:a16="http://schemas.microsoft.com/office/drawing/2014/main" id="{AD2169B9-A2E4-4AD8-9B54-713BD4F3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325">
            <a:extLst xmlns:a="http://schemas.openxmlformats.org/drawingml/2006/main">
              <a:ext uri="{FF2B5EF4-FFF2-40B4-BE49-F238E27FC236}">
                <a16:creationId xmlns:a16="http://schemas.microsoft.com/office/drawing/2014/main" id="{80BC3CB2-C4AB-4042-B6B5-8CE96BF6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326">
            <a:extLst xmlns:a="http://schemas.openxmlformats.org/drawingml/2006/main">
              <a:ext uri="{FF2B5EF4-FFF2-40B4-BE49-F238E27FC236}">
                <a16:creationId xmlns:a16="http://schemas.microsoft.com/office/drawing/2014/main" id="{DF0C13E3-A4FF-439F-8F4D-15B2D89D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916">
            <a:extLst xmlns:a="http://schemas.openxmlformats.org/drawingml/2006/main">
              <a:ext uri="{FF2B5EF4-FFF2-40B4-BE49-F238E27FC236}">
                <a16:creationId xmlns:a16="http://schemas.microsoft.com/office/drawing/2014/main" id="{6F0DE304-8789-4370-A335-7EA0C5CE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811176b0b1464a"/>
              </a:rPr>
              <a:t>開啟 Codex ↗</a:t>
            </a:r>
          </a:p>
        </p:txBody>
      </p:sp>
      <p:sp>
        <p:nvSpPr>
          <p:cNvPr id="37" name="shape-1961">
            <a:extLst xmlns:a="http://schemas.openxmlformats.org/drawingml/2006/main">
              <a:ext uri="{FF2B5EF4-FFF2-40B4-BE49-F238E27FC236}">
                <a16:creationId xmlns:a16="http://schemas.microsoft.com/office/drawing/2014/main" id="{41AE62D0-AE33-4E88-8968-48AADA8C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9429506e8441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962">
            <a:extLst xmlns:a="http://schemas.openxmlformats.org/drawingml/2006/main">
              <a:ext uri="{FF2B5EF4-FFF2-40B4-BE49-F238E27FC236}">
                <a16:creationId xmlns:a16="http://schemas.microsoft.com/office/drawing/2014/main" id="{BFCF418B-B3B9-420E-90E9-0E5957EF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120861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327">
            <a:extLst xmlns:a="http://schemas.openxmlformats.org/drawingml/2006/main">
              <a:ext uri="{FF2B5EF4-FFF2-40B4-BE49-F238E27FC236}">
                <a16:creationId xmlns:a16="http://schemas.microsoft.com/office/drawing/2014/main" id="{53DD8F02-F47E-4BF6-9E0C-D0BD4E44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72EDCD-3242-451E-A5B0-EFDE8F92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3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29">
            <a:extLst xmlns:a="http://schemas.openxmlformats.org/drawingml/2006/main">
              <a:ext uri="{FF2B5EF4-FFF2-40B4-BE49-F238E27FC236}">
                <a16:creationId xmlns:a16="http://schemas.microsoft.com/office/drawing/2014/main" id="{97448973-C71A-4FC5-8CA2-0271000A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B55AEA6-43B7-4D24-A4A6-D5CE2B41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text-1330">
            <a:extLst xmlns:a="http://schemas.openxmlformats.org/drawingml/2006/main">
              <a:ext uri="{FF2B5EF4-FFF2-40B4-BE49-F238E27FC236}">
                <a16:creationId xmlns:a16="http://schemas.microsoft.com/office/drawing/2014/main" id="{299FF1F5-EC29-46CB-ABCD-A8051191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331">
            <a:extLst xmlns:a="http://schemas.openxmlformats.org/drawingml/2006/main">
              <a:ext uri="{FF2B5EF4-FFF2-40B4-BE49-F238E27FC236}">
                <a16:creationId xmlns:a16="http://schemas.microsoft.com/office/drawing/2014/main" id="{643628A8-20C8-47EE-AED3-A801FD70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332">
            <a:extLst xmlns:a="http://schemas.openxmlformats.org/drawingml/2006/main">
              <a:ext uri="{FF2B5EF4-FFF2-40B4-BE49-F238E27FC236}">
                <a16:creationId xmlns:a16="http://schemas.microsoft.com/office/drawing/2014/main" id="{0918C629-EFF1-442B-B0E5-7E739008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333">
            <a:extLst xmlns:a="http://schemas.openxmlformats.org/drawingml/2006/main">
              <a:ext uri="{FF2B5EF4-FFF2-40B4-BE49-F238E27FC236}">
                <a16:creationId xmlns:a16="http://schemas.microsoft.com/office/drawing/2014/main" id="{2AE47A87-40B6-412B-8D9B-5C1C3C10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334">
            <a:extLst xmlns:a="http://schemas.openxmlformats.org/drawingml/2006/main">
              <a:ext uri="{FF2B5EF4-FFF2-40B4-BE49-F238E27FC236}">
                <a16:creationId xmlns:a16="http://schemas.microsoft.com/office/drawing/2014/main" id="{11ABCBDA-A465-4C6F-B746-9FD912AA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335">
            <a:extLst xmlns:a="http://schemas.openxmlformats.org/drawingml/2006/main">
              <a:ext uri="{FF2B5EF4-FFF2-40B4-BE49-F238E27FC236}">
                <a16:creationId xmlns:a16="http://schemas.microsoft.com/office/drawing/2014/main" id="{A6EF3F69-EBFE-413C-9D94-6C8977C8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336">
            <a:extLst xmlns:a="http://schemas.openxmlformats.org/drawingml/2006/main">
              <a:ext uri="{FF2B5EF4-FFF2-40B4-BE49-F238E27FC236}">
                <a16:creationId xmlns:a16="http://schemas.microsoft.com/office/drawing/2014/main" id="{128949C3-DE43-4DED-B882-06747E82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917">
            <a:extLst xmlns:a="http://schemas.openxmlformats.org/drawingml/2006/main">
              <a:ext uri="{FF2B5EF4-FFF2-40B4-BE49-F238E27FC236}">
                <a16:creationId xmlns:a16="http://schemas.microsoft.com/office/drawing/2014/main" id="{4117D79B-1485-44DF-B0C3-9D338329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61af0418fe454f"/>
              </a:rPr>
              <a:t>開啟 Codex ↗</a:t>
            </a:r>
          </a:p>
        </p:txBody>
      </p:sp>
      <p:sp>
        <p:nvSpPr>
          <p:cNvPr id="14" name="shape-1963">
            <a:extLst xmlns:a="http://schemas.openxmlformats.org/drawingml/2006/main">
              <a:ext uri="{FF2B5EF4-FFF2-40B4-BE49-F238E27FC236}">
                <a16:creationId xmlns:a16="http://schemas.microsoft.com/office/drawing/2014/main" id="{5D3A0A40-9621-460F-B278-58ADA106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67721548c4e9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964">
            <a:extLst xmlns:a="http://schemas.openxmlformats.org/drawingml/2006/main">
              <a:ext uri="{FF2B5EF4-FFF2-40B4-BE49-F238E27FC236}">
                <a16:creationId xmlns:a16="http://schemas.microsoft.com/office/drawing/2014/main" id="{A7D23279-048C-4CFC-8667-107D02E3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062229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337">
            <a:extLst xmlns:a="http://schemas.openxmlformats.org/drawingml/2006/main">
              <a:ext uri="{FF2B5EF4-FFF2-40B4-BE49-F238E27FC236}">
                <a16:creationId xmlns:a16="http://schemas.microsoft.com/office/drawing/2014/main" id="{F10EBCB8-BFF2-4CD7-AD52-4F38B122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B6664E-FA39-49E2-B2E2-2422E6C9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33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39">
            <a:extLst xmlns:a="http://schemas.openxmlformats.org/drawingml/2006/main">
              <a:ext uri="{FF2B5EF4-FFF2-40B4-BE49-F238E27FC236}">
                <a16:creationId xmlns:a16="http://schemas.microsoft.com/office/drawing/2014/main" id="{13B00F45-50BD-4344-83DF-12839B84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B0E861-FE82-4EB2-9E73-468EC0F3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1340">
            <a:extLst xmlns:a="http://schemas.openxmlformats.org/drawingml/2006/main">
              <a:ext uri="{FF2B5EF4-FFF2-40B4-BE49-F238E27FC236}">
                <a16:creationId xmlns:a16="http://schemas.microsoft.com/office/drawing/2014/main" id="{7FF3373B-805C-43BD-95AC-7687B5A9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41">
            <a:extLst xmlns:a="http://schemas.openxmlformats.org/drawingml/2006/main">
              <a:ext uri="{FF2B5EF4-FFF2-40B4-BE49-F238E27FC236}">
                <a16:creationId xmlns:a16="http://schemas.microsoft.com/office/drawing/2014/main" id="{134A04BF-347E-4A78-BF87-0F70CCBA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342">
            <a:extLst xmlns:a="http://schemas.openxmlformats.org/drawingml/2006/main">
              <a:ext uri="{FF2B5EF4-FFF2-40B4-BE49-F238E27FC236}">
                <a16:creationId xmlns:a16="http://schemas.microsoft.com/office/drawing/2014/main" id="{7962E202-9AA6-4E59-B761-15D6FC6B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343">
            <a:extLst xmlns:a="http://schemas.openxmlformats.org/drawingml/2006/main">
              <a:ext uri="{FF2B5EF4-FFF2-40B4-BE49-F238E27FC236}">
                <a16:creationId xmlns:a16="http://schemas.microsoft.com/office/drawing/2014/main" id="{6C305EDC-7A70-40E7-A3BC-47F03351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344">
            <a:extLst xmlns:a="http://schemas.openxmlformats.org/drawingml/2006/main">
              <a:ext uri="{FF2B5EF4-FFF2-40B4-BE49-F238E27FC236}">
                <a16:creationId xmlns:a16="http://schemas.microsoft.com/office/drawing/2014/main" id="{2DB21EEE-82BF-455B-B285-225BFEAF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45">
            <a:extLst xmlns:a="http://schemas.openxmlformats.org/drawingml/2006/main">
              <a:ext uri="{FF2B5EF4-FFF2-40B4-BE49-F238E27FC236}">
                <a16:creationId xmlns:a16="http://schemas.microsoft.com/office/drawing/2014/main" id="{10DBFA2D-19FE-440B-94F2-7CFB800B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346">
            <a:extLst xmlns:a="http://schemas.openxmlformats.org/drawingml/2006/main">
              <a:ext uri="{FF2B5EF4-FFF2-40B4-BE49-F238E27FC236}">
                <a16:creationId xmlns:a16="http://schemas.microsoft.com/office/drawing/2014/main" id="{AD16A6B7-78D3-4056-9622-B976856F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347">
            <a:extLst xmlns:a="http://schemas.openxmlformats.org/drawingml/2006/main">
              <a:ext uri="{FF2B5EF4-FFF2-40B4-BE49-F238E27FC236}">
                <a16:creationId xmlns:a16="http://schemas.microsoft.com/office/drawing/2014/main" id="{119EF6B9-858A-4E6F-926D-6C9A40EE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348">
            <a:extLst xmlns:a="http://schemas.openxmlformats.org/drawingml/2006/main">
              <a:ext uri="{FF2B5EF4-FFF2-40B4-BE49-F238E27FC236}">
                <a16:creationId xmlns:a16="http://schemas.microsoft.com/office/drawing/2014/main" id="{F78297BF-AB2D-4611-BC1D-7FACCBBD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49">
            <a:extLst xmlns:a="http://schemas.openxmlformats.org/drawingml/2006/main">
              <a:ext uri="{FF2B5EF4-FFF2-40B4-BE49-F238E27FC236}">
                <a16:creationId xmlns:a16="http://schemas.microsoft.com/office/drawing/2014/main" id="{AE2D65B2-2A52-437C-8769-EAA9E240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350">
            <a:extLst xmlns:a="http://schemas.openxmlformats.org/drawingml/2006/main">
              <a:ext uri="{FF2B5EF4-FFF2-40B4-BE49-F238E27FC236}">
                <a16:creationId xmlns:a16="http://schemas.microsoft.com/office/drawing/2014/main" id="{B5A86EBC-BAB1-4180-95C2-4403EDA0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351">
            <a:extLst xmlns:a="http://schemas.openxmlformats.org/drawingml/2006/main">
              <a:ext uri="{FF2B5EF4-FFF2-40B4-BE49-F238E27FC236}">
                <a16:creationId xmlns:a16="http://schemas.microsoft.com/office/drawing/2014/main" id="{0A9E3906-7B94-49CC-9DAF-8E3B684F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352">
            <a:extLst xmlns:a="http://schemas.openxmlformats.org/drawingml/2006/main">
              <a:ext uri="{FF2B5EF4-FFF2-40B4-BE49-F238E27FC236}">
                <a16:creationId xmlns:a16="http://schemas.microsoft.com/office/drawing/2014/main" id="{27E73F6E-83B7-4F44-B675-B50B8F11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53">
            <a:extLst xmlns:a="http://schemas.openxmlformats.org/drawingml/2006/main">
              <a:ext uri="{FF2B5EF4-FFF2-40B4-BE49-F238E27FC236}">
                <a16:creationId xmlns:a16="http://schemas.microsoft.com/office/drawing/2014/main" id="{91FA5487-B197-465B-84DB-6BA3B300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354">
            <a:extLst xmlns:a="http://schemas.openxmlformats.org/drawingml/2006/main">
              <a:ext uri="{FF2B5EF4-FFF2-40B4-BE49-F238E27FC236}">
                <a16:creationId xmlns:a16="http://schemas.microsoft.com/office/drawing/2014/main" id="{FBFECFB2-60D1-4847-89DE-19CB9798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355">
            <a:extLst xmlns:a="http://schemas.openxmlformats.org/drawingml/2006/main">
              <a:ext uri="{FF2B5EF4-FFF2-40B4-BE49-F238E27FC236}">
                <a16:creationId xmlns:a16="http://schemas.microsoft.com/office/drawing/2014/main" id="{48A315AC-CF91-40A1-91BC-BC8521F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356">
            <a:extLst xmlns:a="http://schemas.openxmlformats.org/drawingml/2006/main">
              <a:ext uri="{FF2B5EF4-FFF2-40B4-BE49-F238E27FC236}">
                <a16:creationId xmlns:a16="http://schemas.microsoft.com/office/drawing/2014/main" id="{77037B1C-7BFE-4216-8254-2A8096E4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357">
            <a:extLst xmlns:a="http://schemas.openxmlformats.org/drawingml/2006/main">
              <a:ext uri="{FF2B5EF4-FFF2-40B4-BE49-F238E27FC236}">
                <a16:creationId xmlns:a16="http://schemas.microsoft.com/office/drawing/2014/main" id="{56FED3D9-8409-4553-849E-CC4F6C8D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358">
            <a:extLst xmlns:a="http://schemas.openxmlformats.org/drawingml/2006/main">
              <a:ext uri="{FF2B5EF4-FFF2-40B4-BE49-F238E27FC236}">
                <a16:creationId xmlns:a16="http://schemas.microsoft.com/office/drawing/2014/main" id="{A146F40E-0383-4D34-8032-3A5BCB57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359">
            <a:extLst xmlns:a="http://schemas.openxmlformats.org/drawingml/2006/main">
              <a:ext uri="{FF2B5EF4-FFF2-40B4-BE49-F238E27FC236}">
                <a16:creationId xmlns:a16="http://schemas.microsoft.com/office/drawing/2014/main" id="{9E6E5001-78B5-438E-BC6A-1E0FD811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360">
            <a:extLst xmlns:a="http://schemas.openxmlformats.org/drawingml/2006/main">
              <a:ext uri="{FF2B5EF4-FFF2-40B4-BE49-F238E27FC236}">
                <a16:creationId xmlns:a16="http://schemas.microsoft.com/office/drawing/2014/main" id="{49410636-D63D-4C58-A39C-24947C72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361">
            <a:extLst xmlns:a="http://schemas.openxmlformats.org/drawingml/2006/main">
              <a:ext uri="{FF2B5EF4-FFF2-40B4-BE49-F238E27FC236}">
                <a16:creationId xmlns:a16="http://schemas.microsoft.com/office/drawing/2014/main" id="{DC43F974-4BC7-44B8-AD85-13D59052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362">
            <a:extLst xmlns:a="http://schemas.openxmlformats.org/drawingml/2006/main">
              <a:ext uri="{FF2B5EF4-FFF2-40B4-BE49-F238E27FC236}">
                <a16:creationId xmlns:a16="http://schemas.microsoft.com/office/drawing/2014/main" id="{08044339-11C1-4A8A-B2D5-097BBFCA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363">
            <a:extLst xmlns:a="http://schemas.openxmlformats.org/drawingml/2006/main">
              <a:ext uri="{FF2B5EF4-FFF2-40B4-BE49-F238E27FC236}">
                <a16:creationId xmlns:a16="http://schemas.microsoft.com/office/drawing/2014/main" id="{E1AEFB3B-FBDB-4293-957C-EBBCFA1F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918">
            <a:extLst xmlns:a="http://schemas.openxmlformats.org/drawingml/2006/main">
              <a:ext uri="{FF2B5EF4-FFF2-40B4-BE49-F238E27FC236}">
                <a16:creationId xmlns:a16="http://schemas.microsoft.com/office/drawing/2014/main" id="{F03EA7EB-B996-4937-BB58-FABC6FDC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184670f3cef4ab8"/>
              </a:rPr>
              <a:t>開啟 Codex ↗</a:t>
            </a:r>
          </a:p>
        </p:txBody>
      </p:sp>
      <p:sp>
        <p:nvSpPr>
          <p:cNvPr id="31" name="shape-1965">
            <a:extLst xmlns:a="http://schemas.openxmlformats.org/drawingml/2006/main">
              <a:ext uri="{FF2B5EF4-FFF2-40B4-BE49-F238E27FC236}">
                <a16:creationId xmlns:a16="http://schemas.microsoft.com/office/drawing/2014/main" id="{3B27CA80-E602-466E-9FBF-5F158391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c45a6ece4a465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966">
            <a:extLst xmlns:a="http://schemas.openxmlformats.org/drawingml/2006/main">
              <a:ext uri="{FF2B5EF4-FFF2-40B4-BE49-F238E27FC236}">
                <a16:creationId xmlns:a16="http://schemas.microsoft.com/office/drawing/2014/main" id="{FD6C65E4-6676-4CCC-9B31-C93A2B14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2085692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364">
            <a:extLst xmlns:a="http://schemas.openxmlformats.org/drawingml/2006/main">
              <a:ext uri="{FF2B5EF4-FFF2-40B4-BE49-F238E27FC236}">
                <a16:creationId xmlns:a16="http://schemas.microsoft.com/office/drawing/2014/main" id="{B4C32EF3-0084-4425-B726-E5C4ACA1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400843-B998-4F20-9F04-0FD50D7E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3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66">
            <a:extLst xmlns:a="http://schemas.openxmlformats.org/drawingml/2006/main">
              <a:ext uri="{FF2B5EF4-FFF2-40B4-BE49-F238E27FC236}">
                <a16:creationId xmlns:a16="http://schemas.microsoft.com/office/drawing/2014/main" id="{BCFCADE4-408E-4083-8617-121D69EA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160A11-3DD3-474F-8824-939AC67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1367">
            <a:extLst xmlns:a="http://schemas.openxmlformats.org/drawingml/2006/main">
              <a:ext uri="{FF2B5EF4-FFF2-40B4-BE49-F238E27FC236}">
                <a16:creationId xmlns:a16="http://schemas.microsoft.com/office/drawing/2014/main" id="{37C0D946-1995-4C82-8013-D359C345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68">
            <a:extLst xmlns:a="http://schemas.openxmlformats.org/drawingml/2006/main">
              <a:ext uri="{FF2B5EF4-FFF2-40B4-BE49-F238E27FC236}">
                <a16:creationId xmlns:a16="http://schemas.microsoft.com/office/drawing/2014/main" id="{99B4C257-7005-4138-B4CE-EDF7A887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69">
            <a:extLst xmlns:a="http://schemas.openxmlformats.org/drawingml/2006/main">
              <a:ext uri="{FF2B5EF4-FFF2-40B4-BE49-F238E27FC236}">
                <a16:creationId xmlns:a16="http://schemas.microsoft.com/office/drawing/2014/main" id="{13EC0E6C-48E1-41C5-8F83-6E5369FB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70">
            <a:extLst xmlns:a="http://schemas.openxmlformats.org/drawingml/2006/main">
              <a:ext uri="{FF2B5EF4-FFF2-40B4-BE49-F238E27FC236}">
                <a16:creationId xmlns:a16="http://schemas.microsoft.com/office/drawing/2014/main" id="{93824CAE-E310-44D4-9314-43FD16FA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371">
            <a:extLst xmlns:a="http://schemas.openxmlformats.org/drawingml/2006/main">
              <a:ext uri="{FF2B5EF4-FFF2-40B4-BE49-F238E27FC236}">
                <a16:creationId xmlns:a16="http://schemas.microsoft.com/office/drawing/2014/main" id="{75019A69-00DB-4715-AF4C-FAE213F6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72">
            <a:extLst xmlns:a="http://schemas.openxmlformats.org/drawingml/2006/main">
              <a:ext uri="{FF2B5EF4-FFF2-40B4-BE49-F238E27FC236}">
                <a16:creationId xmlns:a16="http://schemas.microsoft.com/office/drawing/2014/main" id="{CB39A6D4-102D-48EB-AE9A-82EC1576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373">
            <a:extLst xmlns:a="http://schemas.openxmlformats.org/drawingml/2006/main">
              <a:ext uri="{FF2B5EF4-FFF2-40B4-BE49-F238E27FC236}">
                <a16:creationId xmlns:a16="http://schemas.microsoft.com/office/drawing/2014/main" id="{13FC1B6A-BD6F-4481-9C2A-A15CC5C7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74">
            <a:extLst xmlns:a="http://schemas.openxmlformats.org/drawingml/2006/main">
              <a:ext uri="{FF2B5EF4-FFF2-40B4-BE49-F238E27FC236}">
                <a16:creationId xmlns:a16="http://schemas.microsoft.com/office/drawing/2014/main" id="{E50F8E73-99CA-4DC7-BE63-AE2A9130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375">
            <a:extLst xmlns:a="http://schemas.openxmlformats.org/drawingml/2006/main">
              <a:ext uri="{FF2B5EF4-FFF2-40B4-BE49-F238E27FC236}">
                <a16:creationId xmlns:a16="http://schemas.microsoft.com/office/drawing/2014/main" id="{ECC14AB1-F453-4694-96E9-D55D7DC3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76">
            <a:extLst xmlns:a="http://schemas.openxmlformats.org/drawingml/2006/main">
              <a:ext uri="{FF2B5EF4-FFF2-40B4-BE49-F238E27FC236}">
                <a16:creationId xmlns:a16="http://schemas.microsoft.com/office/drawing/2014/main" id="{D393C59E-79BF-4946-A6E3-C639774E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377">
            <a:extLst xmlns:a="http://schemas.openxmlformats.org/drawingml/2006/main">
              <a:ext uri="{FF2B5EF4-FFF2-40B4-BE49-F238E27FC236}">
                <a16:creationId xmlns:a16="http://schemas.microsoft.com/office/drawing/2014/main" id="{C045A480-F187-4BE6-BC8E-92319330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378">
            <a:extLst xmlns:a="http://schemas.openxmlformats.org/drawingml/2006/main">
              <a:ext uri="{FF2B5EF4-FFF2-40B4-BE49-F238E27FC236}">
                <a16:creationId xmlns:a16="http://schemas.microsoft.com/office/drawing/2014/main" id="{04FF681E-80D6-4868-9B83-1DCE2A2A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79">
            <a:extLst xmlns:a="http://schemas.openxmlformats.org/drawingml/2006/main">
              <a:ext uri="{FF2B5EF4-FFF2-40B4-BE49-F238E27FC236}">
                <a16:creationId xmlns:a16="http://schemas.microsoft.com/office/drawing/2014/main" id="{F6BD70E0-1D06-4045-921D-195C5B24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919">
            <a:extLst xmlns:a="http://schemas.openxmlformats.org/drawingml/2006/main">
              <a:ext uri="{FF2B5EF4-FFF2-40B4-BE49-F238E27FC236}">
                <a16:creationId xmlns:a16="http://schemas.microsoft.com/office/drawing/2014/main" id="{3F3B6EBB-D262-44C8-AF25-C05347D3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9f860521814e88"/>
              </a:rPr>
              <a:t>開啟 Codex ↗</a:t>
            </a:r>
          </a:p>
        </p:txBody>
      </p:sp>
      <p:sp>
        <p:nvSpPr>
          <p:cNvPr id="20" name="shape-1967">
            <a:extLst xmlns:a="http://schemas.openxmlformats.org/drawingml/2006/main">
              <a:ext uri="{FF2B5EF4-FFF2-40B4-BE49-F238E27FC236}">
                <a16:creationId xmlns:a16="http://schemas.microsoft.com/office/drawing/2014/main" id="{E20F53D4-6D06-4278-BB9F-467D4CA7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1f12586d72472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968">
            <a:extLst xmlns:a="http://schemas.openxmlformats.org/drawingml/2006/main">
              <a:ext uri="{FF2B5EF4-FFF2-40B4-BE49-F238E27FC236}">
                <a16:creationId xmlns:a16="http://schemas.microsoft.com/office/drawing/2014/main" id="{7B37E0B6-DF2C-47A6-93D1-5A01530E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084353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80">
            <a:extLst xmlns:a="http://schemas.openxmlformats.org/drawingml/2006/main">
              <a:ext uri="{FF2B5EF4-FFF2-40B4-BE49-F238E27FC236}">
                <a16:creationId xmlns:a16="http://schemas.microsoft.com/office/drawing/2014/main" id="{7D9E31E8-1448-40BA-A259-6DAECE29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381">
            <a:extLst xmlns:a="http://schemas.openxmlformats.org/drawingml/2006/main">
              <a:ext uri="{FF2B5EF4-FFF2-40B4-BE49-F238E27FC236}">
                <a16:creationId xmlns:a16="http://schemas.microsoft.com/office/drawing/2014/main" id="{59BF0BCB-145C-4C3B-830B-8B1442E2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382">
            <a:extLst xmlns:a="http://schemas.openxmlformats.org/drawingml/2006/main">
              <a:ext uri="{FF2B5EF4-FFF2-40B4-BE49-F238E27FC236}">
                <a16:creationId xmlns:a16="http://schemas.microsoft.com/office/drawing/2014/main" id="{E3C77165-9D09-44FF-84DF-2C552567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383">
            <a:extLst xmlns:a="http://schemas.openxmlformats.org/drawingml/2006/main">
              <a:ext uri="{FF2B5EF4-FFF2-40B4-BE49-F238E27FC236}">
                <a16:creationId xmlns:a16="http://schemas.microsoft.com/office/drawing/2014/main" id="{6FD5F5D3-455D-4240-9363-E89769E1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84">
            <a:extLst xmlns:a="http://schemas.openxmlformats.org/drawingml/2006/main">
              <a:ext uri="{FF2B5EF4-FFF2-40B4-BE49-F238E27FC236}">
                <a16:creationId xmlns:a16="http://schemas.microsoft.com/office/drawing/2014/main" id="{D0C8926F-5B24-4188-9C79-6DBF404F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386">
            <a:extLst xmlns:a="http://schemas.openxmlformats.org/drawingml/2006/main">
              <a:ext uri="{FF2B5EF4-FFF2-40B4-BE49-F238E27FC236}">
                <a16:creationId xmlns:a16="http://schemas.microsoft.com/office/drawing/2014/main" id="{66DB4727-CF73-4866-9893-AE477D3B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6450C42-E3AC-4D8A-B870-EE62BE27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920">
            <a:extLst xmlns:a="http://schemas.openxmlformats.org/drawingml/2006/main">
              <a:ext uri="{FF2B5EF4-FFF2-40B4-BE49-F238E27FC236}">
                <a16:creationId xmlns:a16="http://schemas.microsoft.com/office/drawing/2014/main" id="{BC6F9357-C8C0-4E87-924B-AE0D32A0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77713f54654df0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6328909a934cbd"/>
              </a:rPr>
              <a:t>Codex Skills ↗</a:t>
            </a:r>
          </a:p>
        </p:txBody>
      </p:sp>
      <p:sp>
        <p:nvSpPr>
          <p:cNvPr id="10" name="shape-1969">
            <a:extLst xmlns:a="http://schemas.openxmlformats.org/drawingml/2006/main">
              <a:ext uri="{FF2B5EF4-FFF2-40B4-BE49-F238E27FC236}">
                <a16:creationId xmlns:a16="http://schemas.microsoft.com/office/drawing/2014/main" id="{315D96B6-87B7-44C3-A9B1-2B580543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cb840e0ff40f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970">
            <a:extLst xmlns:a="http://schemas.openxmlformats.org/drawingml/2006/main">
              <a:ext uri="{FF2B5EF4-FFF2-40B4-BE49-F238E27FC236}">
                <a16:creationId xmlns:a16="http://schemas.microsoft.com/office/drawing/2014/main" id="{80C41CB9-2B98-400F-8443-A2361270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4716d42624f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971">
            <a:extLst xmlns:a="http://schemas.openxmlformats.org/drawingml/2006/main">
              <a:ext uri="{FF2B5EF4-FFF2-40B4-BE49-F238E27FC236}">
                <a16:creationId xmlns:a16="http://schemas.microsoft.com/office/drawing/2014/main" id="{4D448E1B-BAE8-4F9B-89D6-AE8B40FD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6726585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387">
            <a:extLst xmlns:a="http://schemas.openxmlformats.org/drawingml/2006/main">
              <a:ext uri="{FF2B5EF4-FFF2-40B4-BE49-F238E27FC236}">
                <a16:creationId xmlns:a16="http://schemas.microsoft.com/office/drawing/2014/main" id="{1F97F1EB-E928-452E-939C-C2DC8833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C89ECD-1397-4408-BEC8-7EDDF53B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3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89">
            <a:extLst xmlns:a="http://schemas.openxmlformats.org/drawingml/2006/main">
              <a:ext uri="{FF2B5EF4-FFF2-40B4-BE49-F238E27FC236}">
                <a16:creationId xmlns:a16="http://schemas.microsoft.com/office/drawing/2014/main" id="{02CB0C4A-4900-494A-BD70-C93147D0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542890-3094-4D9A-A47A-151E7386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390">
            <a:extLst xmlns:a="http://schemas.openxmlformats.org/drawingml/2006/main">
              <a:ext uri="{FF2B5EF4-FFF2-40B4-BE49-F238E27FC236}">
                <a16:creationId xmlns:a16="http://schemas.microsoft.com/office/drawing/2014/main" id="{8602A7C9-93FE-4DB0-86EF-111DCDD1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91">
            <a:extLst xmlns:a="http://schemas.openxmlformats.org/drawingml/2006/main">
              <a:ext uri="{FF2B5EF4-FFF2-40B4-BE49-F238E27FC236}">
                <a16:creationId xmlns:a16="http://schemas.microsoft.com/office/drawing/2014/main" id="{C50644DC-DC29-4DF1-8A0E-D51A91A1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392">
            <a:extLst xmlns:a="http://schemas.openxmlformats.org/drawingml/2006/main">
              <a:ext uri="{FF2B5EF4-FFF2-40B4-BE49-F238E27FC236}">
                <a16:creationId xmlns:a16="http://schemas.microsoft.com/office/drawing/2014/main" id="{6FDBCB9D-9D12-4603-9FA8-751CC4F9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393">
            <a:extLst xmlns:a="http://schemas.openxmlformats.org/drawingml/2006/main">
              <a:ext uri="{FF2B5EF4-FFF2-40B4-BE49-F238E27FC236}">
                <a16:creationId xmlns:a16="http://schemas.microsoft.com/office/drawing/2014/main" id="{4C94CF63-5BA4-4F03-8034-5DFC8D86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394">
            <a:extLst xmlns:a="http://schemas.openxmlformats.org/drawingml/2006/main">
              <a:ext uri="{FF2B5EF4-FFF2-40B4-BE49-F238E27FC236}">
                <a16:creationId xmlns:a16="http://schemas.microsoft.com/office/drawing/2014/main" id="{940FA543-9854-4DBD-9AAC-6E5BA77D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395">
            <a:extLst xmlns:a="http://schemas.openxmlformats.org/drawingml/2006/main">
              <a:ext uri="{FF2B5EF4-FFF2-40B4-BE49-F238E27FC236}">
                <a16:creationId xmlns:a16="http://schemas.microsoft.com/office/drawing/2014/main" id="{8F058838-9FC1-450C-86D7-83EED6E9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921">
            <a:extLst xmlns:a="http://schemas.openxmlformats.org/drawingml/2006/main">
              <a:ext uri="{FF2B5EF4-FFF2-40B4-BE49-F238E27FC236}">
                <a16:creationId xmlns:a16="http://schemas.microsoft.com/office/drawing/2014/main" id="{2B851BAB-8FD1-4764-9D70-65E8547F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2e6508cfbe43e0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dfafe6bf9d4f12"/>
              </a:rPr>
              <a:t>Codex Skills ↗</a:t>
            </a:r>
          </a:p>
        </p:txBody>
      </p:sp>
      <p:sp>
        <p:nvSpPr>
          <p:cNvPr id="13" name="shape-1972">
            <a:extLst xmlns:a="http://schemas.openxmlformats.org/drawingml/2006/main">
              <a:ext uri="{FF2B5EF4-FFF2-40B4-BE49-F238E27FC236}">
                <a16:creationId xmlns:a16="http://schemas.microsoft.com/office/drawing/2014/main" id="{AEE43286-4175-477A-8269-856BF663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999d9030141c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973">
            <a:extLst xmlns:a="http://schemas.openxmlformats.org/drawingml/2006/main">
              <a:ext uri="{FF2B5EF4-FFF2-40B4-BE49-F238E27FC236}">
                <a16:creationId xmlns:a16="http://schemas.microsoft.com/office/drawing/2014/main" id="{076F66C6-613E-4DA7-8A4A-59A4A8A4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1db3dc1744d0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974">
            <a:extLst xmlns:a="http://schemas.openxmlformats.org/drawingml/2006/main">
              <a:ext uri="{FF2B5EF4-FFF2-40B4-BE49-F238E27FC236}">
                <a16:creationId xmlns:a16="http://schemas.microsoft.com/office/drawing/2014/main" id="{EEC23142-AD9A-494A-95F4-F55907DE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652656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396">
            <a:extLst xmlns:a="http://schemas.openxmlformats.org/drawingml/2006/main">
              <a:ext uri="{FF2B5EF4-FFF2-40B4-BE49-F238E27FC236}">
                <a16:creationId xmlns:a16="http://schemas.microsoft.com/office/drawing/2014/main" id="{39505DE1-6BAE-4CB9-9E91-E431A060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00E2CD-4373-4A22-935D-264CEE1D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3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98">
            <a:extLst xmlns:a="http://schemas.openxmlformats.org/drawingml/2006/main">
              <a:ext uri="{FF2B5EF4-FFF2-40B4-BE49-F238E27FC236}">
                <a16:creationId xmlns:a16="http://schemas.microsoft.com/office/drawing/2014/main" id="{3CBBBF9B-A7B4-4665-AA13-9F095D4B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06C542-4959-4ADD-ABF5-3D235AB6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a9410e38341f2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399">
            <a:extLst xmlns:a="http://schemas.openxmlformats.org/drawingml/2006/main">
              <a:ext uri="{FF2B5EF4-FFF2-40B4-BE49-F238E27FC236}">
                <a16:creationId xmlns:a16="http://schemas.microsoft.com/office/drawing/2014/main" id="{8ADB61A2-352B-4653-8313-CBD49C28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400">
            <a:extLst xmlns:a="http://schemas.openxmlformats.org/drawingml/2006/main">
              <a:ext uri="{FF2B5EF4-FFF2-40B4-BE49-F238E27FC236}">
                <a16:creationId xmlns:a16="http://schemas.microsoft.com/office/drawing/2014/main" id="{A87A5949-516D-4532-9408-21710FE7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929">
            <a:extLst xmlns:a="http://schemas.openxmlformats.org/drawingml/2006/main">
              <a:ext uri="{FF2B5EF4-FFF2-40B4-BE49-F238E27FC236}">
                <a16:creationId xmlns:a16="http://schemas.microsoft.com/office/drawing/2014/main" id="{0A46FAB0-224B-4B2E-A858-89456B3A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1895929d7394706"/>
              </a:rPr>
              <a:t>開啟提示詞面板 ↗</a:t>
            </a:r>
          </a:p>
        </p:txBody>
      </p:sp>
      <p:sp>
        <p:nvSpPr>
          <p:cNvPr id="10" name="shape-1996">
            <a:extLst xmlns:a="http://schemas.openxmlformats.org/drawingml/2006/main">
              <a:ext uri="{FF2B5EF4-FFF2-40B4-BE49-F238E27FC236}">
                <a16:creationId xmlns:a16="http://schemas.microsoft.com/office/drawing/2014/main" id="{EAD7B898-BF39-4EEE-9825-056B4E00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c2a34e54e4a3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997">
            <a:extLst xmlns:a="http://schemas.openxmlformats.org/drawingml/2006/main">
              <a:ext uri="{FF2B5EF4-FFF2-40B4-BE49-F238E27FC236}">
                <a16:creationId xmlns:a16="http://schemas.microsoft.com/office/drawing/2014/main" id="{70771303-7844-4E57-8A5D-BDA9BBCA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24865364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01">
            <a:extLst xmlns:a="http://schemas.openxmlformats.org/drawingml/2006/main">
              <a:ext uri="{FF2B5EF4-FFF2-40B4-BE49-F238E27FC236}">
                <a16:creationId xmlns:a16="http://schemas.microsoft.com/office/drawing/2014/main" id="{814F5CF5-4706-48A2-9323-C06C0EB4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DCBE53-0F57-4BF9-8002-5C26F40B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4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03">
            <a:extLst xmlns:a="http://schemas.openxmlformats.org/drawingml/2006/main">
              <a:ext uri="{FF2B5EF4-FFF2-40B4-BE49-F238E27FC236}">
                <a16:creationId xmlns:a16="http://schemas.microsoft.com/office/drawing/2014/main" id="{4C95BE84-A7E3-43F4-9742-7F74F75D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926CBA-0D0C-4E86-AE86-E1268E38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404">
            <a:extLst xmlns:a="http://schemas.openxmlformats.org/drawingml/2006/main">
              <a:ext uri="{FF2B5EF4-FFF2-40B4-BE49-F238E27FC236}">
                <a16:creationId xmlns:a16="http://schemas.microsoft.com/office/drawing/2014/main" id="{DC876777-4611-47CD-86D7-C3F373A5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05">
            <a:extLst xmlns:a="http://schemas.openxmlformats.org/drawingml/2006/main">
              <a:ext uri="{FF2B5EF4-FFF2-40B4-BE49-F238E27FC236}">
                <a16:creationId xmlns:a16="http://schemas.microsoft.com/office/drawing/2014/main" id="{2FDE19B9-4F79-4546-8842-F553791A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406">
            <a:extLst xmlns:a="http://schemas.openxmlformats.org/drawingml/2006/main">
              <a:ext uri="{FF2B5EF4-FFF2-40B4-BE49-F238E27FC236}">
                <a16:creationId xmlns:a16="http://schemas.microsoft.com/office/drawing/2014/main" id="{E03D0161-2C9E-4292-A0DC-8D100246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407">
            <a:extLst xmlns:a="http://schemas.openxmlformats.org/drawingml/2006/main">
              <a:ext uri="{FF2B5EF4-FFF2-40B4-BE49-F238E27FC236}">
                <a16:creationId xmlns:a16="http://schemas.microsoft.com/office/drawing/2014/main" id="{70D3D350-9113-4768-B21E-B2B50651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408">
            <a:extLst xmlns:a="http://schemas.openxmlformats.org/drawingml/2006/main">
              <a:ext uri="{FF2B5EF4-FFF2-40B4-BE49-F238E27FC236}">
                <a16:creationId xmlns:a16="http://schemas.microsoft.com/office/drawing/2014/main" id="{7A4C02E1-A27D-4C59-A8A7-24DE5F40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09">
            <a:extLst xmlns:a="http://schemas.openxmlformats.org/drawingml/2006/main">
              <a:ext uri="{FF2B5EF4-FFF2-40B4-BE49-F238E27FC236}">
                <a16:creationId xmlns:a16="http://schemas.microsoft.com/office/drawing/2014/main" id="{57977B0D-7F2D-4362-8332-B091203D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410">
            <a:extLst xmlns:a="http://schemas.openxmlformats.org/drawingml/2006/main">
              <a:ext uri="{FF2B5EF4-FFF2-40B4-BE49-F238E27FC236}">
                <a16:creationId xmlns:a16="http://schemas.microsoft.com/office/drawing/2014/main" id="{D0063604-3491-4BA0-A3FE-7299A516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411">
            <a:extLst xmlns:a="http://schemas.openxmlformats.org/drawingml/2006/main">
              <a:ext uri="{FF2B5EF4-FFF2-40B4-BE49-F238E27FC236}">
                <a16:creationId xmlns:a16="http://schemas.microsoft.com/office/drawing/2014/main" id="{6D4B65CC-F5AE-49AC-BB90-45CDA2D5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412">
            <a:extLst xmlns:a="http://schemas.openxmlformats.org/drawingml/2006/main">
              <a:ext uri="{FF2B5EF4-FFF2-40B4-BE49-F238E27FC236}">
                <a16:creationId xmlns:a16="http://schemas.microsoft.com/office/drawing/2014/main" id="{C2B8D466-D19A-4FD9-83E1-4F1479ED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13">
            <a:extLst xmlns:a="http://schemas.openxmlformats.org/drawingml/2006/main">
              <a:ext uri="{FF2B5EF4-FFF2-40B4-BE49-F238E27FC236}">
                <a16:creationId xmlns:a16="http://schemas.microsoft.com/office/drawing/2014/main" id="{F1FD54CB-AF3B-4C37-8447-1EDC1743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414">
            <a:extLst xmlns:a="http://schemas.openxmlformats.org/drawingml/2006/main">
              <a:ext uri="{FF2B5EF4-FFF2-40B4-BE49-F238E27FC236}">
                <a16:creationId xmlns:a16="http://schemas.microsoft.com/office/drawing/2014/main" id="{C7232196-B714-4CC3-A213-FCA233B0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415">
            <a:extLst xmlns:a="http://schemas.openxmlformats.org/drawingml/2006/main">
              <a:ext uri="{FF2B5EF4-FFF2-40B4-BE49-F238E27FC236}">
                <a16:creationId xmlns:a16="http://schemas.microsoft.com/office/drawing/2014/main" id="{67BA5526-2D90-4538-84A5-3B820E6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416">
            <a:extLst xmlns:a="http://schemas.openxmlformats.org/drawingml/2006/main">
              <a:ext uri="{FF2B5EF4-FFF2-40B4-BE49-F238E27FC236}">
                <a16:creationId xmlns:a16="http://schemas.microsoft.com/office/drawing/2014/main" id="{677F9C7E-A50F-470C-A16C-E6C1D275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17">
            <a:extLst xmlns:a="http://schemas.openxmlformats.org/drawingml/2006/main">
              <a:ext uri="{FF2B5EF4-FFF2-40B4-BE49-F238E27FC236}">
                <a16:creationId xmlns:a16="http://schemas.microsoft.com/office/drawing/2014/main" id="{D4811D62-C543-4C5B-953B-36E28626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418">
            <a:extLst xmlns:a="http://schemas.openxmlformats.org/drawingml/2006/main">
              <a:ext uri="{FF2B5EF4-FFF2-40B4-BE49-F238E27FC236}">
                <a16:creationId xmlns:a16="http://schemas.microsoft.com/office/drawing/2014/main" id="{6ADD2AD3-E43D-40DB-A46F-ACADA724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419">
            <a:extLst xmlns:a="http://schemas.openxmlformats.org/drawingml/2006/main">
              <a:ext uri="{FF2B5EF4-FFF2-40B4-BE49-F238E27FC236}">
                <a16:creationId xmlns:a16="http://schemas.microsoft.com/office/drawing/2014/main" id="{263A5207-FC2F-4EA4-9328-8999B0D4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922">
            <a:extLst xmlns:a="http://schemas.openxmlformats.org/drawingml/2006/main">
              <a:ext uri="{FF2B5EF4-FFF2-40B4-BE49-F238E27FC236}">
                <a16:creationId xmlns:a16="http://schemas.microsoft.com/office/drawing/2014/main" id="{A225ECE0-9433-4E00-BDF1-88A3332C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dc80adf0d1472e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fff4284e1b439b"/>
              </a:rPr>
              <a:t>Codex Skills ↗</a:t>
            </a:r>
          </a:p>
        </p:txBody>
      </p:sp>
      <p:sp>
        <p:nvSpPr>
          <p:cNvPr id="23" name="shape-1975">
            <a:extLst xmlns:a="http://schemas.openxmlformats.org/drawingml/2006/main">
              <a:ext uri="{FF2B5EF4-FFF2-40B4-BE49-F238E27FC236}">
                <a16:creationId xmlns:a16="http://schemas.microsoft.com/office/drawing/2014/main" id="{C5343448-F405-4974-9CD5-B3B67B18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b992e7a4b4ea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76">
            <a:extLst xmlns:a="http://schemas.openxmlformats.org/drawingml/2006/main">
              <a:ext uri="{FF2B5EF4-FFF2-40B4-BE49-F238E27FC236}">
                <a16:creationId xmlns:a16="http://schemas.microsoft.com/office/drawing/2014/main" id="{FA5D178E-3320-42D3-AFDA-A75EDACC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bebb219e94d0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77">
            <a:extLst xmlns:a="http://schemas.openxmlformats.org/drawingml/2006/main">
              <a:ext uri="{FF2B5EF4-FFF2-40B4-BE49-F238E27FC236}">
                <a16:creationId xmlns:a16="http://schemas.microsoft.com/office/drawing/2014/main" id="{44F72605-4EF5-477B-9ADB-40D7B01F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655608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20">
            <a:extLst xmlns:a="http://schemas.openxmlformats.org/drawingml/2006/main">
              <a:ext uri="{FF2B5EF4-FFF2-40B4-BE49-F238E27FC236}">
                <a16:creationId xmlns:a16="http://schemas.microsoft.com/office/drawing/2014/main" id="{86F510E5-B7CD-4BE0-9CB0-BF05A7F1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EF0FD9-37F9-44CF-BC57-7BAE63B5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4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22">
            <a:extLst xmlns:a="http://schemas.openxmlformats.org/drawingml/2006/main">
              <a:ext uri="{FF2B5EF4-FFF2-40B4-BE49-F238E27FC236}">
                <a16:creationId xmlns:a16="http://schemas.microsoft.com/office/drawing/2014/main" id="{0B089826-CAF3-47D0-8BC2-803AA52F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4732BF-B574-4EDC-B245-2F5FF4D0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423">
            <a:extLst xmlns:a="http://schemas.openxmlformats.org/drawingml/2006/main">
              <a:ext uri="{FF2B5EF4-FFF2-40B4-BE49-F238E27FC236}">
                <a16:creationId xmlns:a16="http://schemas.microsoft.com/office/drawing/2014/main" id="{5079ABF8-90F5-4DBD-81C3-71A92E14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24">
            <a:extLst xmlns:a="http://schemas.openxmlformats.org/drawingml/2006/main">
              <a:ext uri="{FF2B5EF4-FFF2-40B4-BE49-F238E27FC236}">
                <a16:creationId xmlns:a16="http://schemas.microsoft.com/office/drawing/2014/main" id="{3E00CE9C-1660-4519-A248-01571FD9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425">
            <a:extLst xmlns:a="http://schemas.openxmlformats.org/drawingml/2006/main">
              <a:ext uri="{FF2B5EF4-FFF2-40B4-BE49-F238E27FC236}">
                <a16:creationId xmlns:a16="http://schemas.microsoft.com/office/drawing/2014/main" id="{DCDB519C-BDF6-428A-93C4-11DE4F97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426">
            <a:extLst xmlns:a="http://schemas.openxmlformats.org/drawingml/2006/main">
              <a:ext uri="{FF2B5EF4-FFF2-40B4-BE49-F238E27FC236}">
                <a16:creationId xmlns:a16="http://schemas.microsoft.com/office/drawing/2014/main" id="{697E5D75-AE71-4750-9EFA-25CA0D86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427">
            <a:extLst xmlns:a="http://schemas.openxmlformats.org/drawingml/2006/main">
              <a:ext uri="{FF2B5EF4-FFF2-40B4-BE49-F238E27FC236}">
                <a16:creationId xmlns:a16="http://schemas.microsoft.com/office/drawing/2014/main" id="{42B0564A-D71B-4501-A8F5-CBDA0BAD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28">
            <a:extLst xmlns:a="http://schemas.openxmlformats.org/drawingml/2006/main">
              <a:ext uri="{FF2B5EF4-FFF2-40B4-BE49-F238E27FC236}">
                <a16:creationId xmlns:a16="http://schemas.microsoft.com/office/drawing/2014/main" id="{D78C8189-12A7-41E1-901D-674A7DCE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429">
            <a:extLst xmlns:a="http://schemas.openxmlformats.org/drawingml/2006/main">
              <a:ext uri="{FF2B5EF4-FFF2-40B4-BE49-F238E27FC236}">
                <a16:creationId xmlns:a16="http://schemas.microsoft.com/office/drawing/2014/main" id="{DCE40EFB-C97E-457F-896D-550E3B4B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430">
            <a:extLst xmlns:a="http://schemas.openxmlformats.org/drawingml/2006/main">
              <a:ext uri="{FF2B5EF4-FFF2-40B4-BE49-F238E27FC236}">
                <a16:creationId xmlns:a16="http://schemas.microsoft.com/office/drawing/2014/main" id="{A7D5890D-750A-4C3E-A7ED-E6570A73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431">
            <a:extLst xmlns:a="http://schemas.openxmlformats.org/drawingml/2006/main">
              <a:ext uri="{FF2B5EF4-FFF2-40B4-BE49-F238E27FC236}">
                <a16:creationId xmlns:a16="http://schemas.microsoft.com/office/drawing/2014/main" id="{478CA840-C531-4D17-B219-846573E5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32">
            <a:extLst xmlns:a="http://schemas.openxmlformats.org/drawingml/2006/main">
              <a:ext uri="{FF2B5EF4-FFF2-40B4-BE49-F238E27FC236}">
                <a16:creationId xmlns:a16="http://schemas.microsoft.com/office/drawing/2014/main" id="{43BB9665-CF95-435E-AF71-7CF6073D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433">
            <a:extLst xmlns:a="http://schemas.openxmlformats.org/drawingml/2006/main">
              <a:ext uri="{FF2B5EF4-FFF2-40B4-BE49-F238E27FC236}">
                <a16:creationId xmlns:a16="http://schemas.microsoft.com/office/drawing/2014/main" id="{61138597-53F1-4F73-81E0-A0A5F8DD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434">
            <a:extLst xmlns:a="http://schemas.openxmlformats.org/drawingml/2006/main">
              <a:ext uri="{FF2B5EF4-FFF2-40B4-BE49-F238E27FC236}">
                <a16:creationId xmlns:a16="http://schemas.microsoft.com/office/drawing/2014/main" id="{51423977-3B0A-44E9-9CB8-BFB13A67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435">
            <a:extLst xmlns:a="http://schemas.openxmlformats.org/drawingml/2006/main">
              <a:ext uri="{FF2B5EF4-FFF2-40B4-BE49-F238E27FC236}">
                <a16:creationId xmlns:a16="http://schemas.microsoft.com/office/drawing/2014/main" id="{423EB0E1-108F-43D8-908B-564CD387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36">
            <a:extLst xmlns:a="http://schemas.openxmlformats.org/drawingml/2006/main">
              <a:ext uri="{FF2B5EF4-FFF2-40B4-BE49-F238E27FC236}">
                <a16:creationId xmlns:a16="http://schemas.microsoft.com/office/drawing/2014/main" id="{38BDCCDE-0404-43DF-9CBB-8BFFD54E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437">
            <a:extLst xmlns:a="http://schemas.openxmlformats.org/drawingml/2006/main">
              <a:ext uri="{FF2B5EF4-FFF2-40B4-BE49-F238E27FC236}">
                <a16:creationId xmlns:a16="http://schemas.microsoft.com/office/drawing/2014/main" id="{05585DF7-882F-481F-B9D4-422782BB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438">
            <a:extLst xmlns:a="http://schemas.openxmlformats.org/drawingml/2006/main">
              <a:ext uri="{FF2B5EF4-FFF2-40B4-BE49-F238E27FC236}">
                <a16:creationId xmlns:a16="http://schemas.microsoft.com/office/drawing/2014/main" id="{210ADD59-792E-4329-83EA-40CA4B30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439">
            <a:extLst xmlns:a="http://schemas.openxmlformats.org/drawingml/2006/main">
              <a:ext uri="{FF2B5EF4-FFF2-40B4-BE49-F238E27FC236}">
                <a16:creationId xmlns:a16="http://schemas.microsoft.com/office/drawing/2014/main" id="{A92AE625-B663-4C6A-B861-B52D4A70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440">
            <a:extLst xmlns:a="http://schemas.openxmlformats.org/drawingml/2006/main">
              <a:ext uri="{FF2B5EF4-FFF2-40B4-BE49-F238E27FC236}">
                <a16:creationId xmlns:a16="http://schemas.microsoft.com/office/drawing/2014/main" id="{9FEF4433-FFB5-409A-95F6-20E0084A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441">
            <a:extLst xmlns:a="http://schemas.openxmlformats.org/drawingml/2006/main">
              <a:ext uri="{FF2B5EF4-FFF2-40B4-BE49-F238E27FC236}">
                <a16:creationId xmlns:a16="http://schemas.microsoft.com/office/drawing/2014/main" id="{1072C4B9-FBED-4000-9C9D-573645DF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442">
            <a:extLst xmlns:a="http://schemas.openxmlformats.org/drawingml/2006/main">
              <a:ext uri="{FF2B5EF4-FFF2-40B4-BE49-F238E27FC236}">
                <a16:creationId xmlns:a16="http://schemas.microsoft.com/office/drawing/2014/main" id="{556F5CC9-B5EE-49F6-9573-8802316E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443">
            <a:extLst xmlns:a="http://schemas.openxmlformats.org/drawingml/2006/main">
              <a:ext uri="{FF2B5EF4-FFF2-40B4-BE49-F238E27FC236}">
                <a16:creationId xmlns:a16="http://schemas.microsoft.com/office/drawing/2014/main" id="{3F7734ED-DE26-4DED-A739-2BC0658B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444">
            <a:extLst xmlns:a="http://schemas.openxmlformats.org/drawingml/2006/main">
              <a:ext uri="{FF2B5EF4-FFF2-40B4-BE49-F238E27FC236}">
                <a16:creationId xmlns:a16="http://schemas.microsoft.com/office/drawing/2014/main" id="{3696652F-1412-4901-875E-DA6CE0F2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445">
            <a:extLst xmlns:a="http://schemas.openxmlformats.org/drawingml/2006/main">
              <a:ext uri="{FF2B5EF4-FFF2-40B4-BE49-F238E27FC236}">
                <a16:creationId xmlns:a16="http://schemas.microsoft.com/office/drawing/2014/main" id="{C0C68041-D33B-471A-B660-C76BE758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446">
            <a:extLst xmlns:a="http://schemas.openxmlformats.org/drawingml/2006/main">
              <a:ext uri="{FF2B5EF4-FFF2-40B4-BE49-F238E27FC236}">
                <a16:creationId xmlns:a16="http://schemas.microsoft.com/office/drawing/2014/main" id="{205E24E7-91D4-4394-AB58-E20A447F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923">
            <a:extLst xmlns:a="http://schemas.openxmlformats.org/drawingml/2006/main">
              <a:ext uri="{FF2B5EF4-FFF2-40B4-BE49-F238E27FC236}">
                <a16:creationId xmlns:a16="http://schemas.microsoft.com/office/drawing/2014/main" id="{A656A000-0BF9-4B08-B6D5-317AB928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347353905a46af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02d35ffd8944abe"/>
              </a:rPr>
              <a:t>Codex Skills ↗</a:t>
            </a:r>
          </a:p>
        </p:txBody>
      </p:sp>
      <p:sp>
        <p:nvSpPr>
          <p:cNvPr id="31" name="shape-1978">
            <a:extLst xmlns:a="http://schemas.openxmlformats.org/drawingml/2006/main">
              <a:ext uri="{FF2B5EF4-FFF2-40B4-BE49-F238E27FC236}">
                <a16:creationId xmlns:a16="http://schemas.microsoft.com/office/drawing/2014/main" id="{3389C382-072B-4764-AFB5-62A337FA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85b072d8f4e8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79">
            <a:extLst xmlns:a="http://schemas.openxmlformats.org/drawingml/2006/main">
              <a:ext uri="{FF2B5EF4-FFF2-40B4-BE49-F238E27FC236}">
                <a16:creationId xmlns:a16="http://schemas.microsoft.com/office/drawing/2014/main" id="{19CBFE4C-1994-45C5-90DB-7DCE3653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332114637490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80">
            <a:extLst xmlns:a="http://schemas.openxmlformats.org/drawingml/2006/main">
              <a:ext uri="{FF2B5EF4-FFF2-40B4-BE49-F238E27FC236}">
                <a16:creationId xmlns:a16="http://schemas.microsoft.com/office/drawing/2014/main" id="{63E3FBA7-792A-4714-B83C-287BE696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1547720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47">
            <a:extLst xmlns:a="http://schemas.openxmlformats.org/drawingml/2006/main">
              <a:ext uri="{FF2B5EF4-FFF2-40B4-BE49-F238E27FC236}">
                <a16:creationId xmlns:a16="http://schemas.microsoft.com/office/drawing/2014/main" id="{645D22A5-920F-4470-A8F7-67D8F89C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551040-36E3-422C-9E79-919306ED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4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49">
            <a:extLst xmlns:a="http://schemas.openxmlformats.org/drawingml/2006/main">
              <a:ext uri="{FF2B5EF4-FFF2-40B4-BE49-F238E27FC236}">
                <a16:creationId xmlns:a16="http://schemas.microsoft.com/office/drawing/2014/main" id="{8F670005-CB0F-4BFB-B5C5-A89066B2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2EC7AE-718D-4497-9C4E-D2F41FFE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450">
            <a:extLst xmlns:a="http://schemas.openxmlformats.org/drawingml/2006/main">
              <a:ext uri="{FF2B5EF4-FFF2-40B4-BE49-F238E27FC236}">
                <a16:creationId xmlns:a16="http://schemas.microsoft.com/office/drawing/2014/main" id="{6A8C5543-4303-48CD-895E-C3679F29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51">
            <a:extLst xmlns:a="http://schemas.openxmlformats.org/drawingml/2006/main">
              <a:ext uri="{FF2B5EF4-FFF2-40B4-BE49-F238E27FC236}">
                <a16:creationId xmlns:a16="http://schemas.microsoft.com/office/drawing/2014/main" id="{57C824FE-966B-4762-BB32-F3A8261A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52">
            <a:extLst xmlns:a="http://schemas.openxmlformats.org/drawingml/2006/main">
              <a:ext uri="{FF2B5EF4-FFF2-40B4-BE49-F238E27FC236}">
                <a16:creationId xmlns:a16="http://schemas.microsoft.com/office/drawing/2014/main" id="{C7D0A1D5-0980-4A0B-9D1F-58F36285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53">
            <a:extLst xmlns:a="http://schemas.openxmlformats.org/drawingml/2006/main">
              <a:ext uri="{FF2B5EF4-FFF2-40B4-BE49-F238E27FC236}">
                <a16:creationId xmlns:a16="http://schemas.microsoft.com/office/drawing/2014/main" id="{9E9B2ACE-2E42-461A-91ED-4803B33B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454">
            <a:extLst xmlns:a="http://schemas.openxmlformats.org/drawingml/2006/main">
              <a:ext uri="{FF2B5EF4-FFF2-40B4-BE49-F238E27FC236}">
                <a16:creationId xmlns:a16="http://schemas.microsoft.com/office/drawing/2014/main" id="{457A34E4-985D-4D1A-943B-6489C7F2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455">
            <a:extLst xmlns:a="http://schemas.openxmlformats.org/drawingml/2006/main">
              <a:ext uri="{FF2B5EF4-FFF2-40B4-BE49-F238E27FC236}">
                <a16:creationId xmlns:a16="http://schemas.microsoft.com/office/drawing/2014/main" id="{30479DDE-9DB7-4C40-B6A9-5578D57B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56">
            <a:extLst xmlns:a="http://schemas.openxmlformats.org/drawingml/2006/main">
              <a:ext uri="{FF2B5EF4-FFF2-40B4-BE49-F238E27FC236}">
                <a16:creationId xmlns:a16="http://schemas.microsoft.com/office/drawing/2014/main" id="{E0DBE72F-82DF-454A-8329-9CAAA08C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457">
            <a:extLst xmlns:a="http://schemas.openxmlformats.org/drawingml/2006/main">
              <a:ext uri="{FF2B5EF4-FFF2-40B4-BE49-F238E27FC236}">
                <a16:creationId xmlns:a16="http://schemas.microsoft.com/office/drawing/2014/main" id="{29634B0D-04A1-42FA-B5DE-3489A241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58">
            <a:extLst xmlns:a="http://schemas.openxmlformats.org/drawingml/2006/main">
              <a:ext uri="{FF2B5EF4-FFF2-40B4-BE49-F238E27FC236}">
                <a16:creationId xmlns:a16="http://schemas.microsoft.com/office/drawing/2014/main" id="{E88F079B-97A2-4A83-BD46-B840A38E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59">
            <a:extLst xmlns:a="http://schemas.openxmlformats.org/drawingml/2006/main">
              <a:ext uri="{FF2B5EF4-FFF2-40B4-BE49-F238E27FC236}">
                <a16:creationId xmlns:a16="http://schemas.microsoft.com/office/drawing/2014/main" id="{EBD1A3DF-8B6D-4DD9-9A06-031D6A4D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460">
            <a:extLst xmlns:a="http://schemas.openxmlformats.org/drawingml/2006/main">
              <a:ext uri="{FF2B5EF4-FFF2-40B4-BE49-F238E27FC236}">
                <a16:creationId xmlns:a16="http://schemas.microsoft.com/office/drawing/2014/main" id="{DB262060-AC6D-48E0-83EE-A7F3323B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461">
            <a:extLst xmlns:a="http://schemas.openxmlformats.org/drawingml/2006/main">
              <a:ext uri="{FF2B5EF4-FFF2-40B4-BE49-F238E27FC236}">
                <a16:creationId xmlns:a16="http://schemas.microsoft.com/office/drawing/2014/main" id="{50DCFA70-5C40-48CF-9FF6-FEF335FA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62">
            <a:extLst xmlns:a="http://schemas.openxmlformats.org/drawingml/2006/main">
              <a:ext uri="{FF2B5EF4-FFF2-40B4-BE49-F238E27FC236}">
                <a16:creationId xmlns:a16="http://schemas.microsoft.com/office/drawing/2014/main" id="{5B5E746F-4477-490D-9918-D5100E93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463">
            <a:extLst xmlns:a="http://schemas.openxmlformats.org/drawingml/2006/main">
              <a:ext uri="{FF2B5EF4-FFF2-40B4-BE49-F238E27FC236}">
                <a16:creationId xmlns:a16="http://schemas.microsoft.com/office/drawing/2014/main" id="{54956235-C8EF-49C2-9904-4090B578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64">
            <a:extLst xmlns:a="http://schemas.openxmlformats.org/drawingml/2006/main">
              <a:ext uri="{FF2B5EF4-FFF2-40B4-BE49-F238E27FC236}">
                <a16:creationId xmlns:a16="http://schemas.microsoft.com/office/drawing/2014/main" id="{C5848EA0-EEDB-49E8-B51E-A2AB33E1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65">
            <a:extLst xmlns:a="http://schemas.openxmlformats.org/drawingml/2006/main">
              <a:ext uri="{FF2B5EF4-FFF2-40B4-BE49-F238E27FC236}">
                <a16:creationId xmlns:a16="http://schemas.microsoft.com/office/drawing/2014/main" id="{06D11964-5483-4F49-A879-EE8CB3AB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466">
            <a:extLst xmlns:a="http://schemas.openxmlformats.org/drawingml/2006/main">
              <a:ext uri="{FF2B5EF4-FFF2-40B4-BE49-F238E27FC236}">
                <a16:creationId xmlns:a16="http://schemas.microsoft.com/office/drawing/2014/main" id="{D64F1C2E-DA3D-488C-AF98-94573039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467">
            <a:extLst xmlns:a="http://schemas.openxmlformats.org/drawingml/2006/main">
              <a:ext uri="{FF2B5EF4-FFF2-40B4-BE49-F238E27FC236}">
                <a16:creationId xmlns:a16="http://schemas.microsoft.com/office/drawing/2014/main" id="{8AA5CC24-2EF3-40D8-9AF4-7CEEFE67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68">
            <a:extLst xmlns:a="http://schemas.openxmlformats.org/drawingml/2006/main">
              <a:ext uri="{FF2B5EF4-FFF2-40B4-BE49-F238E27FC236}">
                <a16:creationId xmlns:a16="http://schemas.microsoft.com/office/drawing/2014/main" id="{79DD6C0A-533D-4A96-BD49-08CB783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69">
            <a:extLst xmlns:a="http://schemas.openxmlformats.org/drawingml/2006/main">
              <a:ext uri="{FF2B5EF4-FFF2-40B4-BE49-F238E27FC236}">
                <a16:creationId xmlns:a16="http://schemas.microsoft.com/office/drawing/2014/main" id="{02B2DF02-7AAA-4E0F-AD89-85AF12FB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70">
            <a:extLst xmlns:a="http://schemas.openxmlformats.org/drawingml/2006/main">
              <a:ext uri="{FF2B5EF4-FFF2-40B4-BE49-F238E27FC236}">
                <a16:creationId xmlns:a16="http://schemas.microsoft.com/office/drawing/2014/main" id="{D4BEB900-3C15-4E2D-AEDD-05BCD7FB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71">
            <a:extLst xmlns:a="http://schemas.openxmlformats.org/drawingml/2006/main">
              <a:ext uri="{FF2B5EF4-FFF2-40B4-BE49-F238E27FC236}">
                <a16:creationId xmlns:a16="http://schemas.microsoft.com/office/drawing/2014/main" id="{8F1CAC4E-2D2D-4CD8-B5E6-F587F98D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472">
            <a:extLst xmlns:a="http://schemas.openxmlformats.org/drawingml/2006/main">
              <a:ext uri="{FF2B5EF4-FFF2-40B4-BE49-F238E27FC236}">
                <a16:creationId xmlns:a16="http://schemas.microsoft.com/office/drawing/2014/main" id="{498F5F3C-1B85-4F61-9C43-2811A762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473">
            <a:extLst xmlns:a="http://schemas.openxmlformats.org/drawingml/2006/main">
              <a:ext uri="{FF2B5EF4-FFF2-40B4-BE49-F238E27FC236}">
                <a16:creationId xmlns:a16="http://schemas.microsoft.com/office/drawing/2014/main" id="{0638B921-5E82-44B1-A74A-0FAEF3D9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924">
            <a:extLst xmlns:a="http://schemas.openxmlformats.org/drawingml/2006/main">
              <a:ext uri="{FF2B5EF4-FFF2-40B4-BE49-F238E27FC236}">
                <a16:creationId xmlns:a16="http://schemas.microsoft.com/office/drawing/2014/main" id="{76596F80-49C2-4A72-8C88-11E470B8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430f60f5644189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098ab49451b4ad7"/>
              </a:rPr>
              <a:t>Codex Skills ↗</a:t>
            </a:r>
          </a:p>
        </p:txBody>
      </p:sp>
      <p:sp>
        <p:nvSpPr>
          <p:cNvPr id="31" name="shape-1981">
            <a:extLst xmlns:a="http://schemas.openxmlformats.org/drawingml/2006/main">
              <a:ext uri="{FF2B5EF4-FFF2-40B4-BE49-F238E27FC236}">
                <a16:creationId xmlns:a16="http://schemas.microsoft.com/office/drawing/2014/main" id="{2A5C3C27-D4C8-4B33-B572-D6FA27F8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e20d50090436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82">
            <a:extLst xmlns:a="http://schemas.openxmlformats.org/drawingml/2006/main">
              <a:ext uri="{FF2B5EF4-FFF2-40B4-BE49-F238E27FC236}">
                <a16:creationId xmlns:a16="http://schemas.microsoft.com/office/drawing/2014/main" id="{9E7D149F-C396-4B64-80AD-684D93F5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245f9655b4ce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83">
            <a:extLst xmlns:a="http://schemas.openxmlformats.org/drawingml/2006/main">
              <a:ext uri="{FF2B5EF4-FFF2-40B4-BE49-F238E27FC236}">
                <a16:creationId xmlns:a16="http://schemas.microsoft.com/office/drawing/2014/main" id="{106964A4-1324-4954-A372-09A679E5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6105910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474">
            <a:extLst xmlns:a="http://schemas.openxmlformats.org/drawingml/2006/main">
              <a:ext uri="{FF2B5EF4-FFF2-40B4-BE49-F238E27FC236}">
                <a16:creationId xmlns:a16="http://schemas.microsoft.com/office/drawing/2014/main" id="{3E64AF8F-F9CD-48BF-8F51-77F7D23D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915C69-1035-483A-B1E0-4CBFFE30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4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76">
            <a:extLst xmlns:a="http://schemas.openxmlformats.org/drawingml/2006/main">
              <a:ext uri="{FF2B5EF4-FFF2-40B4-BE49-F238E27FC236}">
                <a16:creationId xmlns:a16="http://schemas.microsoft.com/office/drawing/2014/main" id="{A6650583-FB0F-4049-9E7D-20F64841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AE9157-BF47-4957-A8C2-336AC538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477">
            <a:extLst xmlns:a="http://schemas.openxmlformats.org/drawingml/2006/main">
              <a:ext uri="{FF2B5EF4-FFF2-40B4-BE49-F238E27FC236}">
                <a16:creationId xmlns:a16="http://schemas.microsoft.com/office/drawing/2014/main" id="{3552AB81-751E-4652-8C9A-FB93022C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478">
            <a:extLst xmlns:a="http://schemas.openxmlformats.org/drawingml/2006/main">
              <a:ext uri="{FF2B5EF4-FFF2-40B4-BE49-F238E27FC236}">
                <a16:creationId xmlns:a16="http://schemas.microsoft.com/office/drawing/2014/main" id="{990EF6DB-585C-465D-B2C0-762D713E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479">
            <a:extLst xmlns:a="http://schemas.openxmlformats.org/drawingml/2006/main">
              <a:ext uri="{FF2B5EF4-FFF2-40B4-BE49-F238E27FC236}">
                <a16:creationId xmlns:a16="http://schemas.microsoft.com/office/drawing/2014/main" id="{FC5176FC-D8C9-4F2F-9F08-565511BB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480">
            <a:extLst xmlns:a="http://schemas.openxmlformats.org/drawingml/2006/main">
              <a:ext uri="{FF2B5EF4-FFF2-40B4-BE49-F238E27FC236}">
                <a16:creationId xmlns:a16="http://schemas.microsoft.com/office/drawing/2014/main" id="{5DE0B36F-0F7F-4A98-86BD-882A6247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481">
            <a:extLst xmlns:a="http://schemas.openxmlformats.org/drawingml/2006/main">
              <a:ext uri="{FF2B5EF4-FFF2-40B4-BE49-F238E27FC236}">
                <a16:creationId xmlns:a16="http://schemas.microsoft.com/office/drawing/2014/main" id="{C0784B38-884B-4E47-9829-E6CA19AB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482">
            <a:extLst xmlns:a="http://schemas.openxmlformats.org/drawingml/2006/main">
              <a:ext uri="{FF2B5EF4-FFF2-40B4-BE49-F238E27FC236}">
                <a16:creationId xmlns:a16="http://schemas.microsoft.com/office/drawing/2014/main" id="{6B22B2FA-FE55-473F-B609-96DB39C6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483">
            <a:extLst xmlns:a="http://schemas.openxmlformats.org/drawingml/2006/main">
              <a:ext uri="{FF2B5EF4-FFF2-40B4-BE49-F238E27FC236}">
                <a16:creationId xmlns:a16="http://schemas.microsoft.com/office/drawing/2014/main" id="{9B76F7F6-5435-4D28-9B98-EE5F6069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925">
            <a:extLst xmlns:a="http://schemas.openxmlformats.org/drawingml/2006/main">
              <a:ext uri="{FF2B5EF4-FFF2-40B4-BE49-F238E27FC236}">
                <a16:creationId xmlns:a16="http://schemas.microsoft.com/office/drawing/2014/main" id="{81910F6C-8191-4D3D-BBA9-94C059F9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598feccf7d437c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4d059918d242d9"/>
              </a:rPr>
              <a:t>Codex Skills ↗</a:t>
            </a:r>
          </a:p>
        </p:txBody>
      </p:sp>
      <p:sp>
        <p:nvSpPr>
          <p:cNvPr id="14" name="shape-1984">
            <a:extLst xmlns:a="http://schemas.openxmlformats.org/drawingml/2006/main">
              <a:ext uri="{FF2B5EF4-FFF2-40B4-BE49-F238E27FC236}">
                <a16:creationId xmlns:a16="http://schemas.microsoft.com/office/drawing/2014/main" id="{3002F866-E438-4C8C-BCEC-392E3610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f97084d0604ba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985">
            <a:extLst xmlns:a="http://schemas.openxmlformats.org/drawingml/2006/main">
              <a:ext uri="{FF2B5EF4-FFF2-40B4-BE49-F238E27FC236}">
                <a16:creationId xmlns:a16="http://schemas.microsoft.com/office/drawing/2014/main" id="{3677AF4B-47D4-4269-87A8-6A2CC4A9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588dd64684d1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986">
            <a:extLst xmlns:a="http://schemas.openxmlformats.org/drawingml/2006/main">
              <a:ext uri="{FF2B5EF4-FFF2-40B4-BE49-F238E27FC236}">
                <a16:creationId xmlns:a16="http://schemas.microsoft.com/office/drawing/2014/main" id="{FF5DD28B-1239-4393-B8A7-8D548018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61164274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484">
            <a:extLst xmlns:a="http://schemas.openxmlformats.org/drawingml/2006/main">
              <a:ext uri="{FF2B5EF4-FFF2-40B4-BE49-F238E27FC236}">
                <a16:creationId xmlns:a16="http://schemas.microsoft.com/office/drawing/2014/main" id="{4A6BE6B2-F92A-44C1-A4F6-34EE69E3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ABD056-A884-4C22-BE9B-1EBF8D65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4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86">
            <a:extLst xmlns:a="http://schemas.openxmlformats.org/drawingml/2006/main">
              <a:ext uri="{FF2B5EF4-FFF2-40B4-BE49-F238E27FC236}">
                <a16:creationId xmlns:a16="http://schemas.microsoft.com/office/drawing/2014/main" id="{780C153E-6E2F-4919-B1E9-0F63CED3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B4ED16-C57E-49CE-90F2-662F1145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487">
            <a:extLst xmlns:a="http://schemas.openxmlformats.org/drawingml/2006/main">
              <a:ext uri="{FF2B5EF4-FFF2-40B4-BE49-F238E27FC236}">
                <a16:creationId xmlns:a16="http://schemas.microsoft.com/office/drawing/2014/main" id="{DB7328D9-5794-460C-8D14-EEE2EFF8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88">
            <a:extLst xmlns:a="http://schemas.openxmlformats.org/drawingml/2006/main">
              <a:ext uri="{FF2B5EF4-FFF2-40B4-BE49-F238E27FC236}">
                <a16:creationId xmlns:a16="http://schemas.microsoft.com/office/drawing/2014/main" id="{6D459566-1416-459C-A374-825988B1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89">
            <a:extLst xmlns:a="http://schemas.openxmlformats.org/drawingml/2006/main">
              <a:ext uri="{FF2B5EF4-FFF2-40B4-BE49-F238E27FC236}">
                <a16:creationId xmlns:a16="http://schemas.microsoft.com/office/drawing/2014/main" id="{AD6E7FD7-16B4-4F7E-A846-13199586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490">
            <a:extLst xmlns:a="http://schemas.openxmlformats.org/drawingml/2006/main">
              <a:ext uri="{FF2B5EF4-FFF2-40B4-BE49-F238E27FC236}">
                <a16:creationId xmlns:a16="http://schemas.microsoft.com/office/drawing/2014/main" id="{6F0CE89D-39D8-4946-9D76-BEA58636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491">
            <a:extLst xmlns:a="http://schemas.openxmlformats.org/drawingml/2006/main">
              <a:ext uri="{FF2B5EF4-FFF2-40B4-BE49-F238E27FC236}">
                <a16:creationId xmlns:a16="http://schemas.microsoft.com/office/drawing/2014/main" id="{7B5443D9-F13B-4B94-B824-2226DD5B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92">
            <a:extLst xmlns:a="http://schemas.openxmlformats.org/drawingml/2006/main">
              <a:ext uri="{FF2B5EF4-FFF2-40B4-BE49-F238E27FC236}">
                <a16:creationId xmlns:a16="http://schemas.microsoft.com/office/drawing/2014/main" id="{B021394C-00CF-41F1-95DE-D5AA0A79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93">
            <a:extLst xmlns:a="http://schemas.openxmlformats.org/drawingml/2006/main">
              <a:ext uri="{FF2B5EF4-FFF2-40B4-BE49-F238E27FC236}">
                <a16:creationId xmlns:a16="http://schemas.microsoft.com/office/drawing/2014/main" id="{72C5AD90-DF32-480D-A23E-A6923687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494">
            <a:extLst xmlns:a="http://schemas.openxmlformats.org/drawingml/2006/main">
              <a:ext uri="{FF2B5EF4-FFF2-40B4-BE49-F238E27FC236}">
                <a16:creationId xmlns:a16="http://schemas.microsoft.com/office/drawing/2014/main" id="{D50ED0D9-9ED6-4CE8-BC79-B10EB17F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495">
            <a:extLst xmlns:a="http://schemas.openxmlformats.org/drawingml/2006/main">
              <a:ext uri="{FF2B5EF4-FFF2-40B4-BE49-F238E27FC236}">
                <a16:creationId xmlns:a16="http://schemas.microsoft.com/office/drawing/2014/main" id="{478FC1E9-465F-49FE-926C-4A5249D8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96">
            <a:extLst xmlns:a="http://schemas.openxmlformats.org/drawingml/2006/main">
              <a:ext uri="{FF2B5EF4-FFF2-40B4-BE49-F238E27FC236}">
                <a16:creationId xmlns:a16="http://schemas.microsoft.com/office/drawing/2014/main" id="{06B0DF94-1802-4AE4-A85A-8A46D2BC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97">
            <a:extLst xmlns:a="http://schemas.openxmlformats.org/drawingml/2006/main">
              <a:ext uri="{FF2B5EF4-FFF2-40B4-BE49-F238E27FC236}">
                <a16:creationId xmlns:a16="http://schemas.microsoft.com/office/drawing/2014/main" id="{7D96540C-E915-4BCA-8AE9-67245C1E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498">
            <a:extLst xmlns:a="http://schemas.openxmlformats.org/drawingml/2006/main">
              <a:ext uri="{FF2B5EF4-FFF2-40B4-BE49-F238E27FC236}">
                <a16:creationId xmlns:a16="http://schemas.microsoft.com/office/drawing/2014/main" id="{8D9ABC5C-9EA9-42C3-A546-BC4B3655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499">
            <a:extLst xmlns:a="http://schemas.openxmlformats.org/drawingml/2006/main">
              <a:ext uri="{FF2B5EF4-FFF2-40B4-BE49-F238E27FC236}">
                <a16:creationId xmlns:a16="http://schemas.microsoft.com/office/drawing/2014/main" id="{012D0548-1B4C-4BB9-B15F-1A8AD8DA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500">
            <a:extLst xmlns:a="http://schemas.openxmlformats.org/drawingml/2006/main">
              <a:ext uri="{FF2B5EF4-FFF2-40B4-BE49-F238E27FC236}">
                <a16:creationId xmlns:a16="http://schemas.microsoft.com/office/drawing/2014/main" id="{4C453FDF-424A-4732-A0D1-A5B77D0F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501">
            <a:extLst xmlns:a="http://schemas.openxmlformats.org/drawingml/2006/main">
              <a:ext uri="{FF2B5EF4-FFF2-40B4-BE49-F238E27FC236}">
                <a16:creationId xmlns:a16="http://schemas.microsoft.com/office/drawing/2014/main" id="{1594989D-2D5F-4776-97AF-3B7ECEEF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502">
            <a:extLst xmlns:a="http://schemas.openxmlformats.org/drawingml/2006/main">
              <a:ext uri="{FF2B5EF4-FFF2-40B4-BE49-F238E27FC236}">
                <a16:creationId xmlns:a16="http://schemas.microsoft.com/office/drawing/2014/main" id="{F583FADE-5B3D-4C90-9A67-1EB91607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5" name="text-1503">
            <a:extLst xmlns:a="http://schemas.openxmlformats.org/drawingml/2006/main">
              <a:ext uri="{FF2B5EF4-FFF2-40B4-BE49-F238E27FC236}">
                <a16:creationId xmlns:a16="http://schemas.microsoft.com/office/drawing/2014/main" id="{234B81C1-DF88-4C1E-A6E0-9EFFF16C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926">
            <a:extLst xmlns:a="http://schemas.openxmlformats.org/drawingml/2006/main">
              <a:ext uri="{FF2B5EF4-FFF2-40B4-BE49-F238E27FC236}">
                <a16:creationId xmlns:a16="http://schemas.microsoft.com/office/drawing/2014/main" id="{C679DCB0-F0A9-4CCC-8D3D-9F4341F5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9f27ae1a2cc4dc3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cf9fa0502a4ee4"/>
              </a:rPr>
              <a:t>Codex Skills ↗</a:t>
            </a:r>
          </a:p>
        </p:txBody>
      </p:sp>
      <p:sp>
        <p:nvSpPr>
          <p:cNvPr id="27" name="shape-1987">
            <a:extLst xmlns:a="http://schemas.openxmlformats.org/drawingml/2006/main">
              <a:ext uri="{FF2B5EF4-FFF2-40B4-BE49-F238E27FC236}">
                <a16:creationId xmlns:a16="http://schemas.microsoft.com/office/drawing/2014/main" id="{2FFDC123-0AB9-400E-83E3-A158DDBA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93ca48b86436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988">
            <a:extLst xmlns:a="http://schemas.openxmlformats.org/drawingml/2006/main">
              <a:ext uri="{FF2B5EF4-FFF2-40B4-BE49-F238E27FC236}">
                <a16:creationId xmlns:a16="http://schemas.microsoft.com/office/drawing/2014/main" id="{D70D5C9C-CA09-4FD6-AEEE-69F4B730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085a1c84b454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989">
            <a:extLst xmlns:a="http://schemas.openxmlformats.org/drawingml/2006/main">
              <a:ext uri="{FF2B5EF4-FFF2-40B4-BE49-F238E27FC236}">
                <a16:creationId xmlns:a16="http://schemas.microsoft.com/office/drawing/2014/main" id="{CD94FF55-6125-4600-8F76-A1E60600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0328691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04">
            <a:extLst xmlns:a="http://schemas.openxmlformats.org/drawingml/2006/main">
              <a:ext uri="{FF2B5EF4-FFF2-40B4-BE49-F238E27FC236}">
                <a16:creationId xmlns:a16="http://schemas.microsoft.com/office/drawing/2014/main" id="{19B5F877-7200-453E-8BB9-66C18A7F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BAD01E-F7F2-4B7B-B9B3-67ECDF8F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5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06">
            <a:extLst xmlns:a="http://schemas.openxmlformats.org/drawingml/2006/main">
              <a:ext uri="{FF2B5EF4-FFF2-40B4-BE49-F238E27FC236}">
                <a16:creationId xmlns:a16="http://schemas.microsoft.com/office/drawing/2014/main" id="{6D0517D7-A9DC-4CAA-B544-61DC3615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8A9E79-A9C2-4E32-A033-2D4240B9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507">
            <a:extLst xmlns:a="http://schemas.openxmlformats.org/drawingml/2006/main">
              <a:ext uri="{FF2B5EF4-FFF2-40B4-BE49-F238E27FC236}">
                <a16:creationId xmlns:a16="http://schemas.microsoft.com/office/drawing/2014/main" id="{6FCB3320-37A9-4C37-9239-336F3B54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08">
            <a:extLst xmlns:a="http://schemas.openxmlformats.org/drawingml/2006/main">
              <a:ext uri="{FF2B5EF4-FFF2-40B4-BE49-F238E27FC236}">
                <a16:creationId xmlns:a16="http://schemas.microsoft.com/office/drawing/2014/main" id="{E8A250D3-E3BB-434E-9C08-8E330F93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09">
            <a:extLst xmlns:a="http://schemas.openxmlformats.org/drawingml/2006/main">
              <a:ext uri="{FF2B5EF4-FFF2-40B4-BE49-F238E27FC236}">
                <a16:creationId xmlns:a16="http://schemas.microsoft.com/office/drawing/2014/main" id="{EFFD4233-94E9-4C0B-80CE-9F148736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10">
            <a:extLst xmlns:a="http://schemas.openxmlformats.org/drawingml/2006/main">
              <a:ext uri="{FF2B5EF4-FFF2-40B4-BE49-F238E27FC236}">
                <a16:creationId xmlns:a16="http://schemas.microsoft.com/office/drawing/2014/main" id="{0EEB1260-F4D4-4C29-B3F8-A145C4B2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511">
            <a:extLst xmlns:a="http://schemas.openxmlformats.org/drawingml/2006/main">
              <a:ext uri="{FF2B5EF4-FFF2-40B4-BE49-F238E27FC236}">
                <a16:creationId xmlns:a16="http://schemas.microsoft.com/office/drawing/2014/main" id="{CB82D228-0F65-4889-8B80-254EE682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12">
            <a:extLst xmlns:a="http://schemas.openxmlformats.org/drawingml/2006/main">
              <a:ext uri="{FF2B5EF4-FFF2-40B4-BE49-F238E27FC236}">
                <a16:creationId xmlns:a16="http://schemas.microsoft.com/office/drawing/2014/main" id="{D6BD7A5D-A9A9-4F3F-A4FA-F08F2E99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513">
            <a:extLst xmlns:a="http://schemas.openxmlformats.org/drawingml/2006/main">
              <a:ext uri="{FF2B5EF4-FFF2-40B4-BE49-F238E27FC236}">
                <a16:creationId xmlns:a16="http://schemas.microsoft.com/office/drawing/2014/main" id="{34FD9C89-1595-4484-B55D-6846176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14">
            <a:extLst xmlns:a="http://schemas.openxmlformats.org/drawingml/2006/main">
              <a:ext uri="{FF2B5EF4-FFF2-40B4-BE49-F238E27FC236}">
                <a16:creationId xmlns:a16="http://schemas.microsoft.com/office/drawing/2014/main" id="{1CEE6EF8-0DA7-4887-BA20-738F88F6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515">
            <a:extLst xmlns:a="http://schemas.openxmlformats.org/drawingml/2006/main">
              <a:ext uri="{FF2B5EF4-FFF2-40B4-BE49-F238E27FC236}">
                <a16:creationId xmlns:a16="http://schemas.microsoft.com/office/drawing/2014/main" id="{59D30595-AE4A-4B47-9123-64F05D81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16">
            <a:extLst xmlns:a="http://schemas.openxmlformats.org/drawingml/2006/main">
              <a:ext uri="{FF2B5EF4-FFF2-40B4-BE49-F238E27FC236}">
                <a16:creationId xmlns:a16="http://schemas.microsoft.com/office/drawing/2014/main" id="{24D4BA4A-98DA-46D2-BA21-56F1F8BD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517">
            <a:extLst xmlns:a="http://schemas.openxmlformats.org/drawingml/2006/main">
              <a:ext uri="{FF2B5EF4-FFF2-40B4-BE49-F238E27FC236}">
                <a16:creationId xmlns:a16="http://schemas.microsoft.com/office/drawing/2014/main" id="{6CE2D758-43B5-4F61-B5BB-9D6995D9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518">
            <a:extLst xmlns:a="http://schemas.openxmlformats.org/drawingml/2006/main">
              <a:ext uri="{FF2B5EF4-FFF2-40B4-BE49-F238E27FC236}">
                <a16:creationId xmlns:a16="http://schemas.microsoft.com/office/drawing/2014/main" id="{E2C4B766-509F-4BB7-A842-E056107B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19">
            <a:extLst xmlns:a="http://schemas.openxmlformats.org/drawingml/2006/main">
              <a:ext uri="{FF2B5EF4-FFF2-40B4-BE49-F238E27FC236}">
                <a16:creationId xmlns:a16="http://schemas.microsoft.com/office/drawing/2014/main" id="{D62BB184-8B32-44D8-9CFF-8C473D19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927">
            <a:extLst xmlns:a="http://schemas.openxmlformats.org/drawingml/2006/main">
              <a:ext uri="{FF2B5EF4-FFF2-40B4-BE49-F238E27FC236}">
                <a16:creationId xmlns:a16="http://schemas.microsoft.com/office/drawing/2014/main" id="{E3A1A42B-2AE7-4CB6-9D21-2166C18C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4a4d46381f4f63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7d0ece6f88460f"/>
              </a:rPr>
              <a:t>Codex Skills ↗</a:t>
            </a:r>
          </a:p>
        </p:txBody>
      </p:sp>
      <p:sp>
        <p:nvSpPr>
          <p:cNvPr id="20" name="shape-1990">
            <a:extLst xmlns:a="http://schemas.openxmlformats.org/drawingml/2006/main">
              <a:ext uri="{FF2B5EF4-FFF2-40B4-BE49-F238E27FC236}">
                <a16:creationId xmlns:a16="http://schemas.microsoft.com/office/drawing/2014/main" id="{A2217A10-B2A7-499B-B526-4991832F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93699731e4a6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991">
            <a:extLst xmlns:a="http://schemas.openxmlformats.org/drawingml/2006/main">
              <a:ext uri="{FF2B5EF4-FFF2-40B4-BE49-F238E27FC236}">
                <a16:creationId xmlns:a16="http://schemas.microsoft.com/office/drawing/2014/main" id="{2A0C7C95-6997-481E-9117-760AA759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bbd76970048c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992">
            <a:extLst xmlns:a="http://schemas.openxmlformats.org/drawingml/2006/main">
              <a:ext uri="{FF2B5EF4-FFF2-40B4-BE49-F238E27FC236}">
                <a16:creationId xmlns:a16="http://schemas.microsoft.com/office/drawing/2014/main" id="{BEC0A65D-26E9-4E88-AB9D-B3FA433D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60049873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20">
            <a:extLst xmlns:a="http://schemas.openxmlformats.org/drawingml/2006/main">
              <a:ext uri="{FF2B5EF4-FFF2-40B4-BE49-F238E27FC236}">
                <a16:creationId xmlns:a16="http://schemas.microsoft.com/office/drawing/2014/main" id="{135B2F19-9B30-49E5-BD94-21CCDEA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1E8ABA-86D0-4C57-9CFD-AB55E1EE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5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22">
            <a:extLst xmlns:a="http://schemas.openxmlformats.org/drawingml/2006/main">
              <a:ext uri="{FF2B5EF4-FFF2-40B4-BE49-F238E27FC236}">
                <a16:creationId xmlns:a16="http://schemas.microsoft.com/office/drawing/2014/main" id="{FFA3AF31-0CB0-42CF-A1A1-8A622692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A26331-FFDB-41B7-8FF3-3F0E5206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523">
            <a:extLst xmlns:a="http://schemas.openxmlformats.org/drawingml/2006/main">
              <a:ext uri="{FF2B5EF4-FFF2-40B4-BE49-F238E27FC236}">
                <a16:creationId xmlns:a16="http://schemas.microsoft.com/office/drawing/2014/main" id="{65F2DC25-B658-463F-8578-3E175BD0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24">
            <a:extLst xmlns:a="http://schemas.openxmlformats.org/drawingml/2006/main">
              <a:ext uri="{FF2B5EF4-FFF2-40B4-BE49-F238E27FC236}">
                <a16:creationId xmlns:a16="http://schemas.microsoft.com/office/drawing/2014/main" id="{3DE6253A-1B7B-490F-8E4E-881277C2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25">
            <a:extLst xmlns:a="http://schemas.openxmlformats.org/drawingml/2006/main">
              <a:ext uri="{FF2B5EF4-FFF2-40B4-BE49-F238E27FC236}">
                <a16:creationId xmlns:a16="http://schemas.microsoft.com/office/drawing/2014/main" id="{B4F003F3-B88C-42F8-AF99-464D1B27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526">
            <a:extLst xmlns:a="http://schemas.openxmlformats.org/drawingml/2006/main">
              <a:ext uri="{FF2B5EF4-FFF2-40B4-BE49-F238E27FC236}">
                <a16:creationId xmlns:a16="http://schemas.microsoft.com/office/drawing/2014/main" id="{116D01E3-3F1D-4E06-8A5C-EF5C260C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527">
            <a:extLst xmlns:a="http://schemas.openxmlformats.org/drawingml/2006/main">
              <a:ext uri="{FF2B5EF4-FFF2-40B4-BE49-F238E27FC236}">
                <a16:creationId xmlns:a16="http://schemas.microsoft.com/office/drawing/2014/main" id="{939BA54F-5B33-43EA-B396-456EB562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28">
            <a:extLst xmlns:a="http://schemas.openxmlformats.org/drawingml/2006/main">
              <a:ext uri="{FF2B5EF4-FFF2-40B4-BE49-F238E27FC236}">
                <a16:creationId xmlns:a16="http://schemas.microsoft.com/office/drawing/2014/main" id="{80D6AA77-ADFF-4B3A-B5E4-BCC815A8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29">
            <a:extLst xmlns:a="http://schemas.openxmlformats.org/drawingml/2006/main">
              <a:ext uri="{FF2B5EF4-FFF2-40B4-BE49-F238E27FC236}">
                <a16:creationId xmlns:a16="http://schemas.microsoft.com/office/drawing/2014/main" id="{9D44E557-AD95-46C0-974F-877DB9AE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530">
            <a:extLst xmlns:a="http://schemas.openxmlformats.org/drawingml/2006/main">
              <a:ext uri="{FF2B5EF4-FFF2-40B4-BE49-F238E27FC236}">
                <a16:creationId xmlns:a16="http://schemas.microsoft.com/office/drawing/2014/main" id="{1A8ADA42-F924-4B52-BF75-CB11166E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531">
            <a:extLst xmlns:a="http://schemas.openxmlformats.org/drawingml/2006/main">
              <a:ext uri="{FF2B5EF4-FFF2-40B4-BE49-F238E27FC236}">
                <a16:creationId xmlns:a16="http://schemas.microsoft.com/office/drawing/2014/main" id="{8D691F71-B9A4-494D-AC2C-6E142472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32">
            <a:extLst xmlns:a="http://schemas.openxmlformats.org/drawingml/2006/main">
              <a:ext uri="{FF2B5EF4-FFF2-40B4-BE49-F238E27FC236}">
                <a16:creationId xmlns:a16="http://schemas.microsoft.com/office/drawing/2014/main" id="{25E8DCCB-7159-4C44-B844-81837A28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33">
            <a:extLst xmlns:a="http://schemas.openxmlformats.org/drawingml/2006/main">
              <a:ext uri="{FF2B5EF4-FFF2-40B4-BE49-F238E27FC236}">
                <a16:creationId xmlns:a16="http://schemas.microsoft.com/office/drawing/2014/main" id="{4A94DECE-E893-4F9D-9C40-D588908E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534">
            <a:extLst xmlns:a="http://schemas.openxmlformats.org/drawingml/2006/main">
              <a:ext uri="{FF2B5EF4-FFF2-40B4-BE49-F238E27FC236}">
                <a16:creationId xmlns:a16="http://schemas.microsoft.com/office/drawing/2014/main" id="{32723A3E-D340-47C5-86FD-C1DFC4B6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535">
            <a:extLst xmlns:a="http://schemas.openxmlformats.org/drawingml/2006/main">
              <a:ext uri="{FF2B5EF4-FFF2-40B4-BE49-F238E27FC236}">
                <a16:creationId xmlns:a16="http://schemas.microsoft.com/office/drawing/2014/main" id="{776F30FB-330A-44C2-AC8F-C44787F4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36">
            <a:extLst xmlns:a="http://schemas.openxmlformats.org/drawingml/2006/main">
              <a:ext uri="{FF2B5EF4-FFF2-40B4-BE49-F238E27FC236}">
                <a16:creationId xmlns:a16="http://schemas.microsoft.com/office/drawing/2014/main" id="{D8D55DF8-DE1B-4A94-876A-4032FACE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37">
            <a:extLst xmlns:a="http://schemas.openxmlformats.org/drawingml/2006/main">
              <a:ext uri="{FF2B5EF4-FFF2-40B4-BE49-F238E27FC236}">
                <a16:creationId xmlns:a16="http://schemas.microsoft.com/office/drawing/2014/main" id="{77C9DB3F-5832-4009-BC01-F55A7FB0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538">
            <a:extLst xmlns:a="http://schemas.openxmlformats.org/drawingml/2006/main">
              <a:ext uri="{FF2B5EF4-FFF2-40B4-BE49-F238E27FC236}">
                <a16:creationId xmlns:a16="http://schemas.microsoft.com/office/drawing/2014/main" id="{8521C167-239C-4B49-BFDA-9794A91B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928">
            <a:extLst xmlns:a="http://schemas.openxmlformats.org/drawingml/2006/main">
              <a:ext uri="{FF2B5EF4-FFF2-40B4-BE49-F238E27FC236}">
                <a16:creationId xmlns:a16="http://schemas.microsoft.com/office/drawing/2014/main" id="{1A0F10E2-A8E7-4B64-8A00-3C81F693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54fa1057a04087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f9fb2d5310042d7"/>
              </a:rPr>
              <a:t>Codex Skills ↗</a:t>
            </a:r>
          </a:p>
        </p:txBody>
      </p:sp>
      <p:sp>
        <p:nvSpPr>
          <p:cNvPr id="23" name="shape-1993">
            <a:extLst xmlns:a="http://schemas.openxmlformats.org/drawingml/2006/main">
              <a:ext uri="{FF2B5EF4-FFF2-40B4-BE49-F238E27FC236}">
                <a16:creationId xmlns:a16="http://schemas.microsoft.com/office/drawing/2014/main" id="{2442E13E-2B0F-4BDC-9CE5-10C7A310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1c5af7edd409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94">
            <a:extLst xmlns:a="http://schemas.openxmlformats.org/drawingml/2006/main">
              <a:ext uri="{FF2B5EF4-FFF2-40B4-BE49-F238E27FC236}">
                <a16:creationId xmlns:a16="http://schemas.microsoft.com/office/drawing/2014/main" id="{4BE6DA96-C167-46A3-83CE-D984780E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560e4b7a1496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95">
            <a:extLst xmlns:a="http://schemas.openxmlformats.org/drawingml/2006/main">
              <a:ext uri="{FF2B5EF4-FFF2-40B4-BE49-F238E27FC236}">
                <a16:creationId xmlns:a16="http://schemas.microsoft.com/office/drawing/2014/main" id="{CB7120B6-7D9E-4591-8E2B-B7E4E23D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1505689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539">
            <a:extLst xmlns:a="http://schemas.openxmlformats.org/drawingml/2006/main">
              <a:ext uri="{FF2B5EF4-FFF2-40B4-BE49-F238E27FC236}">
                <a16:creationId xmlns:a16="http://schemas.microsoft.com/office/drawing/2014/main" id="{38267755-6501-440D-999A-A9BE561B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540">
            <a:extLst xmlns:a="http://schemas.openxmlformats.org/drawingml/2006/main">
              <a:ext uri="{FF2B5EF4-FFF2-40B4-BE49-F238E27FC236}">
                <a16:creationId xmlns:a16="http://schemas.microsoft.com/office/drawing/2014/main" id="{8E930882-8EC5-43B9-9AED-D3BCE48A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541">
            <a:extLst xmlns:a="http://schemas.openxmlformats.org/drawingml/2006/main">
              <a:ext uri="{FF2B5EF4-FFF2-40B4-BE49-F238E27FC236}">
                <a16:creationId xmlns:a16="http://schemas.microsoft.com/office/drawing/2014/main" id="{E43A43E3-0E39-427E-AC18-34707AA2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542">
            <a:extLst xmlns:a="http://schemas.openxmlformats.org/drawingml/2006/main">
              <a:ext uri="{FF2B5EF4-FFF2-40B4-BE49-F238E27FC236}">
                <a16:creationId xmlns:a16="http://schemas.microsoft.com/office/drawing/2014/main" id="{E538B942-BC81-40AE-BF23-A232EAED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543">
            <a:extLst xmlns:a="http://schemas.openxmlformats.org/drawingml/2006/main">
              <a:ext uri="{FF2B5EF4-FFF2-40B4-BE49-F238E27FC236}">
                <a16:creationId xmlns:a16="http://schemas.microsoft.com/office/drawing/2014/main" id="{1055FC44-7F5F-4FE8-AAD9-4F881994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5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545">
            <a:extLst xmlns:a="http://schemas.openxmlformats.org/drawingml/2006/main">
              <a:ext uri="{FF2B5EF4-FFF2-40B4-BE49-F238E27FC236}">
                <a16:creationId xmlns:a16="http://schemas.microsoft.com/office/drawing/2014/main" id="{3E938F8E-59AF-4D5D-BE4D-665A3305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0F414F-95B7-4F21-B8FC-DC3C5AB4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930">
            <a:extLst xmlns:a="http://schemas.openxmlformats.org/drawingml/2006/main">
              <a:ext uri="{FF2B5EF4-FFF2-40B4-BE49-F238E27FC236}">
                <a16:creationId xmlns:a16="http://schemas.microsoft.com/office/drawing/2014/main" id="{49D4E1F8-011D-4909-84AF-A0C45CA9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2295bbe4554085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2397ad18b4b455f"/>
              </a:rPr>
              <a:t>Codex ↗</a:t>
            </a:r>
          </a:p>
        </p:txBody>
      </p:sp>
      <p:sp>
        <p:nvSpPr>
          <p:cNvPr id="10" name="shape-1998">
            <a:extLst xmlns:a="http://schemas.openxmlformats.org/drawingml/2006/main">
              <a:ext uri="{FF2B5EF4-FFF2-40B4-BE49-F238E27FC236}">
                <a16:creationId xmlns:a16="http://schemas.microsoft.com/office/drawing/2014/main" id="{6C6FDE29-2D3C-4B08-837E-A53EA9F3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5f1f2623d4e3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999">
            <a:extLst xmlns:a="http://schemas.openxmlformats.org/drawingml/2006/main">
              <a:ext uri="{FF2B5EF4-FFF2-40B4-BE49-F238E27FC236}">
                <a16:creationId xmlns:a16="http://schemas.microsoft.com/office/drawing/2014/main" id="{D2F9B8BA-1226-4B4D-ABA6-464942EE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724e1e1634c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2000">
            <a:extLst xmlns:a="http://schemas.openxmlformats.org/drawingml/2006/main">
              <a:ext uri="{FF2B5EF4-FFF2-40B4-BE49-F238E27FC236}">
                <a16:creationId xmlns:a16="http://schemas.microsoft.com/office/drawing/2014/main" id="{FAEC275E-D5D4-4D71-8301-C7DCD020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1711492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546">
            <a:extLst xmlns:a="http://schemas.openxmlformats.org/drawingml/2006/main">
              <a:ext uri="{FF2B5EF4-FFF2-40B4-BE49-F238E27FC236}">
                <a16:creationId xmlns:a16="http://schemas.microsoft.com/office/drawing/2014/main" id="{5569C313-56CC-48DE-8C96-CB08B996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377D7A-60DE-4218-BB35-CE4B2C6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5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48">
            <a:extLst xmlns:a="http://schemas.openxmlformats.org/drawingml/2006/main">
              <a:ext uri="{FF2B5EF4-FFF2-40B4-BE49-F238E27FC236}">
                <a16:creationId xmlns:a16="http://schemas.microsoft.com/office/drawing/2014/main" id="{54A9054C-C84E-48F9-ABFC-456D18C1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83DDA6-2495-44C0-A754-1271A78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549">
            <a:extLst xmlns:a="http://schemas.openxmlformats.org/drawingml/2006/main">
              <a:ext uri="{FF2B5EF4-FFF2-40B4-BE49-F238E27FC236}">
                <a16:creationId xmlns:a16="http://schemas.microsoft.com/office/drawing/2014/main" id="{056CD78C-B1B7-463B-9835-EBB07926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550">
            <a:extLst xmlns:a="http://schemas.openxmlformats.org/drawingml/2006/main">
              <a:ext uri="{FF2B5EF4-FFF2-40B4-BE49-F238E27FC236}">
                <a16:creationId xmlns:a16="http://schemas.microsoft.com/office/drawing/2014/main" id="{87B035CA-650D-4B7C-8FC0-A983E910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551">
            <a:extLst xmlns:a="http://schemas.openxmlformats.org/drawingml/2006/main">
              <a:ext uri="{FF2B5EF4-FFF2-40B4-BE49-F238E27FC236}">
                <a16:creationId xmlns:a16="http://schemas.microsoft.com/office/drawing/2014/main" id="{D9BDF08B-FF38-455C-A8CA-6BBDFFF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552">
            <a:extLst xmlns:a="http://schemas.openxmlformats.org/drawingml/2006/main">
              <a:ext uri="{FF2B5EF4-FFF2-40B4-BE49-F238E27FC236}">
                <a16:creationId xmlns:a16="http://schemas.microsoft.com/office/drawing/2014/main" id="{1DA44050-EB3F-4515-BA9A-57200978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553">
            <a:extLst xmlns:a="http://schemas.openxmlformats.org/drawingml/2006/main">
              <a:ext uri="{FF2B5EF4-FFF2-40B4-BE49-F238E27FC236}">
                <a16:creationId xmlns:a16="http://schemas.microsoft.com/office/drawing/2014/main" id="{5F4517D3-F0B7-4B65-8ABD-F400E5CB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554">
            <a:extLst xmlns:a="http://schemas.openxmlformats.org/drawingml/2006/main">
              <a:ext uri="{FF2B5EF4-FFF2-40B4-BE49-F238E27FC236}">
                <a16:creationId xmlns:a16="http://schemas.microsoft.com/office/drawing/2014/main" id="{10AD4FEC-EBAC-4256-9B07-CFBC08D7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555">
            <a:extLst xmlns:a="http://schemas.openxmlformats.org/drawingml/2006/main">
              <a:ext uri="{FF2B5EF4-FFF2-40B4-BE49-F238E27FC236}">
                <a16:creationId xmlns:a16="http://schemas.microsoft.com/office/drawing/2014/main" id="{9E5859DE-C4FD-4E3F-BDA0-7CB9F0CE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556">
            <a:extLst xmlns:a="http://schemas.openxmlformats.org/drawingml/2006/main">
              <a:ext uri="{FF2B5EF4-FFF2-40B4-BE49-F238E27FC236}">
                <a16:creationId xmlns:a16="http://schemas.microsoft.com/office/drawing/2014/main" id="{A2648206-525A-4895-B632-3C5B0F33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557">
            <a:extLst xmlns:a="http://schemas.openxmlformats.org/drawingml/2006/main">
              <a:ext uri="{FF2B5EF4-FFF2-40B4-BE49-F238E27FC236}">
                <a16:creationId xmlns:a16="http://schemas.microsoft.com/office/drawing/2014/main" id="{EA76DB37-51FB-4674-A07C-070C567E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sp>
        <p:nvSpPr>
          <p:cNvPr id="17" name="text-1558">
            <a:extLst xmlns:a="http://schemas.openxmlformats.org/drawingml/2006/main">
              <a:ext uri="{FF2B5EF4-FFF2-40B4-BE49-F238E27FC236}">
                <a16:creationId xmlns:a16="http://schemas.microsoft.com/office/drawing/2014/main" id="{2F8A173E-D219-4C72-8133-967CAA20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559">
            <a:extLst xmlns:a="http://schemas.openxmlformats.org/drawingml/2006/main">
              <a:ext uri="{FF2B5EF4-FFF2-40B4-BE49-F238E27FC236}">
                <a16:creationId xmlns:a16="http://schemas.microsoft.com/office/drawing/2014/main" id="{CD64F966-81B5-4A2F-ADF6-8A90741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560">
            <a:extLst xmlns:a="http://schemas.openxmlformats.org/drawingml/2006/main">
              <a:ext uri="{FF2B5EF4-FFF2-40B4-BE49-F238E27FC236}">
                <a16:creationId xmlns:a16="http://schemas.microsoft.com/office/drawing/2014/main" id="{E1449E4C-6BE5-415F-9320-D120079A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9F94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2" name="text-1561">
            <a:extLst xmlns:a="http://schemas.openxmlformats.org/drawingml/2006/main">
              <a:ext uri="{FF2B5EF4-FFF2-40B4-BE49-F238E27FC236}">
                <a16:creationId xmlns:a16="http://schemas.microsoft.com/office/drawing/2014/main" id="{AD41E965-6A6A-45CB-BD03-BC22B96D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931">
            <a:extLst xmlns:a="http://schemas.openxmlformats.org/drawingml/2006/main">
              <a:ext uri="{FF2B5EF4-FFF2-40B4-BE49-F238E27FC236}">
                <a16:creationId xmlns:a16="http://schemas.microsoft.com/office/drawing/2014/main" id="{EBF2D0EA-6ADD-4A50-A18E-510F08A4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a89b97d8f440e1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2a5de7004d4755"/>
              </a:rPr>
              <a:t>Codex ↗</a:t>
            </a:r>
          </a:p>
        </p:txBody>
      </p:sp>
      <p:sp>
        <p:nvSpPr>
          <p:cNvPr id="24" name="shape-2001">
            <a:extLst xmlns:a="http://schemas.openxmlformats.org/drawingml/2006/main">
              <a:ext uri="{FF2B5EF4-FFF2-40B4-BE49-F238E27FC236}">
                <a16:creationId xmlns:a16="http://schemas.microsoft.com/office/drawing/2014/main" id="{F11977E8-3821-4C9F-90AE-1DD1C6D2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b4d2f052b4fd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2002">
            <a:extLst xmlns:a="http://schemas.openxmlformats.org/drawingml/2006/main">
              <a:ext uri="{FF2B5EF4-FFF2-40B4-BE49-F238E27FC236}">
                <a16:creationId xmlns:a16="http://schemas.microsoft.com/office/drawing/2014/main" id="{F06BA24C-13B8-45A6-877A-BBBAB705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aabb041da451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2003">
            <a:extLst xmlns:a="http://schemas.openxmlformats.org/drawingml/2006/main">
              <a:ext uri="{FF2B5EF4-FFF2-40B4-BE49-F238E27FC236}">
                <a16:creationId xmlns:a16="http://schemas.microsoft.com/office/drawing/2014/main" id="{BC14075B-33B4-4539-896A-E968CC6C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2063834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562">
            <a:extLst xmlns:a="http://schemas.openxmlformats.org/drawingml/2006/main">
              <a:ext uri="{FF2B5EF4-FFF2-40B4-BE49-F238E27FC236}">
                <a16:creationId xmlns:a16="http://schemas.microsoft.com/office/drawing/2014/main" id="{5C5E7DEC-CD4F-4660-805F-BBC84494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F2EB9B-36FA-46F2-B95D-433E802E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5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64">
            <a:extLst xmlns:a="http://schemas.openxmlformats.org/drawingml/2006/main">
              <a:ext uri="{FF2B5EF4-FFF2-40B4-BE49-F238E27FC236}">
                <a16:creationId xmlns:a16="http://schemas.microsoft.com/office/drawing/2014/main" id="{297CE758-7944-4426-A528-8D615C87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11DE00-2314-45B3-9DF8-04C7E1D1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565">
            <a:extLst xmlns:a="http://schemas.openxmlformats.org/drawingml/2006/main">
              <a:ext uri="{FF2B5EF4-FFF2-40B4-BE49-F238E27FC236}">
                <a16:creationId xmlns:a16="http://schemas.microsoft.com/office/drawing/2014/main" id="{68318A83-8915-4A31-877B-D276CD55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566">
            <a:extLst xmlns:a="http://schemas.openxmlformats.org/drawingml/2006/main">
              <a:ext uri="{FF2B5EF4-FFF2-40B4-BE49-F238E27FC236}">
                <a16:creationId xmlns:a16="http://schemas.microsoft.com/office/drawing/2014/main" id="{66B59054-6129-4726-944B-F33C0D55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67">
            <a:extLst xmlns:a="http://schemas.openxmlformats.org/drawingml/2006/main">
              <a:ext uri="{FF2B5EF4-FFF2-40B4-BE49-F238E27FC236}">
                <a16:creationId xmlns:a16="http://schemas.microsoft.com/office/drawing/2014/main" id="{6F6E9416-1B96-47D7-BAFF-482BBE0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68">
            <a:extLst xmlns:a="http://schemas.openxmlformats.org/drawingml/2006/main">
              <a:ext uri="{FF2B5EF4-FFF2-40B4-BE49-F238E27FC236}">
                <a16:creationId xmlns:a16="http://schemas.microsoft.com/office/drawing/2014/main" id="{CF1B295A-0345-4F82-AA04-BF93EB12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569">
            <a:extLst xmlns:a="http://schemas.openxmlformats.org/drawingml/2006/main">
              <a:ext uri="{FF2B5EF4-FFF2-40B4-BE49-F238E27FC236}">
                <a16:creationId xmlns:a16="http://schemas.microsoft.com/office/drawing/2014/main" id="{705BE0AD-3FE0-40C4-8017-5AE3C676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570">
            <a:extLst xmlns:a="http://schemas.openxmlformats.org/drawingml/2006/main">
              <a:ext uri="{FF2B5EF4-FFF2-40B4-BE49-F238E27FC236}">
                <a16:creationId xmlns:a16="http://schemas.microsoft.com/office/drawing/2014/main" id="{69ECE5BE-B2C1-44F3-BFFC-A395B822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71">
            <a:extLst xmlns:a="http://schemas.openxmlformats.org/drawingml/2006/main">
              <a:ext uri="{FF2B5EF4-FFF2-40B4-BE49-F238E27FC236}">
                <a16:creationId xmlns:a16="http://schemas.microsoft.com/office/drawing/2014/main" id="{06B3C919-C3EE-4894-B9C6-39230DDF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572">
            <a:extLst xmlns:a="http://schemas.openxmlformats.org/drawingml/2006/main">
              <a:ext uri="{FF2B5EF4-FFF2-40B4-BE49-F238E27FC236}">
                <a16:creationId xmlns:a16="http://schemas.microsoft.com/office/drawing/2014/main" id="{51065164-0BFF-4DBA-9001-41A9983F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73">
            <a:extLst xmlns:a="http://schemas.openxmlformats.org/drawingml/2006/main">
              <a:ext uri="{FF2B5EF4-FFF2-40B4-BE49-F238E27FC236}">
                <a16:creationId xmlns:a16="http://schemas.microsoft.com/office/drawing/2014/main" id="{DCC8E70F-FEBB-4C6D-B238-BAF2E060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74">
            <a:extLst xmlns:a="http://schemas.openxmlformats.org/drawingml/2006/main">
              <a:ext uri="{FF2B5EF4-FFF2-40B4-BE49-F238E27FC236}">
                <a16:creationId xmlns:a16="http://schemas.microsoft.com/office/drawing/2014/main" id="{829E46BB-F270-4D06-B1C8-331FA70F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575">
            <a:extLst xmlns:a="http://schemas.openxmlformats.org/drawingml/2006/main">
              <a:ext uri="{FF2B5EF4-FFF2-40B4-BE49-F238E27FC236}">
                <a16:creationId xmlns:a16="http://schemas.microsoft.com/office/drawing/2014/main" id="{1C163E70-7D5B-45E1-A58D-C5DA3356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576">
            <a:extLst xmlns:a="http://schemas.openxmlformats.org/drawingml/2006/main">
              <a:ext uri="{FF2B5EF4-FFF2-40B4-BE49-F238E27FC236}">
                <a16:creationId xmlns:a16="http://schemas.microsoft.com/office/drawing/2014/main" id="{14C28490-076A-4BFB-A199-5BE21486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577">
            <a:extLst xmlns:a="http://schemas.openxmlformats.org/drawingml/2006/main">
              <a:ext uri="{FF2B5EF4-FFF2-40B4-BE49-F238E27FC236}">
                <a16:creationId xmlns:a16="http://schemas.microsoft.com/office/drawing/2014/main" id="{94455915-1454-4B28-BB7B-FA21BA10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578">
            <a:extLst xmlns:a="http://schemas.openxmlformats.org/drawingml/2006/main">
              <a:ext uri="{FF2B5EF4-FFF2-40B4-BE49-F238E27FC236}">
                <a16:creationId xmlns:a16="http://schemas.microsoft.com/office/drawing/2014/main" id="{7AEF3E90-CD89-4F3D-8B18-C36EC653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79">
            <a:extLst xmlns:a="http://schemas.openxmlformats.org/drawingml/2006/main">
              <a:ext uri="{FF2B5EF4-FFF2-40B4-BE49-F238E27FC236}">
                <a16:creationId xmlns:a16="http://schemas.microsoft.com/office/drawing/2014/main" id="{91374D49-4A35-4F62-943E-198BC260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580">
            <a:extLst xmlns:a="http://schemas.openxmlformats.org/drawingml/2006/main">
              <a:ext uri="{FF2B5EF4-FFF2-40B4-BE49-F238E27FC236}">
                <a16:creationId xmlns:a16="http://schemas.microsoft.com/office/drawing/2014/main" id="{31A19C72-A3C7-41AC-BFD1-F8DAF82C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581">
            <a:extLst xmlns:a="http://schemas.openxmlformats.org/drawingml/2006/main">
              <a:ext uri="{FF2B5EF4-FFF2-40B4-BE49-F238E27FC236}">
                <a16:creationId xmlns:a16="http://schemas.microsoft.com/office/drawing/2014/main" id="{F8F90F4B-0E44-4044-9541-05E74802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582">
            <a:extLst xmlns:a="http://schemas.openxmlformats.org/drawingml/2006/main">
              <a:ext uri="{FF2B5EF4-FFF2-40B4-BE49-F238E27FC236}">
                <a16:creationId xmlns:a16="http://schemas.microsoft.com/office/drawing/2014/main" id="{3639C84C-03B9-42AB-AF47-D8422F11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583">
            <a:extLst xmlns:a="http://schemas.openxmlformats.org/drawingml/2006/main">
              <a:ext uri="{FF2B5EF4-FFF2-40B4-BE49-F238E27FC236}">
                <a16:creationId xmlns:a16="http://schemas.microsoft.com/office/drawing/2014/main" id="{D0084E07-EE30-4B7B-ADD0-D838296C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584">
            <a:extLst xmlns:a="http://schemas.openxmlformats.org/drawingml/2006/main">
              <a:ext uri="{FF2B5EF4-FFF2-40B4-BE49-F238E27FC236}">
                <a16:creationId xmlns:a16="http://schemas.microsoft.com/office/drawing/2014/main" id="{F3E8F40A-B5D5-4F80-B378-933437FF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585">
            <a:extLst xmlns:a="http://schemas.openxmlformats.org/drawingml/2006/main">
              <a:ext uri="{FF2B5EF4-FFF2-40B4-BE49-F238E27FC236}">
                <a16:creationId xmlns:a16="http://schemas.microsoft.com/office/drawing/2014/main" id="{82194C7F-6D64-4798-AF6A-6DB4EB84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586">
            <a:extLst xmlns:a="http://schemas.openxmlformats.org/drawingml/2006/main">
              <a:ext uri="{FF2B5EF4-FFF2-40B4-BE49-F238E27FC236}">
                <a16:creationId xmlns:a16="http://schemas.microsoft.com/office/drawing/2014/main" id="{1EEFFA1A-CC6B-49EB-81C7-87BD5427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587">
            <a:extLst xmlns:a="http://schemas.openxmlformats.org/drawingml/2006/main">
              <a:ext uri="{FF2B5EF4-FFF2-40B4-BE49-F238E27FC236}">
                <a16:creationId xmlns:a16="http://schemas.microsoft.com/office/drawing/2014/main" id="{C67BC84B-851A-44DA-8E03-02B87621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588">
            <a:extLst xmlns:a="http://schemas.openxmlformats.org/drawingml/2006/main">
              <a:ext uri="{FF2B5EF4-FFF2-40B4-BE49-F238E27FC236}">
                <a16:creationId xmlns:a16="http://schemas.microsoft.com/office/drawing/2014/main" id="{3113C781-3543-4003-A143-76EA313F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589">
            <a:extLst xmlns:a="http://schemas.openxmlformats.org/drawingml/2006/main">
              <a:ext uri="{FF2B5EF4-FFF2-40B4-BE49-F238E27FC236}">
                <a16:creationId xmlns:a16="http://schemas.microsoft.com/office/drawing/2014/main" id="{7C1E6376-7285-42CB-B9FB-CE036B9F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590">
            <a:extLst xmlns:a="http://schemas.openxmlformats.org/drawingml/2006/main">
              <a:ext uri="{FF2B5EF4-FFF2-40B4-BE49-F238E27FC236}">
                <a16:creationId xmlns:a16="http://schemas.microsoft.com/office/drawing/2014/main" id="{89EAE7B7-E69B-4559-8193-72924ADF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591">
            <a:extLst xmlns:a="http://schemas.openxmlformats.org/drawingml/2006/main">
              <a:ext uri="{FF2B5EF4-FFF2-40B4-BE49-F238E27FC236}">
                <a16:creationId xmlns:a16="http://schemas.microsoft.com/office/drawing/2014/main" id="{7F84E091-580A-439F-ABFD-7403BC1A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592">
            <a:extLst xmlns:a="http://schemas.openxmlformats.org/drawingml/2006/main">
              <a:ext uri="{FF2B5EF4-FFF2-40B4-BE49-F238E27FC236}">
                <a16:creationId xmlns:a16="http://schemas.microsoft.com/office/drawing/2014/main" id="{7C3717EB-A715-4041-A3B4-3D46963F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593">
            <a:extLst xmlns:a="http://schemas.openxmlformats.org/drawingml/2006/main">
              <a:ext uri="{FF2B5EF4-FFF2-40B4-BE49-F238E27FC236}">
                <a16:creationId xmlns:a16="http://schemas.microsoft.com/office/drawing/2014/main" id="{8B69C348-9C0D-4381-BA77-9DEC8634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594">
            <a:extLst xmlns:a="http://schemas.openxmlformats.org/drawingml/2006/main">
              <a:ext uri="{FF2B5EF4-FFF2-40B4-BE49-F238E27FC236}">
                <a16:creationId xmlns:a16="http://schemas.microsoft.com/office/drawing/2014/main" id="{C421DEF2-560C-45E1-AD78-29640C15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595">
            <a:extLst xmlns:a="http://schemas.openxmlformats.org/drawingml/2006/main">
              <a:ext uri="{FF2B5EF4-FFF2-40B4-BE49-F238E27FC236}">
                <a16:creationId xmlns:a16="http://schemas.microsoft.com/office/drawing/2014/main" id="{66D1D351-3053-4493-82F2-25EAFF7A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7" name="shape-1596">
            <a:extLst xmlns:a="http://schemas.openxmlformats.org/drawingml/2006/main">
              <a:ext uri="{FF2B5EF4-FFF2-40B4-BE49-F238E27FC236}">
                <a16:creationId xmlns:a16="http://schemas.microsoft.com/office/drawing/2014/main" id="{ED116464-FB1E-4ADE-BC4E-9C0C02B1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597">
            <a:extLst xmlns:a="http://schemas.openxmlformats.org/drawingml/2006/main">
              <a:ext uri="{FF2B5EF4-FFF2-40B4-BE49-F238E27FC236}">
                <a16:creationId xmlns:a16="http://schemas.microsoft.com/office/drawing/2014/main" id="{30A6D26D-0EE4-4A74-BBE5-E15C4B46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598">
            <a:extLst xmlns:a="http://schemas.openxmlformats.org/drawingml/2006/main">
              <a:ext uri="{FF2B5EF4-FFF2-40B4-BE49-F238E27FC236}">
                <a16:creationId xmlns:a16="http://schemas.microsoft.com/office/drawing/2014/main" id="{6F0F9EA4-3757-42AC-8265-4E8793A4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599">
            <a:extLst xmlns:a="http://schemas.openxmlformats.org/drawingml/2006/main">
              <a:ext uri="{FF2B5EF4-FFF2-40B4-BE49-F238E27FC236}">
                <a16:creationId xmlns:a16="http://schemas.microsoft.com/office/drawing/2014/main" id="{D01CE93E-68A3-42B7-B9B4-7262D977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600">
            <a:extLst xmlns:a="http://schemas.openxmlformats.org/drawingml/2006/main">
              <a:ext uri="{FF2B5EF4-FFF2-40B4-BE49-F238E27FC236}">
                <a16:creationId xmlns:a16="http://schemas.microsoft.com/office/drawing/2014/main" id="{42A39B9D-55E9-4EC5-A0A9-FE6469BF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601">
            <a:extLst xmlns:a="http://schemas.openxmlformats.org/drawingml/2006/main">
              <a:ext uri="{FF2B5EF4-FFF2-40B4-BE49-F238E27FC236}">
                <a16:creationId xmlns:a16="http://schemas.microsoft.com/office/drawing/2014/main" id="{A65B8C5B-DE90-449C-89B3-13D416AE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43" name="shape-1602">
            <a:extLst xmlns:a="http://schemas.openxmlformats.org/drawingml/2006/main">
              <a:ext uri="{FF2B5EF4-FFF2-40B4-BE49-F238E27FC236}">
                <a16:creationId xmlns:a16="http://schemas.microsoft.com/office/drawing/2014/main" id="{06124227-C5EA-4F78-974E-C4231BE0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603">
            <a:extLst xmlns:a="http://schemas.openxmlformats.org/drawingml/2006/main">
              <a:ext uri="{FF2B5EF4-FFF2-40B4-BE49-F238E27FC236}">
                <a16:creationId xmlns:a16="http://schemas.microsoft.com/office/drawing/2014/main" id="{437E2432-9037-426A-9E6D-1D9CE8AE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604">
            <a:extLst xmlns:a="http://schemas.openxmlformats.org/drawingml/2006/main">
              <a:ext uri="{FF2B5EF4-FFF2-40B4-BE49-F238E27FC236}">
                <a16:creationId xmlns:a16="http://schemas.microsoft.com/office/drawing/2014/main" id="{51D17607-C121-465E-A846-3C45A5EB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605">
            <a:extLst xmlns:a="http://schemas.openxmlformats.org/drawingml/2006/main">
              <a:ext uri="{FF2B5EF4-FFF2-40B4-BE49-F238E27FC236}">
                <a16:creationId xmlns:a16="http://schemas.microsoft.com/office/drawing/2014/main" id="{2971C1A0-9179-4E42-BDFA-08514D4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606">
            <a:extLst xmlns:a="http://schemas.openxmlformats.org/drawingml/2006/main">
              <a:ext uri="{FF2B5EF4-FFF2-40B4-BE49-F238E27FC236}">
                <a16:creationId xmlns:a16="http://schemas.microsoft.com/office/drawing/2014/main" id="{D0651AD2-5236-4FCA-A7C1-3D1D3421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932">
            <a:extLst xmlns:a="http://schemas.openxmlformats.org/drawingml/2006/main">
              <a:ext uri="{FF2B5EF4-FFF2-40B4-BE49-F238E27FC236}">
                <a16:creationId xmlns:a16="http://schemas.microsoft.com/office/drawing/2014/main" id="{73D237C9-CFB3-4D12-BFF1-BDA831D0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41f26710a04b67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2f7a76548a403d"/>
              </a:rPr>
              <a:t>Codex ↗</a:t>
            </a:r>
          </a:p>
        </p:txBody>
      </p:sp>
      <p:sp>
        <p:nvSpPr>
          <p:cNvPr id="49" name="shape-2004">
            <a:extLst xmlns:a="http://schemas.openxmlformats.org/drawingml/2006/main">
              <a:ext uri="{FF2B5EF4-FFF2-40B4-BE49-F238E27FC236}">
                <a16:creationId xmlns:a16="http://schemas.microsoft.com/office/drawing/2014/main" id="{138AE227-BCF4-4755-961C-F39F79FA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c427579c1406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2005">
            <a:extLst xmlns:a="http://schemas.openxmlformats.org/drawingml/2006/main">
              <a:ext uri="{FF2B5EF4-FFF2-40B4-BE49-F238E27FC236}">
                <a16:creationId xmlns:a16="http://schemas.microsoft.com/office/drawing/2014/main" id="{8A3137BF-B9B3-4294-AB28-8BB6E8DE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a81c4158544c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2006">
            <a:extLst xmlns:a="http://schemas.openxmlformats.org/drawingml/2006/main">
              <a:ext uri="{FF2B5EF4-FFF2-40B4-BE49-F238E27FC236}">
                <a16:creationId xmlns:a16="http://schemas.microsoft.com/office/drawing/2014/main" id="{B1B6EB10-D64C-4F10-94EB-08E4DB2B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6798374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07">
            <a:extLst xmlns:a="http://schemas.openxmlformats.org/drawingml/2006/main">
              <a:ext uri="{FF2B5EF4-FFF2-40B4-BE49-F238E27FC236}">
                <a16:creationId xmlns:a16="http://schemas.microsoft.com/office/drawing/2014/main" id="{FD80BF3D-23D6-454C-B40D-D51A3F05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98E142-3287-4667-BB92-58D39F70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6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09">
            <a:extLst xmlns:a="http://schemas.openxmlformats.org/drawingml/2006/main">
              <a:ext uri="{FF2B5EF4-FFF2-40B4-BE49-F238E27FC236}">
                <a16:creationId xmlns:a16="http://schemas.microsoft.com/office/drawing/2014/main" id="{F94A2159-2D5B-4194-A68D-11D08FB1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86A268-4DFD-4603-9A12-BA247E56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610">
            <a:extLst xmlns:a="http://schemas.openxmlformats.org/drawingml/2006/main">
              <a:ext uri="{FF2B5EF4-FFF2-40B4-BE49-F238E27FC236}">
                <a16:creationId xmlns:a16="http://schemas.microsoft.com/office/drawing/2014/main" id="{B1B63973-04DA-4F0A-924F-0CDD9D51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11">
            <a:extLst xmlns:a="http://schemas.openxmlformats.org/drawingml/2006/main">
              <a:ext uri="{FF2B5EF4-FFF2-40B4-BE49-F238E27FC236}">
                <a16:creationId xmlns:a16="http://schemas.microsoft.com/office/drawing/2014/main" id="{D5E568C2-33B7-43AB-9D2B-AA65DA27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612">
            <a:extLst xmlns:a="http://schemas.openxmlformats.org/drawingml/2006/main">
              <a:ext uri="{FF2B5EF4-FFF2-40B4-BE49-F238E27FC236}">
                <a16:creationId xmlns:a16="http://schemas.microsoft.com/office/drawing/2014/main" id="{E439C076-1CDA-4B45-B0C8-6AD6A438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613">
            <a:extLst xmlns:a="http://schemas.openxmlformats.org/drawingml/2006/main">
              <a:ext uri="{FF2B5EF4-FFF2-40B4-BE49-F238E27FC236}">
                <a16:creationId xmlns:a16="http://schemas.microsoft.com/office/drawing/2014/main" id="{96AC4836-EA3F-4E69-B174-483F6C29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614">
            <a:extLst xmlns:a="http://schemas.openxmlformats.org/drawingml/2006/main">
              <a:ext uri="{FF2B5EF4-FFF2-40B4-BE49-F238E27FC236}">
                <a16:creationId xmlns:a16="http://schemas.microsoft.com/office/drawing/2014/main" id="{7A9B3741-B6B8-4664-B170-B5B1F93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15">
            <a:extLst xmlns:a="http://schemas.openxmlformats.org/drawingml/2006/main">
              <a:ext uri="{FF2B5EF4-FFF2-40B4-BE49-F238E27FC236}">
                <a16:creationId xmlns:a16="http://schemas.microsoft.com/office/drawing/2014/main" id="{EA8D00F9-ED1C-47E9-B294-2D14DBBA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616">
            <a:extLst xmlns:a="http://schemas.openxmlformats.org/drawingml/2006/main">
              <a:ext uri="{FF2B5EF4-FFF2-40B4-BE49-F238E27FC236}">
                <a16:creationId xmlns:a16="http://schemas.microsoft.com/office/drawing/2014/main" id="{910C7035-EC35-4097-B29B-4044EBBD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617">
            <a:extLst xmlns:a="http://schemas.openxmlformats.org/drawingml/2006/main">
              <a:ext uri="{FF2B5EF4-FFF2-40B4-BE49-F238E27FC236}">
                <a16:creationId xmlns:a16="http://schemas.microsoft.com/office/drawing/2014/main" id="{C44D19FD-F8D9-475B-BFE3-2B8AC87F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618">
            <a:extLst xmlns:a="http://schemas.openxmlformats.org/drawingml/2006/main">
              <a:ext uri="{FF2B5EF4-FFF2-40B4-BE49-F238E27FC236}">
                <a16:creationId xmlns:a16="http://schemas.microsoft.com/office/drawing/2014/main" id="{3A8C069A-D859-4458-A32D-C8C99D30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19">
            <a:extLst xmlns:a="http://schemas.openxmlformats.org/drawingml/2006/main">
              <a:ext uri="{FF2B5EF4-FFF2-40B4-BE49-F238E27FC236}">
                <a16:creationId xmlns:a16="http://schemas.microsoft.com/office/drawing/2014/main" id="{7B5470C0-08A1-47D6-937A-0959DDB5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620">
            <a:extLst xmlns:a="http://schemas.openxmlformats.org/drawingml/2006/main">
              <a:ext uri="{FF2B5EF4-FFF2-40B4-BE49-F238E27FC236}">
                <a16:creationId xmlns:a16="http://schemas.microsoft.com/office/drawing/2014/main" id="{74E49996-B6F0-42B0-8D2D-21CE287C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621">
            <a:extLst xmlns:a="http://schemas.openxmlformats.org/drawingml/2006/main">
              <a:ext uri="{FF2B5EF4-FFF2-40B4-BE49-F238E27FC236}">
                <a16:creationId xmlns:a16="http://schemas.microsoft.com/office/drawing/2014/main" id="{910B33AD-CD72-4C21-8747-99EB8CF4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622">
            <a:extLst xmlns:a="http://schemas.openxmlformats.org/drawingml/2006/main">
              <a:ext uri="{FF2B5EF4-FFF2-40B4-BE49-F238E27FC236}">
                <a16:creationId xmlns:a16="http://schemas.microsoft.com/office/drawing/2014/main" id="{87240269-8D44-4B6F-ADE8-8B72C99F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23">
            <a:extLst xmlns:a="http://schemas.openxmlformats.org/drawingml/2006/main">
              <a:ext uri="{FF2B5EF4-FFF2-40B4-BE49-F238E27FC236}">
                <a16:creationId xmlns:a16="http://schemas.microsoft.com/office/drawing/2014/main" id="{48C8CD25-0F80-45A0-B5E9-B9B1DAC2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624">
            <a:extLst xmlns:a="http://schemas.openxmlformats.org/drawingml/2006/main">
              <a:ext uri="{FF2B5EF4-FFF2-40B4-BE49-F238E27FC236}">
                <a16:creationId xmlns:a16="http://schemas.microsoft.com/office/drawing/2014/main" id="{7FCBCBFA-64CF-4370-9E85-744376D6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625">
            <a:extLst xmlns:a="http://schemas.openxmlformats.org/drawingml/2006/main">
              <a:ext uri="{FF2B5EF4-FFF2-40B4-BE49-F238E27FC236}">
                <a16:creationId xmlns:a16="http://schemas.microsoft.com/office/drawing/2014/main" id="{8F3B5711-404D-4FDB-A2F8-D3DC1000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933">
            <a:extLst xmlns:a="http://schemas.openxmlformats.org/drawingml/2006/main">
              <a:ext uri="{FF2B5EF4-FFF2-40B4-BE49-F238E27FC236}">
                <a16:creationId xmlns:a16="http://schemas.microsoft.com/office/drawing/2014/main" id="{B42034BF-6576-4F67-8874-BC0B8CDE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a39beb67e349f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a97b26fa5084d57"/>
              </a:rPr>
              <a:t>Codex ↗</a:t>
            </a:r>
          </a:p>
        </p:txBody>
      </p:sp>
      <p:sp>
        <p:nvSpPr>
          <p:cNvPr id="23" name="shape-2007">
            <a:extLst xmlns:a="http://schemas.openxmlformats.org/drawingml/2006/main">
              <a:ext uri="{FF2B5EF4-FFF2-40B4-BE49-F238E27FC236}">
                <a16:creationId xmlns:a16="http://schemas.microsoft.com/office/drawing/2014/main" id="{7B11CB89-DAF1-426B-A2B0-1F20DE6F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ad84309154b2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008">
            <a:extLst xmlns:a="http://schemas.openxmlformats.org/drawingml/2006/main">
              <a:ext uri="{FF2B5EF4-FFF2-40B4-BE49-F238E27FC236}">
                <a16:creationId xmlns:a16="http://schemas.microsoft.com/office/drawing/2014/main" id="{3381609F-C9E8-48DC-B41D-3B24D28B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8ed4f12f94e0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009">
            <a:extLst xmlns:a="http://schemas.openxmlformats.org/drawingml/2006/main">
              <a:ext uri="{FF2B5EF4-FFF2-40B4-BE49-F238E27FC236}">
                <a16:creationId xmlns:a16="http://schemas.microsoft.com/office/drawing/2014/main" id="{9971CC21-58FC-4A38-9DC5-482EB44B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2046396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26">
            <a:extLst xmlns:a="http://schemas.openxmlformats.org/drawingml/2006/main">
              <a:ext uri="{FF2B5EF4-FFF2-40B4-BE49-F238E27FC236}">
                <a16:creationId xmlns:a16="http://schemas.microsoft.com/office/drawing/2014/main" id="{A4076C8F-0FF1-4963-8A2C-045C4C26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1EFA3C-B86D-4BB7-8BF2-4EFD362E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6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28">
            <a:extLst xmlns:a="http://schemas.openxmlformats.org/drawingml/2006/main">
              <a:ext uri="{FF2B5EF4-FFF2-40B4-BE49-F238E27FC236}">
                <a16:creationId xmlns:a16="http://schemas.microsoft.com/office/drawing/2014/main" id="{42F10D79-6027-495E-8864-5014872A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59DDA0-1D7F-4D0D-BD01-A6B0419F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629">
            <a:extLst xmlns:a="http://schemas.openxmlformats.org/drawingml/2006/main">
              <a:ext uri="{FF2B5EF4-FFF2-40B4-BE49-F238E27FC236}">
                <a16:creationId xmlns:a16="http://schemas.microsoft.com/office/drawing/2014/main" id="{BB08EE43-25A2-4EF5-98C5-464FB0D9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30">
            <a:extLst xmlns:a="http://schemas.openxmlformats.org/drawingml/2006/main">
              <a:ext uri="{FF2B5EF4-FFF2-40B4-BE49-F238E27FC236}">
                <a16:creationId xmlns:a16="http://schemas.microsoft.com/office/drawing/2014/main" id="{D010B3EF-5604-4A54-BB3E-373DA965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31">
            <a:extLst xmlns:a="http://schemas.openxmlformats.org/drawingml/2006/main">
              <a:ext uri="{FF2B5EF4-FFF2-40B4-BE49-F238E27FC236}">
                <a16:creationId xmlns:a16="http://schemas.microsoft.com/office/drawing/2014/main" id="{7F56B8C4-72A4-44A5-B55A-6C631BB7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632">
            <a:extLst xmlns:a="http://schemas.openxmlformats.org/drawingml/2006/main">
              <a:ext uri="{FF2B5EF4-FFF2-40B4-BE49-F238E27FC236}">
                <a16:creationId xmlns:a16="http://schemas.microsoft.com/office/drawing/2014/main" id="{6DA2DAA4-326F-4A48-818B-0E09FA6E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633">
            <a:extLst xmlns:a="http://schemas.openxmlformats.org/drawingml/2006/main">
              <a:ext uri="{FF2B5EF4-FFF2-40B4-BE49-F238E27FC236}">
                <a16:creationId xmlns:a16="http://schemas.microsoft.com/office/drawing/2014/main" id="{F6B95B7B-B73F-4D23-A3A2-A7BF706E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34">
            <a:extLst xmlns:a="http://schemas.openxmlformats.org/drawingml/2006/main">
              <a:ext uri="{FF2B5EF4-FFF2-40B4-BE49-F238E27FC236}">
                <a16:creationId xmlns:a16="http://schemas.microsoft.com/office/drawing/2014/main" id="{74771401-066F-4385-A8A4-EABBC245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35">
            <a:extLst xmlns:a="http://schemas.openxmlformats.org/drawingml/2006/main">
              <a:ext uri="{FF2B5EF4-FFF2-40B4-BE49-F238E27FC236}">
                <a16:creationId xmlns:a16="http://schemas.microsoft.com/office/drawing/2014/main" id="{550F9CF6-D17D-4BA4-9D42-508F1FE7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636">
            <a:extLst xmlns:a="http://schemas.openxmlformats.org/drawingml/2006/main">
              <a:ext uri="{FF2B5EF4-FFF2-40B4-BE49-F238E27FC236}">
                <a16:creationId xmlns:a16="http://schemas.microsoft.com/office/drawing/2014/main" id="{36A3A36D-1FF9-453E-99A7-403FC9F1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637">
            <a:extLst xmlns:a="http://schemas.openxmlformats.org/drawingml/2006/main">
              <a:ext uri="{FF2B5EF4-FFF2-40B4-BE49-F238E27FC236}">
                <a16:creationId xmlns:a16="http://schemas.microsoft.com/office/drawing/2014/main" id="{2E672050-4601-4CB0-B3D1-2C20EEB7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38">
            <a:extLst xmlns:a="http://schemas.openxmlformats.org/drawingml/2006/main">
              <a:ext uri="{FF2B5EF4-FFF2-40B4-BE49-F238E27FC236}">
                <a16:creationId xmlns:a16="http://schemas.microsoft.com/office/drawing/2014/main" id="{64454604-8149-4EC0-844A-BDF881E8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39">
            <a:extLst xmlns:a="http://schemas.openxmlformats.org/drawingml/2006/main">
              <a:ext uri="{FF2B5EF4-FFF2-40B4-BE49-F238E27FC236}">
                <a16:creationId xmlns:a16="http://schemas.microsoft.com/office/drawing/2014/main" id="{20076D0A-D383-4420-ACAC-009AF453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640">
            <a:extLst xmlns:a="http://schemas.openxmlformats.org/drawingml/2006/main">
              <a:ext uri="{FF2B5EF4-FFF2-40B4-BE49-F238E27FC236}">
                <a16:creationId xmlns:a16="http://schemas.microsoft.com/office/drawing/2014/main" id="{3DC76835-DA48-4EA0-B6E3-02E0C0D1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641">
            <a:extLst xmlns:a="http://schemas.openxmlformats.org/drawingml/2006/main">
              <a:ext uri="{FF2B5EF4-FFF2-40B4-BE49-F238E27FC236}">
                <a16:creationId xmlns:a16="http://schemas.microsoft.com/office/drawing/2014/main" id="{2281DBA9-83EF-46C8-A4BE-7CFE8821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42">
            <a:extLst xmlns:a="http://schemas.openxmlformats.org/drawingml/2006/main">
              <a:ext uri="{FF2B5EF4-FFF2-40B4-BE49-F238E27FC236}">
                <a16:creationId xmlns:a16="http://schemas.microsoft.com/office/drawing/2014/main" id="{54852AD1-4F4D-43D2-AB54-9944500A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43">
            <a:extLst xmlns:a="http://schemas.openxmlformats.org/drawingml/2006/main">
              <a:ext uri="{FF2B5EF4-FFF2-40B4-BE49-F238E27FC236}">
                <a16:creationId xmlns:a16="http://schemas.microsoft.com/office/drawing/2014/main" id="{7F3B59A9-6868-441E-8F35-C51A7A0B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644">
            <a:extLst xmlns:a="http://schemas.openxmlformats.org/drawingml/2006/main">
              <a:ext uri="{FF2B5EF4-FFF2-40B4-BE49-F238E27FC236}">
                <a16:creationId xmlns:a16="http://schemas.microsoft.com/office/drawing/2014/main" id="{3AC56CA6-FE9F-4674-B387-E9407C38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645">
            <a:extLst xmlns:a="http://schemas.openxmlformats.org/drawingml/2006/main">
              <a:ext uri="{FF2B5EF4-FFF2-40B4-BE49-F238E27FC236}">
                <a16:creationId xmlns:a16="http://schemas.microsoft.com/office/drawing/2014/main" id="{822DF63D-8725-4D4A-831C-C1A4C6B4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646">
            <a:extLst xmlns:a="http://schemas.openxmlformats.org/drawingml/2006/main">
              <a:ext uri="{FF2B5EF4-FFF2-40B4-BE49-F238E27FC236}">
                <a16:creationId xmlns:a16="http://schemas.microsoft.com/office/drawing/2014/main" id="{50250A8B-7273-42E0-BD14-7607D19E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647">
            <a:extLst xmlns:a="http://schemas.openxmlformats.org/drawingml/2006/main">
              <a:ext uri="{FF2B5EF4-FFF2-40B4-BE49-F238E27FC236}">
                <a16:creationId xmlns:a16="http://schemas.microsoft.com/office/drawing/2014/main" id="{A2D0DBC9-6F0A-47D2-8AAE-D1978BEE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648">
            <a:extLst xmlns:a="http://schemas.openxmlformats.org/drawingml/2006/main">
              <a:ext uri="{FF2B5EF4-FFF2-40B4-BE49-F238E27FC236}">
                <a16:creationId xmlns:a16="http://schemas.microsoft.com/office/drawing/2014/main" id="{B14885BF-103B-4D81-A72C-20C18987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9" name="text-1649">
            <a:extLst xmlns:a="http://schemas.openxmlformats.org/drawingml/2006/main">
              <a:ext uri="{FF2B5EF4-FFF2-40B4-BE49-F238E27FC236}">
                <a16:creationId xmlns:a16="http://schemas.microsoft.com/office/drawing/2014/main" id="{11C1B15F-39E7-451D-A9F0-08A41B9A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934">
            <a:extLst xmlns:a="http://schemas.openxmlformats.org/drawingml/2006/main">
              <a:ext uri="{FF2B5EF4-FFF2-40B4-BE49-F238E27FC236}">
                <a16:creationId xmlns:a16="http://schemas.microsoft.com/office/drawing/2014/main" id="{661B54AF-F731-46E7-8756-A1B3F24A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d98caf5e0b4c5e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4f112380784bc3"/>
              </a:rPr>
              <a:t>Codex ↗</a:t>
            </a:r>
          </a:p>
        </p:txBody>
      </p:sp>
      <p:sp>
        <p:nvSpPr>
          <p:cNvPr id="31" name="shape-2010">
            <a:extLst xmlns:a="http://schemas.openxmlformats.org/drawingml/2006/main">
              <a:ext uri="{FF2B5EF4-FFF2-40B4-BE49-F238E27FC236}">
                <a16:creationId xmlns:a16="http://schemas.microsoft.com/office/drawing/2014/main" id="{880FFD77-895D-4E1B-B6CB-AC11EA19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1b0773ccd441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011">
            <a:extLst xmlns:a="http://schemas.openxmlformats.org/drawingml/2006/main">
              <a:ext uri="{FF2B5EF4-FFF2-40B4-BE49-F238E27FC236}">
                <a16:creationId xmlns:a16="http://schemas.microsoft.com/office/drawing/2014/main" id="{C9072C7D-DA7E-423A-88A5-DFD432FE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17ecda66445e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012">
            <a:extLst xmlns:a="http://schemas.openxmlformats.org/drawingml/2006/main">
              <a:ext uri="{FF2B5EF4-FFF2-40B4-BE49-F238E27FC236}">
                <a16:creationId xmlns:a16="http://schemas.microsoft.com/office/drawing/2014/main" id="{16F06115-D805-41E4-A902-C04C56DF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7092454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650">
            <a:extLst xmlns:a="http://schemas.openxmlformats.org/drawingml/2006/main">
              <a:ext uri="{FF2B5EF4-FFF2-40B4-BE49-F238E27FC236}">
                <a16:creationId xmlns:a16="http://schemas.microsoft.com/office/drawing/2014/main" id="{292244D2-90C4-4BF1-836C-3C57D346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8A5C9C-0CF6-4427-8C85-63AADE81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6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52">
            <a:extLst xmlns:a="http://schemas.openxmlformats.org/drawingml/2006/main">
              <a:ext uri="{FF2B5EF4-FFF2-40B4-BE49-F238E27FC236}">
                <a16:creationId xmlns:a16="http://schemas.microsoft.com/office/drawing/2014/main" id="{9F6A047C-E65C-49C6-A59A-B9F65D98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4935C3-5E4C-4334-8110-D5BB8CF1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653">
            <a:extLst xmlns:a="http://schemas.openxmlformats.org/drawingml/2006/main">
              <a:ext uri="{FF2B5EF4-FFF2-40B4-BE49-F238E27FC236}">
                <a16:creationId xmlns:a16="http://schemas.microsoft.com/office/drawing/2014/main" id="{3E279104-99EE-44B4-BA2A-D5B30704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54">
            <a:extLst xmlns:a="http://schemas.openxmlformats.org/drawingml/2006/main">
              <a:ext uri="{FF2B5EF4-FFF2-40B4-BE49-F238E27FC236}">
                <a16:creationId xmlns:a16="http://schemas.microsoft.com/office/drawing/2014/main" id="{8CDCD366-DBE0-4341-B6D9-CFCF7295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55">
            <a:extLst xmlns:a="http://schemas.openxmlformats.org/drawingml/2006/main">
              <a:ext uri="{FF2B5EF4-FFF2-40B4-BE49-F238E27FC236}">
                <a16:creationId xmlns:a16="http://schemas.microsoft.com/office/drawing/2014/main" id="{BD2CADD1-C3E9-40F3-8252-01A943F3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56">
            <a:extLst xmlns:a="http://schemas.openxmlformats.org/drawingml/2006/main">
              <a:ext uri="{FF2B5EF4-FFF2-40B4-BE49-F238E27FC236}">
                <a16:creationId xmlns:a16="http://schemas.microsoft.com/office/drawing/2014/main" id="{F9D07D93-AABC-4CCC-BCFA-08E01124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657">
            <a:extLst xmlns:a="http://schemas.openxmlformats.org/drawingml/2006/main">
              <a:ext uri="{FF2B5EF4-FFF2-40B4-BE49-F238E27FC236}">
                <a16:creationId xmlns:a16="http://schemas.microsoft.com/office/drawing/2014/main" id="{B1B0D0ED-5DAC-4EED-AF27-051327D8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58">
            <a:extLst xmlns:a="http://schemas.openxmlformats.org/drawingml/2006/main">
              <a:ext uri="{FF2B5EF4-FFF2-40B4-BE49-F238E27FC236}">
                <a16:creationId xmlns:a16="http://schemas.microsoft.com/office/drawing/2014/main" id="{E6E03BB2-8302-4D5E-A6B1-1E3E6A7B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659">
            <a:extLst xmlns:a="http://schemas.openxmlformats.org/drawingml/2006/main">
              <a:ext uri="{FF2B5EF4-FFF2-40B4-BE49-F238E27FC236}">
                <a16:creationId xmlns:a16="http://schemas.microsoft.com/office/drawing/2014/main" id="{B72D5E1F-0AC9-48FD-A3FE-E428FC08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60">
            <a:extLst xmlns:a="http://schemas.openxmlformats.org/drawingml/2006/main">
              <a:ext uri="{FF2B5EF4-FFF2-40B4-BE49-F238E27FC236}">
                <a16:creationId xmlns:a16="http://schemas.microsoft.com/office/drawing/2014/main" id="{2F4DF1D9-4DE7-465C-A0CE-364BC3083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661">
            <a:extLst xmlns:a="http://schemas.openxmlformats.org/drawingml/2006/main">
              <a:ext uri="{FF2B5EF4-FFF2-40B4-BE49-F238E27FC236}">
                <a16:creationId xmlns:a16="http://schemas.microsoft.com/office/drawing/2014/main" id="{CCFB50D3-5FF6-4B23-9037-605426F2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62">
            <a:extLst xmlns:a="http://schemas.openxmlformats.org/drawingml/2006/main">
              <a:ext uri="{FF2B5EF4-FFF2-40B4-BE49-F238E27FC236}">
                <a16:creationId xmlns:a16="http://schemas.microsoft.com/office/drawing/2014/main" id="{0F1C4618-EB23-4E19-81D5-FB59E88D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663">
            <a:extLst xmlns:a="http://schemas.openxmlformats.org/drawingml/2006/main">
              <a:ext uri="{FF2B5EF4-FFF2-40B4-BE49-F238E27FC236}">
                <a16:creationId xmlns:a16="http://schemas.microsoft.com/office/drawing/2014/main" id="{4DEB2C53-54B2-4DD4-8CD0-1FE71770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664">
            <a:extLst xmlns:a="http://schemas.openxmlformats.org/drawingml/2006/main">
              <a:ext uri="{FF2B5EF4-FFF2-40B4-BE49-F238E27FC236}">
                <a16:creationId xmlns:a16="http://schemas.microsoft.com/office/drawing/2014/main" id="{52820A6C-A5FC-4130-9ABA-E4FD37F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65">
            <a:extLst xmlns:a="http://schemas.openxmlformats.org/drawingml/2006/main">
              <a:ext uri="{FF2B5EF4-FFF2-40B4-BE49-F238E27FC236}">
                <a16:creationId xmlns:a16="http://schemas.microsoft.com/office/drawing/2014/main" id="{3BD17CCB-004F-4212-8FAD-6D1297F6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935">
            <a:extLst xmlns:a="http://schemas.openxmlformats.org/drawingml/2006/main">
              <a:ext uri="{FF2B5EF4-FFF2-40B4-BE49-F238E27FC236}">
                <a16:creationId xmlns:a16="http://schemas.microsoft.com/office/drawing/2014/main" id="{D277A6BD-EEE4-4342-A1E5-77F70EED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d96d13baa8463f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26465782d745c0"/>
              </a:rPr>
              <a:t>Codex ↗</a:t>
            </a:r>
          </a:p>
        </p:txBody>
      </p:sp>
      <p:sp>
        <p:nvSpPr>
          <p:cNvPr id="20" name="shape-2013">
            <a:extLst xmlns:a="http://schemas.openxmlformats.org/drawingml/2006/main">
              <a:ext uri="{FF2B5EF4-FFF2-40B4-BE49-F238E27FC236}">
                <a16:creationId xmlns:a16="http://schemas.microsoft.com/office/drawing/2014/main" id="{783FD884-1159-46E8-913B-506006D9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bc1fbf8ca4aa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014">
            <a:extLst xmlns:a="http://schemas.openxmlformats.org/drawingml/2006/main">
              <a:ext uri="{FF2B5EF4-FFF2-40B4-BE49-F238E27FC236}">
                <a16:creationId xmlns:a16="http://schemas.microsoft.com/office/drawing/2014/main" id="{3A89DC92-F3D7-41AE-81FE-01CFF112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070ede56a94c1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015">
            <a:extLst xmlns:a="http://schemas.openxmlformats.org/drawingml/2006/main">
              <a:ext uri="{FF2B5EF4-FFF2-40B4-BE49-F238E27FC236}">
                <a16:creationId xmlns:a16="http://schemas.microsoft.com/office/drawing/2014/main" id="{BF4C14FB-6327-43E0-B6B4-51BCA638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1794551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66">
            <a:extLst xmlns:a="http://schemas.openxmlformats.org/drawingml/2006/main">
              <a:ext uri="{FF2B5EF4-FFF2-40B4-BE49-F238E27FC236}">
                <a16:creationId xmlns:a16="http://schemas.microsoft.com/office/drawing/2014/main" id="{D0BDB450-B8EE-4E8B-826A-5BBB8A0F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64FB24-3BB0-4CFB-AE01-A77CC5F2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6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68">
            <a:extLst xmlns:a="http://schemas.openxmlformats.org/drawingml/2006/main">
              <a:ext uri="{FF2B5EF4-FFF2-40B4-BE49-F238E27FC236}">
                <a16:creationId xmlns:a16="http://schemas.microsoft.com/office/drawing/2014/main" id="{EEA99BAC-823B-49F0-B316-B44B324B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B3A4F9-7072-4DDB-9915-7AFA91D0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669">
            <a:extLst xmlns:a="http://schemas.openxmlformats.org/drawingml/2006/main">
              <a:ext uri="{FF2B5EF4-FFF2-40B4-BE49-F238E27FC236}">
                <a16:creationId xmlns:a16="http://schemas.microsoft.com/office/drawing/2014/main" id="{762ECEBF-C3FB-4363-B3F3-07284BF3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70">
            <a:extLst xmlns:a="http://schemas.openxmlformats.org/drawingml/2006/main">
              <a:ext uri="{FF2B5EF4-FFF2-40B4-BE49-F238E27FC236}">
                <a16:creationId xmlns:a16="http://schemas.microsoft.com/office/drawing/2014/main" id="{307422D2-3449-4AAB-9117-1C4CC7C0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71">
            <a:extLst xmlns:a="http://schemas.openxmlformats.org/drawingml/2006/main">
              <a:ext uri="{FF2B5EF4-FFF2-40B4-BE49-F238E27FC236}">
                <a16:creationId xmlns:a16="http://schemas.microsoft.com/office/drawing/2014/main" id="{6454C2AC-4E22-44B1-8FF7-021C23F6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672">
            <a:extLst xmlns:a="http://schemas.openxmlformats.org/drawingml/2006/main">
              <a:ext uri="{FF2B5EF4-FFF2-40B4-BE49-F238E27FC236}">
                <a16:creationId xmlns:a16="http://schemas.microsoft.com/office/drawing/2014/main" id="{728D4581-06E4-4BE9-B7B2-3E583A3F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673">
            <a:extLst xmlns:a="http://schemas.openxmlformats.org/drawingml/2006/main">
              <a:ext uri="{FF2B5EF4-FFF2-40B4-BE49-F238E27FC236}">
                <a16:creationId xmlns:a16="http://schemas.microsoft.com/office/drawing/2014/main" id="{9FA8D81E-4379-4A63-9A30-486397FB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74">
            <a:extLst xmlns:a="http://schemas.openxmlformats.org/drawingml/2006/main">
              <a:ext uri="{FF2B5EF4-FFF2-40B4-BE49-F238E27FC236}">
                <a16:creationId xmlns:a16="http://schemas.microsoft.com/office/drawing/2014/main" id="{EAF0271C-3C8F-448C-801D-D2186710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75">
            <a:extLst xmlns:a="http://schemas.openxmlformats.org/drawingml/2006/main">
              <a:ext uri="{FF2B5EF4-FFF2-40B4-BE49-F238E27FC236}">
                <a16:creationId xmlns:a16="http://schemas.microsoft.com/office/drawing/2014/main" id="{CB38A9D3-0359-4B53-9048-63249D15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676">
            <a:extLst xmlns:a="http://schemas.openxmlformats.org/drawingml/2006/main">
              <a:ext uri="{FF2B5EF4-FFF2-40B4-BE49-F238E27FC236}">
                <a16:creationId xmlns:a16="http://schemas.microsoft.com/office/drawing/2014/main" id="{26DFF18D-36CD-456C-A5EE-8A680D34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677">
            <a:extLst xmlns:a="http://schemas.openxmlformats.org/drawingml/2006/main">
              <a:ext uri="{FF2B5EF4-FFF2-40B4-BE49-F238E27FC236}">
                <a16:creationId xmlns:a16="http://schemas.microsoft.com/office/drawing/2014/main" id="{76A18E33-050C-4874-AA0A-AD2840DF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78">
            <a:extLst xmlns:a="http://schemas.openxmlformats.org/drawingml/2006/main">
              <a:ext uri="{FF2B5EF4-FFF2-40B4-BE49-F238E27FC236}">
                <a16:creationId xmlns:a16="http://schemas.microsoft.com/office/drawing/2014/main" id="{8CBAC07F-9180-4B37-B102-F9EB98EF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79">
            <a:extLst xmlns:a="http://schemas.openxmlformats.org/drawingml/2006/main">
              <a:ext uri="{FF2B5EF4-FFF2-40B4-BE49-F238E27FC236}">
                <a16:creationId xmlns:a16="http://schemas.microsoft.com/office/drawing/2014/main" id="{3E177922-ABE0-4CD7-AB7B-CC570673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680">
            <a:extLst xmlns:a="http://schemas.openxmlformats.org/drawingml/2006/main">
              <a:ext uri="{FF2B5EF4-FFF2-40B4-BE49-F238E27FC236}">
                <a16:creationId xmlns:a16="http://schemas.microsoft.com/office/drawing/2014/main" id="{B7EB1896-7058-41EE-9A3B-4092A1C1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681">
            <a:extLst xmlns:a="http://schemas.openxmlformats.org/drawingml/2006/main">
              <a:ext uri="{FF2B5EF4-FFF2-40B4-BE49-F238E27FC236}">
                <a16:creationId xmlns:a16="http://schemas.microsoft.com/office/drawing/2014/main" id="{3216D85B-CFD6-4490-8049-6D1ECD93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82">
            <a:extLst xmlns:a="http://schemas.openxmlformats.org/drawingml/2006/main">
              <a:ext uri="{FF2B5EF4-FFF2-40B4-BE49-F238E27FC236}">
                <a16:creationId xmlns:a16="http://schemas.microsoft.com/office/drawing/2014/main" id="{8AA5DF24-5E74-4AAB-A48D-404B7922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83">
            <a:extLst xmlns:a="http://schemas.openxmlformats.org/drawingml/2006/main">
              <a:ext uri="{FF2B5EF4-FFF2-40B4-BE49-F238E27FC236}">
                <a16:creationId xmlns:a16="http://schemas.microsoft.com/office/drawing/2014/main" id="{B9CB073B-E1A1-4E02-B97F-13C90AFB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684">
            <a:extLst xmlns:a="http://schemas.openxmlformats.org/drawingml/2006/main">
              <a:ext uri="{FF2B5EF4-FFF2-40B4-BE49-F238E27FC236}">
                <a16:creationId xmlns:a16="http://schemas.microsoft.com/office/drawing/2014/main" id="{5A7E23FD-4725-4F0C-B0F1-B105E89B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685">
            <a:extLst xmlns:a="http://schemas.openxmlformats.org/drawingml/2006/main">
              <a:ext uri="{FF2B5EF4-FFF2-40B4-BE49-F238E27FC236}">
                <a16:creationId xmlns:a16="http://schemas.microsoft.com/office/drawing/2014/main" id="{E3E011E3-513C-4DB6-B650-69065D2F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686">
            <a:extLst xmlns:a="http://schemas.openxmlformats.org/drawingml/2006/main">
              <a:ext uri="{FF2B5EF4-FFF2-40B4-BE49-F238E27FC236}">
                <a16:creationId xmlns:a16="http://schemas.microsoft.com/office/drawing/2014/main" id="{2E339A0F-7FFD-47B3-A762-517B7AE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687">
            <a:extLst xmlns:a="http://schemas.openxmlformats.org/drawingml/2006/main">
              <a:ext uri="{FF2B5EF4-FFF2-40B4-BE49-F238E27FC236}">
                <a16:creationId xmlns:a16="http://schemas.microsoft.com/office/drawing/2014/main" id="{C39778F8-5F88-4F9B-BBAB-8E394F14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688">
            <a:extLst xmlns:a="http://schemas.openxmlformats.org/drawingml/2006/main">
              <a:ext uri="{FF2B5EF4-FFF2-40B4-BE49-F238E27FC236}">
                <a16:creationId xmlns:a16="http://schemas.microsoft.com/office/drawing/2014/main" id="{6E26EB2C-139F-4747-9F7A-6DC8A94A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689">
            <a:extLst xmlns:a="http://schemas.openxmlformats.org/drawingml/2006/main">
              <a:ext uri="{FF2B5EF4-FFF2-40B4-BE49-F238E27FC236}">
                <a16:creationId xmlns:a16="http://schemas.microsoft.com/office/drawing/2014/main" id="{501554D6-9E83-4493-B877-7C025043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690">
            <a:extLst xmlns:a="http://schemas.openxmlformats.org/drawingml/2006/main">
              <a:ext uri="{FF2B5EF4-FFF2-40B4-BE49-F238E27FC236}">
                <a16:creationId xmlns:a16="http://schemas.microsoft.com/office/drawing/2014/main" id="{CA957BFA-0551-4734-B328-4D5CCDA0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691">
            <a:extLst xmlns:a="http://schemas.openxmlformats.org/drawingml/2006/main">
              <a:ext uri="{FF2B5EF4-FFF2-40B4-BE49-F238E27FC236}">
                <a16:creationId xmlns:a16="http://schemas.microsoft.com/office/drawing/2014/main" id="{BE84A2F5-9D43-497E-B3E2-04883709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692">
            <a:extLst xmlns:a="http://schemas.openxmlformats.org/drawingml/2006/main">
              <a:ext uri="{FF2B5EF4-FFF2-40B4-BE49-F238E27FC236}">
                <a16:creationId xmlns:a16="http://schemas.microsoft.com/office/drawing/2014/main" id="{10974446-A3B3-4BF8-B604-D5DFFDF2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936">
            <a:extLst xmlns:a="http://schemas.openxmlformats.org/drawingml/2006/main">
              <a:ext uri="{FF2B5EF4-FFF2-40B4-BE49-F238E27FC236}">
                <a16:creationId xmlns:a16="http://schemas.microsoft.com/office/drawing/2014/main" id="{9905CD39-4F55-40DB-805F-DB3B5062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480b2020ed4044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8c3b270e37b43ba"/>
              </a:rPr>
              <a:t>Codex ↗</a:t>
            </a:r>
          </a:p>
        </p:txBody>
      </p:sp>
      <p:sp>
        <p:nvSpPr>
          <p:cNvPr id="31" name="shape-2016">
            <a:extLst xmlns:a="http://schemas.openxmlformats.org/drawingml/2006/main">
              <a:ext uri="{FF2B5EF4-FFF2-40B4-BE49-F238E27FC236}">
                <a16:creationId xmlns:a16="http://schemas.microsoft.com/office/drawing/2014/main" id="{4EFEB6B8-E497-4CCF-8A79-5BC2EC5C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716fb23f74f9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017">
            <a:extLst xmlns:a="http://schemas.openxmlformats.org/drawingml/2006/main">
              <a:ext uri="{FF2B5EF4-FFF2-40B4-BE49-F238E27FC236}">
                <a16:creationId xmlns:a16="http://schemas.microsoft.com/office/drawing/2014/main" id="{0DD251F9-9D83-443F-840D-9DCD8D4F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058a9a66d4a7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018">
            <a:extLst xmlns:a="http://schemas.openxmlformats.org/drawingml/2006/main">
              <a:ext uri="{FF2B5EF4-FFF2-40B4-BE49-F238E27FC236}">
                <a16:creationId xmlns:a16="http://schemas.microsoft.com/office/drawing/2014/main" id="{AD6B08A1-FA9F-4CAF-BEC9-2AD66E7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0624698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93">
            <a:extLst xmlns:a="http://schemas.openxmlformats.org/drawingml/2006/main">
              <a:ext uri="{FF2B5EF4-FFF2-40B4-BE49-F238E27FC236}">
                <a16:creationId xmlns:a16="http://schemas.microsoft.com/office/drawing/2014/main" id="{91953249-22F1-4BD9-A36D-5EC8CBAE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5721F9-7D0D-46F2-8801-0CC53E37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6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95">
            <a:extLst xmlns:a="http://schemas.openxmlformats.org/drawingml/2006/main">
              <a:ext uri="{FF2B5EF4-FFF2-40B4-BE49-F238E27FC236}">
                <a16:creationId xmlns:a16="http://schemas.microsoft.com/office/drawing/2014/main" id="{CEA38B63-6DAC-46D4-88C2-0112745D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1BE31F-4937-4DAD-BB1D-94E06471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696">
            <a:extLst xmlns:a="http://schemas.openxmlformats.org/drawingml/2006/main">
              <a:ext uri="{FF2B5EF4-FFF2-40B4-BE49-F238E27FC236}">
                <a16:creationId xmlns:a16="http://schemas.microsoft.com/office/drawing/2014/main" id="{B40A28D6-0BF0-4842-A5F1-D2992330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97">
            <a:extLst xmlns:a="http://schemas.openxmlformats.org/drawingml/2006/main">
              <a:ext uri="{FF2B5EF4-FFF2-40B4-BE49-F238E27FC236}">
                <a16:creationId xmlns:a16="http://schemas.microsoft.com/office/drawing/2014/main" id="{C69750BA-20E5-4263-9778-60D5558B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98">
            <a:extLst xmlns:a="http://schemas.openxmlformats.org/drawingml/2006/main">
              <a:ext uri="{FF2B5EF4-FFF2-40B4-BE49-F238E27FC236}">
                <a16:creationId xmlns:a16="http://schemas.microsoft.com/office/drawing/2014/main" id="{980645FF-9B99-4B48-B6E6-98FE6FF3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699">
            <a:extLst xmlns:a="http://schemas.openxmlformats.org/drawingml/2006/main">
              <a:ext uri="{FF2B5EF4-FFF2-40B4-BE49-F238E27FC236}">
                <a16:creationId xmlns:a16="http://schemas.microsoft.com/office/drawing/2014/main" id="{C3A19198-9864-4248-BC1B-49EFDBA3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700">
            <a:extLst xmlns:a="http://schemas.openxmlformats.org/drawingml/2006/main">
              <a:ext uri="{FF2B5EF4-FFF2-40B4-BE49-F238E27FC236}">
                <a16:creationId xmlns:a16="http://schemas.microsoft.com/office/drawing/2014/main" id="{8A685743-E606-4705-BA35-557BF797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01">
            <a:extLst xmlns:a="http://schemas.openxmlformats.org/drawingml/2006/main">
              <a:ext uri="{FF2B5EF4-FFF2-40B4-BE49-F238E27FC236}">
                <a16:creationId xmlns:a16="http://schemas.microsoft.com/office/drawing/2014/main" id="{45B76A42-B211-4997-A66E-1C88EAB4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02">
            <a:extLst xmlns:a="http://schemas.openxmlformats.org/drawingml/2006/main">
              <a:ext uri="{FF2B5EF4-FFF2-40B4-BE49-F238E27FC236}">
                <a16:creationId xmlns:a16="http://schemas.microsoft.com/office/drawing/2014/main" id="{94D60C92-6B34-4E9F-A612-A5DCC114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703">
            <a:extLst xmlns:a="http://schemas.openxmlformats.org/drawingml/2006/main">
              <a:ext uri="{FF2B5EF4-FFF2-40B4-BE49-F238E27FC236}">
                <a16:creationId xmlns:a16="http://schemas.microsoft.com/office/drawing/2014/main" id="{4742D84A-4C19-4430-99A0-CB51334E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704">
            <a:extLst xmlns:a="http://schemas.openxmlformats.org/drawingml/2006/main">
              <a:ext uri="{FF2B5EF4-FFF2-40B4-BE49-F238E27FC236}">
                <a16:creationId xmlns:a16="http://schemas.microsoft.com/office/drawing/2014/main" id="{B4063DAA-909C-4F46-8404-BDD0EF66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05">
            <a:extLst xmlns:a="http://schemas.openxmlformats.org/drawingml/2006/main">
              <a:ext uri="{FF2B5EF4-FFF2-40B4-BE49-F238E27FC236}">
                <a16:creationId xmlns:a16="http://schemas.microsoft.com/office/drawing/2014/main" id="{964FA135-406A-4C4B-A275-9F487DA9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06">
            <a:extLst xmlns:a="http://schemas.openxmlformats.org/drawingml/2006/main">
              <a:ext uri="{FF2B5EF4-FFF2-40B4-BE49-F238E27FC236}">
                <a16:creationId xmlns:a16="http://schemas.microsoft.com/office/drawing/2014/main" id="{19AA24F6-4949-49D8-AEF3-B544D136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707">
            <a:extLst xmlns:a="http://schemas.openxmlformats.org/drawingml/2006/main">
              <a:ext uri="{FF2B5EF4-FFF2-40B4-BE49-F238E27FC236}">
                <a16:creationId xmlns:a16="http://schemas.microsoft.com/office/drawing/2014/main" id="{0EE730EE-9342-4397-AD9C-360C9C7E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708">
            <a:extLst xmlns:a="http://schemas.openxmlformats.org/drawingml/2006/main">
              <a:ext uri="{FF2B5EF4-FFF2-40B4-BE49-F238E27FC236}">
                <a16:creationId xmlns:a16="http://schemas.microsoft.com/office/drawing/2014/main" id="{467DF6EF-7692-4754-9880-0119A365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09">
            <a:extLst xmlns:a="http://schemas.openxmlformats.org/drawingml/2006/main">
              <a:ext uri="{FF2B5EF4-FFF2-40B4-BE49-F238E27FC236}">
                <a16:creationId xmlns:a16="http://schemas.microsoft.com/office/drawing/2014/main" id="{F3CEA8A3-460E-4DFA-A842-E85363A8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10">
            <a:extLst xmlns:a="http://schemas.openxmlformats.org/drawingml/2006/main">
              <a:ext uri="{FF2B5EF4-FFF2-40B4-BE49-F238E27FC236}">
                <a16:creationId xmlns:a16="http://schemas.microsoft.com/office/drawing/2014/main" id="{AB115D2C-4986-4587-A2DD-16BCF69F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711">
            <a:extLst xmlns:a="http://schemas.openxmlformats.org/drawingml/2006/main">
              <a:ext uri="{FF2B5EF4-FFF2-40B4-BE49-F238E27FC236}">
                <a16:creationId xmlns:a16="http://schemas.microsoft.com/office/drawing/2014/main" id="{6148CA25-28E5-4850-B402-9BBACA8C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937">
            <a:extLst xmlns:a="http://schemas.openxmlformats.org/drawingml/2006/main">
              <a:ext uri="{FF2B5EF4-FFF2-40B4-BE49-F238E27FC236}">
                <a16:creationId xmlns:a16="http://schemas.microsoft.com/office/drawing/2014/main" id="{9A4F63B4-F13C-4BA5-810D-36F8F458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a402297ed24ce0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aa09ab5fb14d10"/>
              </a:rPr>
              <a:t>Codex ↗</a:t>
            </a:r>
          </a:p>
        </p:txBody>
      </p:sp>
      <p:sp>
        <p:nvSpPr>
          <p:cNvPr id="23" name="shape-2019">
            <a:extLst xmlns:a="http://schemas.openxmlformats.org/drawingml/2006/main">
              <a:ext uri="{FF2B5EF4-FFF2-40B4-BE49-F238E27FC236}">
                <a16:creationId xmlns:a16="http://schemas.microsoft.com/office/drawing/2014/main" id="{46004D30-635A-4162-9EDB-572BA4B7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19927040d422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020">
            <a:extLst xmlns:a="http://schemas.openxmlformats.org/drawingml/2006/main">
              <a:ext uri="{FF2B5EF4-FFF2-40B4-BE49-F238E27FC236}">
                <a16:creationId xmlns:a16="http://schemas.microsoft.com/office/drawing/2014/main" id="{61360CC2-E188-4368-BD08-FE7B91F7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6b122fe294b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021">
            <a:extLst xmlns:a="http://schemas.openxmlformats.org/drawingml/2006/main">
              <a:ext uri="{FF2B5EF4-FFF2-40B4-BE49-F238E27FC236}">
                <a16:creationId xmlns:a16="http://schemas.microsoft.com/office/drawing/2014/main" id="{238D017B-52E3-470D-892D-7A41F3B0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6395245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712">
            <a:extLst xmlns:a="http://schemas.openxmlformats.org/drawingml/2006/main">
              <a:ext uri="{FF2B5EF4-FFF2-40B4-BE49-F238E27FC236}">
                <a16:creationId xmlns:a16="http://schemas.microsoft.com/office/drawing/2014/main" id="{EB3C5EA5-99E5-44D3-B0A2-ABD2C77F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6C36EA-FC05-4A28-B9A9-1BE09556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7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14">
            <a:extLst xmlns:a="http://schemas.openxmlformats.org/drawingml/2006/main">
              <a:ext uri="{FF2B5EF4-FFF2-40B4-BE49-F238E27FC236}">
                <a16:creationId xmlns:a16="http://schemas.microsoft.com/office/drawing/2014/main" id="{45824EF6-21A5-46A8-BAE9-2AADDF75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FA3806-557A-4973-8D5A-B0ECE7A1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715">
            <a:extLst xmlns:a="http://schemas.openxmlformats.org/drawingml/2006/main">
              <a:ext uri="{FF2B5EF4-FFF2-40B4-BE49-F238E27FC236}">
                <a16:creationId xmlns:a16="http://schemas.microsoft.com/office/drawing/2014/main" id="{E6800984-F9E8-4BEB-B6AB-3A7C78F9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716">
            <a:extLst xmlns:a="http://schemas.openxmlformats.org/drawingml/2006/main">
              <a:ext uri="{FF2B5EF4-FFF2-40B4-BE49-F238E27FC236}">
                <a16:creationId xmlns:a16="http://schemas.microsoft.com/office/drawing/2014/main" id="{A5841944-DE3A-4579-BD12-35F75E9E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717">
            <a:extLst xmlns:a="http://schemas.openxmlformats.org/drawingml/2006/main">
              <a:ext uri="{FF2B5EF4-FFF2-40B4-BE49-F238E27FC236}">
                <a16:creationId xmlns:a16="http://schemas.microsoft.com/office/drawing/2014/main" id="{36E29EC4-F4A0-40BB-AA0C-58F67E06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18">
            <a:extLst xmlns:a="http://schemas.openxmlformats.org/drawingml/2006/main">
              <a:ext uri="{FF2B5EF4-FFF2-40B4-BE49-F238E27FC236}">
                <a16:creationId xmlns:a16="http://schemas.microsoft.com/office/drawing/2014/main" id="{7FDF6DE7-8A06-446E-AE6C-987E5B0E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719">
            <a:extLst xmlns:a="http://schemas.openxmlformats.org/drawingml/2006/main">
              <a:ext uri="{FF2B5EF4-FFF2-40B4-BE49-F238E27FC236}">
                <a16:creationId xmlns:a16="http://schemas.microsoft.com/office/drawing/2014/main" id="{5840293F-4820-4A18-AEE6-A9743E07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20">
            <a:extLst xmlns:a="http://schemas.openxmlformats.org/drawingml/2006/main">
              <a:ext uri="{FF2B5EF4-FFF2-40B4-BE49-F238E27FC236}">
                <a16:creationId xmlns:a16="http://schemas.microsoft.com/office/drawing/2014/main" id="{5E9B55A0-A53C-4E4B-A1FC-416B2142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721">
            <a:extLst xmlns:a="http://schemas.openxmlformats.org/drawingml/2006/main">
              <a:ext uri="{FF2B5EF4-FFF2-40B4-BE49-F238E27FC236}">
                <a16:creationId xmlns:a16="http://schemas.microsoft.com/office/drawing/2014/main" id="{2E49A1BC-E7E9-4AE0-B559-BE640220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722">
            <a:extLst xmlns:a="http://schemas.openxmlformats.org/drawingml/2006/main">
              <a:ext uri="{FF2B5EF4-FFF2-40B4-BE49-F238E27FC236}">
                <a16:creationId xmlns:a16="http://schemas.microsoft.com/office/drawing/2014/main" id="{A6914E91-6651-4DBE-9C18-F0F9EB05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723">
            <a:extLst xmlns:a="http://schemas.openxmlformats.org/drawingml/2006/main">
              <a:ext uri="{FF2B5EF4-FFF2-40B4-BE49-F238E27FC236}">
                <a16:creationId xmlns:a16="http://schemas.microsoft.com/office/drawing/2014/main" id="{E81520BF-4EA4-4D6D-B263-65AF43DD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724">
            <a:extLst xmlns:a="http://schemas.openxmlformats.org/drawingml/2006/main">
              <a:ext uri="{FF2B5EF4-FFF2-40B4-BE49-F238E27FC236}">
                <a16:creationId xmlns:a16="http://schemas.microsoft.com/office/drawing/2014/main" id="{C4BCF46E-71D8-4006-8C01-FAC46249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725">
            <a:extLst xmlns:a="http://schemas.openxmlformats.org/drawingml/2006/main">
              <a:ext uri="{FF2B5EF4-FFF2-40B4-BE49-F238E27FC236}">
                <a16:creationId xmlns:a16="http://schemas.microsoft.com/office/drawing/2014/main" id="{0FACC8B2-D861-4258-981E-AC1B95D6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726">
            <a:extLst xmlns:a="http://schemas.openxmlformats.org/drawingml/2006/main">
              <a:ext uri="{FF2B5EF4-FFF2-40B4-BE49-F238E27FC236}">
                <a16:creationId xmlns:a16="http://schemas.microsoft.com/office/drawing/2014/main" id="{FD011D54-0ABE-4A5F-A586-16D4D689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727">
            <a:extLst xmlns:a="http://schemas.openxmlformats.org/drawingml/2006/main">
              <a:ext uri="{FF2B5EF4-FFF2-40B4-BE49-F238E27FC236}">
                <a16:creationId xmlns:a16="http://schemas.microsoft.com/office/drawing/2014/main" id="{D0B4ABB8-7B72-4D92-96C8-05CC2A07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938">
            <a:extLst xmlns:a="http://schemas.openxmlformats.org/drawingml/2006/main">
              <a:ext uri="{FF2B5EF4-FFF2-40B4-BE49-F238E27FC236}">
                <a16:creationId xmlns:a16="http://schemas.microsoft.com/office/drawing/2014/main" id="{4FA3C484-AA6E-4538-B7E0-110E5B1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177ad9bfb64c3e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57b030bc1342f0"/>
              </a:rPr>
              <a:t>Codex ↗</a:t>
            </a:r>
          </a:p>
        </p:txBody>
      </p:sp>
      <p:sp>
        <p:nvSpPr>
          <p:cNvPr id="20" name="shape-2022">
            <a:extLst xmlns:a="http://schemas.openxmlformats.org/drawingml/2006/main">
              <a:ext uri="{FF2B5EF4-FFF2-40B4-BE49-F238E27FC236}">
                <a16:creationId xmlns:a16="http://schemas.microsoft.com/office/drawing/2014/main" id="{0DE29480-3ABB-4AD3-9548-E7AC1F1E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3996eef21445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023">
            <a:extLst xmlns:a="http://schemas.openxmlformats.org/drawingml/2006/main">
              <a:ext uri="{FF2B5EF4-FFF2-40B4-BE49-F238E27FC236}">
                <a16:creationId xmlns:a16="http://schemas.microsoft.com/office/drawing/2014/main" id="{7A93C918-825E-437E-B019-77FE3FF2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fbc133b084ff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024">
            <a:extLst xmlns:a="http://schemas.openxmlformats.org/drawingml/2006/main">
              <a:ext uri="{FF2B5EF4-FFF2-40B4-BE49-F238E27FC236}">
                <a16:creationId xmlns:a16="http://schemas.microsoft.com/office/drawing/2014/main" id="{432D86FE-344D-4994-93FB-97CF565A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1853590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728">
            <a:extLst xmlns:a="http://schemas.openxmlformats.org/drawingml/2006/main">
              <a:ext uri="{FF2B5EF4-FFF2-40B4-BE49-F238E27FC236}">
                <a16:creationId xmlns:a16="http://schemas.microsoft.com/office/drawing/2014/main" id="{E4299441-9836-43B2-8828-95D55405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C91243-7569-48D8-82AA-2169396B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7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30">
            <a:extLst xmlns:a="http://schemas.openxmlformats.org/drawingml/2006/main">
              <a:ext uri="{FF2B5EF4-FFF2-40B4-BE49-F238E27FC236}">
                <a16:creationId xmlns:a16="http://schemas.microsoft.com/office/drawing/2014/main" id="{66DDC848-B590-442E-AF74-9996091C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DEEEE7-4E89-4D99-A5A9-47C77347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731">
            <a:extLst xmlns:a="http://schemas.openxmlformats.org/drawingml/2006/main">
              <a:ext uri="{FF2B5EF4-FFF2-40B4-BE49-F238E27FC236}">
                <a16:creationId xmlns:a16="http://schemas.microsoft.com/office/drawing/2014/main" id="{64519B88-299C-40CD-BC1F-11D2F96E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32">
            <a:extLst xmlns:a="http://schemas.openxmlformats.org/drawingml/2006/main">
              <a:ext uri="{FF2B5EF4-FFF2-40B4-BE49-F238E27FC236}">
                <a16:creationId xmlns:a16="http://schemas.microsoft.com/office/drawing/2014/main" id="{F7FBAA1C-2ECB-4E97-8609-1B60FA89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733">
            <a:extLst xmlns:a="http://schemas.openxmlformats.org/drawingml/2006/main">
              <a:ext uri="{FF2B5EF4-FFF2-40B4-BE49-F238E27FC236}">
                <a16:creationId xmlns:a16="http://schemas.microsoft.com/office/drawing/2014/main" id="{338CB3F7-3766-423E-9DA1-7FA6532A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734">
            <a:extLst xmlns:a="http://schemas.openxmlformats.org/drawingml/2006/main">
              <a:ext uri="{FF2B5EF4-FFF2-40B4-BE49-F238E27FC236}">
                <a16:creationId xmlns:a16="http://schemas.microsoft.com/office/drawing/2014/main" id="{9601A55A-8628-43CE-BFD2-ED15F228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735">
            <a:extLst xmlns:a="http://schemas.openxmlformats.org/drawingml/2006/main">
              <a:ext uri="{FF2B5EF4-FFF2-40B4-BE49-F238E27FC236}">
                <a16:creationId xmlns:a16="http://schemas.microsoft.com/office/drawing/2014/main" id="{4D514A83-0DBE-4A23-B4AF-7847A12F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36">
            <a:extLst xmlns:a="http://schemas.openxmlformats.org/drawingml/2006/main">
              <a:ext uri="{FF2B5EF4-FFF2-40B4-BE49-F238E27FC236}">
                <a16:creationId xmlns:a16="http://schemas.microsoft.com/office/drawing/2014/main" id="{067E520E-B92E-4CD1-8AF6-980F9E76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37">
            <a:extLst xmlns:a="http://schemas.openxmlformats.org/drawingml/2006/main">
              <a:ext uri="{FF2B5EF4-FFF2-40B4-BE49-F238E27FC236}">
                <a16:creationId xmlns:a16="http://schemas.microsoft.com/office/drawing/2014/main" id="{F9AC8276-ED1C-46C8-8B1E-CFCD3862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738">
            <a:extLst xmlns:a="http://schemas.openxmlformats.org/drawingml/2006/main">
              <a:ext uri="{FF2B5EF4-FFF2-40B4-BE49-F238E27FC236}">
                <a16:creationId xmlns:a16="http://schemas.microsoft.com/office/drawing/2014/main" id="{41AFC22C-B044-47E9-981F-1FA97B96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739">
            <a:extLst xmlns:a="http://schemas.openxmlformats.org/drawingml/2006/main">
              <a:ext uri="{FF2B5EF4-FFF2-40B4-BE49-F238E27FC236}">
                <a16:creationId xmlns:a16="http://schemas.microsoft.com/office/drawing/2014/main" id="{30588F2B-91E9-4EEC-A41B-B0363342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40">
            <a:extLst xmlns:a="http://schemas.openxmlformats.org/drawingml/2006/main">
              <a:ext uri="{FF2B5EF4-FFF2-40B4-BE49-F238E27FC236}">
                <a16:creationId xmlns:a16="http://schemas.microsoft.com/office/drawing/2014/main" id="{41BE3334-EEC1-4041-B985-56DE45E0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41">
            <a:extLst xmlns:a="http://schemas.openxmlformats.org/drawingml/2006/main">
              <a:ext uri="{FF2B5EF4-FFF2-40B4-BE49-F238E27FC236}">
                <a16:creationId xmlns:a16="http://schemas.microsoft.com/office/drawing/2014/main" id="{54BF97C2-5086-4B38-A5D6-FC1CC935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742">
            <a:extLst xmlns:a="http://schemas.openxmlformats.org/drawingml/2006/main">
              <a:ext uri="{FF2B5EF4-FFF2-40B4-BE49-F238E27FC236}">
                <a16:creationId xmlns:a16="http://schemas.microsoft.com/office/drawing/2014/main" id="{04B820FE-23E8-45C4-9358-3E8EA94A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743">
            <a:extLst xmlns:a="http://schemas.openxmlformats.org/drawingml/2006/main">
              <a:ext uri="{FF2B5EF4-FFF2-40B4-BE49-F238E27FC236}">
                <a16:creationId xmlns:a16="http://schemas.microsoft.com/office/drawing/2014/main" id="{0073BB83-CB3D-40FA-8ADB-2EC7D8B0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44">
            <a:extLst xmlns:a="http://schemas.openxmlformats.org/drawingml/2006/main">
              <a:ext uri="{FF2B5EF4-FFF2-40B4-BE49-F238E27FC236}">
                <a16:creationId xmlns:a16="http://schemas.microsoft.com/office/drawing/2014/main" id="{65D56508-D7B8-4DE3-8119-00A7FD68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45">
            <a:extLst xmlns:a="http://schemas.openxmlformats.org/drawingml/2006/main">
              <a:ext uri="{FF2B5EF4-FFF2-40B4-BE49-F238E27FC236}">
                <a16:creationId xmlns:a16="http://schemas.microsoft.com/office/drawing/2014/main" id="{B807F3E0-AFFF-47ED-9636-4060FF79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746">
            <a:extLst xmlns:a="http://schemas.openxmlformats.org/drawingml/2006/main">
              <a:ext uri="{FF2B5EF4-FFF2-40B4-BE49-F238E27FC236}">
                <a16:creationId xmlns:a16="http://schemas.microsoft.com/office/drawing/2014/main" id="{AF841A15-CE89-436C-B085-5209FF7E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939">
            <a:extLst xmlns:a="http://schemas.openxmlformats.org/drawingml/2006/main">
              <a:ext uri="{FF2B5EF4-FFF2-40B4-BE49-F238E27FC236}">
                <a16:creationId xmlns:a16="http://schemas.microsoft.com/office/drawing/2014/main" id="{0F18ABD3-0152-448E-BCF5-81B2D160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4b18300b414521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8edee81dce4f1c"/>
              </a:rPr>
              <a:t>Codex ↗</a:t>
            </a:r>
          </a:p>
        </p:txBody>
      </p:sp>
      <p:sp>
        <p:nvSpPr>
          <p:cNvPr id="23" name="shape-2025">
            <a:extLst xmlns:a="http://schemas.openxmlformats.org/drawingml/2006/main">
              <a:ext uri="{FF2B5EF4-FFF2-40B4-BE49-F238E27FC236}">
                <a16:creationId xmlns:a16="http://schemas.microsoft.com/office/drawing/2014/main" id="{9DB9960A-55E0-4D81-80DF-19FE6AEB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7710528de474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026">
            <a:extLst xmlns:a="http://schemas.openxmlformats.org/drawingml/2006/main">
              <a:ext uri="{FF2B5EF4-FFF2-40B4-BE49-F238E27FC236}">
                <a16:creationId xmlns:a16="http://schemas.microsoft.com/office/drawing/2014/main" id="{16DE8DFD-CCB3-4E38-8578-109E5485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9a875a78e4ee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027">
            <a:extLst xmlns:a="http://schemas.openxmlformats.org/drawingml/2006/main">
              <a:ext uri="{FF2B5EF4-FFF2-40B4-BE49-F238E27FC236}">
                <a16:creationId xmlns:a16="http://schemas.microsoft.com/office/drawing/2014/main" id="{036D3F6D-8E27-4FA4-9FBB-09D1CD3E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5220580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747">
            <a:extLst xmlns:a="http://schemas.openxmlformats.org/drawingml/2006/main">
              <a:ext uri="{FF2B5EF4-FFF2-40B4-BE49-F238E27FC236}">
                <a16:creationId xmlns:a16="http://schemas.microsoft.com/office/drawing/2014/main" id="{5B1A5295-8563-4AA4-B4BE-9659B276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5320F0-B7CE-4FDC-AA3A-065B2C83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7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49">
            <a:extLst xmlns:a="http://schemas.openxmlformats.org/drawingml/2006/main">
              <a:ext uri="{FF2B5EF4-FFF2-40B4-BE49-F238E27FC236}">
                <a16:creationId xmlns:a16="http://schemas.microsoft.com/office/drawing/2014/main" id="{978AD424-6BE7-471F-968B-C53B2255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FF49D0-3BC3-4DC2-BDDB-920C795B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1750">
            <a:extLst xmlns:a="http://schemas.openxmlformats.org/drawingml/2006/main">
              <a:ext uri="{FF2B5EF4-FFF2-40B4-BE49-F238E27FC236}">
                <a16:creationId xmlns:a16="http://schemas.microsoft.com/office/drawing/2014/main" id="{021BE81A-148E-4992-9137-4231FC50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751">
            <a:extLst xmlns:a="http://schemas.openxmlformats.org/drawingml/2006/main">
              <a:ext uri="{FF2B5EF4-FFF2-40B4-BE49-F238E27FC236}">
                <a16:creationId xmlns:a16="http://schemas.microsoft.com/office/drawing/2014/main" id="{4449B439-58E3-46BB-877B-31FA7EBF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752">
            <a:extLst xmlns:a="http://schemas.openxmlformats.org/drawingml/2006/main">
              <a:ext uri="{FF2B5EF4-FFF2-40B4-BE49-F238E27FC236}">
                <a16:creationId xmlns:a16="http://schemas.microsoft.com/office/drawing/2014/main" id="{14EC733A-D7EC-4F5E-96B7-3C2A703C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753">
            <a:extLst xmlns:a="http://schemas.openxmlformats.org/drawingml/2006/main">
              <a:ext uri="{FF2B5EF4-FFF2-40B4-BE49-F238E27FC236}">
                <a16:creationId xmlns:a16="http://schemas.microsoft.com/office/drawing/2014/main" id="{73CAB689-615D-415E-99D0-EA74D6F1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754">
            <a:extLst xmlns:a="http://schemas.openxmlformats.org/drawingml/2006/main">
              <a:ext uri="{FF2B5EF4-FFF2-40B4-BE49-F238E27FC236}">
                <a16:creationId xmlns:a16="http://schemas.microsoft.com/office/drawing/2014/main" id="{87C28D25-DD8A-4BC1-9448-49CA69F1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755">
            <a:extLst xmlns:a="http://schemas.openxmlformats.org/drawingml/2006/main">
              <a:ext uri="{FF2B5EF4-FFF2-40B4-BE49-F238E27FC236}">
                <a16:creationId xmlns:a16="http://schemas.microsoft.com/office/drawing/2014/main" id="{BD67693C-8F65-4E07-87A8-A882D576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756">
            <a:extLst xmlns:a="http://schemas.openxmlformats.org/drawingml/2006/main">
              <a:ext uri="{FF2B5EF4-FFF2-40B4-BE49-F238E27FC236}">
                <a16:creationId xmlns:a16="http://schemas.microsoft.com/office/drawing/2014/main" id="{C651290C-5C37-48FF-B0C3-D71F489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757">
            <a:extLst xmlns:a="http://schemas.openxmlformats.org/drawingml/2006/main">
              <a:ext uri="{FF2B5EF4-FFF2-40B4-BE49-F238E27FC236}">
                <a16:creationId xmlns:a16="http://schemas.microsoft.com/office/drawing/2014/main" id="{1699C1F3-1C04-4021-AB3C-2336A610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758">
            <a:extLst xmlns:a="http://schemas.openxmlformats.org/drawingml/2006/main">
              <a:ext uri="{FF2B5EF4-FFF2-40B4-BE49-F238E27FC236}">
                <a16:creationId xmlns:a16="http://schemas.microsoft.com/office/drawing/2014/main" id="{14E51DFC-767F-4DF5-A08D-1E99F284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759">
            <a:extLst xmlns:a="http://schemas.openxmlformats.org/drawingml/2006/main">
              <a:ext uri="{FF2B5EF4-FFF2-40B4-BE49-F238E27FC236}">
                <a16:creationId xmlns:a16="http://schemas.microsoft.com/office/drawing/2014/main" id="{570D5BD6-8C68-4279-B131-A0A37A54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760">
            <a:extLst xmlns:a="http://schemas.openxmlformats.org/drawingml/2006/main">
              <a:ext uri="{FF2B5EF4-FFF2-40B4-BE49-F238E27FC236}">
                <a16:creationId xmlns:a16="http://schemas.microsoft.com/office/drawing/2014/main" id="{D3753758-8E06-4CF4-B093-529CC057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761">
            <a:extLst xmlns:a="http://schemas.openxmlformats.org/drawingml/2006/main">
              <a:ext uri="{FF2B5EF4-FFF2-40B4-BE49-F238E27FC236}">
                <a16:creationId xmlns:a16="http://schemas.microsoft.com/office/drawing/2014/main" id="{258D3D03-7157-448A-8FA6-4C247DEC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762">
            <a:extLst xmlns:a="http://schemas.openxmlformats.org/drawingml/2006/main">
              <a:ext uri="{FF2B5EF4-FFF2-40B4-BE49-F238E27FC236}">
                <a16:creationId xmlns:a16="http://schemas.microsoft.com/office/drawing/2014/main" id="{758A2FB9-AE2C-4141-8EDC-1832F4BC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763">
            <a:extLst xmlns:a="http://schemas.openxmlformats.org/drawingml/2006/main">
              <a:ext uri="{FF2B5EF4-FFF2-40B4-BE49-F238E27FC236}">
                <a16:creationId xmlns:a16="http://schemas.microsoft.com/office/drawing/2014/main" id="{34A911DA-0A21-48E7-87E0-9A29B24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64">
            <a:extLst xmlns:a="http://schemas.openxmlformats.org/drawingml/2006/main">
              <a:ext uri="{FF2B5EF4-FFF2-40B4-BE49-F238E27FC236}">
                <a16:creationId xmlns:a16="http://schemas.microsoft.com/office/drawing/2014/main" id="{FE5A059A-4F5B-4919-8A02-66C735CE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765">
            <a:extLst xmlns:a="http://schemas.openxmlformats.org/drawingml/2006/main">
              <a:ext uri="{FF2B5EF4-FFF2-40B4-BE49-F238E27FC236}">
                <a16:creationId xmlns:a16="http://schemas.microsoft.com/office/drawing/2014/main" id="{5A8F247D-DF68-440E-8FE1-E84BEA5D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766">
            <a:extLst xmlns:a="http://schemas.openxmlformats.org/drawingml/2006/main">
              <a:ext uri="{FF2B5EF4-FFF2-40B4-BE49-F238E27FC236}">
                <a16:creationId xmlns:a16="http://schemas.microsoft.com/office/drawing/2014/main" id="{7B80758B-46C0-4869-95EB-832DB66B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767">
            <a:extLst xmlns:a="http://schemas.openxmlformats.org/drawingml/2006/main">
              <a:ext uri="{FF2B5EF4-FFF2-40B4-BE49-F238E27FC236}">
                <a16:creationId xmlns:a16="http://schemas.microsoft.com/office/drawing/2014/main" id="{25D762E1-250A-4276-B3C1-1757A58A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768">
            <a:extLst xmlns:a="http://schemas.openxmlformats.org/drawingml/2006/main">
              <a:ext uri="{FF2B5EF4-FFF2-40B4-BE49-F238E27FC236}">
                <a16:creationId xmlns:a16="http://schemas.microsoft.com/office/drawing/2014/main" id="{962C1011-0ED9-49FD-AE33-38B9D372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769">
            <a:extLst xmlns:a="http://schemas.openxmlformats.org/drawingml/2006/main">
              <a:ext uri="{FF2B5EF4-FFF2-40B4-BE49-F238E27FC236}">
                <a16:creationId xmlns:a16="http://schemas.microsoft.com/office/drawing/2014/main" id="{C65826ED-AA87-48C6-9AC8-1571A1BB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770">
            <a:extLst xmlns:a="http://schemas.openxmlformats.org/drawingml/2006/main">
              <a:ext uri="{FF2B5EF4-FFF2-40B4-BE49-F238E27FC236}">
                <a16:creationId xmlns:a16="http://schemas.microsoft.com/office/drawing/2014/main" id="{9E6769FE-2AA8-4FAC-A6D3-E52FF32B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940">
            <a:extLst xmlns:a="http://schemas.openxmlformats.org/drawingml/2006/main">
              <a:ext uri="{FF2B5EF4-FFF2-40B4-BE49-F238E27FC236}">
                <a16:creationId xmlns:a16="http://schemas.microsoft.com/office/drawing/2014/main" id="{1FC3285F-B4F6-49F5-ACD1-A081A815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498d248b8d40c7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0eb496750d459d"/>
              </a:rPr>
              <a:t>Codex ↗</a:t>
            </a:r>
          </a:p>
        </p:txBody>
      </p:sp>
      <p:sp>
        <p:nvSpPr>
          <p:cNvPr id="28" name="shape-2028">
            <a:extLst xmlns:a="http://schemas.openxmlformats.org/drawingml/2006/main">
              <a:ext uri="{FF2B5EF4-FFF2-40B4-BE49-F238E27FC236}">
                <a16:creationId xmlns:a16="http://schemas.microsoft.com/office/drawing/2014/main" id="{93DA69D6-BF47-4DE9-82EC-459DBE6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4a5329303481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2029">
            <a:extLst xmlns:a="http://schemas.openxmlformats.org/drawingml/2006/main">
              <a:ext uri="{FF2B5EF4-FFF2-40B4-BE49-F238E27FC236}">
                <a16:creationId xmlns:a16="http://schemas.microsoft.com/office/drawing/2014/main" id="{14394753-E561-431E-A355-6AAC6B0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15f5c118d459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2030">
            <a:extLst xmlns:a="http://schemas.openxmlformats.org/drawingml/2006/main">
              <a:ext uri="{FF2B5EF4-FFF2-40B4-BE49-F238E27FC236}">
                <a16:creationId xmlns:a16="http://schemas.microsoft.com/office/drawing/2014/main" id="{6575972D-4E0C-4615-A17B-8E6A1A29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7862709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71">
            <a:extLst xmlns:a="http://schemas.openxmlformats.org/drawingml/2006/main">
              <a:ext uri="{FF2B5EF4-FFF2-40B4-BE49-F238E27FC236}">
                <a16:creationId xmlns:a16="http://schemas.microsoft.com/office/drawing/2014/main" id="{F89D5FBF-2553-4DD5-8925-A1472338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FROM ASSISTANT TO SUPERPOWER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D4A475-4EFD-416F-869C-C64799BD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時代：我們像擁有了超能力</a:t>
            </a:r>
          </a:p>
        </p:txBody>
      </p:sp>
      <p:cxnSp>
        <p:nvCxnSpPr>
          <p:cNvPr id="24" name="shape-17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73">
            <a:extLst xmlns:a="http://schemas.openxmlformats.org/drawingml/2006/main">
              <a:ext uri="{FF2B5EF4-FFF2-40B4-BE49-F238E27FC236}">
                <a16:creationId xmlns:a16="http://schemas.microsoft.com/office/drawing/2014/main" id="{74E09AA3-8C3D-4964-B716-C677B4B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574C62-4F0B-428B-B49E-D17FA948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774">
            <a:extLst xmlns:a="http://schemas.openxmlformats.org/drawingml/2006/main">
              <a:ext uri="{FF2B5EF4-FFF2-40B4-BE49-F238E27FC236}">
                <a16:creationId xmlns:a16="http://schemas.microsoft.com/office/drawing/2014/main" id="{5BA4A338-B400-4F0A-BBD0-7B50D138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75">
            <a:extLst xmlns:a="http://schemas.openxmlformats.org/drawingml/2006/main">
              <a:ext uri="{FF2B5EF4-FFF2-40B4-BE49-F238E27FC236}">
                <a16:creationId xmlns:a16="http://schemas.microsoft.com/office/drawing/2014/main" id="{B45140F3-85C4-4472-80AC-E35F13DE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776">
            <a:extLst xmlns:a="http://schemas.openxmlformats.org/drawingml/2006/main">
              <a:ext uri="{FF2B5EF4-FFF2-40B4-BE49-F238E27FC236}">
                <a16:creationId xmlns:a16="http://schemas.microsoft.com/office/drawing/2014/main" id="{D2E29843-0C3E-4DFC-96CC-5616D812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能力被放大</a:t>
            </a:r>
          </a:p>
        </p:txBody>
      </p:sp>
      <p:sp>
        <p:nvSpPr>
          <p:cNvPr id="9" name="text-1777">
            <a:extLst xmlns:a="http://schemas.openxmlformats.org/drawingml/2006/main">
              <a:ext uri="{FF2B5EF4-FFF2-40B4-BE49-F238E27FC236}">
                <a16:creationId xmlns:a16="http://schemas.microsoft.com/office/drawing/2014/main" id="{4410DF76-EF00-441B-9F4A-0A43C6C6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完成以前想不到自己做得到的事，從執行者變成能推進整個工作的人。</a:t>
            </a:r>
          </a:p>
        </p:txBody>
      </p:sp>
      <p:sp>
        <p:nvSpPr>
          <p:cNvPr id="10" name="shape-1778">
            <a:extLst xmlns:a="http://schemas.openxmlformats.org/drawingml/2006/main">
              <a:ext uri="{FF2B5EF4-FFF2-40B4-BE49-F238E27FC236}">
                <a16:creationId xmlns:a16="http://schemas.microsoft.com/office/drawing/2014/main" id="{DE421CAF-C9F1-4A7B-AB3B-589E7B8F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79">
            <a:extLst xmlns:a="http://schemas.openxmlformats.org/drawingml/2006/main">
              <a:ext uri="{FF2B5EF4-FFF2-40B4-BE49-F238E27FC236}">
                <a16:creationId xmlns:a16="http://schemas.microsoft.com/office/drawing/2014/main" id="{36EC6EA2-D7DB-463C-ABD3-FC26FB17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80">
            <a:extLst xmlns:a="http://schemas.openxmlformats.org/drawingml/2006/main">
              <a:ext uri="{FF2B5EF4-FFF2-40B4-BE49-F238E27FC236}">
                <a16:creationId xmlns:a16="http://schemas.microsoft.com/office/drawing/2014/main" id="{C4B17E39-671F-46A6-A873-B1ADB593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新的可能感</a:t>
            </a:r>
          </a:p>
        </p:txBody>
      </p:sp>
      <p:sp>
        <p:nvSpPr>
          <p:cNvPr id="13" name="text-1781">
            <a:extLst xmlns:a="http://schemas.openxmlformats.org/drawingml/2006/main">
              <a:ext uri="{FF2B5EF4-FFF2-40B4-BE49-F238E27FC236}">
                <a16:creationId xmlns:a16="http://schemas.microsoft.com/office/drawing/2014/main" id="{EF37ACA8-EE34-4FCA-B52F-CF38933F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「沒有你做不到的事，只有你想不到的事」成為一種強烈的行動感。</a:t>
            </a:r>
          </a:p>
        </p:txBody>
      </p:sp>
      <p:sp>
        <p:nvSpPr>
          <p:cNvPr id="14" name="shape-1782">
            <a:extLst xmlns:a="http://schemas.openxmlformats.org/drawingml/2006/main">
              <a:ext uri="{FF2B5EF4-FFF2-40B4-BE49-F238E27FC236}">
                <a16:creationId xmlns:a16="http://schemas.microsoft.com/office/drawing/2014/main" id="{24D23735-F751-429A-A7EE-76E894A5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83">
            <a:extLst xmlns:a="http://schemas.openxmlformats.org/drawingml/2006/main">
              <a:ext uri="{FF2B5EF4-FFF2-40B4-BE49-F238E27FC236}">
                <a16:creationId xmlns:a16="http://schemas.microsoft.com/office/drawing/2014/main" id="{806D5753-DE25-4CBB-BC0E-5940EADD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84">
            <a:extLst xmlns:a="http://schemas.openxmlformats.org/drawingml/2006/main">
              <a:ext uri="{FF2B5EF4-FFF2-40B4-BE49-F238E27FC236}">
                <a16:creationId xmlns:a16="http://schemas.microsoft.com/office/drawing/2014/main" id="{5BC4603D-90C2-4898-88F3-D6DB9EF0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一個人也能做大事</a:t>
            </a:r>
          </a:p>
        </p:txBody>
      </p:sp>
      <p:sp>
        <p:nvSpPr>
          <p:cNvPr id="17" name="text-1785">
            <a:extLst xmlns:a="http://schemas.openxmlformats.org/drawingml/2006/main">
              <a:ext uri="{FF2B5EF4-FFF2-40B4-BE49-F238E27FC236}">
                <a16:creationId xmlns:a16="http://schemas.microsoft.com/office/drawing/2014/main" id="{247BD65E-31D0-436A-AEFC-B119DC9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講者觀察：一人公司、一人獨角獸的想像，正被 Agent 重新打開。</a:t>
            </a:r>
          </a:p>
        </p:txBody>
      </p:sp>
      <p:sp>
        <p:nvSpPr>
          <p:cNvPr id="18" name="shape-1786">
            <a:extLst xmlns:a="http://schemas.openxmlformats.org/drawingml/2006/main">
              <a:ext uri="{FF2B5EF4-FFF2-40B4-BE49-F238E27FC236}">
                <a16:creationId xmlns:a16="http://schemas.microsoft.com/office/drawing/2014/main" id="{AD7408C0-3A44-4E46-8A84-4B819C1F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87">
            <a:extLst xmlns:a="http://schemas.openxmlformats.org/drawingml/2006/main">
              <a:ext uri="{FF2B5EF4-FFF2-40B4-BE49-F238E27FC236}">
                <a16:creationId xmlns:a16="http://schemas.microsoft.com/office/drawing/2014/main" id="{5C517B1F-7BD1-466D-9BA6-E28FAB08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88">
            <a:extLst xmlns:a="http://schemas.openxmlformats.org/drawingml/2006/main">
              <a:ext uri="{FF2B5EF4-FFF2-40B4-BE49-F238E27FC236}">
                <a16:creationId xmlns:a16="http://schemas.microsoft.com/office/drawing/2014/main" id="{412FCFB8-11F1-4A75-9281-9270E0C9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能力不等於責任全包</a:t>
            </a:r>
          </a:p>
        </p:txBody>
      </p:sp>
      <p:sp>
        <p:nvSpPr>
          <p:cNvPr id="21" name="text-1789">
            <a:extLst xmlns:a="http://schemas.openxmlformats.org/drawingml/2006/main">
              <a:ext uri="{FF2B5EF4-FFF2-40B4-BE49-F238E27FC236}">
                <a16:creationId xmlns:a16="http://schemas.microsoft.com/office/drawing/2014/main" id="{DBACCAB4-FDE9-4759-B1AF-5D4D8BEC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力量變大之後，更要重新決定哪些事值得做、哪些事可以放下。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202459498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790">
            <a:extLst xmlns:a="http://schemas.openxmlformats.org/drawingml/2006/main">
              <a:ext uri="{FF2B5EF4-FFF2-40B4-BE49-F238E27FC236}">
                <a16:creationId xmlns:a16="http://schemas.microsoft.com/office/drawing/2014/main" id="{9C1B6EE0-2012-4723-94A9-AFD82648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DISCOVERY &amp; DOPAMINE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9E9BB3-5C27-40F4-9676-F64973D3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從「做不到」到「我可以」：一人公司的多巴胺時代</a:t>
            </a:r>
          </a:p>
        </p:txBody>
      </p:sp>
      <p:cxnSp>
        <p:nvCxnSpPr>
          <p:cNvPr id="14" name="shape-17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92">
            <a:extLst xmlns:a="http://schemas.openxmlformats.org/drawingml/2006/main">
              <a:ext uri="{FF2B5EF4-FFF2-40B4-BE49-F238E27FC236}">
                <a16:creationId xmlns:a16="http://schemas.microsoft.com/office/drawing/2014/main" id="{3E64BE87-0E82-426B-B7CB-B3A6032F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931CCC9-5E99-4064-8F2E-3616A6B6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1793">
            <a:extLst xmlns:a="http://schemas.openxmlformats.org/drawingml/2006/main">
              <a:ext uri="{FF2B5EF4-FFF2-40B4-BE49-F238E27FC236}">
                <a16:creationId xmlns:a16="http://schemas.microsoft.com/office/drawing/2014/main" id="{B9498326-516F-4F87-9E0D-B710FF25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94">
            <a:extLst xmlns:a="http://schemas.openxmlformats.org/drawingml/2006/main">
              <a:ext uri="{FF2B5EF4-FFF2-40B4-BE49-F238E27FC236}">
                <a16:creationId xmlns:a16="http://schemas.microsoft.com/office/drawing/2014/main" id="{05625D2F-3764-4382-A427-E6E775A8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95">
            <a:extLst xmlns:a="http://schemas.openxmlformats.org/drawingml/2006/main">
              <a:ext uri="{FF2B5EF4-FFF2-40B4-BE49-F238E27FC236}">
                <a16:creationId xmlns:a16="http://schemas.microsoft.com/office/drawing/2014/main" id="{F201BDF5-F8A4-4264-A498-CC21AB24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被打開的新大陸</a:t>
            </a:r>
          </a:p>
        </p:txBody>
      </p:sp>
      <p:sp>
        <p:nvSpPr>
          <p:cNvPr id="9" name="text-1796">
            <a:extLst xmlns:a="http://schemas.openxmlformats.org/drawingml/2006/main">
              <a:ext uri="{FF2B5EF4-FFF2-40B4-BE49-F238E27FC236}">
                <a16:creationId xmlns:a16="http://schemas.microsoft.com/office/drawing/2014/main" id="{09541FF9-C8BF-410D-B679-16A56FD7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以前沒有 AI 的時候，我們常做到這裡就好。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有了 AI Agent，原本以為做不到的事，忽然可以拆解、委派、測試，再一步步完成。</a:t>
            </a:r>
          </a:p>
        </p:txBody>
      </p:sp>
      <p:sp>
        <p:nvSpPr>
          <p:cNvPr id="10" name="text-1797">
            <a:extLst xmlns:a="http://schemas.openxmlformats.org/drawingml/2006/main">
              <a:ext uri="{FF2B5EF4-FFF2-40B4-BE49-F238E27FC236}">
                <a16:creationId xmlns:a16="http://schemas.microsoft.com/office/drawing/2014/main" id="{B2159DC2-9F3D-4087-A0E6-930D709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能力變強的代價</a:t>
            </a:r>
          </a:p>
        </p:txBody>
      </p:sp>
      <p:sp>
        <p:nvSpPr>
          <p:cNvPr id="11" name="text-1798">
            <a:extLst xmlns:a="http://schemas.openxmlformats.org/drawingml/2006/main">
              <a:ext uri="{FF2B5EF4-FFF2-40B4-BE49-F238E27FC236}">
                <a16:creationId xmlns:a16="http://schemas.microsoft.com/office/drawing/2014/main" id="{F108B3CD-401F-4395-B184-4FBEE263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發現自己還能做更多，會產生強烈的成就感與興奮感。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但如果沒有停下來重新選擇，可能把每一個新可能都變成新的待辦事項。</a:t>
            </a:r>
          </a:p>
        </p:txBody>
      </p:sp>
    </p:spTree>
    <p:extLst>
      <p:ext uri="{BB962C8B-B14F-4D97-AF65-F5344CB8AC3E}">
        <p14:creationId xmlns:p14="http://schemas.microsoft.com/office/powerpoint/2010/main" val="181083981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99">
            <a:extLst xmlns:a="http://schemas.openxmlformats.org/drawingml/2006/main">
              <a:ext uri="{FF2B5EF4-FFF2-40B4-BE49-F238E27FC236}">
                <a16:creationId xmlns:a16="http://schemas.microsoft.com/office/drawing/2014/main" id="{6F19BCFD-1FF5-44B5-B3E6-B0655CF6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THE PRODUCTIVITY PARADOX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8F61EB-1790-463A-A3BF-55012538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效率提升 20 倍，為什麼人反而更忙？</a:t>
            </a:r>
          </a:p>
        </p:txBody>
      </p:sp>
      <p:cxnSp>
        <p:nvCxnSpPr>
          <p:cNvPr id="24" name="shape-18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01">
            <a:extLst xmlns:a="http://schemas.openxmlformats.org/drawingml/2006/main">
              <a:ext uri="{FF2B5EF4-FFF2-40B4-BE49-F238E27FC236}">
                <a16:creationId xmlns:a16="http://schemas.microsoft.com/office/drawing/2014/main" id="{692F4B61-DFE3-498E-938B-83942F96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F79772-20C8-459D-A81F-8C9F24B8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1802">
            <a:extLst xmlns:a="http://schemas.openxmlformats.org/drawingml/2006/main">
              <a:ext uri="{FF2B5EF4-FFF2-40B4-BE49-F238E27FC236}">
                <a16:creationId xmlns:a16="http://schemas.microsoft.com/office/drawing/2014/main" id="{E20C569C-31DC-41EB-A253-6C074CDD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03">
            <a:extLst xmlns:a="http://schemas.openxmlformats.org/drawingml/2006/main">
              <a:ext uri="{FF2B5EF4-FFF2-40B4-BE49-F238E27FC236}">
                <a16:creationId xmlns:a16="http://schemas.microsoft.com/office/drawing/2014/main" id="{143AB4CC-EC85-4C98-A7A0-6A3F2209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04">
            <a:extLst xmlns:a="http://schemas.openxmlformats.org/drawingml/2006/main">
              <a:ext uri="{FF2B5EF4-FFF2-40B4-BE49-F238E27FC236}">
                <a16:creationId xmlns:a16="http://schemas.microsoft.com/office/drawing/2014/main" id="{7339DFD4-B195-48E4-88C5-62989545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時間真的變多了</a:t>
            </a:r>
          </a:p>
        </p:txBody>
      </p:sp>
      <p:sp>
        <p:nvSpPr>
          <p:cNvPr id="9" name="text-1805">
            <a:extLst xmlns:a="http://schemas.openxmlformats.org/drawingml/2006/main">
              <a:ext uri="{FF2B5EF4-FFF2-40B4-BE49-F238E27FC236}">
                <a16:creationId xmlns:a16="http://schemas.microsoft.com/office/drawing/2014/main" id="{78940876-45E2-423F-B33F-8324C1CA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一件事可能只需要原本 1/10 甚至 1/20 的時間，效率提升至少 20 倍。</a:t>
            </a:r>
          </a:p>
        </p:txBody>
      </p:sp>
      <p:sp>
        <p:nvSpPr>
          <p:cNvPr id="10" name="shape-1806">
            <a:extLst xmlns:a="http://schemas.openxmlformats.org/drawingml/2006/main">
              <a:ext uri="{FF2B5EF4-FFF2-40B4-BE49-F238E27FC236}">
                <a16:creationId xmlns:a16="http://schemas.microsoft.com/office/drawing/2014/main" id="{ED26AD5D-22E2-4653-9C22-324F9EA9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07">
            <a:extLst xmlns:a="http://schemas.openxmlformats.org/drawingml/2006/main">
              <a:ext uri="{FF2B5EF4-FFF2-40B4-BE49-F238E27FC236}">
                <a16:creationId xmlns:a16="http://schemas.microsoft.com/office/drawing/2014/main" id="{A726A858-8413-40E2-8C37-F2FDD74A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08">
            <a:extLst xmlns:a="http://schemas.openxmlformats.org/drawingml/2006/main">
              <a:ext uri="{FF2B5EF4-FFF2-40B4-BE49-F238E27FC236}">
                <a16:creationId xmlns:a16="http://schemas.microsoft.com/office/drawing/2014/main" id="{92F77056-9696-433A-9F86-703F5CA3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任務也跟著膨脹</a:t>
            </a:r>
          </a:p>
        </p:txBody>
      </p:sp>
      <p:sp>
        <p:nvSpPr>
          <p:cNvPr id="13" name="text-1809">
            <a:extLst xmlns:a="http://schemas.openxmlformats.org/drawingml/2006/main">
              <a:ext uri="{FF2B5EF4-FFF2-40B4-BE49-F238E27FC236}">
                <a16:creationId xmlns:a16="http://schemas.microsoft.com/office/drawing/2014/main" id="{EF02929C-E88B-4C57-8F66-EE3BBDE2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省下來的時間，常被拿去安排更多優化、改良、版本與新點子。</a:t>
            </a:r>
          </a:p>
        </p:txBody>
      </p:sp>
      <p:sp>
        <p:nvSpPr>
          <p:cNvPr id="14" name="shape-1810">
            <a:extLst xmlns:a="http://schemas.openxmlformats.org/drawingml/2006/main">
              <a:ext uri="{FF2B5EF4-FFF2-40B4-BE49-F238E27FC236}">
                <a16:creationId xmlns:a16="http://schemas.microsoft.com/office/drawing/2014/main" id="{05AFBF07-FF96-49B3-95AC-D6308D2F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11">
            <a:extLst xmlns:a="http://schemas.openxmlformats.org/drawingml/2006/main">
              <a:ext uri="{FF2B5EF4-FFF2-40B4-BE49-F238E27FC236}">
                <a16:creationId xmlns:a16="http://schemas.microsoft.com/office/drawing/2014/main" id="{3C0D7E24-AE66-407F-B738-1048117A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12">
            <a:extLst xmlns:a="http://schemas.openxmlformats.org/drawingml/2006/main">
              <a:ext uri="{FF2B5EF4-FFF2-40B4-BE49-F238E27FC236}">
                <a16:creationId xmlns:a16="http://schemas.microsoft.com/office/drawing/2014/main" id="{92258128-5BDD-4362-AA86-C345E1C5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忙不是 Agent 的錯</a:t>
            </a:r>
          </a:p>
        </p:txBody>
      </p:sp>
      <p:sp>
        <p:nvSpPr>
          <p:cNvPr id="17" name="text-1813">
            <a:extLst xmlns:a="http://schemas.openxmlformats.org/drawingml/2006/main">
              <a:ext uri="{FF2B5EF4-FFF2-40B4-BE49-F238E27FC236}">
                <a16:creationId xmlns:a16="http://schemas.microsoft.com/office/drawing/2014/main" id="{F7AAEDC9-AAF2-4AB4-A5B2-E401FBF1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真正需要檢查的是：我們是否把所有能做的事，都誤認成應該做的事？</a:t>
            </a:r>
          </a:p>
        </p:txBody>
      </p:sp>
      <p:sp>
        <p:nvSpPr>
          <p:cNvPr id="18" name="shape-1814">
            <a:extLst xmlns:a="http://schemas.openxmlformats.org/drawingml/2006/main">
              <a:ext uri="{FF2B5EF4-FFF2-40B4-BE49-F238E27FC236}">
                <a16:creationId xmlns:a16="http://schemas.microsoft.com/office/drawing/2014/main" id="{17C525D2-E3B6-4F19-9361-FACD5320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15">
            <a:extLst xmlns:a="http://schemas.openxmlformats.org/drawingml/2006/main">
              <a:ext uri="{FF2B5EF4-FFF2-40B4-BE49-F238E27FC236}">
                <a16:creationId xmlns:a16="http://schemas.microsoft.com/office/drawing/2014/main" id="{EE0C342B-A388-4BFF-9468-C2B4CF27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16">
            <a:extLst xmlns:a="http://schemas.openxmlformats.org/drawingml/2006/main">
              <a:ext uri="{FF2B5EF4-FFF2-40B4-BE49-F238E27FC236}">
                <a16:creationId xmlns:a16="http://schemas.microsoft.com/office/drawing/2014/main" id="{CE75D3F3-96FD-40D4-90BF-378E8437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重新定義完成</a:t>
            </a:r>
          </a:p>
        </p:txBody>
      </p:sp>
      <p:sp>
        <p:nvSpPr>
          <p:cNvPr id="21" name="text-1817">
            <a:extLst xmlns:a="http://schemas.openxmlformats.org/drawingml/2006/main">
              <a:ext uri="{FF2B5EF4-FFF2-40B4-BE49-F238E27FC236}">
                <a16:creationId xmlns:a16="http://schemas.microsoft.com/office/drawing/2014/main" id="{EFFE241B-EF64-428E-AA92-5ABFB06A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完成不只是做得更快，也包括知道何時停止、休息與把時間交還給生活。</a:t>
            </a:r>
          </a:p>
        </p:txBody>
      </p:sp>
    </p:spTree>
    <p:extLst>
      <p:ext uri="{BB962C8B-B14F-4D97-AF65-F5344CB8AC3E}">
        <p14:creationId xmlns:p14="http://schemas.microsoft.com/office/powerpoint/2010/main" val="6090627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818">
            <a:extLst xmlns:a="http://schemas.openxmlformats.org/drawingml/2006/main">
              <a:ext uri="{FF2B5EF4-FFF2-40B4-BE49-F238E27FC236}">
                <a16:creationId xmlns:a16="http://schemas.microsoft.com/office/drawing/2014/main" id="{447D9D53-2A7E-4EE1-B3D5-3CA323D9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WHO IS HARNESSING WHOM?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FACCC7-37CE-48A4-A557-3C11F609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誰在駕馭誰？Harness 的人生反思</a:t>
            </a:r>
          </a:p>
        </p:txBody>
      </p:sp>
      <p:cxnSp>
        <p:nvCxnSpPr>
          <p:cNvPr id="14" name="shape-18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20">
            <a:extLst xmlns:a="http://schemas.openxmlformats.org/drawingml/2006/main">
              <a:ext uri="{FF2B5EF4-FFF2-40B4-BE49-F238E27FC236}">
                <a16:creationId xmlns:a16="http://schemas.microsoft.com/office/drawing/2014/main" id="{559FD31B-ECD5-4841-9910-530FA982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481377-9F50-4F18-9AC3-C8DBB838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1821">
            <a:extLst xmlns:a="http://schemas.openxmlformats.org/drawingml/2006/main">
              <a:ext uri="{FF2B5EF4-FFF2-40B4-BE49-F238E27FC236}">
                <a16:creationId xmlns:a16="http://schemas.microsoft.com/office/drawing/2014/main" id="{61A32C6B-03BE-4FA3-8C3E-1951C20E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822">
            <a:extLst xmlns:a="http://schemas.openxmlformats.org/drawingml/2006/main">
              <a:ext uri="{FF2B5EF4-FFF2-40B4-BE49-F238E27FC236}">
                <a16:creationId xmlns:a16="http://schemas.microsoft.com/office/drawing/2014/main" id="{B59DEA96-0D5A-4FD6-BDFB-95210BFC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823">
            <a:extLst xmlns:a="http://schemas.openxmlformats.org/drawingml/2006/main">
              <a:ext uri="{FF2B5EF4-FFF2-40B4-BE49-F238E27FC236}">
                <a16:creationId xmlns:a16="http://schemas.microsoft.com/office/drawing/2014/main" id="{73EA7B2C-7E6D-41A0-B77D-C23EA40E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我們原本的說法</a:t>
            </a:r>
          </a:p>
        </p:txBody>
      </p:sp>
      <p:sp>
        <p:nvSpPr>
          <p:cNvPr id="9" name="text-1824">
            <a:extLst xmlns:a="http://schemas.openxmlformats.org/drawingml/2006/main">
              <a:ext uri="{FF2B5EF4-FFF2-40B4-BE49-F238E27FC236}">
                <a16:creationId xmlns:a16="http://schemas.microsoft.com/office/drawing/2014/main" id="{E67A5802-761C-4374-90C3-8F424A10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我們說要 harness Agent：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駕馭它、指派它、讓它長時間不中斷地完成工作。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人的目標、界線與最後決定，應該留在人的手上。</a:t>
            </a:r>
          </a:p>
        </p:txBody>
      </p:sp>
      <p:sp>
        <p:nvSpPr>
          <p:cNvPr id="10" name="text-1825">
            <a:extLst xmlns:a="http://schemas.openxmlformats.org/drawingml/2006/main">
              <a:ext uri="{FF2B5EF4-FFF2-40B4-BE49-F238E27FC236}">
                <a16:creationId xmlns:a16="http://schemas.microsoft.com/office/drawing/2014/main" id="{5024705D-DD9A-4BE1-B328-C330F75D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可能發生的反轉</a:t>
            </a:r>
          </a:p>
        </p:txBody>
      </p:sp>
      <p:sp>
        <p:nvSpPr>
          <p:cNvPr id="11" name="text-1826">
            <a:extLst xmlns:a="http://schemas.openxmlformats.org/drawingml/2006/main">
              <a:ext uri="{FF2B5EF4-FFF2-40B4-BE49-F238E27FC236}">
                <a16:creationId xmlns:a16="http://schemas.microsoft.com/office/drawing/2014/main" id="{642BD981-CF0A-4226-BE0B-197472C8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如果 Agent 讓我們攬下更多任務，日夜追逐下一個優化，明明是我們在使用工具，生活卻開始被工具的可能性牽著走。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這就是「誰在駕馭誰？」的提醒。</a:t>
            </a:r>
          </a:p>
        </p:txBody>
      </p:sp>
    </p:spTree>
    <p:extLst>
      <p:ext uri="{BB962C8B-B14F-4D97-AF65-F5344CB8AC3E}">
        <p14:creationId xmlns:p14="http://schemas.microsoft.com/office/powerpoint/2010/main" val="79419790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827">
            <a:extLst xmlns:a="http://schemas.openxmlformats.org/drawingml/2006/main">
              <a:ext uri="{FF2B5EF4-FFF2-40B4-BE49-F238E27FC236}">
                <a16:creationId xmlns:a16="http://schemas.microsoft.com/office/drawing/2014/main" id="{E6284843-8245-4845-B5CF-7FE365CA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POWER &amp; EMOTIONAL VALUE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B12041-C7D0-4937-86C5-6BAF2B54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帶來強大能力，也帶來情緒價值</a:t>
            </a:r>
          </a:p>
        </p:txBody>
      </p:sp>
      <p:cxnSp>
        <p:nvCxnSpPr>
          <p:cNvPr id="24" name="shape-18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29">
            <a:extLst xmlns:a="http://schemas.openxmlformats.org/drawingml/2006/main">
              <a:ext uri="{FF2B5EF4-FFF2-40B4-BE49-F238E27FC236}">
                <a16:creationId xmlns:a16="http://schemas.microsoft.com/office/drawing/2014/main" id="{69673BD1-41DD-4E6B-B8A0-66B928AD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2A27D13-F965-44D6-99FF-C53BAD81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shape-1830">
            <a:extLst xmlns:a="http://schemas.openxmlformats.org/drawingml/2006/main">
              <a:ext uri="{FF2B5EF4-FFF2-40B4-BE49-F238E27FC236}">
                <a16:creationId xmlns:a16="http://schemas.microsoft.com/office/drawing/2014/main" id="{A75FDAFC-16D4-4F70-A127-DE703C26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31">
            <a:extLst xmlns:a="http://schemas.openxmlformats.org/drawingml/2006/main">
              <a:ext uri="{FF2B5EF4-FFF2-40B4-BE49-F238E27FC236}">
                <a16:creationId xmlns:a16="http://schemas.microsoft.com/office/drawing/2014/main" id="{19AE1981-D507-40A4-BFCE-9AD0346B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32">
            <a:extLst xmlns:a="http://schemas.openxmlformats.org/drawingml/2006/main">
              <a:ext uri="{FF2B5EF4-FFF2-40B4-BE49-F238E27FC236}">
                <a16:creationId xmlns:a16="http://schemas.microsoft.com/office/drawing/2014/main" id="{1BCAD213-EC24-461A-B907-EF8AE10E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不用先是主管</a:t>
            </a:r>
          </a:p>
        </p:txBody>
      </p:sp>
      <p:sp>
        <p:nvSpPr>
          <p:cNvPr id="9" name="text-1833">
            <a:extLst xmlns:a="http://schemas.openxmlformats.org/drawingml/2006/main">
              <a:ext uri="{FF2B5EF4-FFF2-40B4-BE49-F238E27FC236}">
                <a16:creationId xmlns:a16="http://schemas.microsoft.com/office/drawing/2014/main" id="{938F6CAB-17D5-4B44-9F8C-A58AE6B9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即使是基層員工或教師，也能像一位很會分派工作的主管，指派任務、拆解工作與追蹤進度。</a:t>
            </a:r>
          </a:p>
        </p:txBody>
      </p:sp>
      <p:sp>
        <p:nvSpPr>
          <p:cNvPr id="10" name="shape-1834">
            <a:extLst xmlns:a="http://schemas.openxmlformats.org/drawingml/2006/main">
              <a:ext uri="{FF2B5EF4-FFF2-40B4-BE49-F238E27FC236}">
                <a16:creationId xmlns:a16="http://schemas.microsoft.com/office/drawing/2014/main" id="{EBAAF647-C36C-42B1-B382-A1E72CF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35">
            <a:extLst xmlns:a="http://schemas.openxmlformats.org/drawingml/2006/main">
              <a:ext uri="{FF2B5EF4-FFF2-40B4-BE49-F238E27FC236}">
                <a16:creationId xmlns:a16="http://schemas.microsoft.com/office/drawing/2014/main" id="{285269BB-B6D5-4CB3-B922-5731703E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36">
            <a:extLst xmlns:a="http://schemas.openxmlformats.org/drawingml/2006/main">
              <a:ext uri="{FF2B5EF4-FFF2-40B4-BE49-F238E27FC236}">
                <a16:creationId xmlns:a16="http://schemas.microsoft.com/office/drawing/2014/main" id="{303A77FC-E869-49B5-B174-80E69202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隨時回應與陪伴</a:t>
            </a:r>
          </a:p>
        </p:txBody>
      </p:sp>
      <p:sp>
        <p:nvSpPr>
          <p:cNvPr id="13" name="text-1837">
            <a:extLst xmlns:a="http://schemas.openxmlformats.org/drawingml/2006/main">
              <a:ext uri="{FF2B5EF4-FFF2-40B4-BE49-F238E27FC236}">
                <a16:creationId xmlns:a16="http://schemas.microsoft.com/office/drawing/2014/main" id="{2A2841F3-AA48-429D-A5B9-7A801E4D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在使用者的體感中，AI 常能即時回應、鼓勵與陪伴，讓人覺得自己能完成好多事。</a:t>
            </a:r>
          </a:p>
        </p:txBody>
      </p:sp>
      <p:sp>
        <p:nvSpPr>
          <p:cNvPr id="14" name="shape-1838">
            <a:extLst xmlns:a="http://schemas.openxmlformats.org/drawingml/2006/main">
              <a:ext uri="{FF2B5EF4-FFF2-40B4-BE49-F238E27FC236}">
                <a16:creationId xmlns:a16="http://schemas.microsoft.com/office/drawing/2014/main" id="{2A97A363-07E7-4F33-8B1E-DE53DA13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39">
            <a:extLst xmlns:a="http://schemas.openxmlformats.org/drawingml/2006/main">
              <a:ext uri="{FF2B5EF4-FFF2-40B4-BE49-F238E27FC236}">
                <a16:creationId xmlns:a16="http://schemas.microsoft.com/office/drawing/2014/main" id="{E62D9337-997E-4C11-92A6-AC42D4F3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40">
            <a:extLst xmlns:a="http://schemas.openxmlformats.org/drawingml/2006/main">
              <a:ext uri="{FF2B5EF4-FFF2-40B4-BE49-F238E27FC236}">
                <a16:creationId xmlns:a16="http://schemas.microsoft.com/office/drawing/2014/main" id="{48A824E0-9064-43CB-AABE-5693DC4C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正面回饋很有力量</a:t>
            </a:r>
          </a:p>
        </p:txBody>
      </p:sp>
      <p:sp>
        <p:nvSpPr>
          <p:cNvPr id="17" name="text-1841">
            <a:extLst xmlns:a="http://schemas.openxmlformats.org/drawingml/2006/main">
              <a:ext uri="{FF2B5EF4-FFF2-40B4-BE49-F238E27FC236}">
                <a16:creationId xmlns:a16="http://schemas.microsoft.com/office/drawing/2014/main" id="{FD9034AE-48C5-4311-933E-02AC1DE3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它不會像真實同事一樣抱怨或離職；但「AI 永遠給正面情緒價值」是使用感受，不是無條件保證。</a:t>
            </a:r>
          </a:p>
        </p:txBody>
      </p:sp>
      <p:sp>
        <p:nvSpPr>
          <p:cNvPr id="18" name="shape-1842">
            <a:extLst xmlns:a="http://schemas.openxmlformats.org/drawingml/2006/main">
              <a:ext uri="{FF2B5EF4-FFF2-40B4-BE49-F238E27FC236}">
                <a16:creationId xmlns:a16="http://schemas.microsoft.com/office/drawing/2014/main" id="{7A180109-6C1E-4F7B-A4AC-377E080D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43">
            <a:extLst xmlns:a="http://schemas.openxmlformats.org/drawingml/2006/main">
              <a:ext uri="{FF2B5EF4-FFF2-40B4-BE49-F238E27FC236}">
                <a16:creationId xmlns:a16="http://schemas.microsoft.com/office/drawing/2014/main" id="{E71E2709-B66D-4FE2-B573-4D9838BB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44">
            <a:extLst xmlns:a="http://schemas.openxmlformats.org/drawingml/2006/main">
              <a:ext uri="{FF2B5EF4-FFF2-40B4-BE49-F238E27FC236}">
                <a16:creationId xmlns:a16="http://schemas.microsoft.com/office/drawing/2014/main" id="{11DB6D0A-4329-4794-9061-9378D142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人仍要負責關係</a:t>
            </a:r>
          </a:p>
        </p:txBody>
      </p:sp>
      <p:sp>
        <p:nvSpPr>
          <p:cNvPr id="21" name="text-1845">
            <a:extLst xmlns:a="http://schemas.openxmlformats.org/drawingml/2006/main">
              <a:ext uri="{FF2B5EF4-FFF2-40B4-BE49-F238E27FC236}">
                <a16:creationId xmlns:a16="http://schemas.microsoft.com/office/drawing/2014/main" id="{2DC8984E-892D-4F2F-8D79-D19B93F0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 AI 當成工作夥伴，不把家人、同儕與專業判斷交給它代替。</a:t>
            </a:r>
          </a:p>
        </p:txBody>
      </p:sp>
    </p:spTree>
    <p:extLst>
      <p:ext uri="{BB962C8B-B14F-4D97-AF65-F5344CB8AC3E}">
        <p14:creationId xmlns:p14="http://schemas.microsoft.com/office/powerpoint/2010/main" val="137374693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846">
            <a:extLst xmlns:a="http://schemas.openxmlformats.org/drawingml/2006/main">
              <a:ext uri="{FF2B5EF4-FFF2-40B4-BE49-F238E27FC236}">
                <a16:creationId xmlns:a16="http://schemas.microsoft.com/office/drawing/2014/main" id="{82278C49-6049-471D-9BFB-9472B801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TIME RETURNED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F8FD16-9A8C-4C01-9C49-FDBBFF64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把省下的時間還給人生：素養教育的所在</a:t>
            </a:r>
          </a:p>
        </p:txBody>
      </p:sp>
      <p:cxnSp>
        <p:nvCxnSpPr>
          <p:cNvPr id="38" name="shape-18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48">
            <a:extLst xmlns:a="http://schemas.openxmlformats.org/drawingml/2006/main">
              <a:ext uri="{FF2B5EF4-FFF2-40B4-BE49-F238E27FC236}">
                <a16:creationId xmlns:a16="http://schemas.microsoft.com/office/drawing/2014/main" id="{FA935645-06AE-4E55-98B8-CB875CBC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BC00FB-350F-46B4-A3AB-AED4BFD0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1849">
            <a:extLst xmlns:a="http://schemas.openxmlformats.org/drawingml/2006/main">
              <a:ext uri="{FF2B5EF4-FFF2-40B4-BE49-F238E27FC236}">
                <a16:creationId xmlns:a16="http://schemas.microsoft.com/office/drawing/2014/main" id="{0B64E0DC-C717-4CF1-A94D-75F1829D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850">
            <a:extLst xmlns:a="http://schemas.openxmlformats.org/drawingml/2006/main">
              <a:ext uri="{FF2B5EF4-FFF2-40B4-BE49-F238E27FC236}">
                <a16:creationId xmlns:a16="http://schemas.microsoft.com/office/drawing/2014/main" id="{2F992D20-442A-43D6-9C5D-38B24D31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851">
            <a:extLst xmlns:a="http://schemas.openxmlformats.org/drawingml/2006/main">
              <a:ext uri="{FF2B5EF4-FFF2-40B4-BE49-F238E27FC236}">
                <a16:creationId xmlns:a16="http://schemas.microsoft.com/office/drawing/2014/main" id="{98B194F7-09DD-418C-A7A0-C9ED2BBB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52">
            <a:extLst xmlns:a="http://schemas.openxmlformats.org/drawingml/2006/main">
              <a:ext uri="{FF2B5EF4-FFF2-40B4-BE49-F238E27FC236}">
                <a16:creationId xmlns:a16="http://schemas.microsoft.com/office/drawing/2014/main" id="{CE4CB00E-A738-4B0B-A88F-43D1BEEA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培養興趣</a:t>
            </a:r>
          </a:p>
        </p:txBody>
      </p:sp>
      <p:sp>
        <p:nvSpPr>
          <p:cNvPr id="10" name="text-1853">
            <a:extLst xmlns:a="http://schemas.openxmlformats.org/drawingml/2006/main">
              <a:ext uri="{FF2B5EF4-FFF2-40B4-BE49-F238E27FC236}">
                <a16:creationId xmlns:a16="http://schemas.microsoft.com/office/drawing/2014/main" id="{C95C3FE6-ED40-4C57-AAB8-0F9FF7FE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探索工作與教學之外，過去沒有時間嘗試的路。</a:t>
            </a:r>
          </a:p>
        </p:txBody>
      </p:sp>
      <p:sp>
        <p:nvSpPr>
          <p:cNvPr id="11" name="text-1854">
            <a:extLst xmlns:a="http://schemas.openxmlformats.org/drawingml/2006/main">
              <a:ext uri="{FF2B5EF4-FFF2-40B4-BE49-F238E27FC236}">
                <a16:creationId xmlns:a16="http://schemas.microsoft.com/office/drawing/2014/main" id="{D77727B1-5819-4F7F-9B48-303F958C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855">
            <a:extLst xmlns:a="http://schemas.openxmlformats.org/drawingml/2006/main">
              <a:ext uri="{FF2B5EF4-FFF2-40B4-BE49-F238E27FC236}">
                <a16:creationId xmlns:a16="http://schemas.microsoft.com/office/drawing/2014/main" id="{BBCD26CC-1215-4CDC-BAE4-A24D5ED9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856">
            <a:extLst xmlns:a="http://schemas.openxmlformats.org/drawingml/2006/main">
              <a:ext uri="{FF2B5EF4-FFF2-40B4-BE49-F238E27FC236}">
                <a16:creationId xmlns:a16="http://schemas.microsoft.com/office/drawing/2014/main" id="{863E2B0C-4F9A-415C-A3F9-AB20930B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857">
            <a:extLst xmlns:a="http://schemas.openxmlformats.org/drawingml/2006/main">
              <a:ext uri="{FF2B5EF4-FFF2-40B4-BE49-F238E27FC236}">
                <a16:creationId xmlns:a16="http://schemas.microsoft.com/office/drawing/2014/main" id="{109E73F1-C17E-49FC-873A-4C3AB43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858">
            <a:extLst xmlns:a="http://schemas.openxmlformats.org/drawingml/2006/main">
              <a:ext uri="{FF2B5EF4-FFF2-40B4-BE49-F238E27FC236}">
                <a16:creationId xmlns:a16="http://schemas.microsoft.com/office/drawing/2014/main" id="{2B7DB779-EE1D-4541-9D70-4D253ACD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陪伴家人</a:t>
            </a:r>
          </a:p>
        </p:txBody>
      </p:sp>
      <p:sp>
        <p:nvSpPr>
          <p:cNvPr id="16" name="text-1859">
            <a:extLst xmlns:a="http://schemas.openxmlformats.org/drawingml/2006/main">
              <a:ext uri="{FF2B5EF4-FFF2-40B4-BE49-F238E27FC236}">
                <a16:creationId xmlns:a16="http://schemas.microsoft.com/office/drawing/2014/main" id="{3CA6A124-4F57-4B75-BEF0-8484F4CF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陪伴孩子與家人，參與孩子的成長過程。</a:t>
            </a:r>
          </a:p>
        </p:txBody>
      </p:sp>
      <p:sp>
        <p:nvSpPr>
          <p:cNvPr id="17" name="text-1860">
            <a:extLst xmlns:a="http://schemas.openxmlformats.org/drawingml/2006/main">
              <a:ext uri="{FF2B5EF4-FFF2-40B4-BE49-F238E27FC236}">
                <a16:creationId xmlns:a16="http://schemas.microsoft.com/office/drawing/2014/main" id="{81320F5D-AB5C-4103-A35E-CFD225F1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861">
            <a:extLst xmlns:a="http://schemas.openxmlformats.org/drawingml/2006/main">
              <a:ext uri="{FF2B5EF4-FFF2-40B4-BE49-F238E27FC236}">
                <a16:creationId xmlns:a16="http://schemas.microsoft.com/office/drawing/2014/main" id="{243AEB15-E494-423A-887C-1B72F789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862">
            <a:extLst xmlns:a="http://schemas.openxmlformats.org/drawingml/2006/main">
              <a:ext uri="{FF2B5EF4-FFF2-40B4-BE49-F238E27FC236}">
                <a16:creationId xmlns:a16="http://schemas.microsoft.com/office/drawing/2014/main" id="{83615ED4-D758-4BA6-ABC6-1FAE57A5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63">
            <a:extLst xmlns:a="http://schemas.openxmlformats.org/drawingml/2006/main">
              <a:ext uri="{FF2B5EF4-FFF2-40B4-BE49-F238E27FC236}">
                <a16:creationId xmlns:a16="http://schemas.microsoft.com/office/drawing/2014/main" id="{3FD11AAC-3F60-480B-AA2B-B968792B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64">
            <a:extLst xmlns:a="http://schemas.openxmlformats.org/drawingml/2006/main">
              <a:ext uri="{FF2B5EF4-FFF2-40B4-BE49-F238E27FC236}">
                <a16:creationId xmlns:a16="http://schemas.microsoft.com/office/drawing/2014/main" id="{56E31A55-036D-42AA-B2FC-4A42B154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深入交流</a:t>
            </a:r>
          </a:p>
        </p:txBody>
      </p:sp>
      <p:sp>
        <p:nvSpPr>
          <p:cNvPr id="22" name="text-1865">
            <a:extLst xmlns:a="http://schemas.openxmlformats.org/drawingml/2006/main">
              <a:ext uri="{FF2B5EF4-FFF2-40B4-BE49-F238E27FC236}">
                <a16:creationId xmlns:a16="http://schemas.microsoft.com/office/drawing/2014/main" id="{CF56F4DB-658D-46A3-960B-4D67BD25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和同儕、同事好好聊天，重新建立理解與信任。</a:t>
            </a:r>
          </a:p>
        </p:txBody>
      </p:sp>
      <p:sp>
        <p:nvSpPr>
          <p:cNvPr id="23" name="text-1866">
            <a:extLst xmlns:a="http://schemas.openxmlformats.org/drawingml/2006/main">
              <a:ext uri="{FF2B5EF4-FFF2-40B4-BE49-F238E27FC236}">
                <a16:creationId xmlns:a16="http://schemas.microsoft.com/office/drawing/2014/main" id="{979DCAC0-8C01-4CDD-A76A-46E026F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67">
            <a:extLst xmlns:a="http://schemas.openxmlformats.org/drawingml/2006/main">
              <a:ext uri="{FF2B5EF4-FFF2-40B4-BE49-F238E27FC236}">
                <a16:creationId xmlns:a16="http://schemas.microsoft.com/office/drawing/2014/main" id="{62B553A9-C145-46C1-86AA-67958FE3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868">
            <a:extLst xmlns:a="http://schemas.openxmlformats.org/drawingml/2006/main">
              <a:ext uri="{FF2B5EF4-FFF2-40B4-BE49-F238E27FC236}">
                <a16:creationId xmlns:a16="http://schemas.microsoft.com/office/drawing/2014/main" id="{18079E5B-0FE4-4B3D-A863-59290861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9">
            <a:extLst xmlns:a="http://schemas.openxmlformats.org/drawingml/2006/main">
              <a:ext uri="{FF2B5EF4-FFF2-40B4-BE49-F238E27FC236}">
                <a16:creationId xmlns:a16="http://schemas.microsoft.com/office/drawing/2014/main" id="{4E7CE13F-363B-4359-9CFE-C1043B3B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0">
            <a:extLst xmlns:a="http://schemas.openxmlformats.org/drawingml/2006/main">
              <a:ext uri="{FF2B5EF4-FFF2-40B4-BE49-F238E27FC236}">
                <a16:creationId xmlns:a16="http://schemas.microsoft.com/office/drawing/2014/main" id="{9A326F52-8492-49F0-9F9A-8B1D3647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發展志向</a:t>
            </a:r>
          </a:p>
        </p:txBody>
      </p:sp>
      <p:sp>
        <p:nvSpPr>
          <p:cNvPr id="28" name="text-1871">
            <a:extLst xmlns:a="http://schemas.openxmlformats.org/drawingml/2006/main">
              <a:ext uri="{FF2B5EF4-FFF2-40B4-BE49-F238E27FC236}">
                <a16:creationId xmlns:a16="http://schemas.microsoft.com/office/drawing/2014/main" id="{B54D217F-0417-492E-99F2-01A41A59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把時間投入職涯發展、個人興趣與真正重要的目標。</a:t>
            </a:r>
          </a:p>
        </p:txBody>
      </p:sp>
      <p:sp>
        <p:nvSpPr>
          <p:cNvPr id="29" name="text-1872">
            <a:extLst xmlns:a="http://schemas.openxmlformats.org/drawingml/2006/main">
              <a:ext uri="{FF2B5EF4-FFF2-40B4-BE49-F238E27FC236}">
                <a16:creationId xmlns:a16="http://schemas.microsoft.com/office/drawing/2014/main" id="{C5D18E71-A109-48DC-9853-144E9A41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873">
            <a:extLst xmlns:a="http://schemas.openxmlformats.org/drawingml/2006/main">
              <a:ext uri="{FF2B5EF4-FFF2-40B4-BE49-F238E27FC236}">
                <a16:creationId xmlns:a16="http://schemas.microsoft.com/office/drawing/2014/main" id="{3861C803-FCE8-4C9A-B4DE-1B668AE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874">
            <a:extLst xmlns:a="http://schemas.openxmlformats.org/drawingml/2006/main">
              <a:ext uri="{FF2B5EF4-FFF2-40B4-BE49-F238E27FC236}">
                <a16:creationId xmlns:a16="http://schemas.microsoft.com/office/drawing/2014/main" id="{8CE530B4-E1DC-41A2-AD3C-73261B17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875">
            <a:extLst xmlns:a="http://schemas.openxmlformats.org/drawingml/2006/main">
              <a:ext uri="{FF2B5EF4-FFF2-40B4-BE49-F238E27FC236}">
                <a16:creationId xmlns:a16="http://schemas.microsoft.com/office/drawing/2014/main" id="{CE7A7982-E958-4EE4-864B-3F1B2DF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876">
            <a:extLst xmlns:a="http://schemas.openxmlformats.org/drawingml/2006/main">
              <a:ext uri="{FF2B5EF4-FFF2-40B4-BE49-F238E27FC236}">
                <a16:creationId xmlns:a16="http://schemas.microsoft.com/office/drawing/2014/main" id="{78DD08FF-E0C5-4B77-B625-DFDD4B43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內化成生活</a:t>
            </a:r>
          </a:p>
        </p:txBody>
      </p:sp>
      <p:sp>
        <p:nvSpPr>
          <p:cNvPr id="34" name="text-1877">
            <a:extLst xmlns:a="http://schemas.openxmlformats.org/drawingml/2006/main">
              <a:ext uri="{FF2B5EF4-FFF2-40B4-BE49-F238E27FC236}">
                <a16:creationId xmlns:a16="http://schemas.microsoft.com/office/drawing/2014/main" id="{A0A5F807-6545-46A6-BDCB-C70660A8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AI 能力服務人的關係、成長與人生意義。</a:t>
            </a:r>
          </a:p>
        </p:txBody>
      </p:sp>
      <p:sp>
        <p:nvSpPr>
          <p:cNvPr id="35" name="text-1878">
            <a:extLst xmlns:a="http://schemas.openxmlformats.org/drawingml/2006/main">
              <a:ext uri="{FF2B5EF4-FFF2-40B4-BE49-F238E27FC236}">
                <a16:creationId xmlns:a16="http://schemas.microsoft.com/office/drawing/2014/main" id="{D27721BC-46C4-4877-881F-6958C402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74007440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879">
            <a:extLst xmlns:a="http://schemas.openxmlformats.org/drawingml/2006/main">
              <a:ext uri="{FF2B5EF4-FFF2-40B4-BE49-F238E27FC236}">
                <a16:creationId xmlns:a16="http://schemas.microsoft.com/office/drawing/2014/main" id="{9D900391-E38D-4C92-ACC7-4C4F0B8D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5070B3-A9ED-4666-993E-5ED6B9F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8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81">
            <a:extLst xmlns:a="http://schemas.openxmlformats.org/drawingml/2006/main">
              <a:ext uri="{FF2B5EF4-FFF2-40B4-BE49-F238E27FC236}">
                <a16:creationId xmlns:a16="http://schemas.microsoft.com/office/drawing/2014/main" id="{53FC38D5-B260-464C-AB48-72565FF4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612C91-383D-491A-843D-84912A4C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1882">
            <a:extLst xmlns:a="http://schemas.openxmlformats.org/drawingml/2006/main">
              <a:ext uri="{FF2B5EF4-FFF2-40B4-BE49-F238E27FC236}">
                <a16:creationId xmlns:a16="http://schemas.microsoft.com/office/drawing/2014/main" id="{4C9B65B1-5BFE-49F6-9338-1FFB2E3A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83">
            <a:extLst xmlns:a="http://schemas.openxmlformats.org/drawingml/2006/main">
              <a:ext uri="{FF2B5EF4-FFF2-40B4-BE49-F238E27FC236}">
                <a16:creationId xmlns:a16="http://schemas.microsoft.com/office/drawing/2014/main" id="{E425F93B-D471-4830-A1E2-D7D5A5DA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884">
            <a:extLst xmlns:a="http://schemas.openxmlformats.org/drawingml/2006/main">
              <a:ext uri="{FF2B5EF4-FFF2-40B4-BE49-F238E27FC236}">
                <a16:creationId xmlns:a16="http://schemas.microsoft.com/office/drawing/2014/main" id="{11A95CF0-62F8-40F8-82E0-C0D7063A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903dfe5a1574b13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f4bc77629433b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885">
            <a:extLst xmlns:a="http://schemas.openxmlformats.org/drawingml/2006/main">
              <a:ext uri="{FF2B5EF4-FFF2-40B4-BE49-F238E27FC236}">
                <a16:creationId xmlns:a16="http://schemas.microsoft.com/office/drawing/2014/main" id="{8816AE51-C63A-4E38-9470-8D850C3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86">
            <a:extLst xmlns:a="http://schemas.openxmlformats.org/drawingml/2006/main">
              <a:ext uri="{FF2B5EF4-FFF2-40B4-BE49-F238E27FC236}">
                <a16:creationId xmlns:a16="http://schemas.microsoft.com/office/drawing/2014/main" id="{0E9A29CF-3681-43F2-8C48-D729E12D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887">
            <a:extLst xmlns:a="http://schemas.openxmlformats.org/drawingml/2006/main">
              <a:ext uri="{FF2B5EF4-FFF2-40B4-BE49-F238E27FC236}">
                <a16:creationId xmlns:a16="http://schemas.microsoft.com/office/drawing/2014/main" id="{DB147B41-F9CB-4DD5-8073-C5BC5EC3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32c8a9756774204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07a86e26f4bdf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888">
            <a:extLst xmlns:a="http://schemas.openxmlformats.org/drawingml/2006/main">
              <a:ext uri="{FF2B5EF4-FFF2-40B4-BE49-F238E27FC236}">
                <a16:creationId xmlns:a16="http://schemas.microsoft.com/office/drawing/2014/main" id="{310D5C62-A0BE-458C-AB2E-D4F7E2CF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89">
            <a:extLst xmlns:a="http://schemas.openxmlformats.org/drawingml/2006/main">
              <a:ext uri="{FF2B5EF4-FFF2-40B4-BE49-F238E27FC236}">
                <a16:creationId xmlns:a16="http://schemas.microsoft.com/office/drawing/2014/main" id="{C03DCADD-CBF6-41E9-943A-7BEBD106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890">
            <a:extLst xmlns:a="http://schemas.openxmlformats.org/drawingml/2006/main">
              <a:ext uri="{FF2B5EF4-FFF2-40B4-BE49-F238E27FC236}">
                <a16:creationId xmlns:a16="http://schemas.microsoft.com/office/drawing/2014/main" id="{6AEA16BF-5872-49E2-B484-A4BFBA28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4e350491e7f41de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0a7ec710a44ea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891">
            <a:extLst xmlns:a="http://schemas.openxmlformats.org/drawingml/2006/main">
              <a:ext uri="{FF2B5EF4-FFF2-40B4-BE49-F238E27FC236}">
                <a16:creationId xmlns:a16="http://schemas.microsoft.com/office/drawing/2014/main" id="{E7A10393-FE4C-4D28-B781-7B403020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92">
            <a:extLst xmlns:a="http://schemas.openxmlformats.org/drawingml/2006/main">
              <a:ext uri="{FF2B5EF4-FFF2-40B4-BE49-F238E27FC236}">
                <a16:creationId xmlns:a16="http://schemas.microsoft.com/office/drawing/2014/main" id="{D76273D3-1A1D-4A71-B77C-CF2A56E2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893">
            <a:extLst xmlns:a="http://schemas.openxmlformats.org/drawingml/2006/main">
              <a:ext uri="{FF2B5EF4-FFF2-40B4-BE49-F238E27FC236}">
                <a16:creationId xmlns:a16="http://schemas.microsoft.com/office/drawing/2014/main" id="{9DC82B06-9D2A-40A5-94DF-923F4CC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1bc468b78fb414d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14ba647c34277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894">
            <a:extLst xmlns:a="http://schemas.openxmlformats.org/drawingml/2006/main">
              <a:ext uri="{FF2B5EF4-FFF2-40B4-BE49-F238E27FC236}">
                <a16:creationId xmlns:a16="http://schemas.microsoft.com/office/drawing/2014/main" id="{5F3D028D-D3A5-47D1-B1DC-106407D3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895">
            <a:extLst xmlns:a="http://schemas.openxmlformats.org/drawingml/2006/main">
              <a:ext uri="{FF2B5EF4-FFF2-40B4-BE49-F238E27FC236}">
                <a16:creationId xmlns:a16="http://schemas.microsoft.com/office/drawing/2014/main" id="{EC19DD1E-9CFC-4A5E-AC05-DEE707C3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896">
            <a:extLst xmlns:a="http://schemas.openxmlformats.org/drawingml/2006/main">
              <a:ext uri="{FF2B5EF4-FFF2-40B4-BE49-F238E27FC236}">
                <a16:creationId xmlns:a16="http://schemas.microsoft.com/office/drawing/2014/main" id="{8A39A60A-7040-4C71-9195-DB79F9D7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481e3f4941e4b91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198078dad495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897">
            <a:extLst xmlns:a="http://schemas.openxmlformats.org/drawingml/2006/main">
              <a:ext uri="{FF2B5EF4-FFF2-40B4-BE49-F238E27FC236}">
                <a16:creationId xmlns:a16="http://schemas.microsoft.com/office/drawing/2014/main" id="{D2856559-1699-4456-B21C-15FF99DB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898">
            <a:extLst xmlns:a="http://schemas.openxmlformats.org/drawingml/2006/main">
              <a:ext uri="{FF2B5EF4-FFF2-40B4-BE49-F238E27FC236}">
                <a16:creationId xmlns:a16="http://schemas.microsoft.com/office/drawing/2014/main" id="{9007E00A-F49D-44E2-A1EA-3069D03C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899">
            <a:extLst xmlns:a="http://schemas.openxmlformats.org/drawingml/2006/main">
              <a:ext uri="{FF2B5EF4-FFF2-40B4-BE49-F238E27FC236}">
                <a16:creationId xmlns:a16="http://schemas.microsoft.com/office/drawing/2014/main" id="{B41D3CF7-17BB-47A9-A7CE-61AEE81F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70735d363944277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e884f5cd5467e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900">
            <a:extLst xmlns:a="http://schemas.openxmlformats.org/drawingml/2006/main">
              <a:ext uri="{FF2B5EF4-FFF2-40B4-BE49-F238E27FC236}">
                <a16:creationId xmlns:a16="http://schemas.microsoft.com/office/drawing/2014/main" id="{BE404956-5561-4864-B595-ADA1DA28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text-1901">
            <a:extLst xmlns:a="http://schemas.openxmlformats.org/drawingml/2006/main">
              <a:ext uri="{FF2B5EF4-FFF2-40B4-BE49-F238E27FC236}">
                <a16:creationId xmlns:a16="http://schemas.microsoft.com/office/drawing/2014/main" id="{8C38C6F9-FDFD-4649-99A8-B728DF30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902">
            <a:extLst xmlns:a="http://schemas.openxmlformats.org/drawingml/2006/main">
              <a:ext uri="{FF2B5EF4-FFF2-40B4-BE49-F238E27FC236}">
                <a16:creationId xmlns:a16="http://schemas.microsoft.com/office/drawing/2014/main" id="{2822339A-4852-4622-9C86-2E7E4D7F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7ff13ef78db4ef3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2828e77364a3b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903">
            <a:extLst xmlns:a="http://schemas.openxmlformats.org/drawingml/2006/main">
              <a:ext uri="{FF2B5EF4-FFF2-40B4-BE49-F238E27FC236}">
                <a16:creationId xmlns:a16="http://schemas.microsoft.com/office/drawing/2014/main" id="{18E262AD-3040-4D1A-BE62-544C6F49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5" name="text-1904">
            <a:extLst xmlns:a="http://schemas.openxmlformats.org/drawingml/2006/main">
              <a:ext uri="{FF2B5EF4-FFF2-40B4-BE49-F238E27FC236}">
                <a16:creationId xmlns:a16="http://schemas.microsoft.com/office/drawing/2014/main" id="{6285A5FA-559A-42B5-9596-111F89CE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905">
            <a:extLst xmlns:a="http://schemas.openxmlformats.org/drawingml/2006/main">
              <a:ext uri="{FF2B5EF4-FFF2-40B4-BE49-F238E27FC236}">
                <a16:creationId xmlns:a16="http://schemas.microsoft.com/office/drawing/2014/main" id="{09018896-9D1F-43A9-8967-FAB0C86C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db20c6185834e2c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1239ac4cc45f5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906">
            <a:extLst xmlns:a="http://schemas.openxmlformats.org/drawingml/2006/main">
              <a:ext uri="{FF2B5EF4-FFF2-40B4-BE49-F238E27FC236}">
                <a16:creationId xmlns:a16="http://schemas.microsoft.com/office/drawing/2014/main" id="{E04DED28-9539-476E-A274-2AB63E86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307823839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2026-08-21T10:30:44.3810000Z</dcterms:created>
  <dcterms:modified xsi:type="dcterms:W3CDTF">2026-08-21T10:30:44.3810000Z</dcterms:modified>
</coreProperties>
</file>