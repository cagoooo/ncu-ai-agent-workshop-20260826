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5beede79f042d8" /><Relationship Type="http://schemas.openxmlformats.org/officeDocument/2006/relationships/extended-properties" Target="/docProps/app.xml" Id="R417cd41237d244f5" /><Relationship Type="http://schemas.openxmlformats.org/officeDocument/2006/relationships/officeDocument" Target="/ppt/presentation.xml" Id="R5b05ac2bd95847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59d7c11d6ba4921"/>
  </p:sldMasterIdLst>
  <p:notesMasterIdLst>
    <p:notesMasterId xmlns:r="http://schemas.openxmlformats.org/officeDocument/2006/relationships" r:id="R6c73fdffdf2b4667"/>
  </p:notesMasterIdLst>
  <p:sldIdLst>
    <p:sldId xmlns:r="http://schemas.openxmlformats.org/officeDocument/2006/relationships" id="256" r:id="R7a94bdc54f8a47fc"/>
    <p:sldId xmlns:r="http://schemas.openxmlformats.org/officeDocument/2006/relationships" id="257" r:id="Ra10bf4bde722428e"/>
    <p:sldId xmlns:r="http://schemas.openxmlformats.org/officeDocument/2006/relationships" id="258" r:id="Rd29cd69d03ed4b3b"/>
    <p:sldId xmlns:r="http://schemas.openxmlformats.org/officeDocument/2006/relationships" id="259" r:id="Ra13a96537757432c"/>
    <p:sldId xmlns:r="http://schemas.openxmlformats.org/officeDocument/2006/relationships" id="260" r:id="R1172b256c4854cc4"/>
    <p:sldId xmlns:r="http://schemas.openxmlformats.org/officeDocument/2006/relationships" id="261" r:id="R48a52eb5c5c34392"/>
    <p:sldId xmlns:r="http://schemas.openxmlformats.org/officeDocument/2006/relationships" id="262" r:id="Rfcca3ff8523c467a"/>
    <p:sldId xmlns:r="http://schemas.openxmlformats.org/officeDocument/2006/relationships" id="263" r:id="R6e34ccf997894fee"/>
    <p:sldId xmlns:r="http://schemas.openxmlformats.org/officeDocument/2006/relationships" id="264" r:id="Ra3ce23e5c1c449cf"/>
    <p:sldId xmlns:r="http://schemas.openxmlformats.org/officeDocument/2006/relationships" id="265" r:id="Rfffdbf39a5cd4acf"/>
    <p:sldId xmlns:r="http://schemas.openxmlformats.org/officeDocument/2006/relationships" id="266" r:id="Rb24748c2e8ba47e0"/>
    <p:sldId xmlns:r="http://schemas.openxmlformats.org/officeDocument/2006/relationships" id="267" r:id="R40ce36521e954e0f"/>
    <p:sldId xmlns:r="http://schemas.openxmlformats.org/officeDocument/2006/relationships" id="268" r:id="Ra643539d6d3a4f2d"/>
    <p:sldId xmlns:r="http://schemas.openxmlformats.org/officeDocument/2006/relationships" id="269" r:id="Rd02d0396b1fd43b4"/>
    <p:sldId xmlns:r="http://schemas.openxmlformats.org/officeDocument/2006/relationships" id="270" r:id="R1f08592bd4fc43cc"/>
    <p:sldId xmlns:r="http://schemas.openxmlformats.org/officeDocument/2006/relationships" id="271" r:id="R2e08404ee8374a7a"/>
    <p:sldId xmlns:r="http://schemas.openxmlformats.org/officeDocument/2006/relationships" id="272" r:id="R7391a33cf04440ad"/>
    <p:sldId xmlns:r="http://schemas.openxmlformats.org/officeDocument/2006/relationships" id="273" r:id="R917982f7b602419c"/>
    <p:sldId xmlns:r="http://schemas.openxmlformats.org/officeDocument/2006/relationships" id="274" r:id="R3e9dfcf5fa43453d"/>
    <p:sldId xmlns:r="http://schemas.openxmlformats.org/officeDocument/2006/relationships" id="275" r:id="R5db1f38c6d4c4131"/>
    <p:sldId xmlns:r="http://schemas.openxmlformats.org/officeDocument/2006/relationships" id="276" r:id="R2a7688f661bb4f33"/>
    <p:sldId xmlns:r="http://schemas.openxmlformats.org/officeDocument/2006/relationships" id="277" r:id="R08355391b3114659"/>
    <p:sldId xmlns:r="http://schemas.openxmlformats.org/officeDocument/2006/relationships" id="278" r:id="R8d96ef4f20d04d24"/>
    <p:sldId xmlns:r="http://schemas.openxmlformats.org/officeDocument/2006/relationships" id="279" r:id="Re39821dcb603422d"/>
    <p:sldId xmlns:r="http://schemas.openxmlformats.org/officeDocument/2006/relationships" id="280" r:id="Rad8d2c7c2cd94f7c"/>
    <p:sldId xmlns:r="http://schemas.openxmlformats.org/officeDocument/2006/relationships" id="281" r:id="Rf0630e70583e496c"/>
    <p:sldId xmlns:r="http://schemas.openxmlformats.org/officeDocument/2006/relationships" id="282" r:id="R1011578fc20d401e"/>
    <p:sldId xmlns:r="http://schemas.openxmlformats.org/officeDocument/2006/relationships" id="283" r:id="R140155f2932c470b"/>
    <p:sldId xmlns:r="http://schemas.openxmlformats.org/officeDocument/2006/relationships" id="284" r:id="R7bd9c159a4ac4cfd"/>
    <p:sldId xmlns:r="http://schemas.openxmlformats.org/officeDocument/2006/relationships" id="285" r:id="R00ea1963ae0542f3"/>
    <p:sldId xmlns:r="http://schemas.openxmlformats.org/officeDocument/2006/relationships" id="286" r:id="R4fe9149ffbbd4904"/>
    <p:sldId xmlns:r="http://schemas.openxmlformats.org/officeDocument/2006/relationships" id="287" r:id="Rd4423ed792114260"/>
    <p:sldId xmlns:r="http://schemas.openxmlformats.org/officeDocument/2006/relationships" id="288" r:id="R9cd02b1404d74685"/>
    <p:sldId xmlns:r="http://schemas.openxmlformats.org/officeDocument/2006/relationships" id="289" r:id="R833f79bb8e934e32"/>
    <p:sldId xmlns:r="http://schemas.openxmlformats.org/officeDocument/2006/relationships" id="290" r:id="Re0c1ab39aa164856"/>
    <p:sldId xmlns:r="http://schemas.openxmlformats.org/officeDocument/2006/relationships" id="291" r:id="Rd5fda405475942f4"/>
    <p:sldId xmlns:r="http://schemas.openxmlformats.org/officeDocument/2006/relationships" id="292" r:id="R22333815f2f24584"/>
    <p:sldId xmlns:r="http://schemas.openxmlformats.org/officeDocument/2006/relationships" id="293" r:id="R76a00535fc994f01"/>
    <p:sldId xmlns:r="http://schemas.openxmlformats.org/officeDocument/2006/relationships" id="294" r:id="R10570a90ae2d40af"/>
    <p:sldId xmlns:r="http://schemas.openxmlformats.org/officeDocument/2006/relationships" id="295" r:id="Rcf6a7410e22c4eee"/>
    <p:sldId xmlns:r="http://schemas.openxmlformats.org/officeDocument/2006/relationships" id="296" r:id="Rd5132305c6e04ed2"/>
    <p:sldId xmlns:r="http://schemas.openxmlformats.org/officeDocument/2006/relationships" id="297" r:id="Raa4ec95a7e3e4f0f"/>
    <p:sldId xmlns:r="http://schemas.openxmlformats.org/officeDocument/2006/relationships" id="298" r:id="R69be6be86e32438b"/>
    <p:sldId xmlns:r="http://schemas.openxmlformats.org/officeDocument/2006/relationships" id="299" r:id="Re2acc5d4024740d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4ac548c65334b79" /><Relationship Type="http://schemas.openxmlformats.org/officeDocument/2006/relationships/slideMaster" Target="/ppt/slideMasters/slideMaster1.xml" Id="Ra59d7c11d6ba4921" /><Relationship Type="http://schemas.openxmlformats.org/officeDocument/2006/relationships/notesMaster" Target="/ppt/notesMasters/notesMaster1.xml" Id="R6c73fdffdf2b4667" /><Relationship Type="http://schemas.openxmlformats.org/officeDocument/2006/relationships/presProps" Target="/ppt/presProps.xml" Id="R48023c34a7924c4f" /><Relationship Type="http://schemas.openxmlformats.org/officeDocument/2006/relationships/tableStyles" Target="/ppt/tableStyles.xml" Id="Racc53ba09ecb4d9e" /><Relationship Type="http://schemas.openxmlformats.org/officeDocument/2006/relationships/slide" Target="/ppt/slides/slide1.xml" Id="R7a94bdc54f8a47fc" /><Relationship Type="http://schemas.openxmlformats.org/officeDocument/2006/relationships/slide" Target="/ppt/slides/slide2.xml" Id="Ra10bf4bde722428e" /><Relationship Type="http://schemas.openxmlformats.org/officeDocument/2006/relationships/slide" Target="/ppt/slides/slide3.xml" Id="Rd29cd69d03ed4b3b" /><Relationship Type="http://schemas.openxmlformats.org/officeDocument/2006/relationships/slide" Target="/ppt/slides/slide4.xml" Id="Ra13a96537757432c" /><Relationship Type="http://schemas.openxmlformats.org/officeDocument/2006/relationships/slide" Target="/ppt/slides/slide5.xml" Id="R1172b256c4854cc4" /><Relationship Type="http://schemas.openxmlformats.org/officeDocument/2006/relationships/slide" Target="/ppt/slides/slide6.xml" Id="R48a52eb5c5c34392" /><Relationship Type="http://schemas.openxmlformats.org/officeDocument/2006/relationships/slide" Target="/ppt/slides/slide7.xml" Id="Rfcca3ff8523c467a" /><Relationship Type="http://schemas.openxmlformats.org/officeDocument/2006/relationships/slide" Target="/ppt/slides/slide8.xml" Id="R6e34ccf997894fee" /><Relationship Type="http://schemas.openxmlformats.org/officeDocument/2006/relationships/slide" Target="/ppt/slides/slide9.xml" Id="Ra3ce23e5c1c449cf" /><Relationship Type="http://schemas.openxmlformats.org/officeDocument/2006/relationships/slide" Target="/ppt/slides/slide10.xml" Id="Rfffdbf39a5cd4acf" /><Relationship Type="http://schemas.openxmlformats.org/officeDocument/2006/relationships/slide" Target="/ppt/slides/slide11.xml" Id="Rb24748c2e8ba47e0" /><Relationship Type="http://schemas.openxmlformats.org/officeDocument/2006/relationships/slide" Target="/ppt/slides/slide12.xml" Id="R40ce36521e954e0f" /><Relationship Type="http://schemas.openxmlformats.org/officeDocument/2006/relationships/slide" Target="/ppt/slides/slide13.xml" Id="Ra643539d6d3a4f2d" /><Relationship Type="http://schemas.openxmlformats.org/officeDocument/2006/relationships/slide" Target="/ppt/slides/slide14.xml" Id="Rd02d0396b1fd43b4" /><Relationship Type="http://schemas.openxmlformats.org/officeDocument/2006/relationships/slide" Target="/ppt/slides/slide15.xml" Id="R1f08592bd4fc43cc" /><Relationship Type="http://schemas.openxmlformats.org/officeDocument/2006/relationships/slide" Target="/ppt/slides/slide16.xml" Id="R2e08404ee8374a7a" /><Relationship Type="http://schemas.openxmlformats.org/officeDocument/2006/relationships/slide" Target="/ppt/slides/slide17.xml" Id="R7391a33cf04440ad" /><Relationship Type="http://schemas.openxmlformats.org/officeDocument/2006/relationships/slide" Target="/ppt/slides/slide18.xml" Id="R917982f7b602419c" /><Relationship Type="http://schemas.openxmlformats.org/officeDocument/2006/relationships/slide" Target="/ppt/slides/slide19.xml" Id="R3e9dfcf5fa43453d" /><Relationship Type="http://schemas.openxmlformats.org/officeDocument/2006/relationships/slide" Target="/ppt/slides/slide20.xml" Id="R5db1f38c6d4c4131" /><Relationship Type="http://schemas.openxmlformats.org/officeDocument/2006/relationships/slide" Target="/ppt/slides/slide21.xml" Id="R2a7688f661bb4f33" /><Relationship Type="http://schemas.openxmlformats.org/officeDocument/2006/relationships/slide" Target="/ppt/slides/slide22.xml" Id="R08355391b3114659" /><Relationship Type="http://schemas.openxmlformats.org/officeDocument/2006/relationships/slide" Target="/ppt/slides/slide23.xml" Id="R8d96ef4f20d04d24" /><Relationship Type="http://schemas.openxmlformats.org/officeDocument/2006/relationships/slide" Target="/ppt/slides/slide24.xml" Id="Re39821dcb603422d" /><Relationship Type="http://schemas.openxmlformats.org/officeDocument/2006/relationships/slide" Target="/ppt/slides/slide25.xml" Id="Rad8d2c7c2cd94f7c" /><Relationship Type="http://schemas.openxmlformats.org/officeDocument/2006/relationships/slide" Target="/ppt/slides/slide26.xml" Id="Rf0630e70583e496c" /><Relationship Type="http://schemas.openxmlformats.org/officeDocument/2006/relationships/slide" Target="/ppt/slides/slide27.xml" Id="R1011578fc20d401e" /><Relationship Type="http://schemas.openxmlformats.org/officeDocument/2006/relationships/slide" Target="/ppt/slides/slide28.xml" Id="R140155f2932c470b" /><Relationship Type="http://schemas.openxmlformats.org/officeDocument/2006/relationships/slide" Target="/ppt/slides/slide29.xml" Id="R7bd9c159a4ac4cfd" /><Relationship Type="http://schemas.openxmlformats.org/officeDocument/2006/relationships/slide" Target="/ppt/slides/slide30.xml" Id="R00ea1963ae0542f3" /><Relationship Type="http://schemas.openxmlformats.org/officeDocument/2006/relationships/slide" Target="/ppt/slides/slide31.xml" Id="R4fe9149ffbbd4904" /><Relationship Type="http://schemas.openxmlformats.org/officeDocument/2006/relationships/slide" Target="/ppt/slides/slide32.xml" Id="Rd4423ed792114260" /><Relationship Type="http://schemas.openxmlformats.org/officeDocument/2006/relationships/slide" Target="/ppt/slides/slide33.xml" Id="R9cd02b1404d74685" /><Relationship Type="http://schemas.openxmlformats.org/officeDocument/2006/relationships/slide" Target="/ppt/slides/slide34.xml" Id="R833f79bb8e934e32" /><Relationship Type="http://schemas.openxmlformats.org/officeDocument/2006/relationships/slide" Target="/ppt/slides/slide35.xml" Id="Re0c1ab39aa164856" /><Relationship Type="http://schemas.openxmlformats.org/officeDocument/2006/relationships/slide" Target="/ppt/slides/slide36.xml" Id="Rd5fda405475942f4" /><Relationship Type="http://schemas.openxmlformats.org/officeDocument/2006/relationships/slide" Target="/ppt/slides/slide37.xml" Id="R22333815f2f24584" /><Relationship Type="http://schemas.openxmlformats.org/officeDocument/2006/relationships/slide" Target="/ppt/slides/slide38.xml" Id="R76a00535fc994f01" /><Relationship Type="http://schemas.openxmlformats.org/officeDocument/2006/relationships/slide" Target="/ppt/slides/slide39.xml" Id="R10570a90ae2d40af" /><Relationship Type="http://schemas.openxmlformats.org/officeDocument/2006/relationships/slide" Target="/ppt/slides/slide40.xml" Id="Rcf6a7410e22c4eee" /><Relationship Type="http://schemas.openxmlformats.org/officeDocument/2006/relationships/slide" Target="/ppt/slides/slide41.xml" Id="Rd5132305c6e04ed2" /><Relationship Type="http://schemas.openxmlformats.org/officeDocument/2006/relationships/slide" Target="/ppt/slides/slide42.xml" Id="Raa4ec95a7e3e4f0f" /><Relationship Type="http://schemas.openxmlformats.org/officeDocument/2006/relationships/slide" Target="/ppt/slides/slide43.xml" Id="R69be6be86e32438b" /><Relationship Type="http://schemas.openxmlformats.org/officeDocument/2006/relationships/slide" Target="/ppt/slides/slide44.xml" Id="Re2acc5d4024740d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0b1b9368953407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92ce3e3758e49ff" /><Relationship Type="http://schemas.openxmlformats.org/officeDocument/2006/relationships/notesMaster" Target="/ppt/notesMasters/notesMaster1.xml" Id="R9c246f7cf4c14bb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704189ec38745e2" /><Relationship Type="http://schemas.openxmlformats.org/officeDocument/2006/relationships/notesMaster" Target="/ppt/notesMasters/notesMaster1.xml" Id="Rb0ec410345864f0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ea815034f724a96" /><Relationship Type="http://schemas.openxmlformats.org/officeDocument/2006/relationships/notesMaster" Target="/ppt/notesMasters/notesMaster1.xml" Id="Rc3a7bfcdceec436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d6cc314b6864b1f" /><Relationship Type="http://schemas.openxmlformats.org/officeDocument/2006/relationships/notesMaster" Target="/ppt/notesMasters/notesMaster1.xml" Id="Rc43d38c2052d47d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507404a7dbc4596" /><Relationship Type="http://schemas.openxmlformats.org/officeDocument/2006/relationships/notesMaster" Target="/ppt/notesMasters/notesMaster1.xml" Id="Rd4dda1d03a85442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aae3facf0b2484a" /><Relationship Type="http://schemas.openxmlformats.org/officeDocument/2006/relationships/notesMaster" Target="/ppt/notesMasters/notesMaster1.xml" Id="Ra2a5f9e204ef466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a89fd4ead0d490b" /><Relationship Type="http://schemas.openxmlformats.org/officeDocument/2006/relationships/notesMaster" Target="/ppt/notesMasters/notesMaster1.xml" Id="R87edcdcade794cc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a7900e592fe4830" /><Relationship Type="http://schemas.openxmlformats.org/officeDocument/2006/relationships/notesMaster" Target="/ppt/notesMasters/notesMaster1.xml" Id="R2d3953415cac46d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985af5f80e347ec" /><Relationship Type="http://schemas.openxmlformats.org/officeDocument/2006/relationships/notesMaster" Target="/ppt/notesMasters/notesMaster1.xml" Id="Rd4170bf09a45479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26e6e8094274b98" /><Relationship Type="http://schemas.openxmlformats.org/officeDocument/2006/relationships/notesMaster" Target="/ppt/notesMasters/notesMaster1.xml" Id="Rb4f8f4b3d55b46b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e070aea75374183" /><Relationship Type="http://schemas.openxmlformats.org/officeDocument/2006/relationships/notesMaster" Target="/ppt/notesMasters/notesMaster1.xml" Id="R11ca696d93f04fd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d7251525f2f47bc" /><Relationship Type="http://schemas.openxmlformats.org/officeDocument/2006/relationships/notesMaster" Target="/ppt/notesMasters/notesMaster1.xml" Id="R5e9fde8e71b6427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73fb7e041b34ad5" /><Relationship Type="http://schemas.openxmlformats.org/officeDocument/2006/relationships/notesMaster" Target="/ppt/notesMasters/notesMaster1.xml" Id="R575baa3553fe427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bbef2aeae2a42e4" /><Relationship Type="http://schemas.openxmlformats.org/officeDocument/2006/relationships/notesMaster" Target="/ppt/notesMasters/notesMaster1.xml" Id="R7912da022429490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0f92598597e4424" /><Relationship Type="http://schemas.openxmlformats.org/officeDocument/2006/relationships/notesMaster" Target="/ppt/notesMasters/notesMaster1.xml" Id="Rdee3886a8a334ec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34c1de0cb454c51" /><Relationship Type="http://schemas.openxmlformats.org/officeDocument/2006/relationships/notesMaster" Target="/ppt/notesMasters/notesMaster1.xml" Id="R1ddd693821494cb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886474c38364671" /><Relationship Type="http://schemas.openxmlformats.org/officeDocument/2006/relationships/notesMaster" Target="/ppt/notesMasters/notesMaster1.xml" Id="R22577f952d9f430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42f90828a5b41e9" /><Relationship Type="http://schemas.openxmlformats.org/officeDocument/2006/relationships/notesMaster" Target="/ppt/notesMasters/notesMaster1.xml" Id="Rf0e8595f43054e9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935192c85824bf7" /><Relationship Type="http://schemas.openxmlformats.org/officeDocument/2006/relationships/notesMaster" Target="/ppt/notesMasters/notesMaster1.xml" Id="R8e078a593d084e4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f430f1e5f7a4752" /><Relationship Type="http://schemas.openxmlformats.org/officeDocument/2006/relationships/notesMaster" Target="/ppt/notesMasters/notesMaster1.xml" Id="Rdb4c49de4baf486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50ad4b8546740d1" /><Relationship Type="http://schemas.openxmlformats.org/officeDocument/2006/relationships/notesMaster" Target="/ppt/notesMasters/notesMaster1.xml" Id="R4580821680c6476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c470c0e510e4c96" /><Relationship Type="http://schemas.openxmlformats.org/officeDocument/2006/relationships/notesMaster" Target="/ppt/notesMasters/notesMaster1.xml" Id="Rebb98a51c104473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184553c8988427b" /><Relationship Type="http://schemas.openxmlformats.org/officeDocument/2006/relationships/notesMaster" Target="/ppt/notesMasters/notesMaster1.xml" Id="R16c89f86b883491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0574c2f4ec042f7" /><Relationship Type="http://schemas.openxmlformats.org/officeDocument/2006/relationships/notesMaster" Target="/ppt/notesMasters/notesMaster1.xml" Id="Rac0a4ac15fbf4a8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3cefaf664d54bb0" /><Relationship Type="http://schemas.openxmlformats.org/officeDocument/2006/relationships/notesMaster" Target="/ppt/notesMasters/notesMaster1.xml" Id="Rbe912277efe34df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8a17c550ea346cd" /><Relationship Type="http://schemas.openxmlformats.org/officeDocument/2006/relationships/notesMaster" Target="/ppt/notesMasters/notesMaster1.xml" Id="Rc17a949028014ba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075628d05d84847" /><Relationship Type="http://schemas.openxmlformats.org/officeDocument/2006/relationships/notesMaster" Target="/ppt/notesMasters/notesMaster1.xml" Id="R3a6b7fb0d892409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819d2cba2d944bb" /><Relationship Type="http://schemas.openxmlformats.org/officeDocument/2006/relationships/notesMaster" Target="/ppt/notesMasters/notesMaster1.xml" Id="Rf6960b41e8104bb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e426492388441b4" /><Relationship Type="http://schemas.openxmlformats.org/officeDocument/2006/relationships/notesMaster" Target="/ppt/notesMasters/notesMaster1.xml" Id="R2481b62403c5442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ae82f9b08f349d3" /><Relationship Type="http://schemas.openxmlformats.org/officeDocument/2006/relationships/notesMaster" Target="/ppt/notesMasters/notesMaster1.xml" Id="Rdb6f2f8864dd4bfb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392a3de7cd14d5d" /><Relationship Type="http://schemas.openxmlformats.org/officeDocument/2006/relationships/notesMaster" Target="/ppt/notesMasters/notesMaster1.xml" Id="R36047a2ef495450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4b3006b77ab4e24" /><Relationship Type="http://schemas.openxmlformats.org/officeDocument/2006/relationships/notesMaster" Target="/ppt/notesMasters/notesMaster1.xml" Id="Rc172f50abcb042b0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13ee8d2d61c4508" /><Relationship Type="http://schemas.openxmlformats.org/officeDocument/2006/relationships/notesMaster" Target="/ppt/notesMasters/notesMaster1.xml" Id="Rfaac31b8ecd7436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f69d51ba15bc4634" /><Relationship Type="http://schemas.openxmlformats.org/officeDocument/2006/relationships/notesMaster" Target="/ppt/notesMasters/notesMaster1.xml" Id="R9cee4d454d044654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80e91ae3f2fc4157" /><Relationship Type="http://schemas.openxmlformats.org/officeDocument/2006/relationships/notesMaster" Target="/ppt/notesMasters/notesMaster1.xml" Id="R4356900fdc9946be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a2b0d57ea8d2474b" /><Relationship Type="http://schemas.openxmlformats.org/officeDocument/2006/relationships/notesMaster" Target="/ppt/notesMasters/notesMaster1.xml" Id="Rcc0a0d5d765543c8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4b2717e0e5d84940" /><Relationship Type="http://schemas.openxmlformats.org/officeDocument/2006/relationships/notesMaster" Target="/ppt/notesMasters/notesMaster1.xml" Id="Re904f7d819d74fae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7a5575f7a4504165" /><Relationship Type="http://schemas.openxmlformats.org/officeDocument/2006/relationships/notesMaster" Target="/ppt/notesMasters/notesMaster1.xml" Id="Reac87a1ee0ea48c5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6a3a768df1124159" /><Relationship Type="http://schemas.openxmlformats.org/officeDocument/2006/relationships/notesMaster" Target="/ppt/notesMasters/notesMaster1.xml" Id="R232bca03ab414c0d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3665bc10688944ef" /><Relationship Type="http://schemas.openxmlformats.org/officeDocument/2006/relationships/notesMaster" Target="/ppt/notesMasters/notesMaster1.xml" Id="R4d699405da624d35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63329eed30a0405d" /><Relationship Type="http://schemas.openxmlformats.org/officeDocument/2006/relationships/notesMaster" Target="/ppt/notesMasters/notesMaster1.xml" Id="R93664c6266354c0d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4bbc078af3ec43a9" /><Relationship Type="http://schemas.openxmlformats.org/officeDocument/2006/relationships/notesMaster" Target="/ppt/notesMasters/notesMaster1.xml" Id="R935c6054047d4284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fb57682907db4224" /><Relationship Type="http://schemas.openxmlformats.org/officeDocument/2006/relationships/notesMaster" Target="/ppt/notesMasters/notesMaster1.xml" Id="R37f55b0a885641b1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fdb6924375414777" /><Relationship Type="http://schemas.openxmlformats.org/officeDocument/2006/relationships/notesMaster" Target="/ppt/notesMasters/notesMaster1.xml" Id="Rb1b85a9c27044df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開場先說明：今天的重點不是把所有按鈕看過一遍，而是每位參與者都完成可帶回課堂的成果。邀請大家先選定一門課程，以及一個真實的教學／研究痛點與問題。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說明下午不是程式設計課，而是任務設計、權限判斷與成果驗證課。沒有 Google 訂閱的參與者可在 Codex 完成主要任務，Antigravity 採同組共作。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提醒每一段都沿用上午作品與同一個教學／研究痛點與問題。參與者不需要重新發想題目。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用一個例子說明：『告訴我如何改網站』是對話；『依我的規則產出設計建議』是助理；『讀取專案、修改、測試、交付』才是 Agent 任務。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要求參與者之後每次都問：Agent 的完成證據在哪裡？若只有一段漂亮說明，工作還沒有完成。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先讀取與分析通常風險較低；公開、刪除與替人做決策需要明確授權。請參與者把『需要我確認後才做』寫入任務限制。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請每組建立一個專案資料夾，放入上午成果、需求說明與素材。Agent 需要可讀的工作區，不要只靠聊天記憶。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這三個案例分別支援學生資料、PIRLS 評量與 Agent Skills 的實作討論。先判斷輸入資料、規則與驗收，再決定交給哪個 Agent。本次資料依據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https://cagoooo.github.io/Akai/tool/73/</a:t>
            </a:r>
          </a:p>
          <a:p xmlns:a="http://schemas.openxmlformats.org/drawingml/2006/main">
            <a:r>
              <a:t>- https://cagoooo.github.io/filter/</a:t>
            </a:r>
          </a:p>
          <a:p xmlns:a="http://schemas.openxmlformats.org/drawingml/2006/main">
            <a:r>
              <a:t>- https://cagoooo.github.io/Akai/tool/87/</a:t>
            </a:r>
          </a:p>
          <a:p xmlns:a="http://schemas.openxmlformats.org/drawingml/2006/main">
            <a:r>
              <a:t>- https://cagoooo.github.io/pirls-questioncraft/</a:t>
            </a:r>
          </a:p>
          <a:p xmlns:a="http://schemas.openxmlformats.org/drawingml/2006/main">
            <a:r>
              <a:t>- https://cagoooo.github.io/Akai/tool/103/</a:t>
            </a:r>
          </a:p>
          <a:p xmlns:a="http://schemas.openxmlformats.org/drawingml/2006/main">
            <a:r>
              <a:t>- https://cagoooo.github.io/PlayRight/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三個案例分別對應研究資料、無障礙檢核與規準式 AI 審查。請參與者比較：哪些步驟能交給 Agent，哪些判斷必須保留人工責任。本次資料依據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https://cagoooo.github.io/Akai/tool/105/</a:t>
            </a:r>
          </a:p>
          <a:p xmlns:a="http://schemas.openxmlformats.org/drawingml/2006/main">
            <a:r>
              <a:t>- https://cagoooo.github.io/taic-edu/</a:t>
            </a:r>
          </a:p>
          <a:p xmlns:a="http://schemas.openxmlformats.org/drawingml/2006/main">
            <a:r>
              <a:t>- https://cagoooo.github.io/Akai/tool/123/</a:t>
            </a:r>
          </a:p>
          <a:p xmlns:a="http://schemas.openxmlformats.org/drawingml/2006/main">
            <a:r>
              <a:t>- https://cagoooo.github.io/smes-web-migration/</a:t>
            </a:r>
          </a:p>
          <a:p xmlns:a="http://schemas.openxmlformats.org/drawingml/2006/main">
            <a:r>
              <a:t>- https://cagoooo.github.io/Akai/tool/88/</a:t>
            </a:r>
          </a:p>
          <a:p xmlns:a="http://schemas.openxmlformats.org/drawingml/2006/main">
            <a:r>
              <a:t>- https://cagoooo.github.io/JHScurriculum/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章節轉場。Antigravity 實作以同組共作為主，實際可用功能依現場帳號方案與管理政策為準。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將 Antigravity 描述為可啟動、監看與協調 AI agents 活動的中央指揮中心。教學上最重要的是任務與驗收，而不是介面按鈕。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示範先請 Agent 閱讀並摘要專案，不立即修改。讓參與者建立『先觀察，再授權』的操作節奏。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請每組照四句話改成自己的任務。若任務無法在 20 分鐘內驗收，先縮小範圍。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示範任務可選：修正 RWD、加入一個形成性回饋、改善無障礙標籤。刻意要求 Agent 不要發布，讓權限邊界可見。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請參與者對示範結果追問：『你實際跑了什麼？』『哪一項沒有驗證？』培養證據導向，而不是相信完成宣告。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每組只做一項改善。若工具不可用，觀察員可用任務簡報與驗收規準進行紙上模擬，之後在 Codex 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轉場：用同一個任務進入 Codex，比較工作方式與成果證據，而不是比較誰的回答比較像人。模型與方案會變動；本次以 GPT-5.6 Luna＋Max 作為講師的成本效益示範取向。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示範如何把一個模糊要求改成可驗證任務。強調 Codex 可以處理檔案與專案工作，但使用者仍需界定範圍與權限。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這段可直接複製給 Codex，再把目標換成各組需求。若 Agent 建議超出範圍，先縮小任務，不要一路追加。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六欄不是要寫長文，而是讓 Agent 有足夠上下文完成閉環。請每組把剛才四句任務補成六欄。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若不希望修改原檔，先複製到練習資料夾或明確要求只讀分析。可用 GPT-5.6 Luna 並開啟 Max 強度作為成本效益示範；操作完用一句話回答：哪個工具的工作回報最容易查證？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這張是工作坊的工具選擇框架，不是永久排名。Claude 的代碼穩定與 Token 消耗是講師實務觀察；Opus 5 僅在講師帳號當期可見時作為選項提示，官方可查的模型與能力、價格請以 Anthropic 最新公告為準。Codex 的 Luna 與 Max 取向依 OpenAI 官方模型與方案說明；Antigravity 的 Gemini 3.6 Flash 速度與額度依 Google 產品與帳號方案變化。免費 Antigravity 約三輪對話的限制是講師過往實測，不是官方保證。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https://www.anthropic.com/news/claude-sonnet-5</a:t>
            </a:r>
          </a:p>
          <a:p xmlns:a="http://schemas.openxmlformats.org/drawingml/2006/main">
            <a:r>
              <a:t>- https://www.anthropic.com/news/claude-opus-4-8</a:t>
            </a:r>
          </a:p>
          <a:p xmlns:a="http://schemas.openxmlformats.org/drawingml/2006/main">
            <a:r>
              <a:t>- https://www.anthropic.com/news/claude-fable-5-mythos-5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https://ai.google.dev/gemini-api/docs/models/gemini-3.6-flash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轉場：提示詞解決這一次；Skill 保存一套可重複、可維護、可驗證的做法。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強調 Skill 是輕量、開放的 Agent 能力擴充格式，並以按需載入減少上下文飽和與工具膨脹。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這是使用者提供的真實提示詞庫：目前畫面顯示 51 筆、9 大分類。現場每組先挑一筆最常用的，不從空白開始。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https://cagoooo.github.io/ncu-ai-agent-workshop-20260826/04_%E5%AF%A6%E4%BD%9C%E5%B7%A5%E5%85%B7/%E6%8F%90%E7%A4%BA%E8%A9%9E%E5%BF%AB%E6%8D%B7%E9%9D%A2%E6%9D%BF_%E7%A0%94%E7%BF%92%E7%94%A8.html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四問有三個『是』就值得做 Skill；只有一個『是』，先留在提示詞面板。避免把每句常用語都包成 Skill。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每組從六例或完整提示詞庫選一個。升級時一定要補上：輸入材料、步驟、禁止事項、驗收條件與需要人工確認的動作。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不是每個 Skill 都要四個資料夾。先從 SKILL.md 開始，只有當內容能降低重複、提高穩定性時才增加 references、scripts 或 assets。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本工作坊採跨平台相容規格：YAML frontmatter 只放 name 與 description。正文用命令式步驟，並把人工授權邊界寫明。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比喻成課程平台：首頁只放導航，進入單元才讀教學內容，需要時才下載附件。Skill 不應把整個知識庫一次塞進主文。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建議兩人分工：一人當 Skill 作者，一人當陌生使用者。測試者不看原提示詞，只用自然語句提出需求，觀察 Agent 是否正確啟用流程。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把測試結果記成兩欄，不要求輸出一模一樣；要求核心規則、授權邊界與驗收一致。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這一段使用工作坊自製的 PIRLS 風格合成資料，不是真實學生資料，也不是正式 PIRLS 題目。重點是 AI 輔助研究流程、編碼可靠性與資料治理。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選擇題與簡答題需要不同分析方法。不要讓 AI 先自由閱讀所有回覆再自行發明分類；先建立資料字典、答案鍵與逐題 scoring guide。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https://www.iea.nl/publications/teachers-resources/putting-pirls-use-classrooms-across-globe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要求每一步保留輸入、輸出與狀態。簡答初編的輸出至少包含 student_id、ai_code、evidence_excerpt、rationale、confidence、needs_human_review。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這張不是主張直接把正式評分交給 AI，而是說明國際評量也採『人工主流程＋AI 平行研究』的審慎路徑。工作坊內只做研究性初編與群體分析。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正式研究可再加入雙評分者、抽樣比例與一致性統計。PIRLS／TIMSS 技術流程重視明確 scoring guides、評分訓練與獨立雙評以記錄 reliability。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https://timssandpirls.bc.edu/timss2019/methods/pdf/TIMSS-2019-MP-Technical-Report.pdf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練習檔位於成果資料夾：PIRLS風格_學生資料_AI分析練習.csv、PIRLS風格_簡答題編碼規準.txt；最後才提供講師用人工參考編碼。禁止一開始把參考答案交給 AI。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請每位教授圈一個 30 天內最想驗證的領域。選擇標準是高頻、耗時、可檢查，不是最炫。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請各組在自己的 Skill 加上一條最重要的安全規則。學生資料 Skill 必須明確要求去識別化、資料最小化、人工複核與用途限制。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可選任務：課程網站上線前總檢、閱讀資料互動導讀、字幕品質檢查、GitHub Pages 部署計畫、PIRLS 風格學生資料分析。今天不要求公開發布。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秒展示，回饋者用四項各給一個勾或問號。若是學生資料案例，再加問：資料是否去識別？AI 編碼是否有人工複核？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請每位教授寫下：哪一門課、哪一個任務、成功的量化或質化證據、哪一天回顧。學生資料任務要先用合成或去識別資料驗證。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../START_HERE_研習資源導航.html</a:t>
            </a:r>
          </a:p>
          <a:p xmlns:a="http://schemas.openxmlformats.org/drawingml/2006/main">
            <a:r>
              <a:t>- https://antigravity.google/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https://claude.ai/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../04_實作工具/提示詞快捷面板_研習用.html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df1c9df0064d7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8ca3072868140f5" /><Relationship Type="http://schemas.openxmlformats.org/officeDocument/2006/relationships/slideLayout" Target="/ppt/slideLayouts/slideLayout1.xml" Id="Ra9a2bdfa9d3c459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a2bdfa9d3c459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57c5d4567e4bf1" /><Relationship Type="http://schemas.openxmlformats.org/officeDocument/2006/relationships/image" Target="/ppt/media/image.png" Id="R32d16b58ac0143e5" /><Relationship Type="http://schemas.openxmlformats.org/officeDocument/2006/relationships/notesSlide" Target="/ppt/notesSlides/notesSlide1.xml" Id="R2ae76d78fbe44f4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6e9f5e69a5423d" /><Relationship Type="http://schemas.openxmlformats.org/officeDocument/2006/relationships/notesSlide" Target="/ppt/notesSlides/notesSlide2.xml" Id="Rdf466053f97e4cd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50a8e52b0e49fc" /><Relationship Type="http://schemas.openxmlformats.org/officeDocument/2006/relationships/notesSlide" Target="/ppt/notesSlides/notesSlide3.xml" Id="R35128bd782e84b9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5720f5d38e4650" /><Relationship Type="http://schemas.openxmlformats.org/officeDocument/2006/relationships/notesSlide" Target="/ppt/notesSlides/notesSlide4.xml" Id="Rd516003820fe49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95367205664181" /><Relationship Type="http://schemas.openxmlformats.org/officeDocument/2006/relationships/notesSlide" Target="/ppt/notesSlides/notesSlide5.xml" Id="R784b83a57009444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487de4272f4f09" /><Relationship Type="http://schemas.openxmlformats.org/officeDocument/2006/relationships/notesSlide" Target="/ppt/notesSlides/notesSlide6.xml" Id="Rd4c3d2d6718643b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d0e93187794c7d" /><Relationship Type="http://schemas.openxmlformats.org/officeDocument/2006/relationships/notesSlide" Target="/ppt/notesSlides/notesSlide7.xml" Id="R5bd52c7b1a3b436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86598dda374aa0" /><Relationship Type="http://schemas.openxmlformats.org/officeDocument/2006/relationships/hyperlink" Target="https://cagoooo.github.io/Akai/tool/73/" TargetMode="External" Id="R0b256a4a7b57402e" /><Relationship Type="http://schemas.openxmlformats.org/officeDocument/2006/relationships/image" Target="/ppt/media/image2.png" Id="R3def8f8a87754496" /><Relationship Type="http://schemas.openxmlformats.org/officeDocument/2006/relationships/hyperlink" Target="https://cagoooo.github.io/filter/" TargetMode="External" Id="R3d3e720c9608428e" /><Relationship Type="http://schemas.openxmlformats.org/officeDocument/2006/relationships/image" Target="/ppt/media/image3.png" Id="R885235be3b7544a2" /><Relationship Type="http://schemas.openxmlformats.org/officeDocument/2006/relationships/hyperlink" Target="https://cagoooo.github.io/Akai/tool/87/" TargetMode="External" Id="R9be300983ec647cd" /><Relationship Type="http://schemas.openxmlformats.org/officeDocument/2006/relationships/image" Target="/ppt/media/image4.png" Id="Ref3a271b394941d5" /><Relationship Type="http://schemas.openxmlformats.org/officeDocument/2006/relationships/hyperlink" Target="https://cagoooo.github.io/pirls-questioncraft/" TargetMode="External" Id="R8f03c0abb2ff4fe6" /><Relationship Type="http://schemas.openxmlformats.org/officeDocument/2006/relationships/image" Target="/ppt/media/image5.png" Id="R5bcabe0861bb4439" /><Relationship Type="http://schemas.openxmlformats.org/officeDocument/2006/relationships/hyperlink" Target="https://cagoooo.github.io/Akai/tool/103/" TargetMode="External" Id="R399e6cc55b864518" /><Relationship Type="http://schemas.openxmlformats.org/officeDocument/2006/relationships/image" Target="/ppt/media/image6.png" Id="Rcca87873ce154d8a" /><Relationship Type="http://schemas.openxmlformats.org/officeDocument/2006/relationships/hyperlink" Target="https://cagoooo.github.io/PlayRight/" TargetMode="External" Id="R37cb4f31e20d40f5" /><Relationship Type="http://schemas.openxmlformats.org/officeDocument/2006/relationships/image" Target="/ppt/media/image7.png" Id="R49ea630b6d9e4e34" /><Relationship Type="http://schemas.openxmlformats.org/officeDocument/2006/relationships/notesSlide" Target="/ppt/notesSlides/notesSlide8.xml" Id="Rbdb4e8299d7a484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dbb1165a494685" /><Relationship Type="http://schemas.openxmlformats.org/officeDocument/2006/relationships/hyperlink" Target="https://cagoooo.github.io/Akai/tool/105/" TargetMode="External" Id="Rf535bd62067243fb" /><Relationship Type="http://schemas.openxmlformats.org/officeDocument/2006/relationships/image" Target="/ppt/media/image8.png" Id="R967aff6293034e76" /><Relationship Type="http://schemas.openxmlformats.org/officeDocument/2006/relationships/hyperlink" Target="https://cagoooo.github.io/taic-edu/" TargetMode="External" Id="R3ac63fa398cc41b8" /><Relationship Type="http://schemas.openxmlformats.org/officeDocument/2006/relationships/image" Target="/ppt/media/image9.png" Id="Re48b8012039b4c4e" /><Relationship Type="http://schemas.openxmlformats.org/officeDocument/2006/relationships/hyperlink" Target="https://cagoooo.github.io/Akai/tool/123/" TargetMode="External" Id="R0d46a92f2824422f" /><Relationship Type="http://schemas.openxmlformats.org/officeDocument/2006/relationships/image" Target="/ppt/media/image10.png" Id="Rfdc8cbfa17214823" /><Relationship Type="http://schemas.openxmlformats.org/officeDocument/2006/relationships/hyperlink" Target="https://cagoooo.github.io/smes-web-migration/" TargetMode="External" Id="Ra5ec39f057bb43e5" /><Relationship Type="http://schemas.openxmlformats.org/officeDocument/2006/relationships/image" Target="/ppt/media/image11.png" Id="R9f102d28adbe4d39" /><Relationship Type="http://schemas.openxmlformats.org/officeDocument/2006/relationships/hyperlink" Target="https://cagoooo.github.io/Akai/tool/88/" TargetMode="External" Id="R6b551498198f4bef" /><Relationship Type="http://schemas.openxmlformats.org/officeDocument/2006/relationships/image" Target="/ppt/media/image12.png" Id="R97fe5236992a44eb" /><Relationship Type="http://schemas.openxmlformats.org/officeDocument/2006/relationships/hyperlink" Target="https://cagoooo.github.io/JHScurriculum/" TargetMode="External" Id="Rb4b7897aa9424037" /><Relationship Type="http://schemas.openxmlformats.org/officeDocument/2006/relationships/image" Target="/ppt/media/image13.png" Id="R5bb3adbec3ed445b" /><Relationship Type="http://schemas.openxmlformats.org/officeDocument/2006/relationships/notesSlide" Target="/ppt/notesSlides/notesSlide9.xml" Id="R911e0ff06dba437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a4e163d65c476c" /><Relationship Type="http://schemas.openxmlformats.org/officeDocument/2006/relationships/hyperlink" Target="https://antigravity.google/" TargetMode="External" Id="R99737073abc64169" /><Relationship Type="http://schemas.openxmlformats.org/officeDocument/2006/relationships/image" Target="/ppt/media/image14.png" Id="R136422f71785482a" /><Relationship Type="http://schemas.openxmlformats.org/officeDocument/2006/relationships/notesSlide" Target="/ppt/notesSlides/notesSlide10.xml" Id="Re9941a695272468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af395b7c434344" /><Relationship Type="http://schemas.openxmlformats.org/officeDocument/2006/relationships/hyperlink" Target="https://antigravity.google/" TargetMode="External" Id="R8e637de916a54428" /><Relationship Type="http://schemas.openxmlformats.org/officeDocument/2006/relationships/image" Target="/ppt/media/image15.png" Id="R63c912269c2647f6" /><Relationship Type="http://schemas.openxmlformats.org/officeDocument/2006/relationships/notesSlide" Target="/ppt/notesSlides/notesSlide11.xml" Id="Rfbe95cb7577648b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6457f39a0e4527" /><Relationship Type="http://schemas.openxmlformats.org/officeDocument/2006/relationships/hyperlink" Target="https://antigravity.google/" TargetMode="External" Id="R86ffd41c7dff49e6" /><Relationship Type="http://schemas.openxmlformats.org/officeDocument/2006/relationships/image" Target="/ppt/media/image16.png" Id="R702593cdee8f4257" /><Relationship Type="http://schemas.openxmlformats.org/officeDocument/2006/relationships/notesSlide" Target="/ppt/notesSlides/notesSlide12.xml" Id="R49fc785a1fd4408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25c83a3da14ea0" /><Relationship Type="http://schemas.openxmlformats.org/officeDocument/2006/relationships/hyperlink" Target="https://antigravity.google/" TargetMode="External" Id="R207b3ffbc1894aa0" /><Relationship Type="http://schemas.openxmlformats.org/officeDocument/2006/relationships/image" Target="/ppt/media/image17.png" Id="Rf98912b52f214dec" /><Relationship Type="http://schemas.openxmlformats.org/officeDocument/2006/relationships/notesSlide" Target="/ppt/notesSlides/notesSlide13.xml" Id="R05ebca9c1331467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5bc82690224c50" /><Relationship Type="http://schemas.openxmlformats.org/officeDocument/2006/relationships/hyperlink" Target="https://antigravity.google/" TargetMode="External" Id="R1a37a5e715024dfe" /><Relationship Type="http://schemas.openxmlformats.org/officeDocument/2006/relationships/image" Target="/ppt/media/image18.png" Id="Re0cbfbc98e284863" /><Relationship Type="http://schemas.openxmlformats.org/officeDocument/2006/relationships/notesSlide" Target="/ppt/notesSlides/notesSlide14.xml" Id="Rb9a22c1612524e5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8068c05dfa466a" /><Relationship Type="http://schemas.openxmlformats.org/officeDocument/2006/relationships/hyperlink" Target="https://antigravity.google/" TargetMode="External" Id="R86b825504732440e" /><Relationship Type="http://schemas.openxmlformats.org/officeDocument/2006/relationships/image" Target="/ppt/media/image19.png" Id="R987128094ba64718" /><Relationship Type="http://schemas.openxmlformats.org/officeDocument/2006/relationships/notesSlide" Target="/ppt/notesSlides/notesSlide15.xml" Id="Rfca9ab8405d1471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6596f1034e48bc" /><Relationship Type="http://schemas.openxmlformats.org/officeDocument/2006/relationships/hyperlink" Target="https://antigravity.google/" TargetMode="External" Id="Rbdd4323659494d65" /><Relationship Type="http://schemas.openxmlformats.org/officeDocument/2006/relationships/image" Target="/ppt/media/image20.png" Id="R759f6c68b2494c75" /><Relationship Type="http://schemas.openxmlformats.org/officeDocument/2006/relationships/notesSlide" Target="/ppt/notesSlides/notesSlide16.xml" Id="R0c99074e0d55403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861a9ab2294d95" /><Relationship Type="http://schemas.openxmlformats.org/officeDocument/2006/relationships/hyperlink" Target="https://chatgpt.com/codex/" TargetMode="External" Id="R3c280f9ba5724d39" /><Relationship Type="http://schemas.openxmlformats.org/officeDocument/2006/relationships/image" Target="/ppt/media/image21.png" Id="R926d58e125694b96" /><Relationship Type="http://schemas.openxmlformats.org/officeDocument/2006/relationships/notesSlide" Target="/ppt/notesSlides/notesSlide17.xml" Id="R662af60b984c4a3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3fdb57f0f04cc0" /><Relationship Type="http://schemas.openxmlformats.org/officeDocument/2006/relationships/hyperlink" Target="https://chatgpt.com/codex/" TargetMode="External" Id="R3767dc991a5e4a2a" /><Relationship Type="http://schemas.openxmlformats.org/officeDocument/2006/relationships/image" Target="/ppt/media/image22.png" Id="R0eec509de2f94f36" /><Relationship Type="http://schemas.openxmlformats.org/officeDocument/2006/relationships/notesSlide" Target="/ppt/notesSlides/notesSlide18.xml" Id="R0b3c45ceb23a4ca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6b73b785b74a75" /><Relationship Type="http://schemas.openxmlformats.org/officeDocument/2006/relationships/hyperlink" Target="https://chatgpt.com/codex/" TargetMode="External" Id="Ra25da6a6943944b6" /><Relationship Type="http://schemas.openxmlformats.org/officeDocument/2006/relationships/image" Target="/ppt/media/image23.png" Id="R718aca4e0fd44ad8" /><Relationship Type="http://schemas.openxmlformats.org/officeDocument/2006/relationships/notesSlide" Target="/ppt/notesSlides/notesSlide19.xml" Id="R0d16452bbd5b4b1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8ea76b115b4de8" /><Relationship Type="http://schemas.openxmlformats.org/officeDocument/2006/relationships/hyperlink" Target="https://chatgpt.com/codex/" TargetMode="External" Id="R2ef68291f92d41ab" /><Relationship Type="http://schemas.openxmlformats.org/officeDocument/2006/relationships/image" Target="/ppt/media/image24.png" Id="R7ed53b83f9354a7a" /><Relationship Type="http://schemas.openxmlformats.org/officeDocument/2006/relationships/notesSlide" Target="/ppt/notesSlides/notesSlide20.xml" Id="Re990ffc7827d400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bb3a7e79de4ef4" /><Relationship Type="http://schemas.openxmlformats.org/officeDocument/2006/relationships/hyperlink" Target="https://chatgpt.com/codex/" TargetMode="External" Id="R6e284d9b045443c5" /><Relationship Type="http://schemas.openxmlformats.org/officeDocument/2006/relationships/image" Target="/ppt/media/image25.png" Id="Rd321d92ac8cb4b59" /><Relationship Type="http://schemas.openxmlformats.org/officeDocument/2006/relationships/notesSlide" Target="/ppt/notesSlides/notesSlide21.xml" Id="R309bc58f5bf44e9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b4bf9999e14823" /><Relationship Type="http://schemas.openxmlformats.org/officeDocument/2006/relationships/hyperlink" Target="https://antigravity.google/" TargetMode="External" Id="Rd56644b7d7b24f13" /><Relationship Type="http://schemas.openxmlformats.org/officeDocument/2006/relationships/hyperlink" Target="https://chatgpt.com/codex/" TargetMode="External" Id="R9baad5983a214083" /><Relationship Type="http://schemas.openxmlformats.org/officeDocument/2006/relationships/hyperlink" Target="https://claude.ai/" TargetMode="External" Id="Re0f6b7f6280948d1" /><Relationship Type="http://schemas.openxmlformats.org/officeDocument/2006/relationships/image" Target="/ppt/media/image26.png" Id="Rd98e5e743f1e48f7" /><Relationship Type="http://schemas.openxmlformats.org/officeDocument/2006/relationships/image" Target="/ppt/media/image27.png" Id="R50879bc134924b9b" /><Relationship Type="http://schemas.openxmlformats.org/officeDocument/2006/relationships/image" Target="/ppt/media/image28.png" Id="R97595d2a0ad54c59" /><Relationship Type="http://schemas.openxmlformats.org/officeDocument/2006/relationships/notesSlide" Target="/ppt/notesSlides/notesSlide22.xml" Id="Ra556150f1e81453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244826d43d402a" /><Relationship Type="http://schemas.openxmlformats.org/officeDocument/2006/relationships/hyperlink" Target="https://codelabs.developers.google.com/getting-started-with-antigravity-skills" TargetMode="External" Id="R7bc42ce9cd004c2a" /><Relationship Type="http://schemas.openxmlformats.org/officeDocument/2006/relationships/hyperlink" Target="https://learn.chatgpt.com/docs/build-skills" TargetMode="External" Id="Reafe0ba409444ab3" /><Relationship Type="http://schemas.openxmlformats.org/officeDocument/2006/relationships/image" Target="/ppt/media/image29.png" Id="R3ed5ae6a8d264276" /><Relationship Type="http://schemas.openxmlformats.org/officeDocument/2006/relationships/image" Target="/ppt/media/image30.png" Id="R4799b5fe878f422b" /><Relationship Type="http://schemas.openxmlformats.org/officeDocument/2006/relationships/notesSlide" Target="/ppt/notesSlides/notesSlide23.xml" Id="R121f19acc3074b1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43571b858249bc" /><Relationship Type="http://schemas.openxmlformats.org/officeDocument/2006/relationships/hyperlink" Target="https://codelabs.developers.google.com/getting-started-with-antigravity-skills" TargetMode="External" Id="Ra18760168fbc4361" /><Relationship Type="http://schemas.openxmlformats.org/officeDocument/2006/relationships/hyperlink" Target="https://learn.chatgpt.com/docs/build-skills" TargetMode="External" Id="Rcb6cf100bbbc440a" /><Relationship Type="http://schemas.openxmlformats.org/officeDocument/2006/relationships/image" Target="/ppt/media/image31.png" Id="R56d7a1bd711c471f" /><Relationship Type="http://schemas.openxmlformats.org/officeDocument/2006/relationships/image" Target="/ppt/media/image32.png" Id="Re5cb675d7da24bc8" /><Relationship Type="http://schemas.openxmlformats.org/officeDocument/2006/relationships/notesSlide" Target="/ppt/notesSlides/notesSlide24.xml" Id="Rfa22324b4d93407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d23c1fbb234c03" /><Relationship Type="http://schemas.openxmlformats.org/officeDocument/2006/relationships/image" Target="/ppt/media/image33.png" Id="Rffd2a5bf566e4dd5" /><Relationship Type="http://schemas.openxmlformats.org/officeDocument/2006/relationships/hyperlink" Target="../04_&#23526;&#20316;&#24037;&#20855;/&#25552;&#31034;&#35422;&#24555;&#25463;&#38754;&#26495;_&#30740;&#32722;&#29992;.html" TargetMode="External" Id="R042e2eaa2dae450b" /><Relationship Type="http://schemas.openxmlformats.org/officeDocument/2006/relationships/image" Target="/ppt/media/image34.png" Id="R4186e7ca7fa64d4f" /><Relationship Type="http://schemas.openxmlformats.org/officeDocument/2006/relationships/notesSlide" Target="/ppt/notesSlides/notesSlide25.xml" Id="R730b1903628a40b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891db730964885" /><Relationship Type="http://schemas.openxmlformats.org/officeDocument/2006/relationships/hyperlink" Target="https://codelabs.developers.google.com/getting-started-with-antigravity-skills" TargetMode="External" Id="Ra7ecad6a662e4c5c" /><Relationship Type="http://schemas.openxmlformats.org/officeDocument/2006/relationships/hyperlink" Target="https://learn.chatgpt.com/docs/build-skills" TargetMode="External" Id="R01061417940c42b9" /><Relationship Type="http://schemas.openxmlformats.org/officeDocument/2006/relationships/image" Target="/ppt/media/image35.png" Id="R3ccc6b1ea6664534" /><Relationship Type="http://schemas.openxmlformats.org/officeDocument/2006/relationships/image" Target="/ppt/media/image36.png" Id="R2699509b8029479a" /><Relationship Type="http://schemas.openxmlformats.org/officeDocument/2006/relationships/notesSlide" Target="/ppt/notesSlides/notesSlide26.xml" Id="R82826794f5dd48f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0ac5d24f8f4cee" /><Relationship Type="http://schemas.openxmlformats.org/officeDocument/2006/relationships/hyperlink" Target="https://codelabs.developers.google.com/getting-started-with-antigravity-skills" TargetMode="External" Id="R3e94b4c341c14a84" /><Relationship Type="http://schemas.openxmlformats.org/officeDocument/2006/relationships/hyperlink" Target="https://learn.chatgpt.com/docs/build-skills" TargetMode="External" Id="R90ccb94419ad40b1" /><Relationship Type="http://schemas.openxmlformats.org/officeDocument/2006/relationships/image" Target="/ppt/media/image37.png" Id="Rbdc4ce3c1dbd4e68" /><Relationship Type="http://schemas.openxmlformats.org/officeDocument/2006/relationships/image" Target="/ppt/media/image38.png" Id="R774b54341db54532" /><Relationship Type="http://schemas.openxmlformats.org/officeDocument/2006/relationships/notesSlide" Target="/ppt/notesSlides/notesSlide27.xml" Id="Rcc7a19b256f545f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9832d2db1c481f" /><Relationship Type="http://schemas.openxmlformats.org/officeDocument/2006/relationships/hyperlink" Target="https://codelabs.developers.google.com/getting-started-with-antigravity-skills" TargetMode="External" Id="R612220f14dd94aa1" /><Relationship Type="http://schemas.openxmlformats.org/officeDocument/2006/relationships/hyperlink" Target="https://learn.chatgpt.com/docs/build-skills" TargetMode="External" Id="R8fd3d7d8cb4d4cc2" /><Relationship Type="http://schemas.openxmlformats.org/officeDocument/2006/relationships/image" Target="/ppt/media/image39.png" Id="R1b1422acd3ba4ac5" /><Relationship Type="http://schemas.openxmlformats.org/officeDocument/2006/relationships/image" Target="/ppt/media/image40.png" Id="R93a4a6d5de524b5e" /><Relationship Type="http://schemas.openxmlformats.org/officeDocument/2006/relationships/notesSlide" Target="/ppt/notesSlides/notesSlide28.xml" Id="R0a238433764949c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c2a418db054e2a" /><Relationship Type="http://schemas.openxmlformats.org/officeDocument/2006/relationships/hyperlink" Target="https://codelabs.developers.google.com/getting-started-with-antigravity-skills" TargetMode="External" Id="R82f1f10b8c5544a1" /><Relationship Type="http://schemas.openxmlformats.org/officeDocument/2006/relationships/hyperlink" Target="https://learn.chatgpt.com/docs/build-skills" TargetMode="External" Id="R07a3d955c8e84018" /><Relationship Type="http://schemas.openxmlformats.org/officeDocument/2006/relationships/image" Target="/ppt/media/image41.png" Id="Re89fec1646c8407a" /><Relationship Type="http://schemas.openxmlformats.org/officeDocument/2006/relationships/image" Target="/ppt/media/image42.png" Id="R7782d3ab009f42e8" /><Relationship Type="http://schemas.openxmlformats.org/officeDocument/2006/relationships/notesSlide" Target="/ppt/notesSlides/notesSlide29.xml" Id="R77e803f4ee7d420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dd12d07f5548ba" /><Relationship Type="http://schemas.openxmlformats.org/officeDocument/2006/relationships/hyperlink" Target="https://codelabs.developers.google.com/getting-started-with-antigravity-skills" TargetMode="External" Id="R01343f0a64ee4083" /><Relationship Type="http://schemas.openxmlformats.org/officeDocument/2006/relationships/hyperlink" Target="https://learn.chatgpt.com/docs/build-skills" TargetMode="External" Id="Rae99718d40bf41dc" /><Relationship Type="http://schemas.openxmlformats.org/officeDocument/2006/relationships/image" Target="/ppt/media/image43.png" Id="Rc28d5b09f1a5442d" /><Relationship Type="http://schemas.openxmlformats.org/officeDocument/2006/relationships/image" Target="/ppt/media/image44.png" Id="R1339f38ff6c746bb" /><Relationship Type="http://schemas.openxmlformats.org/officeDocument/2006/relationships/notesSlide" Target="/ppt/notesSlides/notesSlide30.xml" Id="Rb5a0eb4e0d3243e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141705e08f42fb" /><Relationship Type="http://schemas.openxmlformats.org/officeDocument/2006/relationships/hyperlink" Target="https://codelabs.developers.google.com/getting-started-with-antigravity-skills" TargetMode="External" Id="R549f3fecca714e16" /><Relationship Type="http://schemas.openxmlformats.org/officeDocument/2006/relationships/hyperlink" Target="https://learn.chatgpt.com/docs/build-skills" TargetMode="External" Id="R2ddda66b897e4f90" /><Relationship Type="http://schemas.openxmlformats.org/officeDocument/2006/relationships/image" Target="/ppt/media/image45.png" Id="R4ec7b404091c4fc3" /><Relationship Type="http://schemas.openxmlformats.org/officeDocument/2006/relationships/image" Target="/ppt/media/image46.png" Id="R16399fdc183b4763" /><Relationship Type="http://schemas.openxmlformats.org/officeDocument/2006/relationships/notesSlide" Target="/ppt/notesSlides/notesSlide31.xml" Id="Rd2c4deab5e98449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5ee45690234be8" /><Relationship Type="http://schemas.openxmlformats.org/officeDocument/2006/relationships/hyperlink" Target="https://codelabs.developers.google.com/getting-started-with-antigravity-skills" TargetMode="External" Id="R2827175283c6435f" /><Relationship Type="http://schemas.openxmlformats.org/officeDocument/2006/relationships/hyperlink" Target="https://learn.chatgpt.com/docs/build-skills" TargetMode="External" Id="R72ce9aed289245fa" /><Relationship Type="http://schemas.openxmlformats.org/officeDocument/2006/relationships/image" Target="/ppt/media/image47.png" Id="Ra6fda60ce1344147" /><Relationship Type="http://schemas.openxmlformats.org/officeDocument/2006/relationships/image" Target="/ppt/media/image48.png" Id="R8426391166044ae4" /><Relationship Type="http://schemas.openxmlformats.org/officeDocument/2006/relationships/notesSlide" Target="/ppt/notesSlides/notesSlide32.xml" Id="R2cb60485e9e442f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af421c7e024e8f" /><Relationship Type="http://schemas.openxmlformats.org/officeDocument/2006/relationships/hyperlink" Target="https://antigravity.google/" TargetMode="External" Id="R1c9d7b4160ad4257" /><Relationship Type="http://schemas.openxmlformats.org/officeDocument/2006/relationships/hyperlink" Target="https://chatgpt.com/codex/" TargetMode="External" Id="R2aa4fdf1cbac400c" /><Relationship Type="http://schemas.openxmlformats.org/officeDocument/2006/relationships/image" Target="/ppt/media/image49.png" Id="R48db47c46ec847eb" /><Relationship Type="http://schemas.openxmlformats.org/officeDocument/2006/relationships/image" Target="/ppt/media/image50.png" Id="Rfd8b493235b84dcf" /><Relationship Type="http://schemas.openxmlformats.org/officeDocument/2006/relationships/notesSlide" Target="/ppt/notesSlides/notesSlide33.xml" Id="Rf5844af8168f492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66afeb4baa49ed" /><Relationship Type="http://schemas.openxmlformats.org/officeDocument/2006/relationships/hyperlink" Target="https://antigravity.google/" TargetMode="External" Id="R9fd83746ac484490" /><Relationship Type="http://schemas.openxmlformats.org/officeDocument/2006/relationships/hyperlink" Target="https://chatgpt.com/codex/" TargetMode="External" Id="Rd0286a364297441b" /><Relationship Type="http://schemas.openxmlformats.org/officeDocument/2006/relationships/image" Target="/ppt/media/image51.png" Id="Rd39828e081fd416b" /><Relationship Type="http://schemas.openxmlformats.org/officeDocument/2006/relationships/image" Target="/ppt/media/image52.png" Id="R5f20dce7d4a04bec" /><Relationship Type="http://schemas.openxmlformats.org/officeDocument/2006/relationships/notesSlide" Target="/ppt/notesSlides/notesSlide34.xml" Id="R26991c0cc5344e7f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0db0f01d834177" /><Relationship Type="http://schemas.openxmlformats.org/officeDocument/2006/relationships/hyperlink" Target="https://antigravity.google/" TargetMode="External" Id="Rfa78fe36e8ea48ff" /><Relationship Type="http://schemas.openxmlformats.org/officeDocument/2006/relationships/hyperlink" Target="https://chatgpt.com/codex/" TargetMode="External" Id="Rc68fb4a412c24770" /><Relationship Type="http://schemas.openxmlformats.org/officeDocument/2006/relationships/image" Target="/ppt/media/image53.png" Id="Red96af350d204bb0" /><Relationship Type="http://schemas.openxmlformats.org/officeDocument/2006/relationships/image" Target="/ppt/media/image54.png" Id="R77e5c474d0084249" /><Relationship Type="http://schemas.openxmlformats.org/officeDocument/2006/relationships/notesSlide" Target="/ppt/notesSlides/notesSlide35.xml" Id="R47c8b6cf43614c9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ddf63f009b47d8" /><Relationship Type="http://schemas.openxmlformats.org/officeDocument/2006/relationships/hyperlink" Target="https://antigravity.google/" TargetMode="External" Id="Rd306cd9b225340bc" /><Relationship Type="http://schemas.openxmlformats.org/officeDocument/2006/relationships/hyperlink" Target="https://chatgpt.com/codex/" TargetMode="External" Id="R2d005336693a4118" /><Relationship Type="http://schemas.openxmlformats.org/officeDocument/2006/relationships/image" Target="/ppt/media/image55.png" Id="R12cdb0c33d864a63" /><Relationship Type="http://schemas.openxmlformats.org/officeDocument/2006/relationships/image" Target="/ppt/media/image56.png" Id="R2c24c49f747441f5" /><Relationship Type="http://schemas.openxmlformats.org/officeDocument/2006/relationships/notesSlide" Target="/ppt/notesSlides/notesSlide36.xml" Id="R0be0eb586fca4f29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a54e42b4234e93" /><Relationship Type="http://schemas.openxmlformats.org/officeDocument/2006/relationships/hyperlink" Target="https://antigravity.google/" TargetMode="External" Id="R3772268926c34c09" /><Relationship Type="http://schemas.openxmlformats.org/officeDocument/2006/relationships/hyperlink" Target="https://chatgpt.com/codex/" TargetMode="External" Id="R48ad97a2c4844c1e" /><Relationship Type="http://schemas.openxmlformats.org/officeDocument/2006/relationships/image" Target="/ppt/media/image57.png" Id="R693a3e889e1d41b2" /><Relationship Type="http://schemas.openxmlformats.org/officeDocument/2006/relationships/image" Target="/ppt/media/image58.png" Id="R97630506a4824fae" /><Relationship Type="http://schemas.openxmlformats.org/officeDocument/2006/relationships/notesSlide" Target="/ppt/notesSlides/notesSlide37.xml" Id="Rd298784e9259449c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dadc7c18a14359" /><Relationship Type="http://schemas.openxmlformats.org/officeDocument/2006/relationships/hyperlink" Target="https://antigravity.google/" TargetMode="External" Id="R09e924520f6a410b" /><Relationship Type="http://schemas.openxmlformats.org/officeDocument/2006/relationships/hyperlink" Target="https://chatgpt.com/codex/" TargetMode="External" Id="R79b463b4bc4f4746" /><Relationship Type="http://schemas.openxmlformats.org/officeDocument/2006/relationships/image" Target="/ppt/media/image59.png" Id="R2278c012045d4b2b" /><Relationship Type="http://schemas.openxmlformats.org/officeDocument/2006/relationships/image" Target="/ppt/media/image60.png" Id="Rd2a5ae509c4f4a09" /><Relationship Type="http://schemas.openxmlformats.org/officeDocument/2006/relationships/notesSlide" Target="/ppt/notesSlides/notesSlide38.xml" Id="R6c3fdfa4ff6544e1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ab927e77bf45d6" /><Relationship Type="http://schemas.openxmlformats.org/officeDocument/2006/relationships/hyperlink" Target="https://antigravity.google/" TargetMode="External" Id="R561fa52a5be549f7" /><Relationship Type="http://schemas.openxmlformats.org/officeDocument/2006/relationships/hyperlink" Target="https://chatgpt.com/codex/" TargetMode="External" Id="R38ef669b03014d7a" /><Relationship Type="http://schemas.openxmlformats.org/officeDocument/2006/relationships/image" Target="/ppt/media/image61.png" Id="Ra9e7b8d10a9840df" /><Relationship Type="http://schemas.openxmlformats.org/officeDocument/2006/relationships/image" Target="/ppt/media/image62.png" Id="R39fac2de717a4bf4" /><Relationship Type="http://schemas.openxmlformats.org/officeDocument/2006/relationships/notesSlide" Target="/ppt/notesSlides/notesSlide39.xml" Id="Rfa448235d58c4060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6aeabaa5a74a3d" /><Relationship Type="http://schemas.openxmlformats.org/officeDocument/2006/relationships/hyperlink" Target="https://antigravity.google/" TargetMode="External" Id="Rdd3baebd2f134061" /><Relationship Type="http://schemas.openxmlformats.org/officeDocument/2006/relationships/hyperlink" Target="https://chatgpt.com/codex/" TargetMode="External" Id="R77a0c25c87164887" /><Relationship Type="http://schemas.openxmlformats.org/officeDocument/2006/relationships/image" Target="/ppt/media/image63.png" Id="R57e09b3b0f654259" /><Relationship Type="http://schemas.openxmlformats.org/officeDocument/2006/relationships/image" Target="/ppt/media/image64.png" Id="R8b5e15aa2d0f4f59" /><Relationship Type="http://schemas.openxmlformats.org/officeDocument/2006/relationships/notesSlide" Target="/ppt/notesSlides/notesSlide40.xml" Id="R663d9e6c206e4645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2225f7e36b4863" /><Relationship Type="http://schemas.openxmlformats.org/officeDocument/2006/relationships/hyperlink" Target="https://antigravity.google/" TargetMode="External" Id="R95f98d006f694fbb" /><Relationship Type="http://schemas.openxmlformats.org/officeDocument/2006/relationships/hyperlink" Target="https://chatgpt.com/codex/" TargetMode="External" Id="R72181f883d704d7a" /><Relationship Type="http://schemas.openxmlformats.org/officeDocument/2006/relationships/image" Target="/ppt/media/image65.png" Id="R6fe4401f51624d81" /><Relationship Type="http://schemas.openxmlformats.org/officeDocument/2006/relationships/image" Target="/ppt/media/image66.png" Id="R71781304e84e46a0" /><Relationship Type="http://schemas.openxmlformats.org/officeDocument/2006/relationships/notesSlide" Target="/ppt/notesSlides/notesSlide41.xml" Id="Rf415184ae1aa4613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a0a1d1346d45e7" /><Relationship Type="http://schemas.openxmlformats.org/officeDocument/2006/relationships/hyperlink" Target="https://antigravity.google/" TargetMode="External" Id="R5d60f680f1dc4745" /><Relationship Type="http://schemas.openxmlformats.org/officeDocument/2006/relationships/hyperlink" Target="https://chatgpt.com/codex/" TargetMode="External" Id="R2c712058d9c14387" /><Relationship Type="http://schemas.openxmlformats.org/officeDocument/2006/relationships/image" Target="/ppt/media/image67.png" Id="Raf4a6d1004084c66" /><Relationship Type="http://schemas.openxmlformats.org/officeDocument/2006/relationships/image" Target="/ppt/media/image68.png" Id="Rce4acf2a4fab494d" /><Relationship Type="http://schemas.openxmlformats.org/officeDocument/2006/relationships/notesSlide" Target="/ppt/notesSlides/notesSlide42.xml" Id="Ra34bcc49b3f9471f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bd230b79924650" /><Relationship Type="http://schemas.openxmlformats.org/officeDocument/2006/relationships/hyperlink" Target="https://antigravity.google/" TargetMode="External" Id="R7b5a7a78b65844f0" /><Relationship Type="http://schemas.openxmlformats.org/officeDocument/2006/relationships/hyperlink" Target="https://chatgpt.com/codex/" TargetMode="External" Id="R286dd7f6a94a483a" /><Relationship Type="http://schemas.openxmlformats.org/officeDocument/2006/relationships/image" Target="/ppt/media/image69.png" Id="Rba57b76b07384087" /><Relationship Type="http://schemas.openxmlformats.org/officeDocument/2006/relationships/image" Target="/ppt/media/image70.png" Id="R6fa87b86bd644186" /><Relationship Type="http://schemas.openxmlformats.org/officeDocument/2006/relationships/notesSlide" Target="/ppt/notesSlides/notesSlide43.xml" Id="R7543e02817444960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44df39c0fe44f2" /><Relationship Type="http://schemas.openxmlformats.org/officeDocument/2006/relationships/hyperlink" Target="../START_HERE_&#30740;&#32722;&#36039;&#28304;&#23566;&#33322;.html" TargetMode="External" Id="R4dd3d65940544e4b" /><Relationship Type="http://schemas.openxmlformats.org/officeDocument/2006/relationships/image" Target="/ppt/media/image71.png" Id="R0b68c3c9658b4eb4" /><Relationship Type="http://schemas.openxmlformats.org/officeDocument/2006/relationships/hyperlink" Target="https://antigravity.google/" TargetMode="External" Id="R9888e85bbacb425d" /><Relationship Type="http://schemas.openxmlformats.org/officeDocument/2006/relationships/image" Target="/ppt/media/image72.png" Id="R08ec35d939a94373" /><Relationship Type="http://schemas.openxmlformats.org/officeDocument/2006/relationships/hyperlink" Target="https://chatgpt.com/codex/" TargetMode="External" Id="R746f19b0c1cb4c2b" /><Relationship Type="http://schemas.openxmlformats.org/officeDocument/2006/relationships/image" Target="/ppt/media/image73.png" Id="Ra8864f9e0e484d94" /><Relationship Type="http://schemas.openxmlformats.org/officeDocument/2006/relationships/hyperlink" Target="https://claude.ai/" TargetMode="External" Id="R4adea89bcfa9445c" /><Relationship Type="http://schemas.openxmlformats.org/officeDocument/2006/relationships/image" Target="/ppt/media/image74.png" Id="R618ab0657be043a2" /><Relationship Type="http://schemas.openxmlformats.org/officeDocument/2006/relationships/hyperlink" Target="https://codelabs.developers.google.com/getting-started-with-antigravity-skills" TargetMode="External" Id="R7ec8cf95ca1b4591" /><Relationship Type="http://schemas.openxmlformats.org/officeDocument/2006/relationships/image" Target="/ppt/media/image75.png" Id="R7a3ffcd8707e4bee" /><Relationship Type="http://schemas.openxmlformats.org/officeDocument/2006/relationships/hyperlink" Target="../04_&#23526;&#20316;&#24037;&#20855;/&#25552;&#31034;&#35422;&#24555;&#25463;&#38754;&#26495;_&#30740;&#32722;&#29992;.html" TargetMode="External" Id="R9b452a0e8f524048" /><Relationship Type="http://schemas.openxmlformats.org/officeDocument/2006/relationships/image" Target="/ppt/media/image76.png" Id="Re4d7714439b24cd6" /><Relationship Type="http://schemas.openxmlformats.org/officeDocument/2006/relationships/hyperlink" Target="https://cagoooo.github.io/Akai/" TargetMode="External" Id="R108ae2707f2045d8" /><Relationship Type="http://schemas.openxmlformats.org/officeDocument/2006/relationships/image" Target="/ppt/media/image77.png" Id="R6480aefa921943c0" /><Relationship Type="http://schemas.openxmlformats.org/officeDocument/2006/relationships/hyperlink" Target="https://www.iea.nl/sites/default/files/2025-10/GA66_PIRLS%202026.pdf" TargetMode="External" Id="R664c9f1c33b34937" /><Relationship Type="http://schemas.openxmlformats.org/officeDocument/2006/relationships/image" Target="/ppt/media/image78.png" Id="R02393b74e5c9462d" /><Relationship Type="http://schemas.openxmlformats.org/officeDocument/2006/relationships/notesSlide" Target="/ppt/notesSlides/notesSlide44.xml" Id="Rcefad0cc5798494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d16b58ac0143e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734">
            <a:extLst xmlns:a="http://schemas.openxmlformats.org/drawingml/2006/main">
              <a:ext uri="{FF2B5EF4-FFF2-40B4-BE49-F238E27FC236}">
                <a16:creationId xmlns:a16="http://schemas.microsoft.com/office/drawing/2014/main" id="{BC3228D5-5D27-42F1-B0FF-E6C6B30BE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0"/>
            <a:ext cx="5619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735">
            <a:extLst xmlns:a="http://schemas.openxmlformats.org/drawingml/2006/main">
              <a:ext uri="{FF2B5EF4-FFF2-40B4-BE49-F238E27FC236}">
                <a16:creationId xmlns:a16="http://schemas.microsoft.com/office/drawing/2014/main" id="{61A0A5E1-D7BC-452E-8AA2-90D6AB51D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736">
            <a:extLst xmlns:a="http://schemas.openxmlformats.org/drawingml/2006/main">
              <a:ext uri="{FF2B5EF4-FFF2-40B4-BE49-F238E27FC236}">
                <a16:creationId xmlns:a16="http://schemas.microsoft.com/office/drawing/2014/main" id="{CCB2B583-7132-44ED-9AC2-8671339C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下午場｜13:00–16:00</a:t>
            </a:r>
          </a:p>
        </p:txBody>
      </p:sp>
      <p:sp>
        <p:nvSpPr>
          <p:cNvPr id="5" name="text-737">
            <a:extLst xmlns:a="http://schemas.openxmlformats.org/drawingml/2006/main">
              <a:ext uri="{FF2B5EF4-FFF2-40B4-BE49-F238E27FC236}">
                <a16:creationId xmlns:a16="http://schemas.microsoft.com/office/drawing/2014/main" id="{C39FC131-FC7A-491D-BA4F-77099DF1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04950"/>
            <a:ext cx="46291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打造會做事的 AI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教學與研究夥伴：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Antigravity／Codex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Claude／Agent Skills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資料分析實戰</a:t>
            </a:r>
          </a:p>
        </p:txBody>
      </p:sp>
      <p:sp>
        <p:nvSpPr>
          <p:cNvPr id="6" name="shape-738">
            <a:extLst xmlns:a="http://schemas.openxmlformats.org/drawingml/2006/main">
              <a:ext uri="{FF2B5EF4-FFF2-40B4-BE49-F238E27FC236}">
                <a16:creationId xmlns:a16="http://schemas.microsoft.com/office/drawing/2014/main" id="{4DD0A54A-98EF-41CC-B0CC-5BF80C9F8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739">
            <a:extLst xmlns:a="http://schemas.openxmlformats.org/drawingml/2006/main">
              <a:ext uri="{FF2B5EF4-FFF2-40B4-BE49-F238E27FC236}">
                <a16:creationId xmlns:a16="http://schemas.microsoft.com/office/drawing/2014/main" id="{0CA2090E-D684-4A9A-8269-632C969F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29150"/>
            <a:ext cx="4629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740">
            <a:extLst xmlns:a="http://schemas.openxmlformats.org/drawingml/2006/main">
              <a:ext uri="{FF2B5EF4-FFF2-40B4-BE49-F238E27FC236}">
                <a16:creationId xmlns:a16="http://schemas.microsoft.com/office/drawing/2014/main" id="{85A95EF4-A906-4EC0-86E7-44A265D3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8027153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741">
            <a:extLst xmlns:a="http://schemas.openxmlformats.org/drawingml/2006/main">
              <a:ext uri="{FF2B5EF4-FFF2-40B4-BE49-F238E27FC236}">
                <a16:creationId xmlns:a16="http://schemas.microsoft.com/office/drawing/2014/main" id="{30473844-82EA-464D-BF27-9C385D8E7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95EB316-07A7-412E-AA9C-826B51B6B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下午離開前，你會有四項成果</a:t>
            </a:r>
          </a:p>
        </p:txBody>
      </p:sp>
      <p:cxnSp>
        <p:nvCxnSpPr>
          <p:cNvPr id="24" name="shape-7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43">
            <a:extLst xmlns:a="http://schemas.openxmlformats.org/drawingml/2006/main">
              <a:ext uri="{FF2B5EF4-FFF2-40B4-BE49-F238E27FC236}">
                <a16:creationId xmlns:a16="http://schemas.microsoft.com/office/drawing/2014/main" id="{DEA0FCC3-373F-42F2-96BC-CCEAFFB4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5231A24-7064-4490-8A32-BB55CDA3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744">
            <a:extLst xmlns:a="http://schemas.openxmlformats.org/drawingml/2006/main">
              <a:ext uri="{FF2B5EF4-FFF2-40B4-BE49-F238E27FC236}">
                <a16:creationId xmlns:a16="http://schemas.microsoft.com/office/drawing/2014/main" id="{AC6D6E0F-C491-40EA-82C3-43D5A7D3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745">
            <a:extLst xmlns:a="http://schemas.openxmlformats.org/drawingml/2006/main">
              <a:ext uri="{FF2B5EF4-FFF2-40B4-BE49-F238E27FC236}">
                <a16:creationId xmlns:a16="http://schemas.microsoft.com/office/drawing/2014/main" id="{1019F4C9-8F0A-47EA-90F6-6C297E0E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746">
            <a:extLst xmlns:a="http://schemas.openxmlformats.org/drawingml/2006/main">
              <a:ext uri="{FF2B5EF4-FFF2-40B4-BE49-F238E27FC236}">
                <a16:creationId xmlns:a16="http://schemas.microsoft.com/office/drawing/2014/main" id="{FB83A989-3897-4429-87DF-9621E517E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看懂 Agent</a:t>
            </a:r>
          </a:p>
        </p:txBody>
      </p:sp>
      <p:sp>
        <p:nvSpPr>
          <p:cNvPr id="9" name="text-747">
            <a:extLst xmlns:a="http://schemas.openxmlformats.org/drawingml/2006/main">
              <a:ext uri="{FF2B5EF4-FFF2-40B4-BE49-F238E27FC236}">
                <a16:creationId xmlns:a16="http://schemas.microsoft.com/office/drawing/2014/main" id="{6AAA9C3B-1306-4C3F-B0C1-28BAB9AE0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能分辨對話、助理與 Agent，知道何時必須人在迴路。</a:t>
            </a:r>
          </a:p>
        </p:txBody>
      </p:sp>
      <p:sp>
        <p:nvSpPr>
          <p:cNvPr id="10" name="shape-748">
            <a:extLst xmlns:a="http://schemas.openxmlformats.org/drawingml/2006/main">
              <a:ext uri="{FF2B5EF4-FFF2-40B4-BE49-F238E27FC236}">
                <a16:creationId xmlns:a16="http://schemas.microsoft.com/office/drawing/2014/main" id="{39A6E206-2DE8-4504-A766-DB2C0E08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749">
            <a:extLst xmlns:a="http://schemas.openxmlformats.org/drawingml/2006/main">
              <a:ext uri="{FF2B5EF4-FFF2-40B4-BE49-F238E27FC236}">
                <a16:creationId xmlns:a16="http://schemas.microsoft.com/office/drawing/2014/main" id="{9684AABF-0965-45C9-ADDD-12A05C108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750">
            <a:extLst xmlns:a="http://schemas.openxmlformats.org/drawingml/2006/main">
              <a:ext uri="{FF2B5EF4-FFF2-40B4-BE49-F238E27FC236}">
                <a16:creationId xmlns:a16="http://schemas.microsoft.com/office/drawing/2014/main" id="{3DBD2C00-C8DC-42BB-BD75-066F32337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建立工具策略</a:t>
            </a:r>
          </a:p>
        </p:txBody>
      </p:sp>
      <p:sp>
        <p:nvSpPr>
          <p:cNvPr id="13" name="text-751">
            <a:extLst xmlns:a="http://schemas.openxmlformats.org/drawingml/2006/main">
              <a:ext uri="{FF2B5EF4-FFF2-40B4-BE49-F238E27FC236}">
                <a16:creationId xmlns:a16="http://schemas.microsoft.com/office/drawing/2014/main" id="{26CC7693-C7BA-4D99-9E84-482FD1C3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比較 Antigravity、Codex 與 Claude，依任務、額度與驗收證據選擇工具。</a:t>
            </a:r>
          </a:p>
        </p:txBody>
      </p:sp>
      <p:sp>
        <p:nvSpPr>
          <p:cNvPr id="14" name="shape-752">
            <a:extLst xmlns:a="http://schemas.openxmlformats.org/drawingml/2006/main">
              <a:ext uri="{FF2B5EF4-FFF2-40B4-BE49-F238E27FC236}">
                <a16:creationId xmlns:a16="http://schemas.microsoft.com/office/drawing/2014/main" id="{54CB4E2F-1E3A-46D5-9BE8-CA0158EDA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753">
            <a:extLst xmlns:a="http://schemas.openxmlformats.org/drawingml/2006/main">
              <a:ext uri="{FF2B5EF4-FFF2-40B4-BE49-F238E27FC236}">
                <a16:creationId xmlns:a16="http://schemas.microsoft.com/office/drawing/2014/main" id="{D074F2CB-1C1D-4D66-B4AA-BE675C2A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754">
            <a:extLst xmlns:a="http://schemas.openxmlformats.org/drawingml/2006/main">
              <a:ext uri="{FF2B5EF4-FFF2-40B4-BE49-F238E27FC236}">
                <a16:creationId xmlns:a16="http://schemas.microsoft.com/office/drawing/2014/main" id="{3F68B8B8-72DD-44F5-84F9-ED9AB05EB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完成一個 Skill</a:t>
            </a:r>
          </a:p>
        </p:txBody>
      </p:sp>
      <p:sp>
        <p:nvSpPr>
          <p:cNvPr id="17" name="text-755">
            <a:extLst xmlns:a="http://schemas.openxmlformats.org/drawingml/2006/main">
              <a:ext uri="{FF2B5EF4-FFF2-40B4-BE49-F238E27FC236}">
                <a16:creationId xmlns:a16="http://schemas.microsoft.com/office/drawing/2014/main" id="{16F6634C-022D-470E-AB61-71F4BB9F8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把教學或研究提示詞升級成可重複、可測試的工作流程。</a:t>
            </a:r>
          </a:p>
        </p:txBody>
      </p:sp>
      <p:sp>
        <p:nvSpPr>
          <p:cNvPr id="18" name="shape-756">
            <a:extLst xmlns:a="http://schemas.openxmlformats.org/drawingml/2006/main">
              <a:ext uri="{FF2B5EF4-FFF2-40B4-BE49-F238E27FC236}">
                <a16:creationId xmlns:a16="http://schemas.microsoft.com/office/drawing/2014/main" id="{17ED27BC-49DB-4D2D-B41E-8ADE3C884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757">
            <a:extLst xmlns:a="http://schemas.openxmlformats.org/drawingml/2006/main">
              <a:ext uri="{FF2B5EF4-FFF2-40B4-BE49-F238E27FC236}">
                <a16:creationId xmlns:a16="http://schemas.microsoft.com/office/drawing/2014/main" id="{E72DFBBF-CC05-4EF0-91B6-A35472C96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758">
            <a:extLst xmlns:a="http://schemas.openxmlformats.org/drawingml/2006/main">
              <a:ext uri="{FF2B5EF4-FFF2-40B4-BE49-F238E27FC236}">
                <a16:creationId xmlns:a16="http://schemas.microsoft.com/office/drawing/2014/main" id="{F7E01215-7975-4662-AEF2-D43EF3DCC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完成資料分析</a:t>
            </a:r>
          </a:p>
        </p:txBody>
      </p:sp>
      <p:sp>
        <p:nvSpPr>
          <p:cNvPr id="21" name="text-759">
            <a:extLst xmlns:a="http://schemas.openxmlformats.org/drawingml/2006/main">
              <a:ext uri="{FF2B5EF4-FFF2-40B4-BE49-F238E27FC236}">
                <a16:creationId xmlns:a16="http://schemas.microsoft.com/office/drawing/2014/main" id="{6DF778CA-F660-4B2E-930D-EB8875A7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以合成資料練習選擇題統計、簡答初編與人工複核。</a:t>
            </a:r>
          </a:p>
        </p:txBody>
      </p:sp>
    </p:spTree>
    <p:extLst>
      <p:ext uri="{BB962C8B-B14F-4D97-AF65-F5344CB8AC3E}">
        <p14:creationId xmlns:p14="http://schemas.microsoft.com/office/powerpoint/2010/main" val="2742319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760">
            <a:extLst xmlns:a="http://schemas.openxmlformats.org/drawingml/2006/main">
              <a:ext uri="{FF2B5EF4-FFF2-40B4-BE49-F238E27FC236}">
                <a16:creationId xmlns:a16="http://schemas.microsoft.com/office/drawing/2014/main" id="{58B1F0FF-00DE-4E35-8F0C-D0DEE48FA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706A886-04B0-46C5-A5E3-9F119A61B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 180 分鐘：從操作到可重複流程</a:t>
            </a:r>
          </a:p>
        </p:txBody>
      </p:sp>
      <p:cxnSp>
        <p:nvCxnSpPr>
          <p:cNvPr id="41" name="shape-7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62">
            <a:extLst xmlns:a="http://schemas.openxmlformats.org/drawingml/2006/main">
              <a:ext uri="{FF2B5EF4-FFF2-40B4-BE49-F238E27FC236}">
                <a16:creationId xmlns:a16="http://schemas.microsoft.com/office/drawing/2014/main" id="{0914EB65-CA44-4238-8A57-5EB93BB8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FD3137B-70DD-4217-B69B-A18CB075A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cxnSp>
        <p:nvCxnSpPr>
          <p:cNvPr id="44" name="shape-763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shape-764">
            <a:extLst xmlns:a="http://schemas.openxmlformats.org/drawingml/2006/main">
              <a:ext uri="{FF2B5EF4-FFF2-40B4-BE49-F238E27FC236}">
                <a16:creationId xmlns:a16="http://schemas.microsoft.com/office/drawing/2014/main" id="{AB2E860B-B047-44EF-98C2-C20403CEF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65">
            <a:extLst xmlns:a="http://schemas.openxmlformats.org/drawingml/2006/main">
              <a:ext uri="{FF2B5EF4-FFF2-40B4-BE49-F238E27FC236}">
                <a16:creationId xmlns:a16="http://schemas.microsoft.com/office/drawing/2014/main" id="{3DDB82EB-E288-4B4B-AF2B-C45CA7642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00–20</a:t>
            </a:r>
          </a:p>
        </p:txBody>
      </p:sp>
      <p:sp>
        <p:nvSpPr>
          <p:cNvPr id="9" name="text-766">
            <a:extLst xmlns:a="http://schemas.openxmlformats.org/drawingml/2006/main">
              <a:ext uri="{FF2B5EF4-FFF2-40B4-BE49-F238E27FC236}">
                <a16:creationId xmlns:a16="http://schemas.microsoft.com/office/drawing/2014/main" id="{9790242A-2E91-40BC-8570-D0BF78DB0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觀念</a:t>
            </a:r>
          </a:p>
        </p:txBody>
      </p:sp>
      <p:sp>
        <p:nvSpPr>
          <p:cNvPr id="10" name="text-767">
            <a:extLst xmlns:a="http://schemas.openxmlformats.org/drawingml/2006/main">
              <a:ext uri="{FF2B5EF4-FFF2-40B4-BE49-F238E27FC236}">
                <a16:creationId xmlns:a16="http://schemas.microsoft.com/office/drawing/2014/main" id="{86E22966-F719-46E5-9187-EF4B3D7F6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能力與風險</a:t>
            </a:r>
          </a:p>
        </p:txBody>
      </p:sp>
      <p:sp>
        <p:nvSpPr>
          <p:cNvPr id="11" name="shape-768">
            <a:extLst xmlns:a="http://schemas.openxmlformats.org/drawingml/2006/main">
              <a:ext uri="{FF2B5EF4-FFF2-40B4-BE49-F238E27FC236}">
                <a16:creationId xmlns:a16="http://schemas.microsoft.com/office/drawing/2014/main" id="{B3702D37-1579-46E0-B6C0-853743BF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769">
            <a:extLst xmlns:a="http://schemas.openxmlformats.org/drawingml/2006/main">
              <a:ext uri="{FF2B5EF4-FFF2-40B4-BE49-F238E27FC236}">
                <a16:creationId xmlns:a16="http://schemas.microsoft.com/office/drawing/2014/main" id="{F91B297A-834C-400E-88D0-F16349C15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20–45</a:t>
            </a:r>
          </a:p>
        </p:txBody>
      </p:sp>
      <p:sp>
        <p:nvSpPr>
          <p:cNvPr id="13" name="text-770">
            <a:extLst xmlns:a="http://schemas.openxmlformats.org/drawingml/2006/main">
              <a:ext uri="{FF2B5EF4-FFF2-40B4-BE49-F238E27FC236}">
                <a16:creationId xmlns:a16="http://schemas.microsoft.com/office/drawing/2014/main" id="{AF379CBC-0A4D-4D88-BAF8-B3601A80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14" name="text-771">
            <a:extLst xmlns:a="http://schemas.openxmlformats.org/drawingml/2006/main">
              <a:ext uri="{FF2B5EF4-FFF2-40B4-BE49-F238E27FC236}">
                <a16:creationId xmlns:a16="http://schemas.microsoft.com/office/drawing/2014/main" id="{5F313FC9-6C40-47C9-A457-886B8B932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任務與證據</a:t>
            </a:r>
          </a:p>
        </p:txBody>
      </p:sp>
      <p:sp>
        <p:nvSpPr>
          <p:cNvPr id="15" name="shape-772">
            <a:extLst xmlns:a="http://schemas.openxmlformats.org/drawingml/2006/main">
              <a:ext uri="{FF2B5EF4-FFF2-40B4-BE49-F238E27FC236}">
                <a16:creationId xmlns:a16="http://schemas.microsoft.com/office/drawing/2014/main" id="{84DFEA85-8776-4F7B-9DCC-33A390A1D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773">
            <a:extLst xmlns:a="http://schemas.openxmlformats.org/drawingml/2006/main">
              <a:ext uri="{FF2B5EF4-FFF2-40B4-BE49-F238E27FC236}">
                <a16:creationId xmlns:a16="http://schemas.microsoft.com/office/drawing/2014/main" id="{2D7EA87E-6A3B-4371-8C60-9AA3ED0D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45–70</a:t>
            </a:r>
          </a:p>
        </p:txBody>
      </p:sp>
      <p:sp>
        <p:nvSpPr>
          <p:cNvPr id="17" name="text-774">
            <a:extLst xmlns:a="http://schemas.openxmlformats.org/drawingml/2006/main">
              <a:ext uri="{FF2B5EF4-FFF2-40B4-BE49-F238E27FC236}">
                <a16:creationId xmlns:a16="http://schemas.microsoft.com/office/drawing/2014/main" id="{9D8CD9C2-772D-4437-946F-32EF00F8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  <p:sp>
        <p:nvSpPr>
          <p:cNvPr id="18" name="text-775">
            <a:extLst xmlns:a="http://schemas.openxmlformats.org/drawingml/2006/main">
              <a:ext uri="{FF2B5EF4-FFF2-40B4-BE49-F238E27FC236}">
                <a16:creationId xmlns:a16="http://schemas.microsoft.com/office/drawing/2014/main" id="{75EEF628-1366-440C-A097-50957EDE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模型與成本</a:t>
            </a:r>
          </a:p>
        </p:txBody>
      </p:sp>
      <p:sp>
        <p:nvSpPr>
          <p:cNvPr id="19" name="shape-776">
            <a:extLst xmlns:a="http://schemas.openxmlformats.org/drawingml/2006/main">
              <a:ext uri="{FF2B5EF4-FFF2-40B4-BE49-F238E27FC236}">
                <a16:creationId xmlns:a16="http://schemas.microsoft.com/office/drawing/2014/main" id="{12E0BB7C-6132-469F-B93D-DE5309F13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777">
            <a:extLst xmlns:a="http://schemas.openxmlformats.org/drawingml/2006/main">
              <a:ext uri="{FF2B5EF4-FFF2-40B4-BE49-F238E27FC236}">
                <a16:creationId xmlns:a16="http://schemas.microsoft.com/office/drawing/2014/main" id="{F30C7C5A-757B-4379-81E2-2E1A08B0A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70–95</a:t>
            </a:r>
          </a:p>
        </p:txBody>
      </p:sp>
      <p:sp>
        <p:nvSpPr>
          <p:cNvPr id="21" name="text-778">
            <a:extLst xmlns:a="http://schemas.openxmlformats.org/drawingml/2006/main">
              <a:ext uri="{FF2B5EF4-FFF2-40B4-BE49-F238E27FC236}">
                <a16:creationId xmlns:a16="http://schemas.microsoft.com/office/drawing/2014/main" id="{5A568750-2C6D-4648-940C-1ABC955D2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22" name="text-779">
            <a:extLst xmlns:a="http://schemas.openxmlformats.org/drawingml/2006/main">
              <a:ext uri="{FF2B5EF4-FFF2-40B4-BE49-F238E27FC236}">
                <a16:creationId xmlns:a16="http://schemas.microsoft.com/office/drawing/2014/main" id="{131BAAB5-7A5F-4971-A842-9B5FDA3DE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實作工作流</a:t>
            </a:r>
          </a:p>
        </p:txBody>
      </p:sp>
      <p:sp>
        <p:nvSpPr>
          <p:cNvPr id="23" name="shape-780">
            <a:extLst xmlns:a="http://schemas.openxmlformats.org/drawingml/2006/main">
              <a:ext uri="{FF2B5EF4-FFF2-40B4-BE49-F238E27FC236}">
                <a16:creationId xmlns:a16="http://schemas.microsoft.com/office/drawing/2014/main" id="{D69F9A5E-45C9-4708-91D3-0550A6C7E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781">
            <a:extLst xmlns:a="http://schemas.openxmlformats.org/drawingml/2006/main">
              <a:ext uri="{FF2B5EF4-FFF2-40B4-BE49-F238E27FC236}">
                <a16:creationId xmlns:a16="http://schemas.microsoft.com/office/drawing/2014/main" id="{9A8219B5-C02B-4321-8357-2D816D544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95–105</a:t>
            </a:r>
          </a:p>
        </p:txBody>
      </p:sp>
      <p:sp>
        <p:nvSpPr>
          <p:cNvPr id="25" name="text-782">
            <a:extLst xmlns:a="http://schemas.openxmlformats.org/drawingml/2006/main">
              <a:ext uri="{FF2B5EF4-FFF2-40B4-BE49-F238E27FC236}">
                <a16:creationId xmlns:a16="http://schemas.microsoft.com/office/drawing/2014/main" id="{22FEC536-8BF2-462B-BB67-FD560DA2F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6" name="text-783">
            <a:extLst xmlns:a="http://schemas.openxmlformats.org/drawingml/2006/main">
              <a:ext uri="{FF2B5EF4-FFF2-40B4-BE49-F238E27FC236}">
                <a16:creationId xmlns:a16="http://schemas.microsoft.com/office/drawing/2014/main" id="{354E5C2D-D472-4432-B3F5-1A24B9BF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整理成果</a:t>
            </a:r>
          </a:p>
        </p:txBody>
      </p:sp>
      <p:sp>
        <p:nvSpPr>
          <p:cNvPr id="27" name="shape-784">
            <a:extLst xmlns:a="http://schemas.openxmlformats.org/drawingml/2006/main">
              <a:ext uri="{FF2B5EF4-FFF2-40B4-BE49-F238E27FC236}">
                <a16:creationId xmlns:a16="http://schemas.microsoft.com/office/drawing/2014/main" id="{579B1399-653F-4B9B-8C88-7BC816E1F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785">
            <a:extLst xmlns:a="http://schemas.openxmlformats.org/drawingml/2006/main">
              <a:ext uri="{FF2B5EF4-FFF2-40B4-BE49-F238E27FC236}">
                <a16:creationId xmlns:a16="http://schemas.microsoft.com/office/drawing/2014/main" id="{55D82366-A17D-45E1-8E99-5608D08F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105–140</a:t>
            </a:r>
          </a:p>
        </p:txBody>
      </p:sp>
      <p:sp>
        <p:nvSpPr>
          <p:cNvPr id="29" name="text-786">
            <a:extLst xmlns:a="http://schemas.openxmlformats.org/drawingml/2006/main">
              <a:ext uri="{FF2B5EF4-FFF2-40B4-BE49-F238E27FC236}">
                <a16:creationId xmlns:a16="http://schemas.microsoft.com/office/drawing/2014/main" id="{D863E01F-2ED8-4FFC-B70B-0012C453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0" name="text-787">
            <a:extLst xmlns:a="http://schemas.openxmlformats.org/drawingml/2006/main">
              <a:ext uri="{FF2B5EF4-FFF2-40B4-BE49-F238E27FC236}">
                <a16:creationId xmlns:a16="http://schemas.microsoft.com/office/drawing/2014/main" id="{1451EBA8-070F-49B7-BE37-1E6ACB35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提示詞升級</a:t>
            </a:r>
          </a:p>
        </p:txBody>
      </p:sp>
      <p:sp>
        <p:nvSpPr>
          <p:cNvPr id="31" name="shape-788">
            <a:extLst xmlns:a="http://schemas.openxmlformats.org/drawingml/2006/main">
              <a:ext uri="{FF2B5EF4-FFF2-40B4-BE49-F238E27FC236}">
                <a16:creationId xmlns:a16="http://schemas.microsoft.com/office/drawing/2014/main" id="{AC173BD6-1D76-4D26-A471-CED92BDF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789">
            <a:extLst xmlns:a="http://schemas.openxmlformats.org/drawingml/2006/main">
              <a:ext uri="{FF2B5EF4-FFF2-40B4-BE49-F238E27FC236}">
                <a16:creationId xmlns:a16="http://schemas.microsoft.com/office/drawing/2014/main" id="{D8528F80-66BA-44E3-A5D9-A6F410120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140–160</a:t>
            </a:r>
          </a:p>
        </p:txBody>
      </p:sp>
      <p:sp>
        <p:nvSpPr>
          <p:cNvPr id="33" name="text-790">
            <a:extLst xmlns:a="http://schemas.openxmlformats.org/drawingml/2006/main">
              <a:ext uri="{FF2B5EF4-FFF2-40B4-BE49-F238E27FC236}">
                <a16:creationId xmlns:a16="http://schemas.microsoft.com/office/drawing/2014/main" id="{5998758D-3489-480A-9C2F-40CA2CE5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學生資料</a:t>
            </a:r>
          </a:p>
        </p:txBody>
      </p:sp>
      <p:sp>
        <p:nvSpPr>
          <p:cNvPr id="34" name="text-791">
            <a:extLst xmlns:a="http://schemas.openxmlformats.org/drawingml/2006/main">
              <a:ext uri="{FF2B5EF4-FFF2-40B4-BE49-F238E27FC236}">
                <a16:creationId xmlns:a16="http://schemas.microsoft.com/office/drawing/2014/main" id="{5D93BA3F-55AB-409E-B1FF-1DD56217C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PIRLS 風格分析</a:t>
            </a:r>
          </a:p>
        </p:txBody>
      </p:sp>
      <p:sp>
        <p:nvSpPr>
          <p:cNvPr id="35" name="shape-792">
            <a:extLst xmlns:a="http://schemas.openxmlformats.org/drawingml/2006/main">
              <a:ext uri="{FF2B5EF4-FFF2-40B4-BE49-F238E27FC236}">
                <a16:creationId xmlns:a16="http://schemas.microsoft.com/office/drawing/2014/main" id="{E9C8B8B0-5520-4149-AD5A-28D6204D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text-793">
            <a:extLst xmlns:a="http://schemas.openxmlformats.org/drawingml/2006/main">
              <a:ext uri="{FF2B5EF4-FFF2-40B4-BE49-F238E27FC236}">
                <a16:creationId xmlns:a16="http://schemas.microsoft.com/office/drawing/2014/main" id="{A2B1AAB5-29F6-4763-9EA4-FF6518CAB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160–180</a:t>
            </a:r>
          </a:p>
        </p:txBody>
      </p:sp>
      <p:sp>
        <p:nvSpPr>
          <p:cNvPr id="37" name="text-794">
            <a:extLst xmlns:a="http://schemas.openxmlformats.org/drawingml/2006/main">
              <a:ext uri="{FF2B5EF4-FFF2-40B4-BE49-F238E27FC236}">
                <a16:creationId xmlns:a16="http://schemas.microsoft.com/office/drawing/2014/main" id="{97C6A333-4C59-4E57-BC61-C8CC4E148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整合分享</a:t>
            </a:r>
          </a:p>
        </p:txBody>
      </p:sp>
      <p:sp>
        <p:nvSpPr>
          <p:cNvPr id="38" name="text-795">
            <a:extLst xmlns:a="http://schemas.openxmlformats.org/drawingml/2006/main">
              <a:ext uri="{FF2B5EF4-FFF2-40B4-BE49-F238E27FC236}">
                <a16:creationId xmlns:a16="http://schemas.microsoft.com/office/drawing/2014/main" id="{A05F9877-2D20-4AD9-98F6-D99E6810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可驗證交付</a:t>
            </a:r>
          </a:p>
        </p:txBody>
      </p:sp>
    </p:spTree>
    <p:extLst>
      <p:ext uri="{BB962C8B-B14F-4D97-AF65-F5344CB8AC3E}">
        <p14:creationId xmlns:p14="http://schemas.microsoft.com/office/powerpoint/2010/main" val="9016988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796">
            <a:extLst xmlns:a="http://schemas.openxmlformats.org/drawingml/2006/main">
              <a:ext uri="{FF2B5EF4-FFF2-40B4-BE49-F238E27FC236}">
                <a16:creationId xmlns:a16="http://schemas.microsoft.com/office/drawing/2014/main" id="{DDCF33A2-5FD4-47D2-B4D7-6D438D36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CAPABILITY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F4C7DAF-07E6-47D3-9B40-A173F79E9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對話、助理、Agent：差別在能否推進工作</a:t>
            </a:r>
          </a:p>
        </p:txBody>
      </p:sp>
      <p:cxnSp>
        <p:nvCxnSpPr>
          <p:cNvPr id="32" name="shape-79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98">
            <a:extLst xmlns:a="http://schemas.openxmlformats.org/drawingml/2006/main">
              <a:ext uri="{FF2B5EF4-FFF2-40B4-BE49-F238E27FC236}">
                <a16:creationId xmlns:a16="http://schemas.microsoft.com/office/drawing/2014/main" id="{DA7B5C8E-E769-4525-896A-22AEBBB8A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E77314D-445E-495E-8AE2-7E438AEE8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799">
            <a:extLst xmlns:a="http://schemas.openxmlformats.org/drawingml/2006/main">
              <a:ext uri="{FF2B5EF4-FFF2-40B4-BE49-F238E27FC236}">
                <a16:creationId xmlns:a16="http://schemas.microsoft.com/office/drawing/2014/main" id="{ACF05941-CD1B-470D-8EE5-3C6A3280C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800">
            <a:extLst xmlns:a="http://schemas.openxmlformats.org/drawingml/2006/main">
              <a:ext uri="{FF2B5EF4-FFF2-40B4-BE49-F238E27FC236}">
                <a16:creationId xmlns:a16="http://schemas.microsoft.com/office/drawing/2014/main" id="{5D40BB98-03F5-42DC-AE17-3CCB573A9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801">
            <a:extLst xmlns:a="http://schemas.openxmlformats.org/drawingml/2006/main">
              <a:ext uri="{FF2B5EF4-FFF2-40B4-BE49-F238E27FC236}">
                <a16:creationId xmlns:a16="http://schemas.microsoft.com/office/drawing/2014/main" id="{F3BFC4F0-F504-4269-A887-49930C0F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802">
            <a:extLst xmlns:a="http://schemas.openxmlformats.org/drawingml/2006/main">
              <a:ext uri="{FF2B5EF4-FFF2-40B4-BE49-F238E27FC236}">
                <a16:creationId xmlns:a16="http://schemas.microsoft.com/office/drawing/2014/main" id="{64D92601-8A1F-4857-96AD-92BDAA94C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對話</a:t>
            </a:r>
          </a:p>
        </p:txBody>
      </p:sp>
      <p:sp>
        <p:nvSpPr>
          <p:cNvPr id="10" name="text-803">
            <a:extLst xmlns:a="http://schemas.openxmlformats.org/drawingml/2006/main">
              <a:ext uri="{FF2B5EF4-FFF2-40B4-BE49-F238E27FC236}">
                <a16:creationId xmlns:a16="http://schemas.microsoft.com/office/drawing/2014/main" id="{E168BFEE-34C1-47EF-AE4E-F43DB3B7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回答、解釋、發想</a:t>
            </a:r>
          </a:p>
        </p:txBody>
      </p:sp>
      <p:sp>
        <p:nvSpPr>
          <p:cNvPr id="11" name="text-804">
            <a:extLst xmlns:a="http://schemas.openxmlformats.org/drawingml/2006/main">
              <a:ext uri="{FF2B5EF4-FFF2-40B4-BE49-F238E27FC236}">
                <a16:creationId xmlns:a16="http://schemas.microsoft.com/office/drawing/2014/main" id="{04ACD6A8-5228-4F31-8421-426A5D66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805">
            <a:extLst xmlns:a="http://schemas.openxmlformats.org/drawingml/2006/main">
              <a:ext uri="{FF2B5EF4-FFF2-40B4-BE49-F238E27FC236}">
                <a16:creationId xmlns:a16="http://schemas.microsoft.com/office/drawing/2014/main" id="{2EFA2EA0-6D7F-4BB8-B5C9-C6DAA961C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806">
            <a:extLst xmlns:a="http://schemas.openxmlformats.org/drawingml/2006/main">
              <a:ext uri="{FF2B5EF4-FFF2-40B4-BE49-F238E27FC236}">
                <a16:creationId xmlns:a16="http://schemas.microsoft.com/office/drawing/2014/main" id="{22A8C350-3499-4231-9932-3906146B8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807">
            <a:extLst xmlns:a="http://schemas.openxmlformats.org/drawingml/2006/main">
              <a:ext uri="{FF2B5EF4-FFF2-40B4-BE49-F238E27FC236}">
                <a16:creationId xmlns:a16="http://schemas.microsoft.com/office/drawing/2014/main" id="{015B6D61-87C1-4652-8B99-90BCFA280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808">
            <a:extLst xmlns:a="http://schemas.openxmlformats.org/drawingml/2006/main">
              <a:ext uri="{FF2B5EF4-FFF2-40B4-BE49-F238E27FC236}">
                <a16:creationId xmlns:a16="http://schemas.microsoft.com/office/drawing/2014/main" id="{D32BBBBE-1B74-49A4-A3D1-476F07A16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助理</a:t>
            </a:r>
          </a:p>
        </p:txBody>
      </p:sp>
      <p:sp>
        <p:nvSpPr>
          <p:cNvPr id="16" name="text-809">
            <a:extLst xmlns:a="http://schemas.openxmlformats.org/drawingml/2006/main">
              <a:ext uri="{FF2B5EF4-FFF2-40B4-BE49-F238E27FC236}">
                <a16:creationId xmlns:a16="http://schemas.microsoft.com/office/drawing/2014/main" id="{93FFD27A-0141-407B-B5F5-B22EBD520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固定角色與格式</a:t>
            </a:r>
          </a:p>
        </p:txBody>
      </p:sp>
      <p:sp>
        <p:nvSpPr>
          <p:cNvPr id="17" name="text-810">
            <a:extLst xmlns:a="http://schemas.openxmlformats.org/drawingml/2006/main">
              <a:ext uri="{FF2B5EF4-FFF2-40B4-BE49-F238E27FC236}">
                <a16:creationId xmlns:a16="http://schemas.microsoft.com/office/drawing/2014/main" id="{8441F8FF-AF05-46DE-9D3B-D7636A32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811">
            <a:extLst xmlns:a="http://schemas.openxmlformats.org/drawingml/2006/main">
              <a:ext uri="{FF2B5EF4-FFF2-40B4-BE49-F238E27FC236}">
                <a16:creationId xmlns:a16="http://schemas.microsoft.com/office/drawing/2014/main" id="{FF722DF4-949C-405B-8145-4C414B7E8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812">
            <a:extLst xmlns:a="http://schemas.openxmlformats.org/drawingml/2006/main">
              <a:ext uri="{FF2B5EF4-FFF2-40B4-BE49-F238E27FC236}">
                <a16:creationId xmlns:a16="http://schemas.microsoft.com/office/drawing/2014/main" id="{02867450-38E4-41B5-BA58-30861B895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813">
            <a:extLst xmlns:a="http://schemas.openxmlformats.org/drawingml/2006/main">
              <a:ext uri="{FF2B5EF4-FFF2-40B4-BE49-F238E27FC236}">
                <a16:creationId xmlns:a16="http://schemas.microsoft.com/office/drawing/2014/main" id="{E63D5E5E-B237-48CF-9806-BEE4498DB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814">
            <a:extLst xmlns:a="http://schemas.openxmlformats.org/drawingml/2006/main">
              <a:ext uri="{FF2B5EF4-FFF2-40B4-BE49-F238E27FC236}">
                <a16:creationId xmlns:a16="http://schemas.microsoft.com/office/drawing/2014/main" id="{AE576032-3650-4771-A69A-652BC218B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</a:t>
            </a:r>
          </a:p>
        </p:txBody>
      </p:sp>
      <p:sp>
        <p:nvSpPr>
          <p:cNvPr id="22" name="text-815">
            <a:extLst xmlns:a="http://schemas.openxmlformats.org/drawingml/2006/main">
              <a:ext uri="{FF2B5EF4-FFF2-40B4-BE49-F238E27FC236}">
                <a16:creationId xmlns:a16="http://schemas.microsoft.com/office/drawing/2014/main" id="{E7B8DE23-8790-42F3-8B3D-A3A9E6E2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讀取環境、規劃、使用工具</a:t>
            </a:r>
          </a:p>
        </p:txBody>
      </p:sp>
      <p:sp>
        <p:nvSpPr>
          <p:cNvPr id="23" name="text-816">
            <a:extLst xmlns:a="http://schemas.openxmlformats.org/drawingml/2006/main">
              <a:ext uri="{FF2B5EF4-FFF2-40B4-BE49-F238E27FC236}">
                <a16:creationId xmlns:a16="http://schemas.microsoft.com/office/drawing/2014/main" id="{31B59F05-4897-4221-95A5-47D173069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817">
            <a:extLst xmlns:a="http://schemas.openxmlformats.org/drawingml/2006/main">
              <a:ext uri="{FF2B5EF4-FFF2-40B4-BE49-F238E27FC236}">
                <a16:creationId xmlns:a16="http://schemas.microsoft.com/office/drawing/2014/main" id="{876A9625-6B3A-4C8E-BDB7-66B752CB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818">
            <a:extLst xmlns:a="http://schemas.openxmlformats.org/drawingml/2006/main">
              <a:ext uri="{FF2B5EF4-FFF2-40B4-BE49-F238E27FC236}">
                <a16:creationId xmlns:a16="http://schemas.microsoft.com/office/drawing/2014/main" id="{8B123106-5AB0-421D-B1AF-53514ABF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819">
            <a:extLst xmlns:a="http://schemas.openxmlformats.org/drawingml/2006/main">
              <a:ext uri="{FF2B5EF4-FFF2-40B4-BE49-F238E27FC236}">
                <a16:creationId xmlns:a16="http://schemas.microsoft.com/office/drawing/2014/main" id="{DCE8D312-5302-485C-9E4B-CE5FE50FF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820">
            <a:extLst xmlns:a="http://schemas.openxmlformats.org/drawingml/2006/main">
              <a:ext uri="{FF2B5EF4-FFF2-40B4-BE49-F238E27FC236}">
                <a16:creationId xmlns:a16="http://schemas.microsoft.com/office/drawing/2014/main" id="{8B281399-7E6C-4E1C-8805-735B41F99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可信 Agent</a:t>
            </a:r>
          </a:p>
        </p:txBody>
      </p:sp>
      <p:sp>
        <p:nvSpPr>
          <p:cNvPr id="28" name="text-821">
            <a:extLst xmlns:a="http://schemas.openxmlformats.org/drawingml/2006/main">
              <a:ext uri="{FF2B5EF4-FFF2-40B4-BE49-F238E27FC236}">
                <a16:creationId xmlns:a16="http://schemas.microsoft.com/office/drawing/2014/main" id="{CA74EFA5-52B0-404B-B087-BF35C4AB8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驗證結果、回報限制、等待授權</a:t>
            </a:r>
          </a:p>
        </p:txBody>
      </p:sp>
      <p:sp>
        <p:nvSpPr>
          <p:cNvPr id="29" name="text-822">
            <a:extLst xmlns:a="http://schemas.openxmlformats.org/drawingml/2006/main">
              <a:ext uri="{FF2B5EF4-FFF2-40B4-BE49-F238E27FC236}">
                <a16:creationId xmlns:a16="http://schemas.microsoft.com/office/drawing/2014/main" id="{C257F34A-26D2-4314-AE4E-085D244C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9945295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823">
            <a:extLst xmlns:a="http://schemas.openxmlformats.org/drawingml/2006/main">
              <a:ext uri="{FF2B5EF4-FFF2-40B4-BE49-F238E27FC236}">
                <a16:creationId xmlns:a16="http://schemas.microsoft.com/office/drawing/2014/main" id="{24B60021-A3E3-439C-909D-3A7019AE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LOOP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F006DEA-5970-4729-8A89-9FB114E4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五步循環：完成，不是只產生</a:t>
            </a:r>
          </a:p>
        </p:txBody>
      </p:sp>
      <p:cxnSp>
        <p:nvCxnSpPr>
          <p:cNvPr id="38" name="shape-82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25">
            <a:extLst xmlns:a="http://schemas.openxmlformats.org/drawingml/2006/main">
              <a:ext uri="{FF2B5EF4-FFF2-40B4-BE49-F238E27FC236}">
                <a16:creationId xmlns:a16="http://schemas.microsoft.com/office/drawing/2014/main" id="{0ED4AA71-23FB-4716-8C14-3F06D87A4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3A9BBC4-62D1-47FE-B086-FEE8AF09D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826">
            <a:extLst xmlns:a="http://schemas.openxmlformats.org/drawingml/2006/main">
              <a:ext uri="{FF2B5EF4-FFF2-40B4-BE49-F238E27FC236}">
                <a16:creationId xmlns:a16="http://schemas.microsoft.com/office/drawing/2014/main" id="{230D14C6-CB3D-4685-A192-21361241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827">
            <a:extLst xmlns:a="http://schemas.openxmlformats.org/drawingml/2006/main">
              <a:ext uri="{FF2B5EF4-FFF2-40B4-BE49-F238E27FC236}">
                <a16:creationId xmlns:a16="http://schemas.microsoft.com/office/drawing/2014/main" id="{3E1CAA03-A95C-436B-9CDD-1EAC12F51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828">
            <a:extLst xmlns:a="http://schemas.openxmlformats.org/drawingml/2006/main">
              <a:ext uri="{FF2B5EF4-FFF2-40B4-BE49-F238E27FC236}">
                <a16:creationId xmlns:a16="http://schemas.microsoft.com/office/drawing/2014/main" id="{54D9554D-699C-49D0-9725-D8834BE1C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829">
            <a:extLst xmlns:a="http://schemas.openxmlformats.org/drawingml/2006/main">
              <a:ext uri="{FF2B5EF4-FFF2-40B4-BE49-F238E27FC236}">
                <a16:creationId xmlns:a16="http://schemas.microsoft.com/office/drawing/2014/main" id="{5F8C48D3-04B7-4620-B20A-51A4CBDA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10" name="text-830">
            <a:extLst xmlns:a="http://schemas.openxmlformats.org/drawingml/2006/main">
              <a:ext uri="{FF2B5EF4-FFF2-40B4-BE49-F238E27FC236}">
                <a16:creationId xmlns:a16="http://schemas.microsoft.com/office/drawing/2014/main" id="{7DCD6F82-FA40-4938-8429-D6D00143E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確認目標與環境</a:t>
            </a:r>
          </a:p>
        </p:txBody>
      </p:sp>
      <p:sp>
        <p:nvSpPr>
          <p:cNvPr id="11" name="text-831">
            <a:extLst xmlns:a="http://schemas.openxmlformats.org/drawingml/2006/main">
              <a:ext uri="{FF2B5EF4-FFF2-40B4-BE49-F238E27FC236}">
                <a16:creationId xmlns:a16="http://schemas.microsoft.com/office/drawing/2014/main" id="{54F03362-C687-4E7A-B45B-2485983C1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832">
            <a:extLst xmlns:a="http://schemas.openxmlformats.org/drawingml/2006/main">
              <a:ext uri="{FF2B5EF4-FFF2-40B4-BE49-F238E27FC236}">
                <a16:creationId xmlns:a16="http://schemas.microsoft.com/office/drawing/2014/main" id="{3ABE4C49-3239-474E-B145-46050A6AE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833">
            <a:extLst xmlns:a="http://schemas.openxmlformats.org/drawingml/2006/main">
              <a:ext uri="{FF2B5EF4-FFF2-40B4-BE49-F238E27FC236}">
                <a16:creationId xmlns:a16="http://schemas.microsoft.com/office/drawing/2014/main" id="{7D38A312-A145-4944-8EF4-BCC7D1AD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834">
            <a:extLst xmlns:a="http://schemas.openxmlformats.org/drawingml/2006/main">
              <a:ext uri="{FF2B5EF4-FFF2-40B4-BE49-F238E27FC236}">
                <a16:creationId xmlns:a16="http://schemas.microsoft.com/office/drawing/2014/main" id="{BEC5D4D2-B1D4-454E-9D1A-9765A941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835">
            <a:extLst xmlns:a="http://schemas.openxmlformats.org/drawingml/2006/main">
              <a:ext uri="{FF2B5EF4-FFF2-40B4-BE49-F238E27FC236}">
                <a16:creationId xmlns:a16="http://schemas.microsoft.com/office/drawing/2014/main" id="{144A173A-0793-4139-96AC-4C8C1CFBC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規劃</a:t>
            </a:r>
          </a:p>
        </p:txBody>
      </p:sp>
      <p:sp>
        <p:nvSpPr>
          <p:cNvPr id="16" name="text-836">
            <a:extLst xmlns:a="http://schemas.openxmlformats.org/drawingml/2006/main">
              <a:ext uri="{FF2B5EF4-FFF2-40B4-BE49-F238E27FC236}">
                <a16:creationId xmlns:a16="http://schemas.microsoft.com/office/drawing/2014/main" id="{1FFDB8A5-D7B1-43B6-AD91-38EA5275B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拆解步驟與風險</a:t>
            </a:r>
          </a:p>
        </p:txBody>
      </p:sp>
      <p:sp>
        <p:nvSpPr>
          <p:cNvPr id="17" name="text-837">
            <a:extLst xmlns:a="http://schemas.openxmlformats.org/drawingml/2006/main">
              <a:ext uri="{FF2B5EF4-FFF2-40B4-BE49-F238E27FC236}">
                <a16:creationId xmlns:a16="http://schemas.microsoft.com/office/drawing/2014/main" id="{400FEF59-C3C9-4F38-9622-0AAA7CCD3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838">
            <a:extLst xmlns:a="http://schemas.openxmlformats.org/drawingml/2006/main">
              <a:ext uri="{FF2B5EF4-FFF2-40B4-BE49-F238E27FC236}">
                <a16:creationId xmlns:a16="http://schemas.microsoft.com/office/drawing/2014/main" id="{ADFCB7EE-A22D-4F14-BA43-730C17DA0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839">
            <a:extLst xmlns:a="http://schemas.openxmlformats.org/drawingml/2006/main">
              <a:ext uri="{FF2B5EF4-FFF2-40B4-BE49-F238E27FC236}">
                <a16:creationId xmlns:a16="http://schemas.microsoft.com/office/drawing/2014/main" id="{BFBB8139-0572-4CBC-BBB0-C322DA68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840">
            <a:extLst xmlns:a="http://schemas.openxmlformats.org/drawingml/2006/main">
              <a:ext uri="{FF2B5EF4-FFF2-40B4-BE49-F238E27FC236}">
                <a16:creationId xmlns:a16="http://schemas.microsoft.com/office/drawing/2014/main" id="{75492B56-050D-4D1D-8090-4D1CA8196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841">
            <a:extLst xmlns:a="http://schemas.openxmlformats.org/drawingml/2006/main">
              <a:ext uri="{FF2B5EF4-FFF2-40B4-BE49-F238E27FC236}">
                <a16:creationId xmlns:a16="http://schemas.microsoft.com/office/drawing/2014/main" id="{E2229A5C-30D8-473E-854F-B0DDEBE1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執行</a:t>
            </a:r>
          </a:p>
        </p:txBody>
      </p:sp>
      <p:sp>
        <p:nvSpPr>
          <p:cNvPr id="22" name="text-842">
            <a:extLst xmlns:a="http://schemas.openxmlformats.org/drawingml/2006/main">
              <a:ext uri="{FF2B5EF4-FFF2-40B4-BE49-F238E27FC236}">
                <a16:creationId xmlns:a16="http://schemas.microsoft.com/office/drawing/2014/main" id="{B5C4BBB7-6B6D-4832-A8D5-D1649E55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讀檔、寫檔、使用工具</a:t>
            </a:r>
          </a:p>
        </p:txBody>
      </p:sp>
      <p:sp>
        <p:nvSpPr>
          <p:cNvPr id="23" name="text-843">
            <a:extLst xmlns:a="http://schemas.openxmlformats.org/drawingml/2006/main">
              <a:ext uri="{FF2B5EF4-FFF2-40B4-BE49-F238E27FC236}">
                <a16:creationId xmlns:a16="http://schemas.microsoft.com/office/drawing/2014/main" id="{07C8C82B-9FF4-471B-A7B4-4097CB305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844">
            <a:extLst xmlns:a="http://schemas.openxmlformats.org/drawingml/2006/main">
              <a:ext uri="{FF2B5EF4-FFF2-40B4-BE49-F238E27FC236}">
                <a16:creationId xmlns:a16="http://schemas.microsoft.com/office/drawing/2014/main" id="{91274B55-E6FE-4863-8620-3EFA4E147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845">
            <a:extLst xmlns:a="http://schemas.openxmlformats.org/drawingml/2006/main">
              <a:ext uri="{FF2B5EF4-FFF2-40B4-BE49-F238E27FC236}">
                <a16:creationId xmlns:a16="http://schemas.microsoft.com/office/drawing/2014/main" id="{F8772B00-DA03-4AA8-BE21-5323A188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846">
            <a:extLst xmlns:a="http://schemas.openxmlformats.org/drawingml/2006/main">
              <a:ext uri="{FF2B5EF4-FFF2-40B4-BE49-F238E27FC236}">
                <a16:creationId xmlns:a16="http://schemas.microsoft.com/office/drawing/2014/main" id="{779F137F-23D8-4495-AE46-3F32850E5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847">
            <a:extLst xmlns:a="http://schemas.openxmlformats.org/drawingml/2006/main">
              <a:ext uri="{FF2B5EF4-FFF2-40B4-BE49-F238E27FC236}">
                <a16:creationId xmlns:a16="http://schemas.microsoft.com/office/drawing/2014/main" id="{15E316E0-E577-4CFF-AF28-DDC4F18E7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驗證</a:t>
            </a:r>
          </a:p>
        </p:txBody>
      </p:sp>
      <p:sp>
        <p:nvSpPr>
          <p:cNvPr id="28" name="text-848">
            <a:extLst xmlns:a="http://schemas.openxmlformats.org/drawingml/2006/main">
              <a:ext uri="{FF2B5EF4-FFF2-40B4-BE49-F238E27FC236}">
                <a16:creationId xmlns:a16="http://schemas.microsoft.com/office/drawing/2014/main" id="{0DD17168-01A4-4471-A4A3-7E88AD2E0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測試、畫面、差異</a:t>
            </a:r>
          </a:p>
        </p:txBody>
      </p:sp>
      <p:sp>
        <p:nvSpPr>
          <p:cNvPr id="29" name="text-849">
            <a:extLst xmlns:a="http://schemas.openxmlformats.org/drawingml/2006/main">
              <a:ext uri="{FF2B5EF4-FFF2-40B4-BE49-F238E27FC236}">
                <a16:creationId xmlns:a16="http://schemas.microsoft.com/office/drawing/2014/main" id="{4DE76E73-31C5-42ED-BE07-30D71DBFF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850">
            <a:extLst xmlns:a="http://schemas.openxmlformats.org/drawingml/2006/main">
              <a:ext uri="{FF2B5EF4-FFF2-40B4-BE49-F238E27FC236}">
                <a16:creationId xmlns:a16="http://schemas.microsoft.com/office/drawing/2014/main" id="{4632ED85-3E17-4DBA-8EAA-224501FA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851">
            <a:extLst xmlns:a="http://schemas.openxmlformats.org/drawingml/2006/main">
              <a:ext uri="{FF2B5EF4-FFF2-40B4-BE49-F238E27FC236}">
                <a16:creationId xmlns:a16="http://schemas.microsoft.com/office/drawing/2014/main" id="{E1B6EBD8-817E-4A7C-A4A6-A20632A27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852">
            <a:extLst xmlns:a="http://schemas.openxmlformats.org/drawingml/2006/main">
              <a:ext uri="{FF2B5EF4-FFF2-40B4-BE49-F238E27FC236}">
                <a16:creationId xmlns:a16="http://schemas.microsoft.com/office/drawing/2014/main" id="{AF0C6A25-29D7-4A8E-978E-151CD518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853">
            <a:extLst xmlns:a="http://schemas.openxmlformats.org/drawingml/2006/main">
              <a:ext uri="{FF2B5EF4-FFF2-40B4-BE49-F238E27FC236}">
                <a16:creationId xmlns:a16="http://schemas.microsoft.com/office/drawing/2014/main" id="{DD1A6AA5-C8DD-4C56-B71A-58E8E45D3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854">
            <a:extLst xmlns:a="http://schemas.openxmlformats.org/drawingml/2006/main">
              <a:ext uri="{FF2B5EF4-FFF2-40B4-BE49-F238E27FC236}">
                <a16:creationId xmlns:a16="http://schemas.microsoft.com/office/drawing/2014/main" id="{6E8B822C-116B-4CA0-BD3A-65375B653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成果、限制、下一步</a:t>
            </a:r>
          </a:p>
        </p:txBody>
      </p:sp>
      <p:sp>
        <p:nvSpPr>
          <p:cNvPr id="35" name="text-855">
            <a:extLst xmlns:a="http://schemas.openxmlformats.org/drawingml/2006/main">
              <a:ext uri="{FF2B5EF4-FFF2-40B4-BE49-F238E27FC236}">
                <a16:creationId xmlns:a16="http://schemas.microsoft.com/office/drawing/2014/main" id="{C63ACA91-C7ED-4942-8FDF-C62FE535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8717647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856">
            <a:extLst xmlns:a="http://schemas.openxmlformats.org/drawingml/2006/main">
              <a:ext uri="{FF2B5EF4-FFF2-40B4-BE49-F238E27FC236}">
                <a16:creationId xmlns:a16="http://schemas.microsoft.com/office/drawing/2014/main" id="{F3C77A7A-3124-4289-BE42-585B3C8FC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HUMAN CONTROL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7512EAB-6E0E-4CB0-B60A-5072FFDAF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人在迴路：三種情況一定要停一下</a:t>
            </a:r>
          </a:p>
        </p:txBody>
      </p:sp>
      <p:cxnSp>
        <p:nvCxnSpPr>
          <p:cNvPr id="20" name="shape-85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58">
            <a:extLst xmlns:a="http://schemas.openxmlformats.org/drawingml/2006/main">
              <a:ext uri="{FF2B5EF4-FFF2-40B4-BE49-F238E27FC236}">
                <a16:creationId xmlns:a16="http://schemas.microsoft.com/office/drawing/2014/main" id="{7AD8EB5F-6A1D-4376-9FD4-961D7459E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7E9BF64-05E3-4294-BA2C-BFB72562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859">
            <a:extLst xmlns:a="http://schemas.openxmlformats.org/drawingml/2006/main">
              <a:ext uri="{FF2B5EF4-FFF2-40B4-BE49-F238E27FC236}">
                <a16:creationId xmlns:a16="http://schemas.microsoft.com/office/drawing/2014/main" id="{97576FF5-0F1E-48DF-857A-3FF1884B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860">
            <a:extLst xmlns:a="http://schemas.openxmlformats.org/drawingml/2006/main">
              <a:ext uri="{FF2B5EF4-FFF2-40B4-BE49-F238E27FC236}">
                <a16:creationId xmlns:a16="http://schemas.microsoft.com/office/drawing/2014/main" id="{C8BCA9EC-541E-4B10-98CE-DA4A9272C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STOP</a:t>
            </a:r>
          </a:p>
        </p:txBody>
      </p:sp>
      <p:sp>
        <p:nvSpPr>
          <p:cNvPr id="8" name="text-861">
            <a:extLst xmlns:a="http://schemas.openxmlformats.org/drawingml/2006/main">
              <a:ext uri="{FF2B5EF4-FFF2-40B4-BE49-F238E27FC236}">
                <a16:creationId xmlns:a16="http://schemas.microsoft.com/office/drawing/2014/main" id="{DF0416CD-9E6B-43CA-8A92-62861547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不可逆</a:t>
            </a:r>
          </a:p>
        </p:txBody>
      </p:sp>
      <p:sp>
        <p:nvSpPr>
          <p:cNvPr id="9" name="text-862">
            <a:extLst xmlns:a="http://schemas.openxmlformats.org/drawingml/2006/main">
              <a:ext uri="{FF2B5EF4-FFF2-40B4-BE49-F238E27FC236}">
                <a16:creationId xmlns:a16="http://schemas.microsoft.com/office/drawing/2014/main" id="{7FEE4F29-3FFB-4F7A-BF8E-8CDC3E75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刪除、覆寫、公開發布、寄信、上傳、改權限。</a:t>
            </a:r>
          </a:p>
        </p:txBody>
      </p:sp>
      <p:sp>
        <p:nvSpPr>
          <p:cNvPr id="10" name="shape-863">
            <a:extLst xmlns:a="http://schemas.openxmlformats.org/drawingml/2006/main">
              <a:ext uri="{FF2B5EF4-FFF2-40B4-BE49-F238E27FC236}">
                <a16:creationId xmlns:a16="http://schemas.microsoft.com/office/drawing/2014/main" id="{EDFCF036-5113-4FAD-9C65-7835880A4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864">
            <a:extLst xmlns:a="http://schemas.openxmlformats.org/drawingml/2006/main">
              <a:ext uri="{FF2B5EF4-FFF2-40B4-BE49-F238E27FC236}">
                <a16:creationId xmlns:a16="http://schemas.microsoft.com/office/drawing/2014/main" id="{9BD99C92-BADF-4187-999F-1E716C6E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SAFE</a:t>
            </a:r>
          </a:p>
        </p:txBody>
      </p:sp>
      <p:sp>
        <p:nvSpPr>
          <p:cNvPr id="12" name="text-865">
            <a:extLst xmlns:a="http://schemas.openxmlformats.org/drawingml/2006/main">
              <a:ext uri="{FF2B5EF4-FFF2-40B4-BE49-F238E27FC236}">
                <a16:creationId xmlns:a16="http://schemas.microsoft.com/office/drawing/2014/main" id="{3A601AA7-4940-43C3-8017-3A385B8E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敏感</a:t>
            </a:r>
          </a:p>
        </p:txBody>
      </p:sp>
      <p:sp>
        <p:nvSpPr>
          <p:cNvPr id="13" name="text-866">
            <a:extLst xmlns:a="http://schemas.openxmlformats.org/drawingml/2006/main">
              <a:ext uri="{FF2B5EF4-FFF2-40B4-BE49-F238E27FC236}">
                <a16:creationId xmlns:a16="http://schemas.microsoft.com/office/drawing/2014/main" id="{72A719A1-6A07-493E-9D93-7E59F35B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學生個資、成績、未公開研究、帳號與金鑰。</a:t>
            </a:r>
          </a:p>
        </p:txBody>
      </p:sp>
      <p:sp>
        <p:nvSpPr>
          <p:cNvPr id="14" name="shape-867">
            <a:extLst xmlns:a="http://schemas.openxmlformats.org/drawingml/2006/main">
              <a:ext uri="{FF2B5EF4-FFF2-40B4-BE49-F238E27FC236}">
                <a16:creationId xmlns:a16="http://schemas.microsoft.com/office/drawing/2014/main" id="{B09E63FD-83BC-42B5-A936-2ED13B02F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868">
            <a:extLst xmlns:a="http://schemas.openxmlformats.org/drawingml/2006/main">
              <a:ext uri="{FF2B5EF4-FFF2-40B4-BE49-F238E27FC236}">
                <a16:creationId xmlns:a16="http://schemas.microsoft.com/office/drawing/2014/main" id="{CBA6C75C-AE06-4114-843D-45D6888E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ASK</a:t>
            </a:r>
          </a:p>
        </p:txBody>
      </p:sp>
      <p:sp>
        <p:nvSpPr>
          <p:cNvPr id="16" name="text-869">
            <a:extLst xmlns:a="http://schemas.openxmlformats.org/drawingml/2006/main">
              <a:ext uri="{FF2B5EF4-FFF2-40B4-BE49-F238E27FC236}">
                <a16:creationId xmlns:a16="http://schemas.microsoft.com/office/drawing/2014/main" id="{063BC2C3-8BCB-41AF-960F-3E2FF924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高影響</a:t>
            </a:r>
          </a:p>
        </p:txBody>
      </p:sp>
      <p:sp>
        <p:nvSpPr>
          <p:cNvPr id="17" name="text-870">
            <a:extLst xmlns:a="http://schemas.openxmlformats.org/drawingml/2006/main">
              <a:ext uri="{FF2B5EF4-FFF2-40B4-BE49-F238E27FC236}">
                <a16:creationId xmlns:a16="http://schemas.microsoft.com/office/drawing/2014/main" id="{283D91DC-A28E-4EC3-AF7D-DF781A94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正式評量、行政決策、倫理或專業判斷。</a:t>
            </a:r>
          </a:p>
        </p:txBody>
      </p:sp>
    </p:spTree>
    <p:extLst>
      <p:ext uri="{BB962C8B-B14F-4D97-AF65-F5344CB8AC3E}">
        <p14:creationId xmlns:p14="http://schemas.microsoft.com/office/powerpoint/2010/main" val="136542102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871">
            <a:extLst xmlns:a="http://schemas.openxmlformats.org/drawingml/2006/main">
              <a:ext uri="{FF2B5EF4-FFF2-40B4-BE49-F238E27FC236}">
                <a16:creationId xmlns:a16="http://schemas.microsoft.com/office/drawing/2014/main" id="{A8198FD7-DA79-45BB-A711-78261BE92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CONTINUITY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CA75D8A-8961-4F18-8E00-18721B28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下午不重做：直接升級上午成果</a:t>
            </a:r>
          </a:p>
        </p:txBody>
      </p:sp>
      <p:cxnSp>
        <p:nvCxnSpPr>
          <p:cNvPr id="20" name="shape-87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73">
            <a:extLst xmlns:a="http://schemas.openxmlformats.org/drawingml/2006/main">
              <a:ext uri="{FF2B5EF4-FFF2-40B4-BE49-F238E27FC236}">
                <a16:creationId xmlns:a16="http://schemas.microsoft.com/office/drawing/2014/main" id="{0DC272EB-B5E9-43A9-8749-626FD50D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1F4AB90-394F-43D9-B45E-474DA45CA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6" name="shape-874">
            <a:extLst xmlns:a="http://schemas.openxmlformats.org/drawingml/2006/main">
              <a:ext uri="{FF2B5EF4-FFF2-40B4-BE49-F238E27FC236}">
                <a16:creationId xmlns:a16="http://schemas.microsoft.com/office/drawing/2014/main" id="{28E07B69-3F3C-4F92-B585-26FB380EA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875">
            <a:extLst xmlns:a="http://schemas.openxmlformats.org/drawingml/2006/main">
              <a:ext uri="{FF2B5EF4-FFF2-40B4-BE49-F238E27FC236}">
                <a16:creationId xmlns:a16="http://schemas.microsoft.com/office/drawing/2014/main" id="{D05D9C35-0B17-4FDE-B4F0-1F219C061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876">
            <a:extLst xmlns:a="http://schemas.openxmlformats.org/drawingml/2006/main">
              <a:ext uri="{FF2B5EF4-FFF2-40B4-BE49-F238E27FC236}">
                <a16:creationId xmlns:a16="http://schemas.microsoft.com/office/drawing/2014/main" id="{3BECA5F2-BF87-4633-99FF-51830D01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上午已有</a:t>
            </a:r>
          </a:p>
        </p:txBody>
      </p:sp>
      <p:sp>
        <p:nvSpPr>
          <p:cNvPr id="9" name="text-877">
            <a:extLst xmlns:a="http://schemas.openxmlformats.org/drawingml/2006/main">
              <a:ext uri="{FF2B5EF4-FFF2-40B4-BE49-F238E27FC236}">
                <a16:creationId xmlns:a16="http://schemas.microsoft.com/office/drawing/2014/main" id="{395C13D6-BA61-48AC-9341-BAC6E708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Gemini Notebook 來源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Gem 教學方法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Canvas 互動原型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部署或分享連結</a:t>
            </a:r>
          </a:p>
        </p:txBody>
      </p:sp>
      <p:sp>
        <p:nvSpPr>
          <p:cNvPr id="10" name="text-878">
            <a:extLst xmlns:a="http://schemas.openxmlformats.org/drawingml/2006/main">
              <a:ext uri="{FF2B5EF4-FFF2-40B4-BE49-F238E27FC236}">
                <a16:creationId xmlns:a16="http://schemas.microsoft.com/office/drawing/2014/main" id="{ECE0D5A4-E778-4017-AAC1-32CFF77D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下午新增</a:t>
            </a:r>
          </a:p>
        </p:txBody>
      </p:sp>
      <p:sp>
        <p:nvSpPr>
          <p:cNvPr id="11" name="text-879">
            <a:extLst xmlns:a="http://schemas.openxmlformats.org/drawingml/2006/main">
              <a:ext uri="{FF2B5EF4-FFF2-40B4-BE49-F238E27FC236}">
                <a16:creationId xmlns:a16="http://schemas.microsoft.com/office/drawing/2014/main" id="{11D4009F-242E-41A6-BD1F-B1C8EF434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專案資料夾與任務簡報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修改與測試證據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可重複使用的 Skill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跨工具驗證紀錄</a:t>
            </a:r>
          </a:p>
        </p:txBody>
      </p:sp>
      <p:sp>
        <p:nvSpPr>
          <p:cNvPr id="12" name="text-880">
            <a:extLst xmlns:a="http://schemas.openxmlformats.org/drawingml/2006/main">
              <a:ext uri="{FF2B5EF4-FFF2-40B4-BE49-F238E27FC236}">
                <a16:creationId xmlns:a16="http://schemas.microsoft.com/office/drawing/2014/main" id="{DA7B0440-38DA-4DC9-8331-21F74AC8E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上午成果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來源、Gem、Canvas、連結</a:t>
            </a:r>
          </a:p>
        </p:txBody>
      </p:sp>
      <p:sp>
        <p:nvSpPr>
          <p:cNvPr id="13" name="text-881">
            <a:extLst xmlns:a="http://schemas.openxmlformats.org/drawingml/2006/main">
              <a:ext uri="{FF2B5EF4-FFF2-40B4-BE49-F238E27FC236}">
                <a16:creationId xmlns:a16="http://schemas.microsoft.com/office/drawing/2014/main" id="{BF7DFBC1-069A-457C-AB55-E0DB94AD9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同一個問題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繼續往下做</a:t>
            </a:r>
          </a:p>
        </p:txBody>
      </p:sp>
      <p:sp>
        <p:nvSpPr>
          <p:cNvPr id="14" name="text-882">
            <a:extLst xmlns:a="http://schemas.openxmlformats.org/drawingml/2006/main">
              <a:ext uri="{FF2B5EF4-FFF2-40B4-BE49-F238E27FC236}">
                <a16:creationId xmlns:a16="http://schemas.microsoft.com/office/drawing/2014/main" id="{0233DB8E-9AA3-4565-9261-A15B51582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下午升級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任務、Skill、證據、驗證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181350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286625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17" name="text-883">
            <a:extLst xmlns:a="http://schemas.openxmlformats.org/drawingml/2006/main">
              <a:ext uri="{FF2B5EF4-FFF2-40B4-BE49-F238E27FC236}">
                <a16:creationId xmlns:a16="http://schemas.microsoft.com/office/drawing/2014/main" id="{558B1C5F-0CC4-410D-A0BA-B38B5C8F7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61975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不是重做，而是把作品變成可重複流程</a:t>
            </a:r>
          </a:p>
        </p:txBody>
      </p:sp>
    </p:spTree>
    <p:extLst>
      <p:ext uri="{BB962C8B-B14F-4D97-AF65-F5344CB8AC3E}">
        <p14:creationId xmlns:p14="http://schemas.microsoft.com/office/powerpoint/2010/main" val="171057827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884">
            <a:extLst xmlns:a="http://schemas.openxmlformats.org/drawingml/2006/main">
              <a:ext uri="{FF2B5EF4-FFF2-40B4-BE49-F238E27FC236}">
                <a16:creationId xmlns:a16="http://schemas.microsoft.com/office/drawing/2014/main" id="{5689FC68-C847-4CD5-ACE0-F2183AD0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F80B2C2-B3D9-4A3D-AA36-6CBF8135C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阿凱老師實戰案例導航｜資料與 Agent Skills</a:t>
            </a:r>
          </a:p>
        </p:txBody>
      </p:sp>
      <p:cxnSp>
        <p:nvCxnSpPr>
          <p:cNvPr id="33" name="shape-88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86">
            <a:extLst xmlns:a="http://schemas.openxmlformats.org/drawingml/2006/main">
              <a:ext uri="{FF2B5EF4-FFF2-40B4-BE49-F238E27FC236}">
                <a16:creationId xmlns:a16="http://schemas.microsoft.com/office/drawing/2014/main" id="{D67FE25C-37AA-45DB-858F-068DDF91F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25FDA7A-851C-4663-B552-153C13A87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text-887">
            <a:extLst xmlns:a="http://schemas.openxmlformats.org/drawingml/2006/main">
              <a:ext uri="{FF2B5EF4-FFF2-40B4-BE49-F238E27FC236}">
                <a16:creationId xmlns:a16="http://schemas.microsoft.com/office/drawing/2014/main" id="{D726F141-D0B4-4EFD-9D9F-1847E4C6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從學生表現分析、PIRLS 評量設計到 Web Agent 技能，觀察可驗證的工作流程。</a:t>
            </a:r>
          </a:p>
        </p:txBody>
      </p:sp>
      <p:sp>
        <p:nvSpPr>
          <p:cNvPr id="7" name="shape-888">
            <a:extLst xmlns:a="http://schemas.openxmlformats.org/drawingml/2006/main">
              <a:ext uri="{FF2B5EF4-FFF2-40B4-BE49-F238E27FC236}">
                <a16:creationId xmlns:a16="http://schemas.microsoft.com/office/drawing/2014/main" id="{8A107E09-7B00-48DC-AA08-ECB3210E7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889">
            <a:extLst xmlns:a="http://schemas.openxmlformats.org/drawingml/2006/main">
              <a:ext uri="{FF2B5EF4-FFF2-40B4-BE49-F238E27FC236}">
                <a16:creationId xmlns:a16="http://schemas.microsoft.com/office/drawing/2014/main" id="{1A30C08A-18F9-4916-A5B2-5FD921B45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#73 · 學生資料分析</a:t>
            </a:r>
          </a:p>
        </p:txBody>
      </p:sp>
      <p:sp>
        <p:nvSpPr>
          <p:cNvPr id="9" name="text-890">
            <a:extLst xmlns:a="http://schemas.openxmlformats.org/drawingml/2006/main">
              <a:ext uri="{FF2B5EF4-FFF2-40B4-BE49-F238E27FC236}">
                <a16:creationId xmlns:a16="http://schemas.microsoft.com/office/drawing/2014/main" id="{915422A4-BF1A-4925-A95D-793504861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國小期中考成績篩選工具</a:t>
            </a:r>
          </a:p>
        </p:txBody>
      </p:sp>
      <p:sp>
        <p:nvSpPr>
          <p:cNvPr id="10" name="text-891">
            <a:extLst xmlns:a="http://schemas.openxmlformats.org/drawingml/2006/main">
              <a:ext uri="{FF2B5EF4-FFF2-40B4-BE49-F238E27FC236}">
                <a16:creationId xmlns:a16="http://schemas.microsoft.com/office/drawing/2014/main" id="{DAAAB459-BFA7-4E02-8CB2-D08FE3AE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快速查看成績分布與篩選結果，作為結構化學生資料分析的入門案例。</a:t>
            </a:r>
          </a:p>
        </p:txBody>
      </p:sp>
      <p:sp>
        <p:nvSpPr>
          <p:cNvPr id="11" name="text-892">
            <a:extLst xmlns:a="http://schemas.openxmlformats.org/drawingml/2006/main">
              <a:ext uri="{FF2B5EF4-FFF2-40B4-BE49-F238E27FC236}">
                <a16:creationId xmlns:a16="http://schemas.microsoft.com/office/drawing/2014/main" id="{38C68DBB-7249-4D14-A3AE-DC36E4E78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b256a4a7b57402e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ef8f8a87754496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893">
            <a:extLst xmlns:a="http://schemas.openxmlformats.org/drawingml/2006/main">
              <a:ext uri="{FF2B5EF4-FFF2-40B4-BE49-F238E27FC236}">
                <a16:creationId xmlns:a16="http://schemas.microsoft.com/office/drawing/2014/main" id="{B81F9E03-8E00-43CA-BDFF-FB7F63791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d3e720c9608428e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5235be3b7544a2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894">
            <a:extLst xmlns:a="http://schemas.openxmlformats.org/drawingml/2006/main">
              <a:ext uri="{FF2B5EF4-FFF2-40B4-BE49-F238E27FC236}">
                <a16:creationId xmlns:a16="http://schemas.microsoft.com/office/drawing/2014/main" id="{18ACE354-BABE-4E4D-866E-98476B04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6" name="text-895">
            <a:extLst xmlns:a="http://schemas.openxmlformats.org/drawingml/2006/main">
              <a:ext uri="{FF2B5EF4-FFF2-40B4-BE49-F238E27FC236}">
                <a16:creationId xmlns:a16="http://schemas.microsoft.com/office/drawing/2014/main" id="{7FAEC7F1-0C37-4ECD-843C-C319C007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#87 · PIRLS 評量</a:t>
            </a:r>
          </a:p>
        </p:txBody>
      </p:sp>
      <p:sp>
        <p:nvSpPr>
          <p:cNvPr id="17" name="text-896">
            <a:extLst xmlns:a="http://schemas.openxmlformats.org/drawingml/2006/main">
              <a:ext uri="{FF2B5EF4-FFF2-40B4-BE49-F238E27FC236}">
                <a16:creationId xmlns:a16="http://schemas.microsoft.com/office/drawing/2014/main" id="{1574EB2F-4268-4DCD-B801-6536066D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PIRLS 閱讀理解生成站 PRO</a:t>
            </a:r>
          </a:p>
        </p:txBody>
      </p:sp>
      <p:sp>
        <p:nvSpPr>
          <p:cNvPr id="18" name="text-897">
            <a:extLst xmlns:a="http://schemas.openxmlformats.org/drawingml/2006/main">
              <a:ext uri="{FF2B5EF4-FFF2-40B4-BE49-F238E27FC236}">
                <a16:creationId xmlns:a16="http://schemas.microsoft.com/office/drawing/2014/main" id="{A811E724-DCF1-481D-95B7-AB21D1981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依四層次生成提問與答案說明，銜接評量設計、規準與人工檢核。</a:t>
            </a:r>
          </a:p>
        </p:txBody>
      </p:sp>
      <p:sp>
        <p:nvSpPr>
          <p:cNvPr id="19" name="text-898">
            <a:extLst xmlns:a="http://schemas.openxmlformats.org/drawingml/2006/main">
              <a:ext uri="{FF2B5EF4-FFF2-40B4-BE49-F238E27FC236}">
                <a16:creationId xmlns:a16="http://schemas.microsoft.com/office/drawing/2014/main" id="{574F6E7A-0528-4F5E-96A4-078541F1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be300983ec647cd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3a271b394941d5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899">
            <a:extLst xmlns:a="http://schemas.openxmlformats.org/drawingml/2006/main">
              <a:ext uri="{FF2B5EF4-FFF2-40B4-BE49-F238E27FC236}">
                <a16:creationId xmlns:a16="http://schemas.microsoft.com/office/drawing/2014/main" id="{8F5B91A8-6587-45A9-BDDB-D59CC94FA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f03c0abb2ff4fe6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cabe0861bb4439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900">
            <a:extLst xmlns:a="http://schemas.openxmlformats.org/drawingml/2006/main">
              <a:ext uri="{FF2B5EF4-FFF2-40B4-BE49-F238E27FC236}">
                <a16:creationId xmlns:a16="http://schemas.microsoft.com/office/drawing/2014/main" id="{E5E760E9-F59C-4980-9A67-E4D0C0B3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4" name="text-901">
            <a:extLst xmlns:a="http://schemas.openxmlformats.org/drawingml/2006/main">
              <a:ext uri="{FF2B5EF4-FFF2-40B4-BE49-F238E27FC236}">
                <a16:creationId xmlns:a16="http://schemas.microsoft.com/office/drawing/2014/main" id="{BF811AC2-D998-42CA-921F-7D1DCECED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#103 · 提示詞與 Skill</a:t>
            </a:r>
          </a:p>
        </p:txBody>
      </p:sp>
      <p:sp>
        <p:nvSpPr>
          <p:cNvPr id="25" name="text-902">
            <a:extLst xmlns:a="http://schemas.openxmlformats.org/drawingml/2006/main">
              <a:ext uri="{FF2B5EF4-FFF2-40B4-BE49-F238E27FC236}">
                <a16:creationId xmlns:a16="http://schemas.microsoft.com/office/drawing/2014/main" id="{EDC02F26-B233-4F1D-A5BE-4DECBAB0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Agent 的 Web 技能雙引擎</a:t>
            </a:r>
          </a:p>
        </p:txBody>
      </p:sp>
      <p:sp>
        <p:nvSpPr>
          <p:cNvPr id="26" name="text-903">
            <a:extLst xmlns:a="http://schemas.openxmlformats.org/drawingml/2006/main">
              <a:ext uri="{FF2B5EF4-FFF2-40B4-BE49-F238E27FC236}">
                <a16:creationId xmlns:a16="http://schemas.microsoft.com/office/drawing/2014/main" id="{4DCA5D0E-94F8-4340-AD36-CC50ADC8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用 Playwright × Webwright 解釋 Agent 如何規劃、操作並回報證據。</a:t>
            </a:r>
          </a:p>
        </p:txBody>
      </p:sp>
      <p:sp>
        <p:nvSpPr>
          <p:cNvPr id="27" name="text-904">
            <a:extLst xmlns:a="http://schemas.openxmlformats.org/drawingml/2006/main">
              <a:ext uri="{FF2B5EF4-FFF2-40B4-BE49-F238E27FC236}">
                <a16:creationId xmlns:a16="http://schemas.microsoft.com/office/drawing/2014/main" id="{7FE1DC89-DB0C-4093-AB1C-32E2CF1D5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99e6cc55b864518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a87873ce154d8a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905">
            <a:extLst xmlns:a="http://schemas.openxmlformats.org/drawingml/2006/main">
              <a:ext uri="{FF2B5EF4-FFF2-40B4-BE49-F238E27FC236}">
                <a16:creationId xmlns:a16="http://schemas.microsoft.com/office/drawing/2014/main" id="{1D40B4B9-3BFD-4925-A233-557FCBCC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7cb4f31e20d40f5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ea630b6d9e4e34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87578342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906">
            <a:extLst xmlns:a="http://schemas.openxmlformats.org/drawingml/2006/main">
              <a:ext uri="{FF2B5EF4-FFF2-40B4-BE49-F238E27FC236}">
                <a16:creationId xmlns:a16="http://schemas.microsoft.com/office/drawing/2014/main" id="{828C77F3-ECCB-4E50-91A0-800E2555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B1A622F-3CC2-440D-B544-7D68D6D6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阿凱老師實戰案例導航｜研究與驗證</a:t>
            </a:r>
          </a:p>
        </p:txBody>
      </p:sp>
      <p:cxnSp>
        <p:nvCxnSpPr>
          <p:cNvPr id="33" name="shape-90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08">
            <a:extLst xmlns:a="http://schemas.openxmlformats.org/drawingml/2006/main">
              <a:ext uri="{FF2B5EF4-FFF2-40B4-BE49-F238E27FC236}">
                <a16:creationId xmlns:a16="http://schemas.microsoft.com/office/drawing/2014/main" id="{617E1BFF-7F4D-46AB-ACAE-066C11980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E61B9FE-960A-45F2-8459-4D55B4857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text-909">
            <a:extLst xmlns:a="http://schemas.openxmlformats.org/drawingml/2006/main">
              <a:ext uri="{FF2B5EF4-FFF2-40B4-BE49-F238E27FC236}">
                <a16:creationId xmlns:a16="http://schemas.microsoft.com/office/drawing/2014/main" id="{EC40CAE1-DC4C-4F21-9295-63EFE3434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把資料來源、審查規準、無障礙檢測與人工覆核組成可追查的 Agent 流程。</a:t>
            </a:r>
          </a:p>
        </p:txBody>
      </p:sp>
      <p:sp>
        <p:nvSpPr>
          <p:cNvPr id="7" name="shape-910">
            <a:extLst xmlns:a="http://schemas.openxmlformats.org/drawingml/2006/main">
              <a:ext uri="{FF2B5EF4-FFF2-40B4-BE49-F238E27FC236}">
                <a16:creationId xmlns:a16="http://schemas.microsoft.com/office/drawing/2014/main" id="{C11E14AC-9C59-41BD-991E-9F7E3126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911">
            <a:extLst xmlns:a="http://schemas.openxmlformats.org/drawingml/2006/main">
              <a:ext uri="{FF2B5EF4-FFF2-40B4-BE49-F238E27FC236}">
                <a16:creationId xmlns:a16="http://schemas.microsoft.com/office/drawing/2014/main" id="{E736FC37-0D17-41E4-A542-C6EB06D6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#105 · 研究工作流程</a:t>
            </a:r>
          </a:p>
        </p:txBody>
      </p:sp>
      <p:sp>
        <p:nvSpPr>
          <p:cNvPr id="9" name="text-912">
            <a:extLst xmlns:a="http://schemas.openxmlformats.org/drawingml/2006/main">
              <a:ext uri="{FF2B5EF4-FFF2-40B4-BE49-F238E27FC236}">
                <a16:creationId xmlns:a16="http://schemas.microsoft.com/office/drawing/2014/main" id="{3F33FD05-EDF2-40D7-AF61-34EE599A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臺灣主權 AI 訓練語料庫</a:t>
            </a:r>
          </a:p>
        </p:txBody>
      </p:sp>
      <p:sp>
        <p:nvSpPr>
          <p:cNvPr id="10" name="text-913">
            <a:extLst xmlns:a="http://schemas.openxmlformats.org/drawingml/2006/main">
              <a:ext uri="{FF2B5EF4-FFF2-40B4-BE49-F238E27FC236}">
                <a16:creationId xmlns:a16="http://schemas.microsoft.com/office/drawing/2014/main" id="{210DEDBC-95EB-4654-91BB-68DB0BF2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4,554 筆開放語料依主題、課綱與授權整理，再轉化成教學研究素材。</a:t>
            </a:r>
          </a:p>
        </p:txBody>
      </p:sp>
      <p:sp>
        <p:nvSpPr>
          <p:cNvPr id="11" name="text-914">
            <a:extLst xmlns:a="http://schemas.openxmlformats.org/drawingml/2006/main">
              <a:ext uri="{FF2B5EF4-FFF2-40B4-BE49-F238E27FC236}">
                <a16:creationId xmlns:a16="http://schemas.microsoft.com/office/drawing/2014/main" id="{67C4C7DE-A2FE-4876-BFFA-2B0E2C2D2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535bd62067243fb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7aff6293034e76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915">
            <a:extLst xmlns:a="http://schemas.openxmlformats.org/drawingml/2006/main">
              <a:ext uri="{FF2B5EF4-FFF2-40B4-BE49-F238E27FC236}">
                <a16:creationId xmlns:a16="http://schemas.microsoft.com/office/drawing/2014/main" id="{722A5F64-6C0B-4AB7-AA67-0A40FC792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ac63fa398cc41b8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8b8012039b4c4e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916">
            <a:extLst xmlns:a="http://schemas.openxmlformats.org/drawingml/2006/main">
              <a:ext uri="{FF2B5EF4-FFF2-40B4-BE49-F238E27FC236}">
                <a16:creationId xmlns:a16="http://schemas.microsoft.com/office/drawing/2014/main" id="{F5F1D1E8-7679-4341-AD09-4BF77C22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6" name="text-917">
            <a:extLst xmlns:a="http://schemas.openxmlformats.org/drawingml/2006/main">
              <a:ext uri="{FF2B5EF4-FFF2-40B4-BE49-F238E27FC236}">
                <a16:creationId xmlns:a16="http://schemas.microsoft.com/office/drawing/2014/main" id="{39EA8D64-7AD3-4912-8B9D-03B663C7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#123 · RWD／無障礙</a:t>
            </a:r>
          </a:p>
        </p:txBody>
      </p:sp>
      <p:sp>
        <p:nvSpPr>
          <p:cNvPr id="17" name="text-918">
            <a:extLst xmlns:a="http://schemas.openxmlformats.org/drawingml/2006/main">
              <a:ext uri="{FF2B5EF4-FFF2-40B4-BE49-F238E27FC236}">
                <a16:creationId xmlns:a16="http://schemas.microsoft.com/office/drawing/2014/main" id="{2DA5F9B0-E7B7-4451-B31B-DF8C12C97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校網無障礙 AA 遷移操作平台</a:t>
            </a:r>
          </a:p>
        </p:txBody>
      </p:sp>
      <p:sp>
        <p:nvSpPr>
          <p:cNvPr id="18" name="text-919">
            <a:extLst xmlns:a="http://schemas.openxmlformats.org/drawingml/2006/main">
              <a:ext uri="{FF2B5EF4-FFF2-40B4-BE49-F238E27FC236}">
                <a16:creationId xmlns:a16="http://schemas.microsoft.com/office/drawing/2014/main" id="{D3F7F2DE-5F99-4C6C-87FC-B27365523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12 步遷移清單、對比度檢查與送審雷區，示範可驗證工作流程。</a:t>
            </a:r>
          </a:p>
        </p:txBody>
      </p:sp>
      <p:sp>
        <p:nvSpPr>
          <p:cNvPr id="19" name="text-920">
            <a:extLst xmlns:a="http://schemas.openxmlformats.org/drawingml/2006/main">
              <a:ext uri="{FF2B5EF4-FFF2-40B4-BE49-F238E27FC236}">
                <a16:creationId xmlns:a16="http://schemas.microsoft.com/office/drawing/2014/main" id="{412DA6BA-61CA-4E8C-80EF-954FC05B6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d46a92f2824422f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c8cbfa17214823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921">
            <a:extLst xmlns:a="http://schemas.openxmlformats.org/drawingml/2006/main">
              <a:ext uri="{FF2B5EF4-FFF2-40B4-BE49-F238E27FC236}">
                <a16:creationId xmlns:a16="http://schemas.microsoft.com/office/drawing/2014/main" id="{248F01E0-15D9-44F2-868D-4D865BC63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5ec39f057bb43e5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102d28adbe4d39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922">
            <a:extLst xmlns:a="http://schemas.openxmlformats.org/drawingml/2006/main">
              <a:ext uri="{FF2B5EF4-FFF2-40B4-BE49-F238E27FC236}">
                <a16:creationId xmlns:a16="http://schemas.microsoft.com/office/drawing/2014/main" id="{8E543539-CC6D-4304-832A-20CA989B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4" name="text-923">
            <a:extLst xmlns:a="http://schemas.openxmlformats.org/drawingml/2006/main">
              <a:ext uri="{FF2B5EF4-FFF2-40B4-BE49-F238E27FC236}">
                <a16:creationId xmlns:a16="http://schemas.microsoft.com/office/drawing/2014/main" id="{AD6BB62E-7759-4501-A5FF-9B4775C40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#88 · Agent 驗證</a:t>
            </a:r>
          </a:p>
        </p:txBody>
      </p:sp>
      <p:sp>
        <p:nvSpPr>
          <p:cNvPr id="25" name="text-924">
            <a:extLst xmlns:a="http://schemas.openxmlformats.org/drawingml/2006/main">
              <a:ext uri="{FF2B5EF4-FFF2-40B4-BE49-F238E27FC236}">
                <a16:creationId xmlns:a16="http://schemas.microsoft.com/office/drawing/2014/main" id="{02504598-3EA3-4CCC-81F2-C2D071161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國中課程計畫 AI 審查工具</a:t>
            </a:r>
          </a:p>
        </p:txBody>
      </p:sp>
      <p:sp>
        <p:nvSpPr>
          <p:cNvPr id="26" name="text-925">
            <a:extLst xmlns:a="http://schemas.openxmlformats.org/drawingml/2006/main">
              <a:ext uri="{FF2B5EF4-FFF2-40B4-BE49-F238E27FC236}">
                <a16:creationId xmlns:a16="http://schemas.microsoft.com/office/drawing/2014/main" id="{1F375584-ED70-4D3B-AB3B-CDE3356F8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 40+ 審查標準逐項比對 PDF，示範規則、證據與人工覆核。</a:t>
            </a:r>
          </a:p>
        </p:txBody>
      </p:sp>
      <p:sp>
        <p:nvSpPr>
          <p:cNvPr id="27" name="text-926">
            <a:extLst xmlns:a="http://schemas.openxmlformats.org/drawingml/2006/main">
              <a:ext uri="{FF2B5EF4-FFF2-40B4-BE49-F238E27FC236}">
                <a16:creationId xmlns:a16="http://schemas.microsoft.com/office/drawing/2014/main" id="{2100A551-C5EB-4603-87CA-5BFE07795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b551498198f4bef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fe5236992a44eb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927">
            <a:extLst xmlns:a="http://schemas.openxmlformats.org/drawingml/2006/main">
              <a:ext uri="{FF2B5EF4-FFF2-40B4-BE49-F238E27FC236}">
                <a16:creationId xmlns:a16="http://schemas.microsoft.com/office/drawing/2014/main" id="{6986C66C-C84E-4C4B-9182-526DB4EE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4b7897aa9424037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b3adbec3ed445b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206789640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928">
            <a:extLst xmlns:a="http://schemas.openxmlformats.org/drawingml/2006/main">
              <a:ext uri="{FF2B5EF4-FFF2-40B4-BE49-F238E27FC236}">
                <a16:creationId xmlns:a16="http://schemas.microsoft.com/office/drawing/2014/main" id="{242AE7AE-3ED8-4E57-9F0F-74D9D960F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929">
            <a:extLst xmlns:a="http://schemas.openxmlformats.org/drawingml/2006/main">
              <a:ext uri="{FF2B5EF4-FFF2-40B4-BE49-F238E27FC236}">
                <a16:creationId xmlns:a16="http://schemas.microsoft.com/office/drawing/2014/main" id="{623EF19D-8DBE-4F7E-8BE4-06DAD9ED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3" name="text-930">
            <a:extLst xmlns:a="http://schemas.openxmlformats.org/drawingml/2006/main">
              <a:ext uri="{FF2B5EF4-FFF2-40B4-BE49-F238E27FC236}">
                <a16:creationId xmlns:a16="http://schemas.microsoft.com/office/drawing/2014/main" id="{9990539D-4161-4ADA-BD37-C5A194E90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把工作區變成 Agent 的中央指揮中心：交付任務、監看計畫、檢查產物與驗證證據。</a:t>
            </a:r>
          </a:p>
        </p:txBody>
      </p:sp>
      <p:sp>
        <p:nvSpPr>
          <p:cNvPr id="4" name="shape-931">
            <a:extLst xmlns:a="http://schemas.openxmlformats.org/drawingml/2006/main">
              <a:ext uri="{FF2B5EF4-FFF2-40B4-BE49-F238E27FC236}">
                <a16:creationId xmlns:a16="http://schemas.microsoft.com/office/drawing/2014/main" id="{8DE6EEBD-3018-45D8-A2E8-6D07D5BD8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932">
            <a:extLst xmlns:a="http://schemas.openxmlformats.org/drawingml/2006/main">
              <a:ext uri="{FF2B5EF4-FFF2-40B4-BE49-F238E27FC236}">
                <a16:creationId xmlns:a16="http://schemas.microsoft.com/office/drawing/2014/main" id="{1FD3D57B-363A-487E-B521-807256CC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933">
            <a:extLst xmlns:a="http://schemas.openxmlformats.org/drawingml/2006/main">
              <a:ext uri="{FF2B5EF4-FFF2-40B4-BE49-F238E27FC236}">
                <a16:creationId xmlns:a16="http://schemas.microsoft.com/office/drawing/2014/main" id="{E2BDB051-3BFB-4C71-B39D-62E0BE5E3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7" name="text-934">
            <a:extLst xmlns:a="http://schemas.openxmlformats.org/drawingml/2006/main">
              <a:ext uri="{FF2B5EF4-FFF2-40B4-BE49-F238E27FC236}">
                <a16:creationId xmlns:a16="http://schemas.microsoft.com/office/drawing/2014/main" id="{3BE79832-F8DF-4C05-B9F5-40BD26CFB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✦</a:t>
            </a:r>
          </a:p>
        </p:txBody>
      </p:sp>
      <p:sp>
        <p:nvSpPr>
          <p:cNvPr id="8" name="text-935">
            <a:extLst xmlns:a="http://schemas.openxmlformats.org/drawingml/2006/main">
              <a:ext uri="{FF2B5EF4-FFF2-40B4-BE49-F238E27FC236}">
                <a16:creationId xmlns:a16="http://schemas.microsoft.com/office/drawing/2014/main" id="{76B5544A-B61C-4766-A053-4557E952A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9" name="text-936">
            <a:extLst xmlns:a="http://schemas.openxmlformats.org/drawingml/2006/main">
              <a:ext uri="{FF2B5EF4-FFF2-40B4-BE49-F238E27FC236}">
                <a16:creationId xmlns:a16="http://schemas.microsoft.com/office/drawing/2014/main" id="{B3DB238C-8E29-4748-8E4F-4BCDBB1D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Google Agent 工作區</a:t>
            </a:r>
          </a:p>
        </p:txBody>
      </p:sp>
      <p:cxnSp>
        <p:nvCxnSpPr>
          <p:cNvPr id="26" name="shape-93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11" name="text-938">
            <a:extLst xmlns:a="http://schemas.openxmlformats.org/drawingml/2006/main">
              <a:ext uri="{FF2B5EF4-FFF2-40B4-BE49-F238E27FC236}">
                <a16:creationId xmlns:a16="http://schemas.microsoft.com/office/drawing/2014/main" id="{F9468944-8550-4C92-8A1D-8A5C653A1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BF10ED4-3E1F-4754-A449-6A87B66D6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13" name="text-1605">
            <a:extLst xmlns:a="http://schemas.openxmlformats.org/drawingml/2006/main">
              <a:ext uri="{FF2B5EF4-FFF2-40B4-BE49-F238E27FC236}">
                <a16:creationId xmlns:a16="http://schemas.microsoft.com/office/drawing/2014/main" id="{30254716-2A1C-4CF1-BFC9-968C8294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9737073abc64169"/>
              </a:rPr>
              <a:t>開啟 Antigravity ↗</a:t>
            </a:r>
          </a:p>
        </p:txBody>
      </p:sp>
      <p:sp>
        <p:nvSpPr>
          <p:cNvPr id="14" name="shape-1639">
            <a:extLst xmlns:a="http://schemas.openxmlformats.org/drawingml/2006/main">
              <a:ext uri="{FF2B5EF4-FFF2-40B4-BE49-F238E27FC236}">
                <a16:creationId xmlns:a16="http://schemas.microsoft.com/office/drawing/2014/main" id="{79B4C5CE-CC2A-4135-8130-77B60B750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422f71785482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640">
            <a:extLst xmlns:a="http://schemas.openxmlformats.org/drawingml/2006/main">
              <a:ext uri="{FF2B5EF4-FFF2-40B4-BE49-F238E27FC236}">
                <a16:creationId xmlns:a16="http://schemas.microsoft.com/office/drawing/2014/main" id="{8C5E690B-F33A-437C-B2DE-B83FEDD0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46666807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939">
            <a:extLst xmlns:a="http://schemas.openxmlformats.org/drawingml/2006/main">
              <a:ext uri="{FF2B5EF4-FFF2-40B4-BE49-F238E27FC236}">
                <a16:creationId xmlns:a16="http://schemas.microsoft.com/office/drawing/2014/main" id="{33455A7E-FDF4-4778-9151-2D788F9FF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AGENTIC DEVELOPMENT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1955FC3-78C2-4243-AE8F-03D41901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Antigravity：不是更大的聊天框</a:t>
            </a:r>
          </a:p>
        </p:txBody>
      </p:sp>
      <p:cxnSp>
        <p:nvCxnSpPr>
          <p:cNvPr id="18" name="shape-94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41">
            <a:extLst xmlns:a="http://schemas.openxmlformats.org/drawingml/2006/main">
              <a:ext uri="{FF2B5EF4-FFF2-40B4-BE49-F238E27FC236}">
                <a16:creationId xmlns:a16="http://schemas.microsoft.com/office/drawing/2014/main" id="{B8FFFC68-486A-474D-B1E1-035A07481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430BDF1-745D-4F3D-B895-42A9F6422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6" name="shape-942">
            <a:extLst xmlns:a="http://schemas.openxmlformats.org/drawingml/2006/main">
              <a:ext uri="{FF2B5EF4-FFF2-40B4-BE49-F238E27FC236}">
                <a16:creationId xmlns:a16="http://schemas.microsoft.com/office/drawing/2014/main" id="{CEDACCB1-38A5-47A2-B404-8B3FFCA79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943">
            <a:extLst xmlns:a="http://schemas.openxmlformats.org/drawingml/2006/main">
              <a:ext uri="{FF2B5EF4-FFF2-40B4-BE49-F238E27FC236}">
                <a16:creationId xmlns:a16="http://schemas.microsoft.com/office/drawing/2014/main" id="{DF09827E-A18C-4E7F-A857-28E9BBD8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944">
            <a:extLst xmlns:a="http://schemas.openxmlformats.org/drawingml/2006/main">
              <a:ext uri="{FF2B5EF4-FFF2-40B4-BE49-F238E27FC236}">
                <a16:creationId xmlns:a16="http://schemas.microsoft.com/office/drawing/2014/main" id="{0A6828E4-EDC8-4734-962F-F99F281F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你提供</a:t>
            </a:r>
          </a:p>
        </p:txBody>
      </p:sp>
      <p:sp>
        <p:nvSpPr>
          <p:cNvPr id="9" name="text-945">
            <a:extLst xmlns:a="http://schemas.openxmlformats.org/drawingml/2006/main">
              <a:ext uri="{FF2B5EF4-FFF2-40B4-BE49-F238E27FC236}">
                <a16:creationId xmlns:a16="http://schemas.microsoft.com/office/drawing/2014/main" id="{395F693E-04E2-4134-84CC-645408B4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工作區與檔案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清楚的任務與限制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可驗收的完成條件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必要的授權</a:t>
            </a:r>
          </a:p>
        </p:txBody>
      </p:sp>
      <p:sp>
        <p:nvSpPr>
          <p:cNvPr id="10" name="text-946">
            <a:extLst xmlns:a="http://schemas.openxmlformats.org/drawingml/2006/main">
              <a:ext uri="{FF2B5EF4-FFF2-40B4-BE49-F238E27FC236}">
                <a16:creationId xmlns:a16="http://schemas.microsoft.com/office/drawing/2014/main" id="{3736DDC4-2613-41D0-BA85-5B6FF868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推進</a:t>
            </a:r>
          </a:p>
        </p:txBody>
      </p:sp>
      <p:sp>
        <p:nvSpPr>
          <p:cNvPr id="11" name="text-947">
            <a:extLst xmlns:a="http://schemas.openxmlformats.org/drawingml/2006/main">
              <a:ext uri="{FF2B5EF4-FFF2-40B4-BE49-F238E27FC236}">
                <a16:creationId xmlns:a16="http://schemas.microsoft.com/office/drawing/2014/main" id="{0DFEBACB-DE4F-4B0B-954C-7D1289B1E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建立計畫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使用檔案與工具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修改、執行與檢查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回報成果與阻礙</a:t>
            </a:r>
          </a:p>
        </p:txBody>
      </p:sp>
      <p:sp>
        <p:nvSpPr>
          <p:cNvPr id="12" name="text-1606">
            <a:extLst xmlns:a="http://schemas.openxmlformats.org/drawingml/2006/main">
              <a:ext uri="{FF2B5EF4-FFF2-40B4-BE49-F238E27FC236}">
                <a16:creationId xmlns:a16="http://schemas.microsoft.com/office/drawing/2014/main" id="{DFE84319-E778-4437-8001-2E18C4CA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e637de916a54428"/>
              </a:rPr>
              <a:t>開啟 Antigravity ↗</a:t>
            </a:r>
          </a:p>
        </p:txBody>
      </p:sp>
      <p:sp>
        <p:nvSpPr>
          <p:cNvPr id="13" name="shape-1641">
            <a:extLst xmlns:a="http://schemas.openxmlformats.org/drawingml/2006/main">
              <a:ext uri="{FF2B5EF4-FFF2-40B4-BE49-F238E27FC236}">
                <a16:creationId xmlns:a16="http://schemas.microsoft.com/office/drawing/2014/main" id="{71391C18-AB45-4633-8870-41D06AE55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c912269c2647f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1642">
            <a:extLst xmlns:a="http://schemas.openxmlformats.org/drawingml/2006/main">
              <a:ext uri="{FF2B5EF4-FFF2-40B4-BE49-F238E27FC236}">
                <a16:creationId xmlns:a16="http://schemas.microsoft.com/office/drawing/2014/main" id="{119F1025-8C94-4943-A780-E8B4ED6D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84490816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948">
            <a:extLst xmlns:a="http://schemas.openxmlformats.org/drawingml/2006/main">
              <a:ext uri="{FF2B5EF4-FFF2-40B4-BE49-F238E27FC236}">
                <a16:creationId xmlns:a16="http://schemas.microsoft.com/office/drawing/2014/main" id="{976B3615-0A36-4485-9E39-7119B9ECE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WORKSPACE ORIENTATION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ABE9556-5268-4980-B15B-260EE9A6C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進入工作區，先看四個地方</a:t>
            </a:r>
          </a:p>
        </p:txBody>
      </p:sp>
      <p:cxnSp>
        <p:nvCxnSpPr>
          <p:cNvPr id="28" name="shape-94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50">
            <a:extLst xmlns:a="http://schemas.openxmlformats.org/drawingml/2006/main">
              <a:ext uri="{FF2B5EF4-FFF2-40B4-BE49-F238E27FC236}">
                <a16:creationId xmlns:a16="http://schemas.microsoft.com/office/drawing/2014/main" id="{8A5A9914-2E3D-4BC1-A9B5-89E4D84D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0A786CF-00E2-4D8C-B9C3-D53B0B7D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951">
            <a:extLst xmlns:a="http://schemas.openxmlformats.org/drawingml/2006/main">
              <a:ext uri="{FF2B5EF4-FFF2-40B4-BE49-F238E27FC236}">
                <a16:creationId xmlns:a16="http://schemas.microsoft.com/office/drawing/2014/main" id="{EF5B8661-C993-4DC7-9CBF-C20F6052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952">
            <a:extLst xmlns:a="http://schemas.openxmlformats.org/drawingml/2006/main">
              <a:ext uri="{FF2B5EF4-FFF2-40B4-BE49-F238E27FC236}">
                <a16:creationId xmlns:a16="http://schemas.microsoft.com/office/drawing/2014/main" id="{88A449A3-946E-4AAE-8749-733988C4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953">
            <a:extLst xmlns:a="http://schemas.openxmlformats.org/drawingml/2006/main">
              <a:ext uri="{FF2B5EF4-FFF2-40B4-BE49-F238E27FC236}">
                <a16:creationId xmlns:a16="http://schemas.microsoft.com/office/drawing/2014/main" id="{43F971F7-5893-4A6C-B8FE-ED57CFF3B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檔案</a:t>
            </a:r>
          </a:p>
        </p:txBody>
      </p:sp>
      <p:sp>
        <p:nvSpPr>
          <p:cNvPr id="9" name="text-954">
            <a:extLst xmlns:a="http://schemas.openxmlformats.org/drawingml/2006/main">
              <a:ext uri="{FF2B5EF4-FFF2-40B4-BE49-F238E27FC236}">
                <a16:creationId xmlns:a16="http://schemas.microsoft.com/office/drawing/2014/main" id="{A6CBF828-F630-4F09-AB9A-43A2BD216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Agent 能看到哪些素材？是否把敏感檔案放錯位置？</a:t>
            </a:r>
          </a:p>
        </p:txBody>
      </p:sp>
      <p:sp>
        <p:nvSpPr>
          <p:cNvPr id="10" name="shape-955">
            <a:extLst xmlns:a="http://schemas.openxmlformats.org/drawingml/2006/main">
              <a:ext uri="{FF2B5EF4-FFF2-40B4-BE49-F238E27FC236}">
                <a16:creationId xmlns:a16="http://schemas.microsoft.com/office/drawing/2014/main" id="{F8722901-F585-4B71-8764-9BEC18F3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956">
            <a:extLst xmlns:a="http://schemas.openxmlformats.org/drawingml/2006/main">
              <a:ext uri="{FF2B5EF4-FFF2-40B4-BE49-F238E27FC236}">
                <a16:creationId xmlns:a16="http://schemas.microsoft.com/office/drawing/2014/main" id="{FA1A4D98-BEA6-40E7-A613-D8092C526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957">
            <a:extLst xmlns:a="http://schemas.openxmlformats.org/drawingml/2006/main">
              <a:ext uri="{FF2B5EF4-FFF2-40B4-BE49-F238E27FC236}">
                <a16:creationId xmlns:a16="http://schemas.microsoft.com/office/drawing/2014/main" id="{ADE37DF8-F006-4F4B-A0C2-346B6975B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任務</a:t>
            </a:r>
          </a:p>
        </p:txBody>
      </p:sp>
      <p:sp>
        <p:nvSpPr>
          <p:cNvPr id="13" name="text-958">
            <a:extLst xmlns:a="http://schemas.openxmlformats.org/drawingml/2006/main">
              <a:ext uri="{FF2B5EF4-FFF2-40B4-BE49-F238E27FC236}">
                <a16:creationId xmlns:a16="http://schemas.microsoft.com/office/drawing/2014/main" id="{D19F4438-49D6-445B-B9AF-50C775ED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目標是否單一、具體，且能在本工作區完成？</a:t>
            </a:r>
          </a:p>
        </p:txBody>
      </p:sp>
      <p:sp>
        <p:nvSpPr>
          <p:cNvPr id="14" name="shape-959">
            <a:extLst xmlns:a="http://schemas.openxmlformats.org/drawingml/2006/main">
              <a:ext uri="{FF2B5EF4-FFF2-40B4-BE49-F238E27FC236}">
                <a16:creationId xmlns:a16="http://schemas.microsoft.com/office/drawing/2014/main" id="{17E90F5A-A5C1-4476-8EE0-A7472A1F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960">
            <a:extLst xmlns:a="http://schemas.openxmlformats.org/drawingml/2006/main">
              <a:ext uri="{FF2B5EF4-FFF2-40B4-BE49-F238E27FC236}">
                <a16:creationId xmlns:a16="http://schemas.microsoft.com/office/drawing/2014/main" id="{E462052F-C4CC-449C-85ED-2A81BC7D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961">
            <a:extLst xmlns:a="http://schemas.openxmlformats.org/drawingml/2006/main">
              <a:ext uri="{FF2B5EF4-FFF2-40B4-BE49-F238E27FC236}">
                <a16:creationId xmlns:a16="http://schemas.microsoft.com/office/drawing/2014/main" id="{6B7D8E7A-3C6B-46D0-8B77-AB9387C3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計畫</a:t>
            </a:r>
          </a:p>
        </p:txBody>
      </p:sp>
      <p:sp>
        <p:nvSpPr>
          <p:cNvPr id="17" name="text-962">
            <a:extLst xmlns:a="http://schemas.openxmlformats.org/drawingml/2006/main">
              <a:ext uri="{FF2B5EF4-FFF2-40B4-BE49-F238E27FC236}">
                <a16:creationId xmlns:a16="http://schemas.microsoft.com/office/drawing/2014/main" id="{4DAF28A7-38B8-4817-8DAC-6DE65202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步驟是否合理？哪一步需要授權或外部資訊？</a:t>
            </a:r>
          </a:p>
        </p:txBody>
      </p:sp>
      <p:sp>
        <p:nvSpPr>
          <p:cNvPr id="18" name="shape-963">
            <a:extLst xmlns:a="http://schemas.openxmlformats.org/drawingml/2006/main">
              <a:ext uri="{FF2B5EF4-FFF2-40B4-BE49-F238E27FC236}">
                <a16:creationId xmlns:a16="http://schemas.microsoft.com/office/drawing/2014/main" id="{359F0C61-2F94-431F-9181-DC0A60848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964">
            <a:extLst xmlns:a="http://schemas.openxmlformats.org/drawingml/2006/main">
              <a:ext uri="{FF2B5EF4-FFF2-40B4-BE49-F238E27FC236}">
                <a16:creationId xmlns:a16="http://schemas.microsoft.com/office/drawing/2014/main" id="{35790599-D7C7-43E5-A6F1-A2A00808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965">
            <a:extLst xmlns:a="http://schemas.openxmlformats.org/drawingml/2006/main">
              <a:ext uri="{FF2B5EF4-FFF2-40B4-BE49-F238E27FC236}">
                <a16:creationId xmlns:a16="http://schemas.microsoft.com/office/drawing/2014/main" id="{8B0E6DFF-09C3-4DB1-BC63-C14824160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結果</a:t>
            </a:r>
          </a:p>
        </p:txBody>
      </p:sp>
      <p:sp>
        <p:nvSpPr>
          <p:cNvPr id="21" name="text-966">
            <a:extLst xmlns:a="http://schemas.openxmlformats.org/drawingml/2006/main">
              <a:ext uri="{FF2B5EF4-FFF2-40B4-BE49-F238E27FC236}">
                <a16:creationId xmlns:a16="http://schemas.microsoft.com/office/drawing/2014/main" id="{6EB5DDD8-9DCB-4C95-A85A-3889D68BB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有哪些變更、測試、畫面與仍未確認的項目？</a:t>
            </a:r>
          </a:p>
        </p:txBody>
      </p:sp>
      <p:sp>
        <p:nvSpPr>
          <p:cNvPr id="22" name="text-1607">
            <a:extLst xmlns:a="http://schemas.openxmlformats.org/drawingml/2006/main">
              <a:ext uri="{FF2B5EF4-FFF2-40B4-BE49-F238E27FC236}">
                <a16:creationId xmlns:a16="http://schemas.microsoft.com/office/drawing/2014/main" id="{496EF9E8-8C1E-4AAC-8424-B3E33731B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6ffd41c7dff49e6"/>
              </a:rPr>
              <a:t>開啟 Antigravity ↗</a:t>
            </a:r>
          </a:p>
        </p:txBody>
      </p:sp>
      <p:sp>
        <p:nvSpPr>
          <p:cNvPr id="23" name="shape-1643">
            <a:extLst xmlns:a="http://schemas.openxmlformats.org/drawingml/2006/main">
              <a:ext uri="{FF2B5EF4-FFF2-40B4-BE49-F238E27FC236}">
                <a16:creationId xmlns:a16="http://schemas.microsoft.com/office/drawing/2014/main" id="{AB1BD65E-62EF-4B3E-B97B-91150E492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2593cdee8f425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644">
            <a:extLst xmlns:a="http://schemas.openxmlformats.org/drawingml/2006/main">
              <a:ext uri="{FF2B5EF4-FFF2-40B4-BE49-F238E27FC236}">
                <a16:creationId xmlns:a16="http://schemas.microsoft.com/office/drawing/2014/main" id="{7DCFEE96-D5B9-4064-BE2B-4C5CF563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6716786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967">
            <a:extLst xmlns:a="http://schemas.openxmlformats.org/drawingml/2006/main">
              <a:ext uri="{FF2B5EF4-FFF2-40B4-BE49-F238E27FC236}">
                <a16:creationId xmlns:a16="http://schemas.microsoft.com/office/drawing/2014/main" id="{B80D6400-F636-489C-9586-E37CD7548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TASK BRIEF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371195C-E48A-4BDD-B74C-09672CBA4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第一個 Agent 任務：四句話就能清楚</a:t>
            </a:r>
          </a:p>
        </p:txBody>
      </p:sp>
      <p:cxnSp>
        <p:nvCxnSpPr>
          <p:cNvPr id="28" name="shape-96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69">
            <a:extLst xmlns:a="http://schemas.openxmlformats.org/drawingml/2006/main">
              <a:ext uri="{FF2B5EF4-FFF2-40B4-BE49-F238E27FC236}">
                <a16:creationId xmlns:a16="http://schemas.microsoft.com/office/drawing/2014/main" id="{E0981A34-6B2E-4B6C-B3ED-0940822C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1D038AA-8731-4B4E-9A6B-B6D9D93E1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970">
            <a:extLst xmlns:a="http://schemas.openxmlformats.org/drawingml/2006/main">
              <a:ext uri="{FF2B5EF4-FFF2-40B4-BE49-F238E27FC236}">
                <a16:creationId xmlns:a16="http://schemas.microsoft.com/office/drawing/2014/main" id="{1E41EDED-FA3E-456D-BA32-D3386F60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971">
            <a:extLst xmlns:a="http://schemas.openxmlformats.org/drawingml/2006/main">
              <a:ext uri="{FF2B5EF4-FFF2-40B4-BE49-F238E27FC236}">
                <a16:creationId xmlns:a16="http://schemas.microsoft.com/office/drawing/2014/main" id="{64087945-DCE0-423C-886C-EE81C2E1D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972">
            <a:extLst xmlns:a="http://schemas.openxmlformats.org/drawingml/2006/main">
              <a:ext uri="{FF2B5EF4-FFF2-40B4-BE49-F238E27FC236}">
                <a16:creationId xmlns:a16="http://schemas.microsoft.com/office/drawing/2014/main" id="{1856BC55-277A-4568-A80B-D267AB426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目標</a:t>
            </a:r>
          </a:p>
        </p:txBody>
      </p:sp>
      <p:sp>
        <p:nvSpPr>
          <p:cNvPr id="9" name="text-973">
            <a:extLst xmlns:a="http://schemas.openxmlformats.org/drawingml/2006/main">
              <a:ext uri="{FF2B5EF4-FFF2-40B4-BE49-F238E27FC236}">
                <a16:creationId xmlns:a16="http://schemas.microsoft.com/office/drawing/2014/main" id="{DD4AF174-72C5-45F3-A600-2314D0B8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把上午 Canvas 原型改善成可在手機使用的教學活動。</a:t>
            </a:r>
          </a:p>
        </p:txBody>
      </p:sp>
      <p:sp>
        <p:nvSpPr>
          <p:cNvPr id="10" name="shape-974">
            <a:extLst xmlns:a="http://schemas.openxmlformats.org/drawingml/2006/main">
              <a:ext uri="{FF2B5EF4-FFF2-40B4-BE49-F238E27FC236}">
                <a16:creationId xmlns:a16="http://schemas.microsoft.com/office/drawing/2014/main" id="{4CBD5B22-66B3-4DFA-90FC-2BF8AB888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975">
            <a:extLst xmlns:a="http://schemas.openxmlformats.org/drawingml/2006/main">
              <a:ext uri="{FF2B5EF4-FFF2-40B4-BE49-F238E27FC236}">
                <a16:creationId xmlns:a16="http://schemas.microsoft.com/office/drawing/2014/main" id="{AD730697-3CF4-4640-8526-5E41C3E12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976">
            <a:extLst xmlns:a="http://schemas.openxmlformats.org/drawingml/2006/main">
              <a:ext uri="{FF2B5EF4-FFF2-40B4-BE49-F238E27FC236}">
                <a16:creationId xmlns:a16="http://schemas.microsoft.com/office/drawing/2014/main" id="{63C2436A-7771-42AF-9B5C-8E244D5AA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素材</a:t>
            </a:r>
          </a:p>
        </p:txBody>
      </p:sp>
      <p:sp>
        <p:nvSpPr>
          <p:cNvPr id="13" name="text-977">
            <a:extLst xmlns:a="http://schemas.openxmlformats.org/drawingml/2006/main">
              <a:ext uri="{FF2B5EF4-FFF2-40B4-BE49-F238E27FC236}">
                <a16:creationId xmlns:a16="http://schemas.microsoft.com/office/drawing/2014/main" id="{F9A64367-F485-4A91-94F1-88C8D83BB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使用指定資料夾、截圖、課程文字與現有程式碼。</a:t>
            </a:r>
          </a:p>
        </p:txBody>
      </p:sp>
      <p:sp>
        <p:nvSpPr>
          <p:cNvPr id="14" name="shape-978">
            <a:extLst xmlns:a="http://schemas.openxmlformats.org/drawingml/2006/main">
              <a:ext uri="{FF2B5EF4-FFF2-40B4-BE49-F238E27FC236}">
                <a16:creationId xmlns:a16="http://schemas.microsoft.com/office/drawing/2014/main" id="{4EDE03AB-3709-41D0-9802-D0D64E0A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979">
            <a:extLst xmlns:a="http://schemas.openxmlformats.org/drawingml/2006/main">
              <a:ext uri="{FF2B5EF4-FFF2-40B4-BE49-F238E27FC236}">
                <a16:creationId xmlns:a16="http://schemas.microsoft.com/office/drawing/2014/main" id="{56B6A8AC-E3C8-46D4-BF40-62B66D638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980">
            <a:extLst xmlns:a="http://schemas.openxmlformats.org/drawingml/2006/main">
              <a:ext uri="{FF2B5EF4-FFF2-40B4-BE49-F238E27FC236}">
                <a16:creationId xmlns:a16="http://schemas.microsoft.com/office/drawing/2014/main" id="{98DC3BA6-6AD2-4030-B753-06251209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限制</a:t>
            </a:r>
          </a:p>
        </p:txBody>
      </p:sp>
      <p:sp>
        <p:nvSpPr>
          <p:cNvPr id="17" name="text-981">
            <a:extLst xmlns:a="http://schemas.openxmlformats.org/drawingml/2006/main">
              <a:ext uri="{FF2B5EF4-FFF2-40B4-BE49-F238E27FC236}">
                <a16:creationId xmlns:a16="http://schemas.microsoft.com/office/drawing/2014/main" id="{BA036350-7196-4A9C-B17B-1CB1F5C2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不改核心內容、不放個資、不新增付費服務、不直接公開。</a:t>
            </a:r>
          </a:p>
        </p:txBody>
      </p:sp>
      <p:sp>
        <p:nvSpPr>
          <p:cNvPr id="18" name="shape-982">
            <a:extLst xmlns:a="http://schemas.openxmlformats.org/drawingml/2006/main">
              <a:ext uri="{FF2B5EF4-FFF2-40B4-BE49-F238E27FC236}">
                <a16:creationId xmlns:a16="http://schemas.microsoft.com/office/drawing/2014/main" id="{B8DD6E40-37D1-41E0-BC6B-77D868AD8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983">
            <a:extLst xmlns:a="http://schemas.openxmlformats.org/drawingml/2006/main">
              <a:ext uri="{FF2B5EF4-FFF2-40B4-BE49-F238E27FC236}">
                <a16:creationId xmlns:a16="http://schemas.microsoft.com/office/drawing/2014/main" id="{0C297FED-1D10-4FAD-A0DB-C330DFE7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984">
            <a:extLst xmlns:a="http://schemas.openxmlformats.org/drawingml/2006/main">
              <a:ext uri="{FF2B5EF4-FFF2-40B4-BE49-F238E27FC236}">
                <a16:creationId xmlns:a16="http://schemas.microsoft.com/office/drawing/2014/main" id="{904DF76E-E6DE-48A6-867B-EA072649F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驗收</a:t>
            </a:r>
          </a:p>
        </p:txBody>
      </p:sp>
      <p:sp>
        <p:nvSpPr>
          <p:cNvPr id="21" name="text-985">
            <a:extLst xmlns:a="http://schemas.openxmlformats.org/drawingml/2006/main">
              <a:ext uri="{FF2B5EF4-FFF2-40B4-BE49-F238E27FC236}">
                <a16:creationId xmlns:a16="http://schemas.microsoft.com/office/drawing/2014/main" id="{ECC6B74F-22B8-4C0B-95F3-73640D73D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完成桌機與手機測試，提供修改摘要與畫面證據。</a:t>
            </a:r>
          </a:p>
        </p:txBody>
      </p:sp>
      <p:sp>
        <p:nvSpPr>
          <p:cNvPr id="22" name="text-1608">
            <a:extLst xmlns:a="http://schemas.openxmlformats.org/drawingml/2006/main">
              <a:ext uri="{FF2B5EF4-FFF2-40B4-BE49-F238E27FC236}">
                <a16:creationId xmlns:a16="http://schemas.microsoft.com/office/drawing/2014/main" id="{0577034C-07CE-439C-AFB6-2C0F4CFFF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07b3ffbc1894aa0"/>
              </a:rPr>
              <a:t>開啟 Antigravity ↗</a:t>
            </a:r>
          </a:p>
        </p:txBody>
      </p:sp>
      <p:sp>
        <p:nvSpPr>
          <p:cNvPr id="23" name="shape-1645">
            <a:extLst xmlns:a="http://schemas.openxmlformats.org/drawingml/2006/main">
              <a:ext uri="{FF2B5EF4-FFF2-40B4-BE49-F238E27FC236}">
                <a16:creationId xmlns:a16="http://schemas.microsoft.com/office/drawing/2014/main" id="{5D35ABF8-C091-47DE-B0C3-822D17F34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8912b52f214de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646">
            <a:extLst xmlns:a="http://schemas.openxmlformats.org/drawingml/2006/main">
              <a:ext uri="{FF2B5EF4-FFF2-40B4-BE49-F238E27FC236}">
                <a16:creationId xmlns:a16="http://schemas.microsoft.com/office/drawing/2014/main" id="{C02C5938-A93A-46CB-8F28-45A3E2C5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04903748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text-986">
            <a:extLst xmlns:a="http://schemas.openxmlformats.org/drawingml/2006/main">
              <a:ext uri="{FF2B5EF4-FFF2-40B4-BE49-F238E27FC236}">
                <a16:creationId xmlns:a16="http://schemas.microsoft.com/office/drawing/2014/main" id="{3984D964-DFA5-496B-BCF1-0253FA16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LIVE DEMO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5790ABA-4073-4A30-8A8C-B07ACF6B7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示範：請 Agent 改作品，但保留控制權</a:t>
            </a:r>
          </a:p>
        </p:txBody>
      </p:sp>
      <p:cxnSp>
        <p:nvCxnSpPr>
          <p:cNvPr id="59" name="shape-98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88">
            <a:extLst xmlns:a="http://schemas.openxmlformats.org/drawingml/2006/main">
              <a:ext uri="{FF2B5EF4-FFF2-40B4-BE49-F238E27FC236}">
                <a16:creationId xmlns:a16="http://schemas.microsoft.com/office/drawing/2014/main" id="{9F4A858B-4011-48DB-8E73-7AFAEBF94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F064CFB-1765-407D-A5AE-5F1B31312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shape-989">
            <a:extLst xmlns:a="http://schemas.openxmlformats.org/drawingml/2006/main">
              <a:ext uri="{FF2B5EF4-FFF2-40B4-BE49-F238E27FC236}">
                <a16:creationId xmlns:a16="http://schemas.microsoft.com/office/drawing/2014/main" id="{835867B7-087F-42F3-85DD-BEC7A402B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990">
            <a:extLst xmlns:a="http://schemas.openxmlformats.org/drawingml/2006/main">
              <a:ext uri="{FF2B5EF4-FFF2-40B4-BE49-F238E27FC236}">
                <a16:creationId xmlns:a16="http://schemas.microsoft.com/office/drawing/2014/main" id="{797FBEEB-1AE3-4FC6-B92C-7D9E7407A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991">
            <a:extLst xmlns:a="http://schemas.openxmlformats.org/drawingml/2006/main">
              <a:ext uri="{FF2B5EF4-FFF2-40B4-BE49-F238E27FC236}">
                <a16:creationId xmlns:a16="http://schemas.microsoft.com/office/drawing/2014/main" id="{11E94970-B55A-4D8A-B09A-E7DCAFDD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992">
            <a:extLst xmlns:a="http://schemas.openxmlformats.org/drawingml/2006/main">
              <a:ext uri="{FF2B5EF4-FFF2-40B4-BE49-F238E27FC236}">
                <a16:creationId xmlns:a16="http://schemas.microsoft.com/office/drawing/2014/main" id="{85C0D051-8FFC-4CD8-B137-55E5F494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993">
            <a:extLst xmlns:a="http://schemas.openxmlformats.org/drawingml/2006/main">
              <a:ext uri="{FF2B5EF4-FFF2-40B4-BE49-F238E27FC236}">
                <a16:creationId xmlns:a16="http://schemas.microsoft.com/office/drawing/2014/main" id="{80A74832-573E-4404-8E3E-84E3DD21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說明結構與問題</a:t>
            </a:r>
          </a:p>
        </p:txBody>
      </p:sp>
      <p:sp>
        <p:nvSpPr>
          <p:cNvPr id="11" name="text-994">
            <a:extLst xmlns:a="http://schemas.openxmlformats.org/drawingml/2006/main">
              <a:ext uri="{FF2B5EF4-FFF2-40B4-BE49-F238E27FC236}">
                <a16:creationId xmlns:a16="http://schemas.microsoft.com/office/drawing/2014/main" id="{7A3F0FCD-4965-4C30-8ECE-1C845E4D0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995">
            <a:extLst xmlns:a="http://schemas.openxmlformats.org/drawingml/2006/main">
              <a:ext uri="{FF2B5EF4-FFF2-40B4-BE49-F238E27FC236}">
                <a16:creationId xmlns:a16="http://schemas.microsoft.com/office/drawing/2014/main" id="{64E5B7DD-A4CC-4766-A9A8-58B4A19C2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996">
            <a:extLst xmlns:a="http://schemas.openxmlformats.org/drawingml/2006/main">
              <a:ext uri="{FF2B5EF4-FFF2-40B4-BE49-F238E27FC236}">
                <a16:creationId xmlns:a16="http://schemas.microsoft.com/office/drawing/2014/main" id="{1088C403-6FD8-471F-BD0B-60C00285E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997">
            <a:extLst xmlns:a="http://schemas.openxmlformats.org/drawingml/2006/main">
              <a:ext uri="{FF2B5EF4-FFF2-40B4-BE49-F238E27FC236}">
                <a16:creationId xmlns:a16="http://schemas.microsoft.com/office/drawing/2014/main" id="{9FBB9B1D-BA01-44A2-8EB0-1B4CA272E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998">
            <a:extLst xmlns:a="http://schemas.openxmlformats.org/drawingml/2006/main">
              <a:ext uri="{FF2B5EF4-FFF2-40B4-BE49-F238E27FC236}">
                <a16:creationId xmlns:a16="http://schemas.microsoft.com/office/drawing/2014/main" id="{93E7116D-8BB0-4B73-8A18-60B6E17C9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提計畫</a:t>
            </a:r>
          </a:p>
        </p:txBody>
      </p:sp>
      <p:sp>
        <p:nvSpPr>
          <p:cNvPr id="16" name="text-999">
            <a:extLst xmlns:a="http://schemas.openxmlformats.org/drawingml/2006/main">
              <a:ext uri="{FF2B5EF4-FFF2-40B4-BE49-F238E27FC236}">
                <a16:creationId xmlns:a16="http://schemas.microsoft.com/office/drawing/2014/main" id="{3D4F681C-E341-49A0-A8C9-3890BF779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列修改與不修改</a:t>
            </a:r>
          </a:p>
        </p:txBody>
      </p:sp>
      <p:sp>
        <p:nvSpPr>
          <p:cNvPr id="17" name="text-1000">
            <a:extLst xmlns:a="http://schemas.openxmlformats.org/drawingml/2006/main">
              <a:ext uri="{FF2B5EF4-FFF2-40B4-BE49-F238E27FC236}">
                <a16:creationId xmlns:a16="http://schemas.microsoft.com/office/drawing/2014/main" id="{E1E23153-A4C9-4B14-89F4-3135D1661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001">
            <a:extLst xmlns:a="http://schemas.openxmlformats.org/drawingml/2006/main">
              <a:ext uri="{FF2B5EF4-FFF2-40B4-BE49-F238E27FC236}">
                <a16:creationId xmlns:a16="http://schemas.microsoft.com/office/drawing/2014/main" id="{63AA4B81-B542-492E-A81E-863532EB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002">
            <a:extLst xmlns:a="http://schemas.openxmlformats.org/drawingml/2006/main">
              <a:ext uri="{FF2B5EF4-FFF2-40B4-BE49-F238E27FC236}">
                <a16:creationId xmlns:a16="http://schemas.microsoft.com/office/drawing/2014/main" id="{7DC96E89-3491-49BD-8C55-760A682E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003">
            <a:extLst xmlns:a="http://schemas.openxmlformats.org/drawingml/2006/main">
              <a:ext uri="{FF2B5EF4-FFF2-40B4-BE49-F238E27FC236}">
                <a16:creationId xmlns:a16="http://schemas.microsoft.com/office/drawing/2014/main" id="{3EC61A61-B270-4DA5-9B5A-287A39E2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004">
            <a:extLst xmlns:a="http://schemas.openxmlformats.org/drawingml/2006/main">
              <a:ext uri="{FF2B5EF4-FFF2-40B4-BE49-F238E27FC236}">
                <a16:creationId xmlns:a16="http://schemas.microsoft.com/office/drawing/2014/main" id="{B8ED2099-8285-4E61-9B9E-2703AE2C5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</a:t>
            </a:r>
          </a:p>
        </p:txBody>
      </p:sp>
      <p:sp>
        <p:nvSpPr>
          <p:cNvPr id="22" name="text-1005">
            <a:extLst xmlns:a="http://schemas.openxmlformats.org/drawingml/2006/main">
              <a:ext uri="{FF2B5EF4-FFF2-40B4-BE49-F238E27FC236}">
                <a16:creationId xmlns:a16="http://schemas.microsoft.com/office/drawing/2014/main" id="{E5DD3DAC-2612-464E-93BD-E73CBDD4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只改同意範圍</a:t>
            </a:r>
          </a:p>
        </p:txBody>
      </p:sp>
      <p:sp>
        <p:nvSpPr>
          <p:cNvPr id="23" name="text-1006">
            <a:extLst xmlns:a="http://schemas.openxmlformats.org/drawingml/2006/main">
              <a:ext uri="{FF2B5EF4-FFF2-40B4-BE49-F238E27FC236}">
                <a16:creationId xmlns:a16="http://schemas.microsoft.com/office/drawing/2014/main" id="{CC24F421-C020-484D-9404-61981FC3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007">
            <a:extLst xmlns:a="http://schemas.openxmlformats.org/drawingml/2006/main">
              <a:ext uri="{FF2B5EF4-FFF2-40B4-BE49-F238E27FC236}">
                <a16:creationId xmlns:a16="http://schemas.microsoft.com/office/drawing/2014/main" id="{510B1236-7C3D-4CDE-834C-3F8F82CD3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008">
            <a:extLst xmlns:a="http://schemas.openxmlformats.org/drawingml/2006/main">
              <a:ext uri="{FF2B5EF4-FFF2-40B4-BE49-F238E27FC236}">
                <a16:creationId xmlns:a16="http://schemas.microsoft.com/office/drawing/2014/main" id="{0447421F-650C-46FA-96A2-33CAB3F83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009">
            <a:extLst xmlns:a="http://schemas.openxmlformats.org/drawingml/2006/main">
              <a:ext uri="{FF2B5EF4-FFF2-40B4-BE49-F238E27FC236}">
                <a16:creationId xmlns:a16="http://schemas.microsoft.com/office/drawing/2014/main" id="{DB69074C-9A6A-49A1-82E9-7BBE545D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010">
            <a:extLst xmlns:a="http://schemas.openxmlformats.org/drawingml/2006/main">
              <a:ext uri="{FF2B5EF4-FFF2-40B4-BE49-F238E27FC236}">
                <a16:creationId xmlns:a16="http://schemas.microsoft.com/office/drawing/2014/main" id="{BA5E323B-7F8B-456B-9A7D-2095E627D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測試</a:t>
            </a:r>
          </a:p>
        </p:txBody>
      </p:sp>
      <p:sp>
        <p:nvSpPr>
          <p:cNvPr id="28" name="text-1011">
            <a:extLst xmlns:a="http://schemas.openxmlformats.org/drawingml/2006/main">
              <a:ext uri="{FF2B5EF4-FFF2-40B4-BE49-F238E27FC236}">
                <a16:creationId xmlns:a16="http://schemas.microsoft.com/office/drawing/2014/main" id="{9BA79718-117D-4FB4-A83A-4D9E39D90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桌機與手機流程</a:t>
            </a:r>
          </a:p>
        </p:txBody>
      </p:sp>
      <p:sp>
        <p:nvSpPr>
          <p:cNvPr id="29" name="text-1012">
            <a:extLst xmlns:a="http://schemas.openxmlformats.org/drawingml/2006/main">
              <a:ext uri="{FF2B5EF4-FFF2-40B4-BE49-F238E27FC236}">
                <a16:creationId xmlns:a16="http://schemas.microsoft.com/office/drawing/2014/main" id="{9B55E79A-5224-4CDE-8BA6-12D2B8B6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013">
            <a:extLst xmlns:a="http://schemas.openxmlformats.org/drawingml/2006/main">
              <a:ext uri="{FF2B5EF4-FFF2-40B4-BE49-F238E27FC236}">
                <a16:creationId xmlns:a16="http://schemas.microsoft.com/office/drawing/2014/main" id="{0680DB4C-1D5D-4F12-A1FD-A653E5E9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1014">
            <a:extLst xmlns:a="http://schemas.openxmlformats.org/drawingml/2006/main">
              <a:ext uri="{FF2B5EF4-FFF2-40B4-BE49-F238E27FC236}">
                <a16:creationId xmlns:a16="http://schemas.microsoft.com/office/drawing/2014/main" id="{89493E50-0AD4-4AC3-9086-7C77F33C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015">
            <a:extLst xmlns:a="http://schemas.openxmlformats.org/drawingml/2006/main">
              <a:ext uri="{FF2B5EF4-FFF2-40B4-BE49-F238E27FC236}">
                <a16:creationId xmlns:a16="http://schemas.microsoft.com/office/drawing/2014/main" id="{C091B218-E8D8-4176-BA87-A0ACF1181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016">
            <a:extLst xmlns:a="http://schemas.openxmlformats.org/drawingml/2006/main">
              <a:ext uri="{FF2B5EF4-FFF2-40B4-BE49-F238E27FC236}">
                <a16:creationId xmlns:a16="http://schemas.microsoft.com/office/drawing/2014/main" id="{2337EEA7-E980-4631-9491-B979EB16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1017">
            <a:extLst xmlns:a="http://schemas.openxmlformats.org/drawingml/2006/main">
              <a:ext uri="{FF2B5EF4-FFF2-40B4-BE49-F238E27FC236}">
                <a16:creationId xmlns:a16="http://schemas.microsoft.com/office/drawing/2014/main" id="{29BD6499-D5BC-47FC-8717-FFD4EC25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差異、證據、限制</a:t>
            </a:r>
          </a:p>
        </p:txBody>
      </p:sp>
      <p:sp>
        <p:nvSpPr>
          <p:cNvPr id="35" name="shape-1018">
            <a:extLst xmlns:a="http://schemas.openxmlformats.org/drawingml/2006/main">
              <a:ext uri="{FF2B5EF4-FFF2-40B4-BE49-F238E27FC236}">
                <a16:creationId xmlns:a16="http://schemas.microsoft.com/office/drawing/2014/main" id="{C1F96CD2-DE3A-4B23-9381-CCD62D390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67300"/>
            <a:ext cx="111633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02B43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36" name="text-1019">
            <a:extLst xmlns:a="http://schemas.openxmlformats.org/drawingml/2006/main">
              <a:ext uri="{FF2B5EF4-FFF2-40B4-BE49-F238E27FC236}">
                <a16:creationId xmlns:a16="http://schemas.microsoft.com/office/drawing/2014/main" id="{370F0E6C-72EC-49C0-8F1B-A9032A676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人在迴路</a:t>
            </a:r>
          </a:p>
        </p:txBody>
      </p:sp>
      <p:sp>
        <p:nvSpPr>
          <p:cNvPr id="37" name="text-1020">
            <a:extLst xmlns:a="http://schemas.openxmlformats.org/drawingml/2006/main">
              <a:ext uri="{FF2B5EF4-FFF2-40B4-BE49-F238E27FC236}">
                <a16:creationId xmlns:a16="http://schemas.microsoft.com/office/drawing/2014/main" id="{5CE8ACC6-D0AC-4095-8843-A0596A07B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1497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7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Agent 可以推進，但最後的範圍與發布決定仍由人保留</a:t>
            </a:r>
          </a:p>
        </p:txBody>
      </p:sp>
      <p:sp>
        <p:nvSpPr>
          <p:cNvPr id="38" name="shape-1021">
            <a:extLst xmlns:a="http://schemas.openxmlformats.org/drawingml/2006/main">
              <a:ext uri="{FF2B5EF4-FFF2-40B4-BE49-F238E27FC236}">
                <a16:creationId xmlns:a16="http://schemas.microsoft.com/office/drawing/2014/main" id="{30F85DB3-7F2D-46C0-AAA6-8C4FDD8A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55A7FF"/>
            </a:solidFill>
            <a:prstDash val="solid"/>
          </a:ln>
        </p:spPr>
      </p:sp>
      <p:sp>
        <p:nvSpPr>
          <p:cNvPr id="39" name="text-1022">
            <a:extLst xmlns:a="http://schemas.openxmlformats.org/drawingml/2006/main">
              <a:ext uri="{FF2B5EF4-FFF2-40B4-BE49-F238E27FC236}">
                <a16:creationId xmlns:a16="http://schemas.microsoft.com/office/drawing/2014/main" id="{F89960CA-123F-4F18-A765-B1C2582A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提案</a:t>
            </a:r>
          </a:p>
        </p:txBody>
      </p:sp>
      <p:sp>
        <p:nvSpPr>
          <p:cNvPr id="40" name="text-1023">
            <a:extLst xmlns:a="http://schemas.openxmlformats.org/drawingml/2006/main">
              <a:ext uri="{FF2B5EF4-FFF2-40B4-BE49-F238E27FC236}">
                <a16:creationId xmlns:a16="http://schemas.microsoft.com/office/drawing/2014/main" id="{23FF2EBC-084C-4D0E-8A4E-9A04972D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先看計畫</a:t>
            </a:r>
          </a:p>
        </p:txBody>
      </p:sp>
      <p:sp>
        <p:nvSpPr>
          <p:cNvPr id="41" name="text-1024">
            <a:extLst xmlns:a="http://schemas.openxmlformats.org/drawingml/2006/main">
              <a:ext uri="{FF2B5EF4-FFF2-40B4-BE49-F238E27FC236}">
                <a16:creationId xmlns:a16="http://schemas.microsoft.com/office/drawing/2014/main" id="{ADC0AF38-0CAB-4658-926B-A59F26E4A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025">
            <a:extLst xmlns:a="http://schemas.openxmlformats.org/drawingml/2006/main">
              <a:ext uri="{FF2B5EF4-FFF2-40B4-BE49-F238E27FC236}">
                <a16:creationId xmlns:a16="http://schemas.microsoft.com/office/drawing/2014/main" id="{DB1B3807-D847-4B16-8F45-529CEB2EE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2CD2C7"/>
            </a:solidFill>
            <a:prstDash val="solid"/>
          </a:ln>
        </p:spPr>
      </p:sp>
      <p:sp>
        <p:nvSpPr>
          <p:cNvPr id="43" name="text-1026">
            <a:extLst xmlns:a="http://schemas.openxmlformats.org/drawingml/2006/main">
              <a:ext uri="{FF2B5EF4-FFF2-40B4-BE49-F238E27FC236}">
                <a16:creationId xmlns:a16="http://schemas.microsoft.com/office/drawing/2014/main" id="{61D46DB1-408B-43BB-981E-FED438536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教師核准</a:t>
            </a:r>
          </a:p>
        </p:txBody>
      </p:sp>
      <p:sp>
        <p:nvSpPr>
          <p:cNvPr id="44" name="text-1027">
            <a:extLst xmlns:a="http://schemas.openxmlformats.org/drawingml/2006/main">
              <a:ext uri="{FF2B5EF4-FFF2-40B4-BE49-F238E27FC236}">
                <a16:creationId xmlns:a16="http://schemas.microsoft.com/office/drawing/2014/main" id="{83BBBF2B-12A0-494B-91FE-40B00FFD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確認範圍</a:t>
            </a:r>
          </a:p>
        </p:txBody>
      </p:sp>
      <p:sp>
        <p:nvSpPr>
          <p:cNvPr id="45" name="text-1028">
            <a:extLst xmlns:a="http://schemas.openxmlformats.org/drawingml/2006/main">
              <a:ext uri="{FF2B5EF4-FFF2-40B4-BE49-F238E27FC236}">
                <a16:creationId xmlns:a16="http://schemas.microsoft.com/office/drawing/2014/main" id="{E18D796F-2A9C-4182-BC3F-D250C5BA3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6" name="shape-1029">
            <a:extLst xmlns:a="http://schemas.openxmlformats.org/drawingml/2006/main">
              <a:ext uri="{FF2B5EF4-FFF2-40B4-BE49-F238E27FC236}">
                <a16:creationId xmlns:a16="http://schemas.microsoft.com/office/drawing/2014/main" id="{B56438C7-2A55-45E0-8D2B-421617F51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FF806D"/>
            </a:solidFill>
            <a:prstDash val="solid"/>
          </a:ln>
        </p:spPr>
      </p:sp>
      <p:sp>
        <p:nvSpPr>
          <p:cNvPr id="47" name="text-1030">
            <a:extLst xmlns:a="http://schemas.openxmlformats.org/drawingml/2006/main">
              <a:ext uri="{FF2B5EF4-FFF2-40B4-BE49-F238E27FC236}">
                <a16:creationId xmlns:a16="http://schemas.microsoft.com/office/drawing/2014/main" id="{0FEB0D55-CCD6-4BE9-A243-5B21B6FD6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測試驗證</a:t>
            </a:r>
          </a:p>
        </p:txBody>
      </p:sp>
      <p:sp>
        <p:nvSpPr>
          <p:cNvPr id="48" name="text-1031">
            <a:extLst xmlns:a="http://schemas.openxmlformats.org/drawingml/2006/main">
              <a:ext uri="{FF2B5EF4-FFF2-40B4-BE49-F238E27FC236}">
                <a16:creationId xmlns:a16="http://schemas.microsoft.com/office/drawing/2014/main" id="{2F492BF6-C951-405D-A521-E9AFE8C4A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桌機 × 手機</a:t>
            </a:r>
          </a:p>
        </p:txBody>
      </p:sp>
      <p:sp>
        <p:nvSpPr>
          <p:cNvPr id="49" name="text-1032">
            <a:extLst xmlns:a="http://schemas.openxmlformats.org/drawingml/2006/main">
              <a:ext uri="{FF2B5EF4-FFF2-40B4-BE49-F238E27FC236}">
                <a16:creationId xmlns:a16="http://schemas.microsoft.com/office/drawing/2014/main" id="{265D6E66-777E-4197-8119-4F3829B6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50" name="shape-1033">
            <a:extLst xmlns:a="http://schemas.openxmlformats.org/drawingml/2006/main">
              <a:ext uri="{FF2B5EF4-FFF2-40B4-BE49-F238E27FC236}">
                <a16:creationId xmlns:a16="http://schemas.microsoft.com/office/drawing/2014/main" id="{D7DE6EC2-CFFB-4943-A9F5-34BEB7A42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AFC1D2"/>
            </a:solidFill>
            <a:prstDash val="solid"/>
          </a:ln>
        </p:spPr>
      </p:sp>
      <p:sp>
        <p:nvSpPr>
          <p:cNvPr id="51" name="text-1034">
            <a:extLst xmlns:a="http://schemas.openxmlformats.org/drawingml/2006/main">
              <a:ext uri="{FF2B5EF4-FFF2-40B4-BE49-F238E27FC236}">
                <a16:creationId xmlns:a16="http://schemas.microsoft.com/office/drawing/2014/main" id="{231ED732-8D32-472F-9EFF-52F0FCDC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再決定交付</a:t>
            </a:r>
          </a:p>
        </p:txBody>
      </p:sp>
      <p:sp>
        <p:nvSpPr>
          <p:cNvPr id="52" name="text-1035">
            <a:extLst xmlns:a="http://schemas.openxmlformats.org/drawingml/2006/main">
              <a:ext uri="{FF2B5EF4-FFF2-40B4-BE49-F238E27FC236}">
                <a16:creationId xmlns:a16="http://schemas.microsoft.com/office/drawing/2014/main" id="{8BCF1501-0A3D-4041-ACD1-1F61AC34B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差異・證據・限制</a:t>
            </a:r>
          </a:p>
        </p:txBody>
      </p:sp>
      <p:sp>
        <p:nvSpPr>
          <p:cNvPr id="53" name="text-1609">
            <a:extLst xmlns:a="http://schemas.openxmlformats.org/drawingml/2006/main">
              <a:ext uri="{FF2B5EF4-FFF2-40B4-BE49-F238E27FC236}">
                <a16:creationId xmlns:a16="http://schemas.microsoft.com/office/drawing/2014/main" id="{A1FC32A4-4B17-4FDE-981B-FC6D42A4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a37a5e715024dfe"/>
              </a:rPr>
              <a:t>開啟 Antigravity ↗</a:t>
            </a:r>
          </a:p>
        </p:txBody>
      </p:sp>
      <p:sp>
        <p:nvSpPr>
          <p:cNvPr id="54" name="shape-1647">
            <a:extLst xmlns:a="http://schemas.openxmlformats.org/drawingml/2006/main">
              <a:ext uri="{FF2B5EF4-FFF2-40B4-BE49-F238E27FC236}">
                <a16:creationId xmlns:a16="http://schemas.microsoft.com/office/drawing/2014/main" id="{5892C4ED-9204-4CE0-A98C-B1CCB6442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cbfbc98e28486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56" name="text-1648">
            <a:extLst xmlns:a="http://schemas.openxmlformats.org/drawingml/2006/main">
              <a:ext uri="{FF2B5EF4-FFF2-40B4-BE49-F238E27FC236}">
                <a16:creationId xmlns:a16="http://schemas.microsoft.com/office/drawing/2014/main" id="{27D11DBE-CA62-4BE8-9D8E-BB2C3A560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92511439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036">
            <a:extLst xmlns:a="http://schemas.openxmlformats.org/drawingml/2006/main">
              <a:ext uri="{FF2B5EF4-FFF2-40B4-BE49-F238E27FC236}">
                <a16:creationId xmlns:a16="http://schemas.microsoft.com/office/drawing/2014/main" id="{7EA550C1-1601-42F2-BB3D-76C538287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EVIDENCE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E47926A-4024-46B3-989E-2BB4B577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的完成證據：四樣少一樣就要追問</a:t>
            </a:r>
          </a:p>
        </p:txBody>
      </p:sp>
      <p:cxnSp>
        <p:nvCxnSpPr>
          <p:cNvPr id="28" name="shape-103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38">
            <a:extLst xmlns:a="http://schemas.openxmlformats.org/drawingml/2006/main">
              <a:ext uri="{FF2B5EF4-FFF2-40B4-BE49-F238E27FC236}">
                <a16:creationId xmlns:a16="http://schemas.microsoft.com/office/drawing/2014/main" id="{38B5087E-CE08-40A2-AC94-03B5483F2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F04430D-8EC1-457C-A9F1-25328F6FD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shape-1039">
            <a:extLst xmlns:a="http://schemas.openxmlformats.org/drawingml/2006/main">
              <a:ext uri="{FF2B5EF4-FFF2-40B4-BE49-F238E27FC236}">
                <a16:creationId xmlns:a16="http://schemas.microsoft.com/office/drawing/2014/main" id="{1CAA8304-9D3B-43CF-BFCD-7AECAD9B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040">
            <a:extLst xmlns:a="http://schemas.openxmlformats.org/drawingml/2006/main">
              <a:ext uri="{FF2B5EF4-FFF2-40B4-BE49-F238E27FC236}">
                <a16:creationId xmlns:a16="http://schemas.microsoft.com/office/drawing/2014/main" id="{A8C42138-6AFE-4B8A-A543-70C50D4D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041">
            <a:extLst xmlns:a="http://schemas.openxmlformats.org/drawingml/2006/main">
              <a:ext uri="{FF2B5EF4-FFF2-40B4-BE49-F238E27FC236}">
                <a16:creationId xmlns:a16="http://schemas.microsoft.com/office/drawing/2014/main" id="{4FAAEC5B-5DDB-4B82-B12B-9F68CA338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變更摘要</a:t>
            </a:r>
          </a:p>
        </p:txBody>
      </p:sp>
      <p:sp>
        <p:nvSpPr>
          <p:cNvPr id="9" name="text-1042">
            <a:extLst xmlns:a="http://schemas.openxmlformats.org/drawingml/2006/main">
              <a:ext uri="{FF2B5EF4-FFF2-40B4-BE49-F238E27FC236}">
                <a16:creationId xmlns:a16="http://schemas.microsoft.com/office/drawing/2014/main" id="{30E6AF8F-ED91-4105-B5BC-7B086B882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改了哪些檔案、為什麼改、沒有改什麼。</a:t>
            </a:r>
          </a:p>
        </p:txBody>
      </p:sp>
      <p:sp>
        <p:nvSpPr>
          <p:cNvPr id="10" name="shape-1043">
            <a:extLst xmlns:a="http://schemas.openxmlformats.org/drawingml/2006/main">
              <a:ext uri="{FF2B5EF4-FFF2-40B4-BE49-F238E27FC236}">
                <a16:creationId xmlns:a16="http://schemas.microsoft.com/office/drawing/2014/main" id="{42073F8A-E4CA-490B-9945-69AD4798B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044">
            <a:extLst xmlns:a="http://schemas.openxmlformats.org/drawingml/2006/main">
              <a:ext uri="{FF2B5EF4-FFF2-40B4-BE49-F238E27FC236}">
                <a16:creationId xmlns:a16="http://schemas.microsoft.com/office/drawing/2014/main" id="{BF29CE04-A283-48F2-AA65-E359344E4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045">
            <a:extLst xmlns:a="http://schemas.openxmlformats.org/drawingml/2006/main">
              <a:ext uri="{FF2B5EF4-FFF2-40B4-BE49-F238E27FC236}">
                <a16:creationId xmlns:a16="http://schemas.microsoft.com/office/drawing/2014/main" id="{FD22B30A-99B8-4520-8D6A-0342EB8EA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測試結果</a:t>
            </a:r>
          </a:p>
        </p:txBody>
      </p:sp>
      <p:sp>
        <p:nvSpPr>
          <p:cNvPr id="13" name="text-1046">
            <a:extLst xmlns:a="http://schemas.openxmlformats.org/drawingml/2006/main">
              <a:ext uri="{FF2B5EF4-FFF2-40B4-BE49-F238E27FC236}">
                <a16:creationId xmlns:a16="http://schemas.microsoft.com/office/drawing/2014/main" id="{3AAF511C-96AD-462B-A88B-DB0C1EB0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實際執行哪些檢查，結果是通過、失敗或未執行。</a:t>
            </a:r>
          </a:p>
        </p:txBody>
      </p:sp>
      <p:sp>
        <p:nvSpPr>
          <p:cNvPr id="14" name="shape-1047">
            <a:extLst xmlns:a="http://schemas.openxmlformats.org/drawingml/2006/main">
              <a:ext uri="{FF2B5EF4-FFF2-40B4-BE49-F238E27FC236}">
                <a16:creationId xmlns:a16="http://schemas.microsoft.com/office/drawing/2014/main" id="{D58CAEC1-F306-4B5E-9466-CBDCEE003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048">
            <a:extLst xmlns:a="http://schemas.openxmlformats.org/drawingml/2006/main">
              <a:ext uri="{FF2B5EF4-FFF2-40B4-BE49-F238E27FC236}">
                <a16:creationId xmlns:a16="http://schemas.microsoft.com/office/drawing/2014/main" id="{7672AEBA-7043-4ECE-A645-9A6B31C4D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049">
            <a:extLst xmlns:a="http://schemas.openxmlformats.org/drawingml/2006/main">
              <a:ext uri="{FF2B5EF4-FFF2-40B4-BE49-F238E27FC236}">
                <a16:creationId xmlns:a16="http://schemas.microsoft.com/office/drawing/2014/main" id="{9AFD6CEE-DBF7-4266-B6AE-CA7294B3E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畫面證據</a:t>
            </a:r>
          </a:p>
        </p:txBody>
      </p:sp>
      <p:sp>
        <p:nvSpPr>
          <p:cNvPr id="17" name="text-1050">
            <a:extLst xmlns:a="http://schemas.openxmlformats.org/drawingml/2006/main">
              <a:ext uri="{FF2B5EF4-FFF2-40B4-BE49-F238E27FC236}">
                <a16:creationId xmlns:a16="http://schemas.microsoft.com/office/drawing/2014/main" id="{02946FA6-110E-443C-A28E-FE420AC0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用實際截圖或預覽驗證，不只描述應該長什麼樣。</a:t>
            </a:r>
          </a:p>
        </p:txBody>
      </p:sp>
      <p:sp>
        <p:nvSpPr>
          <p:cNvPr id="18" name="shape-1051">
            <a:extLst xmlns:a="http://schemas.openxmlformats.org/drawingml/2006/main">
              <a:ext uri="{FF2B5EF4-FFF2-40B4-BE49-F238E27FC236}">
                <a16:creationId xmlns:a16="http://schemas.microsoft.com/office/drawing/2014/main" id="{C8219B9C-E8D0-4194-961E-53ABB649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052">
            <a:extLst xmlns:a="http://schemas.openxmlformats.org/drawingml/2006/main">
              <a:ext uri="{FF2B5EF4-FFF2-40B4-BE49-F238E27FC236}">
                <a16:creationId xmlns:a16="http://schemas.microsoft.com/office/drawing/2014/main" id="{AEC9DDE5-44EB-41E8-A95E-A66C66A5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053">
            <a:extLst xmlns:a="http://schemas.openxmlformats.org/drawingml/2006/main">
              <a:ext uri="{FF2B5EF4-FFF2-40B4-BE49-F238E27FC236}">
                <a16:creationId xmlns:a16="http://schemas.microsoft.com/office/drawing/2014/main" id="{96874D8E-457D-46C7-B9EC-C337BC225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已知限制</a:t>
            </a:r>
          </a:p>
        </p:txBody>
      </p:sp>
      <p:sp>
        <p:nvSpPr>
          <p:cNvPr id="21" name="text-1054">
            <a:extLst xmlns:a="http://schemas.openxmlformats.org/drawingml/2006/main">
              <a:ext uri="{FF2B5EF4-FFF2-40B4-BE49-F238E27FC236}">
                <a16:creationId xmlns:a16="http://schemas.microsoft.com/office/drawing/2014/main" id="{88963DAE-A346-4DB9-BD53-A5456598D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哪些仍未確認、需要帳號、需要人工判斷或下一輪處理。</a:t>
            </a:r>
          </a:p>
        </p:txBody>
      </p:sp>
      <p:sp>
        <p:nvSpPr>
          <p:cNvPr id="22" name="text-1610">
            <a:extLst xmlns:a="http://schemas.openxmlformats.org/drawingml/2006/main">
              <a:ext uri="{FF2B5EF4-FFF2-40B4-BE49-F238E27FC236}">
                <a16:creationId xmlns:a16="http://schemas.microsoft.com/office/drawing/2014/main" id="{585E7153-496F-4AEE-ABD6-3DF44D25A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6b825504732440e"/>
              </a:rPr>
              <a:t>開啟 Antigravity ↗</a:t>
            </a:r>
          </a:p>
        </p:txBody>
      </p:sp>
      <p:sp>
        <p:nvSpPr>
          <p:cNvPr id="23" name="shape-1649">
            <a:extLst xmlns:a="http://schemas.openxmlformats.org/drawingml/2006/main">
              <a:ext uri="{FF2B5EF4-FFF2-40B4-BE49-F238E27FC236}">
                <a16:creationId xmlns:a16="http://schemas.microsoft.com/office/drawing/2014/main" id="{4E6A3979-36F2-49F4-862A-F6D1699E9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7128094ba6471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650">
            <a:extLst xmlns:a="http://schemas.openxmlformats.org/drawingml/2006/main">
              <a:ext uri="{FF2B5EF4-FFF2-40B4-BE49-F238E27FC236}">
                <a16:creationId xmlns:a16="http://schemas.microsoft.com/office/drawing/2014/main" id="{73E9F938-0745-481C-9526-F0164D7AB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34867026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055">
            <a:extLst xmlns:a="http://schemas.openxmlformats.org/drawingml/2006/main">
              <a:ext uri="{FF2B5EF4-FFF2-40B4-BE49-F238E27FC236}">
                <a16:creationId xmlns:a16="http://schemas.microsoft.com/office/drawing/2014/main" id="{1F608AF1-7AD7-42F1-8B23-FBC6CE1D3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2D2E411-3F6F-493C-9716-BD3B5BF6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A｜Antigravity 完成一個小而完整的任務</a:t>
            </a:r>
          </a:p>
        </p:txBody>
      </p:sp>
      <p:cxnSp>
        <p:nvCxnSpPr>
          <p:cNvPr id="25" name="shape-105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57">
            <a:extLst xmlns:a="http://schemas.openxmlformats.org/drawingml/2006/main">
              <a:ext uri="{FF2B5EF4-FFF2-40B4-BE49-F238E27FC236}">
                <a16:creationId xmlns:a16="http://schemas.microsoft.com/office/drawing/2014/main" id="{C5FE39B3-B5C6-4656-9AD2-14704F86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BAE9083-4BE9-41A6-98FE-C674AAB1E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text-1058">
            <a:extLst xmlns:a="http://schemas.openxmlformats.org/drawingml/2006/main">
              <a:ext uri="{FF2B5EF4-FFF2-40B4-BE49-F238E27FC236}">
                <a16:creationId xmlns:a16="http://schemas.microsoft.com/office/drawing/2014/main" id="{10D84FF4-0261-46FD-807C-3C47DC349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059">
            <a:extLst xmlns:a="http://schemas.openxmlformats.org/drawingml/2006/main">
              <a:ext uri="{FF2B5EF4-FFF2-40B4-BE49-F238E27FC236}">
                <a16:creationId xmlns:a16="http://schemas.microsoft.com/office/drawing/2014/main" id="{E7061DBC-75E4-4EF5-A3A5-580F513A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060">
            <a:extLst xmlns:a="http://schemas.openxmlformats.org/drawingml/2006/main">
              <a:ext uri="{FF2B5EF4-FFF2-40B4-BE49-F238E27FC236}">
                <a16:creationId xmlns:a16="http://schemas.microsoft.com/office/drawing/2014/main" id="{76C837DA-A3C1-47D1-B813-CDD9D69D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061">
            <a:extLst xmlns:a="http://schemas.openxmlformats.org/drawingml/2006/main">
              <a:ext uri="{FF2B5EF4-FFF2-40B4-BE49-F238E27FC236}">
                <a16:creationId xmlns:a16="http://schemas.microsoft.com/office/drawing/2014/main" id="{4C368F39-9089-4A2B-8526-059C1CF4E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交付四句任務簡報</a:t>
            </a:r>
          </a:p>
        </p:txBody>
      </p:sp>
      <p:sp>
        <p:nvSpPr>
          <p:cNvPr id="10" name="text-1062">
            <a:extLst xmlns:a="http://schemas.openxmlformats.org/drawingml/2006/main">
              <a:ext uri="{FF2B5EF4-FFF2-40B4-BE49-F238E27FC236}">
                <a16:creationId xmlns:a16="http://schemas.microsoft.com/office/drawing/2014/main" id="{7F2F5876-4E81-46DA-A977-1A8A29C0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063">
            <a:extLst xmlns:a="http://schemas.openxmlformats.org/drawingml/2006/main">
              <a:ext uri="{FF2B5EF4-FFF2-40B4-BE49-F238E27FC236}">
                <a16:creationId xmlns:a16="http://schemas.microsoft.com/office/drawing/2014/main" id="{6EB536FE-DF25-4960-9DA1-2699B665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先請 Agent 檢查並提出計畫</a:t>
            </a:r>
          </a:p>
        </p:txBody>
      </p:sp>
      <p:sp>
        <p:nvSpPr>
          <p:cNvPr id="12" name="text-1064">
            <a:extLst xmlns:a="http://schemas.openxmlformats.org/drawingml/2006/main">
              <a:ext uri="{FF2B5EF4-FFF2-40B4-BE49-F238E27FC236}">
                <a16:creationId xmlns:a16="http://schemas.microsoft.com/office/drawing/2014/main" id="{6AA7C15A-6819-4938-B3B5-CFF0923CD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065">
            <a:extLst xmlns:a="http://schemas.openxmlformats.org/drawingml/2006/main">
              <a:ext uri="{FF2B5EF4-FFF2-40B4-BE49-F238E27FC236}">
                <a16:creationId xmlns:a16="http://schemas.microsoft.com/office/drawing/2014/main" id="{D3A4D273-D117-4987-A832-156E68E0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確認範圍後執行</a:t>
            </a:r>
          </a:p>
        </p:txBody>
      </p:sp>
      <p:sp>
        <p:nvSpPr>
          <p:cNvPr id="14" name="text-1066">
            <a:extLst xmlns:a="http://schemas.openxmlformats.org/drawingml/2006/main">
              <a:ext uri="{FF2B5EF4-FFF2-40B4-BE49-F238E27FC236}">
                <a16:creationId xmlns:a16="http://schemas.microsoft.com/office/drawing/2014/main" id="{BDAE1C2E-DE16-4C51-8C7D-79ED3B35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067">
            <a:extLst xmlns:a="http://schemas.openxmlformats.org/drawingml/2006/main">
              <a:ext uri="{FF2B5EF4-FFF2-40B4-BE49-F238E27FC236}">
                <a16:creationId xmlns:a16="http://schemas.microsoft.com/office/drawing/2014/main" id="{4DB37F0E-A920-4302-B074-DB4F7E7F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取得變更、測試與限制</a:t>
            </a:r>
          </a:p>
        </p:txBody>
      </p:sp>
      <p:sp>
        <p:nvSpPr>
          <p:cNvPr id="16" name="shape-1068">
            <a:extLst xmlns:a="http://schemas.openxmlformats.org/drawingml/2006/main">
              <a:ext uri="{FF2B5EF4-FFF2-40B4-BE49-F238E27FC236}">
                <a16:creationId xmlns:a16="http://schemas.microsoft.com/office/drawing/2014/main" id="{9675BE76-28CF-4067-94B0-49EB6167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069">
            <a:extLst xmlns:a="http://schemas.openxmlformats.org/drawingml/2006/main">
              <a:ext uri="{FF2B5EF4-FFF2-40B4-BE49-F238E27FC236}">
                <a16:creationId xmlns:a16="http://schemas.microsoft.com/office/drawing/2014/main" id="{BCE7F320-5319-4BF9-98B4-EF0B77BA9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070">
            <a:extLst xmlns:a="http://schemas.openxmlformats.org/drawingml/2006/main">
              <a:ext uri="{FF2B5EF4-FFF2-40B4-BE49-F238E27FC236}">
                <a16:creationId xmlns:a16="http://schemas.microsoft.com/office/drawing/2014/main" id="{6A52E6FE-722E-451A-A981-C9DDE826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任務單一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有實際產物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有至少一項驗證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沒有未授權發布</a:t>
            </a:r>
          </a:p>
        </p:txBody>
      </p:sp>
      <p:sp>
        <p:nvSpPr>
          <p:cNvPr id="19" name="text-1611">
            <a:extLst xmlns:a="http://schemas.openxmlformats.org/drawingml/2006/main">
              <a:ext uri="{FF2B5EF4-FFF2-40B4-BE49-F238E27FC236}">
                <a16:creationId xmlns:a16="http://schemas.microsoft.com/office/drawing/2014/main" id="{95827130-C30A-425A-A92F-25466003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dd4323659494d65"/>
              </a:rPr>
              <a:t>開啟 Antigravity ↗</a:t>
            </a:r>
          </a:p>
        </p:txBody>
      </p:sp>
      <p:sp>
        <p:nvSpPr>
          <p:cNvPr id="20" name="shape-1651">
            <a:extLst xmlns:a="http://schemas.openxmlformats.org/drawingml/2006/main">
              <a:ext uri="{FF2B5EF4-FFF2-40B4-BE49-F238E27FC236}">
                <a16:creationId xmlns:a16="http://schemas.microsoft.com/office/drawing/2014/main" id="{C0CB0FB0-5B0A-424B-A351-62725AB1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9f6c68b2494c75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652">
            <a:extLst xmlns:a="http://schemas.openxmlformats.org/drawingml/2006/main">
              <a:ext uri="{FF2B5EF4-FFF2-40B4-BE49-F238E27FC236}">
                <a16:creationId xmlns:a16="http://schemas.microsoft.com/office/drawing/2014/main" id="{E35C1B46-6B66-4B50-8D37-E0C70E787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62901696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71">
            <a:extLst xmlns:a="http://schemas.openxmlformats.org/drawingml/2006/main">
              <a:ext uri="{FF2B5EF4-FFF2-40B4-BE49-F238E27FC236}">
                <a16:creationId xmlns:a16="http://schemas.microsoft.com/office/drawing/2014/main" id="{A4E031C5-F1E9-4DA4-8F45-DDAEF8D9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1072">
            <a:extLst xmlns:a="http://schemas.openxmlformats.org/drawingml/2006/main">
              <a:ext uri="{FF2B5EF4-FFF2-40B4-BE49-F238E27FC236}">
                <a16:creationId xmlns:a16="http://schemas.microsoft.com/office/drawing/2014/main" id="{ABFA5773-5EDD-446E-9A59-CD14554FD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3" name="text-1073">
            <a:extLst xmlns:a="http://schemas.openxmlformats.org/drawingml/2006/main">
              <a:ext uri="{FF2B5EF4-FFF2-40B4-BE49-F238E27FC236}">
                <a16:creationId xmlns:a16="http://schemas.microsoft.com/office/drawing/2014/main" id="{EE794ACC-4FC4-4E94-9B77-F44237F8A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讓 Agent 在你的工作區讀取脈絡、建立或修改檔案、執行檢查，並交付可追查的成果。</a:t>
            </a:r>
          </a:p>
        </p:txBody>
      </p:sp>
      <p:sp>
        <p:nvSpPr>
          <p:cNvPr id="4" name="shape-1074">
            <a:extLst xmlns:a="http://schemas.openxmlformats.org/drawingml/2006/main">
              <a:ext uri="{FF2B5EF4-FFF2-40B4-BE49-F238E27FC236}">
                <a16:creationId xmlns:a16="http://schemas.microsoft.com/office/drawing/2014/main" id="{08CA0D62-995C-4E90-BBB7-8B882975B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075">
            <a:extLst xmlns:a="http://schemas.openxmlformats.org/drawingml/2006/main">
              <a:ext uri="{FF2B5EF4-FFF2-40B4-BE49-F238E27FC236}">
                <a16:creationId xmlns:a16="http://schemas.microsoft.com/office/drawing/2014/main" id="{B5C047E0-3573-4756-919F-CF127C3A4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1076">
            <a:extLst xmlns:a="http://schemas.openxmlformats.org/drawingml/2006/main">
              <a:ext uri="{FF2B5EF4-FFF2-40B4-BE49-F238E27FC236}">
                <a16:creationId xmlns:a16="http://schemas.microsoft.com/office/drawing/2014/main" id="{2AA63898-DDBC-42F0-A7E1-DA4751A7F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7" name="text-1077">
            <a:extLst xmlns:a="http://schemas.openxmlformats.org/drawingml/2006/main">
              <a:ext uri="{FF2B5EF4-FFF2-40B4-BE49-F238E27FC236}">
                <a16:creationId xmlns:a16="http://schemas.microsoft.com/office/drawing/2014/main" id="{627E6017-458A-462A-B5B6-CD6D755A7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&lt;&gt;</a:t>
            </a:r>
          </a:p>
        </p:txBody>
      </p:sp>
      <p:sp>
        <p:nvSpPr>
          <p:cNvPr id="8" name="text-1078">
            <a:extLst xmlns:a="http://schemas.openxmlformats.org/drawingml/2006/main">
              <a:ext uri="{FF2B5EF4-FFF2-40B4-BE49-F238E27FC236}">
                <a16:creationId xmlns:a16="http://schemas.microsoft.com/office/drawing/2014/main" id="{3AE2905F-E176-4D24-98F9-573941DD2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9" name="text-1079">
            <a:extLst xmlns:a="http://schemas.openxmlformats.org/drawingml/2006/main">
              <a:ext uri="{FF2B5EF4-FFF2-40B4-BE49-F238E27FC236}">
                <a16:creationId xmlns:a16="http://schemas.microsoft.com/office/drawing/2014/main" id="{676BC6E1-97A5-4D5C-BF35-10BCB303B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ChatGPT Agent 工作區</a:t>
            </a:r>
          </a:p>
        </p:txBody>
      </p:sp>
      <p:cxnSp>
        <p:nvCxnSpPr>
          <p:cNvPr id="26" name="shape-108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11" name="text-1081">
            <a:extLst xmlns:a="http://schemas.openxmlformats.org/drawingml/2006/main">
              <a:ext uri="{FF2B5EF4-FFF2-40B4-BE49-F238E27FC236}">
                <a16:creationId xmlns:a16="http://schemas.microsoft.com/office/drawing/2014/main" id="{95BAC355-DC9C-4B68-BA6A-A3699DC3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3759F17-CBEF-495A-BBEC-8B368C9C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13" name="text-1612">
            <a:extLst xmlns:a="http://schemas.openxmlformats.org/drawingml/2006/main">
              <a:ext uri="{FF2B5EF4-FFF2-40B4-BE49-F238E27FC236}">
                <a16:creationId xmlns:a16="http://schemas.microsoft.com/office/drawing/2014/main" id="{968B10B4-3DDD-407F-8E55-315F2026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c280f9ba5724d39"/>
              </a:rPr>
              <a:t>開啟 Codex ↗</a:t>
            </a:r>
          </a:p>
        </p:txBody>
      </p:sp>
      <p:sp>
        <p:nvSpPr>
          <p:cNvPr id="14" name="shape-1653">
            <a:extLst xmlns:a="http://schemas.openxmlformats.org/drawingml/2006/main">
              <a:ext uri="{FF2B5EF4-FFF2-40B4-BE49-F238E27FC236}">
                <a16:creationId xmlns:a16="http://schemas.microsoft.com/office/drawing/2014/main" id="{B7C5B055-F11C-4DC4-AF2C-30AB19F11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6d58e125694b9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654">
            <a:extLst xmlns:a="http://schemas.openxmlformats.org/drawingml/2006/main">
              <a:ext uri="{FF2B5EF4-FFF2-40B4-BE49-F238E27FC236}">
                <a16:creationId xmlns:a16="http://schemas.microsoft.com/office/drawing/2014/main" id="{48E128A1-E9DC-42D9-A4B1-9E9D328D4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1861323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text-1082">
            <a:extLst xmlns:a="http://schemas.openxmlformats.org/drawingml/2006/main">
              <a:ext uri="{FF2B5EF4-FFF2-40B4-BE49-F238E27FC236}">
                <a16:creationId xmlns:a16="http://schemas.microsoft.com/office/drawing/2014/main" id="{7D810654-1760-4AA3-9DFB-0A54F584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WORKFLOW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26A5A7F-FF27-4845-8FCF-F3370371D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 實作工作流：先定位，再修改</a:t>
            </a:r>
          </a:p>
        </p:txBody>
      </p:sp>
      <p:cxnSp>
        <p:nvCxnSpPr>
          <p:cNvPr id="42" name="shape-108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84">
            <a:extLst xmlns:a="http://schemas.openxmlformats.org/drawingml/2006/main">
              <a:ext uri="{FF2B5EF4-FFF2-40B4-BE49-F238E27FC236}">
                <a16:creationId xmlns:a16="http://schemas.microsoft.com/office/drawing/2014/main" id="{4B82C746-6248-4B34-B81A-316C77BF5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8BD57C5-86E3-47BE-925A-653B30AE1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1085">
            <a:extLst xmlns:a="http://schemas.openxmlformats.org/drawingml/2006/main">
              <a:ext uri="{FF2B5EF4-FFF2-40B4-BE49-F238E27FC236}">
                <a16:creationId xmlns:a16="http://schemas.microsoft.com/office/drawing/2014/main" id="{14B3742F-6A9B-4D5B-A83C-8DB1EDD0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086">
            <a:extLst xmlns:a="http://schemas.openxmlformats.org/drawingml/2006/main">
              <a:ext uri="{FF2B5EF4-FFF2-40B4-BE49-F238E27FC236}">
                <a16:creationId xmlns:a16="http://schemas.microsoft.com/office/drawing/2014/main" id="{D7E16CAA-37DA-4082-A5BE-1C1F42BF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087">
            <a:extLst xmlns:a="http://schemas.openxmlformats.org/drawingml/2006/main">
              <a:ext uri="{FF2B5EF4-FFF2-40B4-BE49-F238E27FC236}">
                <a16:creationId xmlns:a16="http://schemas.microsoft.com/office/drawing/2014/main" id="{C616D5D8-5750-462E-A9E1-0DEDE0F01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088">
            <a:extLst xmlns:a="http://schemas.openxmlformats.org/drawingml/2006/main">
              <a:ext uri="{FF2B5EF4-FFF2-40B4-BE49-F238E27FC236}">
                <a16:creationId xmlns:a16="http://schemas.microsoft.com/office/drawing/2014/main" id="{9F232D61-BA6A-42D8-98B0-158FB627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開啟工作區</a:t>
            </a:r>
          </a:p>
        </p:txBody>
      </p:sp>
      <p:sp>
        <p:nvSpPr>
          <p:cNvPr id="10" name="text-1089">
            <a:extLst xmlns:a="http://schemas.openxmlformats.org/drawingml/2006/main">
              <a:ext uri="{FF2B5EF4-FFF2-40B4-BE49-F238E27FC236}">
                <a16:creationId xmlns:a16="http://schemas.microsoft.com/office/drawing/2014/main" id="{340079E9-D3C0-4E1E-9D23-553C8EAD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把素材放在清楚資料夾</a:t>
            </a:r>
          </a:p>
        </p:txBody>
      </p:sp>
      <p:sp>
        <p:nvSpPr>
          <p:cNvPr id="11" name="text-1090">
            <a:extLst xmlns:a="http://schemas.openxmlformats.org/drawingml/2006/main">
              <a:ext uri="{FF2B5EF4-FFF2-40B4-BE49-F238E27FC236}">
                <a16:creationId xmlns:a16="http://schemas.microsoft.com/office/drawing/2014/main" id="{B71B962A-8F3F-4E48-805B-97BF275A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091">
            <a:extLst xmlns:a="http://schemas.openxmlformats.org/drawingml/2006/main">
              <a:ext uri="{FF2B5EF4-FFF2-40B4-BE49-F238E27FC236}">
                <a16:creationId xmlns:a16="http://schemas.microsoft.com/office/drawing/2014/main" id="{DA337634-CB8B-46E4-99BD-33CE1B79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092">
            <a:extLst xmlns:a="http://schemas.openxmlformats.org/drawingml/2006/main">
              <a:ext uri="{FF2B5EF4-FFF2-40B4-BE49-F238E27FC236}">
                <a16:creationId xmlns:a16="http://schemas.microsoft.com/office/drawing/2014/main" id="{AB98B55D-E88A-4159-BDE8-24C71BC5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093">
            <a:extLst xmlns:a="http://schemas.openxmlformats.org/drawingml/2006/main">
              <a:ext uri="{FF2B5EF4-FFF2-40B4-BE49-F238E27FC236}">
                <a16:creationId xmlns:a16="http://schemas.microsoft.com/office/drawing/2014/main" id="{56247611-0728-4787-BABD-95F073A06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094">
            <a:extLst xmlns:a="http://schemas.openxmlformats.org/drawingml/2006/main">
              <a:ext uri="{FF2B5EF4-FFF2-40B4-BE49-F238E27FC236}">
                <a16:creationId xmlns:a16="http://schemas.microsoft.com/office/drawing/2014/main" id="{1C2A903E-FBDB-4B28-8BEC-78E1694D6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描述任務</a:t>
            </a:r>
          </a:p>
        </p:txBody>
      </p:sp>
      <p:sp>
        <p:nvSpPr>
          <p:cNvPr id="16" name="text-1095">
            <a:extLst xmlns:a="http://schemas.openxmlformats.org/drawingml/2006/main">
              <a:ext uri="{FF2B5EF4-FFF2-40B4-BE49-F238E27FC236}">
                <a16:creationId xmlns:a16="http://schemas.microsoft.com/office/drawing/2014/main" id="{C73E0301-2736-4BC8-B645-35A026CE0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目標、限制、驗收</a:t>
            </a:r>
          </a:p>
        </p:txBody>
      </p:sp>
      <p:sp>
        <p:nvSpPr>
          <p:cNvPr id="17" name="text-1096">
            <a:extLst xmlns:a="http://schemas.openxmlformats.org/drawingml/2006/main">
              <a:ext uri="{FF2B5EF4-FFF2-40B4-BE49-F238E27FC236}">
                <a16:creationId xmlns:a16="http://schemas.microsoft.com/office/drawing/2014/main" id="{6979CB9C-BC2C-4EC8-B4CE-6CB1255F5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097">
            <a:extLst xmlns:a="http://schemas.openxmlformats.org/drawingml/2006/main">
              <a:ext uri="{FF2B5EF4-FFF2-40B4-BE49-F238E27FC236}">
                <a16:creationId xmlns:a16="http://schemas.microsoft.com/office/drawing/2014/main" id="{6BC82670-95A5-405D-94BE-25E8CAF57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098">
            <a:extLst xmlns:a="http://schemas.openxmlformats.org/drawingml/2006/main">
              <a:ext uri="{FF2B5EF4-FFF2-40B4-BE49-F238E27FC236}">
                <a16:creationId xmlns:a16="http://schemas.microsoft.com/office/drawing/2014/main" id="{7BC852FC-1632-4D9E-97C5-42BF5871C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099">
            <a:extLst xmlns:a="http://schemas.openxmlformats.org/drawingml/2006/main">
              <a:ext uri="{FF2B5EF4-FFF2-40B4-BE49-F238E27FC236}">
                <a16:creationId xmlns:a16="http://schemas.microsoft.com/office/drawing/2014/main" id="{4C9B2575-88DE-4B8A-97A7-23DCB86F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100">
            <a:extLst xmlns:a="http://schemas.openxmlformats.org/drawingml/2006/main">
              <a:ext uri="{FF2B5EF4-FFF2-40B4-BE49-F238E27FC236}">
                <a16:creationId xmlns:a16="http://schemas.microsoft.com/office/drawing/2014/main" id="{079DAFA3-6300-4911-A3F1-08638279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觀察進度</a:t>
            </a:r>
          </a:p>
        </p:txBody>
      </p:sp>
      <p:sp>
        <p:nvSpPr>
          <p:cNvPr id="22" name="text-1101">
            <a:extLst xmlns:a="http://schemas.openxmlformats.org/drawingml/2006/main">
              <a:ext uri="{FF2B5EF4-FFF2-40B4-BE49-F238E27FC236}">
                <a16:creationId xmlns:a16="http://schemas.microsoft.com/office/drawing/2014/main" id="{21CA8A3E-54F0-4682-B4A7-80EBFEAF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計畫、讀檔、工具使用</a:t>
            </a:r>
          </a:p>
        </p:txBody>
      </p:sp>
      <p:sp>
        <p:nvSpPr>
          <p:cNvPr id="23" name="text-1102">
            <a:extLst xmlns:a="http://schemas.openxmlformats.org/drawingml/2006/main">
              <a:ext uri="{FF2B5EF4-FFF2-40B4-BE49-F238E27FC236}">
                <a16:creationId xmlns:a16="http://schemas.microsoft.com/office/drawing/2014/main" id="{C2984B3B-0B18-4869-99D1-943507A8A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103">
            <a:extLst xmlns:a="http://schemas.openxmlformats.org/drawingml/2006/main">
              <a:ext uri="{FF2B5EF4-FFF2-40B4-BE49-F238E27FC236}">
                <a16:creationId xmlns:a16="http://schemas.microsoft.com/office/drawing/2014/main" id="{631A3125-88E5-4FD7-8260-DC9EBF924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104">
            <a:extLst xmlns:a="http://schemas.openxmlformats.org/drawingml/2006/main">
              <a:ext uri="{FF2B5EF4-FFF2-40B4-BE49-F238E27FC236}">
                <a16:creationId xmlns:a16="http://schemas.microsoft.com/office/drawing/2014/main" id="{2E7F17F2-EA91-4319-AA69-D277639A0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105">
            <a:extLst xmlns:a="http://schemas.openxmlformats.org/drawingml/2006/main">
              <a:ext uri="{FF2B5EF4-FFF2-40B4-BE49-F238E27FC236}">
                <a16:creationId xmlns:a16="http://schemas.microsoft.com/office/drawing/2014/main" id="{B5176B71-7E96-4023-AF49-52C5EEDBE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106">
            <a:extLst xmlns:a="http://schemas.openxmlformats.org/drawingml/2006/main">
              <a:ext uri="{FF2B5EF4-FFF2-40B4-BE49-F238E27FC236}">
                <a16:creationId xmlns:a16="http://schemas.microsoft.com/office/drawing/2014/main" id="{F47A2772-7AE2-4593-BE43-EE3E66DB4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檢查成果</a:t>
            </a:r>
          </a:p>
        </p:txBody>
      </p:sp>
      <p:sp>
        <p:nvSpPr>
          <p:cNvPr id="28" name="text-1107">
            <a:extLst xmlns:a="http://schemas.openxmlformats.org/drawingml/2006/main">
              <a:ext uri="{FF2B5EF4-FFF2-40B4-BE49-F238E27FC236}">
                <a16:creationId xmlns:a16="http://schemas.microsoft.com/office/drawing/2014/main" id="{CE1C93B9-16CC-475D-8E0D-286734D15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檔案、測試、畫面、差異</a:t>
            </a:r>
          </a:p>
        </p:txBody>
      </p:sp>
      <p:sp>
        <p:nvSpPr>
          <p:cNvPr id="29" name="text-1108">
            <a:extLst xmlns:a="http://schemas.openxmlformats.org/drawingml/2006/main">
              <a:ext uri="{FF2B5EF4-FFF2-40B4-BE49-F238E27FC236}">
                <a16:creationId xmlns:a16="http://schemas.microsoft.com/office/drawing/2014/main" id="{F1E51E8B-E2D6-4A12-93C1-7BAC320B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109">
            <a:extLst xmlns:a="http://schemas.openxmlformats.org/drawingml/2006/main">
              <a:ext uri="{FF2B5EF4-FFF2-40B4-BE49-F238E27FC236}">
                <a16:creationId xmlns:a16="http://schemas.microsoft.com/office/drawing/2014/main" id="{60114591-F471-44E9-8D15-443C9963D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1110">
            <a:extLst xmlns:a="http://schemas.openxmlformats.org/drawingml/2006/main">
              <a:ext uri="{FF2B5EF4-FFF2-40B4-BE49-F238E27FC236}">
                <a16:creationId xmlns:a16="http://schemas.microsoft.com/office/drawing/2014/main" id="{5C94EA7C-14FE-4F62-97E6-51C6C8CF5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111">
            <a:extLst xmlns:a="http://schemas.openxmlformats.org/drawingml/2006/main">
              <a:ext uri="{FF2B5EF4-FFF2-40B4-BE49-F238E27FC236}">
                <a16:creationId xmlns:a16="http://schemas.microsoft.com/office/drawing/2014/main" id="{611773DD-6728-46C5-BEED-1B7EB182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112">
            <a:extLst xmlns:a="http://schemas.openxmlformats.org/drawingml/2006/main">
              <a:ext uri="{FF2B5EF4-FFF2-40B4-BE49-F238E27FC236}">
                <a16:creationId xmlns:a16="http://schemas.microsoft.com/office/drawing/2014/main" id="{E2312B96-264F-4BC2-A26D-16142500D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決定下一步</a:t>
            </a:r>
          </a:p>
        </p:txBody>
      </p:sp>
      <p:sp>
        <p:nvSpPr>
          <p:cNvPr id="34" name="text-1113">
            <a:extLst xmlns:a="http://schemas.openxmlformats.org/drawingml/2006/main">
              <a:ext uri="{FF2B5EF4-FFF2-40B4-BE49-F238E27FC236}">
                <a16:creationId xmlns:a16="http://schemas.microsoft.com/office/drawing/2014/main" id="{EE7C6657-A11E-4E4C-AA14-65511AD9F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接受、修正或停止</a:t>
            </a:r>
          </a:p>
        </p:txBody>
      </p:sp>
      <p:sp>
        <p:nvSpPr>
          <p:cNvPr id="35" name="text-1114">
            <a:extLst xmlns:a="http://schemas.openxmlformats.org/drawingml/2006/main">
              <a:ext uri="{FF2B5EF4-FFF2-40B4-BE49-F238E27FC236}">
                <a16:creationId xmlns:a16="http://schemas.microsoft.com/office/drawing/2014/main" id="{89644585-6E91-4D22-A2E2-638C8988E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1613">
            <a:extLst xmlns:a="http://schemas.openxmlformats.org/drawingml/2006/main">
              <a:ext uri="{FF2B5EF4-FFF2-40B4-BE49-F238E27FC236}">
                <a16:creationId xmlns:a16="http://schemas.microsoft.com/office/drawing/2014/main" id="{8B815226-8223-4E2C-A97A-BB35884BB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767dc991a5e4a2a"/>
              </a:rPr>
              <a:t>開啟 Codex ↗</a:t>
            </a:r>
          </a:p>
        </p:txBody>
      </p:sp>
      <p:sp>
        <p:nvSpPr>
          <p:cNvPr id="37" name="shape-1655">
            <a:extLst xmlns:a="http://schemas.openxmlformats.org/drawingml/2006/main">
              <a:ext uri="{FF2B5EF4-FFF2-40B4-BE49-F238E27FC236}">
                <a16:creationId xmlns:a16="http://schemas.microsoft.com/office/drawing/2014/main" id="{0EAD8642-12F2-4729-82CA-1185D3599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ec509de2f94f3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9" name="text-1656">
            <a:extLst xmlns:a="http://schemas.openxmlformats.org/drawingml/2006/main">
              <a:ext uri="{FF2B5EF4-FFF2-40B4-BE49-F238E27FC236}">
                <a16:creationId xmlns:a16="http://schemas.microsoft.com/office/drawing/2014/main" id="{17FDE48D-024C-4EA2-83FA-34663663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76976077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115">
            <a:extLst xmlns:a="http://schemas.openxmlformats.org/drawingml/2006/main">
              <a:ext uri="{FF2B5EF4-FFF2-40B4-BE49-F238E27FC236}">
                <a16:creationId xmlns:a16="http://schemas.microsoft.com/office/drawing/2014/main" id="{EB8EA1DC-C1D4-4B29-926E-3292859C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FD10557-5074-4DA4-ABC8-15BE09625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同一任務在 Codex 中這樣下達</a:t>
            </a:r>
          </a:p>
        </p:txBody>
      </p:sp>
      <p:cxnSp>
        <p:nvCxnSpPr>
          <p:cNvPr id="19" name="shape-111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17">
            <a:extLst xmlns:a="http://schemas.openxmlformats.org/drawingml/2006/main">
              <a:ext uri="{FF2B5EF4-FFF2-40B4-BE49-F238E27FC236}">
                <a16:creationId xmlns:a16="http://schemas.microsoft.com/office/drawing/2014/main" id="{A5CC13D5-5764-4039-B544-C3409050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C15F2FE-2408-45D9-BB1B-A826A11FB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6" name="text-1118">
            <a:extLst xmlns:a="http://schemas.openxmlformats.org/drawingml/2006/main">
              <a:ext uri="{FF2B5EF4-FFF2-40B4-BE49-F238E27FC236}">
                <a16:creationId xmlns:a16="http://schemas.microsoft.com/office/drawing/2014/main" id="{4AE55779-5736-40BA-A5BD-A75A1C451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050B1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目標：改善這個課程互動網站的手機操作體驗。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範圍：只處理目前工作區中的 HTML、CSS、JS。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限制：不更動教學內容、不新增外部服務、不發布。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檢查結構與手機畫面。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說明最重要的 3 個問題與修正計畫。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實作後跑可行的檢查。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回報修改檔案、驗證證據與未確認項目。</a:t>
            </a:r>
          </a:p>
        </p:txBody>
      </p:sp>
      <p:sp>
        <p:nvSpPr>
          <p:cNvPr id="7" name="text-1119">
            <a:extLst xmlns:a="http://schemas.openxmlformats.org/drawingml/2006/main">
              <a:ext uri="{FF2B5EF4-FFF2-40B4-BE49-F238E27FC236}">
                <a16:creationId xmlns:a16="http://schemas.microsoft.com/office/drawing/2014/main" id="{09558106-9D06-4B9E-89B4-3382DADB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明確邊界</a:t>
            </a:r>
          </a:p>
        </p:txBody>
      </p:sp>
      <p:sp>
        <p:nvSpPr>
          <p:cNvPr id="8" name="text-1120">
            <a:extLst xmlns:a="http://schemas.openxmlformats.org/drawingml/2006/main">
              <a:ext uri="{FF2B5EF4-FFF2-40B4-BE49-F238E27FC236}">
                <a16:creationId xmlns:a16="http://schemas.microsoft.com/office/drawing/2014/main" id="{E29C1CDA-A373-4004-8376-A5A6F161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檔案與動作的範圍要具體。</a:t>
            </a:r>
          </a:p>
        </p:txBody>
      </p:sp>
      <p:sp>
        <p:nvSpPr>
          <p:cNvPr id="9" name="text-1121">
            <a:extLst xmlns:a="http://schemas.openxmlformats.org/drawingml/2006/main">
              <a:ext uri="{FF2B5EF4-FFF2-40B4-BE49-F238E27FC236}">
                <a16:creationId xmlns:a16="http://schemas.microsoft.com/office/drawing/2014/main" id="{D96C7067-AF1B-45FB-83E0-EDB7E724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1122">
            <a:extLst xmlns:a="http://schemas.openxmlformats.org/drawingml/2006/main">
              <a:ext uri="{FF2B5EF4-FFF2-40B4-BE49-F238E27FC236}">
                <a16:creationId xmlns:a16="http://schemas.microsoft.com/office/drawing/2014/main" id="{FCBC10A1-8EE1-485A-803D-648981BE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讓 Agent 先讀環境，避免憑空重寫。</a:t>
            </a:r>
          </a:p>
        </p:txBody>
      </p:sp>
      <p:sp>
        <p:nvSpPr>
          <p:cNvPr id="11" name="text-1123">
            <a:extLst xmlns:a="http://schemas.openxmlformats.org/drawingml/2006/main">
              <a:ext uri="{FF2B5EF4-FFF2-40B4-BE49-F238E27FC236}">
                <a16:creationId xmlns:a16="http://schemas.microsoft.com/office/drawing/2014/main" id="{EFC92A8C-7F8F-4C37-8620-BD1B72AE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驗收可見</a:t>
            </a:r>
          </a:p>
        </p:txBody>
      </p:sp>
      <p:sp>
        <p:nvSpPr>
          <p:cNvPr id="12" name="text-1124">
            <a:extLst xmlns:a="http://schemas.openxmlformats.org/drawingml/2006/main">
              <a:ext uri="{FF2B5EF4-FFF2-40B4-BE49-F238E27FC236}">
                <a16:creationId xmlns:a16="http://schemas.microsoft.com/office/drawing/2014/main" id="{95F1FF7F-D43F-48A5-A277-B534388F3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要求證據與未確認項目。</a:t>
            </a:r>
          </a:p>
        </p:txBody>
      </p:sp>
      <p:sp>
        <p:nvSpPr>
          <p:cNvPr id="13" name="text-1614">
            <a:extLst xmlns:a="http://schemas.openxmlformats.org/drawingml/2006/main">
              <a:ext uri="{FF2B5EF4-FFF2-40B4-BE49-F238E27FC236}">
                <a16:creationId xmlns:a16="http://schemas.microsoft.com/office/drawing/2014/main" id="{1F1E12D3-897E-4173-95C2-68CDC0B37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25da6a6943944b6"/>
              </a:rPr>
              <a:t>開啟 Codex ↗</a:t>
            </a:r>
          </a:p>
        </p:txBody>
      </p:sp>
      <p:sp>
        <p:nvSpPr>
          <p:cNvPr id="14" name="shape-1657">
            <a:extLst xmlns:a="http://schemas.openxmlformats.org/drawingml/2006/main">
              <a:ext uri="{FF2B5EF4-FFF2-40B4-BE49-F238E27FC236}">
                <a16:creationId xmlns:a16="http://schemas.microsoft.com/office/drawing/2014/main" id="{683004B3-E861-499F-A79C-DF2F622B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8aca4e0fd44ad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658">
            <a:extLst xmlns:a="http://schemas.openxmlformats.org/drawingml/2006/main">
              <a:ext uri="{FF2B5EF4-FFF2-40B4-BE49-F238E27FC236}">
                <a16:creationId xmlns:a16="http://schemas.microsoft.com/office/drawing/2014/main" id="{021090A9-6753-4C64-A90F-66D4A12E9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94337387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1125">
            <a:extLst xmlns:a="http://schemas.openxmlformats.org/drawingml/2006/main">
              <a:ext uri="{FF2B5EF4-FFF2-40B4-BE49-F238E27FC236}">
                <a16:creationId xmlns:a16="http://schemas.microsoft.com/office/drawing/2014/main" id="{7598AEF0-98CE-4797-B7F7-DFD604D8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TASK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31628C0-E66A-48FC-BAF1-37CB719F8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好任務簡報的六個欄位</a:t>
            </a:r>
          </a:p>
        </p:txBody>
      </p:sp>
      <p:cxnSp>
        <p:nvCxnSpPr>
          <p:cNvPr id="36" name="shape-112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27">
            <a:extLst xmlns:a="http://schemas.openxmlformats.org/drawingml/2006/main">
              <a:ext uri="{FF2B5EF4-FFF2-40B4-BE49-F238E27FC236}">
                <a16:creationId xmlns:a16="http://schemas.microsoft.com/office/drawing/2014/main" id="{02A3EEC5-647B-4B26-B86B-6106FEC7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B9ABA4E-CB94-4452-8D95-18477CFA2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1128">
            <a:extLst xmlns:a="http://schemas.openxmlformats.org/drawingml/2006/main">
              <a:ext uri="{FF2B5EF4-FFF2-40B4-BE49-F238E27FC236}">
                <a16:creationId xmlns:a16="http://schemas.microsoft.com/office/drawing/2014/main" id="{D87602C1-5CF7-4EE2-8DB4-74B8F85AD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129">
            <a:extLst xmlns:a="http://schemas.openxmlformats.org/drawingml/2006/main">
              <a:ext uri="{FF2B5EF4-FFF2-40B4-BE49-F238E27FC236}">
                <a16:creationId xmlns:a16="http://schemas.microsoft.com/office/drawing/2014/main" id="{42F252F1-5678-4BAC-9E1E-A36DB5C8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1130">
            <a:extLst xmlns:a="http://schemas.openxmlformats.org/drawingml/2006/main">
              <a:ext uri="{FF2B5EF4-FFF2-40B4-BE49-F238E27FC236}">
                <a16:creationId xmlns:a16="http://schemas.microsoft.com/office/drawing/2014/main" id="{635CBF92-7207-4072-93AF-3C29AF23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Why</a:t>
            </a:r>
          </a:p>
        </p:txBody>
      </p:sp>
      <p:sp>
        <p:nvSpPr>
          <p:cNvPr id="9" name="text-1131">
            <a:extLst xmlns:a="http://schemas.openxmlformats.org/drawingml/2006/main">
              <a:ext uri="{FF2B5EF4-FFF2-40B4-BE49-F238E27FC236}">
                <a16:creationId xmlns:a16="http://schemas.microsoft.com/office/drawing/2014/main" id="{C31D2760-5314-4135-9670-51E8AA14B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教學／研究痛點與使用者價值</a:t>
            </a:r>
          </a:p>
        </p:txBody>
      </p:sp>
      <p:sp>
        <p:nvSpPr>
          <p:cNvPr id="10" name="shape-1132">
            <a:extLst xmlns:a="http://schemas.openxmlformats.org/drawingml/2006/main">
              <a:ext uri="{FF2B5EF4-FFF2-40B4-BE49-F238E27FC236}">
                <a16:creationId xmlns:a16="http://schemas.microsoft.com/office/drawing/2014/main" id="{DD0EFB8F-A755-4ED8-99DF-77EFAC17A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133">
            <a:extLst xmlns:a="http://schemas.openxmlformats.org/drawingml/2006/main">
              <a:ext uri="{FF2B5EF4-FFF2-40B4-BE49-F238E27FC236}">
                <a16:creationId xmlns:a16="http://schemas.microsoft.com/office/drawing/2014/main" id="{C72F3635-7908-491A-BB2C-AC2F46E86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1134">
            <a:extLst xmlns:a="http://schemas.openxmlformats.org/drawingml/2006/main">
              <a:ext uri="{FF2B5EF4-FFF2-40B4-BE49-F238E27FC236}">
                <a16:creationId xmlns:a16="http://schemas.microsoft.com/office/drawing/2014/main" id="{88EF0DF9-ACAE-42A6-BE4F-0E3C0652C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What</a:t>
            </a:r>
          </a:p>
        </p:txBody>
      </p:sp>
      <p:sp>
        <p:nvSpPr>
          <p:cNvPr id="13" name="text-1135">
            <a:extLst xmlns:a="http://schemas.openxmlformats.org/drawingml/2006/main">
              <a:ext uri="{FF2B5EF4-FFF2-40B4-BE49-F238E27FC236}">
                <a16:creationId xmlns:a16="http://schemas.microsoft.com/office/drawing/2014/main" id="{C6B547C1-33B1-4F02-B3E6-B7E99DDF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要完成的具體成果</a:t>
            </a:r>
          </a:p>
        </p:txBody>
      </p:sp>
      <p:sp>
        <p:nvSpPr>
          <p:cNvPr id="14" name="shape-1136">
            <a:extLst xmlns:a="http://schemas.openxmlformats.org/drawingml/2006/main">
              <a:ext uri="{FF2B5EF4-FFF2-40B4-BE49-F238E27FC236}">
                <a16:creationId xmlns:a16="http://schemas.microsoft.com/office/drawing/2014/main" id="{C5A3EA7F-E025-41C5-900C-208B389A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137">
            <a:extLst xmlns:a="http://schemas.openxmlformats.org/drawingml/2006/main">
              <a:ext uri="{FF2B5EF4-FFF2-40B4-BE49-F238E27FC236}">
                <a16:creationId xmlns:a16="http://schemas.microsoft.com/office/drawing/2014/main" id="{5924E99D-388F-4867-BF51-C47A4C03D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1138">
            <a:extLst xmlns:a="http://schemas.openxmlformats.org/drawingml/2006/main">
              <a:ext uri="{FF2B5EF4-FFF2-40B4-BE49-F238E27FC236}">
                <a16:creationId xmlns:a16="http://schemas.microsoft.com/office/drawing/2014/main" id="{77E3C21A-DD7A-46B1-954A-285FE9A8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Where</a:t>
            </a:r>
          </a:p>
        </p:txBody>
      </p:sp>
      <p:sp>
        <p:nvSpPr>
          <p:cNvPr id="17" name="text-1139">
            <a:extLst xmlns:a="http://schemas.openxmlformats.org/drawingml/2006/main">
              <a:ext uri="{FF2B5EF4-FFF2-40B4-BE49-F238E27FC236}">
                <a16:creationId xmlns:a16="http://schemas.microsoft.com/office/drawing/2014/main" id="{82414C8C-65C9-48C9-9082-4717FA73D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工作區、檔案與資料來源</a:t>
            </a:r>
          </a:p>
        </p:txBody>
      </p:sp>
      <p:sp>
        <p:nvSpPr>
          <p:cNvPr id="18" name="shape-1140">
            <a:extLst xmlns:a="http://schemas.openxmlformats.org/drawingml/2006/main">
              <a:ext uri="{FF2B5EF4-FFF2-40B4-BE49-F238E27FC236}">
                <a16:creationId xmlns:a16="http://schemas.microsoft.com/office/drawing/2014/main" id="{6F95E78B-F081-462F-A7F0-2F5CA3FAE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141">
            <a:extLst xmlns:a="http://schemas.openxmlformats.org/drawingml/2006/main">
              <a:ext uri="{FF2B5EF4-FFF2-40B4-BE49-F238E27FC236}">
                <a16:creationId xmlns:a16="http://schemas.microsoft.com/office/drawing/2014/main" id="{18F8821C-655D-4D7B-9823-D2E9534C3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1142">
            <a:extLst xmlns:a="http://schemas.openxmlformats.org/drawingml/2006/main">
              <a:ext uri="{FF2B5EF4-FFF2-40B4-BE49-F238E27FC236}">
                <a16:creationId xmlns:a16="http://schemas.microsoft.com/office/drawing/2014/main" id="{E54E9EF0-0EDF-4686-81FA-21F0BEA59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Limits</a:t>
            </a:r>
          </a:p>
        </p:txBody>
      </p:sp>
      <p:sp>
        <p:nvSpPr>
          <p:cNvPr id="21" name="text-1143">
            <a:extLst xmlns:a="http://schemas.openxmlformats.org/drawingml/2006/main">
              <a:ext uri="{FF2B5EF4-FFF2-40B4-BE49-F238E27FC236}">
                <a16:creationId xmlns:a16="http://schemas.microsoft.com/office/drawing/2014/main" id="{9E123EA6-F99D-4E9B-BB0A-F0CEA8B5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不可改、不可公開、不可猜測</a:t>
            </a:r>
          </a:p>
        </p:txBody>
      </p:sp>
      <p:sp>
        <p:nvSpPr>
          <p:cNvPr id="22" name="shape-1144">
            <a:extLst xmlns:a="http://schemas.openxmlformats.org/drawingml/2006/main">
              <a:ext uri="{FF2B5EF4-FFF2-40B4-BE49-F238E27FC236}">
                <a16:creationId xmlns:a16="http://schemas.microsoft.com/office/drawing/2014/main" id="{437CE365-574E-4682-82B2-7CC125FD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145">
            <a:extLst xmlns:a="http://schemas.openxmlformats.org/drawingml/2006/main">
              <a:ext uri="{FF2B5EF4-FFF2-40B4-BE49-F238E27FC236}">
                <a16:creationId xmlns:a16="http://schemas.microsoft.com/office/drawing/2014/main" id="{A7360A49-C82E-4168-A3F6-5417A2287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4" name="text-1146">
            <a:extLst xmlns:a="http://schemas.openxmlformats.org/drawingml/2006/main">
              <a:ext uri="{FF2B5EF4-FFF2-40B4-BE49-F238E27FC236}">
                <a16:creationId xmlns:a16="http://schemas.microsoft.com/office/drawing/2014/main" id="{8372FF0E-3DD5-4D32-A118-F1041623E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Checks</a:t>
            </a:r>
          </a:p>
        </p:txBody>
      </p:sp>
      <p:sp>
        <p:nvSpPr>
          <p:cNvPr id="25" name="text-1147">
            <a:extLst xmlns:a="http://schemas.openxmlformats.org/drawingml/2006/main">
              <a:ext uri="{FF2B5EF4-FFF2-40B4-BE49-F238E27FC236}">
                <a16:creationId xmlns:a16="http://schemas.microsoft.com/office/drawing/2014/main" id="{011FF1EA-2576-4AC3-96D8-554C0CA88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測試、畫面與內容檢核</a:t>
            </a:r>
          </a:p>
        </p:txBody>
      </p:sp>
      <p:sp>
        <p:nvSpPr>
          <p:cNvPr id="26" name="shape-1148">
            <a:extLst xmlns:a="http://schemas.openxmlformats.org/drawingml/2006/main">
              <a:ext uri="{FF2B5EF4-FFF2-40B4-BE49-F238E27FC236}">
                <a16:creationId xmlns:a16="http://schemas.microsoft.com/office/drawing/2014/main" id="{FFDBE530-6032-4F1F-8631-A63CA3320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149">
            <a:extLst xmlns:a="http://schemas.openxmlformats.org/drawingml/2006/main">
              <a:ext uri="{FF2B5EF4-FFF2-40B4-BE49-F238E27FC236}">
                <a16:creationId xmlns:a16="http://schemas.microsoft.com/office/drawing/2014/main" id="{38147CEE-BD80-4DBA-B036-6DBCA4EE6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28" name="text-1150">
            <a:extLst xmlns:a="http://schemas.openxmlformats.org/drawingml/2006/main">
              <a:ext uri="{FF2B5EF4-FFF2-40B4-BE49-F238E27FC236}">
                <a16:creationId xmlns:a16="http://schemas.microsoft.com/office/drawing/2014/main" id="{2076E823-D6E8-4DEB-91D3-91E78D5B0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Handoff</a:t>
            </a:r>
          </a:p>
        </p:txBody>
      </p:sp>
      <p:sp>
        <p:nvSpPr>
          <p:cNvPr id="29" name="text-1151">
            <a:extLst xmlns:a="http://schemas.openxmlformats.org/drawingml/2006/main">
              <a:ext uri="{FF2B5EF4-FFF2-40B4-BE49-F238E27FC236}">
                <a16:creationId xmlns:a16="http://schemas.microsoft.com/office/drawing/2014/main" id="{6DB4171D-5C1F-4F80-99C9-B5AD8BD18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成果、差異、限制、下一步</a:t>
            </a:r>
          </a:p>
        </p:txBody>
      </p:sp>
      <p:sp>
        <p:nvSpPr>
          <p:cNvPr id="30" name="text-1615">
            <a:extLst xmlns:a="http://schemas.openxmlformats.org/drawingml/2006/main">
              <a:ext uri="{FF2B5EF4-FFF2-40B4-BE49-F238E27FC236}">
                <a16:creationId xmlns:a16="http://schemas.microsoft.com/office/drawing/2014/main" id="{B11BC320-D291-4B60-AA49-B94455D0F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ef68291f92d41ab"/>
              </a:rPr>
              <a:t>開啟 Codex ↗</a:t>
            </a:r>
          </a:p>
        </p:txBody>
      </p:sp>
      <p:sp>
        <p:nvSpPr>
          <p:cNvPr id="31" name="shape-1659">
            <a:extLst xmlns:a="http://schemas.openxmlformats.org/drawingml/2006/main">
              <a:ext uri="{FF2B5EF4-FFF2-40B4-BE49-F238E27FC236}">
                <a16:creationId xmlns:a16="http://schemas.microsoft.com/office/drawing/2014/main" id="{032B17F8-5DD0-49A7-852C-E73E793A9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d53b83f9354a7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1660">
            <a:extLst xmlns:a="http://schemas.openxmlformats.org/drawingml/2006/main">
              <a:ext uri="{FF2B5EF4-FFF2-40B4-BE49-F238E27FC236}">
                <a16:creationId xmlns:a16="http://schemas.microsoft.com/office/drawing/2014/main" id="{D6CDFFEC-9E19-430C-A64C-9362F0FF6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56498958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152">
            <a:extLst xmlns:a="http://schemas.openxmlformats.org/drawingml/2006/main">
              <a:ext uri="{FF2B5EF4-FFF2-40B4-BE49-F238E27FC236}">
                <a16:creationId xmlns:a16="http://schemas.microsoft.com/office/drawing/2014/main" id="{2CCC64F9-8D77-4DA2-8CE7-C0BFE7FF1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8619866-BC2E-4613-B0D8-D2FA3665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B｜Codex 完成同一任務</a:t>
            </a:r>
          </a:p>
        </p:txBody>
      </p:sp>
      <p:cxnSp>
        <p:nvCxnSpPr>
          <p:cNvPr id="25" name="shape-115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54">
            <a:extLst xmlns:a="http://schemas.openxmlformats.org/drawingml/2006/main">
              <a:ext uri="{FF2B5EF4-FFF2-40B4-BE49-F238E27FC236}">
                <a16:creationId xmlns:a16="http://schemas.microsoft.com/office/drawing/2014/main" id="{DB117AA0-7FCA-456B-9D4B-4385AFA34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F52D174-BF4B-425E-8014-0B899257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text-1155">
            <a:extLst xmlns:a="http://schemas.openxmlformats.org/drawingml/2006/main">
              <a:ext uri="{FF2B5EF4-FFF2-40B4-BE49-F238E27FC236}">
                <a16:creationId xmlns:a16="http://schemas.microsoft.com/office/drawing/2014/main" id="{FDF471A6-BF81-4F4A-B0A8-97CE6DCB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156">
            <a:extLst xmlns:a="http://schemas.openxmlformats.org/drawingml/2006/main">
              <a:ext uri="{FF2B5EF4-FFF2-40B4-BE49-F238E27FC236}">
                <a16:creationId xmlns:a16="http://schemas.microsoft.com/office/drawing/2014/main" id="{4BE3940D-18B3-491D-9570-0EF0F60E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157">
            <a:extLst xmlns:a="http://schemas.openxmlformats.org/drawingml/2006/main">
              <a:ext uri="{FF2B5EF4-FFF2-40B4-BE49-F238E27FC236}">
                <a16:creationId xmlns:a16="http://schemas.microsoft.com/office/drawing/2014/main" id="{E986B969-E9F3-40CB-AAA1-BAFB706B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158">
            <a:extLst xmlns:a="http://schemas.openxmlformats.org/drawingml/2006/main">
              <a:ext uri="{FF2B5EF4-FFF2-40B4-BE49-F238E27FC236}">
                <a16:creationId xmlns:a16="http://schemas.microsoft.com/office/drawing/2014/main" id="{A5CB56F3-8733-429A-86DD-D4D3D3812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開啟上午成果的工作區</a:t>
            </a:r>
          </a:p>
        </p:txBody>
      </p:sp>
      <p:sp>
        <p:nvSpPr>
          <p:cNvPr id="10" name="text-1159">
            <a:extLst xmlns:a="http://schemas.openxmlformats.org/drawingml/2006/main">
              <a:ext uri="{FF2B5EF4-FFF2-40B4-BE49-F238E27FC236}">
                <a16:creationId xmlns:a16="http://schemas.microsoft.com/office/drawing/2014/main" id="{D46B97AB-60A0-45C1-81DF-BDE213C1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160">
            <a:extLst xmlns:a="http://schemas.openxmlformats.org/drawingml/2006/main">
              <a:ext uri="{FF2B5EF4-FFF2-40B4-BE49-F238E27FC236}">
                <a16:creationId xmlns:a16="http://schemas.microsoft.com/office/drawing/2014/main" id="{8818CAA6-3E7A-4D62-B98E-1B322CAC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貼上六欄任務簡報</a:t>
            </a:r>
          </a:p>
        </p:txBody>
      </p:sp>
      <p:sp>
        <p:nvSpPr>
          <p:cNvPr id="12" name="text-1161">
            <a:extLst xmlns:a="http://schemas.openxmlformats.org/drawingml/2006/main">
              <a:ext uri="{FF2B5EF4-FFF2-40B4-BE49-F238E27FC236}">
                <a16:creationId xmlns:a16="http://schemas.microsoft.com/office/drawing/2014/main" id="{7B810022-9248-466B-99A8-127D5975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162">
            <a:extLst xmlns:a="http://schemas.openxmlformats.org/drawingml/2006/main">
              <a:ext uri="{FF2B5EF4-FFF2-40B4-BE49-F238E27FC236}">
                <a16:creationId xmlns:a16="http://schemas.microsoft.com/office/drawing/2014/main" id="{9DA82AAF-3600-46D8-97D0-B7617345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觀察 Agent 讀檔、規劃與執行</a:t>
            </a:r>
          </a:p>
        </p:txBody>
      </p:sp>
      <p:sp>
        <p:nvSpPr>
          <p:cNvPr id="14" name="text-1163">
            <a:extLst xmlns:a="http://schemas.openxmlformats.org/drawingml/2006/main">
              <a:ext uri="{FF2B5EF4-FFF2-40B4-BE49-F238E27FC236}">
                <a16:creationId xmlns:a16="http://schemas.microsoft.com/office/drawing/2014/main" id="{D45C6F36-6F73-480B-9533-05B5A1EA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164">
            <a:extLst xmlns:a="http://schemas.openxmlformats.org/drawingml/2006/main">
              <a:ext uri="{FF2B5EF4-FFF2-40B4-BE49-F238E27FC236}">
                <a16:creationId xmlns:a16="http://schemas.microsoft.com/office/drawing/2014/main" id="{5B7D619C-F003-43F2-BDDF-E7A6B4559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比較 Antigravity 與 Codex 的證據</a:t>
            </a:r>
          </a:p>
        </p:txBody>
      </p:sp>
      <p:sp>
        <p:nvSpPr>
          <p:cNvPr id="16" name="shape-1165">
            <a:extLst xmlns:a="http://schemas.openxmlformats.org/drawingml/2006/main">
              <a:ext uri="{FF2B5EF4-FFF2-40B4-BE49-F238E27FC236}">
                <a16:creationId xmlns:a16="http://schemas.microsoft.com/office/drawing/2014/main" id="{4DEBEFDF-AD3A-4138-B29F-25D3FEB0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166">
            <a:extLst xmlns:a="http://schemas.openxmlformats.org/drawingml/2006/main">
              <a:ext uri="{FF2B5EF4-FFF2-40B4-BE49-F238E27FC236}">
                <a16:creationId xmlns:a16="http://schemas.microsoft.com/office/drawing/2014/main" id="{48CE1D04-F814-45A0-BBE7-DA73A1CB1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167">
            <a:extLst xmlns:a="http://schemas.openxmlformats.org/drawingml/2006/main">
              <a:ext uri="{FF2B5EF4-FFF2-40B4-BE49-F238E27FC236}">
                <a16:creationId xmlns:a16="http://schemas.microsoft.com/office/drawing/2014/main" id="{FF2788D3-66C5-49DB-A27C-F33DE59C4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有檔案變更或分析產物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有實際檢查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能說明差異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保留人工決定</a:t>
            </a:r>
          </a:p>
        </p:txBody>
      </p:sp>
      <p:sp>
        <p:nvSpPr>
          <p:cNvPr id="19" name="text-1616">
            <a:extLst xmlns:a="http://schemas.openxmlformats.org/drawingml/2006/main">
              <a:ext uri="{FF2B5EF4-FFF2-40B4-BE49-F238E27FC236}">
                <a16:creationId xmlns:a16="http://schemas.microsoft.com/office/drawing/2014/main" id="{B3E210CE-4C8E-40E3-AEB3-884E26AF4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e284d9b045443c5"/>
              </a:rPr>
              <a:t>開啟 Codex ↗</a:t>
            </a:r>
          </a:p>
        </p:txBody>
      </p:sp>
      <p:sp>
        <p:nvSpPr>
          <p:cNvPr id="20" name="shape-1661">
            <a:extLst xmlns:a="http://schemas.openxmlformats.org/drawingml/2006/main">
              <a:ext uri="{FF2B5EF4-FFF2-40B4-BE49-F238E27FC236}">
                <a16:creationId xmlns:a16="http://schemas.microsoft.com/office/drawing/2014/main" id="{96E09CD2-F25A-41E2-981A-C050FEF9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21d92ac8cb4b5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662">
            <a:extLst xmlns:a="http://schemas.openxmlformats.org/drawingml/2006/main">
              <a:ext uri="{FF2B5EF4-FFF2-40B4-BE49-F238E27FC236}">
                <a16:creationId xmlns:a16="http://schemas.microsoft.com/office/drawing/2014/main" id="{6516D55C-85FA-4CAC-B0AF-63CCDE48D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6317651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168">
            <a:extLst xmlns:a="http://schemas.openxmlformats.org/drawingml/2006/main">
              <a:ext uri="{FF2B5EF4-FFF2-40B4-BE49-F238E27FC236}">
                <a16:creationId xmlns:a16="http://schemas.microsoft.com/office/drawing/2014/main" id="{CF8ADA4D-011D-4787-B207-CB8502724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TOOL STRATEGY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06A0906-9A4E-415D-B7E2-C647CD12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三種 Agent 工具，先看任務再選模型</a:t>
            </a:r>
          </a:p>
        </p:txBody>
      </p:sp>
      <p:cxnSp>
        <p:nvCxnSpPr>
          <p:cNvPr id="31" name="shape-116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70">
            <a:extLst xmlns:a="http://schemas.openxmlformats.org/drawingml/2006/main">
              <a:ext uri="{FF2B5EF4-FFF2-40B4-BE49-F238E27FC236}">
                <a16:creationId xmlns:a16="http://schemas.microsoft.com/office/drawing/2014/main" id="{BDA1DE48-B817-43ED-804D-AF5D48D4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B39CF39-E588-4144-AD9A-56E7AB29F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shape-1171">
            <a:extLst xmlns:a="http://schemas.openxmlformats.org/drawingml/2006/main">
              <a:ext uri="{FF2B5EF4-FFF2-40B4-BE49-F238E27FC236}">
                <a16:creationId xmlns:a16="http://schemas.microsoft.com/office/drawing/2014/main" id="{7B7B179F-9B52-42C1-8D22-9DF30879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172">
            <a:extLst xmlns:a="http://schemas.openxmlformats.org/drawingml/2006/main">
              <a:ext uri="{FF2B5EF4-FFF2-40B4-BE49-F238E27FC236}">
                <a16:creationId xmlns:a16="http://schemas.microsoft.com/office/drawing/2014/main" id="{47C1809B-23AA-44D9-BB8B-B17335EC0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173">
            <a:extLst xmlns:a="http://schemas.openxmlformats.org/drawingml/2006/main">
              <a:ext uri="{FF2B5EF4-FFF2-40B4-BE49-F238E27FC236}">
                <a16:creationId xmlns:a16="http://schemas.microsoft.com/office/drawing/2014/main" id="{15D9164E-54B2-4FC0-ABA5-B0B91ACB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9775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9" name="text-1174">
            <a:extLst xmlns:a="http://schemas.openxmlformats.org/drawingml/2006/main">
              <a:ext uri="{FF2B5EF4-FFF2-40B4-BE49-F238E27FC236}">
                <a16:creationId xmlns:a16="http://schemas.microsoft.com/office/drawing/2014/main" id="{D69351EC-D82B-4D21-909C-0BBC5E1C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  <p:sp>
        <p:nvSpPr>
          <p:cNvPr id="10" name="text-1175">
            <a:extLst xmlns:a="http://schemas.openxmlformats.org/drawingml/2006/main">
              <a:ext uri="{FF2B5EF4-FFF2-40B4-BE49-F238E27FC236}">
                <a16:creationId xmlns:a16="http://schemas.microsoft.com/office/drawing/2014/main" id="{6F884141-4EB5-46D8-A894-0E7D4255E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代碼產出穩定；長任務 Token 消耗較快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複雜應用程式開發：Opus 4.8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文件、計畫與日常任務：Sonnet 5，成本效益較佳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Opus 5（若帳號當期可見）／Fable 5 等頂尖模型留給真正高難度任務</a:t>
            </a:r>
          </a:p>
        </p:txBody>
      </p:sp>
      <p:sp>
        <p:nvSpPr>
          <p:cNvPr id="11" name="shape-1176">
            <a:extLst xmlns:a="http://schemas.openxmlformats.org/drawingml/2006/main">
              <a:ext uri="{FF2B5EF4-FFF2-40B4-BE49-F238E27FC236}">
                <a16:creationId xmlns:a16="http://schemas.microsoft.com/office/drawing/2014/main" id="{712C66DC-CE31-492A-A9AC-37DA481D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2" name="shape-1177">
            <a:extLst xmlns:a="http://schemas.openxmlformats.org/drawingml/2006/main">
              <a:ext uri="{FF2B5EF4-FFF2-40B4-BE49-F238E27FC236}">
                <a16:creationId xmlns:a16="http://schemas.microsoft.com/office/drawing/2014/main" id="{C546E9EB-AA9E-4B08-B791-1F3B89BA5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1178">
            <a:extLst xmlns:a="http://schemas.openxmlformats.org/drawingml/2006/main">
              <a:ext uri="{FF2B5EF4-FFF2-40B4-BE49-F238E27FC236}">
                <a16:creationId xmlns:a16="http://schemas.microsoft.com/office/drawing/2014/main" id="{40507C48-27A1-4A5D-85F5-AD1E08E2F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X</a:t>
            </a:r>
          </a:p>
        </p:txBody>
      </p:sp>
      <p:sp>
        <p:nvSpPr>
          <p:cNvPr id="14" name="text-1179">
            <a:extLst xmlns:a="http://schemas.openxmlformats.org/drawingml/2006/main">
              <a:ext uri="{FF2B5EF4-FFF2-40B4-BE49-F238E27FC236}">
                <a16:creationId xmlns:a16="http://schemas.microsoft.com/office/drawing/2014/main" id="{FEA3C305-9E41-429E-A941-04E652996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Codex／ChatGPT</a:t>
            </a:r>
          </a:p>
        </p:txBody>
      </p:sp>
      <p:sp>
        <p:nvSpPr>
          <p:cNvPr id="15" name="text-1180">
            <a:extLst xmlns:a="http://schemas.openxmlformats.org/drawingml/2006/main">
              <a:ext uri="{FF2B5EF4-FFF2-40B4-BE49-F238E27FC236}">
                <a16:creationId xmlns:a16="http://schemas.microsoft.com/office/drawing/2014/main" id="{7716F8EB-A841-4674-A089-3EB9152B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GPT-5.6 Luna＋Max：講師推薦的省錢組合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適合日常文件、網站與驗證任務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講師觀察：能力／成本平衡接近日常使用的 Sonnet 5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額度、方案與優惠會變動，先看當期限制</a:t>
            </a:r>
          </a:p>
        </p:txBody>
      </p:sp>
      <p:sp>
        <p:nvSpPr>
          <p:cNvPr id="16" name="shape-1181">
            <a:extLst xmlns:a="http://schemas.openxmlformats.org/drawingml/2006/main">
              <a:ext uri="{FF2B5EF4-FFF2-40B4-BE49-F238E27FC236}">
                <a16:creationId xmlns:a16="http://schemas.microsoft.com/office/drawing/2014/main" id="{D0D08828-7036-429E-BE7B-479DF2444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shape-1182">
            <a:extLst xmlns:a="http://schemas.openxmlformats.org/drawingml/2006/main">
              <a:ext uri="{FF2B5EF4-FFF2-40B4-BE49-F238E27FC236}">
                <a16:creationId xmlns:a16="http://schemas.microsoft.com/office/drawing/2014/main" id="{ED18AEF6-1C80-45BF-A1D0-1A20AA55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1183">
            <a:extLst xmlns:a="http://schemas.openxmlformats.org/drawingml/2006/main">
              <a:ext uri="{FF2B5EF4-FFF2-40B4-BE49-F238E27FC236}">
                <a16:creationId xmlns:a16="http://schemas.microsoft.com/office/drawing/2014/main" id="{FB23DC11-971E-4C78-97D3-17F0D8183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</a:t>
            </a:r>
          </a:p>
        </p:txBody>
      </p:sp>
      <p:sp>
        <p:nvSpPr>
          <p:cNvPr id="19" name="text-1184">
            <a:extLst xmlns:a="http://schemas.openxmlformats.org/drawingml/2006/main">
              <a:ext uri="{FF2B5EF4-FFF2-40B4-BE49-F238E27FC236}">
                <a16:creationId xmlns:a16="http://schemas.microsoft.com/office/drawing/2014/main" id="{CE23F600-68D3-44D4-AE66-41BB2932A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Antigravity／Gemini</a:t>
            </a:r>
          </a:p>
        </p:txBody>
      </p:sp>
      <p:sp>
        <p:nvSpPr>
          <p:cNvPr id="20" name="text-1185">
            <a:extLst xmlns:a="http://schemas.openxmlformats.org/drawingml/2006/main">
              <a:ext uri="{FF2B5EF4-FFF2-40B4-BE49-F238E27FC236}">
                <a16:creationId xmlns:a16="http://schemas.microsoft.com/office/drawing/2014/main" id="{7327A108-90A3-426F-AAC6-FB97C8EF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Gemini 3.6 Flash：速度快，適合快速 Agent 迭代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Gemini 訂閱通常可取得較多額度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講師曾實測免費額度約三輪對話即受 5 小時限制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額度依方案與時間窗變化，活動前重新確認</a:t>
            </a:r>
          </a:p>
        </p:txBody>
      </p:sp>
      <p:sp>
        <p:nvSpPr>
          <p:cNvPr id="21" name="text-1617">
            <a:extLst xmlns:a="http://schemas.openxmlformats.org/drawingml/2006/main">
              <a:ext uri="{FF2B5EF4-FFF2-40B4-BE49-F238E27FC236}">
                <a16:creationId xmlns:a16="http://schemas.microsoft.com/office/drawing/2014/main" id="{0D297028-3C45-4753-8074-0A04C80B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56644b7d7b24f13"/>
              </a:rPr>
              <a:t>Antigravity ↗</a:t>
            </a: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baad5983a214083"/>
              </a:rPr>
              <a:t>Codex ↗</a:t>
            </a: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0f6b7f6280948d1"/>
              </a:rPr>
              <a:t>Claude ↗</a:t>
            </a:r>
          </a:p>
        </p:txBody>
      </p:sp>
      <p:sp>
        <p:nvSpPr>
          <p:cNvPr id="22" name="shape-1663">
            <a:extLst xmlns:a="http://schemas.openxmlformats.org/drawingml/2006/main">
              <a:ext uri="{FF2B5EF4-FFF2-40B4-BE49-F238E27FC236}">
                <a16:creationId xmlns:a16="http://schemas.microsoft.com/office/drawing/2014/main" id="{E096B7C9-1EC3-48FF-A1C1-0E65115E9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8e5e743f1e48f7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1664">
            <a:extLst xmlns:a="http://schemas.openxmlformats.org/drawingml/2006/main">
              <a:ext uri="{FF2B5EF4-FFF2-40B4-BE49-F238E27FC236}">
                <a16:creationId xmlns:a16="http://schemas.microsoft.com/office/drawing/2014/main" id="{D171184C-9C82-4E83-B7DB-B367DB47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879bc134924b9b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1665">
            <a:extLst xmlns:a="http://schemas.openxmlformats.org/drawingml/2006/main">
              <a:ext uri="{FF2B5EF4-FFF2-40B4-BE49-F238E27FC236}">
                <a16:creationId xmlns:a16="http://schemas.microsoft.com/office/drawing/2014/main" id="{B48BE0CD-723C-4D70-84D3-BA0B9EAEB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595d2a0ad54c59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8" name="text-1666">
            <a:extLst xmlns:a="http://schemas.openxmlformats.org/drawingml/2006/main">
              <a:ext uri="{FF2B5EF4-FFF2-40B4-BE49-F238E27FC236}">
                <a16:creationId xmlns:a16="http://schemas.microsoft.com/office/drawing/2014/main" id="{BBE5872F-0AA5-4D42-8656-8F12843B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</p:spTree>
    <p:extLst>
      <p:ext uri="{BB962C8B-B14F-4D97-AF65-F5344CB8AC3E}">
        <p14:creationId xmlns:p14="http://schemas.microsoft.com/office/powerpoint/2010/main" val="211567957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186">
            <a:extLst xmlns:a="http://schemas.openxmlformats.org/drawingml/2006/main">
              <a:ext uri="{FF2B5EF4-FFF2-40B4-BE49-F238E27FC236}">
                <a16:creationId xmlns:a16="http://schemas.microsoft.com/office/drawing/2014/main" id="{4563CE62-0425-4BF8-A0A5-D3CBAAD31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1187">
            <a:extLst xmlns:a="http://schemas.openxmlformats.org/drawingml/2006/main">
              <a:ext uri="{FF2B5EF4-FFF2-40B4-BE49-F238E27FC236}">
                <a16:creationId xmlns:a16="http://schemas.microsoft.com/office/drawing/2014/main" id="{2B7D42A0-6197-4611-B6CC-ED872CFD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" name="text-1188">
            <a:extLst xmlns:a="http://schemas.openxmlformats.org/drawingml/2006/main">
              <a:ext uri="{FF2B5EF4-FFF2-40B4-BE49-F238E27FC236}">
                <a16:creationId xmlns:a16="http://schemas.microsoft.com/office/drawing/2014/main" id="{604E2CC9-0775-434C-8066-FB28B37DC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把反覆使用的提示詞、規則、範例與檢查方式，封裝成 Agent 需要時才載入的專業工作包。</a:t>
            </a:r>
          </a:p>
        </p:txBody>
      </p:sp>
      <p:sp>
        <p:nvSpPr>
          <p:cNvPr id="4" name="shape-1189">
            <a:extLst xmlns:a="http://schemas.openxmlformats.org/drawingml/2006/main">
              <a:ext uri="{FF2B5EF4-FFF2-40B4-BE49-F238E27FC236}">
                <a16:creationId xmlns:a16="http://schemas.microsoft.com/office/drawing/2014/main" id="{72C94B8F-EDD7-4B44-AE57-A5851E2B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190">
            <a:extLst xmlns:a="http://schemas.openxmlformats.org/drawingml/2006/main">
              <a:ext uri="{FF2B5EF4-FFF2-40B4-BE49-F238E27FC236}">
                <a16:creationId xmlns:a16="http://schemas.microsoft.com/office/drawing/2014/main" id="{782A963C-62AF-4F68-8F2E-699A5AF3E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19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1192">
            <a:extLst xmlns:a="http://schemas.openxmlformats.org/drawingml/2006/main">
              <a:ext uri="{FF2B5EF4-FFF2-40B4-BE49-F238E27FC236}">
                <a16:creationId xmlns:a16="http://schemas.microsoft.com/office/drawing/2014/main" id="{15597886-1902-439E-ACF9-4500A23F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ED731B0-6E08-493A-A822-09A946D50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9" name="text-1618">
            <a:extLst xmlns:a="http://schemas.openxmlformats.org/drawingml/2006/main">
              <a:ext uri="{FF2B5EF4-FFF2-40B4-BE49-F238E27FC236}">
                <a16:creationId xmlns:a16="http://schemas.microsoft.com/office/drawing/2014/main" id="{229EF39B-FADD-4F76-8AE8-404FB8C80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bc42ce9cd004c2a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afe0ba409444ab3"/>
              </a:rPr>
              <a:t>Codex Skills ↗</a:t>
            </a:r>
          </a:p>
        </p:txBody>
      </p:sp>
      <p:sp>
        <p:nvSpPr>
          <p:cNvPr id="10" name="shape-1667">
            <a:extLst xmlns:a="http://schemas.openxmlformats.org/drawingml/2006/main">
              <a:ext uri="{FF2B5EF4-FFF2-40B4-BE49-F238E27FC236}">
                <a16:creationId xmlns:a16="http://schemas.microsoft.com/office/drawing/2014/main" id="{368AC6BA-FAFE-4E5B-9231-5D491890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d5ae6a8d26427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1668">
            <a:extLst xmlns:a="http://schemas.openxmlformats.org/drawingml/2006/main">
              <a:ext uri="{FF2B5EF4-FFF2-40B4-BE49-F238E27FC236}">
                <a16:creationId xmlns:a16="http://schemas.microsoft.com/office/drawing/2014/main" id="{3A9DFAB0-D740-4411-A3CA-A227208AE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99b5fe878f422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1669">
            <a:extLst xmlns:a="http://schemas.openxmlformats.org/drawingml/2006/main">
              <a:ext uri="{FF2B5EF4-FFF2-40B4-BE49-F238E27FC236}">
                <a16:creationId xmlns:a16="http://schemas.microsoft.com/office/drawing/2014/main" id="{3E60EE45-7604-4837-812D-A884606A3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85882842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193">
            <a:extLst xmlns:a="http://schemas.openxmlformats.org/drawingml/2006/main">
              <a:ext uri="{FF2B5EF4-FFF2-40B4-BE49-F238E27FC236}">
                <a16:creationId xmlns:a16="http://schemas.microsoft.com/office/drawing/2014/main" id="{91122E02-B698-46BA-A5E3-D9DC5A68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REUSE WITHOUT CONTEXT BLOAT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A9665DE-FACF-4AD4-B164-27141099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為什麼需要 Skill？</a:t>
            </a:r>
          </a:p>
        </p:txBody>
      </p:sp>
      <p:cxnSp>
        <p:nvCxnSpPr>
          <p:cNvPr id="20" name="shape-119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95">
            <a:extLst xmlns:a="http://schemas.openxmlformats.org/drawingml/2006/main">
              <a:ext uri="{FF2B5EF4-FFF2-40B4-BE49-F238E27FC236}">
                <a16:creationId xmlns:a16="http://schemas.microsoft.com/office/drawing/2014/main" id="{E625FA21-C6BE-4BE8-AD44-6270884B8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BDD5A00-AACA-4DDC-95FF-BED685E5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1196">
            <a:extLst xmlns:a="http://schemas.openxmlformats.org/drawingml/2006/main">
              <a:ext uri="{FF2B5EF4-FFF2-40B4-BE49-F238E27FC236}">
                <a16:creationId xmlns:a16="http://schemas.microsoft.com/office/drawing/2014/main" id="{E1D36DBB-D799-4FCE-834C-9B3E7A81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197">
            <a:extLst xmlns:a="http://schemas.openxmlformats.org/drawingml/2006/main">
              <a:ext uri="{FF2B5EF4-FFF2-40B4-BE49-F238E27FC236}">
                <a16:creationId xmlns:a16="http://schemas.microsoft.com/office/drawing/2014/main" id="{73F48BB3-D4F2-4C5E-BFCC-D28B8CC36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198">
            <a:extLst xmlns:a="http://schemas.openxmlformats.org/drawingml/2006/main">
              <a:ext uri="{FF2B5EF4-FFF2-40B4-BE49-F238E27FC236}">
                <a16:creationId xmlns:a16="http://schemas.microsoft.com/office/drawing/2014/main" id="{3FFA867D-FD99-423E-8934-49E556B9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每次貼長提示詞</a:t>
            </a:r>
          </a:p>
        </p:txBody>
      </p:sp>
      <p:sp>
        <p:nvSpPr>
          <p:cNvPr id="9" name="text-1199">
            <a:extLst xmlns:a="http://schemas.openxmlformats.org/drawingml/2006/main">
              <a:ext uri="{FF2B5EF4-FFF2-40B4-BE49-F238E27FC236}">
                <a16:creationId xmlns:a16="http://schemas.microsoft.com/office/drawing/2014/main" id="{BE795ED4-27CA-4596-AF40-0C7EEA16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容易漏貼規則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版本散落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範例與腳本混在對話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上下文被無關內容塞滿</a:t>
            </a:r>
          </a:p>
        </p:txBody>
      </p:sp>
      <p:sp>
        <p:nvSpPr>
          <p:cNvPr id="10" name="text-1200">
            <a:extLst xmlns:a="http://schemas.openxmlformats.org/drawingml/2006/main">
              <a:ext uri="{FF2B5EF4-FFF2-40B4-BE49-F238E27FC236}">
                <a16:creationId xmlns:a16="http://schemas.microsoft.com/office/drawing/2014/main" id="{A6455829-5931-40E2-A9FE-E4AFE8AAE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按需載入 Skill</a:t>
            </a:r>
          </a:p>
        </p:txBody>
      </p:sp>
      <p:sp>
        <p:nvSpPr>
          <p:cNvPr id="11" name="text-1201">
            <a:extLst xmlns:a="http://schemas.openxmlformats.org/drawingml/2006/main">
              <a:ext uri="{FF2B5EF4-FFF2-40B4-BE49-F238E27FC236}">
                <a16:creationId xmlns:a16="http://schemas.microsoft.com/office/drawing/2014/main" id="{F3015336-D8A6-47FE-A903-E5E1564D7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先用名稱與描述判斷是否適用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需要時才讀完整流程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可附 references、scripts、assets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可測試、版控與共同維護</a:t>
            </a:r>
          </a:p>
        </p:txBody>
      </p:sp>
      <p:sp>
        <p:nvSpPr>
          <p:cNvPr id="12" name="text-1619">
            <a:extLst xmlns:a="http://schemas.openxmlformats.org/drawingml/2006/main">
              <a:ext uri="{FF2B5EF4-FFF2-40B4-BE49-F238E27FC236}">
                <a16:creationId xmlns:a16="http://schemas.microsoft.com/office/drawing/2014/main" id="{514B1534-DB4C-4D6F-A752-A73A4A6F4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18760168fbc4361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b6cf100bbbc440a"/>
              </a:rPr>
              <a:t>Codex Skills ↗</a:t>
            </a:r>
          </a:p>
        </p:txBody>
      </p:sp>
      <p:sp>
        <p:nvSpPr>
          <p:cNvPr id="13" name="shape-1670">
            <a:extLst xmlns:a="http://schemas.openxmlformats.org/drawingml/2006/main">
              <a:ext uri="{FF2B5EF4-FFF2-40B4-BE49-F238E27FC236}">
                <a16:creationId xmlns:a16="http://schemas.microsoft.com/office/drawing/2014/main" id="{0FBDDC21-799A-48B3-815F-BCE7C91E6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d7a1bd711c471f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5" name="text-1671">
            <a:extLst xmlns:a="http://schemas.openxmlformats.org/drawingml/2006/main">
              <a:ext uri="{FF2B5EF4-FFF2-40B4-BE49-F238E27FC236}">
                <a16:creationId xmlns:a16="http://schemas.microsoft.com/office/drawing/2014/main" id="{8BAAE73B-844A-4B80-803E-5C5A01CD3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cb675d7da24bc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7" name="text-1672">
            <a:extLst xmlns:a="http://schemas.openxmlformats.org/drawingml/2006/main">
              <a:ext uri="{FF2B5EF4-FFF2-40B4-BE49-F238E27FC236}">
                <a16:creationId xmlns:a16="http://schemas.microsoft.com/office/drawing/2014/main" id="{7775CCCC-6B65-4A79-98A6-DE626A33D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208759152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202">
            <a:extLst xmlns:a="http://schemas.openxmlformats.org/drawingml/2006/main">
              <a:ext uri="{FF2B5EF4-FFF2-40B4-BE49-F238E27FC236}">
                <a16:creationId xmlns:a16="http://schemas.microsoft.com/office/drawing/2014/main" id="{F587BCF1-52E0-4472-8A30-A660CB11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51 PROMPTS · 9 DOMAINS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957DE9E-7D5A-49DA-A9CD-A8873597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從提示詞快捷面板開始發想</a:t>
            </a:r>
          </a:p>
        </p:txBody>
      </p:sp>
      <p:cxnSp>
        <p:nvCxnSpPr>
          <p:cNvPr id="15" name="shape-120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04">
            <a:extLst xmlns:a="http://schemas.openxmlformats.org/drawingml/2006/main">
              <a:ext uri="{FF2B5EF4-FFF2-40B4-BE49-F238E27FC236}">
                <a16:creationId xmlns:a16="http://schemas.microsoft.com/office/drawing/2014/main" id="{1F7E4CA4-2492-48F6-ACDC-D140C707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1160978-FBE1-4167-A266-356C9165C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d2a5bf566e4dd5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205">
            <a:extLst xmlns:a="http://schemas.openxmlformats.org/drawingml/2006/main">
              <a:ext uri="{FF2B5EF4-FFF2-40B4-BE49-F238E27FC236}">
                <a16:creationId xmlns:a16="http://schemas.microsoft.com/office/drawing/2014/main" id="{2675D48D-5CF2-496E-80D7-8793B9BA6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阿凱老師的提示詞快捷面板</a:t>
            </a:r>
          </a:p>
        </p:txBody>
      </p:sp>
      <p:sp>
        <p:nvSpPr>
          <p:cNvPr id="8" name="text-1206">
            <a:extLst xmlns:a="http://schemas.openxmlformats.org/drawingml/2006/main">
              <a:ext uri="{FF2B5EF4-FFF2-40B4-BE49-F238E27FC236}">
                <a16:creationId xmlns:a16="http://schemas.microsoft.com/office/drawing/2014/main" id="{12BC55FC-478A-4C67-B88B-8022DEDD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部署上線：Pages、Firebase、版本確認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網站設計：單檔網站、RWD、Google Sites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影音字幕：SRT、章節、短影片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圖像簡報、內容寫作、功能整合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技能文件、開發流程與常用片段</a:t>
            </a:r>
          </a:p>
        </p:txBody>
      </p:sp>
      <p:sp>
        <p:nvSpPr>
          <p:cNvPr id="9" name="text-1627">
            <a:extLst xmlns:a="http://schemas.openxmlformats.org/drawingml/2006/main">
              <a:ext uri="{FF2B5EF4-FFF2-40B4-BE49-F238E27FC236}">
                <a16:creationId xmlns:a16="http://schemas.microsoft.com/office/drawing/2014/main" id="{94BD1FAB-E58D-4AED-A682-962309B47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42e2eaa2dae450b"/>
              </a:rPr>
              <a:t>開啟提示詞面板 ↗</a:t>
            </a:r>
          </a:p>
        </p:txBody>
      </p:sp>
      <p:sp>
        <p:nvSpPr>
          <p:cNvPr id="10" name="shape-1694">
            <a:extLst xmlns:a="http://schemas.openxmlformats.org/drawingml/2006/main">
              <a:ext uri="{FF2B5EF4-FFF2-40B4-BE49-F238E27FC236}">
                <a16:creationId xmlns:a16="http://schemas.microsoft.com/office/drawing/2014/main" id="{AF9CB788-5696-445A-B432-B404DBF86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86e7ca7fa64d4f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1695">
            <a:extLst xmlns:a="http://schemas.openxmlformats.org/drawingml/2006/main">
              <a:ext uri="{FF2B5EF4-FFF2-40B4-BE49-F238E27FC236}">
                <a16:creationId xmlns:a16="http://schemas.microsoft.com/office/drawing/2014/main" id="{11AC2F5D-AA18-4C47-A8E0-B400BFFEE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提示詞面板</a:t>
            </a:r>
          </a:p>
        </p:txBody>
      </p:sp>
    </p:spTree>
    <p:extLst>
      <p:ext uri="{BB962C8B-B14F-4D97-AF65-F5344CB8AC3E}">
        <p14:creationId xmlns:p14="http://schemas.microsoft.com/office/powerpoint/2010/main" val="118977333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207">
            <a:extLst xmlns:a="http://schemas.openxmlformats.org/drawingml/2006/main">
              <a:ext uri="{FF2B5EF4-FFF2-40B4-BE49-F238E27FC236}">
                <a16:creationId xmlns:a16="http://schemas.microsoft.com/office/drawing/2014/main" id="{DE971A19-41CB-4674-BEFA-0C57C22B7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PROMPT →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DD604D6-3D53-47B7-A2CE-44E2537D4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四問判斷：這個提示詞值得升級成 Skill 嗎？</a:t>
            </a:r>
          </a:p>
        </p:txBody>
      </p:sp>
      <p:cxnSp>
        <p:nvCxnSpPr>
          <p:cNvPr id="30" name="shape-120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09">
            <a:extLst xmlns:a="http://schemas.openxmlformats.org/drawingml/2006/main">
              <a:ext uri="{FF2B5EF4-FFF2-40B4-BE49-F238E27FC236}">
                <a16:creationId xmlns:a16="http://schemas.microsoft.com/office/drawing/2014/main" id="{2A070353-67E9-46F4-AC41-56270F862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F3EF76B-E673-48DA-BA8A-B22E6BE1D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1210">
            <a:extLst xmlns:a="http://schemas.openxmlformats.org/drawingml/2006/main">
              <a:ext uri="{FF2B5EF4-FFF2-40B4-BE49-F238E27FC236}">
                <a16:creationId xmlns:a16="http://schemas.microsoft.com/office/drawing/2014/main" id="{596D54EA-AA6F-4007-87E9-9659C5747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211">
            <a:extLst xmlns:a="http://schemas.openxmlformats.org/drawingml/2006/main">
              <a:ext uri="{FF2B5EF4-FFF2-40B4-BE49-F238E27FC236}">
                <a16:creationId xmlns:a16="http://schemas.microsoft.com/office/drawing/2014/main" id="{7ACEB145-F587-4860-AF8E-0B09D7184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</a:t>
            </a:r>
          </a:p>
        </p:txBody>
      </p:sp>
      <p:sp>
        <p:nvSpPr>
          <p:cNvPr id="8" name="text-1212">
            <a:extLst xmlns:a="http://schemas.openxmlformats.org/drawingml/2006/main">
              <a:ext uri="{FF2B5EF4-FFF2-40B4-BE49-F238E27FC236}">
                <a16:creationId xmlns:a16="http://schemas.microsoft.com/office/drawing/2014/main" id="{598A8361-1BB8-4925-B78F-A1EF7E4EE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會重複嗎？</a:t>
            </a:r>
          </a:p>
        </p:txBody>
      </p:sp>
      <p:sp>
        <p:nvSpPr>
          <p:cNvPr id="9" name="text-1213">
            <a:extLst xmlns:a="http://schemas.openxmlformats.org/drawingml/2006/main">
              <a:ext uri="{FF2B5EF4-FFF2-40B4-BE49-F238E27FC236}">
                <a16:creationId xmlns:a16="http://schemas.microsoft.com/office/drawing/2014/main" id="{50D8DD68-9393-46F5-B62F-B292B4843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一學期或一個團隊會反覆遇到，不是一次性要求。</a:t>
            </a:r>
          </a:p>
        </p:txBody>
      </p:sp>
      <p:sp>
        <p:nvSpPr>
          <p:cNvPr id="10" name="shape-1214">
            <a:extLst xmlns:a="http://schemas.openxmlformats.org/drawingml/2006/main">
              <a:ext uri="{FF2B5EF4-FFF2-40B4-BE49-F238E27FC236}">
                <a16:creationId xmlns:a16="http://schemas.microsoft.com/office/drawing/2014/main" id="{8D1BCBD9-EB94-4124-9F3B-FE58DDA73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215">
            <a:extLst xmlns:a="http://schemas.openxmlformats.org/drawingml/2006/main">
              <a:ext uri="{FF2B5EF4-FFF2-40B4-BE49-F238E27FC236}">
                <a16:creationId xmlns:a16="http://schemas.microsoft.com/office/drawing/2014/main" id="{04D4387B-42CF-4FA0-900B-671E4601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</a:t>
            </a:r>
          </a:p>
        </p:txBody>
      </p:sp>
      <p:sp>
        <p:nvSpPr>
          <p:cNvPr id="12" name="text-1216">
            <a:extLst xmlns:a="http://schemas.openxmlformats.org/drawingml/2006/main">
              <a:ext uri="{FF2B5EF4-FFF2-40B4-BE49-F238E27FC236}">
                <a16:creationId xmlns:a16="http://schemas.microsoft.com/office/drawing/2014/main" id="{229D0ED7-12D8-4F04-B103-526BEFE50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流程穩定嗎？</a:t>
            </a:r>
          </a:p>
        </p:txBody>
      </p:sp>
      <p:sp>
        <p:nvSpPr>
          <p:cNvPr id="13" name="text-1217">
            <a:extLst xmlns:a="http://schemas.openxmlformats.org/drawingml/2006/main">
              <a:ext uri="{FF2B5EF4-FFF2-40B4-BE49-F238E27FC236}">
                <a16:creationId xmlns:a16="http://schemas.microsoft.com/office/drawing/2014/main" id="{B5BC473F-C170-40D8-96CF-7A4D23A22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大部分步驟、限制與輸出欄位可固定。</a:t>
            </a:r>
          </a:p>
        </p:txBody>
      </p:sp>
      <p:sp>
        <p:nvSpPr>
          <p:cNvPr id="14" name="shape-1218">
            <a:extLst xmlns:a="http://schemas.openxmlformats.org/drawingml/2006/main">
              <a:ext uri="{FF2B5EF4-FFF2-40B4-BE49-F238E27FC236}">
                <a16:creationId xmlns:a16="http://schemas.microsoft.com/office/drawing/2014/main" id="{EEBC22E9-79A0-489C-AF61-7B20AE7AC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219">
            <a:extLst xmlns:a="http://schemas.openxmlformats.org/drawingml/2006/main">
              <a:ext uri="{FF2B5EF4-FFF2-40B4-BE49-F238E27FC236}">
                <a16:creationId xmlns:a16="http://schemas.microsoft.com/office/drawing/2014/main" id="{DAA5B578-5339-4F3D-AB02-4699C75D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V</a:t>
            </a:r>
          </a:p>
        </p:txBody>
      </p:sp>
      <p:sp>
        <p:nvSpPr>
          <p:cNvPr id="16" name="text-1220">
            <a:extLst xmlns:a="http://schemas.openxmlformats.org/drawingml/2006/main">
              <a:ext uri="{FF2B5EF4-FFF2-40B4-BE49-F238E27FC236}">
                <a16:creationId xmlns:a16="http://schemas.microsoft.com/office/drawing/2014/main" id="{099C52B4-DF89-4B29-B166-B50D345B4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能驗證嗎？</a:t>
            </a:r>
          </a:p>
        </p:txBody>
      </p:sp>
      <p:sp>
        <p:nvSpPr>
          <p:cNvPr id="17" name="text-1221">
            <a:extLst xmlns:a="http://schemas.openxmlformats.org/drawingml/2006/main">
              <a:ext uri="{FF2B5EF4-FFF2-40B4-BE49-F238E27FC236}">
                <a16:creationId xmlns:a16="http://schemas.microsoft.com/office/drawing/2014/main" id="{1CB9F7E5-2343-4805-BF2E-F30EF20CB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有可檢查的完成條件，而非只憑喜好。</a:t>
            </a:r>
          </a:p>
        </p:txBody>
      </p:sp>
      <p:sp>
        <p:nvSpPr>
          <p:cNvPr id="18" name="shape-1222">
            <a:extLst xmlns:a="http://schemas.openxmlformats.org/drawingml/2006/main">
              <a:ext uri="{FF2B5EF4-FFF2-40B4-BE49-F238E27FC236}">
                <a16:creationId xmlns:a16="http://schemas.microsoft.com/office/drawing/2014/main" id="{D9C9D3A7-9979-4B39-B170-44712E5A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223">
            <a:extLst xmlns:a="http://schemas.openxmlformats.org/drawingml/2006/main">
              <a:ext uri="{FF2B5EF4-FFF2-40B4-BE49-F238E27FC236}">
                <a16:creationId xmlns:a16="http://schemas.microsoft.com/office/drawing/2014/main" id="{FD4D600C-BDF8-4515-A766-88EEF1DE9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</a:t>
            </a:r>
          </a:p>
        </p:txBody>
      </p:sp>
      <p:sp>
        <p:nvSpPr>
          <p:cNvPr id="20" name="text-1224">
            <a:extLst xmlns:a="http://schemas.openxmlformats.org/drawingml/2006/main">
              <a:ext uri="{FF2B5EF4-FFF2-40B4-BE49-F238E27FC236}">
                <a16:creationId xmlns:a16="http://schemas.microsoft.com/office/drawing/2014/main" id="{DC526B52-90BC-4190-B763-F71C7F19E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能維護嗎？</a:t>
            </a:r>
          </a:p>
        </p:txBody>
      </p:sp>
      <p:sp>
        <p:nvSpPr>
          <p:cNvPr id="21" name="text-1225">
            <a:extLst xmlns:a="http://schemas.openxmlformats.org/drawingml/2006/main">
              <a:ext uri="{FF2B5EF4-FFF2-40B4-BE49-F238E27FC236}">
                <a16:creationId xmlns:a16="http://schemas.microsoft.com/office/drawing/2014/main" id="{B1D12C96-43CB-4142-B117-56DAEAB5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範例、規則與腳本可以更新、版控與交接。</a:t>
            </a:r>
          </a:p>
        </p:txBody>
      </p:sp>
      <p:sp>
        <p:nvSpPr>
          <p:cNvPr id="22" name="text-1620">
            <a:extLst xmlns:a="http://schemas.openxmlformats.org/drawingml/2006/main">
              <a:ext uri="{FF2B5EF4-FFF2-40B4-BE49-F238E27FC236}">
                <a16:creationId xmlns:a16="http://schemas.microsoft.com/office/drawing/2014/main" id="{76DE7C92-E491-4CB1-A3A2-1AE420A05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7ecad6a662e4c5c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1061417940c42b9"/>
              </a:rPr>
              <a:t>Codex Skills ↗</a:t>
            </a:r>
          </a:p>
        </p:txBody>
      </p:sp>
      <p:sp>
        <p:nvSpPr>
          <p:cNvPr id="23" name="shape-1673">
            <a:extLst xmlns:a="http://schemas.openxmlformats.org/drawingml/2006/main">
              <a:ext uri="{FF2B5EF4-FFF2-40B4-BE49-F238E27FC236}">
                <a16:creationId xmlns:a16="http://schemas.microsoft.com/office/drawing/2014/main" id="{4B487E05-6FC2-40D6-A93F-E81A9885A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cc6b1ea666453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674">
            <a:extLst xmlns:a="http://schemas.openxmlformats.org/drawingml/2006/main">
              <a:ext uri="{FF2B5EF4-FFF2-40B4-BE49-F238E27FC236}">
                <a16:creationId xmlns:a16="http://schemas.microsoft.com/office/drawing/2014/main" id="{4685429E-859C-4A75-B712-D6570CB5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99509b8029479a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675">
            <a:extLst xmlns:a="http://schemas.openxmlformats.org/drawingml/2006/main">
              <a:ext uri="{FF2B5EF4-FFF2-40B4-BE49-F238E27FC236}">
                <a16:creationId xmlns:a16="http://schemas.microsoft.com/office/drawing/2014/main" id="{80C4908D-1820-4B25-BFCB-EDEAD080A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48185491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226">
            <a:extLst xmlns:a="http://schemas.openxmlformats.org/drawingml/2006/main">
              <a:ext uri="{FF2B5EF4-FFF2-40B4-BE49-F238E27FC236}">
                <a16:creationId xmlns:a16="http://schemas.microsoft.com/office/drawing/2014/main" id="{A55F5552-895F-428A-8060-EB46E7DD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CREATIVE STARTERS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FC8D132-C6F2-458D-8F83-0221C5B94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六個真實提示詞，如何升級成 Skill</a:t>
            </a:r>
          </a:p>
        </p:txBody>
      </p:sp>
      <p:cxnSp>
        <p:nvCxnSpPr>
          <p:cNvPr id="38" name="shape-122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28">
            <a:extLst xmlns:a="http://schemas.openxmlformats.org/drawingml/2006/main">
              <a:ext uri="{FF2B5EF4-FFF2-40B4-BE49-F238E27FC236}">
                <a16:creationId xmlns:a16="http://schemas.microsoft.com/office/drawing/2014/main" id="{FB3E8A12-C5C2-41A5-B9A0-8F25A0C3B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46E2130-9F38-4F9A-9102-2E1F156DE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shape-1229">
            <a:extLst xmlns:a="http://schemas.openxmlformats.org/drawingml/2006/main">
              <a:ext uri="{FF2B5EF4-FFF2-40B4-BE49-F238E27FC236}">
                <a16:creationId xmlns:a16="http://schemas.microsoft.com/office/drawing/2014/main" id="{1315CD0E-F29D-49D7-A18C-FE8B63B0C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230">
            <a:extLst xmlns:a="http://schemas.openxmlformats.org/drawingml/2006/main">
              <a:ext uri="{FF2B5EF4-FFF2-40B4-BE49-F238E27FC236}">
                <a16:creationId xmlns:a16="http://schemas.microsoft.com/office/drawing/2014/main" id="{33D5F55E-A6DB-4F95-9DE7-84A2935AC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WEB</a:t>
            </a:r>
          </a:p>
        </p:txBody>
      </p:sp>
      <p:sp>
        <p:nvSpPr>
          <p:cNvPr id="8" name="text-1231">
            <a:extLst xmlns:a="http://schemas.openxmlformats.org/drawingml/2006/main">
              <a:ext uri="{FF2B5EF4-FFF2-40B4-BE49-F238E27FC236}">
                <a16:creationId xmlns:a16="http://schemas.microsoft.com/office/drawing/2014/main" id="{FBB55AE9-C4AF-42E3-87C8-E3CC7DC4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/onepage</a:t>
            </a:r>
          </a:p>
        </p:txBody>
      </p:sp>
      <p:sp>
        <p:nvSpPr>
          <p:cNvPr id="9" name="text-1232">
            <a:extLst xmlns:a="http://schemas.openxmlformats.org/drawingml/2006/main">
              <a:ext uri="{FF2B5EF4-FFF2-40B4-BE49-F238E27FC236}">
                <a16:creationId xmlns:a16="http://schemas.microsoft.com/office/drawing/2014/main" id="{1E0A5EAE-3ED9-4C63-A248-C29D85714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單檔互動網站 → 課程資源頁產製＋RWD＋連結檢查。</a:t>
            </a:r>
          </a:p>
        </p:txBody>
      </p:sp>
      <p:sp>
        <p:nvSpPr>
          <p:cNvPr id="10" name="shape-1233">
            <a:extLst xmlns:a="http://schemas.openxmlformats.org/drawingml/2006/main">
              <a:ext uri="{FF2B5EF4-FFF2-40B4-BE49-F238E27FC236}">
                <a16:creationId xmlns:a16="http://schemas.microsoft.com/office/drawing/2014/main" id="{E2F370DC-0536-4548-BB46-26AEFF644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234">
            <a:extLst xmlns:a="http://schemas.openxmlformats.org/drawingml/2006/main">
              <a:ext uri="{FF2B5EF4-FFF2-40B4-BE49-F238E27FC236}">
                <a16:creationId xmlns:a16="http://schemas.microsoft.com/office/drawing/2014/main" id="{8C6FC3AB-8755-40D2-B048-10988991B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PPT</a:t>
            </a:r>
          </a:p>
        </p:txBody>
      </p:sp>
      <p:sp>
        <p:nvSpPr>
          <p:cNvPr id="12" name="text-1235">
            <a:extLst xmlns:a="http://schemas.openxmlformats.org/drawingml/2006/main">
              <a:ext uri="{FF2B5EF4-FFF2-40B4-BE49-F238E27FC236}">
                <a16:creationId xmlns:a16="http://schemas.microsoft.com/office/drawing/2014/main" id="{0CF8399D-3266-4C81-A370-72057F74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/ppt</a:t>
            </a:r>
          </a:p>
        </p:txBody>
      </p:sp>
      <p:sp>
        <p:nvSpPr>
          <p:cNvPr id="13" name="text-1236">
            <a:extLst xmlns:a="http://schemas.openxmlformats.org/drawingml/2006/main">
              <a:ext uri="{FF2B5EF4-FFF2-40B4-BE49-F238E27FC236}">
                <a16:creationId xmlns:a16="http://schemas.microsoft.com/office/drawing/2014/main" id="{F896F31F-A498-43A9-9420-AA0D2782E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溫馨簡報 → 來源整理＋頁面結構＋逐頁渲染檢核。</a:t>
            </a:r>
          </a:p>
        </p:txBody>
      </p:sp>
      <p:sp>
        <p:nvSpPr>
          <p:cNvPr id="14" name="shape-1237">
            <a:extLst xmlns:a="http://schemas.openxmlformats.org/drawingml/2006/main">
              <a:ext uri="{FF2B5EF4-FFF2-40B4-BE49-F238E27FC236}">
                <a16:creationId xmlns:a16="http://schemas.microsoft.com/office/drawing/2014/main" id="{473868B2-80C9-49FB-8970-7F8194F0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238">
            <a:extLst xmlns:a="http://schemas.openxmlformats.org/drawingml/2006/main">
              <a:ext uri="{FF2B5EF4-FFF2-40B4-BE49-F238E27FC236}">
                <a16:creationId xmlns:a16="http://schemas.microsoft.com/office/drawing/2014/main" id="{641D2842-11DD-431D-87A8-F270A3D4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SRT</a:t>
            </a:r>
          </a:p>
        </p:txBody>
      </p:sp>
      <p:sp>
        <p:nvSpPr>
          <p:cNvPr id="16" name="text-1239">
            <a:extLst xmlns:a="http://schemas.openxmlformats.org/drawingml/2006/main">
              <a:ext uri="{FF2B5EF4-FFF2-40B4-BE49-F238E27FC236}">
                <a16:creationId xmlns:a16="http://schemas.microsoft.com/office/drawing/2014/main" id="{80AE04C3-5526-4620-AD28-88A8C204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/srt</a:t>
            </a:r>
          </a:p>
        </p:txBody>
      </p:sp>
      <p:sp>
        <p:nvSpPr>
          <p:cNvPr id="17" name="text-1240">
            <a:extLst xmlns:a="http://schemas.openxmlformats.org/drawingml/2006/main">
              <a:ext uri="{FF2B5EF4-FFF2-40B4-BE49-F238E27FC236}">
                <a16:creationId xmlns:a16="http://schemas.microsoft.com/office/drawing/2014/main" id="{A0377EBA-2E09-49FF-99EE-EF0B0B52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SRT 字幕 → 語音轉錄＋專名校正＋空白切斷＋格式測試。</a:t>
            </a:r>
          </a:p>
        </p:txBody>
      </p:sp>
      <p:sp>
        <p:nvSpPr>
          <p:cNvPr id="18" name="shape-1241">
            <a:extLst xmlns:a="http://schemas.openxmlformats.org/drawingml/2006/main">
              <a:ext uri="{FF2B5EF4-FFF2-40B4-BE49-F238E27FC236}">
                <a16:creationId xmlns:a16="http://schemas.microsoft.com/office/drawing/2014/main" id="{4C2C36A7-0E9B-4594-9115-44CDCF26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242">
            <a:extLst xmlns:a="http://schemas.openxmlformats.org/drawingml/2006/main">
              <a:ext uri="{FF2B5EF4-FFF2-40B4-BE49-F238E27FC236}">
                <a16:creationId xmlns:a16="http://schemas.microsoft.com/office/drawing/2014/main" id="{3F0C2C27-33ED-4CBC-A47A-48431158F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QA</a:t>
            </a:r>
          </a:p>
        </p:txBody>
      </p:sp>
      <p:sp>
        <p:nvSpPr>
          <p:cNvPr id="20" name="text-1243">
            <a:extLst xmlns:a="http://schemas.openxmlformats.org/drawingml/2006/main">
              <a:ext uri="{FF2B5EF4-FFF2-40B4-BE49-F238E27FC236}">
                <a16:creationId xmlns:a16="http://schemas.microsoft.com/office/drawing/2014/main" id="{F31D18B6-31A4-48B8-94D5-5FE419BE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/audit</a:t>
            </a:r>
          </a:p>
        </p:txBody>
      </p:sp>
      <p:sp>
        <p:nvSpPr>
          <p:cNvPr id="21" name="text-1244">
            <a:extLst xmlns:a="http://schemas.openxmlformats.org/drawingml/2006/main">
              <a:ext uri="{FF2B5EF4-FFF2-40B4-BE49-F238E27FC236}">
                <a16:creationId xmlns:a16="http://schemas.microsoft.com/office/drawing/2014/main" id="{1C004018-4E82-4A2A-9C2F-3B172751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資料夾總檢 → 唯讀盤點＋風險分類＋移植建議＋交接文件。</a:t>
            </a:r>
          </a:p>
        </p:txBody>
      </p:sp>
      <p:sp>
        <p:nvSpPr>
          <p:cNvPr id="22" name="shape-1245">
            <a:extLst xmlns:a="http://schemas.openxmlformats.org/drawingml/2006/main">
              <a:ext uri="{FF2B5EF4-FFF2-40B4-BE49-F238E27FC236}">
                <a16:creationId xmlns:a16="http://schemas.microsoft.com/office/drawing/2014/main" id="{30A50B14-451C-4F69-BF0D-A43E9C0FF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246">
            <a:extLst xmlns:a="http://schemas.openxmlformats.org/drawingml/2006/main">
              <a:ext uri="{FF2B5EF4-FFF2-40B4-BE49-F238E27FC236}">
                <a16:creationId xmlns:a16="http://schemas.microsoft.com/office/drawing/2014/main" id="{72631240-FD63-479D-A6CB-5F899170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DEP</a:t>
            </a:r>
          </a:p>
        </p:txBody>
      </p:sp>
      <p:sp>
        <p:nvSpPr>
          <p:cNvPr id="24" name="text-1247">
            <a:extLst xmlns:a="http://schemas.openxmlformats.org/drawingml/2006/main">
              <a:ext uri="{FF2B5EF4-FFF2-40B4-BE49-F238E27FC236}">
                <a16:creationId xmlns:a16="http://schemas.microsoft.com/office/drawing/2014/main" id="{551C468A-597C-4571-B3C9-4401B0014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/pages</a:t>
            </a:r>
          </a:p>
        </p:txBody>
      </p:sp>
      <p:sp>
        <p:nvSpPr>
          <p:cNvPr id="25" name="text-1248">
            <a:extLst xmlns:a="http://schemas.openxmlformats.org/drawingml/2006/main">
              <a:ext uri="{FF2B5EF4-FFF2-40B4-BE49-F238E27FC236}">
                <a16:creationId xmlns:a16="http://schemas.microsoft.com/office/drawing/2014/main" id="{E7EBD64B-BA20-46D8-9C77-5D457FC48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GitHub Pages → 建置設定＋部署＋公開網址驗證。</a:t>
            </a:r>
          </a:p>
        </p:txBody>
      </p:sp>
      <p:sp>
        <p:nvSpPr>
          <p:cNvPr id="26" name="shape-1249">
            <a:extLst xmlns:a="http://schemas.openxmlformats.org/drawingml/2006/main">
              <a:ext uri="{FF2B5EF4-FFF2-40B4-BE49-F238E27FC236}">
                <a16:creationId xmlns:a16="http://schemas.microsoft.com/office/drawing/2014/main" id="{F36F4B4A-179F-4EC8-BC8A-5AA53BB3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250">
            <a:extLst xmlns:a="http://schemas.openxmlformats.org/drawingml/2006/main">
              <a:ext uri="{FF2B5EF4-FFF2-40B4-BE49-F238E27FC236}">
                <a16:creationId xmlns:a16="http://schemas.microsoft.com/office/drawing/2014/main" id="{BB91BB92-F2C6-4492-AE7E-DCD30AFB3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7D48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META</a:t>
            </a:r>
          </a:p>
        </p:txBody>
      </p:sp>
      <p:sp>
        <p:nvSpPr>
          <p:cNvPr id="28" name="text-1251">
            <a:extLst xmlns:a="http://schemas.openxmlformats.org/drawingml/2006/main">
              <a:ext uri="{FF2B5EF4-FFF2-40B4-BE49-F238E27FC236}">
                <a16:creationId xmlns:a16="http://schemas.microsoft.com/office/drawing/2014/main" id="{C214E7B3-A8C9-4398-A49B-39B564DF0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/skill</a:t>
            </a:r>
          </a:p>
        </p:txBody>
      </p:sp>
      <p:sp>
        <p:nvSpPr>
          <p:cNvPr id="29" name="text-1252">
            <a:extLst xmlns:a="http://schemas.openxmlformats.org/drawingml/2006/main">
              <a:ext uri="{FF2B5EF4-FFF2-40B4-BE49-F238E27FC236}">
                <a16:creationId xmlns:a16="http://schemas.microsoft.com/office/drawing/2014/main" id="{640678E9-F677-42F9-BD14-6D7E9BA59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成功案例 → 根因、步驟、觸發條件與回歸測試的知識保存。</a:t>
            </a:r>
          </a:p>
        </p:txBody>
      </p:sp>
      <p:sp>
        <p:nvSpPr>
          <p:cNvPr id="30" name="text-1621">
            <a:extLst xmlns:a="http://schemas.openxmlformats.org/drawingml/2006/main">
              <a:ext uri="{FF2B5EF4-FFF2-40B4-BE49-F238E27FC236}">
                <a16:creationId xmlns:a16="http://schemas.microsoft.com/office/drawing/2014/main" id="{65D6715E-5C20-473E-81AA-0742733D7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e94b4c341c14a84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0ccb94419ad40b1"/>
              </a:rPr>
              <a:t>Codex Skills ↗</a:t>
            </a:r>
          </a:p>
        </p:txBody>
      </p:sp>
      <p:sp>
        <p:nvSpPr>
          <p:cNvPr id="31" name="shape-1676">
            <a:extLst xmlns:a="http://schemas.openxmlformats.org/drawingml/2006/main">
              <a:ext uri="{FF2B5EF4-FFF2-40B4-BE49-F238E27FC236}">
                <a16:creationId xmlns:a16="http://schemas.microsoft.com/office/drawing/2014/main" id="{29950612-5068-4E82-90B5-3127A017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c4ce3c1dbd4e6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677">
            <a:extLst xmlns:a="http://schemas.openxmlformats.org/drawingml/2006/main">
              <a:ext uri="{FF2B5EF4-FFF2-40B4-BE49-F238E27FC236}">
                <a16:creationId xmlns:a16="http://schemas.microsoft.com/office/drawing/2014/main" id="{6512D50B-7B5E-47E9-9AC6-89B26A966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4b54341db54532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678">
            <a:extLst xmlns:a="http://schemas.openxmlformats.org/drawingml/2006/main">
              <a:ext uri="{FF2B5EF4-FFF2-40B4-BE49-F238E27FC236}">
                <a16:creationId xmlns:a16="http://schemas.microsoft.com/office/drawing/2014/main" id="{4D9CBC35-F69D-4EC3-AD47-B72AC294B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206519239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253">
            <a:extLst xmlns:a="http://schemas.openxmlformats.org/drawingml/2006/main">
              <a:ext uri="{FF2B5EF4-FFF2-40B4-BE49-F238E27FC236}">
                <a16:creationId xmlns:a16="http://schemas.microsoft.com/office/drawing/2014/main" id="{4F5EABBB-0F1C-4EB3-96E7-8224B8DEA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FOLDER ANATOMY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0823246-CA57-4F45-81AC-45EF0D9C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 資料夾：主文保持短，細節分層放</a:t>
            </a:r>
          </a:p>
        </p:txBody>
      </p:sp>
      <p:cxnSp>
        <p:nvCxnSpPr>
          <p:cNvPr id="38" name="shape-125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55">
            <a:extLst xmlns:a="http://schemas.openxmlformats.org/drawingml/2006/main">
              <a:ext uri="{FF2B5EF4-FFF2-40B4-BE49-F238E27FC236}">
                <a16:creationId xmlns:a16="http://schemas.microsoft.com/office/drawing/2014/main" id="{E857D4A0-E1EB-4428-90C4-6795A1943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B67C7C4-219E-4F80-A3D4-130984577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shape-1256">
            <a:extLst xmlns:a="http://schemas.openxmlformats.org/drawingml/2006/main">
              <a:ext uri="{FF2B5EF4-FFF2-40B4-BE49-F238E27FC236}">
                <a16:creationId xmlns:a16="http://schemas.microsoft.com/office/drawing/2014/main" id="{E5EBBF02-E98F-4A5F-867F-EEEDA100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257">
            <a:extLst xmlns:a="http://schemas.openxmlformats.org/drawingml/2006/main">
              <a:ext uri="{FF2B5EF4-FFF2-40B4-BE49-F238E27FC236}">
                <a16:creationId xmlns:a16="http://schemas.microsoft.com/office/drawing/2014/main" id="{B475EC53-50B4-4A30-ABF4-FC2843B93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258">
            <a:extLst xmlns:a="http://schemas.openxmlformats.org/drawingml/2006/main">
              <a:ext uri="{FF2B5EF4-FFF2-40B4-BE49-F238E27FC236}">
                <a16:creationId xmlns:a16="http://schemas.microsoft.com/office/drawing/2014/main" id="{BC7FA677-98B1-4B6B-A162-3235541B7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259">
            <a:extLst xmlns:a="http://schemas.openxmlformats.org/drawingml/2006/main">
              <a:ext uri="{FF2B5EF4-FFF2-40B4-BE49-F238E27FC236}">
                <a16:creationId xmlns:a16="http://schemas.microsoft.com/office/drawing/2014/main" id="{D379E354-9E5C-4699-A468-E620A33C0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10" name="text-1260">
            <a:extLst xmlns:a="http://schemas.openxmlformats.org/drawingml/2006/main">
              <a:ext uri="{FF2B5EF4-FFF2-40B4-BE49-F238E27FC236}">
                <a16:creationId xmlns:a16="http://schemas.microsoft.com/office/drawing/2014/main" id="{68168F25-2A20-41FE-B2F5-E9D4772E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名稱、描述、核心流程</a:t>
            </a:r>
          </a:p>
        </p:txBody>
      </p:sp>
      <p:sp>
        <p:nvSpPr>
          <p:cNvPr id="11" name="text-1261">
            <a:extLst xmlns:a="http://schemas.openxmlformats.org/drawingml/2006/main">
              <a:ext uri="{FF2B5EF4-FFF2-40B4-BE49-F238E27FC236}">
                <a16:creationId xmlns:a16="http://schemas.microsoft.com/office/drawing/2014/main" id="{CB7EF3E5-2DB8-4A25-8252-CE7E5004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262">
            <a:extLst xmlns:a="http://schemas.openxmlformats.org/drawingml/2006/main">
              <a:ext uri="{FF2B5EF4-FFF2-40B4-BE49-F238E27FC236}">
                <a16:creationId xmlns:a16="http://schemas.microsoft.com/office/drawing/2014/main" id="{9EC35C75-8814-49F5-B5C5-4F83B05D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263">
            <a:extLst xmlns:a="http://schemas.openxmlformats.org/drawingml/2006/main">
              <a:ext uri="{FF2B5EF4-FFF2-40B4-BE49-F238E27FC236}">
                <a16:creationId xmlns:a16="http://schemas.microsoft.com/office/drawing/2014/main" id="{18A8FDC1-1754-46E8-9788-9E4D6AA99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264">
            <a:extLst xmlns:a="http://schemas.openxmlformats.org/drawingml/2006/main">
              <a:ext uri="{FF2B5EF4-FFF2-40B4-BE49-F238E27FC236}">
                <a16:creationId xmlns:a16="http://schemas.microsoft.com/office/drawing/2014/main" id="{DD34ACB2-4674-4BC7-A4C0-5500D3871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265">
            <a:extLst xmlns:a="http://schemas.openxmlformats.org/drawingml/2006/main">
              <a:ext uri="{FF2B5EF4-FFF2-40B4-BE49-F238E27FC236}">
                <a16:creationId xmlns:a16="http://schemas.microsoft.com/office/drawing/2014/main" id="{16E912AC-964E-43FD-BFE1-61C1D3520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references/</a:t>
            </a:r>
          </a:p>
        </p:txBody>
      </p:sp>
      <p:sp>
        <p:nvSpPr>
          <p:cNvPr id="16" name="text-1266">
            <a:extLst xmlns:a="http://schemas.openxmlformats.org/drawingml/2006/main">
              <a:ext uri="{FF2B5EF4-FFF2-40B4-BE49-F238E27FC236}">
                <a16:creationId xmlns:a16="http://schemas.microsoft.com/office/drawing/2014/main" id="{49B12E18-11CF-4C7B-9CF6-2F9F89954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規範、知識、長篇範例</a:t>
            </a:r>
          </a:p>
        </p:txBody>
      </p:sp>
      <p:sp>
        <p:nvSpPr>
          <p:cNvPr id="17" name="text-1267">
            <a:extLst xmlns:a="http://schemas.openxmlformats.org/drawingml/2006/main">
              <a:ext uri="{FF2B5EF4-FFF2-40B4-BE49-F238E27FC236}">
                <a16:creationId xmlns:a16="http://schemas.microsoft.com/office/drawing/2014/main" id="{9EB7AAD3-F3C1-4406-B921-AD49FE6C3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268">
            <a:extLst xmlns:a="http://schemas.openxmlformats.org/drawingml/2006/main">
              <a:ext uri="{FF2B5EF4-FFF2-40B4-BE49-F238E27FC236}">
                <a16:creationId xmlns:a16="http://schemas.microsoft.com/office/drawing/2014/main" id="{B0D6E0D5-75D9-4CE1-8404-F36C5B318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269">
            <a:extLst xmlns:a="http://schemas.openxmlformats.org/drawingml/2006/main">
              <a:ext uri="{FF2B5EF4-FFF2-40B4-BE49-F238E27FC236}">
                <a16:creationId xmlns:a16="http://schemas.microsoft.com/office/drawing/2014/main" id="{79B5F813-8AE6-423C-8CA1-E174F258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270">
            <a:extLst xmlns:a="http://schemas.openxmlformats.org/drawingml/2006/main">
              <a:ext uri="{FF2B5EF4-FFF2-40B4-BE49-F238E27FC236}">
                <a16:creationId xmlns:a16="http://schemas.microsoft.com/office/drawing/2014/main" id="{C7D1F2D7-50CF-4975-B7CB-5FE17F9A0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271">
            <a:extLst xmlns:a="http://schemas.openxmlformats.org/drawingml/2006/main">
              <a:ext uri="{FF2B5EF4-FFF2-40B4-BE49-F238E27FC236}">
                <a16:creationId xmlns:a16="http://schemas.microsoft.com/office/drawing/2014/main" id="{D8ACA2ED-23A3-4128-975F-074621A89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scripts/</a:t>
            </a:r>
          </a:p>
        </p:txBody>
      </p:sp>
      <p:sp>
        <p:nvSpPr>
          <p:cNvPr id="22" name="text-1272">
            <a:extLst xmlns:a="http://schemas.openxmlformats.org/drawingml/2006/main">
              <a:ext uri="{FF2B5EF4-FFF2-40B4-BE49-F238E27FC236}">
                <a16:creationId xmlns:a16="http://schemas.microsoft.com/office/drawing/2014/main" id="{28936B3E-125A-4098-B124-8736C577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可重複執行的檢查與轉換</a:t>
            </a:r>
          </a:p>
        </p:txBody>
      </p:sp>
      <p:sp>
        <p:nvSpPr>
          <p:cNvPr id="23" name="text-1273">
            <a:extLst xmlns:a="http://schemas.openxmlformats.org/drawingml/2006/main">
              <a:ext uri="{FF2B5EF4-FFF2-40B4-BE49-F238E27FC236}">
                <a16:creationId xmlns:a16="http://schemas.microsoft.com/office/drawing/2014/main" id="{BAA050B1-793D-43E0-8C0A-C702632E3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274">
            <a:extLst xmlns:a="http://schemas.openxmlformats.org/drawingml/2006/main">
              <a:ext uri="{FF2B5EF4-FFF2-40B4-BE49-F238E27FC236}">
                <a16:creationId xmlns:a16="http://schemas.microsoft.com/office/drawing/2014/main" id="{1332FD0F-A72B-4F1F-9E7B-04498FD6B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275">
            <a:extLst xmlns:a="http://schemas.openxmlformats.org/drawingml/2006/main">
              <a:ext uri="{FF2B5EF4-FFF2-40B4-BE49-F238E27FC236}">
                <a16:creationId xmlns:a16="http://schemas.microsoft.com/office/drawing/2014/main" id="{24D6EDFB-48EB-4996-A1EE-4BDFEEC0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276">
            <a:extLst xmlns:a="http://schemas.openxmlformats.org/drawingml/2006/main">
              <a:ext uri="{FF2B5EF4-FFF2-40B4-BE49-F238E27FC236}">
                <a16:creationId xmlns:a16="http://schemas.microsoft.com/office/drawing/2014/main" id="{831AF543-1D59-4DB9-9CA1-C4CA40464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277">
            <a:extLst xmlns:a="http://schemas.openxmlformats.org/drawingml/2006/main">
              <a:ext uri="{FF2B5EF4-FFF2-40B4-BE49-F238E27FC236}">
                <a16:creationId xmlns:a16="http://schemas.microsoft.com/office/drawing/2014/main" id="{CC620D9C-3AB8-4482-9616-3746A40B0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assets/</a:t>
            </a:r>
          </a:p>
        </p:txBody>
      </p:sp>
      <p:sp>
        <p:nvSpPr>
          <p:cNvPr id="28" name="text-1278">
            <a:extLst xmlns:a="http://schemas.openxmlformats.org/drawingml/2006/main">
              <a:ext uri="{FF2B5EF4-FFF2-40B4-BE49-F238E27FC236}">
                <a16:creationId xmlns:a16="http://schemas.microsoft.com/office/drawing/2014/main" id="{96873517-7478-4702-BAD5-0A3AB856A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範本、圖片、輸出骨架</a:t>
            </a:r>
          </a:p>
        </p:txBody>
      </p:sp>
      <p:sp>
        <p:nvSpPr>
          <p:cNvPr id="29" name="text-1279">
            <a:extLst xmlns:a="http://schemas.openxmlformats.org/drawingml/2006/main">
              <a:ext uri="{FF2B5EF4-FFF2-40B4-BE49-F238E27FC236}">
                <a16:creationId xmlns:a16="http://schemas.microsoft.com/office/drawing/2014/main" id="{09F7D5BF-03B9-4DED-95A5-B4C95C19A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1622">
            <a:extLst xmlns:a="http://schemas.openxmlformats.org/drawingml/2006/main">
              <a:ext uri="{FF2B5EF4-FFF2-40B4-BE49-F238E27FC236}">
                <a16:creationId xmlns:a16="http://schemas.microsoft.com/office/drawing/2014/main" id="{5FDBD866-ED57-4B6D-B567-1A0B40DFB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12220f14dd94aa1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fd3d7d8cb4d4cc2"/>
              </a:rPr>
              <a:t>Codex Skills ↗</a:t>
            </a:r>
          </a:p>
        </p:txBody>
      </p:sp>
      <p:sp>
        <p:nvSpPr>
          <p:cNvPr id="31" name="shape-1679">
            <a:extLst xmlns:a="http://schemas.openxmlformats.org/drawingml/2006/main">
              <a:ext uri="{FF2B5EF4-FFF2-40B4-BE49-F238E27FC236}">
                <a16:creationId xmlns:a16="http://schemas.microsoft.com/office/drawing/2014/main" id="{1A5B2099-66D2-4159-B812-465D14822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1422acd3ba4ac5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680">
            <a:extLst xmlns:a="http://schemas.openxmlformats.org/drawingml/2006/main">
              <a:ext uri="{FF2B5EF4-FFF2-40B4-BE49-F238E27FC236}">
                <a16:creationId xmlns:a16="http://schemas.microsoft.com/office/drawing/2014/main" id="{2C77D574-EE3F-4460-8A44-54FA4D4E9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a4a6d5de524b5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681">
            <a:extLst xmlns:a="http://schemas.openxmlformats.org/drawingml/2006/main">
              <a:ext uri="{FF2B5EF4-FFF2-40B4-BE49-F238E27FC236}">
                <a16:creationId xmlns:a16="http://schemas.microsoft.com/office/drawing/2014/main" id="{00A4D040-A469-473D-9A76-E3A485C3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21880315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1280">
            <a:extLst xmlns:a="http://schemas.openxmlformats.org/drawingml/2006/main">
              <a:ext uri="{FF2B5EF4-FFF2-40B4-BE49-F238E27FC236}">
                <a16:creationId xmlns:a16="http://schemas.microsoft.com/office/drawing/2014/main" id="{72A7C546-5552-49A9-9EBD-362F2BF6C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669B4C4-D95E-459A-A904-F172A7B1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跨平台 SKILL.md：最小而清楚</a:t>
            </a:r>
          </a:p>
        </p:txBody>
      </p:sp>
      <p:cxnSp>
        <p:nvCxnSpPr>
          <p:cNvPr id="21" name="shape-128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82">
            <a:extLst xmlns:a="http://schemas.openxmlformats.org/drawingml/2006/main">
              <a:ext uri="{FF2B5EF4-FFF2-40B4-BE49-F238E27FC236}">
                <a16:creationId xmlns:a16="http://schemas.microsoft.com/office/drawing/2014/main" id="{A7544463-7753-45C8-802E-E73CE534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0F6DB18-A492-4004-BD62-CEE14EF9A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text-1283">
            <a:extLst xmlns:a="http://schemas.openxmlformats.org/drawingml/2006/main">
              <a:ext uri="{FF2B5EF4-FFF2-40B4-BE49-F238E27FC236}">
                <a16:creationId xmlns:a16="http://schemas.microsoft.com/office/drawing/2014/main" id="{16A29B59-A407-4776-8D2E-FF141A0EE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050B1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name: course-site-quality-check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description: 檢查課程網站的手機版、無障礙、連結與部署狀態；當使用者要求網站上線前總檢時使用。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# 課程網站上線前總檢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先唯讀檢查現況，不直接發布。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依序檢查手機版、鍵盤操作、連結與隱私。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對每項標示：通過／失敗／未確認。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只有在使用者明確授權後才部署。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5. 交付檢查表、證據與下一步。</a:t>
            </a:r>
          </a:p>
        </p:txBody>
      </p:sp>
      <p:sp>
        <p:nvSpPr>
          <p:cNvPr id="7" name="text-1284">
            <a:extLst xmlns:a="http://schemas.openxmlformats.org/drawingml/2006/main">
              <a:ext uri="{FF2B5EF4-FFF2-40B4-BE49-F238E27FC236}">
                <a16:creationId xmlns:a16="http://schemas.microsoft.com/office/drawing/2014/main" id="{5B3225B4-CF1C-4C14-835B-1E30EE469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Frontmatter</a:t>
            </a:r>
          </a:p>
        </p:txBody>
      </p:sp>
      <p:sp>
        <p:nvSpPr>
          <p:cNvPr id="8" name="text-1285">
            <a:extLst xmlns:a="http://schemas.openxmlformats.org/drawingml/2006/main">
              <a:ext uri="{FF2B5EF4-FFF2-40B4-BE49-F238E27FC236}">
                <a16:creationId xmlns:a16="http://schemas.microsoft.com/office/drawing/2014/main" id="{BCB7B517-0D9E-4B80-9DB1-CDD3A72BC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為跨 Antigravity 與 Codex 使用，只保留 name、description。</a:t>
            </a:r>
          </a:p>
        </p:txBody>
      </p:sp>
      <p:sp>
        <p:nvSpPr>
          <p:cNvPr id="9" name="text-1286">
            <a:extLst xmlns:a="http://schemas.openxmlformats.org/drawingml/2006/main">
              <a:ext uri="{FF2B5EF4-FFF2-40B4-BE49-F238E27FC236}">
                <a16:creationId xmlns:a16="http://schemas.microsoft.com/office/drawing/2014/main" id="{DC574674-989C-4D27-B001-E583365B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描述要能觸發</a:t>
            </a:r>
          </a:p>
        </p:txBody>
      </p:sp>
      <p:sp>
        <p:nvSpPr>
          <p:cNvPr id="10" name="text-1287">
            <a:extLst xmlns:a="http://schemas.openxmlformats.org/drawingml/2006/main">
              <a:ext uri="{FF2B5EF4-FFF2-40B4-BE49-F238E27FC236}">
                <a16:creationId xmlns:a16="http://schemas.microsoft.com/office/drawing/2014/main" id="{E981C31E-2EB1-40C3-8A5B-B8A5FDD9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寫清楚何時使用，以及它解決什麼工作。</a:t>
            </a:r>
          </a:p>
        </p:txBody>
      </p:sp>
      <p:sp>
        <p:nvSpPr>
          <p:cNvPr id="11" name="text-1288">
            <a:extLst xmlns:a="http://schemas.openxmlformats.org/drawingml/2006/main">
              <a:ext uri="{FF2B5EF4-FFF2-40B4-BE49-F238E27FC236}">
                <a16:creationId xmlns:a16="http://schemas.microsoft.com/office/drawing/2014/main" id="{57059761-4B3E-4BD8-835D-5E8783DB4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流程要能驗收</a:t>
            </a:r>
          </a:p>
        </p:txBody>
      </p:sp>
      <p:sp>
        <p:nvSpPr>
          <p:cNvPr id="12" name="text-1289">
            <a:extLst xmlns:a="http://schemas.openxmlformats.org/drawingml/2006/main">
              <a:ext uri="{FF2B5EF4-FFF2-40B4-BE49-F238E27FC236}">
                <a16:creationId xmlns:a16="http://schemas.microsoft.com/office/drawing/2014/main" id="{5828B5F9-2CE7-4F9E-962F-C8C1941D1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步驟、狀態與授權邊界都可檢查。</a:t>
            </a:r>
          </a:p>
        </p:txBody>
      </p:sp>
      <p:sp>
        <p:nvSpPr>
          <p:cNvPr id="13" name="text-1623">
            <a:extLst xmlns:a="http://schemas.openxmlformats.org/drawingml/2006/main">
              <a:ext uri="{FF2B5EF4-FFF2-40B4-BE49-F238E27FC236}">
                <a16:creationId xmlns:a16="http://schemas.microsoft.com/office/drawing/2014/main" id="{B363D8B4-8F31-4D76-B740-9E24FE0D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2f1f10b8c5544a1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7a3d955c8e84018"/>
              </a:rPr>
              <a:t>Codex Skills ↗</a:t>
            </a:r>
          </a:p>
        </p:txBody>
      </p:sp>
      <p:sp>
        <p:nvSpPr>
          <p:cNvPr id="14" name="shape-1682">
            <a:extLst xmlns:a="http://schemas.openxmlformats.org/drawingml/2006/main">
              <a:ext uri="{FF2B5EF4-FFF2-40B4-BE49-F238E27FC236}">
                <a16:creationId xmlns:a16="http://schemas.microsoft.com/office/drawing/2014/main" id="{E248E151-139C-4728-A485-2580AD99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9fec1646c8407a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6" name="text-1683">
            <a:extLst xmlns:a="http://schemas.openxmlformats.org/drawingml/2006/main">
              <a:ext uri="{FF2B5EF4-FFF2-40B4-BE49-F238E27FC236}">
                <a16:creationId xmlns:a16="http://schemas.microsoft.com/office/drawing/2014/main" id="{E4D602AC-9037-4390-9D11-AD825F91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82d3ab009f42e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8" name="text-1684">
            <a:extLst xmlns:a="http://schemas.openxmlformats.org/drawingml/2006/main">
              <a:ext uri="{FF2B5EF4-FFF2-40B4-BE49-F238E27FC236}">
                <a16:creationId xmlns:a16="http://schemas.microsoft.com/office/drawing/2014/main" id="{B1F51712-DE80-4267-8DB0-3F0D70AB4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4210299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text-1290">
            <a:extLst xmlns:a="http://schemas.openxmlformats.org/drawingml/2006/main">
              <a:ext uri="{FF2B5EF4-FFF2-40B4-BE49-F238E27FC236}">
                <a16:creationId xmlns:a16="http://schemas.microsoft.com/office/drawing/2014/main" id="{547E1113-DF54-4120-A4CD-BFD414B4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PROGRESSIVE DISCLOSURE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F058A0B-F9AF-4FE4-9E23-0B91D9F66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漸進式揭露：Agent 需要時才讀細節</a:t>
            </a:r>
          </a:p>
        </p:txBody>
      </p:sp>
      <p:cxnSp>
        <p:nvCxnSpPr>
          <p:cNvPr id="34" name="shape-129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92">
            <a:extLst xmlns:a="http://schemas.openxmlformats.org/drawingml/2006/main">
              <a:ext uri="{FF2B5EF4-FFF2-40B4-BE49-F238E27FC236}">
                <a16:creationId xmlns:a16="http://schemas.microsoft.com/office/drawing/2014/main" id="{0753E427-8D77-41FC-952A-FEFEE6B78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410F5B2-47DF-4222-89B6-D8692D67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1293">
            <a:extLst xmlns:a="http://schemas.openxmlformats.org/drawingml/2006/main">
              <a:ext uri="{FF2B5EF4-FFF2-40B4-BE49-F238E27FC236}">
                <a16:creationId xmlns:a16="http://schemas.microsoft.com/office/drawing/2014/main" id="{05C244F1-02D9-42BC-875D-C7FFC3E8D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294">
            <a:extLst xmlns:a="http://schemas.openxmlformats.org/drawingml/2006/main">
              <a:ext uri="{FF2B5EF4-FFF2-40B4-BE49-F238E27FC236}">
                <a16:creationId xmlns:a16="http://schemas.microsoft.com/office/drawing/2014/main" id="{064ADE5D-0B48-4E2B-A3F5-36807B2E9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295">
            <a:extLst xmlns:a="http://schemas.openxmlformats.org/drawingml/2006/main">
              <a:ext uri="{FF2B5EF4-FFF2-40B4-BE49-F238E27FC236}">
                <a16:creationId xmlns:a16="http://schemas.microsoft.com/office/drawing/2014/main" id="{B709B4F1-A344-40FC-AF59-6EDFA20A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第一層：描述</a:t>
            </a:r>
          </a:p>
        </p:txBody>
      </p:sp>
      <p:sp>
        <p:nvSpPr>
          <p:cNvPr id="9" name="text-1296">
            <a:extLst xmlns:a="http://schemas.openxmlformats.org/drawingml/2006/main">
              <a:ext uri="{FF2B5EF4-FFF2-40B4-BE49-F238E27FC236}">
                <a16:creationId xmlns:a16="http://schemas.microsoft.com/office/drawing/2014/main" id="{E8044117-6293-45E6-8FA3-70519CF7A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Agent 先看名稱與 description，判斷是否適用。</a:t>
            </a:r>
          </a:p>
        </p:txBody>
      </p:sp>
      <p:sp>
        <p:nvSpPr>
          <p:cNvPr id="10" name="shape-1297">
            <a:extLst xmlns:a="http://schemas.openxmlformats.org/drawingml/2006/main">
              <a:ext uri="{FF2B5EF4-FFF2-40B4-BE49-F238E27FC236}">
                <a16:creationId xmlns:a16="http://schemas.microsoft.com/office/drawing/2014/main" id="{F9F688B4-FB57-4891-ADDD-D442707C2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298">
            <a:extLst xmlns:a="http://schemas.openxmlformats.org/drawingml/2006/main">
              <a:ext uri="{FF2B5EF4-FFF2-40B4-BE49-F238E27FC236}">
                <a16:creationId xmlns:a16="http://schemas.microsoft.com/office/drawing/2014/main" id="{6BE4680F-478A-4C0F-9408-88FD3122E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299">
            <a:extLst xmlns:a="http://schemas.openxmlformats.org/drawingml/2006/main">
              <a:ext uri="{FF2B5EF4-FFF2-40B4-BE49-F238E27FC236}">
                <a16:creationId xmlns:a16="http://schemas.microsoft.com/office/drawing/2014/main" id="{EAA67F27-D73A-4A8E-B916-A84B509F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第二層：主流程</a:t>
            </a:r>
          </a:p>
        </p:txBody>
      </p:sp>
      <p:sp>
        <p:nvSpPr>
          <p:cNvPr id="13" name="text-1300">
            <a:extLst xmlns:a="http://schemas.openxmlformats.org/drawingml/2006/main">
              <a:ext uri="{FF2B5EF4-FFF2-40B4-BE49-F238E27FC236}">
                <a16:creationId xmlns:a16="http://schemas.microsoft.com/office/drawing/2014/main" id="{B7450E5F-FAC3-48D5-9563-B94A5C4E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觸發後讀 SKILL.md，取得核心步驟與規則。</a:t>
            </a:r>
          </a:p>
        </p:txBody>
      </p:sp>
      <p:sp>
        <p:nvSpPr>
          <p:cNvPr id="14" name="shape-1301">
            <a:extLst xmlns:a="http://schemas.openxmlformats.org/drawingml/2006/main">
              <a:ext uri="{FF2B5EF4-FFF2-40B4-BE49-F238E27FC236}">
                <a16:creationId xmlns:a16="http://schemas.microsoft.com/office/drawing/2014/main" id="{43A2C42F-2246-4144-927E-172D43903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302">
            <a:extLst xmlns:a="http://schemas.openxmlformats.org/drawingml/2006/main">
              <a:ext uri="{FF2B5EF4-FFF2-40B4-BE49-F238E27FC236}">
                <a16:creationId xmlns:a16="http://schemas.microsoft.com/office/drawing/2014/main" id="{4A262FD7-4913-4F4B-BF31-5D530CD1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303">
            <a:extLst xmlns:a="http://schemas.openxmlformats.org/drawingml/2006/main">
              <a:ext uri="{FF2B5EF4-FFF2-40B4-BE49-F238E27FC236}">
                <a16:creationId xmlns:a16="http://schemas.microsoft.com/office/drawing/2014/main" id="{8D0DAA40-9857-4FB3-93A9-3C1C2F2FA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第三層：附件</a:t>
            </a:r>
          </a:p>
        </p:txBody>
      </p:sp>
      <p:sp>
        <p:nvSpPr>
          <p:cNvPr id="17" name="text-1304">
            <a:extLst xmlns:a="http://schemas.openxmlformats.org/drawingml/2006/main">
              <a:ext uri="{FF2B5EF4-FFF2-40B4-BE49-F238E27FC236}">
                <a16:creationId xmlns:a16="http://schemas.microsoft.com/office/drawing/2014/main" id="{3025DBB0-901B-477E-A047-2C934EB9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任務需要時才讀 references、執行 scripts、取用 assets。</a:t>
            </a:r>
          </a:p>
        </p:txBody>
      </p:sp>
      <p:sp>
        <p:nvSpPr>
          <p:cNvPr id="18" name="text-1305">
            <a:extLst xmlns:a="http://schemas.openxmlformats.org/drawingml/2006/main">
              <a:ext uri="{FF2B5EF4-FFF2-40B4-BE49-F238E27FC236}">
                <a16:creationId xmlns:a16="http://schemas.microsoft.com/office/drawing/2014/main" id="{FF8DB0C7-919C-448A-8415-CADA93B8C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描述</a:t>
            </a:r>
          </a:p>
        </p:txBody>
      </p:sp>
      <p:sp>
        <p:nvSpPr>
          <p:cNvPr id="19" name="text-1306">
            <a:extLst xmlns:a="http://schemas.openxmlformats.org/drawingml/2006/main">
              <a:ext uri="{FF2B5EF4-FFF2-40B4-BE49-F238E27FC236}">
                <a16:creationId xmlns:a16="http://schemas.microsoft.com/office/drawing/2014/main" id="{FBB07EB5-192E-4560-BFAD-56EA15AF0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20" name="text-1307">
            <a:extLst xmlns:a="http://schemas.openxmlformats.org/drawingml/2006/main">
              <a:ext uri="{FF2B5EF4-FFF2-40B4-BE49-F238E27FC236}">
                <a16:creationId xmlns:a16="http://schemas.microsoft.com/office/drawing/2014/main" id="{1D1D4626-B9BE-4E00-B41C-5306E9D15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附件</a:t>
            </a:r>
          </a:p>
        </p:txBody>
      </p:sp>
      <p:sp>
        <p:nvSpPr>
          <p:cNvPr id="21" name="text-1308">
            <a:extLst xmlns:a="http://schemas.openxmlformats.org/drawingml/2006/main">
              <a:ext uri="{FF2B5EF4-FFF2-40B4-BE49-F238E27FC236}">
                <a16:creationId xmlns:a16="http://schemas.microsoft.com/office/drawing/2014/main" id="{D1965619-7D2B-4EC0-8B19-A4CEF24B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可驗證成果</a:t>
            </a:r>
          </a:p>
        </p:txBody>
      </p:sp>
      <p:cxnSp>
        <p:nvCxnSpPr>
          <p:cNvPr id="53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628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54" name=""/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5295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55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962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5" name="text-1309">
            <a:extLst xmlns:a="http://schemas.openxmlformats.org/drawingml/2006/main">
              <a:ext uri="{FF2B5EF4-FFF2-40B4-BE49-F238E27FC236}">
                <a16:creationId xmlns:a16="http://schemas.microsoft.com/office/drawing/2014/main" id="{C82A4E95-3EC7-4710-A596-DCA6148F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619750"/>
            <a:ext cx="560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按需載入，不把整個知識庫一次塞進主文</a:t>
            </a:r>
          </a:p>
        </p:txBody>
      </p:sp>
      <p:sp>
        <p:nvSpPr>
          <p:cNvPr id="26" name="text-1624">
            <a:extLst xmlns:a="http://schemas.openxmlformats.org/drawingml/2006/main">
              <a:ext uri="{FF2B5EF4-FFF2-40B4-BE49-F238E27FC236}">
                <a16:creationId xmlns:a16="http://schemas.microsoft.com/office/drawing/2014/main" id="{47F569E3-1B17-4981-852E-D4C94CDD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1343f0a64ee4083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e99718d40bf41dc"/>
              </a:rPr>
              <a:t>Codex Skills ↗</a:t>
            </a:r>
          </a:p>
        </p:txBody>
      </p:sp>
      <p:sp>
        <p:nvSpPr>
          <p:cNvPr id="27" name="shape-1685">
            <a:extLst xmlns:a="http://schemas.openxmlformats.org/drawingml/2006/main">
              <a:ext uri="{FF2B5EF4-FFF2-40B4-BE49-F238E27FC236}">
                <a16:creationId xmlns:a16="http://schemas.microsoft.com/office/drawing/2014/main" id="{6F018AAB-2D27-4CC6-AF06-E6EB5E9E0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8d5b09f1a5442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9" name="text-1686">
            <a:extLst xmlns:a="http://schemas.openxmlformats.org/drawingml/2006/main">
              <a:ext uri="{FF2B5EF4-FFF2-40B4-BE49-F238E27FC236}">
                <a16:creationId xmlns:a16="http://schemas.microsoft.com/office/drawing/2014/main" id="{70EE2322-7D18-4A87-B62D-7989445DE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39f38ff6c746b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1" name="text-1687">
            <a:extLst xmlns:a="http://schemas.openxmlformats.org/drawingml/2006/main">
              <a:ext uri="{FF2B5EF4-FFF2-40B4-BE49-F238E27FC236}">
                <a16:creationId xmlns:a16="http://schemas.microsoft.com/office/drawing/2014/main" id="{FB0955EA-CA4E-4EDB-AF53-11076BAD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12566301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310">
            <a:extLst xmlns:a="http://schemas.openxmlformats.org/drawingml/2006/main">
              <a:ext uri="{FF2B5EF4-FFF2-40B4-BE49-F238E27FC236}">
                <a16:creationId xmlns:a16="http://schemas.microsoft.com/office/drawing/2014/main" id="{AB200F48-FDD7-43E8-9B9D-986A2062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A423A84-FEA7-4C28-AA31-2F7CABD64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C｜把一筆提示詞升級成教育 Skill</a:t>
            </a:r>
          </a:p>
        </p:txBody>
      </p:sp>
      <p:cxnSp>
        <p:nvCxnSpPr>
          <p:cNvPr id="27" name="shape-131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12">
            <a:extLst xmlns:a="http://schemas.openxmlformats.org/drawingml/2006/main">
              <a:ext uri="{FF2B5EF4-FFF2-40B4-BE49-F238E27FC236}">
                <a16:creationId xmlns:a16="http://schemas.microsoft.com/office/drawing/2014/main" id="{F93FB9BF-EFC3-4E78-8AD5-FA85B790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38606E4-1868-4E9D-8B50-A0420F91D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text-1313">
            <a:extLst xmlns:a="http://schemas.openxmlformats.org/drawingml/2006/main">
              <a:ext uri="{FF2B5EF4-FFF2-40B4-BE49-F238E27FC236}">
                <a16:creationId xmlns:a16="http://schemas.microsoft.com/office/drawing/2014/main" id="{75B61BE4-E9CB-4FE6-986B-AB571193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314">
            <a:extLst xmlns:a="http://schemas.openxmlformats.org/drawingml/2006/main">
              <a:ext uri="{FF2B5EF4-FFF2-40B4-BE49-F238E27FC236}">
                <a16:creationId xmlns:a16="http://schemas.microsoft.com/office/drawing/2014/main" id="{90899BE8-4D2B-4B8D-9A8B-D464D253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315">
            <a:extLst xmlns:a="http://schemas.openxmlformats.org/drawingml/2006/main">
              <a:ext uri="{FF2B5EF4-FFF2-40B4-BE49-F238E27FC236}">
                <a16:creationId xmlns:a16="http://schemas.microsoft.com/office/drawing/2014/main" id="{E3A89591-81CC-4039-852A-E086C3E2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316">
            <a:extLst xmlns:a="http://schemas.openxmlformats.org/drawingml/2006/main">
              <a:ext uri="{FF2B5EF4-FFF2-40B4-BE49-F238E27FC236}">
                <a16:creationId xmlns:a16="http://schemas.microsoft.com/office/drawing/2014/main" id="{DFC73FAC-AD0A-432D-AB8B-16EAA1F3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從快捷面板選一個高頻提示詞</a:t>
            </a:r>
          </a:p>
        </p:txBody>
      </p:sp>
      <p:sp>
        <p:nvSpPr>
          <p:cNvPr id="10" name="text-1317">
            <a:extLst xmlns:a="http://schemas.openxmlformats.org/drawingml/2006/main">
              <a:ext uri="{FF2B5EF4-FFF2-40B4-BE49-F238E27FC236}">
                <a16:creationId xmlns:a16="http://schemas.microsoft.com/office/drawing/2014/main" id="{F9D4061E-97D6-4158-98DE-6046AA199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318">
            <a:extLst xmlns:a="http://schemas.openxmlformats.org/drawingml/2006/main">
              <a:ext uri="{FF2B5EF4-FFF2-40B4-BE49-F238E27FC236}">
                <a16:creationId xmlns:a16="http://schemas.microsoft.com/office/drawing/2014/main" id="{4819B0FB-92AB-4682-971B-E61F18332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補齊輸入、步驟、限制與驗收</a:t>
            </a:r>
          </a:p>
        </p:txBody>
      </p:sp>
      <p:sp>
        <p:nvSpPr>
          <p:cNvPr id="12" name="text-1319">
            <a:extLst xmlns:a="http://schemas.openxmlformats.org/drawingml/2006/main">
              <a:ext uri="{FF2B5EF4-FFF2-40B4-BE49-F238E27FC236}">
                <a16:creationId xmlns:a16="http://schemas.microsoft.com/office/drawing/2014/main" id="{1E0A11D4-D4E7-4764-BB65-A496BCFF3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320">
            <a:extLst xmlns:a="http://schemas.openxmlformats.org/drawingml/2006/main">
              <a:ext uri="{FF2B5EF4-FFF2-40B4-BE49-F238E27FC236}">
                <a16:creationId xmlns:a16="http://schemas.microsoft.com/office/drawing/2014/main" id="{669C3F80-7B50-40B6-B9C1-4A7CDEEA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建立資料夾與 SKILL.md</a:t>
            </a:r>
          </a:p>
        </p:txBody>
      </p:sp>
      <p:sp>
        <p:nvSpPr>
          <p:cNvPr id="14" name="text-1321">
            <a:extLst xmlns:a="http://schemas.openxmlformats.org/drawingml/2006/main">
              <a:ext uri="{FF2B5EF4-FFF2-40B4-BE49-F238E27FC236}">
                <a16:creationId xmlns:a16="http://schemas.microsoft.com/office/drawing/2014/main" id="{4F417726-1FBD-442D-A450-763561886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322">
            <a:extLst xmlns:a="http://schemas.openxmlformats.org/drawingml/2006/main">
              <a:ext uri="{FF2B5EF4-FFF2-40B4-BE49-F238E27FC236}">
                <a16:creationId xmlns:a16="http://schemas.microsoft.com/office/drawing/2014/main" id="{16E6AD14-5FD9-481D-AFD3-B6328F00D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在 Agent 中用自然語句觸發並修正</a:t>
            </a:r>
          </a:p>
        </p:txBody>
      </p:sp>
      <p:sp>
        <p:nvSpPr>
          <p:cNvPr id="16" name="shape-1323">
            <a:extLst xmlns:a="http://schemas.openxmlformats.org/drawingml/2006/main">
              <a:ext uri="{FF2B5EF4-FFF2-40B4-BE49-F238E27FC236}">
                <a16:creationId xmlns:a16="http://schemas.microsoft.com/office/drawing/2014/main" id="{DBD1AC79-111D-49C8-8E40-0337DF23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324">
            <a:extLst xmlns:a="http://schemas.openxmlformats.org/drawingml/2006/main">
              <a:ext uri="{FF2B5EF4-FFF2-40B4-BE49-F238E27FC236}">
                <a16:creationId xmlns:a16="http://schemas.microsoft.com/office/drawing/2014/main" id="{87CA0C2A-5FBD-409F-9AB3-48DD1E984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325">
            <a:extLst xmlns:a="http://schemas.openxmlformats.org/drawingml/2006/main">
              <a:ext uri="{FF2B5EF4-FFF2-40B4-BE49-F238E27FC236}">
                <a16:creationId xmlns:a16="http://schemas.microsoft.com/office/drawing/2014/main" id="{A44D7243-0D93-43BE-86EF-7F443A9AD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名稱與描述清楚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流程可重複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有至少一項驗收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需要授權的動作會停</a:t>
            </a:r>
          </a:p>
        </p:txBody>
      </p:sp>
      <p:sp>
        <p:nvSpPr>
          <p:cNvPr id="19" name="text-1625">
            <a:extLst xmlns:a="http://schemas.openxmlformats.org/drawingml/2006/main">
              <a:ext uri="{FF2B5EF4-FFF2-40B4-BE49-F238E27FC236}">
                <a16:creationId xmlns:a16="http://schemas.microsoft.com/office/drawing/2014/main" id="{71FE6934-6425-4BE8-90FC-2F638BFC1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49f3fecca714e16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ddda66b897e4f90"/>
              </a:rPr>
              <a:t>Codex Skills ↗</a:t>
            </a:r>
          </a:p>
        </p:txBody>
      </p:sp>
      <p:sp>
        <p:nvSpPr>
          <p:cNvPr id="20" name="shape-1688">
            <a:extLst xmlns:a="http://schemas.openxmlformats.org/drawingml/2006/main">
              <a:ext uri="{FF2B5EF4-FFF2-40B4-BE49-F238E27FC236}">
                <a16:creationId xmlns:a16="http://schemas.microsoft.com/office/drawing/2014/main" id="{F0011E62-7D6A-44FB-857D-4E547CDE0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c7b404091c4fc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689">
            <a:extLst xmlns:a="http://schemas.openxmlformats.org/drawingml/2006/main">
              <a:ext uri="{FF2B5EF4-FFF2-40B4-BE49-F238E27FC236}">
                <a16:creationId xmlns:a16="http://schemas.microsoft.com/office/drawing/2014/main" id="{ECEB93BD-7080-4F45-B684-D9E4C6133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399fdc183b476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690">
            <a:extLst xmlns:a="http://schemas.openxmlformats.org/drawingml/2006/main">
              <a:ext uri="{FF2B5EF4-FFF2-40B4-BE49-F238E27FC236}">
                <a16:creationId xmlns:a16="http://schemas.microsoft.com/office/drawing/2014/main" id="{B24F2304-0ECD-4B5F-AD4D-72C3ECDA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495686030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326">
            <a:extLst xmlns:a="http://schemas.openxmlformats.org/drawingml/2006/main">
              <a:ext uri="{FF2B5EF4-FFF2-40B4-BE49-F238E27FC236}">
                <a16:creationId xmlns:a16="http://schemas.microsoft.com/office/drawing/2014/main" id="{AC227CDD-16CB-4CA1-804C-DA7645C79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CROSS-AGENT TEST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EDA8D53-72B5-473F-9292-673C8456C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同一個 Skill，做兩輪交叉測試</a:t>
            </a:r>
          </a:p>
        </p:txBody>
      </p:sp>
      <p:cxnSp>
        <p:nvCxnSpPr>
          <p:cNvPr id="30" name="shape-132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28">
            <a:extLst xmlns:a="http://schemas.openxmlformats.org/drawingml/2006/main">
              <a:ext uri="{FF2B5EF4-FFF2-40B4-BE49-F238E27FC236}">
                <a16:creationId xmlns:a16="http://schemas.microsoft.com/office/drawing/2014/main" id="{75F5374E-9931-4F10-A021-29D5B7965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C08594E-A4A4-4015-AAE5-3419B377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1329">
            <a:extLst xmlns:a="http://schemas.openxmlformats.org/drawingml/2006/main">
              <a:ext uri="{FF2B5EF4-FFF2-40B4-BE49-F238E27FC236}">
                <a16:creationId xmlns:a16="http://schemas.microsoft.com/office/drawing/2014/main" id="{F51893F7-3AB9-4977-B6A3-9583BDA68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330">
            <a:extLst xmlns:a="http://schemas.openxmlformats.org/drawingml/2006/main">
              <a:ext uri="{FF2B5EF4-FFF2-40B4-BE49-F238E27FC236}">
                <a16:creationId xmlns:a16="http://schemas.microsoft.com/office/drawing/2014/main" id="{165CE656-CDF6-4EA0-A1A3-6E38C367A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331">
            <a:extLst xmlns:a="http://schemas.openxmlformats.org/drawingml/2006/main">
              <a:ext uri="{FF2B5EF4-FFF2-40B4-BE49-F238E27FC236}">
                <a16:creationId xmlns:a16="http://schemas.microsoft.com/office/drawing/2014/main" id="{3EAFCACA-1829-4756-AF8E-FFAB500A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觸發</a:t>
            </a:r>
          </a:p>
        </p:txBody>
      </p:sp>
      <p:sp>
        <p:nvSpPr>
          <p:cNvPr id="9" name="text-1332">
            <a:extLst xmlns:a="http://schemas.openxmlformats.org/drawingml/2006/main">
              <a:ext uri="{FF2B5EF4-FFF2-40B4-BE49-F238E27FC236}">
                <a16:creationId xmlns:a16="http://schemas.microsoft.com/office/drawing/2014/main" id="{D205D570-ED47-462F-BAA3-B8C6B0147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與 Codex 是否都能從 description 判斷何時使用？</a:t>
            </a:r>
          </a:p>
        </p:txBody>
      </p:sp>
      <p:sp>
        <p:nvSpPr>
          <p:cNvPr id="10" name="shape-1333">
            <a:extLst xmlns:a="http://schemas.openxmlformats.org/drawingml/2006/main">
              <a:ext uri="{FF2B5EF4-FFF2-40B4-BE49-F238E27FC236}">
                <a16:creationId xmlns:a16="http://schemas.microsoft.com/office/drawing/2014/main" id="{0128295C-6E3D-4921-8DF5-3C2D684EE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334">
            <a:extLst xmlns:a="http://schemas.openxmlformats.org/drawingml/2006/main">
              <a:ext uri="{FF2B5EF4-FFF2-40B4-BE49-F238E27FC236}">
                <a16:creationId xmlns:a16="http://schemas.microsoft.com/office/drawing/2014/main" id="{DC3FB7EE-8B59-4355-B223-5093FBACE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335">
            <a:extLst xmlns:a="http://schemas.openxmlformats.org/drawingml/2006/main">
              <a:ext uri="{FF2B5EF4-FFF2-40B4-BE49-F238E27FC236}">
                <a16:creationId xmlns:a16="http://schemas.microsoft.com/office/drawing/2014/main" id="{72506978-8735-466F-BCFE-D0E54D13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步驟</a:t>
            </a:r>
          </a:p>
        </p:txBody>
      </p:sp>
      <p:sp>
        <p:nvSpPr>
          <p:cNvPr id="13" name="text-1336">
            <a:extLst xmlns:a="http://schemas.openxmlformats.org/drawingml/2006/main">
              <a:ext uri="{FF2B5EF4-FFF2-40B4-BE49-F238E27FC236}">
                <a16:creationId xmlns:a16="http://schemas.microsoft.com/office/drawing/2014/main" id="{E4505AB7-3709-4C26-B0BC-C98E1CE8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是否按相同順序處理，或清楚說明環境差異？</a:t>
            </a:r>
          </a:p>
        </p:txBody>
      </p:sp>
      <p:sp>
        <p:nvSpPr>
          <p:cNvPr id="14" name="shape-1337">
            <a:extLst xmlns:a="http://schemas.openxmlformats.org/drawingml/2006/main">
              <a:ext uri="{FF2B5EF4-FFF2-40B4-BE49-F238E27FC236}">
                <a16:creationId xmlns:a16="http://schemas.microsoft.com/office/drawing/2014/main" id="{E2F04410-E1BC-4C20-BD43-6C7D83FD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338">
            <a:extLst xmlns:a="http://schemas.openxmlformats.org/drawingml/2006/main">
              <a:ext uri="{FF2B5EF4-FFF2-40B4-BE49-F238E27FC236}">
                <a16:creationId xmlns:a16="http://schemas.microsoft.com/office/drawing/2014/main" id="{73377F09-17B0-49A8-8C67-4A71219F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339">
            <a:extLst xmlns:a="http://schemas.openxmlformats.org/drawingml/2006/main">
              <a:ext uri="{FF2B5EF4-FFF2-40B4-BE49-F238E27FC236}">
                <a16:creationId xmlns:a16="http://schemas.microsoft.com/office/drawing/2014/main" id="{5F90986B-7821-4699-AC31-3800BE510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護欄</a:t>
            </a:r>
          </a:p>
        </p:txBody>
      </p:sp>
      <p:sp>
        <p:nvSpPr>
          <p:cNvPr id="17" name="text-1340">
            <a:extLst xmlns:a="http://schemas.openxmlformats.org/drawingml/2006/main">
              <a:ext uri="{FF2B5EF4-FFF2-40B4-BE49-F238E27FC236}">
                <a16:creationId xmlns:a16="http://schemas.microsoft.com/office/drawing/2014/main" id="{84D0E4E4-C0C8-4FF0-8C2D-0A8FE323F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是否都在發布、刪除、寄送或改權限前停下？</a:t>
            </a:r>
          </a:p>
        </p:txBody>
      </p:sp>
      <p:sp>
        <p:nvSpPr>
          <p:cNvPr id="18" name="shape-1341">
            <a:extLst xmlns:a="http://schemas.openxmlformats.org/drawingml/2006/main">
              <a:ext uri="{FF2B5EF4-FFF2-40B4-BE49-F238E27FC236}">
                <a16:creationId xmlns:a16="http://schemas.microsoft.com/office/drawing/2014/main" id="{46BE0A7C-AD9D-461A-B1DF-DFF79DEB2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342">
            <a:extLst xmlns:a="http://schemas.openxmlformats.org/drawingml/2006/main">
              <a:ext uri="{FF2B5EF4-FFF2-40B4-BE49-F238E27FC236}">
                <a16:creationId xmlns:a16="http://schemas.microsoft.com/office/drawing/2014/main" id="{A527E085-57AF-4DB1-8CFE-BC087F318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343">
            <a:extLst xmlns:a="http://schemas.openxmlformats.org/drawingml/2006/main">
              <a:ext uri="{FF2B5EF4-FFF2-40B4-BE49-F238E27FC236}">
                <a16:creationId xmlns:a16="http://schemas.microsoft.com/office/drawing/2014/main" id="{307BA6E8-05EA-4C8A-964F-8724E424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21" name="text-1344">
            <a:extLst xmlns:a="http://schemas.openxmlformats.org/drawingml/2006/main">
              <a:ext uri="{FF2B5EF4-FFF2-40B4-BE49-F238E27FC236}">
                <a16:creationId xmlns:a16="http://schemas.microsoft.com/office/drawing/2014/main" id="{B1D0887F-DDBA-4BF4-B2C1-3A5A734DE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是否都回報通過、失敗與未確認，而非只說完成？</a:t>
            </a:r>
          </a:p>
        </p:txBody>
      </p:sp>
      <p:sp>
        <p:nvSpPr>
          <p:cNvPr id="22" name="text-1626">
            <a:extLst xmlns:a="http://schemas.openxmlformats.org/drawingml/2006/main">
              <a:ext uri="{FF2B5EF4-FFF2-40B4-BE49-F238E27FC236}">
                <a16:creationId xmlns:a16="http://schemas.microsoft.com/office/drawing/2014/main" id="{798E88B3-3512-4904-9DF6-39D6FF10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827175283c6435f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2ce9aed289245fa"/>
              </a:rPr>
              <a:t>Codex Skills ↗</a:t>
            </a:r>
          </a:p>
        </p:txBody>
      </p:sp>
      <p:sp>
        <p:nvSpPr>
          <p:cNvPr id="23" name="shape-1691">
            <a:extLst xmlns:a="http://schemas.openxmlformats.org/drawingml/2006/main">
              <a:ext uri="{FF2B5EF4-FFF2-40B4-BE49-F238E27FC236}">
                <a16:creationId xmlns:a16="http://schemas.microsoft.com/office/drawing/2014/main" id="{E1C63E06-8D70-4222-BAC4-2C9B03DF5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fda60ce134414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692">
            <a:extLst xmlns:a="http://schemas.openxmlformats.org/drawingml/2006/main">
              <a:ext uri="{FF2B5EF4-FFF2-40B4-BE49-F238E27FC236}">
                <a16:creationId xmlns:a16="http://schemas.microsoft.com/office/drawing/2014/main" id="{2182662C-BAE4-4B12-82C4-1BF910B5F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26391166044ae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693">
            <a:extLst xmlns:a="http://schemas.openxmlformats.org/drawingml/2006/main">
              <a:ext uri="{FF2B5EF4-FFF2-40B4-BE49-F238E27FC236}">
                <a16:creationId xmlns:a16="http://schemas.microsoft.com/office/drawing/2014/main" id="{ED308376-0A9C-4EE5-8D1B-21AACA2EA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685190004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345">
            <a:extLst xmlns:a="http://schemas.openxmlformats.org/drawingml/2006/main">
              <a:ext uri="{FF2B5EF4-FFF2-40B4-BE49-F238E27FC236}">
                <a16:creationId xmlns:a16="http://schemas.microsoft.com/office/drawing/2014/main" id="{C0535EA2-023E-4990-8909-8537E116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" name="text-1346">
            <a:extLst xmlns:a="http://schemas.openxmlformats.org/drawingml/2006/main">
              <a:ext uri="{FF2B5EF4-FFF2-40B4-BE49-F238E27FC236}">
                <a16:creationId xmlns:a16="http://schemas.microsoft.com/office/drawing/2014/main" id="{35ADED72-6EC4-4F5B-8241-D40854C8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分析學生資料</a:t>
            </a:r>
          </a:p>
        </p:txBody>
      </p:sp>
      <p:sp>
        <p:nvSpPr>
          <p:cNvPr id="3" name="text-1347">
            <a:extLst xmlns:a="http://schemas.openxmlformats.org/drawingml/2006/main">
              <a:ext uri="{FF2B5EF4-FFF2-40B4-BE49-F238E27FC236}">
                <a16:creationId xmlns:a16="http://schemas.microsoft.com/office/drawing/2014/main" id="{6FC23342-A7FF-4E7B-8647-A0B90CA0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把選擇題統計與簡答題編碼分流處理，再用人工複核與一致性檢查，把 AI 變成研究助理而不是黑箱評分者。</a:t>
            </a:r>
          </a:p>
        </p:txBody>
      </p:sp>
      <p:sp>
        <p:nvSpPr>
          <p:cNvPr id="4" name="shape-1348">
            <a:extLst xmlns:a="http://schemas.openxmlformats.org/drawingml/2006/main">
              <a:ext uri="{FF2B5EF4-FFF2-40B4-BE49-F238E27FC236}">
                <a16:creationId xmlns:a16="http://schemas.microsoft.com/office/drawing/2014/main" id="{52F343F4-20EF-4AE2-9A20-156D70466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349">
            <a:extLst xmlns:a="http://schemas.openxmlformats.org/drawingml/2006/main">
              <a:ext uri="{FF2B5EF4-FFF2-40B4-BE49-F238E27FC236}">
                <a16:creationId xmlns:a16="http://schemas.microsoft.com/office/drawing/2014/main" id="{2F5E3828-B333-450B-8407-7D2C845C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35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1351">
            <a:extLst xmlns:a="http://schemas.openxmlformats.org/drawingml/2006/main">
              <a:ext uri="{FF2B5EF4-FFF2-40B4-BE49-F238E27FC236}">
                <a16:creationId xmlns:a16="http://schemas.microsoft.com/office/drawing/2014/main" id="{2B61E917-7901-446B-A415-76A2271CE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9C6E858-2E7A-4F51-B713-14A8DA41F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9" name="text-1628">
            <a:extLst xmlns:a="http://schemas.openxmlformats.org/drawingml/2006/main">
              <a:ext uri="{FF2B5EF4-FFF2-40B4-BE49-F238E27FC236}">
                <a16:creationId xmlns:a16="http://schemas.microsoft.com/office/drawing/2014/main" id="{B34ADF32-177A-47F7-BCD8-441BCA2DB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c9d7b4160ad4257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aa4fdf1cbac400c"/>
              </a:rPr>
              <a:t>Codex ↗</a:t>
            </a:r>
          </a:p>
        </p:txBody>
      </p:sp>
      <p:sp>
        <p:nvSpPr>
          <p:cNvPr id="10" name="shape-1696">
            <a:extLst xmlns:a="http://schemas.openxmlformats.org/drawingml/2006/main">
              <a:ext uri="{FF2B5EF4-FFF2-40B4-BE49-F238E27FC236}">
                <a16:creationId xmlns:a16="http://schemas.microsoft.com/office/drawing/2014/main" id="{F06B2289-D891-4BBF-8437-1332158FD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db47c46ec847eb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1697">
            <a:extLst xmlns:a="http://schemas.openxmlformats.org/drawingml/2006/main">
              <a:ext uri="{FF2B5EF4-FFF2-40B4-BE49-F238E27FC236}">
                <a16:creationId xmlns:a16="http://schemas.microsoft.com/office/drawing/2014/main" id="{056D746D-2E5D-4BB9-AE9B-587BB2BA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8b493235b84dcf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1698">
            <a:extLst xmlns:a="http://schemas.openxmlformats.org/drawingml/2006/main">
              <a:ext uri="{FF2B5EF4-FFF2-40B4-BE49-F238E27FC236}">
                <a16:creationId xmlns:a16="http://schemas.microsoft.com/office/drawing/2014/main" id="{BB92BEA9-B59B-4E70-9DF7-38EAEB7FA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12132056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352">
            <a:extLst xmlns:a="http://schemas.openxmlformats.org/drawingml/2006/main">
              <a:ext uri="{FF2B5EF4-FFF2-40B4-BE49-F238E27FC236}">
                <a16:creationId xmlns:a16="http://schemas.microsoft.com/office/drawing/2014/main" id="{3BF781E8-22F5-4845-AC46-09BA05A7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TWO DATA LANES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B89DC3D-97D1-4D18-9995-3E5D9314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先分流：選擇題算表現，簡答題讀理解證據</a:t>
            </a:r>
          </a:p>
        </p:txBody>
      </p:sp>
      <p:cxnSp>
        <p:nvCxnSpPr>
          <p:cNvPr id="31" name="shape-135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54">
            <a:extLst xmlns:a="http://schemas.openxmlformats.org/drawingml/2006/main">
              <a:ext uri="{FF2B5EF4-FFF2-40B4-BE49-F238E27FC236}">
                <a16:creationId xmlns:a16="http://schemas.microsoft.com/office/drawing/2014/main" id="{97F0D9B2-01C1-4DF4-9F8F-92D79450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7A2CA63-717E-4D9F-88B4-AE209124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shape-1355">
            <a:extLst xmlns:a="http://schemas.openxmlformats.org/drawingml/2006/main">
              <a:ext uri="{FF2B5EF4-FFF2-40B4-BE49-F238E27FC236}">
                <a16:creationId xmlns:a16="http://schemas.microsoft.com/office/drawing/2014/main" id="{14BC7EFB-39D6-4469-A046-9CC448FD8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356">
            <a:extLst xmlns:a="http://schemas.openxmlformats.org/drawingml/2006/main">
              <a:ext uri="{FF2B5EF4-FFF2-40B4-BE49-F238E27FC236}">
                <a16:creationId xmlns:a16="http://schemas.microsoft.com/office/drawing/2014/main" id="{C61160B1-27DA-427E-B97E-88E929F17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357">
            <a:extLst xmlns:a="http://schemas.openxmlformats.org/drawingml/2006/main">
              <a:ext uri="{FF2B5EF4-FFF2-40B4-BE49-F238E27FC236}">
                <a16:creationId xmlns:a16="http://schemas.microsoft.com/office/drawing/2014/main" id="{B896AEC9-E649-4D57-B5D2-8447D8228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選擇題／結構化資料</a:t>
            </a:r>
          </a:p>
        </p:txBody>
      </p:sp>
      <p:sp>
        <p:nvSpPr>
          <p:cNvPr id="9" name="text-1358">
            <a:extLst xmlns:a="http://schemas.openxmlformats.org/drawingml/2006/main">
              <a:ext uri="{FF2B5EF4-FFF2-40B4-BE49-F238E27FC236}">
                <a16:creationId xmlns:a16="http://schemas.microsoft.com/office/drawing/2014/main" id="{E6B33198-1301-4754-B8FC-718247619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答案鍵比對與缺漏檢查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全班、分組與題目答對率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干擾選項分布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異常值與資料品質標記</a:t>
            </a:r>
          </a:p>
        </p:txBody>
      </p:sp>
      <p:sp>
        <p:nvSpPr>
          <p:cNvPr id="10" name="text-1359">
            <a:extLst xmlns:a="http://schemas.openxmlformats.org/drawingml/2006/main">
              <a:ext uri="{FF2B5EF4-FFF2-40B4-BE49-F238E27FC236}">
                <a16:creationId xmlns:a16="http://schemas.microsoft.com/office/drawing/2014/main" id="{6C40500F-45D3-4056-8557-2B6CEAEBD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簡答題／文字資料</a:t>
            </a:r>
          </a:p>
        </p:txBody>
      </p:sp>
      <p:sp>
        <p:nvSpPr>
          <p:cNvPr id="11" name="text-1360">
            <a:extLst xmlns:a="http://schemas.openxmlformats.org/drawingml/2006/main">
              <a:ext uri="{FF2B5EF4-FFF2-40B4-BE49-F238E27FC236}">
                <a16:creationId xmlns:a16="http://schemas.microsoft.com/office/drawing/2014/main" id="{6C18E688-703F-463C-B311-631C1877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先定義逐題編碼規準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保留支持編碼的文字證據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初編＋信心與待複核旗標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人工獨立抽查與處理歧異</a:t>
            </a:r>
          </a:p>
        </p:txBody>
      </p:sp>
      <p:sp>
        <p:nvSpPr>
          <p:cNvPr id="12" name="text-1361">
            <a:extLst xmlns:a="http://schemas.openxmlformats.org/drawingml/2006/main">
              <a:ext uri="{FF2B5EF4-FFF2-40B4-BE49-F238E27FC236}">
                <a16:creationId xmlns:a16="http://schemas.microsoft.com/office/drawing/2014/main" id="{127C716F-6EAD-4790-A793-74914ECC7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答案鍵</a:t>
            </a:r>
          </a:p>
        </p:txBody>
      </p:sp>
      <p:sp>
        <p:nvSpPr>
          <p:cNvPr id="13" name="text-1362">
            <a:extLst xmlns:a="http://schemas.openxmlformats.org/drawingml/2006/main">
              <a:ext uri="{FF2B5EF4-FFF2-40B4-BE49-F238E27FC236}">
                <a16:creationId xmlns:a16="http://schemas.microsoft.com/office/drawing/2014/main" id="{9F617577-527B-4604-B49F-BCE64BC9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統計</a:t>
            </a:r>
          </a:p>
        </p:txBody>
      </p:sp>
      <p:sp>
        <p:nvSpPr>
          <p:cNvPr id="14" name="text-1363">
            <a:extLst xmlns:a="http://schemas.openxmlformats.org/drawingml/2006/main">
              <a:ext uri="{FF2B5EF4-FFF2-40B4-BE49-F238E27FC236}">
                <a16:creationId xmlns:a16="http://schemas.microsoft.com/office/drawing/2014/main" id="{992303D2-667A-4FB1-AFB6-32F64D73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群體趨勢</a:t>
            </a:r>
          </a:p>
        </p:txBody>
      </p:sp>
      <p:cxnSp>
        <p:nvCxnSpPr>
          <p:cNvPr id="43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038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44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562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sp>
        <p:nvSpPr>
          <p:cNvPr id="17" name="text-1364">
            <a:extLst xmlns:a="http://schemas.openxmlformats.org/drawingml/2006/main">
              <a:ext uri="{FF2B5EF4-FFF2-40B4-BE49-F238E27FC236}">
                <a16:creationId xmlns:a16="http://schemas.microsoft.com/office/drawing/2014/main" id="{701E6DFB-9553-4D3F-9D83-13C1D637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編碼規準</a:t>
            </a:r>
          </a:p>
        </p:txBody>
      </p:sp>
      <p:sp>
        <p:nvSpPr>
          <p:cNvPr id="18" name="text-1365">
            <a:extLst xmlns:a="http://schemas.openxmlformats.org/drawingml/2006/main">
              <a:ext uri="{FF2B5EF4-FFF2-40B4-BE49-F238E27FC236}">
                <a16:creationId xmlns:a16="http://schemas.microsoft.com/office/drawing/2014/main" id="{AA76A377-1A4E-4A7F-9B74-5986D8F66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AI 初編</a:t>
            </a:r>
          </a:p>
        </p:txBody>
      </p:sp>
      <p:sp>
        <p:nvSpPr>
          <p:cNvPr id="19" name="text-1366">
            <a:extLst xmlns:a="http://schemas.openxmlformats.org/drawingml/2006/main">
              <a:ext uri="{FF2B5EF4-FFF2-40B4-BE49-F238E27FC236}">
                <a16:creationId xmlns:a16="http://schemas.microsoft.com/office/drawing/2014/main" id="{B4CF039D-2A4C-4D74-A6B1-D7C410D2C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cxnSp>
        <p:nvCxnSpPr>
          <p:cNvPr id="48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677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CD2C7"/>
            </a:solidFill>
            <a:prstDash val="solid"/>
            <a:tailEnd type="arrow" w="sm" len="sm"/>
          </a:ln>
        </p:spPr>
      </p:cxnSp>
      <p:cxnSp>
        <p:nvCxnSpPr>
          <p:cNvPr id="49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9201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2" name="text-1367">
            <a:extLst xmlns:a="http://schemas.openxmlformats.org/drawingml/2006/main">
              <a:ext uri="{FF2B5EF4-FFF2-40B4-BE49-F238E27FC236}">
                <a16:creationId xmlns:a16="http://schemas.microsoft.com/office/drawing/2014/main" id="{E74E41E2-C52A-489C-A07C-A238A30E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兩條資料流，最後在報告層匯合；不要用同一套規則硬套</a:t>
            </a:r>
          </a:p>
        </p:txBody>
      </p:sp>
      <p:sp>
        <p:nvSpPr>
          <p:cNvPr id="23" name="text-1629">
            <a:extLst xmlns:a="http://schemas.openxmlformats.org/drawingml/2006/main">
              <a:ext uri="{FF2B5EF4-FFF2-40B4-BE49-F238E27FC236}">
                <a16:creationId xmlns:a16="http://schemas.microsoft.com/office/drawing/2014/main" id="{E37BA053-2EDE-4BBD-9934-FF1B5902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fd83746ac484490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0286a364297441b"/>
              </a:rPr>
              <a:t>Codex ↗</a:t>
            </a:r>
          </a:p>
        </p:txBody>
      </p:sp>
      <p:sp>
        <p:nvSpPr>
          <p:cNvPr id="24" name="shape-1699">
            <a:extLst xmlns:a="http://schemas.openxmlformats.org/drawingml/2006/main">
              <a:ext uri="{FF2B5EF4-FFF2-40B4-BE49-F238E27FC236}">
                <a16:creationId xmlns:a16="http://schemas.microsoft.com/office/drawing/2014/main" id="{D98D1A3F-E855-45CD-8ED4-FA58C4E36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9828e081fd416b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6" name="text-1700">
            <a:extLst xmlns:a="http://schemas.openxmlformats.org/drawingml/2006/main">
              <a:ext uri="{FF2B5EF4-FFF2-40B4-BE49-F238E27FC236}">
                <a16:creationId xmlns:a16="http://schemas.microsoft.com/office/drawing/2014/main" id="{F1A2D69F-F314-4217-AC2C-13FB945DB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0dce7d4a04bec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8" name="text-1701">
            <a:extLst xmlns:a="http://schemas.openxmlformats.org/drawingml/2006/main">
              <a:ext uri="{FF2B5EF4-FFF2-40B4-BE49-F238E27FC236}">
                <a16:creationId xmlns:a16="http://schemas.microsoft.com/office/drawing/2014/main" id="{01174B6B-9E92-49F0-9656-4081F0E8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96969401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text-1368">
            <a:extLst xmlns:a="http://schemas.openxmlformats.org/drawingml/2006/main">
              <a:ext uri="{FF2B5EF4-FFF2-40B4-BE49-F238E27FC236}">
                <a16:creationId xmlns:a16="http://schemas.microsoft.com/office/drawing/2014/main" id="{73AB1DBB-FAC0-4D7B-B40A-5A24C5AA5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EVIDENCE PIPELINE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003B502-E1F1-444B-B387-F3B87DA9E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七步研究流程：從原始資料到可追查報告</a:t>
            </a:r>
          </a:p>
        </p:txBody>
      </p:sp>
      <p:cxnSp>
        <p:nvCxnSpPr>
          <p:cNvPr id="56" name="shape-136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70">
            <a:extLst xmlns:a="http://schemas.openxmlformats.org/drawingml/2006/main">
              <a:ext uri="{FF2B5EF4-FFF2-40B4-BE49-F238E27FC236}">
                <a16:creationId xmlns:a16="http://schemas.microsoft.com/office/drawing/2014/main" id="{BD67C20B-AAF0-4E22-801A-80FCDFA0F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309AF06-2B82-4125-84B7-C3D9B246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1371">
            <a:extLst xmlns:a="http://schemas.openxmlformats.org/drawingml/2006/main">
              <a:ext uri="{FF2B5EF4-FFF2-40B4-BE49-F238E27FC236}">
                <a16:creationId xmlns:a16="http://schemas.microsoft.com/office/drawing/2014/main" id="{8948C558-49F1-41E3-A634-05B9677F7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372">
            <a:extLst xmlns:a="http://schemas.openxmlformats.org/drawingml/2006/main">
              <a:ext uri="{FF2B5EF4-FFF2-40B4-BE49-F238E27FC236}">
                <a16:creationId xmlns:a16="http://schemas.microsoft.com/office/drawing/2014/main" id="{D96A0AFD-36E2-4AC1-B8FE-EACF9243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373">
            <a:extLst xmlns:a="http://schemas.openxmlformats.org/drawingml/2006/main">
              <a:ext uri="{FF2B5EF4-FFF2-40B4-BE49-F238E27FC236}">
                <a16:creationId xmlns:a16="http://schemas.microsoft.com/office/drawing/2014/main" id="{A0A09D3F-289B-4551-B37C-ACE0BFB71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374">
            <a:extLst xmlns:a="http://schemas.openxmlformats.org/drawingml/2006/main">
              <a:ext uri="{FF2B5EF4-FFF2-40B4-BE49-F238E27FC236}">
                <a16:creationId xmlns:a16="http://schemas.microsoft.com/office/drawing/2014/main" id="{AFA58EB1-0D18-413E-A927-D488D7C9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去識別</a:t>
            </a:r>
          </a:p>
        </p:txBody>
      </p:sp>
      <p:sp>
        <p:nvSpPr>
          <p:cNvPr id="10" name="text-1375">
            <a:extLst xmlns:a="http://schemas.openxmlformats.org/drawingml/2006/main">
              <a:ext uri="{FF2B5EF4-FFF2-40B4-BE49-F238E27FC236}">
                <a16:creationId xmlns:a16="http://schemas.microsoft.com/office/drawing/2014/main" id="{A1FB0385-6160-4C16-9AB1-FF35EF107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移除姓名與直接識別欄位</a:t>
            </a:r>
          </a:p>
        </p:txBody>
      </p:sp>
      <p:sp>
        <p:nvSpPr>
          <p:cNvPr id="11" name="text-1376">
            <a:extLst xmlns:a="http://schemas.openxmlformats.org/drawingml/2006/main">
              <a:ext uri="{FF2B5EF4-FFF2-40B4-BE49-F238E27FC236}">
                <a16:creationId xmlns:a16="http://schemas.microsoft.com/office/drawing/2014/main" id="{9FD3D2EF-D608-4B58-9DC6-6C9490CC0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377">
            <a:extLst xmlns:a="http://schemas.openxmlformats.org/drawingml/2006/main">
              <a:ext uri="{FF2B5EF4-FFF2-40B4-BE49-F238E27FC236}">
                <a16:creationId xmlns:a16="http://schemas.microsoft.com/office/drawing/2014/main" id="{20A04B62-3C4A-420C-B576-DD1A3ECBD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378">
            <a:extLst xmlns:a="http://schemas.openxmlformats.org/drawingml/2006/main">
              <a:ext uri="{FF2B5EF4-FFF2-40B4-BE49-F238E27FC236}">
                <a16:creationId xmlns:a16="http://schemas.microsoft.com/office/drawing/2014/main" id="{BDE6A827-C9E0-4CF1-8A84-6B6F7C88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379">
            <a:extLst xmlns:a="http://schemas.openxmlformats.org/drawingml/2006/main">
              <a:ext uri="{FF2B5EF4-FFF2-40B4-BE49-F238E27FC236}">
                <a16:creationId xmlns:a16="http://schemas.microsoft.com/office/drawing/2014/main" id="{19F824B2-5594-45F9-8C0B-1FCC471C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380">
            <a:extLst xmlns:a="http://schemas.openxmlformats.org/drawingml/2006/main">
              <a:ext uri="{FF2B5EF4-FFF2-40B4-BE49-F238E27FC236}">
                <a16:creationId xmlns:a16="http://schemas.microsoft.com/office/drawing/2014/main" id="{64A33294-327F-4542-A282-8F7B13109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資料字典</a:t>
            </a:r>
          </a:p>
        </p:txBody>
      </p:sp>
      <p:sp>
        <p:nvSpPr>
          <p:cNvPr id="16" name="text-1381">
            <a:extLst xmlns:a="http://schemas.openxmlformats.org/drawingml/2006/main">
              <a:ext uri="{FF2B5EF4-FFF2-40B4-BE49-F238E27FC236}">
                <a16:creationId xmlns:a16="http://schemas.microsoft.com/office/drawing/2014/main" id="{54203854-1176-4AFC-820A-543A7DC5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欄位、答案鍵、缺失值</a:t>
            </a:r>
          </a:p>
        </p:txBody>
      </p:sp>
      <p:sp>
        <p:nvSpPr>
          <p:cNvPr id="17" name="text-1382">
            <a:extLst xmlns:a="http://schemas.openxmlformats.org/drawingml/2006/main">
              <a:ext uri="{FF2B5EF4-FFF2-40B4-BE49-F238E27FC236}">
                <a16:creationId xmlns:a16="http://schemas.microsoft.com/office/drawing/2014/main" id="{DDA1D6EB-74E6-4F96-9A07-C7928AEA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383">
            <a:extLst xmlns:a="http://schemas.openxmlformats.org/drawingml/2006/main">
              <a:ext uri="{FF2B5EF4-FFF2-40B4-BE49-F238E27FC236}">
                <a16:creationId xmlns:a16="http://schemas.microsoft.com/office/drawing/2014/main" id="{B5AFE09C-EFC7-4184-BE92-CF6061D2A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384">
            <a:extLst xmlns:a="http://schemas.openxmlformats.org/drawingml/2006/main">
              <a:ext uri="{FF2B5EF4-FFF2-40B4-BE49-F238E27FC236}">
                <a16:creationId xmlns:a16="http://schemas.microsoft.com/office/drawing/2014/main" id="{F0757FAC-D592-41EA-ACA2-5528C100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385">
            <a:extLst xmlns:a="http://schemas.openxmlformats.org/drawingml/2006/main">
              <a:ext uri="{FF2B5EF4-FFF2-40B4-BE49-F238E27FC236}">
                <a16:creationId xmlns:a16="http://schemas.microsoft.com/office/drawing/2014/main" id="{093D1061-9BAF-4971-8175-C220AADD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386">
            <a:extLst xmlns:a="http://schemas.openxmlformats.org/drawingml/2006/main">
              <a:ext uri="{FF2B5EF4-FFF2-40B4-BE49-F238E27FC236}">
                <a16:creationId xmlns:a16="http://schemas.microsoft.com/office/drawing/2014/main" id="{A2E63F4D-75A8-42BF-B5E3-23729255B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品質檢查</a:t>
            </a:r>
          </a:p>
        </p:txBody>
      </p:sp>
      <p:sp>
        <p:nvSpPr>
          <p:cNvPr id="22" name="text-1387">
            <a:extLst xmlns:a="http://schemas.openxmlformats.org/drawingml/2006/main">
              <a:ext uri="{FF2B5EF4-FFF2-40B4-BE49-F238E27FC236}">
                <a16:creationId xmlns:a16="http://schemas.microsoft.com/office/drawing/2014/main" id="{28130D61-531F-44A0-8127-C62EDA987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重複、空白、非法值</a:t>
            </a:r>
          </a:p>
        </p:txBody>
      </p:sp>
      <p:sp>
        <p:nvSpPr>
          <p:cNvPr id="23" name="text-1388">
            <a:extLst xmlns:a="http://schemas.openxmlformats.org/drawingml/2006/main">
              <a:ext uri="{FF2B5EF4-FFF2-40B4-BE49-F238E27FC236}">
                <a16:creationId xmlns:a16="http://schemas.microsoft.com/office/drawing/2014/main" id="{8940B3CB-AF6C-4950-9DF4-F7AA6F861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389">
            <a:extLst xmlns:a="http://schemas.openxmlformats.org/drawingml/2006/main">
              <a:ext uri="{FF2B5EF4-FFF2-40B4-BE49-F238E27FC236}">
                <a16:creationId xmlns:a16="http://schemas.microsoft.com/office/drawing/2014/main" id="{17C525B0-7C7A-44A0-8C8B-5F442F12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390">
            <a:extLst xmlns:a="http://schemas.openxmlformats.org/drawingml/2006/main">
              <a:ext uri="{FF2B5EF4-FFF2-40B4-BE49-F238E27FC236}">
                <a16:creationId xmlns:a16="http://schemas.microsoft.com/office/drawing/2014/main" id="{80CBF2F6-DB4C-47DB-A2F9-763E03917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391">
            <a:extLst xmlns:a="http://schemas.openxmlformats.org/drawingml/2006/main">
              <a:ext uri="{FF2B5EF4-FFF2-40B4-BE49-F238E27FC236}">
                <a16:creationId xmlns:a16="http://schemas.microsoft.com/office/drawing/2014/main" id="{3D2602E3-70FF-40DF-AF18-8B2CFA366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392">
            <a:extLst xmlns:a="http://schemas.openxmlformats.org/drawingml/2006/main">
              <a:ext uri="{FF2B5EF4-FFF2-40B4-BE49-F238E27FC236}">
                <a16:creationId xmlns:a16="http://schemas.microsoft.com/office/drawing/2014/main" id="{D254E84C-3082-4AA8-8E38-B610723D9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選擇題</a:t>
            </a:r>
          </a:p>
        </p:txBody>
      </p:sp>
      <p:sp>
        <p:nvSpPr>
          <p:cNvPr id="28" name="text-1393">
            <a:extLst xmlns:a="http://schemas.openxmlformats.org/drawingml/2006/main">
              <a:ext uri="{FF2B5EF4-FFF2-40B4-BE49-F238E27FC236}">
                <a16:creationId xmlns:a16="http://schemas.microsoft.com/office/drawing/2014/main" id="{1454C099-FA70-4BDE-98E2-393786CB9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答對率與選項分布</a:t>
            </a:r>
          </a:p>
        </p:txBody>
      </p:sp>
      <p:sp>
        <p:nvSpPr>
          <p:cNvPr id="29" name="text-1394">
            <a:extLst xmlns:a="http://schemas.openxmlformats.org/drawingml/2006/main">
              <a:ext uri="{FF2B5EF4-FFF2-40B4-BE49-F238E27FC236}">
                <a16:creationId xmlns:a16="http://schemas.microsoft.com/office/drawing/2014/main" id="{37B62ED5-A3E2-4F78-80A3-B66B5730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395">
            <a:extLst xmlns:a="http://schemas.openxmlformats.org/drawingml/2006/main">
              <a:ext uri="{FF2B5EF4-FFF2-40B4-BE49-F238E27FC236}">
                <a16:creationId xmlns:a16="http://schemas.microsoft.com/office/drawing/2014/main" id="{FF2C125D-2FF5-431F-9CAC-23EE13CD9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1396">
            <a:extLst xmlns:a="http://schemas.openxmlformats.org/drawingml/2006/main">
              <a:ext uri="{FF2B5EF4-FFF2-40B4-BE49-F238E27FC236}">
                <a16:creationId xmlns:a16="http://schemas.microsoft.com/office/drawing/2014/main" id="{42FB6417-5060-4473-B9C3-86006AA8D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397">
            <a:extLst xmlns:a="http://schemas.openxmlformats.org/drawingml/2006/main">
              <a:ext uri="{FF2B5EF4-FFF2-40B4-BE49-F238E27FC236}">
                <a16:creationId xmlns:a16="http://schemas.microsoft.com/office/drawing/2014/main" id="{8E326395-6BE7-4465-B7F4-CD24A0A74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398">
            <a:extLst xmlns:a="http://schemas.openxmlformats.org/drawingml/2006/main">
              <a:ext uri="{FF2B5EF4-FFF2-40B4-BE49-F238E27FC236}">
                <a16:creationId xmlns:a16="http://schemas.microsoft.com/office/drawing/2014/main" id="{C4188542-C2A5-4617-BE3E-588F9C28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簡答初編</a:t>
            </a:r>
          </a:p>
        </p:txBody>
      </p:sp>
      <p:sp>
        <p:nvSpPr>
          <p:cNvPr id="34" name="text-1399">
            <a:extLst xmlns:a="http://schemas.openxmlformats.org/drawingml/2006/main">
              <a:ext uri="{FF2B5EF4-FFF2-40B4-BE49-F238E27FC236}">
                <a16:creationId xmlns:a16="http://schemas.microsoft.com/office/drawing/2014/main" id="{C12912AC-2DF1-476F-83A5-2A4EA4624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依規準＋文字證據</a:t>
            </a:r>
          </a:p>
        </p:txBody>
      </p:sp>
      <p:sp>
        <p:nvSpPr>
          <p:cNvPr id="35" name="text-1400">
            <a:extLst xmlns:a="http://schemas.openxmlformats.org/drawingml/2006/main">
              <a:ext uri="{FF2B5EF4-FFF2-40B4-BE49-F238E27FC236}">
                <a16:creationId xmlns:a16="http://schemas.microsoft.com/office/drawing/2014/main" id="{7CAD6937-3F9C-479B-A087-2B2E23491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6" name="shape-1401">
            <a:extLst xmlns:a="http://schemas.openxmlformats.org/drawingml/2006/main">
              <a:ext uri="{FF2B5EF4-FFF2-40B4-BE49-F238E27FC236}">
                <a16:creationId xmlns:a16="http://schemas.microsoft.com/office/drawing/2014/main" id="{FF6E3701-14EB-4C46-BCF5-603DF05B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7" name="shape-1402">
            <a:extLst xmlns:a="http://schemas.openxmlformats.org/drawingml/2006/main">
              <a:ext uri="{FF2B5EF4-FFF2-40B4-BE49-F238E27FC236}">
                <a16:creationId xmlns:a16="http://schemas.microsoft.com/office/drawing/2014/main" id="{9511DCF6-89DC-491F-940E-B84C1A752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text-1403">
            <a:extLst xmlns:a="http://schemas.openxmlformats.org/drawingml/2006/main">
              <a:ext uri="{FF2B5EF4-FFF2-40B4-BE49-F238E27FC236}">
                <a16:creationId xmlns:a16="http://schemas.microsoft.com/office/drawing/2014/main" id="{2AB1F154-07BB-4E53-B26D-0C6D3FC10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39" name="text-1404">
            <a:extLst xmlns:a="http://schemas.openxmlformats.org/drawingml/2006/main">
              <a:ext uri="{FF2B5EF4-FFF2-40B4-BE49-F238E27FC236}">
                <a16:creationId xmlns:a16="http://schemas.microsoft.com/office/drawing/2014/main" id="{E09B85E7-7B14-4AF5-8A2E-9BAA9EB6E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sp>
        <p:nvSpPr>
          <p:cNvPr id="40" name="text-1405">
            <a:extLst xmlns:a="http://schemas.openxmlformats.org/drawingml/2006/main">
              <a:ext uri="{FF2B5EF4-FFF2-40B4-BE49-F238E27FC236}">
                <a16:creationId xmlns:a16="http://schemas.microsoft.com/office/drawing/2014/main" id="{AD9F77D3-FD4F-48DA-A18C-092E14E9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盲評抽查與歧異討論</a:t>
            </a:r>
          </a:p>
        </p:txBody>
      </p:sp>
      <p:sp>
        <p:nvSpPr>
          <p:cNvPr id="41" name="text-1406">
            <a:extLst xmlns:a="http://schemas.openxmlformats.org/drawingml/2006/main">
              <a:ext uri="{FF2B5EF4-FFF2-40B4-BE49-F238E27FC236}">
                <a16:creationId xmlns:a16="http://schemas.microsoft.com/office/drawing/2014/main" id="{27C6F77A-CAF7-44E3-9CCD-DB048057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407">
            <a:extLst xmlns:a="http://schemas.openxmlformats.org/drawingml/2006/main">
              <a:ext uri="{FF2B5EF4-FFF2-40B4-BE49-F238E27FC236}">
                <a16:creationId xmlns:a16="http://schemas.microsoft.com/office/drawing/2014/main" id="{959C1F1C-9CD4-4CBF-8135-A4389BE9F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43" name="shape-1408">
            <a:extLst xmlns:a="http://schemas.openxmlformats.org/drawingml/2006/main">
              <a:ext uri="{FF2B5EF4-FFF2-40B4-BE49-F238E27FC236}">
                <a16:creationId xmlns:a16="http://schemas.microsoft.com/office/drawing/2014/main" id="{F95EE576-E3B6-4235-A63E-3D4FEF4A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text-1409">
            <a:extLst xmlns:a="http://schemas.openxmlformats.org/drawingml/2006/main">
              <a:ext uri="{FF2B5EF4-FFF2-40B4-BE49-F238E27FC236}">
                <a16:creationId xmlns:a16="http://schemas.microsoft.com/office/drawing/2014/main" id="{7C1C5355-0202-44EF-A6EB-69D7D5FD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7</a:t>
            </a:r>
          </a:p>
        </p:txBody>
      </p:sp>
      <p:sp>
        <p:nvSpPr>
          <p:cNvPr id="45" name="text-1410">
            <a:extLst xmlns:a="http://schemas.openxmlformats.org/drawingml/2006/main">
              <a:ext uri="{FF2B5EF4-FFF2-40B4-BE49-F238E27FC236}">
                <a16:creationId xmlns:a16="http://schemas.microsoft.com/office/drawing/2014/main" id="{9B6C8D1C-83DE-4DCD-B9F7-93AFF879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彙整報告</a:t>
            </a:r>
          </a:p>
        </p:txBody>
      </p:sp>
      <p:sp>
        <p:nvSpPr>
          <p:cNvPr id="46" name="text-1411">
            <a:extLst xmlns:a="http://schemas.openxmlformats.org/drawingml/2006/main">
              <a:ext uri="{FF2B5EF4-FFF2-40B4-BE49-F238E27FC236}">
                <a16:creationId xmlns:a16="http://schemas.microsoft.com/office/drawing/2014/main" id="{6EA56CEA-0974-4DBD-A79C-F08055C8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群體趨勢、限制、未確認</a:t>
            </a:r>
          </a:p>
        </p:txBody>
      </p:sp>
      <p:sp>
        <p:nvSpPr>
          <p:cNvPr id="47" name="text-1412">
            <a:extLst xmlns:a="http://schemas.openxmlformats.org/drawingml/2006/main">
              <a:ext uri="{FF2B5EF4-FFF2-40B4-BE49-F238E27FC236}">
                <a16:creationId xmlns:a16="http://schemas.microsoft.com/office/drawing/2014/main" id="{54567059-F3DC-410D-A3A4-D3F0B5967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48" name="text-1630">
            <a:extLst xmlns:a="http://schemas.openxmlformats.org/drawingml/2006/main">
              <a:ext uri="{FF2B5EF4-FFF2-40B4-BE49-F238E27FC236}">
                <a16:creationId xmlns:a16="http://schemas.microsoft.com/office/drawing/2014/main" id="{9B46A4A6-3A5A-412C-B80C-60002DD5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a78fe36e8ea48ff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68fb4a412c24770"/>
              </a:rPr>
              <a:t>Codex ↗</a:t>
            </a:r>
          </a:p>
        </p:txBody>
      </p:sp>
      <p:sp>
        <p:nvSpPr>
          <p:cNvPr id="49" name="shape-1702">
            <a:extLst xmlns:a="http://schemas.openxmlformats.org/drawingml/2006/main">
              <a:ext uri="{FF2B5EF4-FFF2-40B4-BE49-F238E27FC236}">
                <a16:creationId xmlns:a16="http://schemas.microsoft.com/office/drawing/2014/main" id="{7B06ECDC-F7EE-42AF-8A7E-898FE2CE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96af350d204bb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1" name="text-1703">
            <a:extLst xmlns:a="http://schemas.openxmlformats.org/drawingml/2006/main">
              <a:ext uri="{FF2B5EF4-FFF2-40B4-BE49-F238E27FC236}">
                <a16:creationId xmlns:a16="http://schemas.microsoft.com/office/drawing/2014/main" id="{F7FEF8A2-34D9-45BF-AE5A-BAB0CA9D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e5c474d0084249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3" name="text-1704">
            <a:extLst xmlns:a="http://schemas.openxmlformats.org/drawingml/2006/main">
              <a:ext uri="{FF2B5EF4-FFF2-40B4-BE49-F238E27FC236}">
                <a16:creationId xmlns:a16="http://schemas.microsoft.com/office/drawing/2014/main" id="{3509E129-1702-40C5-BD1C-16C41EC6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616684085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413">
            <a:extLst xmlns:a="http://schemas.openxmlformats.org/drawingml/2006/main">
              <a:ext uri="{FF2B5EF4-FFF2-40B4-BE49-F238E27FC236}">
                <a16:creationId xmlns:a16="http://schemas.microsoft.com/office/drawing/2014/main" id="{B59B9731-CC2F-48E6-B5DF-1D93A3BF6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HUMAN-SCORED · AI PARALLEL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71E7E1B-FE38-41AF-9551-DA3A508B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初編不等於正式評分：PIRLS 2026 給我們的訊號</a:t>
            </a:r>
          </a:p>
        </p:txBody>
      </p:sp>
      <p:cxnSp>
        <p:nvCxnSpPr>
          <p:cNvPr id="30" name="shape-141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15">
            <a:extLst xmlns:a="http://schemas.openxmlformats.org/drawingml/2006/main">
              <a:ext uri="{FF2B5EF4-FFF2-40B4-BE49-F238E27FC236}">
                <a16:creationId xmlns:a16="http://schemas.microsoft.com/office/drawing/2014/main" id="{8034DA7F-E8A7-4C44-A245-6764A2BC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6CCE9EA-E31C-4D71-A4F4-EA19F90A6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36</a:t>
            </a:r>
          </a:p>
        </p:txBody>
      </p:sp>
      <p:sp>
        <p:nvSpPr>
          <p:cNvPr id="6" name="shape-1416">
            <a:extLst xmlns:a="http://schemas.openxmlformats.org/drawingml/2006/main">
              <a:ext uri="{FF2B5EF4-FFF2-40B4-BE49-F238E27FC236}">
                <a16:creationId xmlns:a16="http://schemas.microsoft.com/office/drawing/2014/main" id="{216C7FC0-BD39-4E52-B5F7-18E01B31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417">
            <a:extLst xmlns:a="http://schemas.openxmlformats.org/drawingml/2006/main">
              <a:ext uri="{FF2B5EF4-FFF2-40B4-BE49-F238E27FC236}">
                <a16:creationId xmlns:a16="http://schemas.microsoft.com/office/drawing/2014/main" id="{063614DD-B6B1-478C-9A00-D28AD3C9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H</a:t>
            </a:r>
          </a:p>
        </p:txBody>
      </p:sp>
      <p:sp>
        <p:nvSpPr>
          <p:cNvPr id="8" name="text-1418">
            <a:extLst xmlns:a="http://schemas.openxmlformats.org/drawingml/2006/main">
              <a:ext uri="{FF2B5EF4-FFF2-40B4-BE49-F238E27FC236}">
                <a16:creationId xmlns:a16="http://schemas.microsoft.com/office/drawing/2014/main" id="{9F43A11C-1315-4144-AAD5-93857D1E4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人工仍是主流程</a:t>
            </a:r>
          </a:p>
        </p:txBody>
      </p:sp>
      <p:sp>
        <p:nvSpPr>
          <p:cNvPr id="9" name="text-1419">
            <a:extLst xmlns:a="http://schemas.openxmlformats.org/drawingml/2006/main">
              <a:ext uri="{FF2B5EF4-FFF2-40B4-BE49-F238E27FC236}">
                <a16:creationId xmlns:a16="http://schemas.microsoft.com/office/drawing/2014/main" id="{9B211236-84B6-44DB-9991-34B7F753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PIRLS 2026 的 constructed-response 項目規劃由各國人工評分。</a:t>
            </a:r>
          </a:p>
        </p:txBody>
      </p:sp>
      <p:sp>
        <p:nvSpPr>
          <p:cNvPr id="10" name="shape-1420">
            <a:extLst xmlns:a="http://schemas.openxmlformats.org/drawingml/2006/main">
              <a:ext uri="{FF2B5EF4-FFF2-40B4-BE49-F238E27FC236}">
                <a16:creationId xmlns:a16="http://schemas.microsoft.com/office/drawing/2014/main" id="{819FD0E4-DF61-4DBA-9AFC-1E4FF8486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21">
            <a:extLst xmlns:a="http://schemas.openxmlformats.org/drawingml/2006/main">
              <a:ext uri="{FF2B5EF4-FFF2-40B4-BE49-F238E27FC236}">
                <a16:creationId xmlns:a16="http://schemas.microsoft.com/office/drawing/2014/main" id="{E7678DCA-9465-47E5-B87D-71CB9645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AI</a:t>
            </a:r>
          </a:p>
        </p:txBody>
      </p:sp>
      <p:sp>
        <p:nvSpPr>
          <p:cNvPr id="12" name="text-1422">
            <a:extLst xmlns:a="http://schemas.openxmlformats.org/drawingml/2006/main">
              <a:ext uri="{FF2B5EF4-FFF2-40B4-BE49-F238E27FC236}">
                <a16:creationId xmlns:a16="http://schemas.microsoft.com/office/drawing/2014/main" id="{3499A502-5E2E-42F2-A720-FBAD2447B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平行研究</a:t>
            </a:r>
          </a:p>
        </p:txBody>
      </p:sp>
      <p:sp>
        <p:nvSpPr>
          <p:cNvPr id="13" name="text-1423">
            <a:extLst xmlns:a="http://schemas.openxmlformats.org/drawingml/2006/main">
              <a:ext uri="{FF2B5EF4-FFF2-40B4-BE49-F238E27FC236}">
                <a16:creationId xmlns:a16="http://schemas.microsoft.com/office/drawing/2014/main" id="{9304C735-7703-40C4-B1DB-CD78DFE9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其中 40% 題目規劃同步以 LLM／NLP 方法進行平行評分研究。</a:t>
            </a:r>
          </a:p>
        </p:txBody>
      </p:sp>
      <p:sp>
        <p:nvSpPr>
          <p:cNvPr id="14" name="shape-1424">
            <a:extLst xmlns:a="http://schemas.openxmlformats.org/drawingml/2006/main">
              <a:ext uri="{FF2B5EF4-FFF2-40B4-BE49-F238E27FC236}">
                <a16:creationId xmlns:a16="http://schemas.microsoft.com/office/drawing/2014/main" id="{DAA7CB58-A077-4663-86A1-029FEED74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25">
            <a:extLst xmlns:a="http://schemas.openxmlformats.org/drawingml/2006/main">
              <a:ext uri="{FF2B5EF4-FFF2-40B4-BE49-F238E27FC236}">
                <a16:creationId xmlns:a16="http://schemas.microsoft.com/office/drawing/2014/main" id="{CE9A5A4A-2FE2-437B-9E90-4F85D6967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</a:t>
            </a:r>
          </a:p>
        </p:txBody>
      </p:sp>
      <p:sp>
        <p:nvSpPr>
          <p:cNvPr id="16" name="text-1426">
            <a:extLst xmlns:a="http://schemas.openxmlformats.org/drawingml/2006/main">
              <a:ext uri="{FF2B5EF4-FFF2-40B4-BE49-F238E27FC236}">
                <a16:creationId xmlns:a16="http://schemas.microsoft.com/office/drawing/2014/main" id="{28A3A673-B17D-423C-87B6-D328038E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不是只看準確率</a:t>
            </a:r>
          </a:p>
        </p:txBody>
      </p:sp>
      <p:sp>
        <p:nvSpPr>
          <p:cNvPr id="17" name="text-1427">
            <a:extLst xmlns:a="http://schemas.openxmlformats.org/drawingml/2006/main">
              <a:ext uri="{FF2B5EF4-FFF2-40B4-BE49-F238E27FC236}">
                <a16:creationId xmlns:a16="http://schemas.microsoft.com/office/drawing/2014/main" id="{F9EC05BD-A019-4AE2-9299-5736E350E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還要關注資料隱私、安全、跨國與跨語言一致性。</a:t>
            </a:r>
          </a:p>
        </p:txBody>
      </p:sp>
      <p:sp>
        <p:nvSpPr>
          <p:cNvPr id="18" name="shape-1428">
            <a:extLst xmlns:a="http://schemas.openxmlformats.org/drawingml/2006/main">
              <a:ext uri="{FF2B5EF4-FFF2-40B4-BE49-F238E27FC236}">
                <a16:creationId xmlns:a16="http://schemas.microsoft.com/office/drawing/2014/main" id="{1EF23BB8-6E12-40E3-8E84-FF7B6F30A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429">
            <a:extLst xmlns:a="http://schemas.openxmlformats.org/drawingml/2006/main">
              <a:ext uri="{FF2B5EF4-FFF2-40B4-BE49-F238E27FC236}">
                <a16:creationId xmlns:a16="http://schemas.microsoft.com/office/drawing/2014/main" id="{09D27160-ADEF-4CD8-9250-8E942F52F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</a:t>
            </a:r>
          </a:p>
        </p:txBody>
      </p:sp>
      <p:sp>
        <p:nvSpPr>
          <p:cNvPr id="20" name="text-1430">
            <a:extLst xmlns:a="http://schemas.openxmlformats.org/drawingml/2006/main">
              <a:ext uri="{FF2B5EF4-FFF2-40B4-BE49-F238E27FC236}">
                <a16:creationId xmlns:a16="http://schemas.microsoft.com/office/drawing/2014/main" id="{BB87D058-D403-4EDD-BA18-367602FCB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逐題評估</a:t>
            </a:r>
          </a:p>
        </p:txBody>
      </p:sp>
      <p:sp>
        <p:nvSpPr>
          <p:cNvPr id="21" name="text-1431">
            <a:extLst xmlns:a="http://schemas.openxmlformats.org/drawingml/2006/main">
              <a:ext uri="{FF2B5EF4-FFF2-40B4-BE49-F238E27FC236}">
                <a16:creationId xmlns:a16="http://schemas.microsoft.com/office/drawing/2014/main" id="{49C31984-2EE0-4585-A944-108273788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自動評分效果會依題目、語言與回答型態而變，需逐題驗證。</a:t>
            </a:r>
          </a:p>
        </p:txBody>
      </p:sp>
      <p:sp>
        <p:nvSpPr>
          <p:cNvPr id="22" name="text-1631">
            <a:extLst xmlns:a="http://schemas.openxmlformats.org/drawingml/2006/main">
              <a:ext uri="{FF2B5EF4-FFF2-40B4-BE49-F238E27FC236}">
                <a16:creationId xmlns:a16="http://schemas.microsoft.com/office/drawing/2014/main" id="{B814C050-BBC7-4F41-8372-17AEFEAE1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306cd9b225340bc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d005336693a4118"/>
              </a:rPr>
              <a:t>Codex ↗</a:t>
            </a:r>
          </a:p>
        </p:txBody>
      </p:sp>
      <p:sp>
        <p:nvSpPr>
          <p:cNvPr id="23" name="shape-1705">
            <a:extLst xmlns:a="http://schemas.openxmlformats.org/drawingml/2006/main">
              <a:ext uri="{FF2B5EF4-FFF2-40B4-BE49-F238E27FC236}">
                <a16:creationId xmlns:a16="http://schemas.microsoft.com/office/drawing/2014/main" id="{EEAA4DAC-E4CA-4F67-8605-D5461533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cdb0c33d864a6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706">
            <a:extLst xmlns:a="http://schemas.openxmlformats.org/drawingml/2006/main">
              <a:ext uri="{FF2B5EF4-FFF2-40B4-BE49-F238E27FC236}">
                <a16:creationId xmlns:a16="http://schemas.microsoft.com/office/drawing/2014/main" id="{9B074FA6-18A7-4F1F-A407-07BE06E8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24c49f747441f5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707">
            <a:extLst xmlns:a="http://schemas.openxmlformats.org/drawingml/2006/main">
              <a:ext uri="{FF2B5EF4-FFF2-40B4-BE49-F238E27FC236}">
                <a16:creationId xmlns:a16="http://schemas.microsoft.com/office/drawing/2014/main" id="{0EBEF310-CA2D-4DB8-A418-74E6A375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868814548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432">
            <a:extLst xmlns:a="http://schemas.openxmlformats.org/drawingml/2006/main">
              <a:ext uri="{FF2B5EF4-FFF2-40B4-BE49-F238E27FC236}">
                <a16:creationId xmlns:a16="http://schemas.microsoft.com/office/drawing/2014/main" id="{A684E050-EFD4-47B9-8DE7-18FD3E02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DATA &amp; CODING QUALITY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5816723-6F5A-44CA-BCFE-F9A64F9F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報告前的四項品質檢核</a:t>
            </a:r>
          </a:p>
        </p:txBody>
      </p:sp>
      <p:cxnSp>
        <p:nvCxnSpPr>
          <p:cNvPr id="38" name="shape-143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34">
            <a:extLst xmlns:a="http://schemas.openxmlformats.org/drawingml/2006/main">
              <a:ext uri="{FF2B5EF4-FFF2-40B4-BE49-F238E27FC236}">
                <a16:creationId xmlns:a16="http://schemas.microsoft.com/office/drawing/2014/main" id="{9FEDBFB7-5D20-4789-8FAC-F215B6D34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17894E0-52C1-4E84-B132-A0BBC1CB0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37</a:t>
            </a:r>
          </a:p>
        </p:txBody>
      </p:sp>
      <p:sp>
        <p:nvSpPr>
          <p:cNvPr id="6" name="shape-1435">
            <a:extLst xmlns:a="http://schemas.openxmlformats.org/drawingml/2006/main">
              <a:ext uri="{FF2B5EF4-FFF2-40B4-BE49-F238E27FC236}">
                <a16:creationId xmlns:a16="http://schemas.microsoft.com/office/drawing/2014/main" id="{5409E7EC-30C0-4C0F-8E6B-2819BA671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436">
            <a:extLst xmlns:a="http://schemas.openxmlformats.org/drawingml/2006/main">
              <a:ext uri="{FF2B5EF4-FFF2-40B4-BE49-F238E27FC236}">
                <a16:creationId xmlns:a16="http://schemas.microsoft.com/office/drawing/2014/main" id="{460101D0-BFA3-4D7D-AC34-89A9E8F9C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37">
            <a:extLst xmlns:a="http://schemas.openxmlformats.org/drawingml/2006/main">
              <a:ext uri="{FF2B5EF4-FFF2-40B4-BE49-F238E27FC236}">
                <a16:creationId xmlns:a16="http://schemas.microsoft.com/office/drawing/2014/main" id="{6D3DFEA6-77A3-4E8D-A382-0120A2A22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資料完整性</a:t>
            </a:r>
          </a:p>
        </p:txBody>
      </p:sp>
      <p:sp>
        <p:nvSpPr>
          <p:cNvPr id="9" name="text-1438">
            <a:extLst xmlns:a="http://schemas.openxmlformats.org/drawingml/2006/main">
              <a:ext uri="{FF2B5EF4-FFF2-40B4-BE49-F238E27FC236}">
                <a16:creationId xmlns:a16="http://schemas.microsoft.com/office/drawing/2014/main" id="{029C68D3-B9A9-4096-B2DC-D188D9E1B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列出缺漏、重複、非法選項與無法解析的文字，不要自動補答案。</a:t>
            </a:r>
          </a:p>
        </p:txBody>
      </p:sp>
      <p:sp>
        <p:nvSpPr>
          <p:cNvPr id="10" name="shape-1439">
            <a:extLst xmlns:a="http://schemas.openxmlformats.org/drawingml/2006/main">
              <a:ext uri="{FF2B5EF4-FFF2-40B4-BE49-F238E27FC236}">
                <a16:creationId xmlns:a16="http://schemas.microsoft.com/office/drawing/2014/main" id="{4780285D-74C0-4102-8731-68031865C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40">
            <a:extLst xmlns:a="http://schemas.openxmlformats.org/drawingml/2006/main">
              <a:ext uri="{FF2B5EF4-FFF2-40B4-BE49-F238E27FC236}">
                <a16:creationId xmlns:a16="http://schemas.microsoft.com/office/drawing/2014/main" id="{EB72903F-6B23-4726-BAB3-D400FEDF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41">
            <a:extLst xmlns:a="http://schemas.openxmlformats.org/drawingml/2006/main">
              <a:ext uri="{FF2B5EF4-FFF2-40B4-BE49-F238E27FC236}">
                <a16:creationId xmlns:a16="http://schemas.microsoft.com/office/drawing/2014/main" id="{6B639F78-F8CD-48D4-810D-C726ECCC3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逐題可追查</a:t>
            </a:r>
          </a:p>
        </p:txBody>
      </p:sp>
      <p:sp>
        <p:nvSpPr>
          <p:cNvPr id="13" name="text-1442">
            <a:extLst xmlns:a="http://schemas.openxmlformats.org/drawingml/2006/main">
              <a:ext uri="{FF2B5EF4-FFF2-40B4-BE49-F238E27FC236}">
                <a16:creationId xmlns:a16="http://schemas.microsoft.com/office/drawing/2014/main" id="{B8412F49-CBDC-4B73-9DB3-26F7AD62C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每個簡答編碼都保留 evidence excerpt 與 rationale。</a:t>
            </a:r>
          </a:p>
        </p:txBody>
      </p:sp>
      <p:sp>
        <p:nvSpPr>
          <p:cNvPr id="14" name="shape-1443">
            <a:extLst xmlns:a="http://schemas.openxmlformats.org/drawingml/2006/main">
              <a:ext uri="{FF2B5EF4-FFF2-40B4-BE49-F238E27FC236}">
                <a16:creationId xmlns:a16="http://schemas.microsoft.com/office/drawing/2014/main" id="{6B50DF98-3F8D-4723-99E7-89DD787A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44">
            <a:extLst xmlns:a="http://schemas.openxmlformats.org/drawingml/2006/main">
              <a:ext uri="{FF2B5EF4-FFF2-40B4-BE49-F238E27FC236}">
                <a16:creationId xmlns:a16="http://schemas.microsoft.com/office/drawing/2014/main" id="{A1438983-5EEA-4F9B-9ED6-11A43B4B3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45">
            <a:extLst xmlns:a="http://schemas.openxmlformats.org/drawingml/2006/main">
              <a:ext uri="{FF2B5EF4-FFF2-40B4-BE49-F238E27FC236}">
                <a16:creationId xmlns:a16="http://schemas.microsoft.com/office/drawing/2014/main" id="{8B3E6D29-44DA-4083-BD99-41A7763F2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一致性</a:t>
            </a:r>
          </a:p>
        </p:txBody>
      </p:sp>
      <p:sp>
        <p:nvSpPr>
          <p:cNvPr id="17" name="text-1446">
            <a:extLst xmlns:a="http://schemas.openxmlformats.org/drawingml/2006/main">
              <a:ext uri="{FF2B5EF4-FFF2-40B4-BE49-F238E27FC236}">
                <a16:creationId xmlns:a16="http://schemas.microsoft.com/office/drawing/2014/main" id="{6245B3D2-3826-401C-9A4A-D897B9F3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比較 AI 與人工代碼，集中檢視不一致、低信心與邊界案例。</a:t>
            </a:r>
          </a:p>
        </p:txBody>
      </p:sp>
      <p:sp>
        <p:nvSpPr>
          <p:cNvPr id="18" name="shape-1447">
            <a:extLst xmlns:a="http://schemas.openxmlformats.org/drawingml/2006/main">
              <a:ext uri="{FF2B5EF4-FFF2-40B4-BE49-F238E27FC236}">
                <a16:creationId xmlns:a16="http://schemas.microsoft.com/office/drawing/2014/main" id="{ED9D2761-22EB-4DB7-ACA2-1EB14781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448">
            <a:extLst xmlns:a="http://schemas.openxmlformats.org/drawingml/2006/main">
              <a:ext uri="{FF2B5EF4-FFF2-40B4-BE49-F238E27FC236}">
                <a16:creationId xmlns:a16="http://schemas.microsoft.com/office/drawing/2014/main" id="{1E711539-67F0-4A6F-BD71-A73AEF2A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449">
            <a:extLst xmlns:a="http://schemas.openxmlformats.org/drawingml/2006/main">
              <a:ext uri="{FF2B5EF4-FFF2-40B4-BE49-F238E27FC236}">
                <a16:creationId xmlns:a16="http://schemas.microsoft.com/office/drawing/2014/main" id="{D43A8802-BB09-4A76-93C7-A28C76A61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報告邊界</a:t>
            </a:r>
          </a:p>
        </p:txBody>
      </p:sp>
      <p:sp>
        <p:nvSpPr>
          <p:cNvPr id="21" name="text-1450">
            <a:extLst xmlns:a="http://schemas.openxmlformats.org/drawingml/2006/main">
              <a:ext uri="{FF2B5EF4-FFF2-40B4-BE49-F238E27FC236}">
                <a16:creationId xmlns:a16="http://schemas.microsoft.com/office/drawing/2014/main" id="{D4C2A669-F2B5-4113-99FB-0D6057B0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以群體趨勢協助教學診斷，不用未驗證的 AI 分數做高風險個人決策。</a:t>
            </a:r>
          </a:p>
        </p:txBody>
      </p:sp>
      <p:sp>
        <p:nvSpPr>
          <p:cNvPr id="22" name="text-1451">
            <a:extLst xmlns:a="http://schemas.openxmlformats.org/drawingml/2006/main">
              <a:ext uri="{FF2B5EF4-FFF2-40B4-BE49-F238E27FC236}">
                <a16:creationId xmlns:a16="http://schemas.microsoft.com/office/drawing/2014/main" id="{C2752C67-9CAE-4C84-85E7-D00B4956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資料完整</a:t>
            </a:r>
          </a:p>
        </p:txBody>
      </p:sp>
      <p:sp>
        <p:nvSpPr>
          <p:cNvPr id="23" name="text-1452">
            <a:extLst xmlns:a="http://schemas.openxmlformats.org/drawingml/2006/main">
              <a:ext uri="{FF2B5EF4-FFF2-40B4-BE49-F238E27FC236}">
                <a16:creationId xmlns:a16="http://schemas.microsoft.com/office/drawing/2014/main" id="{B5CB4DD8-E2E1-40CF-B353-17D9B92F8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證據可追查</a:t>
            </a:r>
          </a:p>
        </p:txBody>
      </p:sp>
      <p:sp>
        <p:nvSpPr>
          <p:cNvPr id="24" name="text-1453">
            <a:extLst xmlns:a="http://schemas.openxmlformats.org/drawingml/2006/main">
              <a:ext uri="{FF2B5EF4-FFF2-40B4-BE49-F238E27FC236}">
                <a16:creationId xmlns:a16="http://schemas.microsoft.com/office/drawing/2014/main" id="{65F55A82-AD91-49F3-A18D-89999CCFF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AI／人一致性</a:t>
            </a:r>
          </a:p>
        </p:txBody>
      </p:sp>
      <p:sp>
        <p:nvSpPr>
          <p:cNvPr id="25" name="text-1454">
            <a:extLst xmlns:a="http://schemas.openxmlformats.org/drawingml/2006/main">
              <a:ext uri="{FF2B5EF4-FFF2-40B4-BE49-F238E27FC236}">
                <a16:creationId xmlns:a16="http://schemas.microsoft.com/office/drawing/2014/main" id="{EA47EBE5-F24F-44AB-8E05-C7C8EB7FA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✓ 報告有邊界</a:t>
            </a:r>
          </a:p>
        </p:txBody>
      </p:sp>
      <p:cxnSp>
        <p:nvCxnSpPr>
          <p:cNvPr id="61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28956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62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61975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63" name=""/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83439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9" name="text-1455">
            <a:extLst xmlns:a="http://schemas.openxmlformats.org/drawingml/2006/main">
              <a:ext uri="{FF2B5EF4-FFF2-40B4-BE49-F238E27FC236}">
                <a16:creationId xmlns:a16="http://schemas.microsoft.com/office/drawing/2014/main" id="{BEEF01BE-0ACB-4E6B-8F84-96FF2226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657850"/>
            <a:ext cx="640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四道閘門都通過，才進入研究報告；否則標示未確認</a:t>
            </a:r>
          </a:p>
        </p:txBody>
      </p:sp>
      <p:sp>
        <p:nvSpPr>
          <p:cNvPr id="30" name="text-1632">
            <a:extLst xmlns:a="http://schemas.openxmlformats.org/drawingml/2006/main">
              <a:ext uri="{FF2B5EF4-FFF2-40B4-BE49-F238E27FC236}">
                <a16:creationId xmlns:a16="http://schemas.microsoft.com/office/drawing/2014/main" id="{195BBF4B-DCF6-4A2F-9782-7FC37FE3E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772268926c34c09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8ad97a2c4844c1e"/>
              </a:rPr>
              <a:t>Codex ↗</a:t>
            </a:r>
          </a:p>
        </p:txBody>
      </p:sp>
      <p:sp>
        <p:nvSpPr>
          <p:cNvPr id="31" name="shape-1708">
            <a:extLst xmlns:a="http://schemas.openxmlformats.org/drawingml/2006/main">
              <a:ext uri="{FF2B5EF4-FFF2-40B4-BE49-F238E27FC236}">
                <a16:creationId xmlns:a16="http://schemas.microsoft.com/office/drawing/2014/main" id="{CAFBFD72-134C-4B6B-92F3-6F3ADBDA0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3a3e889e1d41b2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709">
            <a:extLst xmlns:a="http://schemas.openxmlformats.org/drawingml/2006/main">
              <a:ext uri="{FF2B5EF4-FFF2-40B4-BE49-F238E27FC236}">
                <a16:creationId xmlns:a16="http://schemas.microsoft.com/office/drawing/2014/main" id="{6A9520FB-6DFD-4F0C-84EA-999317D86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630506a4824fa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710">
            <a:extLst xmlns:a="http://schemas.openxmlformats.org/drawingml/2006/main">
              <a:ext uri="{FF2B5EF4-FFF2-40B4-BE49-F238E27FC236}">
                <a16:creationId xmlns:a16="http://schemas.microsoft.com/office/drawing/2014/main" id="{F01F0212-FC8C-41C6-AF70-4CFBD09D1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435453963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456">
            <a:extLst xmlns:a="http://schemas.openxmlformats.org/drawingml/2006/main">
              <a:ext uri="{FF2B5EF4-FFF2-40B4-BE49-F238E27FC236}">
                <a16:creationId xmlns:a16="http://schemas.microsoft.com/office/drawing/2014/main" id="{F5A0FB95-6A2C-4D5E-9025-7A4281DB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71C0039-DC66-49D2-99E6-880D050C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D｜PIRLS 風格合成資料分析</a:t>
            </a:r>
          </a:p>
        </p:txBody>
      </p:sp>
      <p:cxnSp>
        <p:nvCxnSpPr>
          <p:cNvPr id="27" name="shape-145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58">
            <a:extLst xmlns:a="http://schemas.openxmlformats.org/drawingml/2006/main">
              <a:ext uri="{FF2B5EF4-FFF2-40B4-BE49-F238E27FC236}">
                <a16:creationId xmlns:a16="http://schemas.microsoft.com/office/drawing/2014/main" id="{2D7EFC35-FE8F-4F59-86D3-5E2B5D37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DD32FB7-D128-4926-B132-64F605CAF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38</a:t>
            </a:r>
          </a:p>
        </p:txBody>
      </p:sp>
      <p:sp>
        <p:nvSpPr>
          <p:cNvPr id="6" name="text-1459">
            <a:extLst xmlns:a="http://schemas.openxmlformats.org/drawingml/2006/main">
              <a:ext uri="{FF2B5EF4-FFF2-40B4-BE49-F238E27FC236}">
                <a16:creationId xmlns:a16="http://schemas.microsoft.com/office/drawing/2014/main" id="{6E5DE395-F2D9-4CF1-B820-4AD310AD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20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460">
            <a:extLst xmlns:a="http://schemas.openxmlformats.org/drawingml/2006/main">
              <a:ext uri="{FF2B5EF4-FFF2-40B4-BE49-F238E27FC236}">
                <a16:creationId xmlns:a16="http://schemas.microsoft.com/office/drawing/2014/main" id="{350ECBA4-8936-422E-A3C2-1423040C0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461">
            <a:extLst xmlns:a="http://schemas.openxmlformats.org/drawingml/2006/main">
              <a:ext uri="{FF2B5EF4-FFF2-40B4-BE49-F238E27FC236}">
                <a16:creationId xmlns:a16="http://schemas.microsoft.com/office/drawing/2014/main" id="{424D074F-E214-4F60-99FA-2E321E195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62">
            <a:extLst xmlns:a="http://schemas.openxmlformats.org/drawingml/2006/main">
              <a:ext uri="{FF2B5EF4-FFF2-40B4-BE49-F238E27FC236}">
                <a16:creationId xmlns:a16="http://schemas.microsoft.com/office/drawing/2014/main" id="{16530349-5FA6-41A0-962E-5081DF59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載入 CSV、答案鍵與簡答題編碼規準</a:t>
            </a:r>
          </a:p>
        </p:txBody>
      </p:sp>
      <p:sp>
        <p:nvSpPr>
          <p:cNvPr id="10" name="text-1463">
            <a:extLst xmlns:a="http://schemas.openxmlformats.org/drawingml/2006/main">
              <a:ext uri="{FF2B5EF4-FFF2-40B4-BE49-F238E27FC236}">
                <a16:creationId xmlns:a16="http://schemas.microsoft.com/office/drawing/2014/main" id="{30EACB48-B93E-4ACA-8C1B-76AAC5BAF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464">
            <a:extLst xmlns:a="http://schemas.openxmlformats.org/drawingml/2006/main">
              <a:ext uri="{FF2B5EF4-FFF2-40B4-BE49-F238E27FC236}">
                <a16:creationId xmlns:a16="http://schemas.microsoft.com/office/drawing/2014/main" id="{15C87A38-5A20-4A60-B380-F72C81D8B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先做缺漏與非法值檢查</a:t>
            </a:r>
          </a:p>
        </p:txBody>
      </p:sp>
      <p:sp>
        <p:nvSpPr>
          <p:cNvPr id="12" name="text-1465">
            <a:extLst xmlns:a="http://schemas.openxmlformats.org/drawingml/2006/main">
              <a:ext uri="{FF2B5EF4-FFF2-40B4-BE49-F238E27FC236}">
                <a16:creationId xmlns:a16="http://schemas.microsoft.com/office/drawing/2014/main" id="{C045F4F7-E178-48FD-9ACB-CE0306C8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466">
            <a:extLst xmlns:a="http://schemas.openxmlformats.org/drawingml/2006/main">
              <a:ext uri="{FF2B5EF4-FFF2-40B4-BE49-F238E27FC236}">
                <a16:creationId xmlns:a16="http://schemas.microsoft.com/office/drawing/2014/main" id="{18C7C23B-007D-4C72-95AB-13BEF772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計算選擇題答對率與選項分布</a:t>
            </a:r>
          </a:p>
        </p:txBody>
      </p:sp>
      <p:sp>
        <p:nvSpPr>
          <p:cNvPr id="14" name="text-1467">
            <a:extLst xmlns:a="http://schemas.openxmlformats.org/drawingml/2006/main">
              <a:ext uri="{FF2B5EF4-FFF2-40B4-BE49-F238E27FC236}">
                <a16:creationId xmlns:a16="http://schemas.microsoft.com/office/drawing/2014/main" id="{EB3DEDC5-FA17-4604-9E69-AFA77C6D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468">
            <a:extLst xmlns:a="http://schemas.openxmlformats.org/drawingml/2006/main">
              <a:ext uri="{FF2B5EF4-FFF2-40B4-BE49-F238E27FC236}">
                <a16:creationId xmlns:a16="http://schemas.microsoft.com/office/drawing/2014/main" id="{2960B1DD-1835-4815-BEBE-E1DE42FB7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讓 AI 初編簡答並與講師參考編碼比較</a:t>
            </a:r>
          </a:p>
        </p:txBody>
      </p:sp>
      <p:sp>
        <p:nvSpPr>
          <p:cNvPr id="16" name="shape-1469">
            <a:extLst xmlns:a="http://schemas.openxmlformats.org/drawingml/2006/main">
              <a:ext uri="{FF2B5EF4-FFF2-40B4-BE49-F238E27FC236}">
                <a16:creationId xmlns:a16="http://schemas.microsoft.com/office/drawing/2014/main" id="{AD4311E8-448E-460C-BBE2-A9EB0A74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470">
            <a:extLst xmlns:a="http://schemas.openxmlformats.org/drawingml/2006/main">
              <a:ext uri="{FF2B5EF4-FFF2-40B4-BE49-F238E27FC236}">
                <a16:creationId xmlns:a16="http://schemas.microsoft.com/office/drawing/2014/main" id="{F75E8325-A327-4F3F-BDAF-98FCA2FE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471">
            <a:extLst xmlns:a="http://schemas.openxmlformats.org/drawingml/2006/main">
              <a:ext uri="{FF2B5EF4-FFF2-40B4-BE49-F238E27FC236}">
                <a16:creationId xmlns:a16="http://schemas.microsoft.com/office/drawing/2014/main" id="{67250FF1-549A-4C94-B460-91F740B6D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不含真實個資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選擇題與簡答題分流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列出所有不一致案例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報告標示限制與未確認</a:t>
            </a:r>
          </a:p>
        </p:txBody>
      </p:sp>
      <p:sp>
        <p:nvSpPr>
          <p:cNvPr id="19" name="text-1633">
            <a:extLst xmlns:a="http://schemas.openxmlformats.org/drawingml/2006/main">
              <a:ext uri="{FF2B5EF4-FFF2-40B4-BE49-F238E27FC236}">
                <a16:creationId xmlns:a16="http://schemas.microsoft.com/office/drawing/2014/main" id="{1EB1AF47-5F45-4BF3-9AB9-F1FA2EB9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9e924520f6a410b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9b463b4bc4f4746"/>
              </a:rPr>
              <a:t>Codex ↗</a:t>
            </a:r>
          </a:p>
        </p:txBody>
      </p:sp>
      <p:sp>
        <p:nvSpPr>
          <p:cNvPr id="20" name="shape-1711">
            <a:extLst xmlns:a="http://schemas.openxmlformats.org/drawingml/2006/main">
              <a:ext uri="{FF2B5EF4-FFF2-40B4-BE49-F238E27FC236}">
                <a16:creationId xmlns:a16="http://schemas.microsoft.com/office/drawing/2014/main" id="{04856503-5CA7-4AEF-9671-CBFD75E7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78c012045d4b2b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712">
            <a:extLst xmlns:a="http://schemas.openxmlformats.org/drawingml/2006/main">
              <a:ext uri="{FF2B5EF4-FFF2-40B4-BE49-F238E27FC236}">
                <a16:creationId xmlns:a16="http://schemas.microsoft.com/office/drawing/2014/main" id="{D96F47A2-1027-4716-B450-704A9F196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a5ae509c4f4a09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713">
            <a:extLst xmlns:a="http://schemas.openxmlformats.org/drawingml/2006/main">
              <a:ext uri="{FF2B5EF4-FFF2-40B4-BE49-F238E27FC236}">
                <a16:creationId xmlns:a16="http://schemas.microsoft.com/office/drawing/2014/main" id="{7631D366-9F9E-4228-8962-782B31E20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021626171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472">
            <a:extLst xmlns:a="http://schemas.openxmlformats.org/drawingml/2006/main">
              <a:ext uri="{FF2B5EF4-FFF2-40B4-BE49-F238E27FC236}">
                <a16:creationId xmlns:a16="http://schemas.microsoft.com/office/drawing/2014/main" id="{04946FBB-9CCE-49D1-8357-FDAB1FA02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ADVANCED USE CASES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33AA02F-A922-4798-B508-368D82B6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大學教學的 Agent Skills 應用地圖</a:t>
            </a:r>
          </a:p>
        </p:txBody>
      </p:sp>
      <p:cxnSp>
        <p:nvCxnSpPr>
          <p:cNvPr id="38" name="shape-147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74">
            <a:extLst xmlns:a="http://schemas.openxmlformats.org/drawingml/2006/main">
              <a:ext uri="{FF2B5EF4-FFF2-40B4-BE49-F238E27FC236}">
                <a16:creationId xmlns:a16="http://schemas.microsoft.com/office/drawing/2014/main" id="{1E9C6542-340B-4B00-966B-2955DDA6A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25FF858-0064-4645-AC40-528BA90CF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39</a:t>
            </a:r>
          </a:p>
        </p:txBody>
      </p:sp>
      <p:sp>
        <p:nvSpPr>
          <p:cNvPr id="6" name="shape-1475">
            <a:extLst xmlns:a="http://schemas.openxmlformats.org/drawingml/2006/main">
              <a:ext uri="{FF2B5EF4-FFF2-40B4-BE49-F238E27FC236}">
                <a16:creationId xmlns:a16="http://schemas.microsoft.com/office/drawing/2014/main" id="{5FBC1A97-867E-4D80-B6AB-0D81D204C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476">
            <a:extLst xmlns:a="http://schemas.openxmlformats.org/drawingml/2006/main">
              <a:ext uri="{FF2B5EF4-FFF2-40B4-BE49-F238E27FC236}">
                <a16:creationId xmlns:a16="http://schemas.microsoft.com/office/drawing/2014/main" id="{B984E703-BDA3-46D3-8693-1EB9E6097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77">
            <a:extLst xmlns:a="http://schemas.openxmlformats.org/drawingml/2006/main">
              <a:ext uri="{FF2B5EF4-FFF2-40B4-BE49-F238E27FC236}">
                <a16:creationId xmlns:a16="http://schemas.microsoft.com/office/drawing/2014/main" id="{31469D76-A75E-4E4A-B19A-53AEB6DF8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課程設計</a:t>
            </a:r>
          </a:p>
        </p:txBody>
      </p:sp>
      <p:sp>
        <p:nvSpPr>
          <p:cNvPr id="9" name="text-1478">
            <a:extLst xmlns:a="http://schemas.openxmlformats.org/drawingml/2006/main">
              <a:ext uri="{FF2B5EF4-FFF2-40B4-BE49-F238E27FC236}">
                <a16:creationId xmlns:a16="http://schemas.microsoft.com/office/drawing/2014/main" id="{8A94E825-E6C5-4F70-9E67-0B88B531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課綱一致性、學習目標與評量對齊、週次負荷檢核。</a:t>
            </a:r>
          </a:p>
        </p:txBody>
      </p:sp>
      <p:sp>
        <p:nvSpPr>
          <p:cNvPr id="10" name="shape-1479">
            <a:extLst xmlns:a="http://schemas.openxmlformats.org/drawingml/2006/main">
              <a:ext uri="{FF2B5EF4-FFF2-40B4-BE49-F238E27FC236}">
                <a16:creationId xmlns:a16="http://schemas.microsoft.com/office/drawing/2014/main" id="{10C45F59-6ACD-4F6F-8AE6-73680784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80">
            <a:extLst xmlns:a="http://schemas.openxmlformats.org/drawingml/2006/main">
              <a:ext uri="{FF2B5EF4-FFF2-40B4-BE49-F238E27FC236}">
                <a16:creationId xmlns:a16="http://schemas.microsoft.com/office/drawing/2014/main" id="{CBA20A31-6596-406A-9126-065BFFD2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81">
            <a:extLst xmlns:a="http://schemas.openxmlformats.org/drawingml/2006/main">
              <a:ext uri="{FF2B5EF4-FFF2-40B4-BE49-F238E27FC236}">
                <a16:creationId xmlns:a16="http://schemas.microsoft.com/office/drawing/2014/main" id="{2E5ACF3E-5776-4EA1-98DC-D3074A5E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研究與閱讀</a:t>
            </a:r>
          </a:p>
        </p:txBody>
      </p:sp>
      <p:sp>
        <p:nvSpPr>
          <p:cNvPr id="13" name="text-1482">
            <a:extLst xmlns:a="http://schemas.openxmlformats.org/drawingml/2006/main">
              <a:ext uri="{FF2B5EF4-FFF2-40B4-BE49-F238E27FC236}">
                <a16:creationId xmlns:a16="http://schemas.microsoft.com/office/drawing/2014/main" id="{B176E954-E301-4F53-AF47-7BB01B102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文獻整理、觀點矩陣、研究限制與引用追查。</a:t>
            </a:r>
          </a:p>
        </p:txBody>
      </p:sp>
      <p:sp>
        <p:nvSpPr>
          <p:cNvPr id="14" name="shape-1483">
            <a:extLst xmlns:a="http://schemas.openxmlformats.org/drawingml/2006/main">
              <a:ext uri="{FF2B5EF4-FFF2-40B4-BE49-F238E27FC236}">
                <a16:creationId xmlns:a16="http://schemas.microsoft.com/office/drawing/2014/main" id="{63FCC17D-8E6B-4CAE-AD59-F2A68DBFC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84">
            <a:extLst xmlns:a="http://schemas.openxmlformats.org/drawingml/2006/main">
              <a:ext uri="{FF2B5EF4-FFF2-40B4-BE49-F238E27FC236}">
                <a16:creationId xmlns:a16="http://schemas.microsoft.com/office/drawing/2014/main" id="{7F9848D7-F389-4A1E-8D7D-DA3F7E5D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85">
            <a:extLst xmlns:a="http://schemas.openxmlformats.org/drawingml/2006/main">
              <a:ext uri="{FF2B5EF4-FFF2-40B4-BE49-F238E27FC236}">
                <a16:creationId xmlns:a16="http://schemas.microsoft.com/office/drawing/2014/main" id="{C1B5C41C-9D6E-44FB-BA61-146FF0FE8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教材製作</a:t>
            </a:r>
          </a:p>
        </p:txBody>
      </p:sp>
      <p:sp>
        <p:nvSpPr>
          <p:cNvPr id="17" name="text-1486">
            <a:extLst xmlns:a="http://schemas.openxmlformats.org/drawingml/2006/main">
              <a:ext uri="{FF2B5EF4-FFF2-40B4-BE49-F238E27FC236}">
                <a16:creationId xmlns:a16="http://schemas.microsoft.com/office/drawing/2014/main" id="{ABD95875-D414-46EE-AE91-0F3C8398B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簡報、互動網站、圖表、字幕與多格式轉換。</a:t>
            </a:r>
          </a:p>
        </p:txBody>
      </p:sp>
      <p:sp>
        <p:nvSpPr>
          <p:cNvPr id="18" name="shape-1487">
            <a:extLst xmlns:a="http://schemas.openxmlformats.org/drawingml/2006/main">
              <a:ext uri="{FF2B5EF4-FFF2-40B4-BE49-F238E27FC236}">
                <a16:creationId xmlns:a16="http://schemas.microsoft.com/office/drawing/2014/main" id="{494B8F7C-459B-4AAB-B39A-89CD83C7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488">
            <a:extLst xmlns:a="http://schemas.openxmlformats.org/drawingml/2006/main">
              <a:ext uri="{FF2B5EF4-FFF2-40B4-BE49-F238E27FC236}">
                <a16:creationId xmlns:a16="http://schemas.microsoft.com/office/drawing/2014/main" id="{F7B5FD36-1FE2-4F6D-AF64-703CEF40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489">
            <a:extLst xmlns:a="http://schemas.openxmlformats.org/drawingml/2006/main">
              <a:ext uri="{FF2B5EF4-FFF2-40B4-BE49-F238E27FC236}">
                <a16:creationId xmlns:a16="http://schemas.microsoft.com/office/drawing/2014/main" id="{F942BC5F-9A8D-49FE-84A9-1E2D25893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學習支持</a:t>
            </a:r>
          </a:p>
        </p:txBody>
      </p:sp>
      <p:sp>
        <p:nvSpPr>
          <p:cNvPr id="21" name="text-1490">
            <a:extLst xmlns:a="http://schemas.openxmlformats.org/drawingml/2006/main">
              <a:ext uri="{FF2B5EF4-FFF2-40B4-BE49-F238E27FC236}">
                <a16:creationId xmlns:a16="http://schemas.microsoft.com/office/drawing/2014/main" id="{BB93FB7D-BCDC-461D-B67B-7F318E77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形成性回饋、差異化支架、常見迷思與練習生成。</a:t>
            </a:r>
          </a:p>
        </p:txBody>
      </p:sp>
      <p:sp>
        <p:nvSpPr>
          <p:cNvPr id="22" name="shape-1491">
            <a:extLst xmlns:a="http://schemas.openxmlformats.org/drawingml/2006/main">
              <a:ext uri="{FF2B5EF4-FFF2-40B4-BE49-F238E27FC236}">
                <a16:creationId xmlns:a16="http://schemas.microsoft.com/office/drawing/2014/main" id="{205EEE4F-3B09-4A00-A413-3A2B679B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492">
            <a:extLst xmlns:a="http://schemas.openxmlformats.org/drawingml/2006/main">
              <a:ext uri="{FF2B5EF4-FFF2-40B4-BE49-F238E27FC236}">
                <a16:creationId xmlns:a16="http://schemas.microsoft.com/office/drawing/2014/main" id="{7642DC7D-869A-4275-B985-1BA63658D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24" name="text-1493">
            <a:extLst xmlns:a="http://schemas.openxmlformats.org/drawingml/2006/main">
              <a:ext uri="{FF2B5EF4-FFF2-40B4-BE49-F238E27FC236}">
                <a16:creationId xmlns:a16="http://schemas.microsoft.com/office/drawing/2014/main" id="{E1DE6680-DBFB-4CBD-BD06-90A74FF2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品質保證</a:t>
            </a:r>
          </a:p>
        </p:txBody>
      </p:sp>
      <p:sp>
        <p:nvSpPr>
          <p:cNvPr id="25" name="text-1494">
            <a:extLst xmlns:a="http://schemas.openxmlformats.org/drawingml/2006/main">
              <a:ext uri="{FF2B5EF4-FFF2-40B4-BE49-F238E27FC236}">
                <a16:creationId xmlns:a16="http://schemas.microsoft.com/office/drawing/2014/main" id="{A37037A6-653C-44ED-8D39-25D6663D6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RWD、無障礙、連結、內容依據與版本檢查。</a:t>
            </a:r>
          </a:p>
        </p:txBody>
      </p:sp>
      <p:sp>
        <p:nvSpPr>
          <p:cNvPr id="26" name="shape-1495">
            <a:extLst xmlns:a="http://schemas.openxmlformats.org/drawingml/2006/main">
              <a:ext uri="{FF2B5EF4-FFF2-40B4-BE49-F238E27FC236}">
                <a16:creationId xmlns:a16="http://schemas.microsoft.com/office/drawing/2014/main" id="{F3172DDF-2385-44F8-A083-CE96E076A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496">
            <a:extLst xmlns:a="http://schemas.openxmlformats.org/drawingml/2006/main">
              <a:ext uri="{FF2B5EF4-FFF2-40B4-BE49-F238E27FC236}">
                <a16:creationId xmlns:a16="http://schemas.microsoft.com/office/drawing/2014/main" id="{02AD0B2C-6B10-411C-9ED2-90588910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28" name="text-1497">
            <a:extLst xmlns:a="http://schemas.openxmlformats.org/drawingml/2006/main">
              <a:ext uri="{FF2B5EF4-FFF2-40B4-BE49-F238E27FC236}">
                <a16:creationId xmlns:a16="http://schemas.microsoft.com/office/drawing/2014/main" id="{3EE0AC30-F122-485A-B692-BA88DFB39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部署交付</a:t>
            </a:r>
          </a:p>
        </p:txBody>
      </p:sp>
      <p:sp>
        <p:nvSpPr>
          <p:cNvPr id="29" name="text-1498">
            <a:extLst xmlns:a="http://schemas.openxmlformats.org/drawingml/2006/main">
              <a:ext uri="{FF2B5EF4-FFF2-40B4-BE49-F238E27FC236}">
                <a16:creationId xmlns:a16="http://schemas.microsoft.com/office/drawing/2014/main" id="{E0DAE0AF-4EFA-4556-B737-C1F758FC9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Sites、Pages、文件、測試證據與團隊交接。</a:t>
            </a:r>
          </a:p>
        </p:txBody>
      </p:sp>
      <p:sp>
        <p:nvSpPr>
          <p:cNvPr id="30" name="text-1634">
            <a:extLst xmlns:a="http://schemas.openxmlformats.org/drawingml/2006/main">
              <a:ext uri="{FF2B5EF4-FFF2-40B4-BE49-F238E27FC236}">
                <a16:creationId xmlns:a16="http://schemas.microsoft.com/office/drawing/2014/main" id="{360CDF46-156F-4791-BECF-4842626D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61fa52a5be549f7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8ef669b03014d7a"/>
              </a:rPr>
              <a:t>Codex ↗</a:t>
            </a:r>
          </a:p>
        </p:txBody>
      </p:sp>
      <p:sp>
        <p:nvSpPr>
          <p:cNvPr id="31" name="shape-1714">
            <a:extLst xmlns:a="http://schemas.openxmlformats.org/drawingml/2006/main">
              <a:ext uri="{FF2B5EF4-FFF2-40B4-BE49-F238E27FC236}">
                <a16:creationId xmlns:a16="http://schemas.microsoft.com/office/drawing/2014/main" id="{48830579-A15B-4936-8880-308FDAAA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e7b8d10a9840df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715">
            <a:extLst xmlns:a="http://schemas.openxmlformats.org/drawingml/2006/main">
              <a:ext uri="{FF2B5EF4-FFF2-40B4-BE49-F238E27FC236}">
                <a16:creationId xmlns:a16="http://schemas.microsoft.com/office/drawing/2014/main" id="{B8AA15C0-9D6E-45C2-B883-FDA36874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fac2de717a4bf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716">
            <a:extLst xmlns:a="http://schemas.openxmlformats.org/drawingml/2006/main">
              <a:ext uri="{FF2B5EF4-FFF2-40B4-BE49-F238E27FC236}">
                <a16:creationId xmlns:a16="http://schemas.microsoft.com/office/drawing/2014/main" id="{8691C8E9-9BF2-4E82-9EBF-DECD5B4F1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871406468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499">
            <a:extLst xmlns:a="http://schemas.openxmlformats.org/drawingml/2006/main">
              <a:ext uri="{FF2B5EF4-FFF2-40B4-BE49-F238E27FC236}">
                <a16:creationId xmlns:a16="http://schemas.microsoft.com/office/drawing/2014/main" id="{F8FB3CF9-24C4-482C-AD68-91F4CCDCA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GUARDRAILS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59E354F-6859-40A2-99A0-C5E3CFD8B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教育現場安全護欄：先寫進 Skill，再交給 Agent</a:t>
            </a:r>
          </a:p>
        </p:txBody>
      </p:sp>
      <p:cxnSp>
        <p:nvCxnSpPr>
          <p:cNvPr id="30" name="shape-150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01">
            <a:extLst xmlns:a="http://schemas.openxmlformats.org/drawingml/2006/main">
              <a:ext uri="{FF2B5EF4-FFF2-40B4-BE49-F238E27FC236}">
                <a16:creationId xmlns:a16="http://schemas.microsoft.com/office/drawing/2014/main" id="{22763B7F-B5ED-474F-AD49-6CC4B5962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9D461D9-A3B1-4635-B7AD-A3AD86328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40</a:t>
            </a:r>
          </a:p>
        </p:txBody>
      </p:sp>
      <p:sp>
        <p:nvSpPr>
          <p:cNvPr id="6" name="shape-1502">
            <a:extLst xmlns:a="http://schemas.openxmlformats.org/drawingml/2006/main">
              <a:ext uri="{FF2B5EF4-FFF2-40B4-BE49-F238E27FC236}">
                <a16:creationId xmlns:a16="http://schemas.microsoft.com/office/drawing/2014/main" id="{46FDA995-8E67-4A88-BCC2-A4BB9001F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503">
            <a:extLst xmlns:a="http://schemas.openxmlformats.org/drawingml/2006/main">
              <a:ext uri="{FF2B5EF4-FFF2-40B4-BE49-F238E27FC236}">
                <a16:creationId xmlns:a16="http://schemas.microsoft.com/office/drawing/2014/main" id="{B6A3FF61-2A5F-4890-BFD7-1C3CE287E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504">
            <a:extLst xmlns:a="http://schemas.openxmlformats.org/drawingml/2006/main">
              <a:ext uri="{FF2B5EF4-FFF2-40B4-BE49-F238E27FC236}">
                <a16:creationId xmlns:a16="http://schemas.microsoft.com/office/drawing/2014/main" id="{A08B5CCE-64CA-4CD0-A366-6A390724E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個資最小化</a:t>
            </a:r>
          </a:p>
        </p:txBody>
      </p:sp>
      <p:sp>
        <p:nvSpPr>
          <p:cNvPr id="9" name="text-1505">
            <a:extLst xmlns:a="http://schemas.openxmlformats.org/drawingml/2006/main">
              <a:ext uri="{FF2B5EF4-FFF2-40B4-BE49-F238E27FC236}">
                <a16:creationId xmlns:a16="http://schemas.microsoft.com/office/drawing/2014/main" id="{C7B88987-529D-49B7-86A4-8B8D00CBE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先匿名化；不把學生姓名、成績、信箱與研究資料放入公開工作區。</a:t>
            </a:r>
          </a:p>
        </p:txBody>
      </p:sp>
      <p:sp>
        <p:nvSpPr>
          <p:cNvPr id="10" name="shape-1506">
            <a:extLst xmlns:a="http://schemas.openxmlformats.org/drawingml/2006/main">
              <a:ext uri="{FF2B5EF4-FFF2-40B4-BE49-F238E27FC236}">
                <a16:creationId xmlns:a16="http://schemas.microsoft.com/office/drawing/2014/main" id="{A915B18A-589A-4065-9087-45C60368B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507">
            <a:extLst xmlns:a="http://schemas.openxmlformats.org/drawingml/2006/main">
              <a:ext uri="{FF2B5EF4-FFF2-40B4-BE49-F238E27FC236}">
                <a16:creationId xmlns:a16="http://schemas.microsoft.com/office/drawing/2014/main" id="{DAA11ADB-0166-445C-8F7A-FD00205BD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08">
            <a:extLst xmlns:a="http://schemas.openxmlformats.org/drawingml/2006/main">
              <a:ext uri="{FF2B5EF4-FFF2-40B4-BE49-F238E27FC236}">
                <a16:creationId xmlns:a16="http://schemas.microsoft.com/office/drawing/2014/main" id="{42C37BD6-B62C-4A32-A225-C0358293A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來源與版權</a:t>
            </a:r>
          </a:p>
        </p:txBody>
      </p:sp>
      <p:sp>
        <p:nvSpPr>
          <p:cNvPr id="13" name="text-1509">
            <a:extLst xmlns:a="http://schemas.openxmlformats.org/drawingml/2006/main">
              <a:ext uri="{FF2B5EF4-FFF2-40B4-BE49-F238E27FC236}">
                <a16:creationId xmlns:a16="http://schemas.microsoft.com/office/drawing/2014/main" id="{D67BC24B-A694-4973-A8BA-5441CCD05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保留引用、授權與來源邊界；生成不等於可任意公開。</a:t>
            </a:r>
          </a:p>
        </p:txBody>
      </p:sp>
      <p:sp>
        <p:nvSpPr>
          <p:cNvPr id="14" name="shape-1510">
            <a:extLst xmlns:a="http://schemas.openxmlformats.org/drawingml/2006/main">
              <a:ext uri="{FF2B5EF4-FFF2-40B4-BE49-F238E27FC236}">
                <a16:creationId xmlns:a16="http://schemas.microsoft.com/office/drawing/2014/main" id="{EF4914AD-88EF-4314-8DE4-824FEF6E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511">
            <a:extLst xmlns:a="http://schemas.openxmlformats.org/drawingml/2006/main">
              <a:ext uri="{FF2B5EF4-FFF2-40B4-BE49-F238E27FC236}">
                <a16:creationId xmlns:a16="http://schemas.microsoft.com/office/drawing/2014/main" id="{9B8E6971-F2AA-4343-A40F-C055507EC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12">
            <a:extLst xmlns:a="http://schemas.openxmlformats.org/drawingml/2006/main">
              <a:ext uri="{FF2B5EF4-FFF2-40B4-BE49-F238E27FC236}">
                <a16:creationId xmlns:a16="http://schemas.microsoft.com/office/drawing/2014/main" id="{1405FC6F-2F26-4D5F-946E-8F813A29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人工決策</a:t>
            </a:r>
          </a:p>
        </p:txBody>
      </p:sp>
      <p:sp>
        <p:nvSpPr>
          <p:cNvPr id="17" name="text-1513">
            <a:extLst xmlns:a="http://schemas.openxmlformats.org/drawingml/2006/main">
              <a:ext uri="{FF2B5EF4-FFF2-40B4-BE49-F238E27FC236}">
                <a16:creationId xmlns:a16="http://schemas.microsoft.com/office/drawing/2014/main" id="{298A0F31-2093-46F1-B26D-ED7144580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評分、倫理、輔導與正式行政決定，由人負責並保留紀錄。</a:t>
            </a:r>
          </a:p>
        </p:txBody>
      </p:sp>
      <p:sp>
        <p:nvSpPr>
          <p:cNvPr id="18" name="shape-1514">
            <a:extLst xmlns:a="http://schemas.openxmlformats.org/drawingml/2006/main">
              <a:ext uri="{FF2B5EF4-FFF2-40B4-BE49-F238E27FC236}">
                <a16:creationId xmlns:a16="http://schemas.microsoft.com/office/drawing/2014/main" id="{D8C448E3-149B-4E0A-9583-8597E4E52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515">
            <a:extLst xmlns:a="http://schemas.openxmlformats.org/drawingml/2006/main">
              <a:ext uri="{FF2B5EF4-FFF2-40B4-BE49-F238E27FC236}">
                <a16:creationId xmlns:a16="http://schemas.microsoft.com/office/drawing/2014/main" id="{7412285F-5601-4649-A6A1-89DDFEF3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16">
            <a:extLst xmlns:a="http://schemas.openxmlformats.org/drawingml/2006/main">
              <a:ext uri="{FF2B5EF4-FFF2-40B4-BE49-F238E27FC236}">
                <a16:creationId xmlns:a16="http://schemas.microsoft.com/office/drawing/2014/main" id="{3ADCCAFD-9BC7-41E7-8EC2-4FB4EC30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可逆優先</a:t>
            </a:r>
          </a:p>
        </p:txBody>
      </p:sp>
      <p:sp>
        <p:nvSpPr>
          <p:cNvPr id="21" name="text-1517">
            <a:extLst xmlns:a="http://schemas.openxmlformats.org/drawingml/2006/main">
              <a:ext uri="{FF2B5EF4-FFF2-40B4-BE49-F238E27FC236}">
                <a16:creationId xmlns:a16="http://schemas.microsoft.com/office/drawing/2014/main" id="{996E5935-0C5C-45E1-B0AC-7E9529A8F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先分析、預覽、備份；發布、刪除與改權限需要明確確認。</a:t>
            </a:r>
          </a:p>
        </p:txBody>
      </p:sp>
      <p:sp>
        <p:nvSpPr>
          <p:cNvPr id="22" name="text-1635">
            <a:extLst xmlns:a="http://schemas.openxmlformats.org/drawingml/2006/main">
              <a:ext uri="{FF2B5EF4-FFF2-40B4-BE49-F238E27FC236}">
                <a16:creationId xmlns:a16="http://schemas.microsoft.com/office/drawing/2014/main" id="{79B26B47-4314-40DA-8BB5-4DA28263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d3baebd2f134061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7a0c25c87164887"/>
              </a:rPr>
              <a:t>Codex ↗</a:t>
            </a:r>
          </a:p>
        </p:txBody>
      </p:sp>
      <p:sp>
        <p:nvSpPr>
          <p:cNvPr id="23" name="shape-1717">
            <a:extLst xmlns:a="http://schemas.openxmlformats.org/drawingml/2006/main">
              <a:ext uri="{FF2B5EF4-FFF2-40B4-BE49-F238E27FC236}">
                <a16:creationId xmlns:a16="http://schemas.microsoft.com/office/drawing/2014/main" id="{2072F860-221E-4C32-A8D9-F1E8AD674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e09b3b0f65425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718">
            <a:extLst xmlns:a="http://schemas.openxmlformats.org/drawingml/2006/main">
              <a:ext uri="{FF2B5EF4-FFF2-40B4-BE49-F238E27FC236}">
                <a16:creationId xmlns:a16="http://schemas.microsoft.com/office/drawing/2014/main" id="{2410B570-FA6F-4162-AFA1-36A6D78B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5e15aa2d0f4f59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719">
            <a:extLst xmlns:a="http://schemas.openxmlformats.org/drawingml/2006/main">
              <a:ext uri="{FF2B5EF4-FFF2-40B4-BE49-F238E27FC236}">
                <a16:creationId xmlns:a16="http://schemas.microsoft.com/office/drawing/2014/main" id="{357B213F-5E77-490A-9A24-EF4565D0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370564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518">
            <a:extLst xmlns:a="http://schemas.openxmlformats.org/drawingml/2006/main">
              <a:ext uri="{FF2B5EF4-FFF2-40B4-BE49-F238E27FC236}">
                <a16:creationId xmlns:a16="http://schemas.microsoft.com/office/drawing/2014/main" id="{42BE1F43-529C-4A80-A54A-AD5654E17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597A0F6-7C33-4158-B6E6-A32E6ADD7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整合挑戰｜讓 Agent 回應一個可驗證的痛點</a:t>
            </a:r>
          </a:p>
        </p:txBody>
      </p:sp>
      <p:cxnSp>
        <p:nvCxnSpPr>
          <p:cNvPr id="27" name="shape-151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20">
            <a:extLst xmlns:a="http://schemas.openxmlformats.org/drawingml/2006/main">
              <a:ext uri="{FF2B5EF4-FFF2-40B4-BE49-F238E27FC236}">
                <a16:creationId xmlns:a16="http://schemas.microsoft.com/office/drawing/2014/main" id="{6C4B031F-3590-4B6B-AF16-E931C5FB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3019ECE-01C0-49EC-8F19-3D98715FC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41</a:t>
            </a:r>
          </a:p>
        </p:txBody>
      </p:sp>
      <p:sp>
        <p:nvSpPr>
          <p:cNvPr id="6" name="text-1521">
            <a:extLst xmlns:a="http://schemas.openxmlformats.org/drawingml/2006/main">
              <a:ext uri="{FF2B5EF4-FFF2-40B4-BE49-F238E27FC236}">
                <a16:creationId xmlns:a16="http://schemas.microsoft.com/office/drawing/2014/main" id="{DF8277FA-9D4D-4E26-AC13-EB7A8A85F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522">
            <a:extLst xmlns:a="http://schemas.openxmlformats.org/drawingml/2006/main">
              <a:ext uri="{FF2B5EF4-FFF2-40B4-BE49-F238E27FC236}">
                <a16:creationId xmlns:a16="http://schemas.microsoft.com/office/drawing/2014/main" id="{9BE5D9EE-2751-459C-81D9-1D83D8DF1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523">
            <a:extLst xmlns:a="http://schemas.openxmlformats.org/drawingml/2006/main">
              <a:ext uri="{FF2B5EF4-FFF2-40B4-BE49-F238E27FC236}">
                <a16:creationId xmlns:a16="http://schemas.microsoft.com/office/drawing/2014/main" id="{14368B13-2A5A-4550-804A-A417FED8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524">
            <a:extLst xmlns:a="http://schemas.openxmlformats.org/drawingml/2006/main">
              <a:ext uri="{FF2B5EF4-FFF2-40B4-BE49-F238E27FC236}">
                <a16:creationId xmlns:a16="http://schemas.microsoft.com/office/drawing/2014/main" id="{5BA9BEA0-8246-417F-86FE-B9D2E566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啟用剛完成的 Skill</a:t>
            </a:r>
          </a:p>
        </p:txBody>
      </p:sp>
      <p:sp>
        <p:nvSpPr>
          <p:cNvPr id="10" name="text-1525">
            <a:extLst xmlns:a="http://schemas.openxmlformats.org/drawingml/2006/main">
              <a:ext uri="{FF2B5EF4-FFF2-40B4-BE49-F238E27FC236}">
                <a16:creationId xmlns:a16="http://schemas.microsoft.com/office/drawing/2014/main" id="{CB2ECBFD-2B93-4603-9E5E-2D35DAF3E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526">
            <a:extLst xmlns:a="http://schemas.openxmlformats.org/drawingml/2006/main">
              <a:ext uri="{FF2B5EF4-FFF2-40B4-BE49-F238E27FC236}">
                <a16:creationId xmlns:a16="http://schemas.microsoft.com/office/drawing/2014/main" id="{2602C7FD-9870-4328-AC80-9D1A5B19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對上午作品或合成資料提出一項真實教學／研究痛點任務</a:t>
            </a:r>
          </a:p>
        </p:txBody>
      </p:sp>
      <p:sp>
        <p:nvSpPr>
          <p:cNvPr id="12" name="text-1527">
            <a:extLst xmlns:a="http://schemas.openxmlformats.org/drawingml/2006/main">
              <a:ext uri="{FF2B5EF4-FFF2-40B4-BE49-F238E27FC236}">
                <a16:creationId xmlns:a16="http://schemas.microsoft.com/office/drawing/2014/main" id="{7B170C04-CF9A-4A8F-8BE3-A0F6BC77D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528">
            <a:extLst xmlns:a="http://schemas.openxmlformats.org/drawingml/2006/main">
              <a:ext uri="{FF2B5EF4-FFF2-40B4-BE49-F238E27FC236}">
                <a16:creationId xmlns:a16="http://schemas.microsoft.com/office/drawing/2014/main" id="{39B1D730-CA11-48F6-86F8-E60E30A2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要求 Agent 實作並驗證</a:t>
            </a:r>
          </a:p>
        </p:txBody>
      </p:sp>
      <p:sp>
        <p:nvSpPr>
          <p:cNvPr id="14" name="text-1529">
            <a:extLst xmlns:a="http://schemas.openxmlformats.org/drawingml/2006/main">
              <a:ext uri="{FF2B5EF4-FFF2-40B4-BE49-F238E27FC236}">
                <a16:creationId xmlns:a16="http://schemas.microsoft.com/office/drawing/2014/main" id="{0E20DFA9-F3F2-45FA-B0A1-1DD033F6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530">
            <a:extLst xmlns:a="http://schemas.openxmlformats.org/drawingml/2006/main">
              <a:ext uri="{FF2B5EF4-FFF2-40B4-BE49-F238E27FC236}">
                <a16:creationId xmlns:a16="http://schemas.microsoft.com/office/drawing/2014/main" id="{AA2A36DE-87AF-48C1-B10C-2A76311E3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準備 90 秒成果與證據</a:t>
            </a:r>
          </a:p>
        </p:txBody>
      </p:sp>
      <p:sp>
        <p:nvSpPr>
          <p:cNvPr id="16" name="shape-1531">
            <a:extLst xmlns:a="http://schemas.openxmlformats.org/drawingml/2006/main">
              <a:ext uri="{FF2B5EF4-FFF2-40B4-BE49-F238E27FC236}">
                <a16:creationId xmlns:a16="http://schemas.microsoft.com/office/drawing/2014/main" id="{CF1FFE4C-6BC0-4D7E-B1E6-871D06799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532">
            <a:extLst xmlns:a="http://schemas.openxmlformats.org/drawingml/2006/main">
              <a:ext uri="{FF2B5EF4-FFF2-40B4-BE49-F238E27FC236}">
                <a16:creationId xmlns:a16="http://schemas.microsoft.com/office/drawing/2014/main" id="{2BADB7D5-EB69-4B55-A8F8-AA8F50820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533">
            <a:extLst xmlns:a="http://schemas.openxmlformats.org/drawingml/2006/main">
              <a:ext uri="{FF2B5EF4-FFF2-40B4-BE49-F238E27FC236}">
                <a16:creationId xmlns:a16="http://schemas.microsoft.com/office/drawing/2014/main" id="{AE2F3741-1937-47B5-B201-98CE150E4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Skill 有被正確觸發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成果可開啟或可檢查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至少一個驗證證據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說明一項人工決定</a:t>
            </a:r>
          </a:p>
        </p:txBody>
      </p:sp>
      <p:sp>
        <p:nvSpPr>
          <p:cNvPr id="19" name="text-1636">
            <a:extLst xmlns:a="http://schemas.openxmlformats.org/drawingml/2006/main">
              <a:ext uri="{FF2B5EF4-FFF2-40B4-BE49-F238E27FC236}">
                <a16:creationId xmlns:a16="http://schemas.microsoft.com/office/drawing/2014/main" id="{E86A7B20-8212-4965-9F09-3C2DB388B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5f98d006f694fbb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2181f883d704d7a"/>
              </a:rPr>
              <a:t>Codex ↗</a:t>
            </a:r>
          </a:p>
        </p:txBody>
      </p:sp>
      <p:sp>
        <p:nvSpPr>
          <p:cNvPr id="20" name="shape-1720">
            <a:extLst xmlns:a="http://schemas.openxmlformats.org/drawingml/2006/main">
              <a:ext uri="{FF2B5EF4-FFF2-40B4-BE49-F238E27FC236}">
                <a16:creationId xmlns:a16="http://schemas.microsoft.com/office/drawing/2014/main" id="{F82E83ED-59B5-4A87-A937-63FECD10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e4401f51624d81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721">
            <a:extLst xmlns:a="http://schemas.openxmlformats.org/drawingml/2006/main">
              <a:ext uri="{FF2B5EF4-FFF2-40B4-BE49-F238E27FC236}">
                <a16:creationId xmlns:a16="http://schemas.microsoft.com/office/drawing/2014/main" id="{EE55D55A-2061-4EDF-8DD3-8DED6069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781304e84e46a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722">
            <a:extLst xmlns:a="http://schemas.openxmlformats.org/drawingml/2006/main">
              <a:ext uri="{FF2B5EF4-FFF2-40B4-BE49-F238E27FC236}">
                <a16:creationId xmlns:a16="http://schemas.microsoft.com/office/drawing/2014/main" id="{B04B1BB4-1BE4-42BE-80B6-C72818C67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663496848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534">
            <a:extLst xmlns:a="http://schemas.openxmlformats.org/drawingml/2006/main">
              <a:ext uri="{FF2B5EF4-FFF2-40B4-BE49-F238E27FC236}">
                <a16:creationId xmlns:a16="http://schemas.microsoft.com/office/drawing/2014/main" id="{68055D7A-A48F-4D09-90AC-73D8DC772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PEER REVIEW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9B01995-5CF1-4A54-943B-386569F9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同儕回饋只看四件事</a:t>
            </a:r>
          </a:p>
        </p:txBody>
      </p:sp>
      <p:cxnSp>
        <p:nvCxnSpPr>
          <p:cNvPr id="30" name="shape-153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36">
            <a:extLst xmlns:a="http://schemas.openxmlformats.org/drawingml/2006/main">
              <a:ext uri="{FF2B5EF4-FFF2-40B4-BE49-F238E27FC236}">
                <a16:creationId xmlns:a16="http://schemas.microsoft.com/office/drawing/2014/main" id="{02AEA503-6C7D-44E7-9FD6-B1E936AC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DBA743C-0520-495E-A05E-BE5B5D427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42</a:t>
            </a:r>
          </a:p>
        </p:txBody>
      </p:sp>
      <p:sp>
        <p:nvSpPr>
          <p:cNvPr id="6" name="shape-1537">
            <a:extLst xmlns:a="http://schemas.openxmlformats.org/drawingml/2006/main">
              <a:ext uri="{FF2B5EF4-FFF2-40B4-BE49-F238E27FC236}">
                <a16:creationId xmlns:a16="http://schemas.microsoft.com/office/drawing/2014/main" id="{8923F4B7-791A-4181-93E5-E23985DF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538">
            <a:extLst xmlns:a="http://schemas.openxmlformats.org/drawingml/2006/main">
              <a:ext uri="{FF2B5EF4-FFF2-40B4-BE49-F238E27FC236}">
                <a16:creationId xmlns:a16="http://schemas.microsoft.com/office/drawing/2014/main" id="{7CC29EE9-F557-4BCF-BC50-76312934C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539">
            <a:extLst xmlns:a="http://schemas.openxmlformats.org/drawingml/2006/main">
              <a:ext uri="{FF2B5EF4-FFF2-40B4-BE49-F238E27FC236}">
                <a16:creationId xmlns:a16="http://schemas.microsoft.com/office/drawing/2014/main" id="{376FE9AC-2E3E-4908-A7C7-83F53D23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價值</a:t>
            </a:r>
          </a:p>
        </p:txBody>
      </p:sp>
      <p:sp>
        <p:nvSpPr>
          <p:cNvPr id="9" name="text-1540">
            <a:extLst xmlns:a="http://schemas.openxmlformats.org/drawingml/2006/main">
              <a:ext uri="{FF2B5EF4-FFF2-40B4-BE49-F238E27FC236}">
                <a16:creationId xmlns:a16="http://schemas.microsoft.com/office/drawing/2014/main" id="{A09C5DE2-CFDE-4387-BDB6-9995765EE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這個 Agent 任務是否回應真實教學／研究痛點？</a:t>
            </a:r>
          </a:p>
        </p:txBody>
      </p:sp>
      <p:sp>
        <p:nvSpPr>
          <p:cNvPr id="10" name="shape-1541">
            <a:extLst xmlns:a="http://schemas.openxmlformats.org/drawingml/2006/main">
              <a:ext uri="{FF2B5EF4-FFF2-40B4-BE49-F238E27FC236}">
                <a16:creationId xmlns:a16="http://schemas.microsoft.com/office/drawing/2014/main" id="{2E065C41-4438-4CCC-B9AF-57B81BBD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542">
            <a:extLst xmlns:a="http://schemas.openxmlformats.org/drawingml/2006/main">
              <a:ext uri="{FF2B5EF4-FFF2-40B4-BE49-F238E27FC236}">
                <a16:creationId xmlns:a16="http://schemas.microsoft.com/office/drawing/2014/main" id="{0CB408D2-92EF-4741-80CF-919710270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43">
            <a:extLst xmlns:a="http://schemas.openxmlformats.org/drawingml/2006/main">
              <a:ext uri="{FF2B5EF4-FFF2-40B4-BE49-F238E27FC236}">
                <a16:creationId xmlns:a16="http://schemas.microsoft.com/office/drawing/2014/main" id="{1480F89A-9B7B-4035-8E8F-62FADA75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清楚</a:t>
            </a:r>
          </a:p>
        </p:txBody>
      </p:sp>
      <p:sp>
        <p:nvSpPr>
          <p:cNvPr id="13" name="text-1544">
            <a:extLst xmlns:a="http://schemas.openxmlformats.org/drawingml/2006/main">
              <a:ext uri="{FF2B5EF4-FFF2-40B4-BE49-F238E27FC236}">
                <a16:creationId xmlns:a16="http://schemas.microsoft.com/office/drawing/2014/main" id="{79527432-CE78-47B5-84E4-A8A75F02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陌生人是否能理解 Skill 的觸發時機與流程？</a:t>
            </a:r>
          </a:p>
        </p:txBody>
      </p:sp>
      <p:sp>
        <p:nvSpPr>
          <p:cNvPr id="14" name="shape-1545">
            <a:extLst xmlns:a="http://schemas.openxmlformats.org/drawingml/2006/main">
              <a:ext uri="{FF2B5EF4-FFF2-40B4-BE49-F238E27FC236}">
                <a16:creationId xmlns:a16="http://schemas.microsoft.com/office/drawing/2014/main" id="{F638BEBD-F5AB-4C7A-8D95-8A766DDBE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546">
            <a:extLst xmlns:a="http://schemas.openxmlformats.org/drawingml/2006/main">
              <a:ext uri="{FF2B5EF4-FFF2-40B4-BE49-F238E27FC236}">
                <a16:creationId xmlns:a16="http://schemas.microsoft.com/office/drawing/2014/main" id="{25898124-BAF3-410A-9478-E7CBF680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47">
            <a:extLst xmlns:a="http://schemas.openxmlformats.org/drawingml/2006/main">
              <a:ext uri="{FF2B5EF4-FFF2-40B4-BE49-F238E27FC236}">
                <a16:creationId xmlns:a16="http://schemas.microsoft.com/office/drawing/2014/main" id="{2FFAB4C1-0456-47CD-9A2F-97FC5016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17" name="text-1548">
            <a:extLst xmlns:a="http://schemas.openxmlformats.org/drawingml/2006/main">
              <a:ext uri="{FF2B5EF4-FFF2-40B4-BE49-F238E27FC236}">
                <a16:creationId xmlns:a16="http://schemas.microsoft.com/office/drawing/2014/main" id="{23FB9784-5B02-4787-8C1E-1237141E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完成宣告是否有檔案、測試、畫面或引用支持？</a:t>
            </a:r>
          </a:p>
        </p:txBody>
      </p:sp>
      <p:sp>
        <p:nvSpPr>
          <p:cNvPr id="18" name="shape-1549">
            <a:extLst xmlns:a="http://schemas.openxmlformats.org/drawingml/2006/main">
              <a:ext uri="{FF2B5EF4-FFF2-40B4-BE49-F238E27FC236}">
                <a16:creationId xmlns:a16="http://schemas.microsoft.com/office/drawing/2014/main" id="{30BCEB53-AF55-4BB8-B622-A4251B93A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550">
            <a:extLst xmlns:a="http://schemas.openxmlformats.org/drawingml/2006/main">
              <a:ext uri="{FF2B5EF4-FFF2-40B4-BE49-F238E27FC236}">
                <a16:creationId xmlns:a16="http://schemas.microsoft.com/office/drawing/2014/main" id="{C033AC8D-56BF-432E-BE8B-59C3EED4D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51">
            <a:extLst xmlns:a="http://schemas.openxmlformats.org/drawingml/2006/main">
              <a:ext uri="{FF2B5EF4-FFF2-40B4-BE49-F238E27FC236}">
                <a16:creationId xmlns:a16="http://schemas.microsoft.com/office/drawing/2014/main" id="{E41390BD-BD5E-4B73-B0DA-497377AEC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21" name="text-1552">
            <a:extLst xmlns:a="http://schemas.openxmlformats.org/drawingml/2006/main">
              <a:ext uri="{FF2B5EF4-FFF2-40B4-BE49-F238E27FC236}">
                <a16:creationId xmlns:a16="http://schemas.microsoft.com/office/drawing/2014/main" id="{7115434A-B1AE-4A90-AA1E-922E5468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是否知道哪些動作需確認、哪些結果仍未確認？</a:t>
            </a:r>
          </a:p>
        </p:txBody>
      </p:sp>
      <p:sp>
        <p:nvSpPr>
          <p:cNvPr id="22" name="text-1637">
            <a:extLst xmlns:a="http://schemas.openxmlformats.org/drawingml/2006/main">
              <a:ext uri="{FF2B5EF4-FFF2-40B4-BE49-F238E27FC236}">
                <a16:creationId xmlns:a16="http://schemas.microsoft.com/office/drawing/2014/main" id="{9E8EE01F-7B8D-4E62-9CC8-7B6A2B858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d60f680f1dc4745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c712058d9c14387"/>
              </a:rPr>
              <a:t>Codex ↗</a:t>
            </a:r>
          </a:p>
        </p:txBody>
      </p:sp>
      <p:sp>
        <p:nvSpPr>
          <p:cNvPr id="23" name="shape-1723">
            <a:extLst xmlns:a="http://schemas.openxmlformats.org/drawingml/2006/main">
              <a:ext uri="{FF2B5EF4-FFF2-40B4-BE49-F238E27FC236}">
                <a16:creationId xmlns:a16="http://schemas.microsoft.com/office/drawing/2014/main" id="{56EF7D92-745B-4997-A1F3-529F4732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4a6d1004084c6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724">
            <a:extLst xmlns:a="http://schemas.openxmlformats.org/drawingml/2006/main">
              <a:ext uri="{FF2B5EF4-FFF2-40B4-BE49-F238E27FC236}">
                <a16:creationId xmlns:a16="http://schemas.microsoft.com/office/drawing/2014/main" id="{3C2D8F29-8D48-4B92-BBB6-3F5197727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4acf2a4fab494d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725">
            <a:extLst xmlns:a="http://schemas.openxmlformats.org/drawingml/2006/main">
              <a:ext uri="{FF2B5EF4-FFF2-40B4-BE49-F238E27FC236}">
                <a16:creationId xmlns:a16="http://schemas.microsoft.com/office/drawing/2014/main" id="{8A7AF3EF-311C-46B3-BA61-F92687285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495419900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1553">
            <a:extLst xmlns:a="http://schemas.openxmlformats.org/drawingml/2006/main">
              <a:ext uri="{FF2B5EF4-FFF2-40B4-BE49-F238E27FC236}">
                <a16:creationId xmlns:a16="http://schemas.microsoft.com/office/drawing/2014/main" id="{3282476D-9D98-45D8-8A1E-60284BC29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NEXT 30 DAYS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72C978C-F7CB-4BA4-87F1-168DDA107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30 天導入計畫：小步驗證，留下可重用資產</a:t>
            </a:r>
          </a:p>
        </p:txBody>
      </p:sp>
      <p:cxnSp>
        <p:nvCxnSpPr>
          <p:cNvPr id="35" name="shape-155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55">
            <a:extLst xmlns:a="http://schemas.openxmlformats.org/drawingml/2006/main">
              <a:ext uri="{FF2B5EF4-FFF2-40B4-BE49-F238E27FC236}">
                <a16:creationId xmlns:a16="http://schemas.microsoft.com/office/drawing/2014/main" id="{FDB81A59-6A0C-4CC4-BC50-D0E0D9E22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CC02B68-3EC3-4935-B94D-E9098540B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43</a:t>
            </a:r>
          </a:p>
        </p:txBody>
      </p:sp>
      <p:cxnSp>
        <p:nvCxnSpPr>
          <p:cNvPr id="38" name="shape-1556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shape-1557">
            <a:extLst xmlns:a="http://schemas.openxmlformats.org/drawingml/2006/main">
              <a:ext uri="{FF2B5EF4-FFF2-40B4-BE49-F238E27FC236}">
                <a16:creationId xmlns:a16="http://schemas.microsoft.com/office/drawing/2014/main" id="{92341C15-4D94-422D-8E9E-022655E01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558">
            <a:extLst xmlns:a="http://schemas.openxmlformats.org/drawingml/2006/main">
              <a:ext uri="{FF2B5EF4-FFF2-40B4-BE49-F238E27FC236}">
                <a16:creationId xmlns:a16="http://schemas.microsoft.com/office/drawing/2014/main" id="{43E619C0-9051-45DC-89F5-C3FE7F0E9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1 週</a:t>
            </a:r>
          </a:p>
        </p:txBody>
      </p:sp>
      <p:sp>
        <p:nvSpPr>
          <p:cNvPr id="9" name="text-1559">
            <a:extLst xmlns:a="http://schemas.openxmlformats.org/drawingml/2006/main">
              <a:ext uri="{FF2B5EF4-FFF2-40B4-BE49-F238E27FC236}">
                <a16:creationId xmlns:a16="http://schemas.microsoft.com/office/drawing/2014/main" id="{816FB4DC-30A2-45D3-A9B6-DCF118BC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選任務</a:t>
            </a:r>
          </a:p>
        </p:txBody>
      </p:sp>
      <p:sp>
        <p:nvSpPr>
          <p:cNvPr id="10" name="text-1560">
            <a:extLst xmlns:a="http://schemas.openxmlformats.org/drawingml/2006/main">
              <a:ext uri="{FF2B5EF4-FFF2-40B4-BE49-F238E27FC236}">
                <a16:creationId xmlns:a16="http://schemas.microsoft.com/office/drawing/2014/main" id="{7D3FED48-B606-409C-B435-993DB065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高頻、耗時、可驗證</a:t>
            </a:r>
          </a:p>
        </p:txBody>
      </p:sp>
      <p:sp>
        <p:nvSpPr>
          <p:cNvPr id="11" name="shape-1561">
            <a:extLst xmlns:a="http://schemas.openxmlformats.org/drawingml/2006/main">
              <a:ext uri="{FF2B5EF4-FFF2-40B4-BE49-F238E27FC236}">
                <a16:creationId xmlns:a16="http://schemas.microsoft.com/office/drawing/2014/main" id="{18021F38-B8DC-453D-B936-3AC1E06FB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562">
            <a:extLst xmlns:a="http://schemas.openxmlformats.org/drawingml/2006/main">
              <a:ext uri="{FF2B5EF4-FFF2-40B4-BE49-F238E27FC236}">
                <a16:creationId xmlns:a16="http://schemas.microsoft.com/office/drawing/2014/main" id="{CA32ABD5-3FDE-428A-BBED-B21BA12F1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2 週</a:t>
            </a:r>
          </a:p>
        </p:txBody>
      </p:sp>
      <p:sp>
        <p:nvSpPr>
          <p:cNvPr id="13" name="text-1563">
            <a:extLst xmlns:a="http://schemas.openxmlformats.org/drawingml/2006/main">
              <a:ext uri="{FF2B5EF4-FFF2-40B4-BE49-F238E27FC236}">
                <a16:creationId xmlns:a16="http://schemas.microsoft.com/office/drawing/2014/main" id="{4698D8BF-3B3B-49F2-AAEC-5B3170316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試流程</a:t>
            </a:r>
          </a:p>
        </p:txBody>
      </p:sp>
      <p:sp>
        <p:nvSpPr>
          <p:cNvPr id="14" name="text-1564">
            <a:extLst xmlns:a="http://schemas.openxmlformats.org/drawingml/2006/main">
              <a:ext uri="{FF2B5EF4-FFF2-40B4-BE49-F238E27FC236}">
                <a16:creationId xmlns:a16="http://schemas.microsoft.com/office/drawing/2014/main" id="{D575893F-378C-4EC2-B6A3-33B7D21FA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自己跑 3 次</a:t>
            </a:r>
          </a:p>
        </p:txBody>
      </p:sp>
      <p:sp>
        <p:nvSpPr>
          <p:cNvPr id="15" name="shape-1565">
            <a:extLst xmlns:a="http://schemas.openxmlformats.org/drawingml/2006/main">
              <a:ext uri="{FF2B5EF4-FFF2-40B4-BE49-F238E27FC236}">
                <a16:creationId xmlns:a16="http://schemas.microsoft.com/office/drawing/2014/main" id="{645AD322-2738-4712-AD78-1277882BE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566">
            <a:extLst xmlns:a="http://schemas.openxmlformats.org/drawingml/2006/main">
              <a:ext uri="{FF2B5EF4-FFF2-40B4-BE49-F238E27FC236}">
                <a16:creationId xmlns:a16="http://schemas.microsoft.com/office/drawing/2014/main" id="{1E304C12-7F09-4824-8028-3DB81293C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3 週</a:t>
            </a:r>
          </a:p>
        </p:txBody>
      </p:sp>
      <p:sp>
        <p:nvSpPr>
          <p:cNvPr id="17" name="text-1567">
            <a:extLst xmlns:a="http://schemas.openxmlformats.org/drawingml/2006/main">
              <a:ext uri="{FF2B5EF4-FFF2-40B4-BE49-F238E27FC236}">
                <a16:creationId xmlns:a16="http://schemas.microsoft.com/office/drawing/2014/main" id="{427EAD06-5EAA-4C89-8198-06C66BD40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給同儕</a:t>
            </a:r>
          </a:p>
        </p:txBody>
      </p:sp>
      <p:sp>
        <p:nvSpPr>
          <p:cNvPr id="18" name="text-1568">
            <a:extLst xmlns:a="http://schemas.openxmlformats.org/drawingml/2006/main">
              <a:ext uri="{FF2B5EF4-FFF2-40B4-BE49-F238E27FC236}">
                <a16:creationId xmlns:a16="http://schemas.microsoft.com/office/drawing/2014/main" id="{A54A5CFD-C5B4-4259-B212-D49414645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找 1 人盲測</a:t>
            </a:r>
          </a:p>
        </p:txBody>
      </p:sp>
      <p:sp>
        <p:nvSpPr>
          <p:cNvPr id="19" name="shape-1569">
            <a:extLst xmlns:a="http://schemas.openxmlformats.org/drawingml/2006/main">
              <a:ext uri="{FF2B5EF4-FFF2-40B4-BE49-F238E27FC236}">
                <a16:creationId xmlns:a16="http://schemas.microsoft.com/office/drawing/2014/main" id="{B80F393E-39ED-41F4-AF3B-3978255E6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570">
            <a:extLst xmlns:a="http://schemas.openxmlformats.org/drawingml/2006/main">
              <a:ext uri="{FF2B5EF4-FFF2-40B4-BE49-F238E27FC236}">
                <a16:creationId xmlns:a16="http://schemas.microsoft.com/office/drawing/2014/main" id="{CF6D9A86-4DFD-44E2-A356-3B7A60918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4 週</a:t>
            </a:r>
          </a:p>
        </p:txBody>
      </p:sp>
      <p:sp>
        <p:nvSpPr>
          <p:cNvPr id="21" name="text-1571">
            <a:extLst xmlns:a="http://schemas.openxmlformats.org/drawingml/2006/main">
              <a:ext uri="{FF2B5EF4-FFF2-40B4-BE49-F238E27FC236}">
                <a16:creationId xmlns:a16="http://schemas.microsoft.com/office/drawing/2014/main" id="{FD681C5E-471A-4DFC-8F38-D83836DC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修 Skill</a:t>
            </a:r>
          </a:p>
        </p:txBody>
      </p:sp>
      <p:sp>
        <p:nvSpPr>
          <p:cNvPr id="22" name="text-1572">
            <a:extLst xmlns:a="http://schemas.openxmlformats.org/drawingml/2006/main">
              <a:ext uri="{FF2B5EF4-FFF2-40B4-BE49-F238E27FC236}">
                <a16:creationId xmlns:a16="http://schemas.microsoft.com/office/drawing/2014/main" id="{03BF15F6-E470-4BA8-B933-87DF20F17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補規則與範例</a:t>
            </a:r>
          </a:p>
        </p:txBody>
      </p:sp>
      <p:sp>
        <p:nvSpPr>
          <p:cNvPr id="23" name="shape-1573">
            <a:extLst xmlns:a="http://schemas.openxmlformats.org/drawingml/2006/main">
              <a:ext uri="{FF2B5EF4-FFF2-40B4-BE49-F238E27FC236}">
                <a16:creationId xmlns:a16="http://schemas.microsoft.com/office/drawing/2014/main" id="{EBFE2680-61B2-417F-B07D-9E4CC1CE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1574">
            <a:extLst xmlns:a="http://schemas.openxmlformats.org/drawingml/2006/main">
              <a:ext uri="{FF2B5EF4-FFF2-40B4-BE49-F238E27FC236}">
                <a16:creationId xmlns:a16="http://schemas.microsoft.com/office/drawing/2014/main" id="{EB97EC3C-ED49-4499-A579-8DB2AEFF1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30 天</a:t>
            </a:r>
          </a:p>
        </p:txBody>
      </p:sp>
      <p:sp>
        <p:nvSpPr>
          <p:cNvPr id="25" name="text-1575">
            <a:extLst xmlns:a="http://schemas.openxmlformats.org/drawingml/2006/main">
              <a:ext uri="{FF2B5EF4-FFF2-40B4-BE49-F238E27FC236}">
                <a16:creationId xmlns:a16="http://schemas.microsoft.com/office/drawing/2014/main" id="{BE6E304D-D757-4AAF-A899-A71BC50C7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決定</a:t>
            </a:r>
          </a:p>
        </p:txBody>
      </p:sp>
      <p:sp>
        <p:nvSpPr>
          <p:cNvPr id="26" name="text-1576">
            <a:extLst xmlns:a="http://schemas.openxmlformats.org/drawingml/2006/main">
              <a:ext uri="{FF2B5EF4-FFF2-40B4-BE49-F238E27FC236}">
                <a16:creationId xmlns:a16="http://schemas.microsoft.com/office/drawing/2014/main" id="{A8FCCB7A-6E0C-4D9F-9DE2-1EAFC1CDC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採用、修改或淘汰</a:t>
            </a:r>
          </a:p>
        </p:txBody>
      </p:sp>
      <p:sp>
        <p:nvSpPr>
          <p:cNvPr id="27" name="text-1638">
            <a:extLst xmlns:a="http://schemas.openxmlformats.org/drawingml/2006/main">
              <a:ext uri="{FF2B5EF4-FFF2-40B4-BE49-F238E27FC236}">
                <a16:creationId xmlns:a16="http://schemas.microsoft.com/office/drawing/2014/main" id="{23D87145-C784-4C26-8B55-29890389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b5a7a78b65844f0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86dd7f6a94a483a"/>
              </a:rPr>
              <a:t>Codex ↗</a:t>
            </a:r>
          </a:p>
        </p:txBody>
      </p:sp>
      <p:sp>
        <p:nvSpPr>
          <p:cNvPr id="28" name="shape-1726">
            <a:extLst xmlns:a="http://schemas.openxmlformats.org/drawingml/2006/main">
              <a:ext uri="{FF2B5EF4-FFF2-40B4-BE49-F238E27FC236}">
                <a16:creationId xmlns:a16="http://schemas.microsoft.com/office/drawing/2014/main" id="{3CF80EA0-9733-4386-808A-C48AA9C38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57b76b0738408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0" name="text-1727">
            <a:extLst xmlns:a="http://schemas.openxmlformats.org/drawingml/2006/main">
              <a:ext uri="{FF2B5EF4-FFF2-40B4-BE49-F238E27FC236}">
                <a16:creationId xmlns:a16="http://schemas.microsoft.com/office/drawing/2014/main" id="{6EEDDBF0-A5C5-4596-BD09-9A0A6BBC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a87b86bd644186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2" name="text-1728">
            <a:extLst xmlns:a="http://schemas.openxmlformats.org/drawingml/2006/main">
              <a:ext uri="{FF2B5EF4-FFF2-40B4-BE49-F238E27FC236}">
                <a16:creationId xmlns:a16="http://schemas.microsoft.com/office/drawing/2014/main" id="{1C365141-2DE5-4FD3-9C16-6693466E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748325420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1577">
            <a:extLst xmlns:a="http://schemas.openxmlformats.org/drawingml/2006/main">
              <a:ext uri="{FF2B5EF4-FFF2-40B4-BE49-F238E27FC236}">
                <a16:creationId xmlns:a16="http://schemas.microsoft.com/office/drawing/2014/main" id="{CF6A3B41-F2D7-49AD-B1A9-EE28C8520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34654DD-A04E-43C9-AEAA-910A529B0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下午資源書籤</a:t>
            </a:r>
          </a:p>
        </p:txBody>
      </p:sp>
      <p:cxnSp>
        <p:nvCxnSpPr>
          <p:cNvPr id="41" name="shape-157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79">
            <a:extLst xmlns:a="http://schemas.openxmlformats.org/drawingml/2006/main">
              <a:ext uri="{FF2B5EF4-FFF2-40B4-BE49-F238E27FC236}">
                <a16:creationId xmlns:a16="http://schemas.microsoft.com/office/drawing/2014/main" id="{F9D1EA30-EA1A-4DFE-AC4C-A1475981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1F3C9E7-4A7C-476A-9B74-85A833AD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44</a:t>
            </a:r>
          </a:p>
        </p:txBody>
      </p:sp>
      <p:sp>
        <p:nvSpPr>
          <p:cNvPr id="6" name="shape-1580">
            <a:extLst xmlns:a="http://schemas.openxmlformats.org/drawingml/2006/main">
              <a:ext uri="{FF2B5EF4-FFF2-40B4-BE49-F238E27FC236}">
                <a16:creationId xmlns:a16="http://schemas.microsoft.com/office/drawing/2014/main" id="{03A2B4C7-80FE-4FC3-8A94-07E1BC1A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581">
            <a:extLst xmlns:a="http://schemas.openxmlformats.org/drawingml/2006/main">
              <a:ext uri="{FF2B5EF4-FFF2-40B4-BE49-F238E27FC236}">
                <a16:creationId xmlns:a16="http://schemas.microsoft.com/office/drawing/2014/main" id="{8CE917AA-DC93-4738-AC3A-CCD249B2F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8" name="text-1582">
            <a:extLst xmlns:a="http://schemas.openxmlformats.org/drawingml/2006/main">
              <a:ext uri="{FF2B5EF4-FFF2-40B4-BE49-F238E27FC236}">
                <a16:creationId xmlns:a16="http://schemas.microsoft.com/office/drawing/2014/main" id="{58727C18-BCC7-4C3F-9D9D-AC6973146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4dd3d65940544e4b"/>
              </a:rPr>
              <a:t>../START_HERE_研習資源導航.html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68c3c9658b4eb4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1583">
            <a:extLst xmlns:a="http://schemas.openxmlformats.org/drawingml/2006/main">
              <a:ext uri="{FF2B5EF4-FFF2-40B4-BE49-F238E27FC236}">
                <a16:creationId xmlns:a16="http://schemas.microsoft.com/office/drawing/2014/main" id="{0E194F69-7B18-4287-B152-9F075D68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584">
            <a:extLst xmlns:a="http://schemas.openxmlformats.org/drawingml/2006/main">
              <a:ext uri="{FF2B5EF4-FFF2-40B4-BE49-F238E27FC236}">
                <a16:creationId xmlns:a16="http://schemas.microsoft.com/office/drawing/2014/main" id="{201A8A2D-5B74-4B84-83FF-96F4362E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Google Antigravity</a:t>
            </a:r>
          </a:p>
        </p:txBody>
      </p:sp>
      <p:sp>
        <p:nvSpPr>
          <p:cNvPr id="12" name="text-1585">
            <a:extLst xmlns:a="http://schemas.openxmlformats.org/drawingml/2006/main">
              <a:ext uri="{FF2B5EF4-FFF2-40B4-BE49-F238E27FC236}">
                <a16:creationId xmlns:a16="http://schemas.microsoft.com/office/drawing/2014/main" id="{CEB73F0F-79CC-4997-83C4-BF799FA34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9888e85bbacb425d"/>
              </a:rPr>
              <a:t>https://antigravity.google/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ec35d939a94373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1586">
            <a:extLst xmlns:a="http://schemas.openxmlformats.org/drawingml/2006/main">
              <a:ext uri="{FF2B5EF4-FFF2-40B4-BE49-F238E27FC236}">
                <a16:creationId xmlns:a16="http://schemas.microsoft.com/office/drawing/2014/main" id="{142B8255-C09A-4D4F-A6D2-DFD79110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587">
            <a:extLst xmlns:a="http://schemas.openxmlformats.org/drawingml/2006/main">
              <a:ext uri="{FF2B5EF4-FFF2-40B4-BE49-F238E27FC236}">
                <a16:creationId xmlns:a16="http://schemas.microsoft.com/office/drawing/2014/main" id="{AECB2811-8A41-42F3-8309-A9A39C1F7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Codex</a:t>
            </a:r>
          </a:p>
        </p:txBody>
      </p:sp>
      <p:sp>
        <p:nvSpPr>
          <p:cNvPr id="16" name="text-1588">
            <a:extLst xmlns:a="http://schemas.openxmlformats.org/drawingml/2006/main">
              <a:ext uri="{FF2B5EF4-FFF2-40B4-BE49-F238E27FC236}">
                <a16:creationId xmlns:a16="http://schemas.microsoft.com/office/drawing/2014/main" id="{200D4B3D-35C2-4126-B6CD-7A9D31922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746f19b0c1cb4c2b"/>
              </a:rPr>
              <a:t>https://chatgpt.com/codex/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864f9e0e484d94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1589">
            <a:extLst xmlns:a="http://schemas.openxmlformats.org/drawingml/2006/main">
              <a:ext uri="{FF2B5EF4-FFF2-40B4-BE49-F238E27FC236}">
                <a16:creationId xmlns:a16="http://schemas.microsoft.com/office/drawing/2014/main" id="{6C0A15CB-1551-4F90-864E-009CC6044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590">
            <a:extLst xmlns:a="http://schemas.openxmlformats.org/drawingml/2006/main">
              <a:ext uri="{FF2B5EF4-FFF2-40B4-BE49-F238E27FC236}">
                <a16:creationId xmlns:a16="http://schemas.microsoft.com/office/drawing/2014/main" id="{4C6F2E78-5FA6-415C-B8AF-90F3A116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Claude</a:t>
            </a:r>
          </a:p>
        </p:txBody>
      </p:sp>
      <p:sp>
        <p:nvSpPr>
          <p:cNvPr id="20" name="text-1591">
            <a:extLst xmlns:a="http://schemas.openxmlformats.org/drawingml/2006/main">
              <a:ext uri="{FF2B5EF4-FFF2-40B4-BE49-F238E27FC236}">
                <a16:creationId xmlns:a16="http://schemas.microsoft.com/office/drawing/2014/main" id="{2F5F5EC3-AE57-48F3-BBA2-CC7BBCFD2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4adea89bcfa9445c"/>
              </a:rPr>
              <a:t>https://claude.ai/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8ab0657be043a2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1592">
            <a:extLst xmlns:a="http://schemas.openxmlformats.org/drawingml/2006/main">
              <a:ext uri="{FF2B5EF4-FFF2-40B4-BE49-F238E27FC236}">
                <a16:creationId xmlns:a16="http://schemas.microsoft.com/office/drawing/2014/main" id="{9BAFB9E8-E5ED-4308-860B-DE27C6BF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593">
            <a:extLst xmlns:a="http://schemas.openxmlformats.org/drawingml/2006/main">
              <a:ext uri="{FF2B5EF4-FFF2-40B4-BE49-F238E27FC236}">
                <a16:creationId xmlns:a16="http://schemas.microsoft.com/office/drawing/2014/main" id="{D624C376-5E2A-4977-95C1-1714C5AA5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 官方教學</a:t>
            </a:r>
          </a:p>
        </p:txBody>
      </p:sp>
      <p:sp>
        <p:nvSpPr>
          <p:cNvPr id="24" name="text-1594">
            <a:extLst xmlns:a="http://schemas.openxmlformats.org/drawingml/2006/main">
              <a:ext uri="{FF2B5EF4-FFF2-40B4-BE49-F238E27FC236}">
                <a16:creationId xmlns:a16="http://schemas.microsoft.com/office/drawing/2014/main" id="{612F065C-2A44-4898-9704-C7073AB6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6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7ec8cf95ca1b4591"/>
              </a:rPr>
              <a:t>https://codelabs.developers.google.com/getting-started-with-antigravity-skills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3ffcd8707e4bee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1595">
            <a:extLst xmlns:a="http://schemas.openxmlformats.org/drawingml/2006/main">
              <a:ext uri="{FF2B5EF4-FFF2-40B4-BE49-F238E27FC236}">
                <a16:creationId xmlns:a16="http://schemas.microsoft.com/office/drawing/2014/main" id="{F33DBA84-6507-4C67-8C76-B972DF9B1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596">
            <a:extLst xmlns:a="http://schemas.openxmlformats.org/drawingml/2006/main">
              <a:ext uri="{FF2B5EF4-FFF2-40B4-BE49-F238E27FC236}">
                <a16:creationId xmlns:a16="http://schemas.microsoft.com/office/drawing/2014/main" id="{14B07083-ECCD-41F0-803E-717D8C757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提示詞快捷面板（同資料夾）</a:t>
            </a:r>
          </a:p>
        </p:txBody>
      </p:sp>
      <p:sp>
        <p:nvSpPr>
          <p:cNvPr id="28" name="text-1597">
            <a:extLst xmlns:a="http://schemas.openxmlformats.org/drawingml/2006/main">
              <a:ext uri="{FF2B5EF4-FFF2-40B4-BE49-F238E27FC236}">
                <a16:creationId xmlns:a16="http://schemas.microsoft.com/office/drawing/2014/main" id="{7DE606BB-0B42-4601-AF5E-CFCCF40E6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9b452a0e8f524048"/>
              </a:rPr>
              <a:t>../04_實作工具/提示詞快捷面板_研習用.html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d7714439b24cd6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1598">
            <a:extLst xmlns:a="http://schemas.openxmlformats.org/drawingml/2006/main">
              <a:ext uri="{FF2B5EF4-FFF2-40B4-BE49-F238E27FC236}">
                <a16:creationId xmlns:a16="http://schemas.microsoft.com/office/drawing/2014/main" id="{4FF37DBE-681A-4805-B970-D832F585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31" name="text-1599">
            <a:extLst xmlns:a="http://schemas.openxmlformats.org/drawingml/2006/main">
              <a:ext uri="{FF2B5EF4-FFF2-40B4-BE49-F238E27FC236}">
                <a16:creationId xmlns:a16="http://schemas.microsoft.com/office/drawing/2014/main" id="{41575B31-9CAB-4F6D-B9C0-0E5E01EF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  <p:sp>
        <p:nvSpPr>
          <p:cNvPr id="32" name="text-1600">
            <a:extLst xmlns:a="http://schemas.openxmlformats.org/drawingml/2006/main">
              <a:ext uri="{FF2B5EF4-FFF2-40B4-BE49-F238E27FC236}">
                <a16:creationId xmlns:a16="http://schemas.microsoft.com/office/drawing/2014/main" id="{640552AA-7014-4CA9-A718-2B75307B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108ae2707f2045d8"/>
              </a:rPr>
              <a:t>https://cagoooo.github.io/Akai/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80aefa921943c0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shape-1601">
            <a:extLst xmlns:a="http://schemas.openxmlformats.org/drawingml/2006/main">
              <a:ext uri="{FF2B5EF4-FFF2-40B4-BE49-F238E27FC236}">
                <a16:creationId xmlns:a16="http://schemas.microsoft.com/office/drawing/2014/main" id="{CE18D8FE-9EE6-4515-8B65-2630B82FD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35" name="text-1602">
            <a:extLst xmlns:a="http://schemas.openxmlformats.org/drawingml/2006/main">
              <a:ext uri="{FF2B5EF4-FFF2-40B4-BE49-F238E27FC236}">
                <a16:creationId xmlns:a16="http://schemas.microsoft.com/office/drawing/2014/main" id="{2F05D0F6-833E-4065-A7EC-10F5EBD2E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PIRLS 2026 評分規劃</a:t>
            </a:r>
          </a:p>
        </p:txBody>
      </p:sp>
      <p:sp>
        <p:nvSpPr>
          <p:cNvPr id="36" name="text-1603">
            <a:extLst xmlns:a="http://schemas.openxmlformats.org/drawingml/2006/main">
              <a:ext uri="{FF2B5EF4-FFF2-40B4-BE49-F238E27FC236}">
                <a16:creationId xmlns:a16="http://schemas.microsoft.com/office/drawing/2014/main" id="{E83B05D0-C181-4539-8A2C-63AEE6CF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664c9f1c33b34937"/>
              </a:rPr>
              <a:t>https://www.iea.nl/sites/default/files/2025-10/GA66_PIRLS%202026.pdf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393b74e5c9462d"/>
          <a:stretch xmlns:a="http://schemas.openxmlformats.org/drawingml/2006/main"/>
        </p:blipFill>
        <p:spPr>
          <a:xfrm xmlns:a="http://schemas.openxmlformats.org/drawingml/2006/main">
            <a:off x="105537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8" name="text-1604">
            <a:extLst xmlns:a="http://schemas.openxmlformats.org/drawingml/2006/main">
              <a:ext uri="{FF2B5EF4-FFF2-40B4-BE49-F238E27FC236}">
                <a16:creationId xmlns:a16="http://schemas.microsoft.com/office/drawing/2014/main" id="{23607D90-6199-4467-9676-BA957EB0B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62550"/>
            <a:ext cx="1116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2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好的教學與研究 Agent 不只會做事；它會在正確邊界內做事，並留下你能檢查的證據。</a:t>
            </a:r>
          </a:p>
        </p:txBody>
      </p:sp>
    </p:spTree>
    <p:extLst>
      <p:ext uri="{BB962C8B-B14F-4D97-AF65-F5344CB8AC3E}">
        <p14:creationId xmlns:p14="http://schemas.microsoft.com/office/powerpoint/2010/main" val="697634352"/>
      </p:ext>
    </p:extLst>
  </p:cSld>
</p:sld>
</file>

<file path=ppt/theme/theme1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2026-08-13T09:18:51.9520000Z</dcterms:created>
  <dcterms:modified xsi:type="dcterms:W3CDTF">2026-08-13T09:18:51.9520000Z</dcterms:modified>
</coreProperties>
</file>