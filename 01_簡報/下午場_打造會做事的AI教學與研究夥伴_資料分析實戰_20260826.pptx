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8783ad2c724579" /><Relationship Type="http://schemas.openxmlformats.org/officeDocument/2006/relationships/extended-properties" Target="/docProps/app.xml" Id="Rf10493fb77e048f0" /><Relationship Type="http://schemas.openxmlformats.org/officeDocument/2006/relationships/officeDocument" Target="/ppt/presentation.xml" Id="R22ac154afbec43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2063723cad479b"/>
  </p:sldMasterIdLst>
  <p:notesMasterIdLst>
    <p:notesMasterId xmlns:r="http://schemas.openxmlformats.org/officeDocument/2006/relationships" r:id="R8fc70924df384850"/>
  </p:notesMasterIdLst>
  <p:sldIdLst>
    <p:sldId xmlns:r="http://schemas.openxmlformats.org/officeDocument/2006/relationships" id="256" r:id="Rcaa21d97249044b6"/>
    <p:sldId xmlns:r="http://schemas.openxmlformats.org/officeDocument/2006/relationships" id="257" r:id="Rb14123d623394608"/>
    <p:sldId xmlns:r="http://schemas.openxmlformats.org/officeDocument/2006/relationships" id="258" r:id="R63ae1f69438545b3"/>
    <p:sldId xmlns:r="http://schemas.openxmlformats.org/officeDocument/2006/relationships" id="259" r:id="Rff8510ebe2b9432f"/>
    <p:sldId xmlns:r="http://schemas.openxmlformats.org/officeDocument/2006/relationships" id="260" r:id="R965484b84ae2430c"/>
    <p:sldId xmlns:r="http://schemas.openxmlformats.org/officeDocument/2006/relationships" id="261" r:id="R18d5acf21f024483"/>
    <p:sldId xmlns:r="http://schemas.openxmlformats.org/officeDocument/2006/relationships" id="262" r:id="Rffb05b5cd63b4ef7"/>
    <p:sldId xmlns:r="http://schemas.openxmlformats.org/officeDocument/2006/relationships" id="263" r:id="R809aaf8f80c94ed5"/>
    <p:sldId xmlns:r="http://schemas.openxmlformats.org/officeDocument/2006/relationships" id="264" r:id="Re6bef822465148a6"/>
    <p:sldId xmlns:r="http://schemas.openxmlformats.org/officeDocument/2006/relationships" id="265" r:id="Rce28645281514396"/>
    <p:sldId xmlns:r="http://schemas.openxmlformats.org/officeDocument/2006/relationships" id="266" r:id="R4900e886615b4ede"/>
    <p:sldId xmlns:r="http://schemas.openxmlformats.org/officeDocument/2006/relationships" id="267" r:id="R770528424ffe4f01"/>
    <p:sldId xmlns:r="http://schemas.openxmlformats.org/officeDocument/2006/relationships" id="268" r:id="R094e25b326a64c73"/>
    <p:sldId xmlns:r="http://schemas.openxmlformats.org/officeDocument/2006/relationships" id="269" r:id="R9262a7e66a924eae"/>
    <p:sldId xmlns:r="http://schemas.openxmlformats.org/officeDocument/2006/relationships" id="270" r:id="R6992addda1d549f9"/>
    <p:sldId xmlns:r="http://schemas.openxmlformats.org/officeDocument/2006/relationships" id="271" r:id="Re3927e8dbc354041"/>
    <p:sldId xmlns:r="http://schemas.openxmlformats.org/officeDocument/2006/relationships" id="272" r:id="R1924fb52d7494e33"/>
    <p:sldId xmlns:r="http://schemas.openxmlformats.org/officeDocument/2006/relationships" id="273" r:id="Red6cbb9c67b541ad"/>
    <p:sldId xmlns:r="http://schemas.openxmlformats.org/officeDocument/2006/relationships" id="274" r:id="R909aabb406494621"/>
    <p:sldId xmlns:r="http://schemas.openxmlformats.org/officeDocument/2006/relationships" id="275" r:id="R33e8d10d8b3b4b11"/>
    <p:sldId xmlns:r="http://schemas.openxmlformats.org/officeDocument/2006/relationships" id="276" r:id="Rb4fd86ac745f4c29"/>
    <p:sldId xmlns:r="http://schemas.openxmlformats.org/officeDocument/2006/relationships" id="277" r:id="Re0385ceff9934b33"/>
    <p:sldId xmlns:r="http://schemas.openxmlformats.org/officeDocument/2006/relationships" id="278" r:id="Ra1f38a5ab9714a46"/>
    <p:sldId xmlns:r="http://schemas.openxmlformats.org/officeDocument/2006/relationships" id="279" r:id="Rbb9839b98b5845a9"/>
    <p:sldId xmlns:r="http://schemas.openxmlformats.org/officeDocument/2006/relationships" id="280" r:id="Ree6746e92e2f409d"/>
    <p:sldId xmlns:r="http://schemas.openxmlformats.org/officeDocument/2006/relationships" id="281" r:id="R6468f253e04e4a78"/>
    <p:sldId xmlns:r="http://schemas.openxmlformats.org/officeDocument/2006/relationships" id="282" r:id="R43270df47cb44192"/>
    <p:sldId xmlns:r="http://schemas.openxmlformats.org/officeDocument/2006/relationships" id="283" r:id="R11b43f4933154d0a"/>
    <p:sldId xmlns:r="http://schemas.openxmlformats.org/officeDocument/2006/relationships" id="284" r:id="R8b7bde00173c4e5d"/>
    <p:sldId xmlns:r="http://schemas.openxmlformats.org/officeDocument/2006/relationships" id="285" r:id="R2cb177d242134a39"/>
    <p:sldId xmlns:r="http://schemas.openxmlformats.org/officeDocument/2006/relationships" id="286" r:id="R137845cab0ae4ec3"/>
    <p:sldId xmlns:r="http://schemas.openxmlformats.org/officeDocument/2006/relationships" id="287" r:id="R73fb6cf289434286"/>
    <p:sldId xmlns:r="http://schemas.openxmlformats.org/officeDocument/2006/relationships" id="288" r:id="R35e2c81500854ac2"/>
    <p:sldId xmlns:r="http://schemas.openxmlformats.org/officeDocument/2006/relationships" id="289" r:id="R438bc15926594788"/>
    <p:sldId xmlns:r="http://schemas.openxmlformats.org/officeDocument/2006/relationships" id="290" r:id="Rc79c17fce9e4414e"/>
    <p:sldId xmlns:r="http://schemas.openxmlformats.org/officeDocument/2006/relationships" id="291" r:id="R9342095b4e724600"/>
    <p:sldId xmlns:r="http://schemas.openxmlformats.org/officeDocument/2006/relationships" id="292" r:id="R3afe6d6b96af4eb4"/>
    <p:sldId xmlns:r="http://schemas.openxmlformats.org/officeDocument/2006/relationships" id="293" r:id="R29177ee8bc2b4f19"/>
    <p:sldId xmlns:r="http://schemas.openxmlformats.org/officeDocument/2006/relationships" id="294" r:id="Rc7c65f9165d64293"/>
    <p:sldId xmlns:r="http://schemas.openxmlformats.org/officeDocument/2006/relationships" id="295" r:id="Rfef58b53d3db4b68"/>
    <p:sldId xmlns:r="http://schemas.openxmlformats.org/officeDocument/2006/relationships" id="296" r:id="R6f1c9b478f8349bf"/>
    <p:sldId xmlns:r="http://schemas.openxmlformats.org/officeDocument/2006/relationships" id="297" r:id="Rfd90ab7e7ebe46a7"/>
    <p:sldId xmlns:r="http://schemas.openxmlformats.org/officeDocument/2006/relationships" id="298" r:id="Reb59cdc9f0a246d6"/>
    <p:sldId xmlns:r="http://schemas.openxmlformats.org/officeDocument/2006/relationships" id="299" r:id="Rbc0f498a4f35418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bbab5ada8243df" /><Relationship Type="http://schemas.openxmlformats.org/officeDocument/2006/relationships/slideMaster" Target="/ppt/slideMasters/slideMaster1.xml" Id="Ra82063723cad479b" /><Relationship Type="http://schemas.openxmlformats.org/officeDocument/2006/relationships/notesMaster" Target="/ppt/notesMasters/notesMaster1.xml" Id="R8fc70924df384850" /><Relationship Type="http://schemas.openxmlformats.org/officeDocument/2006/relationships/presProps" Target="/ppt/presProps.xml" Id="R6aa69e15f4234a60" /><Relationship Type="http://schemas.openxmlformats.org/officeDocument/2006/relationships/tableStyles" Target="/ppt/tableStyles.xml" Id="R27a59b628989486f" /><Relationship Type="http://schemas.openxmlformats.org/officeDocument/2006/relationships/slide" Target="/ppt/slides/slide1.xml" Id="Rcaa21d97249044b6" /><Relationship Type="http://schemas.openxmlformats.org/officeDocument/2006/relationships/slide" Target="/ppt/slides/slide2.xml" Id="Rb14123d623394608" /><Relationship Type="http://schemas.openxmlformats.org/officeDocument/2006/relationships/slide" Target="/ppt/slides/slide3.xml" Id="R63ae1f69438545b3" /><Relationship Type="http://schemas.openxmlformats.org/officeDocument/2006/relationships/slide" Target="/ppt/slides/slide4.xml" Id="Rff8510ebe2b9432f" /><Relationship Type="http://schemas.openxmlformats.org/officeDocument/2006/relationships/slide" Target="/ppt/slides/slide5.xml" Id="R965484b84ae2430c" /><Relationship Type="http://schemas.openxmlformats.org/officeDocument/2006/relationships/slide" Target="/ppt/slides/slide6.xml" Id="R18d5acf21f024483" /><Relationship Type="http://schemas.openxmlformats.org/officeDocument/2006/relationships/slide" Target="/ppt/slides/slide7.xml" Id="Rffb05b5cd63b4ef7" /><Relationship Type="http://schemas.openxmlformats.org/officeDocument/2006/relationships/slide" Target="/ppt/slides/slide8.xml" Id="R809aaf8f80c94ed5" /><Relationship Type="http://schemas.openxmlformats.org/officeDocument/2006/relationships/slide" Target="/ppt/slides/slide9.xml" Id="Re6bef822465148a6" /><Relationship Type="http://schemas.openxmlformats.org/officeDocument/2006/relationships/slide" Target="/ppt/slides/slide10.xml" Id="Rce28645281514396" /><Relationship Type="http://schemas.openxmlformats.org/officeDocument/2006/relationships/slide" Target="/ppt/slides/slide11.xml" Id="R4900e886615b4ede" /><Relationship Type="http://schemas.openxmlformats.org/officeDocument/2006/relationships/slide" Target="/ppt/slides/slide12.xml" Id="R770528424ffe4f01" /><Relationship Type="http://schemas.openxmlformats.org/officeDocument/2006/relationships/slide" Target="/ppt/slides/slide13.xml" Id="R094e25b326a64c73" /><Relationship Type="http://schemas.openxmlformats.org/officeDocument/2006/relationships/slide" Target="/ppt/slides/slide14.xml" Id="R9262a7e66a924eae" /><Relationship Type="http://schemas.openxmlformats.org/officeDocument/2006/relationships/slide" Target="/ppt/slides/slide15.xml" Id="R6992addda1d549f9" /><Relationship Type="http://schemas.openxmlformats.org/officeDocument/2006/relationships/slide" Target="/ppt/slides/slide16.xml" Id="Re3927e8dbc354041" /><Relationship Type="http://schemas.openxmlformats.org/officeDocument/2006/relationships/slide" Target="/ppt/slides/slide17.xml" Id="R1924fb52d7494e33" /><Relationship Type="http://schemas.openxmlformats.org/officeDocument/2006/relationships/slide" Target="/ppt/slides/slide18.xml" Id="Red6cbb9c67b541ad" /><Relationship Type="http://schemas.openxmlformats.org/officeDocument/2006/relationships/slide" Target="/ppt/slides/slide19.xml" Id="R909aabb406494621" /><Relationship Type="http://schemas.openxmlformats.org/officeDocument/2006/relationships/slide" Target="/ppt/slides/slide20.xml" Id="R33e8d10d8b3b4b11" /><Relationship Type="http://schemas.openxmlformats.org/officeDocument/2006/relationships/slide" Target="/ppt/slides/slide21.xml" Id="Rb4fd86ac745f4c29" /><Relationship Type="http://schemas.openxmlformats.org/officeDocument/2006/relationships/slide" Target="/ppt/slides/slide22.xml" Id="Re0385ceff9934b33" /><Relationship Type="http://schemas.openxmlformats.org/officeDocument/2006/relationships/slide" Target="/ppt/slides/slide23.xml" Id="Ra1f38a5ab9714a46" /><Relationship Type="http://schemas.openxmlformats.org/officeDocument/2006/relationships/slide" Target="/ppt/slides/slide24.xml" Id="Rbb9839b98b5845a9" /><Relationship Type="http://schemas.openxmlformats.org/officeDocument/2006/relationships/slide" Target="/ppt/slides/slide25.xml" Id="Ree6746e92e2f409d" /><Relationship Type="http://schemas.openxmlformats.org/officeDocument/2006/relationships/slide" Target="/ppt/slides/slide26.xml" Id="R6468f253e04e4a78" /><Relationship Type="http://schemas.openxmlformats.org/officeDocument/2006/relationships/slide" Target="/ppt/slides/slide27.xml" Id="R43270df47cb44192" /><Relationship Type="http://schemas.openxmlformats.org/officeDocument/2006/relationships/slide" Target="/ppt/slides/slide28.xml" Id="R11b43f4933154d0a" /><Relationship Type="http://schemas.openxmlformats.org/officeDocument/2006/relationships/slide" Target="/ppt/slides/slide29.xml" Id="R8b7bde00173c4e5d" /><Relationship Type="http://schemas.openxmlformats.org/officeDocument/2006/relationships/slide" Target="/ppt/slides/slide30.xml" Id="R2cb177d242134a39" /><Relationship Type="http://schemas.openxmlformats.org/officeDocument/2006/relationships/slide" Target="/ppt/slides/slide31.xml" Id="R137845cab0ae4ec3" /><Relationship Type="http://schemas.openxmlformats.org/officeDocument/2006/relationships/slide" Target="/ppt/slides/slide32.xml" Id="R73fb6cf289434286" /><Relationship Type="http://schemas.openxmlformats.org/officeDocument/2006/relationships/slide" Target="/ppt/slides/slide33.xml" Id="R35e2c81500854ac2" /><Relationship Type="http://schemas.openxmlformats.org/officeDocument/2006/relationships/slide" Target="/ppt/slides/slide34.xml" Id="R438bc15926594788" /><Relationship Type="http://schemas.openxmlformats.org/officeDocument/2006/relationships/slide" Target="/ppt/slides/slide35.xml" Id="Rc79c17fce9e4414e" /><Relationship Type="http://schemas.openxmlformats.org/officeDocument/2006/relationships/slide" Target="/ppt/slides/slide36.xml" Id="R9342095b4e724600" /><Relationship Type="http://schemas.openxmlformats.org/officeDocument/2006/relationships/slide" Target="/ppt/slides/slide37.xml" Id="R3afe6d6b96af4eb4" /><Relationship Type="http://schemas.openxmlformats.org/officeDocument/2006/relationships/slide" Target="/ppt/slides/slide38.xml" Id="R29177ee8bc2b4f19" /><Relationship Type="http://schemas.openxmlformats.org/officeDocument/2006/relationships/slide" Target="/ppt/slides/slide39.xml" Id="Rc7c65f9165d64293" /><Relationship Type="http://schemas.openxmlformats.org/officeDocument/2006/relationships/slide" Target="/ppt/slides/slide40.xml" Id="Rfef58b53d3db4b68" /><Relationship Type="http://schemas.openxmlformats.org/officeDocument/2006/relationships/slide" Target="/ppt/slides/slide41.xml" Id="R6f1c9b478f8349bf" /><Relationship Type="http://schemas.openxmlformats.org/officeDocument/2006/relationships/slide" Target="/ppt/slides/slide42.xml" Id="Rfd90ab7e7ebe46a7" /><Relationship Type="http://schemas.openxmlformats.org/officeDocument/2006/relationships/slide" Target="/ppt/slides/slide43.xml" Id="Reb59cdc9f0a246d6" /><Relationship Type="http://schemas.openxmlformats.org/officeDocument/2006/relationships/slide" Target="/ppt/slides/slide44.xml" Id="Rbc0f498a4f3541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3bd599c9b543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f11a1c5f3a4be5" /><Relationship Type="http://schemas.openxmlformats.org/officeDocument/2006/relationships/notesMaster" Target="/ppt/notesMasters/notesMaster1.xml" Id="Rc10831aa166740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3ad57e67f54efa" /><Relationship Type="http://schemas.openxmlformats.org/officeDocument/2006/relationships/notesMaster" Target="/ppt/notesMasters/notesMaster1.xml" Id="R2941dd7705c244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a2d648a8de4901" /><Relationship Type="http://schemas.openxmlformats.org/officeDocument/2006/relationships/notesMaster" Target="/ppt/notesMasters/notesMaster1.xml" Id="Rffbd156740b54c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cffdcad4144eca" /><Relationship Type="http://schemas.openxmlformats.org/officeDocument/2006/relationships/notesMaster" Target="/ppt/notesMasters/notesMaster1.xml" Id="R8e806cefdfeb4c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39d155bdc146aa" /><Relationship Type="http://schemas.openxmlformats.org/officeDocument/2006/relationships/notesMaster" Target="/ppt/notesMasters/notesMaster1.xml" Id="R6d959799533f4f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3630b14bcd461a" /><Relationship Type="http://schemas.openxmlformats.org/officeDocument/2006/relationships/notesMaster" Target="/ppt/notesMasters/notesMaster1.xml" Id="R2ccded2c8c234f7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eaf2968dec4731" /><Relationship Type="http://schemas.openxmlformats.org/officeDocument/2006/relationships/notesMaster" Target="/ppt/notesMasters/notesMaster1.xml" Id="R5242effc605545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afacea452284ee4" /><Relationship Type="http://schemas.openxmlformats.org/officeDocument/2006/relationships/notesMaster" Target="/ppt/notesMasters/notesMaster1.xml" Id="R41127a7b12ec41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533e4a88784a3a" /><Relationship Type="http://schemas.openxmlformats.org/officeDocument/2006/relationships/notesMaster" Target="/ppt/notesMasters/notesMaster1.xml" Id="Rce269bb244ad47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5223323b064be8" /><Relationship Type="http://schemas.openxmlformats.org/officeDocument/2006/relationships/notesMaster" Target="/ppt/notesMasters/notesMaster1.xml" Id="Rd3a0d8845b3746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4a622b13164295" /><Relationship Type="http://schemas.openxmlformats.org/officeDocument/2006/relationships/notesMaster" Target="/ppt/notesMasters/notesMaster1.xml" Id="R1e6bcb9a3d4842a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41b77bf392410d" /><Relationship Type="http://schemas.openxmlformats.org/officeDocument/2006/relationships/notesMaster" Target="/ppt/notesMasters/notesMaster1.xml" Id="R6acf208439d04e8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d569a26b4884b4d" /><Relationship Type="http://schemas.openxmlformats.org/officeDocument/2006/relationships/notesMaster" Target="/ppt/notesMasters/notesMaster1.xml" Id="R8b14d19f2b9045e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123995347084af5" /><Relationship Type="http://schemas.openxmlformats.org/officeDocument/2006/relationships/notesMaster" Target="/ppt/notesMasters/notesMaster1.xml" Id="R8883f9fb47f54ed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4ad5aaecc434ce2" /><Relationship Type="http://schemas.openxmlformats.org/officeDocument/2006/relationships/notesMaster" Target="/ppt/notesMasters/notesMaster1.xml" Id="R3f8bfab97405406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f23b3342ae346b7" /><Relationship Type="http://schemas.openxmlformats.org/officeDocument/2006/relationships/notesMaster" Target="/ppt/notesMasters/notesMaster1.xml" Id="Rb25de8ebc8f24ec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e08697cb5d04c2e" /><Relationship Type="http://schemas.openxmlformats.org/officeDocument/2006/relationships/notesMaster" Target="/ppt/notesMasters/notesMaster1.xml" Id="R0a335490c92b499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c9f45ae6a014fce" /><Relationship Type="http://schemas.openxmlformats.org/officeDocument/2006/relationships/notesMaster" Target="/ppt/notesMasters/notesMaster1.xml" Id="Rfb652b1ba047490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10ac8ea76ca415d" /><Relationship Type="http://schemas.openxmlformats.org/officeDocument/2006/relationships/notesMaster" Target="/ppt/notesMasters/notesMaster1.xml" Id="R574fd09cab5541e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52cc5ba5a194bc7" /><Relationship Type="http://schemas.openxmlformats.org/officeDocument/2006/relationships/notesMaster" Target="/ppt/notesMasters/notesMaster1.xml" Id="R4db0f38adbcf482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c39485bcb5d4cb3" /><Relationship Type="http://schemas.openxmlformats.org/officeDocument/2006/relationships/notesMaster" Target="/ppt/notesMasters/notesMaster1.xml" Id="R3bd2bdb270e249f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91e6c86b6534d87" /><Relationship Type="http://schemas.openxmlformats.org/officeDocument/2006/relationships/notesMaster" Target="/ppt/notesMasters/notesMaster1.xml" Id="Rffc2a915028b427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f0d2bc299604ef9" /><Relationship Type="http://schemas.openxmlformats.org/officeDocument/2006/relationships/notesMaster" Target="/ppt/notesMasters/notesMaster1.xml" Id="Rdd80aa99edbd458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64dd04ed9c1466f" /><Relationship Type="http://schemas.openxmlformats.org/officeDocument/2006/relationships/notesMaster" Target="/ppt/notesMasters/notesMaster1.xml" Id="R9b770ba6d2f4479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7ab8a0dab044ec3" /><Relationship Type="http://schemas.openxmlformats.org/officeDocument/2006/relationships/notesMaster" Target="/ppt/notesMasters/notesMaster1.xml" Id="Re1e0b839082a4b3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7a6c611153b4a15" /><Relationship Type="http://schemas.openxmlformats.org/officeDocument/2006/relationships/notesMaster" Target="/ppt/notesMasters/notesMaster1.xml" Id="Rd742220a931b48b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f70d30a80f1445c" /><Relationship Type="http://schemas.openxmlformats.org/officeDocument/2006/relationships/notesMaster" Target="/ppt/notesMasters/notesMaster1.xml" Id="R5b34f569f34047f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d01762f2b834a4d" /><Relationship Type="http://schemas.openxmlformats.org/officeDocument/2006/relationships/notesMaster" Target="/ppt/notesMasters/notesMaster1.xml" Id="R4919778f34734b5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52c382944a54032" /><Relationship Type="http://schemas.openxmlformats.org/officeDocument/2006/relationships/notesMaster" Target="/ppt/notesMasters/notesMaster1.xml" Id="Rfddcec5ae66a444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78bba1b50dd4e4d" /><Relationship Type="http://schemas.openxmlformats.org/officeDocument/2006/relationships/notesMaster" Target="/ppt/notesMasters/notesMaster1.xml" Id="Rd9c4ebce2e01492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af4bfea1d1d481f" /><Relationship Type="http://schemas.openxmlformats.org/officeDocument/2006/relationships/notesMaster" Target="/ppt/notesMasters/notesMaster1.xml" Id="R576f6b8ce401434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1adcd69d1ad4279" /><Relationship Type="http://schemas.openxmlformats.org/officeDocument/2006/relationships/notesMaster" Target="/ppt/notesMasters/notesMaster1.xml" Id="Rb2e23193568e440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1c994e96874470d" /><Relationship Type="http://schemas.openxmlformats.org/officeDocument/2006/relationships/notesMaster" Target="/ppt/notesMasters/notesMaster1.xml" Id="R202dffdc39a448c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ecb2b12b7364c82" /><Relationship Type="http://schemas.openxmlformats.org/officeDocument/2006/relationships/notesMaster" Target="/ppt/notesMasters/notesMaster1.xml" Id="Rc1471cca503e4fb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603d645666e4f3b" /><Relationship Type="http://schemas.openxmlformats.org/officeDocument/2006/relationships/notesMaster" Target="/ppt/notesMasters/notesMaster1.xml" Id="R3e8bf8a468784b1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447e6eda42945f3" /><Relationship Type="http://schemas.openxmlformats.org/officeDocument/2006/relationships/notesMaster" Target="/ppt/notesMasters/notesMaster1.xml" Id="R3bb680c251ff413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6ef0af6359743ef" /><Relationship Type="http://schemas.openxmlformats.org/officeDocument/2006/relationships/notesMaster" Target="/ppt/notesMasters/notesMaster1.xml" Id="Rfb55b4fcd19f402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4a148af12a04df0" /><Relationship Type="http://schemas.openxmlformats.org/officeDocument/2006/relationships/notesMaster" Target="/ppt/notesMasters/notesMaster1.xml" Id="R973380520ae7457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2c7a717c93643cf" /><Relationship Type="http://schemas.openxmlformats.org/officeDocument/2006/relationships/notesMaster" Target="/ppt/notesMasters/notesMaster1.xml" Id="R4d74ecdb6a7e480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d52fe1975394a76" /><Relationship Type="http://schemas.openxmlformats.org/officeDocument/2006/relationships/notesMaster" Target="/ppt/notesMasters/notesMaster1.xml" Id="R198ba1990242421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59fdf5141ed4508" /><Relationship Type="http://schemas.openxmlformats.org/officeDocument/2006/relationships/notesMaster" Target="/ppt/notesMasters/notesMaster1.xml" Id="Ra68e2151b206407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aaddb31eee64697" /><Relationship Type="http://schemas.openxmlformats.org/officeDocument/2006/relationships/notesMaster" Target="/ppt/notesMasters/notesMaster1.xml" Id="R1c00ddd47e33472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e4b5704e763419e" /><Relationship Type="http://schemas.openxmlformats.org/officeDocument/2006/relationships/notesMaster" Target="/ppt/notesMasters/notesMaster1.xml" Id="R16b994a4c21e481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f469cfe84ee46a9" /><Relationship Type="http://schemas.openxmlformats.org/officeDocument/2006/relationships/notesMaster" Target="/ppt/notesMasters/notesMaster1.xml" Id="Rb30b0924213d4d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提醒每一段都沿用上午作品與同一教學問題。參與者不需要重新發想題目。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轉場：用同一個任務進入 Codex，比較工作方式與成果證據，而不是比較誰的回答比較像人。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可以處理檔案與專案工作，但使用者仍需界定範圍與權限。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若不希望修改原檔，先複製到練習資料夾或明確要求只讀分析。操作完用一句話回答：哪個工具的工作回報最容易查證？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不要下誰全面勝出的結論。選擇標準是帳號、資料位置、任務類型、權限與團隊工作方式。最好用同一驗收規準比較。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file:///G:/Agent/Prompt/%E6%8F%90%E7%A4%BA%E8%A9%9E%E5%BF%AB%E6%8D%B7%E9%9D%A2%E6%9D%BF.html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f235e387064b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32f96efc3a49a0" /><Relationship Type="http://schemas.openxmlformats.org/officeDocument/2006/relationships/slideLayout" Target="/ppt/slideLayouts/slideLayout1.xml" Id="R651df21c508f4e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1df21c508f4e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0b0d31d3d4010" /><Relationship Type="http://schemas.openxmlformats.org/officeDocument/2006/relationships/image" Target="/ppt/media/image.png" Id="R2352689c30384239" /><Relationship Type="http://schemas.openxmlformats.org/officeDocument/2006/relationships/notesSlide" Target="/ppt/notesSlides/notesSlide1.xml" Id="Rb6d54cb243f24e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ddb9b8c464b55" /><Relationship Type="http://schemas.openxmlformats.org/officeDocument/2006/relationships/notesSlide" Target="/ppt/notesSlides/notesSlide2.xml" Id="Rd219a6da95a74c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6cdaf6dd94d9e" /><Relationship Type="http://schemas.openxmlformats.org/officeDocument/2006/relationships/notesSlide" Target="/ppt/notesSlides/notesSlide3.xml" Id="R2c6c8cf6449242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6e3824d904a21" /><Relationship Type="http://schemas.openxmlformats.org/officeDocument/2006/relationships/notesSlide" Target="/ppt/notesSlides/notesSlide4.xml" Id="R1f8bb14f982441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d16f68a0d740ea" /><Relationship Type="http://schemas.openxmlformats.org/officeDocument/2006/relationships/notesSlide" Target="/ppt/notesSlides/notesSlide5.xml" Id="R7dc4b6dc0c4e4b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e0a62d9a74cf4" /><Relationship Type="http://schemas.openxmlformats.org/officeDocument/2006/relationships/notesSlide" Target="/ppt/notesSlides/notesSlide6.xml" Id="R37c66bc70b0243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c06a9efe04005" /><Relationship Type="http://schemas.openxmlformats.org/officeDocument/2006/relationships/notesSlide" Target="/ppt/notesSlides/notesSlide7.xml" Id="R70579505233c43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5aa18450c4755" /><Relationship Type="http://schemas.openxmlformats.org/officeDocument/2006/relationships/hyperlink" Target="https://cagoooo.github.io/Akai/tool/73/" TargetMode="External" Id="Rc2ad770d39784fb0" /><Relationship Type="http://schemas.openxmlformats.org/officeDocument/2006/relationships/image" Target="/ppt/media/image2.png" Id="Raf36f03fa367472b" /><Relationship Type="http://schemas.openxmlformats.org/officeDocument/2006/relationships/hyperlink" Target="https://cagoooo.github.io/filter/" TargetMode="External" Id="Rffa037c399564dc6" /><Relationship Type="http://schemas.openxmlformats.org/officeDocument/2006/relationships/image" Target="/ppt/media/image3.png" Id="R24a7fc60d2184291" /><Relationship Type="http://schemas.openxmlformats.org/officeDocument/2006/relationships/hyperlink" Target="https://cagoooo.github.io/Akai/tool/87/" TargetMode="External" Id="R96bc7a9db133496f" /><Relationship Type="http://schemas.openxmlformats.org/officeDocument/2006/relationships/image" Target="/ppt/media/image4.png" Id="Rc33e031bf1ea4b7b" /><Relationship Type="http://schemas.openxmlformats.org/officeDocument/2006/relationships/hyperlink" Target="https://cagoooo.github.io/pirls-questioncraft/" TargetMode="External" Id="Re80fd1a5d5264b91" /><Relationship Type="http://schemas.openxmlformats.org/officeDocument/2006/relationships/image" Target="/ppt/media/image5.png" Id="R2d5a57b8b9274215" /><Relationship Type="http://schemas.openxmlformats.org/officeDocument/2006/relationships/hyperlink" Target="https://cagoooo.github.io/Akai/tool/103/" TargetMode="External" Id="R750eda1cdc0b49a8" /><Relationship Type="http://schemas.openxmlformats.org/officeDocument/2006/relationships/image" Target="/ppt/media/image6.png" Id="Rb03025f523544546" /><Relationship Type="http://schemas.openxmlformats.org/officeDocument/2006/relationships/hyperlink" Target="https://cagoooo.github.io/PlayRight/" TargetMode="External" Id="R6da4d30fabdd4d2e" /><Relationship Type="http://schemas.openxmlformats.org/officeDocument/2006/relationships/image" Target="/ppt/media/image7.png" Id="R498f882eba524f4e" /><Relationship Type="http://schemas.openxmlformats.org/officeDocument/2006/relationships/notesSlide" Target="/ppt/notesSlides/notesSlide8.xml" Id="R0af5b6948ad54c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38b450955455b" /><Relationship Type="http://schemas.openxmlformats.org/officeDocument/2006/relationships/hyperlink" Target="https://cagoooo.github.io/Akai/tool/105/" TargetMode="External" Id="R60367c856cd24f25" /><Relationship Type="http://schemas.openxmlformats.org/officeDocument/2006/relationships/image" Target="/ppt/media/image8.png" Id="R55ac94f338604626" /><Relationship Type="http://schemas.openxmlformats.org/officeDocument/2006/relationships/hyperlink" Target="https://cagoooo.github.io/taic-edu/" TargetMode="External" Id="Re3bb6ef738024eae" /><Relationship Type="http://schemas.openxmlformats.org/officeDocument/2006/relationships/image" Target="/ppt/media/image9.png" Id="Ra32c636c062f412a" /><Relationship Type="http://schemas.openxmlformats.org/officeDocument/2006/relationships/hyperlink" Target="https://cagoooo.github.io/Akai/tool/123/" TargetMode="External" Id="R5bd1217aa2dc47db" /><Relationship Type="http://schemas.openxmlformats.org/officeDocument/2006/relationships/image" Target="/ppt/media/image10.png" Id="Rbf5c521e07884136" /><Relationship Type="http://schemas.openxmlformats.org/officeDocument/2006/relationships/hyperlink" Target="https://cagoooo.github.io/smes-web-migration/" TargetMode="External" Id="R61c841fcf88348e8" /><Relationship Type="http://schemas.openxmlformats.org/officeDocument/2006/relationships/image" Target="/ppt/media/image11.png" Id="Re86d6867362e4096" /><Relationship Type="http://schemas.openxmlformats.org/officeDocument/2006/relationships/hyperlink" Target="https://cagoooo.github.io/Akai/tool/88/" TargetMode="External" Id="R444d0c84973a433f" /><Relationship Type="http://schemas.openxmlformats.org/officeDocument/2006/relationships/image" Target="/ppt/media/image12.png" Id="Re8efe920c45843d7" /><Relationship Type="http://schemas.openxmlformats.org/officeDocument/2006/relationships/hyperlink" Target="https://cagoooo.github.io/JHScurriculum/" TargetMode="External" Id="R712826750a8c4c2a" /><Relationship Type="http://schemas.openxmlformats.org/officeDocument/2006/relationships/image" Target="/ppt/media/image13.png" Id="R216f45c5561b4d94" /><Relationship Type="http://schemas.openxmlformats.org/officeDocument/2006/relationships/notesSlide" Target="/ppt/notesSlides/notesSlide9.xml" Id="R478aa24dd82146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dd95c951324871" /><Relationship Type="http://schemas.openxmlformats.org/officeDocument/2006/relationships/hyperlink" Target="https://antigravity.google/" TargetMode="External" Id="Ra183b7913adf4846" /><Relationship Type="http://schemas.openxmlformats.org/officeDocument/2006/relationships/image" Target="/ppt/media/image14.png" Id="R4fda115834374e18" /><Relationship Type="http://schemas.openxmlformats.org/officeDocument/2006/relationships/notesSlide" Target="/ppt/notesSlides/notesSlide10.xml" Id="R2057f07730d84e9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e5fcdb77d46a7" /><Relationship Type="http://schemas.openxmlformats.org/officeDocument/2006/relationships/hyperlink" Target="https://antigravity.google/" TargetMode="External" Id="R9950fc8db70d4572" /><Relationship Type="http://schemas.openxmlformats.org/officeDocument/2006/relationships/image" Target="/ppt/media/image15.png" Id="Rd7a3db70c9fd4db5" /><Relationship Type="http://schemas.openxmlformats.org/officeDocument/2006/relationships/notesSlide" Target="/ppt/notesSlides/notesSlide11.xml" Id="R4c1a0f081392447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319dac2f24e08" /><Relationship Type="http://schemas.openxmlformats.org/officeDocument/2006/relationships/hyperlink" Target="https://antigravity.google/" TargetMode="External" Id="R25aaff4d093940e8" /><Relationship Type="http://schemas.openxmlformats.org/officeDocument/2006/relationships/image" Target="/ppt/media/image16.png" Id="Re4bbd5d376a949f6" /><Relationship Type="http://schemas.openxmlformats.org/officeDocument/2006/relationships/notesSlide" Target="/ppt/notesSlides/notesSlide12.xml" Id="Rf4b7a097fcdf40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1ac300aaf4c0f" /><Relationship Type="http://schemas.openxmlformats.org/officeDocument/2006/relationships/hyperlink" Target="https://antigravity.google/" TargetMode="External" Id="Rde855369fd624b93" /><Relationship Type="http://schemas.openxmlformats.org/officeDocument/2006/relationships/image" Target="/ppt/media/image17.png" Id="Rfa52a12e97b34e79" /><Relationship Type="http://schemas.openxmlformats.org/officeDocument/2006/relationships/notesSlide" Target="/ppt/notesSlides/notesSlide13.xml" Id="R84585d82d7aa425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274a381c141fd" /><Relationship Type="http://schemas.openxmlformats.org/officeDocument/2006/relationships/hyperlink" Target="https://antigravity.google/" TargetMode="External" Id="R5897ad86f8bc4fef" /><Relationship Type="http://schemas.openxmlformats.org/officeDocument/2006/relationships/image" Target="/ppt/media/image18.png" Id="Re4f23bd581d14b81" /><Relationship Type="http://schemas.openxmlformats.org/officeDocument/2006/relationships/notesSlide" Target="/ppt/notesSlides/notesSlide14.xml" Id="R8db466e7af0b4ce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20ecf75cf4b4a" /><Relationship Type="http://schemas.openxmlformats.org/officeDocument/2006/relationships/hyperlink" Target="https://antigravity.google/" TargetMode="External" Id="R8f019d7845eb405d" /><Relationship Type="http://schemas.openxmlformats.org/officeDocument/2006/relationships/image" Target="/ppt/media/image19.png" Id="Rd42a67eeeb7c40f1" /><Relationship Type="http://schemas.openxmlformats.org/officeDocument/2006/relationships/notesSlide" Target="/ppt/notesSlides/notesSlide15.xml" Id="R05907f546139450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7acebd59c46ff" /><Relationship Type="http://schemas.openxmlformats.org/officeDocument/2006/relationships/hyperlink" Target="https://antigravity.google/" TargetMode="External" Id="R14ef264f915d4dba" /><Relationship Type="http://schemas.openxmlformats.org/officeDocument/2006/relationships/image" Target="/ppt/media/image20.png" Id="R2c557dda0a6f45b2" /><Relationship Type="http://schemas.openxmlformats.org/officeDocument/2006/relationships/notesSlide" Target="/ppt/notesSlides/notesSlide16.xml" Id="Rbb799b636f0b452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3399565deb417d" /><Relationship Type="http://schemas.openxmlformats.org/officeDocument/2006/relationships/hyperlink" Target="https://chatgpt.com/codex/" TargetMode="External" Id="Ra0f60b54e7da45e4" /><Relationship Type="http://schemas.openxmlformats.org/officeDocument/2006/relationships/image" Target="/ppt/media/image21.png" Id="R1a37dfa9864b41dc" /><Relationship Type="http://schemas.openxmlformats.org/officeDocument/2006/relationships/notesSlide" Target="/ppt/notesSlides/notesSlide17.xml" Id="Re6185f7f3a5c4e9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b2a010d9446d4" /><Relationship Type="http://schemas.openxmlformats.org/officeDocument/2006/relationships/hyperlink" Target="https://chatgpt.com/codex/" TargetMode="External" Id="R0e6c26e8e9554622" /><Relationship Type="http://schemas.openxmlformats.org/officeDocument/2006/relationships/image" Target="/ppt/media/image22.png" Id="R1f8bf750db574fef" /><Relationship Type="http://schemas.openxmlformats.org/officeDocument/2006/relationships/notesSlide" Target="/ppt/notesSlides/notesSlide18.xml" Id="R4a68d792e6a74a3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ccaf9e7e304693" /><Relationship Type="http://schemas.openxmlformats.org/officeDocument/2006/relationships/hyperlink" Target="https://chatgpt.com/codex/" TargetMode="External" Id="R6defcf18c325406b" /><Relationship Type="http://schemas.openxmlformats.org/officeDocument/2006/relationships/image" Target="/ppt/media/image23.png" Id="R2c18180e7b7f415e" /><Relationship Type="http://schemas.openxmlformats.org/officeDocument/2006/relationships/notesSlide" Target="/ppt/notesSlides/notesSlide19.xml" Id="R427cb74b3b8546e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d1a6652c343c9" /><Relationship Type="http://schemas.openxmlformats.org/officeDocument/2006/relationships/hyperlink" Target="https://chatgpt.com/codex/" TargetMode="External" Id="R970134ef69c54159" /><Relationship Type="http://schemas.openxmlformats.org/officeDocument/2006/relationships/image" Target="/ppt/media/image24.png" Id="Rd9347a02aa454e70" /><Relationship Type="http://schemas.openxmlformats.org/officeDocument/2006/relationships/notesSlide" Target="/ppt/notesSlides/notesSlide20.xml" Id="Rf28bdf0dcf1549d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d554c8f104280" /><Relationship Type="http://schemas.openxmlformats.org/officeDocument/2006/relationships/hyperlink" Target="https://chatgpt.com/codex/" TargetMode="External" Id="R61c068476bc44518" /><Relationship Type="http://schemas.openxmlformats.org/officeDocument/2006/relationships/image" Target="/ppt/media/image25.png" Id="Re99215459f78439e" /><Relationship Type="http://schemas.openxmlformats.org/officeDocument/2006/relationships/notesSlide" Target="/ppt/notesSlides/notesSlide21.xml" Id="R8fcffb2db35345e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1281f0d814e36" /><Relationship Type="http://schemas.openxmlformats.org/officeDocument/2006/relationships/hyperlink" Target="https://antigravity.google/" TargetMode="External" Id="R640a1cd40c894350" /><Relationship Type="http://schemas.openxmlformats.org/officeDocument/2006/relationships/hyperlink" Target="https://chatgpt.com/codex/" TargetMode="External" Id="Re808477e2d054baa" /><Relationship Type="http://schemas.openxmlformats.org/officeDocument/2006/relationships/image" Target="/ppt/media/image26.png" Id="Rdebac04ebb9747ae" /><Relationship Type="http://schemas.openxmlformats.org/officeDocument/2006/relationships/image" Target="/ppt/media/image27.png" Id="Ra7ff2b4ae2334261" /><Relationship Type="http://schemas.openxmlformats.org/officeDocument/2006/relationships/notesSlide" Target="/ppt/notesSlides/notesSlide22.xml" Id="R40039213249249b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2e5fe79214986" /><Relationship Type="http://schemas.openxmlformats.org/officeDocument/2006/relationships/hyperlink" Target="https://codelabs.developers.google.com/getting-started-with-antigravity-skills" TargetMode="External" Id="R103d0fc2e06d4590" /><Relationship Type="http://schemas.openxmlformats.org/officeDocument/2006/relationships/hyperlink" Target="https://learn.chatgpt.com/docs/build-skills" TargetMode="External" Id="R30246bb4d94e440a" /><Relationship Type="http://schemas.openxmlformats.org/officeDocument/2006/relationships/image" Target="/ppt/media/image28.png" Id="R3cc492061cfa4019" /><Relationship Type="http://schemas.openxmlformats.org/officeDocument/2006/relationships/image" Target="/ppt/media/image29.png" Id="R4ed6dc2410254b69" /><Relationship Type="http://schemas.openxmlformats.org/officeDocument/2006/relationships/notesSlide" Target="/ppt/notesSlides/notesSlide23.xml" Id="Re82557fc4090488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47b429d99469c" /><Relationship Type="http://schemas.openxmlformats.org/officeDocument/2006/relationships/hyperlink" Target="https://codelabs.developers.google.com/getting-started-with-antigravity-skills" TargetMode="External" Id="Rea966ca93b924dc6" /><Relationship Type="http://schemas.openxmlformats.org/officeDocument/2006/relationships/hyperlink" Target="https://learn.chatgpt.com/docs/build-skills" TargetMode="External" Id="R22b38738c1c14927" /><Relationship Type="http://schemas.openxmlformats.org/officeDocument/2006/relationships/image" Target="/ppt/media/image30.png" Id="Rb69049f6bf4240e7" /><Relationship Type="http://schemas.openxmlformats.org/officeDocument/2006/relationships/image" Target="/ppt/media/image31.png" Id="R92951b57446c4f9d" /><Relationship Type="http://schemas.openxmlformats.org/officeDocument/2006/relationships/notesSlide" Target="/ppt/notesSlides/notesSlide24.xml" Id="R363251e1549a4fe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84455a77040c1" /><Relationship Type="http://schemas.openxmlformats.org/officeDocument/2006/relationships/image" Target="/ppt/media/image32.png" Id="R56da72e741754bb8" /><Relationship Type="http://schemas.openxmlformats.org/officeDocument/2006/relationships/hyperlink" Target="../04_&#23526;&#20316;&#24037;&#20855;/&#25552;&#31034;&#35422;&#24555;&#25463;&#38754;&#26495;_&#30740;&#32722;&#29992;.html" TargetMode="External" Id="R7252104355d9404f" /><Relationship Type="http://schemas.openxmlformats.org/officeDocument/2006/relationships/image" Target="/ppt/media/image33.png" Id="Rf2efcb96f4734a11" /><Relationship Type="http://schemas.openxmlformats.org/officeDocument/2006/relationships/notesSlide" Target="/ppt/notesSlides/notesSlide25.xml" Id="R95bacf546fac4e7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670d70cf4646e6" /><Relationship Type="http://schemas.openxmlformats.org/officeDocument/2006/relationships/hyperlink" Target="https://codelabs.developers.google.com/getting-started-with-antigravity-skills" TargetMode="External" Id="R2bd78c7be1db47a7" /><Relationship Type="http://schemas.openxmlformats.org/officeDocument/2006/relationships/hyperlink" Target="https://learn.chatgpt.com/docs/build-skills" TargetMode="External" Id="Ra579485044d1405f" /><Relationship Type="http://schemas.openxmlformats.org/officeDocument/2006/relationships/image" Target="/ppt/media/image34.png" Id="R06d57f6079624488" /><Relationship Type="http://schemas.openxmlformats.org/officeDocument/2006/relationships/image" Target="/ppt/media/image35.png" Id="Re40b935b91694002" /><Relationship Type="http://schemas.openxmlformats.org/officeDocument/2006/relationships/notesSlide" Target="/ppt/notesSlides/notesSlide26.xml" Id="R682533a3e2424ac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22144f7dd4ce9" /><Relationship Type="http://schemas.openxmlformats.org/officeDocument/2006/relationships/hyperlink" Target="https://codelabs.developers.google.com/getting-started-with-antigravity-skills" TargetMode="External" Id="Re90d828912384b18" /><Relationship Type="http://schemas.openxmlformats.org/officeDocument/2006/relationships/hyperlink" Target="https://learn.chatgpt.com/docs/build-skills" TargetMode="External" Id="Rf26e42b2ae534204" /><Relationship Type="http://schemas.openxmlformats.org/officeDocument/2006/relationships/image" Target="/ppt/media/image36.png" Id="R437a8dc0df284c99" /><Relationship Type="http://schemas.openxmlformats.org/officeDocument/2006/relationships/image" Target="/ppt/media/image37.png" Id="Rd79bdf976acc4373" /><Relationship Type="http://schemas.openxmlformats.org/officeDocument/2006/relationships/notesSlide" Target="/ppt/notesSlides/notesSlide27.xml" Id="R464fab62c3ea4b1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aa2e205104e1c" /><Relationship Type="http://schemas.openxmlformats.org/officeDocument/2006/relationships/hyperlink" Target="https://codelabs.developers.google.com/getting-started-with-antigravity-skills" TargetMode="External" Id="R40297884ffca46df" /><Relationship Type="http://schemas.openxmlformats.org/officeDocument/2006/relationships/hyperlink" Target="https://learn.chatgpt.com/docs/build-skills" TargetMode="External" Id="Rea6df2beb044403d" /><Relationship Type="http://schemas.openxmlformats.org/officeDocument/2006/relationships/image" Target="/ppt/media/image38.png" Id="Rec10d3619f624bc0" /><Relationship Type="http://schemas.openxmlformats.org/officeDocument/2006/relationships/image" Target="/ppt/media/image39.png" Id="R5d83a6b500da40fe" /><Relationship Type="http://schemas.openxmlformats.org/officeDocument/2006/relationships/notesSlide" Target="/ppt/notesSlides/notesSlide28.xml" Id="Rd97e9d9d5f70419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a2a972f9744d0" /><Relationship Type="http://schemas.openxmlformats.org/officeDocument/2006/relationships/hyperlink" Target="https://codelabs.developers.google.com/getting-started-with-antigravity-skills" TargetMode="External" Id="Rd3548a70de8a4846" /><Relationship Type="http://schemas.openxmlformats.org/officeDocument/2006/relationships/hyperlink" Target="https://learn.chatgpt.com/docs/build-skills" TargetMode="External" Id="R07af85dc761441b0" /><Relationship Type="http://schemas.openxmlformats.org/officeDocument/2006/relationships/image" Target="/ppt/media/image40.png" Id="Rcd3abded487a4038" /><Relationship Type="http://schemas.openxmlformats.org/officeDocument/2006/relationships/image" Target="/ppt/media/image41.png" Id="Re4be19f4807343fc" /><Relationship Type="http://schemas.openxmlformats.org/officeDocument/2006/relationships/notesSlide" Target="/ppt/notesSlides/notesSlide29.xml" Id="Rda02a7f23aec430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9b54f0e0d4583" /><Relationship Type="http://schemas.openxmlformats.org/officeDocument/2006/relationships/hyperlink" Target="https://codelabs.developers.google.com/getting-started-with-antigravity-skills" TargetMode="External" Id="R9debd092f3fb4503" /><Relationship Type="http://schemas.openxmlformats.org/officeDocument/2006/relationships/hyperlink" Target="https://learn.chatgpt.com/docs/build-skills" TargetMode="External" Id="Rcc3515b7a5854680" /><Relationship Type="http://schemas.openxmlformats.org/officeDocument/2006/relationships/image" Target="/ppt/media/image42.png" Id="R16e4b9787f13452e" /><Relationship Type="http://schemas.openxmlformats.org/officeDocument/2006/relationships/image" Target="/ppt/media/image43.png" Id="Ra9382e416a594768" /><Relationship Type="http://schemas.openxmlformats.org/officeDocument/2006/relationships/notesSlide" Target="/ppt/notesSlides/notesSlide30.xml" Id="R836480af02594fd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501af3a0b440c" /><Relationship Type="http://schemas.openxmlformats.org/officeDocument/2006/relationships/hyperlink" Target="https://codelabs.developers.google.com/getting-started-with-antigravity-skills" TargetMode="External" Id="R840c1ff4033142b0" /><Relationship Type="http://schemas.openxmlformats.org/officeDocument/2006/relationships/hyperlink" Target="https://learn.chatgpt.com/docs/build-skills" TargetMode="External" Id="Rf258f1ae20584270" /><Relationship Type="http://schemas.openxmlformats.org/officeDocument/2006/relationships/image" Target="/ppt/media/image44.png" Id="R7dbbfac3572c44a1" /><Relationship Type="http://schemas.openxmlformats.org/officeDocument/2006/relationships/image" Target="/ppt/media/image45.png" Id="Rf691241fe0fe4599" /><Relationship Type="http://schemas.openxmlformats.org/officeDocument/2006/relationships/notesSlide" Target="/ppt/notesSlides/notesSlide31.xml" Id="R6e201146215348f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0ca2bf56b43c8" /><Relationship Type="http://schemas.openxmlformats.org/officeDocument/2006/relationships/hyperlink" Target="https://codelabs.developers.google.com/getting-started-with-antigravity-skills" TargetMode="External" Id="R1af046f6e71642e0" /><Relationship Type="http://schemas.openxmlformats.org/officeDocument/2006/relationships/hyperlink" Target="https://learn.chatgpt.com/docs/build-skills" TargetMode="External" Id="R4db2c552709b4c63" /><Relationship Type="http://schemas.openxmlformats.org/officeDocument/2006/relationships/image" Target="/ppt/media/image46.png" Id="R94959b25a6a24fb3" /><Relationship Type="http://schemas.openxmlformats.org/officeDocument/2006/relationships/image" Target="/ppt/media/image47.png" Id="R157efd94f0bb454c" /><Relationship Type="http://schemas.openxmlformats.org/officeDocument/2006/relationships/notesSlide" Target="/ppt/notesSlides/notesSlide32.xml" Id="R5fd5cd4e5e24432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83ac96193e40da" /><Relationship Type="http://schemas.openxmlformats.org/officeDocument/2006/relationships/hyperlink" Target="https://antigravity.google/" TargetMode="External" Id="Rb50ba9fb1d014f5b" /><Relationship Type="http://schemas.openxmlformats.org/officeDocument/2006/relationships/hyperlink" Target="https://chatgpt.com/codex/" TargetMode="External" Id="R170ae5622a364c42" /><Relationship Type="http://schemas.openxmlformats.org/officeDocument/2006/relationships/image" Target="/ppt/media/image48.png" Id="R6c1f31d34218474f" /><Relationship Type="http://schemas.openxmlformats.org/officeDocument/2006/relationships/image" Target="/ppt/media/image49.png" Id="Rcfc8b76656414f46" /><Relationship Type="http://schemas.openxmlformats.org/officeDocument/2006/relationships/notesSlide" Target="/ppt/notesSlides/notesSlide33.xml" Id="Re1e44dd03a3a499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a02b4bf7d4b1b" /><Relationship Type="http://schemas.openxmlformats.org/officeDocument/2006/relationships/hyperlink" Target="https://antigravity.google/" TargetMode="External" Id="R1ac34a9a37354f29" /><Relationship Type="http://schemas.openxmlformats.org/officeDocument/2006/relationships/hyperlink" Target="https://chatgpt.com/codex/" TargetMode="External" Id="R08bdc84427114846" /><Relationship Type="http://schemas.openxmlformats.org/officeDocument/2006/relationships/image" Target="/ppt/media/image50.png" Id="R8b21065c818b4e9d" /><Relationship Type="http://schemas.openxmlformats.org/officeDocument/2006/relationships/image" Target="/ppt/media/image51.png" Id="Re2509f0aae924376" /><Relationship Type="http://schemas.openxmlformats.org/officeDocument/2006/relationships/notesSlide" Target="/ppt/notesSlides/notesSlide34.xml" Id="Rea9291bbf940414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be4247c96b4102" /><Relationship Type="http://schemas.openxmlformats.org/officeDocument/2006/relationships/hyperlink" Target="https://antigravity.google/" TargetMode="External" Id="Rd55a8212c70a45fd" /><Relationship Type="http://schemas.openxmlformats.org/officeDocument/2006/relationships/hyperlink" Target="https://chatgpt.com/codex/" TargetMode="External" Id="R8457d58f858443e8" /><Relationship Type="http://schemas.openxmlformats.org/officeDocument/2006/relationships/image" Target="/ppt/media/image52.png" Id="Rab8d5a1f8a634bf8" /><Relationship Type="http://schemas.openxmlformats.org/officeDocument/2006/relationships/image" Target="/ppt/media/image53.png" Id="R0b635289368a47cd" /><Relationship Type="http://schemas.openxmlformats.org/officeDocument/2006/relationships/notesSlide" Target="/ppt/notesSlides/notesSlide35.xml" Id="R11680944b5b0409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512f042554bb3" /><Relationship Type="http://schemas.openxmlformats.org/officeDocument/2006/relationships/hyperlink" Target="https://antigravity.google/" TargetMode="External" Id="Rfe39896480be4638" /><Relationship Type="http://schemas.openxmlformats.org/officeDocument/2006/relationships/hyperlink" Target="https://chatgpt.com/codex/" TargetMode="External" Id="R87336a08e830464a" /><Relationship Type="http://schemas.openxmlformats.org/officeDocument/2006/relationships/image" Target="/ppt/media/image54.png" Id="Rfb7ec27b89bc4b39" /><Relationship Type="http://schemas.openxmlformats.org/officeDocument/2006/relationships/image" Target="/ppt/media/image55.png" Id="Rb16498354b6e43c7" /><Relationship Type="http://schemas.openxmlformats.org/officeDocument/2006/relationships/notesSlide" Target="/ppt/notesSlides/notesSlide36.xml" Id="R39eea1d52f5544e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470b78f344b3a" /><Relationship Type="http://schemas.openxmlformats.org/officeDocument/2006/relationships/hyperlink" Target="https://antigravity.google/" TargetMode="External" Id="Ra398efbd89164d0a" /><Relationship Type="http://schemas.openxmlformats.org/officeDocument/2006/relationships/hyperlink" Target="https://chatgpt.com/codex/" TargetMode="External" Id="Rca50c89599574aaf" /><Relationship Type="http://schemas.openxmlformats.org/officeDocument/2006/relationships/image" Target="/ppt/media/image56.png" Id="R0b81b6b070a546f3" /><Relationship Type="http://schemas.openxmlformats.org/officeDocument/2006/relationships/image" Target="/ppt/media/image57.png" Id="R7ed340d1eea245c5" /><Relationship Type="http://schemas.openxmlformats.org/officeDocument/2006/relationships/notesSlide" Target="/ppt/notesSlides/notesSlide37.xml" Id="R502f0d820d334f9e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85da79e1d04102" /><Relationship Type="http://schemas.openxmlformats.org/officeDocument/2006/relationships/hyperlink" Target="https://antigravity.google/" TargetMode="External" Id="R801f10ba65f14b5a" /><Relationship Type="http://schemas.openxmlformats.org/officeDocument/2006/relationships/hyperlink" Target="https://chatgpt.com/codex/" TargetMode="External" Id="Rfd3663dce430425d" /><Relationship Type="http://schemas.openxmlformats.org/officeDocument/2006/relationships/image" Target="/ppt/media/image58.png" Id="Re2b2746182b5406f" /><Relationship Type="http://schemas.openxmlformats.org/officeDocument/2006/relationships/image" Target="/ppt/media/image59.png" Id="R6138e015332f447e" /><Relationship Type="http://schemas.openxmlformats.org/officeDocument/2006/relationships/notesSlide" Target="/ppt/notesSlides/notesSlide38.xml" Id="Ra785026e5219461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3be5746e254543" /><Relationship Type="http://schemas.openxmlformats.org/officeDocument/2006/relationships/hyperlink" Target="https://antigravity.google/" TargetMode="External" Id="Re0bae4a45f0c4e0a" /><Relationship Type="http://schemas.openxmlformats.org/officeDocument/2006/relationships/hyperlink" Target="https://chatgpt.com/codex/" TargetMode="External" Id="Rc31c5f9a3b1d448f" /><Relationship Type="http://schemas.openxmlformats.org/officeDocument/2006/relationships/image" Target="/ppt/media/image60.png" Id="R36180c7efc194671" /><Relationship Type="http://schemas.openxmlformats.org/officeDocument/2006/relationships/image" Target="/ppt/media/image61.png" Id="R9e77a7e96bd84a30" /><Relationship Type="http://schemas.openxmlformats.org/officeDocument/2006/relationships/notesSlide" Target="/ppt/notesSlides/notesSlide39.xml" Id="Rfba10a98c22544d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22206bfcd4af2" /><Relationship Type="http://schemas.openxmlformats.org/officeDocument/2006/relationships/hyperlink" Target="https://antigravity.google/" TargetMode="External" Id="R6af517f93eb74fc6" /><Relationship Type="http://schemas.openxmlformats.org/officeDocument/2006/relationships/hyperlink" Target="https://chatgpt.com/codex/" TargetMode="External" Id="R968f628021f34084" /><Relationship Type="http://schemas.openxmlformats.org/officeDocument/2006/relationships/image" Target="/ppt/media/image62.png" Id="R1b693d2a81144e43" /><Relationship Type="http://schemas.openxmlformats.org/officeDocument/2006/relationships/image" Target="/ppt/media/image63.png" Id="R95233e6b4ef047df" /><Relationship Type="http://schemas.openxmlformats.org/officeDocument/2006/relationships/notesSlide" Target="/ppt/notesSlides/notesSlide40.xml" Id="Rbb306fe6a615437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55411e2a20452c" /><Relationship Type="http://schemas.openxmlformats.org/officeDocument/2006/relationships/hyperlink" Target="https://antigravity.google/" TargetMode="External" Id="Reb34070b2594428e" /><Relationship Type="http://schemas.openxmlformats.org/officeDocument/2006/relationships/hyperlink" Target="https://chatgpt.com/codex/" TargetMode="External" Id="Rddb0a1c45f4c4b45" /><Relationship Type="http://schemas.openxmlformats.org/officeDocument/2006/relationships/image" Target="/ppt/media/image64.png" Id="Rc8e3641995dc4620" /><Relationship Type="http://schemas.openxmlformats.org/officeDocument/2006/relationships/image" Target="/ppt/media/image65.png" Id="R2fb0faac2fab4212" /><Relationship Type="http://schemas.openxmlformats.org/officeDocument/2006/relationships/notesSlide" Target="/ppt/notesSlides/notesSlide41.xml" Id="R0e69e9632c374cd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2f52ea9dd48fc" /><Relationship Type="http://schemas.openxmlformats.org/officeDocument/2006/relationships/hyperlink" Target="https://antigravity.google/" TargetMode="External" Id="Ra5479c5103e74769" /><Relationship Type="http://schemas.openxmlformats.org/officeDocument/2006/relationships/hyperlink" Target="https://chatgpt.com/codex/" TargetMode="External" Id="R4be799dd238742b3" /><Relationship Type="http://schemas.openxmlformats.org/officeDocument/2006/relationships/image" Target="/ppt/media/image66.png" Id="R0c52287ac27548ca" /><Relationship Type="http://schemas.openxmlformats.org/officeDocument/2006/relationships/image" Target="/ppt/media/image67.png" Id="R64a92e59960d4da8" /><Relationship Type="http://schemas.openxmlformats.org/officeDocument/2006/relationships/notesSlide" Target="/ppt/notesSlides/notesSlide42.xml" Id="R55f10f35d5b7456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c535e96004dd5" /><Relationship Type="http://schemas.openxmlformats.org/officeDocument/2006/relationships/hyperlink" Target="https://antigravity.google/" TargetMode="External" Id="Rf22db2f694ea4b40" /><Relationship Type="http://schemas.openxmlformats.org/officeDocument/2006/relationships/hyperlink" Target="https://chatgpt.com/codex/" TargetMode="External" Id="R528a57934d454e44" /><Relationship Type="http://schemas.openxmlformats.org/officeDocument/2006/relationships/image" Target="/ppt/media/image68.png" Id="Rdb4cac52466e4d36" /><Relationship Type="http://schemas.openxmlformats.org/officeDocument/2006/relationships/image" Target="/ppt/media/image69.png" Id="R0ac3e8b8bd744f8d" /><Relationship Type="http://schemas.openxmlformats.org/officeDocument/2006/relationships/notesSlide" Target="/ppt/notesSlides/notesSlide43.xml" Id="R94a3cbc46ba94f0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9b3440fd75448b" /><Relationship Type="http://schemas.openxmlformats.org/officeDocument/2006/relationships/hyperlink" Target="../START_HERE_&#30740;&#32722;&#36039;&#28304;&#23566;&#33322;.html" TargetMode="External" Id="R9b149d38211d4c2f" /><Relationship Type="http://schemas.openxmlformats.org/officeDocument/2006/relationships/image" Target="/ppt/media/image70.png" Id="Ra3661297fd724ec5" /><Relationship Type="http://schemas.openxmlformats.org/officeDocument/2006/relationships/hyperlink" Target="https://antigravity.google/" TargetMode="External" Id="R64356db3025b40db" /><Relationship Type="http://schemas.openxmlformats.org/officeDocument/2006/relationships/image" Target="/ppt/media/image71.png" Id="Rd9646999d61a4ea8" /><Relationship Type="http://schemas.openxmlformats.org/officeDocument/2006/relationships/hyperlink" Target="https://chatgpt.com/codex/" TargetMode="External" Id="R4af40348cc2d4f27" /><Relationship Type="http://schemas.openxmlformats.org/officeDocument/2006/relationships/image" Target="/ppt/media/image72.png" Id="R06b88f6ff4334c38" /><Relationship Type="http://schemas.openxmlformats.org/officeDocument/2006/relationships/hyperlink" Target="https://codelabs.developers.google.com/getting-started-with-antigravity-skills" TargetMode="External" Id="Ra99eba9e95d84e45" /><Relationship Type="http://schemas.openxmlformats.org/officeDocument/2006/relationships/image" Target="/ppt/media/image73.png" Id="R81ff8bf9704a4bc8" /><Relationship Type="http://schemas.openxmlformats.org/officeDocument/2006/relationships/hyperlink" Target="../04_&#23526;&#20316;&#24037;&#20855;/&#25552;&#31034;&#35422;&#24555;&#25463;&#38754;&#26495;_&#30740;&#32722;&#29992;.html" TargetMode="External" Id="R4e994e3c52bd4820" /><Relationship Type="http://schemas.openxmlformats.org/officeDocument/2006/relationships/image" Target="/ppt/media/image74.png" Id="Ra779c998f4b5458f" /><Relationship Type="http://schemas.openxmlformats.org/officeDocument/2006/relationships/hyperlink" Target="https://cagoooo.github.io/Akai/" TargetMode="External" Id="R935173e0bf1a402e" /><Relationship Type="http://schemas.openxmlformats.org/officeDocument/2006/relationships/image" Target="/ppt/media/image75.png" Id="Rd8611aa1d1f24c7d" /><Relationship Type="http://schemas.openxmlformats.org/officeDocument/2006/relationships/hyperlink" Target="https://www.iea.nl/sites/default/files/2025-10/GA66_PIRLS%202026.pdf" TargetMode="External" Id="Rdf90b2dffae64dee" /><Relationship Type="http://schemas.openxmlformats.org/officeDocument/2006/relationships/image" Target="/ppt/media/image76.png" Id="R265040d92d1d4fb9" /><Relationship Type="http://schemas.openxmlformats.org/officeDocument/2006/relationships/notesSlide" Target="/ppt/notesSlides/notesSlide44.xml" Id="R897958f2207742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52689c3038423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717">
            <a:extLst xmlns:a="http://schemas.openxmlformats.org/drawingml/2006/main">
              <a:ext uri="{FF2B5EF4-FFF2-40B4-BE49-F238E27FC236}">
                <a16:creationId xmlns:a16="http://schemas.microsoft.com/office/drawing/2014/main" id="{859B8D29-5967-4E84-B567-71CB5207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718">
            <a:extLst xmlns:a="http://schemas.openxmlformats.org/drawingml/2006/main">
              <a:ext uri="{FF2B5EF4-FFF2-40B4-BE49-F238E27FC236}">
                <a16:creationId xmlns:a16="http://schemas.microsoft.com/office/drawing/2014/main" id="{C329B5E6-94A9-4143-81D1-38A7BFE5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719">
            <a:extLst xmlns:a="http://schemas.openxmlformats.org/drawingml/2006/main">
              <a:ext uri="{FF2B5EF4-FFF2-40B4-BE49-F238E27FC236}">
                <a16:creationId xmlns:a16="http://schemas.microsoft.com/office/drawing/2014/main" id="{7120CB32-B41F-4195-AF9D-8CA8FABD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720">
            <a:extLst xmlns:a="http://schemas.openxmlformats.org/drawingml/2006/main">
              <a:ext uri="{FF2B5EF4-FFF2-40B4-BE49-F238E27FC236}">
                <a16:creationId xmlns:a16="http://schemas.microsoft.com/office/drawing/2014/main" id="{B1220FED-4475-4B64-A064-44569B07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Antigravity、Codex、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與資料分析實戰</a:t>
            </a:r>
          </a:p>
        </p:txBody>
      </p:sp>
      <p:sp>
        <p:nvSpPr>
          <p:cNvPr id="6" name="shape-721">
            <a:extLst xmlns:a="http://schemas.openxmlformats.org/drawingml/2006/main">
              <a:ext uri="{FF2B5EF4-FFF2-40B4-BE49-F238E27FC236}">
                <a16:creationId xmlns:a16="http://schemas.microsoft.com/office/drawing/2014/main" id="{20D9D3BF-A030-4F1C-A9AE-9EC58776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722">
            <a:extLst xmlns:a="http://schemas.openxmlformats.org/drawingml/2006/main">
              <a:ext uri="{FF2B5EF4-FFF2-40B4-BE49-F238E27FC236}">
                <a16:creationId xmlns:a16="http://schemas.microsoft.com/office/drawing/2014/main" id="{0C5F6CF4-B19C-4F39-A034-1595DBC9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23">
            <a:extLst xmlns:a="http://schemas.openxmlformats.org/drawingml/2006/main">
              <a:ext uri="{FF2B5EF4-FFF2-40B4-BE49-F238E27FC236}">
                <a16:creationId xmlns:a16="http://schemas.microsoft.com/office/drawing/2014/main" id="{3909D979-EF54-485C-87EB-9717C766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5461177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24">
            <a:extLst xmlns:a="http://schemas.openxmlformats.org/drawingml/2006/main">
              <a:ext uri="{FF2B5EF4-FFF2-40B4-BE49-F238E27FC236}">
                <a16:creationId xmlns:a16="http://schemas.microsoft.com/office/drawing/2014/main" id="{706F13B7-2115-44C6-8549-2E61ECBA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57018A-9824-40FB-8B1F-95ABDBD8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72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26">
            <a:extLst xmlns:a="http://schemas.openxmlformats.org/drawingml/2006/main">
              <a:ext uri="{FF2B5EF4-FFF2-40B4-BE49-F238E27FC236}">
                <a16:creationId xmlns:a16="http://schemas.microsoft.com/office/drawing/2014/main" id="{C9E0E784-9CB6-4C65-9327-6D56B443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76CD576-6B45-4EDA-A91E-66C239D6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727">
            <a:extLst xmlns:a="http://schemas.openxmlformats.org/drawingml/2006/main">
              <a:ext uri="{FF2B5EF4-FFF2-40B4-BE49-F238E27FC236}">
                <a16:creationId xmlns:a16="http://schemas.microsoft.com/office/drawing/2014/main" id="{E6B9F020-AF21-472E-B0DC-8A3E3F52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728">
            <a:extLst xmlns:a="http://schemas.openxmlformats.org/drawingml/2006/main">
              <a:ext uri="{FF2B5EF4-FFF2-40B4-BE49-F238E27FC236}">
                <a16:creationId xmlns:a16="http://schemas.microsoft.com/office/drawing/2014/main" id="{644C0573-04BF-4F25-917F-925AB59B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29">
            <a:extLst xmlns:a="http://schemas.openxmlformats.org/drawingml/2006/main">
              <a:ext uri="{FF2B5EF4-FFF2-40B4-BE49-F238E27FC236}">
                <a16:creationId xmlns:a16="http://schemas.microsoft.com/office/drawing/2014/main" id="{CACA5E2F-564F-41D4-81E1-F5600FF2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730">
            <a:extLst xmlns:a="http://schemas.openxmlformats.org/drawingml/2006/main">
              <a:ext uri="{FF2B5EF4-FFF2-40B4-BE49-F238E27FC236}">
                <a16:creationId xmlns:a16="http://schemas.microsoft.com/office/drawing/2014/main" id="{0CA5AFF5-440F-4CDE-8364-4E62B84F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731">
            <a:extLst xmlns:a="http://schemas.openxmlformats.org/drawingml/2006/main">
              <a:ext uri="{FF2B5EF4-FFF2-40B4-BE49-F238E27FC236}">
                <a16:creationId xmlns:a16="http://schemas.microsoft.com/office/drawing/2014/main" id="{F5F23126-0A5C-43D6-95B3-A3E68D79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732">
            <a:extLst xmlns:a="http://schemas.openxmlformats.org/drawingml/2006/main">
              <a:ext uri="{FF2B5EF4-FFF2-40B4-BE49-F238E27FC236}">
                <a16:creationId xmlns:a16="http://schemas.microsoft.com/office/drawing/2014/main" id="{B48A044A-D444-4008-AA0A-32008394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33">
            <a:extLst xmlns:a="http://schemas.openxmlformats.org/drawingml/2006/main">
              <a:ext uri="{FF2B5EF4-FFF2-40B4-BE49-F238E27FC236}">
                <a16:creationId xmlns:a16="http://schemas.microsoft.com/office/drawing/2014/main" id="{9382D797-CE6C-465D-A55B-2171EC40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完成兩次任務</a:t>
            </a:r>
          </a:p>
        </p:txBody>
      </p:sp>
      <p:sp>
        <p:nvSpPr>
          <p:cNvPr id="13" name="text-734">
            <a:extLst xmlns:a="http://schemas.openxmlformats.org/drawingml/2006/main">
              <a:ext uri="{FF2B5EF4-FFF2-40B4-BE49-F238E27FC236}">
                <a16:creationId xmlns:a16="http://schemas.microsoft.com/office/drawing/2014/main" id="{BCE39EDD-FB29-42A6-AAB3-195EF357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在 Antigravity 與 Codex 至少各跑一個可驗證任務。</a:t>
            </a:r>
          </a:p>
        </p:txBody>
      </p:sp>
      <p:sp>
        <p:nvSpPr>
          <p:cNvPr id="14" name="shape-735">
            <a:extLst xmlns:a="http://schemas.openxmlformats.org/drawingml/2006/main">
              <a:ext uri="{FF2B5EF4-FFF2-40B4-BE49-F238E27FC236}">
                <a16:creationId xmlns:a16="http://schemas.microsoft.com/office/drawing/2014/main" id="{803F240F-7F64-4B62-85F9-06C898CF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736">
            <a:extLst xmlns:a="http://schemas.openxmlformats.org/drawingml/2006/main">
              <a:ext uri="{FF2B5EF4-FFF2-40B4-BE49-F238E27FC236}">
                <a16:creationId xmlns:a16="http://schemas.microsoft.com/office/drawing/2014/main" id="{762C165E-6CD5-40FB-A450-49432065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37">
            <a:extLst xmlns:a="http://schemas.openxmlformats.org/drawingml/2006/main">
              <a:ext uri="{FF2B5EF4-FFF2-40B4-BE49-F238E27FC236}">
                <a16:creationId xmlns:a16="http://schemas.microsoft.com/office/drawing/2014/main" id="{C971F0FA-D7C4-46B1-B7D6-85E7ED2A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738">
            <a:extLst xmlns:a="http://schemas.openxmlformats.org/drawingml/2006/main">
              <a:ext uri="{FF2B5EF4-FFF2-40B4-BE49-F238E27FC236}">
                <a16:creationId xmlns:a16="http://schemas.microsoft.com/office/drawing/2014/main" id="{E18816AD-0C8C-495E-A98A-CC828B0D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739">
            <a:extLst xmlns:a="http://schemas.openxmlformats.org/drawingml/2006/main">
              <a:ext uri="{FF2B5EF4-FFF2-40B4-BE49-F238E27FC236}">
                <a16:creationId xmlns:a16="http://schemas.microsoft.com/office/drawing/2014/main" id="{F1158BD3-EE4D-4CB4-B546-6E613421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740">
            <a:extLst xmlns:a="http://schemas.openxmlformats.org/drawingml/2006/main">
              <a:ext uri="{FF2B5EF4-FFF2-40B4-BE49-F238E27FC236}">
                <a16:creationId xmlns:a16="http://schemas.microsoft.com/office/drawing/2014/main" id="{E6FF50CD-2B7E-4441-B1B5-98D9FADC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41">
            <a:extLst xmlns:a="http://schemas.openxmlformats.org/drawingml/2006/main">
              <a:ext uri="{FF2B5EF4-FFF2-40B4-BE49-F238E27FC236}">
                <a16:creationId xmlns:a16="http://schemas.microsoft.com/office/drawing/2014/main" id="{1669BEE1-F6CD-4C39-9294-71B6B60C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742">
            <a:extLst xmlns:a="http://schemas.openxmlformats.org/drawingml/2006/main">
              <a:ext uri="{FF2B5EF4-FFF2-40B4-BE49-F238E27FC236}">
                <a16:creationId xmlns:a16="http://schemas.microsoft.com/office/drawing/2014/main" id="{0DB1DC7D-4022-4803-A01E-5C53774A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1279989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743">
            <a:extLst xmlns:a="http://schemas.openxmlformats.org/drawingml/2006/main">
              <a:ext uri="{FF2B5EF4-FFF2-40B4-BE49-F238E27FC236}">
                <a16:creationId xmlns:a16="http://schemas.microsoft.com/office/drawing/2014/main" id="{82804282-78A2-43D8-A4E5-EAF03D46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163660-6764-4FAA-BED8-82249D19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37" name="shape-7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45">
            <a:extLst xmlns:a="http://schemas.openxmlformats.org/drawingml/2006/main">
              <a:ext uri="{FF2B5EF4-FFF2-40B4-BE49-F238E27FC236}">
                <a16:creationId xmlns:a16="http://schemas.microsoft.com/office/drawing/2014/main" id="{E1FAC0CE-2FE7-48DB-B7D7-3EF089AC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E600248-B55D-4DC7-8BE5-450629FE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0" name="shape-746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747">
            <a:extLst xmlns:a="http://schemas.openxmlformats.org/drawingml/2006/main">
              <a:ext uri="{FF2B5EF4-FFF2-40B4-BE49-F238E27FC236}">
                <a16:creationId xmlns:a16="http://schemas.microsoft.com/office/drawing/2014/main" id="{7FC41FE6-3E47-4DBD-819E-477FBC0A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48">
            <a:extLst xmlns:a="http://schemas.openxmlformats.org/drawingml/2006/main">
              <a:ext uri="{FF2B5EF4-FFF2-40B4-BE49-F238E27FC236}">
                <a16:creationId xmlns:a16="http://schemas.microsoft.com/office/drawing/2014/main" id="{80783E18-7851-4725-ADBA-2F71F8A0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749">
            <a:extLst xmlns:a="http://schemas.openxmlformats.org/drawingml/2006/main">
              <a:ext uri="{FF2B5EF4-FFF2-40B4-BE49-F238E27FC236}">
                <a16:creationId xmlns:a16="http://schemas.microsoft.com/office/drawing/2014/main" id="{D54C6974-0095-4781-AE9C-9060359D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750">
            <a:extLst xmlns:a="http://schemas.openxmlformats.org/drawingml/2006/main">
              <a:ext uri="{FF2B5EF4-FFF2-40B4-BE49-F238E27FC236}">
                <a16:creationId xmlns:a16="http://schemas.microsoft.com/office/drawing/2014/main" id="{FB3C3D9B-4686-4E81-9605-7AB7F997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751">
            <a:extLst xmlns:a="http://schemas.openxmlformats.org/drawingml/2006/main">
              <a:ext uri="{FF2B5EF4-FFF2-40B4-BE49-F238E27FC236}">
                <a16:creationId xmlns:a16="http://schemas.microsoft.com/office/drawing/2014/main" id="{517BB2E4-42CE-474B-B010-7F43ED6B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52">
            <a:extLst xmlns:a="http://schemas.openxmlformats.org/drawingml/2006/main">
              <a:ext uri="{FF2B5EF4-FFF2-40B4-BE49-F238E27FC236}">
                <a16:creationId xmlns:a16="http://schemas.microsoft.com/office/drawing/2014/main" id="{8F4732FB-4958-4C80-955A-F2F62EE4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20–50</a:t>
            </a:r>
          </a:p>
        </p:txBody>
      </p:sp>
      <p:sp>
        <p:nvSpPr>
          <p:cNvPr id="13" name="text-753">
            <a:extLst xmlns:a="http://schemas.openxmlformats.org/drawingml/2006/main">
              <a:ext uri="{FF2B5EF4-FFF2-40B4-BE49-F238E27FC236}">
                <a16:creationId xmlns:a16="http://schemas.microsoft.com/office/drawing/2014/main" id="{54D93174-9DEF-4BCA-872E-FBDC6B98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754">
            <a:extLst xmlns:a="http://schemas.openxmlformats.org/drawingml/2006/main">
              <a:ext uri="{FF2B5EF4-FFF2-40B4-BE49-F238E27FC236}">
                <a16:creationId xmlns:a16="http://schemas.microsoft.com/office/drawing/2014/main" id="{439E8944-5D64-45BE-9BBC-C8352605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755">
            <a:extLst xmlns:a="http://schemas.openxmlformats.org/drawingml/2006/main">
              <a:ext uri="{FF2B5EF4-FFF2-40B4-BE49-F238E27FC236}">
                <a16:creationId xmlns:a16="http://schemas.microsoft.com/office/drawing/2014/main" id="{E9A1BD52-BDF3-4F87-97E4-2AE60CDF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56">
            <a:extLst xmlns:a="http://schemas.openxmlformats.org/drawingml/2006/main">
              <a:ext uri="{FF2B5EF4-FFF2-40B4-BE49-F238E27FC236}">
                <a16:creationId xmlns:a16="http://schemas.microsoft.com/office/drawing/2014/main" id="{A5B130DA-A8D2-400D-93B5-D3AFF848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50–80</a:t>
            </a:r>
          </a:p>
        </p:txBody>
      </p:sp>
      <p:sp>
        <p:nvSpPr>
          <p:cNvPr id="17" name="text-757">
            <a:extLst xmlns:a="http://schemas.openxmlformats.org/drawingml/2006/main">
              <a:ext uri="{FF2B5EF4-FFF2-40B4-BE49-F238E27FC236}">
                <a16:creationId xmlns:a16="http://schemas.microsoft.com/office/drawing/2014/main" id="{C15602CE-F020-4A2F-A690-2CFFAE0E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18" name="text-758">
            <a:extLst xmlns:a="http://schemas.openxmlformats.org/drawingml/2006/main">
              <a:ext uri="{FF2B5EF4-FFF2-40B4-BE49-F238E27FC236}">
                <a16:creationId xmlns:a16="http://schemas.microsoft.com/office/drawing/2014/main" id="{C41FF321-B6EA-48B2-AA48-5111CA87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19" name="shape-759">
            <a:extLst xmlns:a="http://schemas.openxmlformats.org/drawingml/2006/main">
              <a:ext uri="{FF2B5EF4-FFF2-40B4-BE49-F238E27FC236}">
                <a16:creationId xmlns:a16="http://schemas.microsoft.com/office/drawing/2014/main" id="{16AAF056-B718-4CA5-B8FF-EA5A4046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60">
            <a:extLst xmlns:a="http://schemas.openxmlformats.org/drawingml/2006/main">
              <a:ext uri="{FF2B5EF4-FFF2-40B4-BE49-F238E27FC236}">
                <a16:creationId xmlns:a16="http://schemas.microsoft.com/office/drawing/2014/main" id="{60697420-1A0B-474A-87ED-493579C5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761">
            <a:extLst xmlns:a="http://schemas.openxmlformats.org/drawingml/2006/main">
              <a:ext uri="{FF2B5EF4-FFF2-40B4-BE49-F238E27FC236}">
                <a16:creationId xmlns:a16="http://schemas.microsoft.com/office/drawing/2014/main" id="{5EC97A40-61E6-435F-8341-245643DE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762">
            <a:extLst xmlns:a="http://schemas.openxmlformats.org/drawingml/2006/main">
              <a:ext uri="{FF2B5EF4-FFF2-40B4-BE49-F238E27FC236}">
                <a16:creationId xmlns:a16="http://schemas.microsoft.com/office/drawing/2014/main" id="{F5D0BC07-79C2-4B16-AC56-77B12801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3" name="shape-763">
            <a:extLst xmlns:a="http://schemas.openxmlformats.org/drawingml/2006/main">
              <a:ext uri="{FF2B5EF4-FFF2-40B4-BE49-F238E27FC236}">
                <a16:creationId xmlns:a16="http://schemas.microsoft.com/office/drawing/2014/main" id="{C3F779A7-75A5-4C7F-A5E5-570A19D1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764">
            <a:extLst xmlns:a="http://schemas.openxmlformats.org/drawingml/2006/main">
              <a:ext uri="{FF2B5EF4-FFF2-40B4-BE49-F238E27FC236}">
                <a16:creationId xmlns:a16="http://schemas.microsoft.com/office/drawing/2014/main" id="{63AA1E9E-F49A-4EC1-8FCA-ECC0A8F8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765">
            <a:extLst xmlns:a="http://schemas.openxmlformats.org/drawingml/2006/main">
              <a:ext uri="{FF2B5EF4-FFF2-40B4-BE49-F238E27FC236}">
                <a16:creationId xmlns:a16="http://schemas.microsoft.com/office/drawing/2014/main" id="{417C87C8-E5C3-4D3D-87C0-1C463FF4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26" name="text-766">
            <a:extLst xmlns:a="http://schemas.openxmlformats.org/drawingml/2006/main">
              <a:ext uri="{FF2B5EF4-FFF2-40B4-BE49-F238E27FC236}">
                <a16:creationId xmlns:a16="http://schemas.microsoft.com/office/drawing/2014/main" id="{E5874F48-2376-4261-9E4D-405B6702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27" name="shape-767">
            <a:extLst xmlns:a="http://schemas.openxmlformats.org/drawingml/2006/main">
              <a:ext uri="{FF2B5EF4-FFF2-40B4-BE49-F238E27FC236}">
                <a16:creationId xmlns:a16="http://schemas.microsoft.com/office/drawing/2014/main" id="{D5B5DA45-61EB-45E0-97AD-CF2EB878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768">
            <a:extLst xmlns:a="http://schemas.openxmlformats.org/drawingml/2006/main">
              <a:ext uri="{FF2B5EF4-FFF2-40B4-BE49-F238E27FC236}">
                <a16:creationId xmlns:a16="http://schemas.microsoft.com/office/drawing/2014/main" id="{64A2C006-B4EE-4F47-A348-567AC478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135–160</a:t>
            </a:r>
          </a:p>
        </p:txBody>
      </p:sp>
      <p:sp>
        <p:nvSpPr>
          <p:cNvPr id="29" name="text-769">
            <a:extLst xmlns:a="http://schemas.openxmlformats.org/drawingml/2006/main">
              <a:ext uri="{FF2B5EF4-FFF2-40B4-BE49-F238E27FC236}">
                <a16:creationId xmlns:a16="http://schemas.microsoft.com/office/drawing/2014/main" id="{793E617A-D71F-447F-BA25-2ADDC2E3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0" name="text-770">
            <a:extLst xmlns:a="http://schemas.openxmlformats.org/drawingml/2006/main">
              <a:ext uri="{FF2B5EF4-FFF2-40B4-BE49-F238E27FC236}">
                <a16:creationId xmlns:a16="http://schemas.microsoft.com/office/drawing/2014/main" id="{AF468556-DBF1-4EDE-9D1C-4AB96FCD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1" name="shape-771">
            <a:extLst xmlns:a="http://schemas.openxmlformats.org/drawingml/2006/main">
              <a:ext uri="{FF2B5EF4-FFF2-40B4-BE49-F238E27FC236}">
                <a16:creationId xmlns:a16="http://schemas.microsoft.com/office/drawing/2014/main" id="{E6FE6F17-73F1-48D2-A22F-768A2A7A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772">
            <a:extLst xmlns:a="http://schemas.openxmlformats.org/drawingml/2006/main">
              <a:ext uri="{FF2B5EF4-FFF2-40B4-BE49-F238E27FC236}">
                <a16:creationId xmlns:a16="http://schemas.microsoft.com/office/drawing/2014/main" id="{2615F2E5-47AC-4607-A95E-31241DE7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3" name="text-773">
            <a:extLst xmlns:a="http://schemas.openxmlformats.org/drawingml/2006/main">
              <a:ext uri="{FF2B5EF4-FFF2-40B4-BE49-F238E27FC236}">
                <a16:creationId xmlns:a16="http://schemas.microsoft.com/office/drawing/2014/main" id="{4BD54B9C-3A58-488E-A8C0-E9F6FC8F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4" name="text-774">
            <a:extLst xmlns:a="http://schemas.openxmlformats.org/drawingml/2006/main">
              <a:ext uri="{FF2B5EF4-FFF2-40B4-BE49-F238E27FC236}">
                <a16:creationId xmlns:a16="http://schemas.microsoft.com/office/drawing/2014/main" id="{0BB7FDFD-F48B-4C9A-8E01-D0273849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6109397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775">
            <a:extLst xmlns:a="http://schemas.openxmlformats.org/drawingml/2006/main">
              <a:ext uri="{FF2B5EF4-FFF2-40B4-BE49-F238E27FC236}">
                <a16:creationId xmlns:a16="http://schemas.microsoft.com/office/drawing/2014/main" id="{C1ECB52D-D2E4-4B82-923E-3DBBE275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9214D5-5D12-4781-B7AF-ADF5AD37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7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77">
            <a:extLst xmlns:a="http://schemas.openxmlformats.org/drawingml/2006/main">
              <a:ext uri="{FF2B5EF4-FFF2-40B4-BE49-F238E27FC236}">
                <a16:creationId xmlns:a16="http://schemas.microsoft.com/office/drawing/2014/main" id="{9A6F6FDD-E078-4868-BB75-6F735060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39DF88-8B94-4149-8876-23E15F55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778">
            <a:extLst xmlns:a="http://schemas.openxmlformats.org/drawingml/2006/main">
              <a:ext uri="{FF2B5EF4-FFF2-40B4-BE49-F238E27FC236}">
                <a16:creationId xmlns:a16="http://schemas.microsoft.com/office/drawing/2014/main" id="{1EFE5462-8312-469A-9194-27F780CB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779">
            <a:extLst xmlns:a="http://schemas.openxmlformats.org/drawingml/2006/main">
              <a:ext uri="{FF2B5EF4-FFF2-40B4-BE49-F238E27FC236}">
                <a16:creationId xmlns:a16="http://schemas.microsoft.com/office/drawing/2014/main" id="{F7E7246B-3E19-436C-9B9C-1F202AF1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80">
            <a:extLst xmlns:a="http://schemas.openxmlformats.org/drawingml/2006/main">
              <a:ext uri="{FF2B5EF4-FFF2-40B4-BE49-F238E27FC236}">
                <a16:creationId xmlns:a16="http://schemas.microsoft.com/office/drawing/2014/main" id="{61AD70A5-DDA5-4D6A-BCF0-EC783BE5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81">
            <a:extLst xmlns:a="http://schemas.openxmlformats.org/drawingml/2006/main">
              <a:ext uri="{FF2B5EF4-FFF2-40B4-BE49-F238E27FC236}">
                <a16:creationId xmlns:a16="http://schemas.microsoft.com/office/drawing/2014/main" id="{BCF3E79F-4FB4-464E-805A-E9ECD406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782">
            <a:extLst xmlns:a="http://schemas.openxmlformats.org/drawingml/2006/main">
              <a:ext uri="{FF2B5EF4-FFF2-40B4-BE49-F238E27FC236}">
                <a16:creationId xmlns:a16="http://schemas.microsoft.com/office/drawing/2014/main" id="{AFCC8A00-4C07-4FF9-9705-CFFD6B4E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783">
            <a:extLst xmlns:a="http://schemas.openxmlformats.org/drawingml/2006/main">
              <a:ext uri="{FF2B5EF4-FFF2-40B4-BE49-F238E27FC236}">
                <a16:creationId xmlns:a16="http://schemas.microsoft.com/office/drawing/2014/main" id="{9C2B9DD6-65AF-40FA-AF24-946889AA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84">
            <a:extLst xmlns:a="http://schemas.openxmlformats.org/drawingml/2006/main">
              <a:ext uri="{FF2B5EF4-FFF2-40B4-BE49-F238E27FC236}">
                <a16:creationId xmlns:a16="http://schemas.microsoft.com/office/drawing/2014/main" id="{19B406C4-18FC-4BFE-8D3C-A90B59B7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785">
            <a:extLst xmlns:a="http://schemas.openxmlformats.org/drawingml/2006/main">
              <a:ext uri="{FF2B5EF4-FFF2-40B4-BE49-F238E27FC236}">
                <a16:creationId xmlns:a16="http://schemas.microsoft.com/office/drawing/2014/main" id="{5FDC97C0-3A85-4EDD-9F9F-9E87D562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86">
            <a:extLst xmlns:a="http://schemas.openxmlformats.org/drawingml/2006/main">
              <a:ext uri="{FF2B5EF4-FFF2-40B4-BE49-F238E27FC236}">
                <a16:creationId xmlns:a16="http://schemas.microsoft.com/office/drawing/2014/main" id="{537E2540-410E-46F3-90D7-799D8A18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87">
            <a:extLst xmlns:a="http://schemas.openxmlformats.org/drawingml/2006/main">
              <a:ext uri="{FF2B5EF4-FFF2-40B4-BE49-F238E27FC236}">
                <a16:creationId xmlns:a16="http://schemas.microsoft.com/office/drawing/2014/main" id="{41BE1922-B01C-44BD-8F78-D033E1D1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788">
            <a:extLst xmlns:a="http://schemas.openxmlformats.org/drawingml/2006/main">
              <a:ext uri="{FF2B5EF4-FFF2-40B4-BE49-F238E27FC236}">
                <a16:creationId xmlns:a16="http://schemas.microsoft.com/office/drawing/2014/main" id="{315DBAE1-8FE5-4B16-A8BD-E904FAD4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789">
            <a:extLst xmlns:a="http://schemas.openxmlformats.org/drawingml/2006/main">
              <a:ext uri="{FF2B5EF4-FFF2-40B4-BE49-F238E27FC236}">
                <a16:creationId xmlns:a16="http://schemas.microsoft.com/office/drawing/2014/main" id="{8B108F20-2149-4AB1-A49C-AF7C0386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90">
            <a:extLst xmlns:a="http://schemas.openxmlformats.org/drawingml/2006/main">
              <a:ext uri="{FF2B5EF4-FFF2-40B4-BE49-F238E27FC236}">
                <a16:creationId xmlns:a16="http://schemas.microsoft.com/office/drawing/2014/main" id="{532B7AAE-0BC2-4136-A2BC-EA8A0C02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791">
            <a:extLst xmlns:a="http://schemas.openxmlformats.org/drawingml/2006/main">
              <a:ext uri="{FF2B5EF4-FFF2-40B4-BE49-F238E27FC236}">
                <a16:creationId xmlns:a16="http://schemas.microsoft.com/office/drawing/2014/main" id="{8CAE203D-454A-4404-90B0-27E3AA6D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92">
            <a:extLst xmlns:a="http://schemas.openxmlformats.org/drawingml/2006/main">
              <a:ext uri="{FF2B5EF4-FFF2-40B4-BE49-F238E27FC236}">
                <a16:creationId xmlns:a16="http://schemas.microsoft.com/office/drawing/2014/main" id="{FA63FC41-6140-4E93-A77A-3DAC0D7A9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93">
            <a:extLst xmlns:a="http://schemas.openxmlformats.org/drawingml/2006/main">
              <a:ext uri="{FF2B5EF4-FFF2-40B4-BE49-F238E27FC236}">
                <a16:creationId xmlns:a16="http://schemas.microsoft.com/office/drawing/2014/main" id="{597765B4-74A6-4B43-9F59-7996F391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794">
            <a:extLst xmlns:a="http://schemas.openxmlformats.org/drawingml/2006/main">
              <a:ext uri="{FF2B5EF4-FFF2-40B4-BE49-F238E27FC236}">
                <a16:creationId xmlns:a16="http://schemas.microsoft.com/office/drawing/2014/main" id="{C085533A-4391-4794-A351-1390F5BB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795">
            <a:extLst xmlns:a="http://schemas.openxmlformats.org/drawingml/2006/main">
              <a:ext uri="{FF2B5EF4-FFF2-40B4-BE49-F238E27FC236}">
                <a16:creationId xmlns:a16="http://schemas.microsoft.com/office/drawing/2014/main" id="{004B9559-E419-4C77-92E3-19D5C5C3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96">
            <a:extLst xmlns:a="http://schemas.openxmlformats.org/drawingml/2006/main">
              <a:ext uri="{FF2B5EF4-FFF2-40B4-BE49-F238E27FC236}">
                <a16:creationId xmlns:a16="http://schemas.microsoft.com/office/drawing/2014/main" id="{5B69065A-A19F-45AE-83FE-3D16579B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797">
            <a:extLst xmlns:a="http://schemas.openxmlformats.org/drawingml/2006/main">
              <a:ext uri="{FF2B5EF4-FFF2-40B4-BE49-F238E27FC236}">
                <a16:creationId xmlns:a16="http://schemas.microsoft.com/office/drawing/2014/main" id="{2CD5D8DB-3FAB-4670-A504-14AB53CB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98">
            <a:extLst xmlns:a="http://schemas.openxmlformats.org/drawingml/2006/main">
              <a:ext uri="{FF2B5EF4-FFF2-40B4-BE49-F238E27FC236}">
                <a16:creationId xmlns:a16="http://schemas.microsoft.com/office/drawing/2014/main" id="{72C11F9E-3975-4997-940B-9C244ECD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99">
            <a:extLst xmlns:a="http://schemas.openxmlformats.org/drawingml/2006/main">
              <a:ext uri="{FF2B5EF4-FFF2-40B4-BE49-F238E27FC236}">
                <a16:creationId xmlns:a16="http://schemas.microsoft.com/office/drawing/2014/main" id="{318256EC-6990-4BA8-9498-98350CCC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800">
            <a:extLst xmlns:a="http://schemas.openxmlformats.org/drawingml/2006/main">
              <a:ext uri="{FF2B5EF4-FFF2-40B4-BE49-F238E27FC236}">
                <a16:creationId xmlns:a16="http://schemas.microsoft.com/office/drawing/2014/main" id="{266BBACD-E89F-4AFD-AC21-77EEC6A9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801">
            <a:extLst xmlns:a="http://schemas.openxmlformats.org/drawingml/2006/main">
              <a:ext uri="{FF2B5EF4-FFF2-40B4-BE49-F238E27FC236}">
                <a16:creationId xmlns:a16="http://schemas.microsoft.com/office/drawing/2014/main" id="{E31C1B01-DD71-43AC-8FBB-BC75124E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8130615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802">
            <a:extLst xmlns:a="http://schemas.openxmlformats.org/drawingml/2006/main">
              <a:ext uri="{FF2B5EF4-FFF2-40B4-BE49-F238E27FC236}">
                <a16:creationId xmlns:a16="http://schemas.microsoft.com/office/drawing/2014/main" id="{559AE8F0-1A41-4988-BF70-29B50B31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4CE4F1-1F38-4B0A-9235-C608802C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80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04">
            <a:extLst xmlns:a="http://schemas.openxmlformats.org/drawingml/2006/main">
              <a:ext uri="{FF2B5EF4-FFF2-40B4-BE49-F238E27FC236}">
                <a16:creationId xmlns:a16="http://schemas.microsoft.com/office/drawing/2014/main" id="{233BA5EE-7861-454C-8D08-4DE70201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D2AECE2-0A73-4AD4-892E-FD9C84EB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05">
            <a:extLst xmlns:a="http://schemas.openxmlformats.org/drawingml/2006/main">
              <a:ext uri="{FF2B5EF4-FFF2-40B4-BE49-F238E27FC236}">
                <a16:creationId xmlns:a16="http://schemas.microsoft.com/office/drawing/2014/main" id="{870526A9-1D22-4914-9EDF-B32C6DAC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806">
            <a:extLst xmlns:a="http://schemas.openxmlformats.org/drawingml/2006/main">
              <a:ext uri="{FF2B5EF4-FFF2-40B4-BE49-F238E27FC236}">
                <a16:creationId xmlns:a16="http://schemas.microsoft.com/office/drawing/2014/main" id="{B7269349-89DC-4F8A-9226-6CD4C7E4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07">
            <a:extLst xmlns:a="http://schemas.openxmlformats.org/drawingml/2006/main">
              <a:ext uri="{FF2B5EF4-FFF2-40B4-BE49-F238E27FC236}">
                <a16:creationId xmlns:a16="http://schemas.microsoft.com/office/drawing/2014/main" id="{A2A707D5-ED0F-4702-A206-6D74DD1A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08">
            <a:extLst xmlns:a="http://schemas.openxmlformats.org/drawingml/2006/main">
              <a:ext uri="{FF2B5EF4-FFF2-40B4-BE49-F238E27FC236}">
                <a16:creationId xmlns:a16="http://schemas.microsoft.com/office/drawing/2014/main" id="{72BDD33C-FB0A-4BAE-8C03-7828ABFE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809">
            <a:extLst xmlns:a="http://schemas.openxmlformats.org/drawingml/2006/main">
              <a:ext uri="{FF2B5EF4-FFF2-40B4-BE49-F238E27FC236}">
                <a16:creationId xmlns:a16="http://schemas.microsoft.com/office/drawing/2014/main" id="{CE0AA8DF-9917-44C0-B75A-88CE0DEA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810">
            <a:extLst xmlns:a="http://schemas.openxmlformats.org/drawingml/2006/main">
              <a:ext uri="{FF2B5EF4-FFF2-40B4-BE49-F238E27FC236}">
                <a16:creationId xmlns:a16="http://schemas.microsoft.com/office/drawing/2014/main" id="{FB3301B5-5F1B-490E-9F0E-38843E11B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11">
            <a:extLst xmlns:a="http://schemas.openxmlformats.org/drawingml/2006/main">
              <a:ext uri="{FF2B5EF4-FFF2-40B4-BE49-F238E27FC236}">
                <a16:creationId xmlns:a16="http://schemas.microsoft.com/office/drawing/2014/main" id="{F0854742-3792-487C-9A6C-7A8E82C2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812">
            <a:extLst xmlns:a="http://schemas.openxmlformats.org/drawingml/2006/main">
              <a:ext uri="{FF2B5EF4-FFF2-40B4-BE49-F238E27FC236}">
                <a16:creationId xmlns:a16="http://schemas.microsoft.com/office/drawing/2014/main" id="{FA986A28-A545-44F6-B975-E1AD2A51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13">
            <a:extLst xmlns:a="http://schemas.openxmlformats.org/drawingml/2006/main">
              <a:ext uri="{FF2B5EF4-FFF2-40B4-BE49-F238E27FC236}">
                <a16:creationId xmlns:a16="http://schemas.microsoft.com/office/drawing/2014/main" id="{D36E49A0-4490-449C-B26A-24F4D0B6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14">
            <a:extLst xmlns:a="http://schemas.openxmlformats.org/drawingml/2006/main">
              <a:ext uri="{FF2B5EF4-FFF2-40B4-BE49-F238E27FC236}">
                <a16:creationId xmlns:a16="http://schemas.microsoft.com/office/drawing/2014/main" id="{839931E1-B4A9-4D18-959D-6F8ED1BB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815">
            <a:extLst xmlns:a="http://schemas.openxmlformats.org/drawingml/2006/main">
              <a:ext uri="{FF2B5EF4-FFF2-40B4-BE49-F238E27FC236}">
                <a16:creationId xmlns:a16="http://schemas.microsoft.com/office/drawing/2014/main" id="{62BF5EAF-1493-4CC2-A8C0-B41FC345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816">
            <a:extLst xmlns:a="http://schemas.openxmlformats.org/drawingml/2006/main">
              <a:ext uri="{FF2B5EF4-FFF2-40B4-BE49-F238E27FC236}">
                <a16:creationId xmlns:a16="http://schemas.microsoft.com/office/drawing/2014/main" id="{5C67CAB8-A165-48EB-9B85-A1F869E6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17">
            <a:extLst xmlns:a="http://schemas.openxmlformats.org/drawingml/2006/main">
              <a:ext uri="{FF2B5EF4-FFF2-40B4-BE49-F238E27FC236}">
                <a16:creationId xmlns:a16="http://schemas.microsoft.com/office/drawing/2014/main" id="{7B9BC42B-2558-4E4B-9940-4FBFC116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818">
            <a:extLst xmlns:a="http://schemas.openxmlformats.org/drawingml/2006/main">
              <a:ext uri="{FF2B5EF4-FFF2-40B4-BE49-F238E27FC236}">
                <a16:creationId xmlns:a16="http://schemas.microsoft.com/office/drawing/2014/main" id="{2661F5A4-A65C-4ADD-B9A7-A16BFDA8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19">
            <a:extLst xmlns:a="http://schemas.openxmlformats.org/drawingml/2006/main">
              <a:ext uri="{FF2B5EF4-FFF2-40B4-BE49-F238E27FC236}">
                <a16:creationId xmlns:a16="http://schemas.microsoft.com/office/drawing/2014/main" id="{1435EFAC-E8E9-42E5-B477-B818BEA8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20">
            <a:extLst xmlns:a="http://schemas.openxmlformats.org/drawingml/2006/main">
              <a:ext uri="{FF2B5EF4-FFF2-40B4-BE49-F238E27FC236}">
                <a16:creationId xmlns:a16="http://schemas.microsoft.com/office/drawing/2014/main" id="{EC528C7E-313B-4C67-BE24-E59997B6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821">
            <a:extLst xmlns:a="http://schemas.openxmlformats.org/drawingml/2006/main">
              <a:ext uri="{FF2B5EF4-FFF2-40B4-BE49-F238E27FC236}">
                <a16:creationId xmlns:a16="http://schemas.microsoft.com/office/drawing/2014/main" id="{0AB6D301-78B9-46B0-9A18-26C48A7C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822">
            <a:extLst xmlns:a="http://schemas.openxmlformats.org/drawingml/2006/main">
              <a:ext uri="{FF2B5EF4-FFF2-40B4-BE49-F238E27FC236}">
                <a16:creationId xmlns:a16="http://schemas.microsoft.com/office/drawing/2014/main" id="{A3DD0A32-FCEF-4DF2-B512-FA5C2573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23">
            <a:extLst xmlns:a="http://schemas.openxmlformats.org/drawingml/2006/main">
              <a:ext uri="{FF2B5EF4-FFF2-40B4-BE49-F238E27FC236}">
                <a16:creationId xmlns:a16="http://schemas.microsoft.com/office/drawing/2014/main" id="{1761E4CE-62B2-4B25-B440-4B8DBC8A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824">
            <a:extLst xmlns:a="http://schemas.openxmlformats.org/drawingml/2006/main">
              <a:ext uri="{FF2B5EF4-FFF2-40B4-BE49-F238E27FC236}">
                <a16:creationId xmlns:a16="http://schemas.microsoft.com/office/drawing/2014/main" id="{E0BF4BE4-8CBC-4694-AE88-CB0CA260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25">
            <a:extLst xmlns:a="http://schemas.openxmlformats.org/drawingml/2006/main">
              <a:ext uri="{FF2B5EF4-FFF2-40B4-BE49-F238E27FC236}">
                <a16:creationId xmlns:a16="http://schemas.microsoft.com/office/drawing/2014/main" id="{9B8C5BEC-6E53-49D6-B29C-9DB02B04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26">
            <a:extLst xmlns:a="http://schemas.openxmlformats.org/drawingml/2006/main">
              <a:ext uri="{FF2B5EF4-FFF2-40B4-BE49-F238E27FC236}">
                <a16:creationId xmlns:a16="http://schemas.microsoft.com/office/drawing/2014/main" id="{6D1EDCA7-A12C-4E99-90DA-9A7AC57E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827">
            <a:extLst xmlns:a="http://schemas.openxmlformats.org/drawingml/2006/main">
              <a:ext uri="{FF2B5EF4-FFF2-40B4-BE49-F238E27FC236}">
                <a16:creationId xmlns:a16="http://schemas.microsoft.com/office/drawing/2014/main" id="{63A3CE0E-762D-4378-9B5E-6B2A98CE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828">
            <a:extLst xmlns:a="http://schemas.openxmlformats.org/drawingml/2006/main">
              <a:ext uri="{FF2B5EF4-FFF2-40B4-BE49-F238E27FC236}">
                <a16:creationId xmlns:a16="http://schemas.microsoft.com/office/drawing/2014/main" id="{89A7B954-B5C8-4AD3-B9FF-A092598E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829">
            <a:extLst xmlns:a="http://schemas.openxmlformats.org/drawingml/2006/main">
              <a:ext uri="{FF2B5EF4-FFF2-40B4-BE49-F238E27FC236}">
                <a16:creationId xmlns:a16="http://schemas.microsoft.com/office/drawing/2014/main" id="{E5B402D2-E981-4B83-B781-3E528C92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830">
            <a:extLst xmlns:a="http://schemas.openxmlformats.org/drawingml/2006/main">
              <a:ext uri="{FF2B5EF4-FFF2-40B4-BE49-F238E27FC236}">
                <a16:creationId xmlns:a16="http://schemas.microsoft.com/office/drawing/2014/main" id="{5EFEB9FB-1B0F-4822-8B2C-52C9CD96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831">
            <a:extLst xmlns:a="http://schemas.openxmlformats.org/drawingml/2006/main">
              <a:ext uri="{FF2B5EF4-FFF2-40B4-BE49-F238E27FC236}">
                <a16:creationId xmlns:a16="http://schemas.microsoft.com/office/drawing/2014/main" id="{410897D5-CCE4-4707-BE43-6A2442D3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832">
            <a:extLst xmlns:a="http://schemas.openxmlformats.org/drawingml/2006/main">
              <a:ext uri="{FF2B5EF4-FFF2-40B4-BE49-F238E27FC236}">
                <a16:creationId xmlns:a16="http://schemas.microsoft.com/office/drawing/2014/main" id="{1D7EC01E-7B28-4ECC-82AD-5E5CE8EF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833">
            <a:extLst xmlns:a="http://schemas.openxmlformats.org/drawingml/2006/main">
              <a:ext uri="{FF2B5EF4-FFF2-40B4-BE49-F238E27FC236}">
                <a16:creationId xmlns:a16="http://schemas.microsoft.com/office/drawing/2014/main" id="{F0BDC8F4-FCC7-432F-A4A8-AFE685B4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834">
            <a:extLst xmlns:a="http://schemas.openxmlformats.org/drawingml/2006/main">
              <a:ext uri="{FF2B5EF4-FFF2-40B4-BE49-F238E27FC236}">
                <a16:creationId xmlns:a16="http://schemas.microsoft.com/office/drawing/2014/main" id="{56507DDB-95A2-4355-BDA7-986F32D3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6903979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35">
            <a:extLst xmlns:a="http://schemas.openxmlformats.org/drawingml/2006/main">
              <a:ext uri="{FF2B5EF4-FFF2-40B4-BE49-F238E27FC236}">
                <a16:creationId xmlns:a16="http://schemas.microsoft.com/office/drawing/2014/main" id="{83D251F4-B06F-49B9-BAE7-8B54E319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C9FCBA-5767-4B82-8EB5-9EB07A7C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8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37">
            <a:extLst xmlns:a="http://schemas.openxmlformats.org/drawingml/2006/main">
              <a:ext uri="{FF2B5EF4-FFF2-40B4-BE49-F238E27FC236}">
                <a16:creationId xmlns:a16="http://schemas.microsoft.com/office/drawing/2014/main" id="{029D99A6-DC9A-4AE1-9AC6-827E35C8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FB840A7-9848-4D40-9DAA-14F63B1AB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838">
            <a:extLst xmlns:a="http://schemas.openxmlformats.org/drawingml/2006/main">
              <a:ext uri="{FF2B5EF4-FFF2-40B4-BE49-F238E27FC236}">
                <a16:creationId xmlns:a16="http://schemas.microsoft.com/office/drawing/2014/main" id="{B4D29CFA-0F67-488E-B076-FA28FEC7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39">
            <a:extLst xmlns:a="http://schemas.openxmlformats.org/drawingml/2006/main">
              <a:ext uri="{FF2B5EF4-FFF2-40B4-BE49-F238E27FC236}">
                <a16:creationId xmlns:a16="http://schemas.microsoft.com/office/drawing/2014/main" id="{0F6D2D68-8C17-41DC-8CD2-DFA4316C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840">
            <a:extLst xmlns:a="http://schemas.openxmlformats.org/drawingml/2006/main">
              <a:ext uri="{FF2B5EF4-FFF2-40B4-BE49-F238E27FC236}">
                <a16:creationId xmlns:a16="http://schemas.microsoft.com/office/drawing/2014/main" id="{1BF939E8-3C56-446C-9EC7-9210C6DC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841">
            <a:extLst xmlns:a="http://schemas.openxmlformats.org/drawingml/2006/main">
              <a:ext uri="{FF2B5EF4-FFF2-40B4-BE49-F238E27FC236}">
                <a16:creationId xmlns:a16="http://schemas.microsoft.com/office/drawing/2014/main" id="{1B39AF63-AB21-4673-881F-67D6B208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842">
            <a:extLst xmlns:a="http://schemas.openxmlformats.org/drawingml/2006/main">
              <a:ext uri="{FF2B5EF4-FFF2-40B4-BE49-F238E27FC236}">
                <a16:creationId xmlns:a16="http://schemas.microsoft.com/office/drawing/2014/main" id="{F37EDCC8-933B-43B6-AB3E-10A1AB71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43">
            <a:extLst xmlns:a="http://schemas.openxmlformats.org/drawingml/2006/main">
              <a:ext uri="{FF2B5EF4-FFF2-40B4-BE49-F238E27FC236}">
                <a16:creationId xmlns:a16="http://schemas.microsoft.com/office/drawing/2014/main" id="{7CF1E4DF-A6CA-4C18-AABC-4CA90F9F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844">
            <a:extLst xmlns:a="http://schemas.openxmlformats.org/drawingml/2006/main">
              <a:ext uri="{FF2B5EF4-FFF2-40B4-BE49-F238E27FC236}">
                <a16:creationId xmlns:a16="http://schemas.microsoft.com/office/drawing/2014/main" id="{FADEF612-1ABE-431D-B16C-F7E56808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845">
            <a:extLst xmlns:a="http://schemas.openxmlformats.org/drawingml/2006/main">
              <a:ext uri="{FF2B5EF4-FFF2-40B4-BE49-F238E27FC236}">
                <a16:creationId xmlns:a16="http://schemas.microsoft.com/office/drawing/2014/main" id="{620F2823-CF44-4269-9F2E-BC4F6186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846">
            <a:extLst xmlns:a="http://schemas.openxmlformats.org/drawingml/2006/main">
              <a:ext uri="{FF2B5EF4-FFF2-40B4-BE49-F238E27FC236}">
                <a16:creationId xmlns:a16="http://schemas.microsoft.com/office/drawing/2014/main" id="{546A7D41-A182-450B-AF8F-6B4D9740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47">
            <a:extLst xmlns:a="http://schemas.openxmlformats.org/drawingml/2006/main">
              <a:ext uri="{FF2B5EF4-FFF2-40B4-BE49-F238E27FC236}">
                <a16:creationId xmlns:a16="http://schemas.microsoft.com/office/drawing/2014/main" id="{6F10C90D-ADDC-454D-8673-A4690360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848">
            <a:extLst xmlns:a="http://schemas.openxmlformats.org/drawingml/2006/main">
              <a:ext uri="{FF2B5EF4-FFF2-40B4-BE49-F238E27FC236}">
                <a16:creationId xmlns:a16="http://schemas.microsoft.com/office/drawing/2014/main" id="{5C7A357C-FCC9-47E3-82C1-FE1BB266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849">
            <a:extLst xmlns:a="http://schemas.openxmlformats.org/drawingml/2006/main">
              <a:ext uri="{FF2B5EF4-FFF2-40B4-BE49-F238E27FC236}">
                <a16:creationId xmlns:a16="http://schemas.microsoft.com/office/drawing/2014/main" id="{2429DA3C-2518-46DB-A039-46F5993B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15363406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50">
            <a:extLst xmlns:a="http://schemas.openxmlformats.org/drawingml/2006/main">
              <a:ext uri="{FF2B5EF4-FFF2-40B4-BE49-F238E27FC236}">
                <a16:creationId xmlns:a16="http://schemas.microsoft.com/office/drawing/2014/main" id="{5790B419-C6E5-495E-B5E7-698495E6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8F6BE6-3993-4299-B77A-846F2F63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8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52">
            <a:extLst xmlns:a="http://schemas.openxmlformats.org/drawingml/2006/main">
              <a:ext uri="{FF2B5EF4-FFF2-40B4-BE49-F238E27FC236}">
                <a16:creationId xmlns:a16="http://schemas.microsoft.com/office/drawing/2014/main" id="{941B3D3F-D20D-448C-BDB6-ABAB4419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7B06752-2E40-4B46-9C77-EA8C1E12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853">
            <a:extLst xmlns:a="http://schemas.openxmlformats.org/drawingml/2006/main">
              <a:ext uri="{FF2B5EF4-FFF2-40B4-BE49-F238E27FC236}">
                <a16:creationId xmlns:a16="http://schemas.microsoft.com/office/drawing/2014/main" id="{F52EF756-9DD8-468A-84F1-7090A700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854">
            <a:extLst xmlns:a="http://schemas.openxmlformats.org/drawingml/2006/main">
              <a:ext uri="{FF2B5EF4-FFF2-40B4-BE49-F238E27FC236}">
                <a16:creationId xmlns:a16="http://schemas.microsoft.com/office/drawing/2014/main" id="{062C91C4-D717-498B-965F-5871603D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55">
            <a:extLst xmlns:a="http://schemas.openxmlformats.org/drawingml/2006/main">
              <a:ext uri="{FF2B5EF4-FFF2-40B4-BE49-F238E27FC236}">
                <a16:creationId xmlns:a16="http://schemas.microsoft.com/office/drawing/2014/main" id="{5561F775-71DA-4558-9D6A-F5113007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856">
            <a:extLst xmlns:a="http://schemas.openxmlformats.org/drawingml/2006/main">
              <a:ext uri="{FF2B5EF4-FFF2-40B4-BE49-F238E27FC236}">
                <a16:creationId xmlns:a16="http://schemas.microsoft.com/office/drawing/2014/main" id="{C5012680-2ED1-4508-9A22-F92CCE81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857">
            <a:extLst xmlns:a="http://schemas.openxmlformats.org/drawingml/2006/main">
              <a:ext uri="{FF2B5EF4-FFF2-40B4-BE49-F238E27FC236}">
                <a16:creationId xmlns:a16="http://schemas.microsoft.com/office/drawing/2014/main" id="{8F592830-05E2-4417-96AD-764E168A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858">
            <a:extLst xmlns:a="http://schemas.openxmlformats.org/drawingml/2006/main">
              <a:ext uri="{FF2B5EF4-FFF2-40B4-BE49-F238E27FC236}">
                <a16:creationId xmlns:a16="http://schemas.microsoft.com/office/drawing/2014/main" id="{DDC176B7-6674-4FEF-9208-F0D6CB19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859">
            <a:extLst xmlns:a="http://schemas.openxmlformats.org/drawingml/2006/main">
              <a:ext uri="{FF2B5EF4-FFF2-40B4-BE49-F238E27FC236}">
                <a16:creationId xmlns:a16="http://schemas.microsoft.com/office/drawing/2014/main" id="{AB63CF86-C4F4-4112-B62A-ED8203D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860">
            <a:extLst xmlns:a="http://schemas.openxmlformats.org/drawingml/2006/main">
              <a:ext uri="{FF2B5EF4-FFF2-40B4-BE49-F238E27FC236}">
                <a16:creationId xmlns:a16="http://schemas.microsoft.com/office/drawing/2014/main" id="{1B155B4A-70E2-4881-A4E5-38AF9505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861">
            <a:extLst xmlns:a="http://schemas.openxmlformats.org/drawingml/2006/main">
              <a:ext uri="{FF2B5EF4-FFF2-40B4-BE49-F238E27FC236}">
                <a16:creationId xmlns:a16="http://schemas.microsoft.com/office/drawing/2014/main" id="{5ACB571C-610B-442E-9FFE-48193AA4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862">
            <a:extLst xmlns:a="http://schemas.openxmlformats.org/drawingml/2006/main">
              <a:ext uri="{FF2B5EF4-FFF2-40B4-BE49-F238E27FC236}">
                <a16:creationId xmlns:a16="http://schemas.microsoft.com/office/drawing/2014/main" id="{04A5DB21-1608-4A60-B097-03D45D0F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19252249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863">
            <a:extLst xmlns:a="http://schemas.openxmlformats.org/drawingml/2006/main">
              <a:ext uri="{FF2B5EF4-FFF2-40B4-BE49-F238E27FC236}">
                <a16:creationId xmlns:a16="http://schemas.microsoft.com/office/drawing/2014/main" id="{FC767734-6AA7-4E27-B0ED-4ED93B46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31BE2A-AF9B-47BC-849B-C7FAEF40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8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65">
            <a:extLst xmlns:a="http://schemas.openxmlformats.org/drawingml/2006/main">
              <a:ext uri="{FF2B5EF4-FFF2-40B4-BE49-F238E27FC236}">
                <a16:creationId xmlns:a16="http://schemas.microsoft.com/office/drawing/2014/main" id="{00F2D3E2-295F-46E7-86E8-3A764FBD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88B120-6FE4-425B-BC74-10B61192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866">
            <a:extLst xmlns:a="http://schemas.openxmlformats.org/drawingml/2006/main">
              <a:ext uri="{FF2B5EF4-FFF2-40B4-BE49-F238E27FC236}">
                <a16:creationId xmlns:a16="http://schemas.microsoft.com/office/drawing/2014/main" id="{59B5E07B-0DD9-4838-B410-C37156AA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867">
            <a:extLst xmlns:a="http://schemas.openxmlformats.org/drawingml/2006/main">
              <a:ext uri="{FF2B5EF4-FFF2-40B4-BE49-F238E27FC236}">
                <a16:creationId xmlns:a16="http://schemas.microsoft.com/office/drawing/2014/main" id="{E044066E-87F7-4E59-B932-A4F60029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68">
            <a:extLst xmlns:a="http://schemas.openxmlformats.org/drawingml/2006/main">
              <a:ext uri="{FF2B5EF4-FFF2-40B4-BE49-F238E27FC236}">
                <a16:creationId xmlns:a16="http://schemas.microsoft.com/office/drawing/2014/main" id="{74F7D092-EF65-4BF0-96F0-200BDBDB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869">
            <a:extLst xmlns:a="http://schemas.openxmlformats.org/drawingml/2006/main">
              <a:ext uri="{FF2B5EF4-FFF2-40B4-BE49-F238E27FC236}">
                <a16:creationId xmlns:a16="http://schemas.microsoft.com/office/drawing/2014/main" id="{4170D612-28C8-4259-8DDC-540891D1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870">
            <a:extLst xmlns:a="http://schemas.openxmlformats.org/drawingml/2006/main">
              <a:ext uri="{FF2B5EF4-FFF2-40B4-BE49-F238E27FC236}">
                <a16:creationId xmlns:a16="http://schemas.microsoft.com/office/drawing/2014/main" id="{6D10FBB8-2031-4FC3-B177-1606707E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871">
            <a:extLst xmlns:a="http://schemas.openxmlformats.org/drawingml/2006/main">
              <a:ext uri="{FF2B5EF4-FFF2-40B4-BE49-F238E27FC236}">
                <a16:creationId xmlns:a16="http://schemas.microsoft.com/office/drawing/2014/main" id="{AC11BD9C-7AA3-4DF5-8E7D-4165F03F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ad770d39784fb0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6f03fa367472b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872">
            <a:extLst xmlns:a="http://schemas.openxmlformats.org/drawingml/2006/main">
              <a:ext uri="{FF2B5EF4-FFF2-40B4-BE49-F238E27FC236}">
                <a16:creationId xmlns:a16="http://schemas.microsoft.com/office/drawing/2014/main" id="{894633B6-64C8-43DF-98E7-6339A669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fa037c399564dc6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7fc60d2184291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873">
            <a:extLst xmlns:a="http://schemas.openxmlformats.org/drawingml/2006/main">
              <a:ext uri="{FF2B5EF4-FFF2-40B4-BE49-F238E27FC236}">
                <a16:creationId xmlns:a16="http://schemas.microsoft.com/office/drawing/2014/main" id="{31F88325-8FF0-43B5-A785-BBA94FD0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874">
            <a:extLst xmlns:a="http://schemas.openxmlformats.org/drawingml/2006/main">
              <a:ext uri="{FF2B5EF4-FFF2-40B4-BE49-F238E27FC236}">
                <a16:creationId xmlns:a16="http://schemas.microsoft.com/office/drawing/2014/main" id="{F003BC68-9FF0-4437-AA08-CBF0E921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875">
            <a:extLst xmlns:a="http://schemas.openxmlformats.org/drawingml/2006/main">
              <a:ext uri="{FF2B5EF4-FFF2-40B4-BE49-F238E27FC236}">
                <a16:creationId xmlns:a16="http://schemas.microsoft.com/office/drawing/2014/main" id="{A301B8AA-BC78-4FD9-9A6A-835DCA52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876">
            <a:extLst xmlns:a="http://schemas.openxmlformats.org/drawingml/2006/main">
              <a:ext uri="{FF2B5EF4-FFF2-40B4-BE49-F238E27FC236}">
                <a16:creationId xmlns:a16="http://schemas.microsoft.com/office/drawing/2014/main" id="{9BFAA4B6-BBAE-4FC8-952B-3C9B82EE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877">
            <a:extLst xmlns:a="http://schemas.openxmlformats.org/drawingml/2006/main">
              <a:ext uri="{FF2B5EF4-FFF2-40B4-BE49-F238E27FC236}">
                <a16:creationId xmlns:a16="http://schemas.microsoft.com/office/drawing/2014/main" id="{ADC70075-6A90-486E-9B99-EAE909A5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6bc7a9db133496f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e031bf1ea4b7b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878">
            <a:extLst xmlns:a="http://schemas.openxmlformats.org/drawingml/2006/main">
              <a:ext uri="{FF2B5EF4-FFF2-40B4-BE49-F238E27FC236}">
                <a16:creationId xmlns:a16="http://schemas.microsoft.com/office/drawing/2014/main" id="{2B843852-9A7E-4F9E-A41C-F45E99AB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80fd1a5d5264b91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a57b8b9274215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879">
            <a:extLst xmlns:a="http://schemas.openxmlformats.org/drawingml/2006/main">
              <a:ext uri="{FF2B5EF4-FFF2-40B4-BE49-F238E27FC236}">
                <a16:creationId xmlns:a16="http://schemas.microsoft.com/office/drawing/2014/main" id="{0C9F1ECF-5408-4AA3-80F1-7D018578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880">
            <a:extLst xmlns:a="http://schemas.openxmlformats.org/drawingml/2006/main">
              <a:ext uri="{FF2B5EF4-FFF2-40B4-BE49-F238E27FC236}">
                <a16:creationId xmlns:a16="http://schemas.microsoft.com/office/drawing/2014/main" id="{17252B22-93B1-4B73-9610-0BF99A8A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881">
            <a:extLst xmlns:a="http://schemas.openxmlformats.org/drawingml/2006/main">
              <a:ext uri="{FF2B5EF4-FFF2-40B4-BE49-F238E27FC236}">
                <a16:creationId xmlns:a16="http://schemas.microsoft.com/office/drawing/2014/main" id="{D761F3F2-BC9B-498D-AF7A-80AABCF7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882">
            <a:extLst xmlns:a="http://schemas.openxmlformats.org/drawingml/2006/main">
              <a:ext uri="{FF2B5EF4-FFF2-40B4-BE49-F238E27FC236}">
                <a16:creationId xmlns:a16="http://schemas.microsoft.com/office/drawing/2014/main" id="{F5C16C97-44D9-48E4-88F3-DA76B743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883">
            <a:extLst xmlns:a="http://schemas.openxmlformats.org/drawingml/2006/main">
              <a:ext uri="{FF2B5EF4-FFF2-40B4-BE49-F238E27FC236}">
                <a16:creationId xmlns:a16="http://schemas.microsoft.com/office/drawing/2014/main" id="{D270C759-7943-4858-93D2-3EF47DC8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50eda1cdc0b49a8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025f523544546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884">
            <a:extLst xmlns:a="http://schemas.openxmlformats.org/drawingml/2006/main">
              <a:ext uri="{FF2B5EF4-FFF2-40B4-BE49-F238E27FC236}">
                <a16:creationId xmlns:a16="http://schemas.microsoft.com/office/drawing/2014/main" id="{9E0FE217-8684-45B2-80C3-274ACECD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a4d30fabdd4d2e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f882eba524f4e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6963264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885">
            <a:extLst xmlns:a="http://schemas.openxmlformats.org/drawingml/2006/main">
              <a:ext uri="{FF2B5EF4-FFF2-40B4-BE49-F238E27FC236}">
                <a16:creationId xmlns:a16="http://schemas.microsoft.com/office/drawing/2014/main" id="{26073F3B-AF23-4466-B66D-B1BBD70E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BBB21D-0BA1-412B-829F-B86CA47E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8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87">
            <a:extLst xmlns:a="http://schemas.openxmlformats.org/drawingml/2006/main">
              <a:ext uri="{FF2B5EF4-FFF2-40B4-BE49-F238E27FC236}">
                <a16:creationId xmlns:a16="http://schemas.microsoft.com/office/drawing/2014/main" id="{0B096315-B430-494A-89C0-ADCBE4BD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C38C56-C107-4A8B-94DE-46C435A6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888">
            <a:extLst xmlns:a="http://schemas.openxmlformats.org/drawingml/2006/main">
              <a:ext uri="{FF2B5EF4-FFF2-40B4-BE49-F238E27FC236}">
                <a16:creationId xmlns:a16="http://schemas.microsoft.com/office/drawing/2014/main" id="{3BD220D1-2342-43CF-98D7-33A37580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889">
            <a:extLst xmlns:a="http://schemas.openxmlformats.org/drawingml/2006/main">
              <a:ext uri="{FF2B5EF4-FFF2-40B4-BE49-F238E27FC236}">
                <a16:creationId xmlns:a16="http://schemas.microsoft.com/office/drawing/2014/main" id="{F5BA4878-98F8-4832-A247-19804336F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90">
            <a:extLst xmlns:a="http://schemas.openxmlformats.org/drawingml/2006/main">
              <a:ext uri="{FF2B5EF4-FFF2-40B4-BE49-F238E27FC236}">
                <a16:creationId xmlns:a16="http://schemas.microsoft.com/office/drawing/2014/main" id="{A54B353A-F23C-4EA7-8CB8-F69CCA64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891">
            <a:extLst xmlns:a="http://schemas.openxmlformats.org/drawingml/2006/main">
              <a:ext uri="{FF2B5EF4-FFF2-40B4-BE49-F238E27FC236}">
                <a16:creationId xmlns:a16="http://schemas.microsoft.com/office/drawing/2014/main" id="{CFEA03EB-6979-4F48-ADA5-D62BAF6D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892">
            <a:extLst xmlns:a="http://schemas.openxmlformats.org/drawingml/2006/main">
              <a:ext uri="{FF2B5EF4-FFF2-40B4-BE49-F238E27FC236}">
                <a16:creationId xmlns:a16="http://schemas.microsoft.com/office/drawing/2014/main" id="{FAABDF53-1637-4DFC-9915-F37F7C13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893">
            <a:extLst xmlns:a="http://schemas.openxmlformats.org/drawingml/2006/main">
              <a:ext uri="{FF2B5EF4-FFF2-40B4-BE49-F238E27FC236}">
                <a16:creationId xmlns:a16="http://schemas.microsoft.com/office/drawing/2014/main" id="{0F3C68E1-66AA-4FB5-8749-B46BDAC0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0367c856cd24f25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ac94f338604626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894">
            <a:extLst xmlns:a="http://schemas.openxmlformats.org/drawingml/2006/main">
              <a:ext uri="{FF2B5EF4-FFF2-40B4-BE49-F238E27FC236}">
                <a16:creationId xmlns:a16="http://schemas.microsoft.com/office/drawing/2014/main" id="{9275F470-980D-4191-B2BC-425CEC35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3bb6ef738024eae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2c636c062f412a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895">
            <a:extLst xmlns:a="http://schemas.openxmlformats.org/drawingml/2006/main">
              <a:ext uri="{FF2B5EF4-FFF2-40B4-BE49-F238E27FC236}">
                <a16:creationId xmlns:a16="http://schemas.microsoft.com/office/drawing/2014/main" id="{72A7E595-677E-45DD-9819-79F3FCA4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896">
            <a:extLst xmlns:a="http://schemas.openxmlformats.org/drawingml/2006/main">
              <a:ext uri="{FF2B5EF4-FFF2-40B4-BE49-F238E27FC236}">
                <a16:creationId xmlns:a16="http://schemas.microsoft.com/office/drawing/2014/main" id="{EFDEA7C5-911E-456D-8780-022D0784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897">
            <a:extLst xmlns:a="http://schemas.openxmlformats.org/drawingml/2006/main">
              <a:ext uri="{FF2B5EF4-FFF2-40B4-BE49-F238E27FC236}">
                <a16:creationId xmlns:a16="http://schemas.microsoft.com/office/drawing/2014/main" id="{5DA2B01E-6EBA-4C52-AE2A-A8755C8D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898">
            <a:extLst xmlns:a="http://schemas.openxmlformats.org/drawingml/2006/main">
              <a:ext uri="{FF2B5EF4-FFF2-40B4-BE49-F238E27FC236}">
                <a16:creationId xmlns:a16="http://schemas.microsoft.com/office/drawing/2014/main" id="{118174CE-BF60-46F4-B136-7BC53AEA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899">
            <a:extLst xmlns:a="http://schemas.openxmlformats.org/drawingml/2006/main">
              <a:ext uri="{FF2B5EF4-FFF2-40B4-BE49-F238E27FC236}">
                <a16:creationId xmlns:a16="http://schemas.microsoft.com/office/drawing/2014/main" id="{BAF3E083-8556-41A4-A409-07DC5472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d1217aa2dc47db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5c521e07884136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900">
            <a:extLst xmlns:a="http://schemas.openxmlformats.org/drawingml/2006/main">
              <a:ext uri="{FF2B5EF4-FFF2-40B4-BE49-F238E27FC236}">
                <a16:creationId xmlns:a16="http://schemas.microsoft.com/office/drawing/2014/main" id="{C9071E57-B71A-4F61-AD28-4FDB2684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c841fcf88348e8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d6867362e4096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901">
            <a:extLst xmlns:a="http://schemas.openxmlformats.org/drawingml/2006/main">
              <a:ext uri="{FF2B5EF4-FFF2-40B4-BE49-F238E27FC236}">
                <a16:creationId xmlns:a16="http://schemas.microsoft.com/office/drawing/2014/main" id="{15DA95C1-E943-4FB2-BD06-64484B7A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902">
            <a:extLst xmlns:a="http://schemas.openxmlformats.org/drawingml/2006/main">
              <a:ext uri="{FF2B5EF4-FFF2-40B4-BE49-F238E27FC236}">
                <a16:creationId xmlns:a16="http://schemas.microsoft.com/office/drawing/2014/main" id="{11096A44-8E79-48F9-8F15-B8D97201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903">
            <a:extLst xmlns:a="http://schemas.openxmlformats.org/drawingml/2006/main">
              <a:ext uri="{FF2B5EF4-FFF2-40B4-BE49-F238E27FC236}">
                <a16:creationId xmlns:a16="http://schemas.microsoft.com/office/drawing/2014/main" id="{CDED0624-FCE1-45B4-AEA4-BE2EF762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904">
            <a:extLst xmlns:a="http://schemas.openxmlformats.org/drawingml/2006/main">
              <a:ext uri="{FF2B5EF4-FFF2-40B4-BE49-F238E27FC236}">
                <a16:creationId xmlns:a16="http://schemas.microsoft.com/office/drawing/2014/main" id="{B38169B6-7A1C-4890-B480-36ADBB095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905">
            <a:extLst xmlns:a="http://schemas.openxmlformats.org/drawingml/2006/main">
              <a:ext uri="{FF2B5EF4-FFF2-40B4-BE49-F238E27FC236}">
                <a16:creationId xmlns:a16="http://schemas.microsoft.com/office/drawing/2014/main" id="{47B7ABB2-D248-4FEB-B7FF-6B97069D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44d0c84973a433f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efe920c45843d7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906">
            <a:extLst xmlns:a="http://schemas.openxmlformats.org/drawingml/2006/main">
              <a:ext uri="{FF2B5EF4-FFF2-40B4-BE49-F238E27FC236}">
                <a16:creationId xmlns:a16="http://schemas.microsoft.com/office/drawing/2014/main" id="{B5132A58-0E97-48F0-84EB-68A2E093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12826750a8c4c2a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6f45c5561b4d94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6866471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07">
            <a:extLst xmlns:a="http://schemas.openxmlformats.org/drawingml/2006/main">
              <a:ext uri="{FF2B5EF4-FFF2-40B4-BE49-F238E27FC236}">
                <a16:creationId xmlns:a16="http://schemas.microsoft.com/office/drawing/2014/main" id="{9E5EA3F4-4476-42F2-8FF3-C3E2F827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908">
            <a:extLst xmlns:a="http://schemas.openxmlformats.org/drawingml/2006/main">
              <a:ext uri="{FF2B5EF4-FFF2-40B4-BE49-F238E27FC236}">
                <a16:creationId xmlns:a16="http://schemas.microsoft.com/office/drawing/2014/main" id="{E4B641E7-8342-43F9-960D-9402A822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909">
            <a:extLst xmlns:a="http://schemas.openxmlformats.org/drawingml/2006/main">
              <a:ext uri="{FF2B5EF4-FFF2-40B4-BE49-F238E27FC236}">
                <a16:creationId xmlns:a16="http://schemas.microsoft.com/office/drawing/2014/main" id="{B7165F7D-043B-4617-B8BF-91047C5C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910">
            <a:extLst xmlns:a="http://schemas.openxmlformats.org/drawingml/2006/main">
              <a:ext uri="{FF2B5EF4-FFF2-40B4-BE49-F238E27FC236}">
                <a16:creationId xmlns:a16="http://schemas.microsoft.com/office/drawing/2014/main" id="{67976C0B-5DBB-4842-97F8-C60B3B8C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911">
            <a:extLst xmlns:a="http://schemas.openxmlformats.org/drawingml/2006/main">
              <a:ext uri="{FF2B5EF4-FFF2-40B4-BE49-F238E27FC236}">
                <a16:creationId xmlns:a16="http://schemas.microsoft.com/office/drawing/2014/main" id="{9AF33C1D-AA92-460A-B2F3-9316F198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912">
            <a:extLst xmlns:a="http://schemas.openxmlformats.org/drawingml/2006/main">
              <a:ext uri="{FF2B5EF4-FFF2-40B4-BE49-F238E27FC236}">
                <a16:creationId xmlns:a16="http://schemas.microsoft.com/office/drawing/2014/main" id="{370DFC46-D8FB-4A88-93F1-CF9536DB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913">
            <a:extLst xmlns:a="http://schemas.openxmlformats.org/drawingml/2006/main">
              <a:ext uri="{FF2B5EF4-FFF2-40B4-BE49-F238E27FC236}">
                <a16:creationId xmlns:a16="http://schemas.microsoft.com/office/drawing/2014/main" id="{B34DF905-7F00-45D7-B689-1F9B5772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914">
            <a:extLst xmlns:a="http://schemas.openxmlformats.org/drawingml/2006/main">
              <a:ext uri="{FF2B5EF4-FFF2-40B4-BE49-F238E27FC236}">
                <a16:creationId xmlns:a16="http://schemas.microsoft.com/office/drawing/2014/main" id="{D4A41E98-80E0-4A80-B678-772A7DEE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915">
            <a:extLst xmlns:a="http://schemas.openxmlformats.org/drawingml/2006/main">
              <a:ext uri="{FF2B5EF4-FFF2-40B4-BE49-F238E27FC236}">
                <a16:creationId xmlns:a16="http://schemas.microsoft.com/office/drawing/2014/main" id="{45794FCB-FF26-4065-94A6-55B6D1E8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9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917">
            <a:extLst xmlns:a="http://schemas.openxmlformats.org/drawingml/2006/main">
              <a:ext uri="{FF2B5EF4-FFF2-40B4-BE49-F238E27FC236}">
                <a16:creationId xmlns:a16="http://schemas.microsoft.com/office/drawing/2014/main" id="{0EF52608-EA7C-419C-A1CE-EDC48A71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7B5B0B5-3D72-4A53-A6AC-88CCDAAA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13" name="text-1576">
            <a:extLst xmlns:a="http://schemas.openxmlformats.org/drawingml/2006/main">
              <a:ext uri="{FF2B5EF4-FFF2-40B4-BE49-F238E27FC236}">
                <a16:creationId xmlns:a16="http://schemas.microsoft.com/office/drawing/2014/main" id="{157EB8BF-AD55-4B89-B0C2-13A918AC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83b7913adf4846"/>
              </a:rPr>
              <a:t>開啟 Antigravity ↗</a:t>
            </a:r>
          </a:p>
        </p:txBody>
      </p:sp>
      <p:sp>
        <p:nvSpPr>
          <p:cNvPr id="14" name="shape-1610">
            <a:extLst xmlns:a="http://schemas.openxmlformats.org/drawingml/2006/main">
              <a:ext uri="{FF2B5EF4-FFF2-40B4-BE49-F238E27FC236}">
                <a16:creationId xmlns:a16="http://schemas.microsoft.com/office/drawing/2014/main" id="{535FE292-3111-4E97-BFCB-DD84E7DB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a115834374e1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11">
            <a:extLst xmlns:a="http://schemas.openxmlformats.org/drawingml/2006/main">
              <a:ext uri="{FF2B5EF4-FFF2-40B4-BE49-F238E27FC236}">
                <a16:creationId xmlns:a16="http://schemas.microsoft.com/office/drawing/2014/main" id="{C0A10E95-9929-4CCF-8A2B-70C72B3B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7338994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918">
            <a:extLst xmlns:a="http://schemas.openxmlformats.org/drawingml/2006/main">
              <a:ext uri="{FF2B5EF4-FFF2-40B4-BE49-F238E27FC236}">
                <a16:creationId xmlns:a16="http://schemas.microsoft.com/office/drawing/2014/main" id="{561164CC-4A1E-4464-877B-0E7AAE8F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2B2A32-19B9-4C6B-81E3-59EFD741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9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20">
            <a:extLst xmlns:a="http://schemas.openxmlformats.org/drawingml/2006/main">
              <a:ext uri="{FF2B5EF4-FFF2-40B4-BE49-F238E27FC236}">
                <a16:creationId xmlns:a16="http://schemas.microsoft.com/office/drawing/2014/main" id="{F5602D38-D69B-4DB2-B412-FD1BA21F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B9FE504-E5A5-480E-B6CF-D33AC1BA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921">
            <a:extLst xmlns:a="http://schemas.openxmlformats.org/drawingml/2006/main">
              <a:ext uri="{FF2B5EF4-FFF2-40B4-BE49-F238E27FC236}">
                <a16:creationId xmlns:a16="http://schemas.microsoft.com/office/drawing/2014/main" id="{41541A50-700F-4B73-924F-BECE4899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922">
            <a:extLst xmlns:a="http://schemas.openxmlformats.org/drawingml/2006/main">
              <a:ext uri="{FF2B5EF4-FFF2-40B4-BE49-F238E27FC236}">
                <a16:creationId xmlns:a16="http://schemas.microsoft.com/office/drawing/2014/main" id="{81CE18EB-4296-42D6-ABCC-B7EFD1A2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23">
            <a:extLst xmlns:a="http://schemas.openxmlformats.org/drawingml/2006/main">
              <a:ext uri="{FF2B5EF4-FFF2-40B4-BE49-F238E27FC236}">
                <a16:creationId xmlns:a16="http://schemas.microsoft.com/office/drawing/2014/main" id="{68910269-F251-4621-97D6-AA1A81F4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924">
            <a:extLst xmlns:a="http://schemas.openxmlformats.org/drawingml/2006/main">
              <a:ext uri="{FF2B5EF4-FFF2-40B4-BE49-F238E27FC236}">
                <a16:creationId xmlns:a16="http://schemas.microsoft.com/office/drawing/2014/main" id="{B9FFA50C-8739-49A4-8DFB-F8F06091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925">
            <a:extLst xmlns:a="http://schemas.openxmlformats.org/drawingml/2006/main">
              <a:ext uri="{FF2B5EF4-FFF2-40B4-BE49-F238E27FC236}">
                <a16:creationId xmlns:a16="http://schemas.microsoft.com/office/drawing/2014/main" id="{0127589C-F1AC-4CC3-82BB-340536DE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926">
            <a:extLst xmlns:a="http://schemas.openxmlformats.org/drawingml/2006/main">
              <a:ext uri="{FF2B5EF4-FFF2-40B4-BE49-F238E27FC236}">
                <a16:creationId xmlns:a16="http://schemas.microsoft.com/office/drawing/2014/main" id="{B5619256-E9EE-4D82-B1EA-DB437945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577">
            <a:extLst xmlns:a="http://schemas.openxmlformats.org/drawingml/2006/main">
              <a:ext uri="{FF2B5EF4-FFF2-40B4-BE49-F238E27FC236}">
                <a16:creationId xmlns:a16="http://schemas.microsoft.com/office/drawing/2014/main" id="{FE1DEA32-77E0-4C9E-B6AE-8677A348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950fc8db70d4572"/>
              </a:rPr>
              <a:t>開啟 Antigravity ↗</a:t>
            </a:r>
          </a:p>
        </p:txBody>
      </p:sp>
      <p:sp>
        <p:nvSpPr>
          <p:cNvPr id="13" name="shape-1612">
            <a:extLst xmlns:a="http://schemas.openxmlformats.org/drawingml/2006/main">
              <a:ext uri="{FF2B5EF4-FFF2-40B4-BE49-F238E27FC236}">
                <a16:creationId xmlns:a16="http://schemas.microsoft.com/office/drawing/2014/main" id="{81597473-F417-463B-910D-E11B590E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3db70c9fd4db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613">
            <a:extLst xmlns:a="http://schemas.openxmlformats.org/drawingml/2006/main">
              <a:ext uri="{FF2B5EF4-FFF2-40B4-BE49-F238E27FC236}">
                <a16:creationId xmlns:a16="http://schemas.microsoft.com/office/drawing/2014/main" id="{B2523FF1-C7C4-4FF8-B1FA-E03843B8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7901655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27">
            <a:extLst xmlns:a="http://schemas.openxmlformats.org/drawingml/2006/main">
              <a:ext uri="{FF2B5EF4-FFF2-40B4-BE49-F238E27FC236}">
                <a16:creationId xmlns:a16="http://schemas.microsoft.com/office/drawing/2014/main" id="{4055CB7F-4FE8-4349-9ED0-B58ED593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136B42-C1D0-4EDD-9172-E5359F2A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9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29">
            <a:extLst xmlns:a="http://schemas.openxmlformats.org/drawingml/2006/main">
              <a:ext uri="{FF2B5EF4-FFF2-40B4-BE49-F238E27FC236}">
                <a16:creationId xmlns:a16="http://schemas.microsoft.com/office/drawing/2014/main" id="{67CCACC1-4706-4784-B547-FC063C72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756E9E-19AD-4FAA-A938-6385BEAE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930">
            <a:extLst xmlns:a="http://schemas.openxmlformats.org/drawingml/2006/main">
              <a:ext uri="{FF2B5EF4-FFF2-40B4-BE49-F238E27FC236}">
                <a16:creationId xmlns:a16="http://schemas.microsoft.com/office/drawing/2014/main" id="{F85C2334-A2B9-4039-BD52-EECED8BE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31">
            <a:extLst xmlns:a="http://schemas.openxmlformats.org/drawingml/2006/main">
              <a:ext uri="{FF2B5EF4-FFF2-40B4-BE49-F238E27FC236}">
                <a16:creationId xmlns:a16="http://schemas.microsoft.com/office/drawing/2014/main" id="{2A57C787-3BEA-40C7-83EE-1D1EDAAA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32">
            <a:extLst xmlns:a="http://schemas.openxmlformats.org/drawingml/2006/main">
              <a:ext uri="{FF2B5EF4-FFF2-40B4-BE49-F238E27FC236}">
                <a16:creationId xmlns:a16="http://schemas.microsoft.com/office/drawing/2014/main" id="{D54BEB79-BFD0-4B80-B74C-5DA59CCD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933">
            <a:extLst xmlns:a="http://schemas.openxmlformats.org/drawingml/2006/main">
              <a:ext uri="{FF2B5EF4-FFF2-40B4-BE49-F238E27FC236}">
                <a16:creationId xmlns:a16="http://schemas.microsoft.com/office/drawing/2014/main" id="{969884CE-5098-4C00-8775-83C8844E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934">
            <a:extLst xmlns:a="http://schemas.openxmlformats.org/drawingml/2006/main">
              <a:ext uri="{FF2B5EF4-FFF2-40B4-BE49-F238E27FC236}">
                <a16:creationId xmlns:a16="http://schemas.microsoft.com/office/drawing/2014/main" id="{28B1683E-4441-418C-AF3A-4BFA4FE1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35">
            <a:extLst xmlns:a="http://schemas.openxmlformats.org/drawingml/2006/main">
              <a:ext uri="{FF2B5EF4-FFF2-40B4-BE49-F238E27FC236}">
                <a16:creationId xmlns:a16="http://schemas.microsoft.com/office/drawing/2014/main" id="{C65F5347-B648-419D-8819-996F931D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36">
            <a:extLst xmlns:a="http://schemas.openxmlformats.org/drawingml/2006/main">
              <a:ext uri="{FF2B5EF4-FFF2-40B4-BE49-F238E27FC236}">
                <a16:creationId xmlns:a16="http://schemas.microsoft.com/office/drawing/2014/main" id="{84352B1D-B3C8-4625-AE9C-45CE28C5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937">
            <a:extLst xmlns:a="http://schemas.openxmlformats.org/drawingml/2006/main">
              <a:ext uri="{FF2B5EF4-FFF2-40B4-BE49-F238E27FC236}">
                <a16:creationId xmlns:a16="http://schemas.microsoft.com/office/drawing/2014/main" id="{14CD5E72-C9CC-4600-AF50-C090956B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938">
            <a:extLst xmlns:a="http://schemas.openxmlformats.org/drawingml/2006/main">
              <a:ext uri="{FF2B5EF4-FFF2-40B4-BE49-F238E27FC236}">
                <a16:creationId xmlns:a16="http://schemas.microsoft.com/office/drawing/2014/main" id="{239B6AF5-94D3-4262-B4A9-2B4A759C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39">
            <a:extLst xmlns:a="http://schemas.openxmlformats.org/drawingml/2006/main">
              <a:ext uri="{FF2B5EF4-FFF2-40B4-BE49-F238E27FC236}">
                <a16:creationId xmlns:a16="http://schemas.microsoft.com/office/drawing/2014/main" id="{3F9B087B-95BE-4635-90DC-51A37DF4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40">
            <a:extLst xmlns:a="http://schemas.openxmlformats.org/drawingml/2006/main">
              <a:ext uri="{FF2B5EF4-FFF2-40B4-BE49-F238E27FC236}">
                <a16:creationId xmlns:a16="http://schemas.microsoft.com/office/drawing/2014/main" id="{76B66B25-DBA1-49FE-8ECD-B72D4C66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941">
            <a:extLst xmlns:a="http://schemas.openxmlformats.org/drawingml/2006/main">
              <a:ext uri="{FF2B5EF4-FFF2-40B4-BE49-F238E27FC236}">
                <a16:creationId xmlns:a16="http://schemas.microsoft.com/office/drawing/2014/main" id="{7151A1A0-CA1C-4158-87E6-DB1BC663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942">
            <a:extLst xmlns:a="http://schemas.openxmlformats.org/drawingml/2006/main">
              <a:ext uri="{FF2B5EF4-FFF2-40B4-BE49-F238E27FC236}">
                <a16:creationId xmlns:a16="http://schemas.microsoft.com/office/drawing/2014/main" id="{A5337E3E-D933-4B2B-8673-914B92898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43">
            <a:extLst xmlns:a="http://schemas.openxmlformats.org/drawingml/2006/main">
              <a:ext uri="{FF2B5EF4-FFF2-40B4-BE49-F238E27FC236}">
                <a16:creationId xmlns:a16="http://schemas.microsoft.com/office/drawing/2014/main" id="{F9FD1376-DC0C-4DB2-92CC-7F211322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44">
            <a:extLst xmlns:a="http://schemas.openxmlformats.org/drawingml/2006/main">
              <a:ext uri="{FF2B5EF4-FFF2-40B4-BE49-F238E27FC236}">
                <a16:creationId xmlns:a16="http://schemas.microsoft.com/office/drawing/2014/main" id="{0C24E02F-3F00-4E0E-9439-732FFC1F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945">
            <a:extLst xmlns:a="http://schemas.openxmlformats.org/drawingml/2006/main">
              <a:ext uri="{FF2B5EF4-FFF2-40B4-BE49-F238E27FC236}">
                <a16:creationId xmlns:a16="http://schemas.microsoft.com/office/drawing/2014/main" id="{A50B6B56-5C26-4704-A5C4-EFD49768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578">
            <a:extLst xmlns:a="http://schemas.openxmlformats.org/drawingml/2006/main">
              <a:ext uri="{FF2B5EF4-FFF2-40B4-BE49-F238E27FC236}">
                <a16:creationId xmlns:a16="http://schemas.microsoft.com/office/drawing/2014/main" id="{F9BBEF2A-14D6-4CC6-AE81-BF32CAF8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5aaff4d093940e8"/>
              </a:rPr>
              <a:t>開啟 Antigravity ↗</a:t>
            </a:r>
          </a:p>
        </p:txBody>
      </p:sp>
      <p:sp>
        <p:nvSpPr>
          <p:cNvPr id="23" name="shape-1614">
            <a:extLst xmlns:a="http://schemas.openxmlformats.org/drawingml/2006/main">
              <a:ext uri="{FF2B5EF4-FFF2-40B4-BE49-F238E27FC236}">
                <a16:creationId xmlns:a16="http://schemas.microsoft.com/office/drawing/2014/main" id="{63CF81E3-95D4-489D-A678-A583B1A6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bd5d376a949f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15">
            <a:extLst xmlns:a="http://schemas.openxmlformats.org/drawingml/2006/main">
              <a:ext uri="{FF2B5EF4-FFF2-40B4-BE49-F238E27FC236}">
                <a16:creationId xmlns:a16="http://schemas.microsoft.com/office/drawing/2014/main" id="{867B0B78-8037-4930-9B56-BFA9C055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760493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46">
            <a:extLst xmlns:a="http://schemas.openxmlformats.org/drawingml/2006/main">
              <a:ext uri="{FF2B5EF4-FFF2-40B4-BE49-F238E27FC236}">
                <a16:creationId xmlns:a16="http://schemas.microsoft.com/office/drawing/2014/main" id="{264811D9-F16B-424C-9F68-BA781B83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6CFA1D-AA89-45A4-AA5F-8FDA4F7C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9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48">
            <a:extLst xmlns:a="http://schemas.openxmlformats.org/drawingml/2006/main">
              <a:ext uri="{FF2B5EF4-FFF2-40B4-BE49-F238E27FC236}">
                <a16:creationId xmlns:a16="http://schemas.microsoft.com/office/drawing/2014/main" id="{DB3DEE5C-66D5-4836-AD79-B2DDE277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D978E42-C1E5-47DB-9245-F8B3F290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949">
            <a:extLst xmlns:a="http://schemas.openxmlformats.org/drawingml/2006/main">
              <a:ext uri="{FF2B5EF4-FFF2-40B4-BE49-F238E27FC236}">
                <a16:creationId xmlns:a16="http://schemas.microsoft.com/office/drawing/2014/main" id="{B54555C4-2153-4A72-BB50-17321EF8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50">
            <a:extLst xmlns:a="http://schemas.openxmlformats.org/drawingml/2006/main">
              <a:ext uri="{FF2B5EF4-FFF2-40B4-BE49-F238E27FC236}">
                <a16:creationId xmlns:a16="http://schemas.microsoft.com/office/drawing/2014/main" id="{09E93072-E97B-4CFC-90FA-E766F870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51">
            <a:extLst xmlns:a="http://schemas.openxmlformats.org/drawingml/2006/main">
              <a:ext uri="{FF2B5EF4-FFF2-40B4-BE49-F238E27FC236}">
                <a16:creationId xmlns:a16="http://schemas.microsoft.com/office/drawing/2014/main" id="{E87DF089-AEE3-490B-A574-CE453B92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952">
            <a:extLst xmlns:a="http://schemas.openxmlformats.org/drawingml/2006/main">
              <a:ext uri="{FF2B5EF4-FFF2-40B4-BE49-F238E27FC236}">
                <a16:creationId xmlns:a16="http://schemas.microsoft.com/office/drawing/2014/main" id="{A7533C82-65F7-41EE-9C05-7846E8B7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953">
            <a:extLst xmlns:a="http://schemas.openxmlformats.org/drawingml/2006/main">
              <a:ext uri="{FF2B5EF4-FFF2-40B4-BE49-F238E27FC236}">
                <a16:creationId xmlns:a16="http://schemas.microsoft.com/office/drawing/2014/main" id="{4E727CD0-58CE-4138-B3BF-9064E537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54">
            <a:extLst xmlns:a="http://schemas.openxmlformats.org/drawingml/2006/main">
              <a:ext uri="{FF2B5EF4-FFF2-40B4-BE49-F238E27FC236}">
                <a16:creationId xmlns:a16="http://schemas.microsoft.com/office/drawing/2014/main" id="{5C85EF89-D841-424E-864B-070FD7B6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55">
            <a:extLst xmlns:a="http://schemas.openxmlformats.org/drawingml/2006/main">
              <a:ext uri="{FF2B5EF4-FFF2-40B4-BE49-F238E27FC236}">
                <a16:creationId xmlns:a16="http://schemas.microsoft.com/office/drawing/2014/main" id="{09B5A873-99D3-4143-BF29-D8A84962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956">
            <a:extLst xmlns:a="http://schemas.openxmlformats.org/drawingml/2006/main">
              <a:ext uri="{FF2B5EF4-FFF2-40B4-BE49-F238E27FC236}">
                <a16:creationId xmlns:a16="http://schemas.microsoft.com/office/drawing/2014/main" id="{60FCC456-5DB0-4F0B-8075-ADE8EF8A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957">
            <a:extLst xmlns:a="http://schemas.openxmlformats.org/drawingml/2006/main">
              <a:ext uri="{FF2B5EF4-FFF2-40B4-BE49-F238E27FC236}">
                <a16:creationId xmlns:a16="http://schemas.microsoft.com/office/drawing/2014/main" id="{E4924568-C082-4AA6-818A-37BA7838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58">
            <a:extLst xmlns:a="http://schemas.openxmlformats.org/drawingml/2006/main">
              <a:ext uri="{FF2B5EF4-FFF2-40B4-BE49-F238E27FC236}">
                <a16:creationId xmlns:a16="http://schemas.microsoft.com/office/drawing/2014/main" id="{0B38D9E0-20AA-49AF-B6E7-A33E5CFF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59">
            <a:extLst xmlns:a="http://schemas.openxmlformats.org/drawingml/2006/main">
              <a:ext uri="{FF2B5EF4-FFF2-40B4-BE49-F238E27FC236}">
                <a16:creationId xmlns:a16="http://schemas.microsoft.com/office/drawing/2014/main" id="{06ECD93A-E785-4175-9506-F5FA1286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960">
            <a:extLst xmlns:a="http://schemas.openxmlformats.org/drawingml/2006/main">
              <a:ext uri="{FF2B5EF4-FFF2-40B4-BE49-F238E27FC236}">
                <a16:creationId xmlns:a16="http://schemas.microsoft.com/office/drawing/2014/main" id="{9D9169B0-B4E4-49B0-81B5-CCD4F299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961">
            <a:extLst xmlns:a="http://schemas.openxmlformats.org/drawingml/2006/main">
              <a:ext uri="{FF2B5EF4-FFF2-40B4-BE49-F238E27FC236}">
                <a16:creationId xmlns:a16="http://schemas.microsoft.com/office/drawing/2014/main" id="{17E92EBC-BC4E-4C81-95D9-45BAEF98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62">
            <a:extLst xmlns:a="http://schemas.openxmlformats.org/drawingml/2006/main">
              <a:ext uri="{FF2B5EF4-FFF2-40B4-BE49-F238E27FC236}">
                <a16:creationId xmlns:a16="http://schemas.microsoft.com/office/drawing/2014/main" id="{73496520-65A2-4DCE-916D-C03B4179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63">
            <a:extLst xmlns:a="http://schemas.openxmlformats.org/drawingml/2006/main">
              <a:ext uri="{FF2B5EF4-FFF2-40B4-BE49-F238E27FC236}">
                <a16:creationId xmlns:a16="http://schemas.microsoft.com/office/drawing/2014/main" id="{A8440201-A94E-49C9-BF1A-E65AFB51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964">
            <a:extLst xmlns:a="http://schemas.openxmlformats.org/drawingml/2006/main">
              <a:ext uri="{FF2B5EF4-FFF2-40B4-BE49-F238E27FC236}">
                <a16:creationId xmlns:a16="http://schemas.microsoft.com/office/drawing/2014/main" id="{CC4E8B29-51C5-4ED8-A800-D529BA1B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579">
            <a:extLst xmlns:a="http://schemas.openxmlformats.org/drawingml/2006/main">
              <a:ext uri="{FF2B5EF4-FFF2-40B4-BE49-F238E27FC236}">
                <a16:creationId xmlns:a16="http://schemas.microsoft.com/office/drawing/2014/main" id="{4A656140-DEDE-4D09-847C-BDB998A3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e855369fd624b93"/>
              </a:rPr>
              <a:t>開啟 Antigravity ↗</a:t>
            </a:r>
          </a:p>
        </p:txBody>
      </p:sp>
      <p:sp>
        <p:nvSpPr>
          <p:cNvPr id="23" name="shape-1616">
            <a:extLst xmlns:a="http://schemas.openxmlformats.org/drawingml/2006/main">
              <a:ext uri="{FF2B5EF4-FFF2-40B4-BE49-F238E27FC236}">
                <a16:creationId xmlns:a16="http://schemas.microsoft.com/office/drawing/2014/main" id="{1B321E1F-F1D9-4340-A01E-AB8478FE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52a12e97b34e7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17">
            <a:extLst xmlns:a="http://schemas.openxmlformats.org/drawingml/2006/main">
              <a:ext uri="{FF2B5EF4-FFF2-40B4-BE49-F238E27FC236}">
                <a16:creationId xmlns:a16="http://schemas.microsoft.com/office/drawing/2014/main" id="{B0DEC5CE-64F9-487B-9C03-53171B78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8485856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965">
            <a:extLst xmlns:a="http://schemas.openxmlformats.org/drawingml/2006/main">
              <a:ext uri="{FF2B5EF4-FFF2-40B4-BE49-F238E27FC236}">
                <a16:creationId xmlns:a16="http://schemas.microsoft.com/office/drawing/2014/main" id="{A199F693-E8D4-450E-8975-38D8EE76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285134-F373-4152-A93E-5CC80CD7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96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67">
            <a:extLst xmlns:a="http://schemas.openxmlformats.org/drawingml/2006/main">
              <a:ext uri="{FF2B5EF4-FFF2-40B4-BE49-F238E27FC236}">
                <a16:creationId xmlns:a16="http://schemas.microsoft.com/office/drawing/2014/main" id="{98455948-A6DB-4DBC-967A-5DBE1FC9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CB661B-7B5E-4EAB-A56E-E31E40CE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968">
            <a:extLst xmlns:a="http://schemas.openxmlformats.org/drawingml/2006/main">
              <a:ext uri="{FF2B5EF4-FFF2-40B4-BE49-F238E27FC236}">
                <a16:creationId xmlns:a16="http://schemas.microsoft.com/office/drawing/2014/main" id="{243D3090-B30F-46BB-9825-5492AB43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69">
            <a:extLst xmlns:a="http://schemas.openxmlformats.org/drawingml/2006/main">
              <a:ext uri="{FF2B5EF4-FFF2-40B4-BE49-F238E27FC236}">
                <a16:creationId xmlns:a16="http://schemas.microsoft.com/office/drawing/2014/main" id="{80EAB1F7-94A0-4E78-9C4D-B0F008AA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70">
            <a:extLst xmlns:a="http://schemas.openxmlformats.org/drawingml/2006/main">
              <a:ext uri="{FF2B5EF4-FFF2-40B4-BE49-F238E27FC236}">
                <a16:creationId xmlns:a16="http://schemas.microsoft.com/office/drawing/2014/main" id="{AE8F78E9-4AA3-4ACD-B836-B2D1922C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71">
            <a:extLst xmlns:a="http://schemas.openxmlformats.org/drawingml/2006/main">
              <a:ext uri="{FF2B5EF4-FFF2-40B4-BE49-F238E27FC236}">
                <a16:creationId xmlns:a16="http://schemas.microsoft.com/office/drawing/2014/main" id="{39B44A1B-9A99-4879-B650-F79985BA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972">
            <a:extLst xmlns:a="http://schemas.openxmlformats.org/drawingml/2006/main">
              <a:ext uri="{FF2B5EF4-FFF2-40B4-BE49-F238E27FC236}">
                <a16:creationId xmlns:a16="http://schemas.microsoft.com/office/drawing/2014/main" id="{DC579C4E-0727-48D1-9FD5-FE2DAE05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973">
            <a:extLst xmlns:a="http://schemas.openxmlformats.org/drawingml/2006/main">
              <a:ext uri="{FF2B5EF4-FFF2-40B4-BE49-F238E27FC236}">
                <a16:creationId xmlns:a16="http://schemas.microsoft.com/office/drawing/2014/main" id="{6C2F8E3E-709A-479E-A49E-86B422CF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74">
            <a:extLst xmlns:a="http://schemas.openxmlformats.org/drawingml/2006/main">
              <a:ext uri="{FF2B5EF4-FFF2-40B4-BE49-F238E27FC236}">
                <a16:creationId xmlns:a16="http://schemas.microsoft.com/office/drawing/2014/main" id="{9701BCCB-922A-4E8E-A724-BDF02F00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75">
            <a:extLst xmlns:a="http://schemas.openxmlformats.org/drawingml/2006/main">
              <a:ext uri="{FF2B5EF4-FFF2-40B4-BE49-F238E27FC236}">
                <a16:creationId xmlns:a16="http://schemas.microsoft.com/office/drawing/2014/main" id="{F9D91F46-16A2-4D4A-A946-B229CF16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76">
            <a:extLst xmlns:a="http://schemas.openxmlformats.org/drawingml/2006/main">
              <a:ext uri="{FF2B5EF4-FFF2-40B4-BE49-F238E27FC236}">
                <a16:creationId xmlns:a16="http://schemas.microsoft.com/office/drawing/2014/main" id="{26C55E6A-FAF7-4CAF-8F0B-8726EAEC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77">
            <a:extLst xmlns:a="http://schemas.openxmlformats.org/drawingml/2006/main">
              <a:ext uri="{FF2B5EF4-FFF2-40B4-BE49-F238E27FC236}">
                <a16:creationId xmlns:a16="http://schemas.microsoft.com/office/drawing/2014/main" id="{DA0B414F-7FE4-4EBD-BFC3-040B4CDD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978">
            <a:extLst xmlns:a="http://schemas.openxmlformats.org/drawingml/2006/main">
              <a:ext uri="{FF2B5EF4-FFF2-40B4-BE49-F238E27FC236}">
                <a16:creationId xmlns:a16="http://schemas.microsoft.com/office/drawing/2014/main" id="{A2C1C0A3-E997-4614-87DB-CDD484C0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979">
            <a:extLst xmlns:a="http://schemas.openxmlformats.org/drawingml/2006/main">
              <a:ext uri="{FF2B5EF4-FFF2-40B4-BE49-F238E27FC236}">
                <a16:creationId xmlns:a16="http://schemas.microsoft.com/office/drawing/2014/main" id="{E94A1DB8-CFA4-44A9-B352-793B0AB8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80">
            <a:extLst xmlns:a="http://schemas.openxmlformats.org/drawingml/2006/main">
              <a:ext uri="{FF2B5EF4-FFF2-40B4-BE49-F238E27FC236}">
                <a16:creationId xmlns:a16="http://schemas.microsoft.com/office/drawing/2014/main" id="{202F5B51-121F-4DF9-98BB-292FDB8E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981">
            <a:extLst xmlns:a="http://schemas.openxmlformats.org/drawingml/2006/main">
              <a:ext uri="{FF2B5EF4-FFF2-40B4-BE49-F238E27FC236}">
                <a16:creationId xmlns:a16="http://schemas.microsoft.com/office/drawing/2014/main" id="{40808A55-28AF-4DDF-9F1A-F7BB8929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82">
            <a:extLst xmlns:a="http://schemas.openxmlformats.org/drawingml/2006/main">
              <a:ext uri="{FF2B5EF4-FFF2-40B4-BE49-F238E27FC236}">
                <a16:creationId xmlns:a16="http://schemas.microsoft.com/office/drawing/2014/main" id="{9E6AFF24-B86A-4949-B1C9-63040688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83">
            <a:extLst xmlns:a="http://schemas.openxmlformats.org/drawingml/2006/main">
              <a:ext uri="{FF2B5EF4-FFF2-40B4-BE49-F238E27FC236}">
                <a16:creationId xmlns:a16="http://schemas.microsoft.com/office/drawing/2014/main" id="{C908EC46-AA01-4104-9336-FCCF7D21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984">
            <a:extLst xmlns:a="http://schemas.openxmlformats.org/drawingml/2006/main">
              <a:ext uri="{FF2B5EF4-FFF2-40B4-BE49-F238E27FC236}">
                <a16:creationId xmlns:a16="http://schemas.microsoft.com/office/drawing/2014/main" id="{08298010-16F2-42A8-92A8-8D409D1F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985">
            <a:extLst xmlns:a="http://schemas.openxmlformats.org/drawingml/2006/main">
              <a:ext uri="{FF2B5EF4-FFF2-40B4-BE49-F238E27FC236}">
                <a16:creationId xmlns:a16="http://schemas.microsoft.com/office/drawing/2014/main" id="{70A9346F-9E95-440B-AC31-0A5734A2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86">
            <a:extLst xmlns:a="http://schemas.openxmlformats.org/drawingml/2006/main">
              <a:ext uri="{FF2B5EF4-FFF2-40B4-BE49-F238E27FC236}">
                <a16:creationId xmlns:a16="http://schemas.microsoft.com/office/drawing/2014/main" id="{21A7AE9B-39C3-4F6F-88D1-37DAE349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987">
            <a:extLst xmlns:a="http://schemas.openxmlformats.org/drawingml/2006/main">
              <a:ext uri="{FF2B5EF4-FFF2-40B4-BE49-F238E27FC236}">
                <a16:creationId xmlns:a16="http://schemas.microsoft.com/office/drawing/2014/main" id="{E52FF13A-1EE0-45F0-914D-5D9A9CE2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88">
            <a:extLst xmlns:a="http://schemas.openxmlformats.org/drawingml/2006/main">
              <a:ext uri="{FF2B5EF4-FFF2-40B4-BE49-F238E27FC236}">
                <a16:creationId xmlns:a16="http://schemas.microsoft.com/office/drawing/2014/main" id="{C164431E-FB6C-4676-9D08-3235A892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89">
            <a:extLst xmlns:a="http://schemas.openxmlformats.org/drawingml/2006/main">
              <a:ext uri="{FF2B5EF4-FFF2-40B4-BE49-F238E27FC236}">
                <a16:creationId xmlns:a16="http://schemas.microsoft.com/office/drawing/2014/main" id="{69365B5B-8C49-45CD-9187-55BAA6E2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990">
            <a:extLst xmlns:a="http://schemas.openxmlformats.org/drawingml/2006/main">
              <a:ext uri="{FF2B5EF4-FFF2-40B4-BE49-F238E27FC236}">
                <a16:creationId xmlns:a16="http://schemas.microsoft.com/office/drawing/2014/main" id="{763C5FB2-7D38-4FF6-A171-79912EB4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991">
            <a:extLst xmlns:a="http://schemas.openxmlformats.org/drawingml/2006/main">
              <a:ext uri="{FF2B5EF4-FFF2-40B4-BE49-F238E27FC236}">
                <a16:creationId xmlns:a16="http://schemas.microsoft.com/office/drawing/2014/main" id="{A5F97D95-7924-4EB9-A763-217D4379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992">
            <a:extLst xmlns:a="http://schemas.openxmlformats.org/drawingml/2006/main">
              <a:ext uri="{FF2B5EF4-FFF2-40B4-BE49-F238E27FC236}">
                <a16:creationId xmlns:a16="http://schemas.microsoft.com/office/drawing/2014/main" id="{89E9F22D-3724-4D68-95AF-1FE1F7F9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993">
            <a:extLst xmlns:a="http://schemas.openxmlformats.org/drawingml/2006/main">
              <a:ext uri="{FF2B5EF4-FFF2-40B4-BE49-F238E27FC236}">
                <a16:creationId xmlns:a16="http://schemas.microsoft.com/office/drawing/2014/main" id="{914E7D7A-AEE6-4F6F-A768-C43787D9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994">
            <a:extLst xmlns:a="http://schemas.openxmlformats.org/drawingml/2006/main">
              <a:ext uri="{FF2B5EF4-FFF2-40B4-BE49-F238E27FC236}">
                <a16:creationId xmlns:a16="http://schemas.microsoft.com/office/drawing/2014/main" id="{D3258485-924C-40F0-B454-ECB2512A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995">
            <a:extLst xmlns:a="http://schemas.openxmlformats.org/drawingml/2006/main">
              <a:ext uri="{FF2B5EF4-FFF2-40B4-BE49-F238E27FC236}">
                <a16:creationId xmlns:a16="http://schemas.microsoft.com/office/drawing/2014/main" id="{246AE76F-4474-4470-BB30-D921908C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996">
            <a:extLst xmlns:a="http://schemas.openxmlformats.org/drawingml/2006/main">
              <a:ext uri="{FF2B5EF4-FFF2-40B4-BE49-F238E27FC236}">
                <a16:creationId xmlns:a16="http://schemas.microsoft.com/office/drawing/2014/main" id="{599C51E3-3DF9-4F6A-9E8E-7DDC2EF3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997">
            <a:extLst xmlns:a="http://schemas.openxmlformats.org/drawingml/2006/main">
              <a:ext uri="{FF2B5EF4-FFF2-40B4-BE49-F238E27FC236}">
                <a16:creationId xmlns:a16="http://schemas.microsoft.com/office/drawing/2014/main" id="{31C30A53-F146-4590-9A92-4FE27CC3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B43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36" name="text-998">
            <a:extLst xmlns:a="http://schemas.openxmlformats.org/drawingml/2006/main">
              <a:ext uri="{FF2B5EF4-FFF2-40B4-BE49-F238E27FC236}">
                <a16:creationId xmlns:a16="http://schemas.microsoft.com/office/drawing/2014/main" id="{79AA799D-E1ED-4FE9-BB1E-C3D5887B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999">
            <a:extLst xmlns:a="http://schemas.openxmlformats.org/drawingml/2006/main">
              <a:ext uri="{FF2B5EF4-FFF2-40B4-BE49-F238E27FC236}">
                <a16:creationId xmlns:a16="http://schemas.microsoft.com/office/drawing/2014/main" id="{80851767-0909-4577-8515-A4C33880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000">
            <a:extLst xmlns:a="http://schemas.openxmlformats.org/drawingml/2006/main">
              <a:ext uri="{FF2B5EF4-FFF2-40B4-BE49-F238E27FC236}">
                <a16:creationId xmlns:a16="http://schemas.microsoft.com/office/drawing/2014/main" id="{F925AF7C-8037-40EF-ADF0-14AB191C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55A7FF"/>
            </a:solidFill>
            <a:prstDash val="solid"/>
          </a:ln>
        </p:spPr>
      </p:sp>
      <p:sp>
        <p:nvSpPr>
          <p:cNvPr id="39" name="text-1001">
            <a:extLst xmlns:a="http://schemas.openxmlformats.org/drawingml/2006/main">
              <a:ext uri="{FF2B5EF4-FFF2-40B4-BE49-F238E27FC236}">
                <a16:creationId xmlns:a16="http://schemas.microsoft.com/office/drawing/2014/main" id="{1F6A89E8-A7AF-4350-A668-94222492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002">
            <a:extLst xmlns:a="http://schemas.openxmlformats.org/drawingml/2006/main">
              <a:ext uri="{FF2B5EF4-FFF2-40B4-BE49-F238E27FC236}">
                <a16:creationId xmlns:a16="http://schemas.microsoft.com/office/drawing/2014/main" id="{7C2692EC-777B-4274-816D-086ABB28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003">
            <a:extLst xmlns:a="http://schemas.openxmlformats.org/drawingml/2006/main">
              <a:ext uri="{FF2B5EF4-FFF2-40B4-BE49-F238E27FC236}">
                <a16:creationId xmlns:a16="http://schemas.microsoft.com/office/drawing/2014/main" id="{FBCAD5CC-8F73-4EAB-9E14-8D738979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004">
            <a:extLst xmlns:a="http://schemas.openxmlformats.org/drawingml/2006/main">
              <a:ext uri="{FF2B5EF4-FFF2-40B4-BE49-F238E27FC236}">
                <a16:creationId xmlns:a16="http://schemas.microsoft.com/office/drawing/2014/main" id="{A8D4E121-5CE8-45B0-82EF-2FE467D1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2CD2C7"/>
            </a:solidFill>
            <a:prstDash val="solid"/>
          </a:ln>
        </p:spPr>
      </p:sp>
      <p:sp>
        <p:nvSpPr>
          <p:cNvPr id="43" name="text-1005">
            <a:extLst xmlns:a="http://schemas.openxmlformats.org/drawingml/2006/main">
              <a:ext uri="{FF2B5EF4-FFF2-40B4-BE49-F238E27FC236}">
                <a16:creationId xmlns:a16="http://schemas.microsoft.com/office/drawing/2014/main" id="{DE29159E-4BBD-45AA-9D8E-70807E78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006">
            <a:extLst xmlns:a="http://schemas.openxmlformats.org/drawingml/2006/main">
              <a:ext uri="{FF2B5EF4-FFF2-40B4-BE49-F238E27FC236}">
                <a16:creationId xmlns:a16="http://schemas.microsoft.com/office/drawing/2014/main" id="{6D9C98D8-E18F-4257-BE8A-7314F984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007">
            <a:extLst xmlns:a="http://schemas.openxmlformats.org/drawingml/2006/main">
              <a:ext uri="{FF2B5EF4-FFF2-40B4-BE49-F238E27FC236}">
                <a16:creationId xmlns:a16="http://schemas.microsoft.com/office/drawing/2014/main" id="{0C0F7B98-EF1A-4AFA-A775-661910C4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008">
            <a:extLst xmlns:a="http://schemas.openxmlformats.org/drawingml/2006/main">
              <a:ext uri="{FF2B5EF4-FFF2-40B4-BE49-F238E27FC236}">
                <a16:creationId xmlns:a16="http://schemas.microsoft.com/office/drawing/2014/main" id="{BCDA2991-3498-4E1A-8268-BF2531C3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FF806D"/>
            </a:solidFill>
            <a:prstDash val="solid"/>
          </a:ln>
        </p:spPr>
      </p:sp>
      <p:sp>
        <p:nvSpPr>
          <p:cNvPr id="47" name="text-1009">
            <a:extLst xmlns:a="http://schemas.openxmlformats.org/drawingml/2006/main">
              <a:ext uri="{FF2B5EF4-FFF2-40B4-BE49-F238E27FC236}">
                <a16:creationId xmlns:a16="http://schemas.microsoft.com/office/drawing/2014/main" id="{5B53D1BD-325E-4DAB-A5EA-F1D15206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010">
            <a:extLst xmlns:a="http://schemas.openxmlformats.org/drawingml/2006/main">
              <a:ext uri="{FF2B5EF4-FFF2-40B4-BE49-F238E27FC236}">
                <a16:creationId xmlns:a16="http://schemas.microsoft.com/office/drawing/2014/main" id="{9AA04E38-0CE4-413F-94D4-58885CB5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011">
            <a:extLst xmlns:a="http://schemas.openxmlformats.org/drawingml/2006/main">
              <a:ext uri="{FF2B5EF4-FFF2-40B4-BE49-F238E27FC236}">
                <a16:creationId xmlns:a16="http://schemas.microsoft.com/office/drawing/2014/main" id="{A23828EA-61D4-4CE9-A070-6A3C6C42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012">
            <a:extLst xmlns:a="http://schemas.openxmlformats.org/drawingml/2006/main">
              <a:ext uri="{FF2B5EF4-FFF2-40B4-BE49-F238E27FC236}">
                <a16:creationId xmlns:a16="http://schemas.microsoft.com/office/drawing/2014/main" id="{1307D652-21F1-41CE-AC65-1EB44B74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AFC1D2"/>
            </a:solidFill>
            <a:prstDash val="solid"/>
          </a:ln>
        </p:spPr>
      </p:sp>
      <p:sp>
        <p:nvSpPr>
          <p:cNvPr id="51" name="text-1013">
            <a:extLst xmlns:a="http://schemas.openxmlformats.org/drawingml/2006/main">
              <a:ext uri="{FF2B5EF4-FFF2-40B4-BE49-F238E27FC236}">
                <a16:creationId xmlns:a16="http://schemas.microsoft.com/office/drawing/2014/main" id="{7D315F61-58F5-40E9-ADE6-5DDAE02B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014">
            <a:extLst xmlns:a="http://schemas.openxmlformats.org/drawingml/2006/main">
              <a:ext uri="{FF2B5EF4-FFF2-40B4-BE49-F238E27FC236}">
                <a16:creationId xmlns:a16="http://schemas.microsoft.com/office/drawing/2014/main" id="{A0AC6275-F9F3-4BB3-99EC-10E74FF4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580">
            <a:extLst xmlns:a="http://schemas.openxmlformats.org/drawingml/2006/main">
              <a:ext uri="{FF2B5EF4-FFF2-40B4-BE49-F238E27FC236}">
                <a16:creationId xmlns:a16="http://schemas.microsoft.com/office/drawing/2014/main" id="{8A62394E-8256-4ACB-8EA5-6E27EAAD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97ad86f8bc4fef"/>
              </a:rPr>
              <a:t>開啟 Antigravity ↗</a:t>
            </a:r>
          </a:p>
        </p:txBody>
      </p:sp>
      <p:sp>
        <p:nvSpPr>
          <p:cNvPr id="54" name="shape-1618">
            <a:extLst xmlns:a="http://schemas.openxmlformats.org/drawingml/2006/main">
              <a:ext uri="{FF2B5EF4-FFF2-40B4-BE49-F238E27FC236}">
                <a16:creationId xmlns:a16="http://schemas.microsoft.com/office/drawing/2014/main" id="{CB62AD2D-B3A7-4388-A55B-72ED8A2B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23bd581d14b8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619">
            <a:extLst xmlns:a="http://schemas.openxmlformats.org/drawingml/2006/main">
              <a:ext uri="{FF2B5EF4-FFF2-40B4-BE49-F238E27FC236}">
                <a16:creationId xmlns:a16="http://schemas.microsoft.com/office/drawing/2014/main" id="{F870DED9-9517-45C5-B259-0D2E8C52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3144551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15">
            <a:extLst xmlns:a="http://schemas.openxmlformats.org/drawingml/2006/main">
              <a:ext uri="{FF2B5EF4-FFF2-40B4-BE49-F238E27FC236}">
                <a16:creationId xmlns:a16="http://schemas.microsoft.com/office/drawing/2014/main" id="{A3C28C7E-F0FC-44FA-86B0-E7CF4D61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7782AB-39BA-4E0B-A472-C9D97FF6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0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17">
            <a:extLst xmlns:a="http://schemas.openxmlformats.org/drawingml/2006/main">
              <a:ext uri="{FF2B5EF4-FFF2-40B4-BE49-F238E27FC236}">
                <a16:creationId xmlns:a16="http://schemas.microsoft.com/office/drawing/2014/main" id="{96DD82D6-D644-4892-B65D-47F6C20A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CFD06C-AFDC-4554-9D1D-90A64E73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018">
            <a:extLst xmlns:a="http://schemas.openxmlformats.org/drawingml/2006/main">
              <a:ext uri="{FF2B5EF4-FFF2-40B4-BE49-F238E27FC236}">
                <a16:creationId xmlns:a16="http://schemas.microsoft.com/office/drawing/2014/main" id="{28102195-C29A-481B-A91A-2FE66A01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19">
            <a:extLst xmlns:a="http://schemas.openxmlformats.org/drawingml/2006/main">
              <a:ext uri="{FF2B5EF4-FFF2-40B4-BE49-F238E27FC236}">
                <a16:creationId xmlns:a16="http://schemas.microsoft.com/office/drawing/2014/main" id="{E1F273AC-1164-4651-B742-557224B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20">
            <a:extLst xmlns:a="http://schemas.openxmlformats.org/drawingml/2006/main">
              <a:ext uri="{FF2B5EF4-FFF2-40B4-BE49-F238E27FC236}">
                <a16:creationId xmlns:a16="http://schemas.microsoft.com/office/drawing/2014/main" id="{76A028A5-E12D-425E-A8FF-770947B8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021">
            <a:extLst xmlns:a="http://schemas.openxmlformats.org/drawingml/2006/main">
              <a:ext uri="{FF2B5EF4-FFF2-40B4-BE49-F238E27FC236}">
                <a16:creationId xmlns:a16="http://schemas.microsoft.com/office/drawing/2014/main" id="{C9CACC3E-3596-4215-A82C-4720F181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022">
            <a:extLst xmlns:a="http://schemas.openxmlformats.org/drawingml/2006/main">
              <a:ext uri="{FF2B5EF4-FFF2-40B4-BE49-F238E27FC236}">
                <a16:creationId xmlns:a16="http://schemas.microsoft.com/office/drawing/2014/main" id="{63E6606C-5F72-4D08-81A8-FC6EE3AC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23">
            <a:extLst xmlns:a="http://schemas.openxmlformats.org/drawingml/2006/main">
              <a:ext uri="{FF2B5EF4-FFF2-40B4-BE49-F238E27FC236}">
                <a16:creationId xmlns:a16="http://schemas.microsoft.com/office/drawing/2014/main" id="{A1ED8554-0540-4A6F-89D9-2C53C32E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24">
            <a:extLst xmlns:a="http://schemas.openxmlformats.org/drawingml/2006/main">
              <a:ext uri="{FF2B5EF4-FFF2-40B4-BE49-F238E27FC236}">
                <a16:creationId xmlns:a16="http://schemas.microsoft.com/office/drawing/2014/main" id="{6ECD050F-D797-4CF2-8260-35C78483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025">
            <a:extLst xmlns:a="http://schemas.openxmlformats.org/drawingml/2006/main">
              <a:ext uri="{FF2B5EF4-FFF2-40B4-BE49-F238E27FC236}">
                <a16:creationId xmlns:a16="http://schemas.microsoft.com/office/drawing/2014/main" id="{1931BAD3-FBDB-4962-91E0-33C6FAB6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026">
            <a:extLst xmlns:a="http://schemas.openxmlformats.org/drawingml/2006/main">
              <a:ext uri="{FF2B5EF4-FFF2-40B4-BE49-F238E27FC236}">
                <a16:creationId xmlns:a16="http://schemas.microsoft.com/office/drawing/2014/main" id="{F99F62B3-F9B6-4287-98AA-F1CDC8BE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27">
            <a:extLst xmlns:a="http://schemas.openxmlformats.org/drawingml/2006/main">
              <a:ext uri="{FF2B5EF4-FFF2-40B4-BE49-F238E27FC236}">
                <a16:creationId xmlns:a16="http://schemas.microsoft.com/office/drawing/2014/main" id="{7813DC20-83EB-4BC6-AB04-A77F2EA0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28">
            <a:extLst xmlns:a="http://schemas.openxmlformats.org/drawingml/2006/main">
              <a:ext uri="{FF2B5EF4-FFF2-40B4-BE49-F238E27FC236}">
                <a16:creationId xmlns:a16="http://schemas.microsoft.com/office/drawing/2014/main" id="{E5CAA418-69E8-4075-9694-BB07A58F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029">
            <a:extLst xmlns:a="http://schemas.openxmlformats.org/drawingml/2006/main">
              <a:ext uri="{FF2B5EF4-FFF2-40B4-BE49-F238E27FC236}">
                <a16:creationId xmlns:a16="http://schemas.microsoft.com/office/drawing/2014/main" id="{2BFA4A7C-3269-4568-8D63-4559D986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030">
            <a:extLst xmlns:a="http://schemas.openxmlformats.org/drawingml/2006/main">
              <a:ext uri="{FF2B5EF4-FFF2-40B4-BE49-F238E27FC236}">
                <a16:creationId xmlns:a16="http://schemas.microsoft.com/office/drawing/2014/main" id="{16CEE6FA-84BA-46DB-8AD9-F542317F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31">
            <a:extLst xmlns:a="http://schemas.openxmlformats.org/drawingml/2006/main">
              <a:ext uri="{FF2B5EF4-FFF2-40B4-BE49-F238E27FC236}">
                <a16:creationId xmlns:a16="http://schemas.microsoft.com/office/drawing/2014/main" id="{3F95F714-8872-4FA6-8938-316BA112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32">
            <a:extLst xmlns:a="http://schemas.openxmlformats.org/drawingml/2006/main">
              <a:ext uri="{FF2B5EF4-FFF2-40B4-BE49-F238E27FC236}">
                <a16:creationId xmlns:a16="http://schemas.microsoft.com/office/drawing/2014/main" id="{E8F2FA6C-A710-415F-8B91-02874C5F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033">
            <a:extLst xmlns:a="http://schemas.openxmlformats.org/drawingml/2006/main">
              <a:ext uri="{FF2B5EF4-FFF2-40B4-BE49-F238E27FC236}">
                <a16:creationId xmlns:a16="http://schemas.microsoft.com/office/drawing/2014/main" id="{9FC2B155-865E-4E67-BAF8-E94BF9D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581">
            <a:extLst xmlns:a="http://schemas.openxmlformats.org/drawingml/2006/main">
              <a:ext uri="{FF2B5EF4-FFF2-40B4-BE49-F238E27FC236}">
                <a16:creationId xmlns:a16="http://schemas.microsoft.com/office/drawing/2014/main" id="{B736D416-7031-440C-AFB3-86F20B16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f019d7845eb405d"/>
              </a:rPr>
              <a:t>開啟 Antigravity ↗</a:t>
            </a:r>
          </a:p>
        </p:txBody>
      </p:sp>
      <p:sp>
        <p:nvSpPr>
          <p:cNvPr id="23" name="shape-1620">
            <a:extLst xmlns:a="http://schemas.openxmlformats.org/drawingml/2006/main">
              <a:ext uri="{FF2B5EF4-FFF2-40B4-BE49-F238E27FC236}">
                <a16:creationId xmlns:a16="http://schemas.microsoft.com/office/drawing/2014/main" id="{25725499-0EF0-4F93-AF8C-A80D29B3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2a67eeeb7c40f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21">
            <a:extLst xmlns:a="http://schemas.openxmlformats.org/drawingml/2006/main">
              <a:ext uri="{FF2B5EF4-FFF2-40B4-BE49-F238E27FC236}">
                <a16:creationId xmlns:a16="http://schemas.microsoft.com/office/drawing/2014/main" id="{8712BBAB-E2F0-4E59-87EA-E7A4FBB6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457597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034">
            <a:extLst xmlns:a="http://schemas.openxmlformats.org/drawingml/2006/main">
              <a:ext uri="{FF2B5EF4-FFF2-40B4-BE49-F238E27FC236}">
                <a16:creationId xmlns:a16="http://schemas.microsoft.com/office/drawing/2014/main" id="{F13824B0-E71F-4704-A32C-39B6E0CB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4C6A4C-3FB8-4AA2-A09F-D298E3E3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0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36">
            <a:extLst xmlns:a="http://schemas.openxmlformats.org/drawingml/2006/main">
              <a:ext uri="{FF2B5EF4-FFF2-40B4-BE49-F238E27FC236}">
                <a16:creationId xmlns:a16="http://schemas.microsoft.com/office/drawing/2014/main" id="{C2B8BB33-5AA0-4D0E-BEA9-FE538C3B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C005C64-CFCB-41E7-9BCE-3C7DC8BF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1037">
            <a:extLst xmlns:a="http://schemas.openxmlformats.org/drawingml/2006/main">
              <a:ext uri="{FF2B5EF4-FFF2-40B4-BE49-F238E27FC236}">
                <a16:creationId xmlns:a16="http://schemas.microsoft.com/office/drawing/2014/main" id="{4BEE4401-CD45-433B-8262-8792565F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038">
            <a:extLst xmlns:a="http://schemas.openxmlformats.org/drawingml/2006/main">
              <a:ext uri="{FF2B5EF4-FFF2-40B4-BE49-F238E27FC236}">
                <a16:creationId xmlns:a16="http://schemas.microsoft.com/office/drawing/2014/main" id="{BFBD42D8-8AEA-4598-B3C7-440E9E2A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039">
            <a:extLst xmlns:a="http://schemas.openxmlformats.org/drawingml/2006/main">
              <a:ext uri="{FF2B5EF4-FFF2-40B4-BE49-F238E27FC236}">
                <a16:creationId xmlns:a16="http://schemas.microsoft.com/office/drawing/2014/main" id="{CD8162DA-37C5-4496-ACC8-2EE77D1F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40">
            <a:extLst xmlns:a="http://schemas.openxmlformats.org/drawingml/2006/main">
              <a:ext uri="{FF2B5EF4-FFF2-40B4-BE49-F238E27FC236}">
                <a16:creationId xmlns:a16="http://schemas.microsoft.com/office/drawing/2014/main" id="{6E529F28-9B67-49D9-9266-02FA6AEF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041">
            <a:extLst xmlns:a="http://schemas.openxmlformats.org/drawingml/2006/main">
              <a:ext uri="{FF2B5EF4-FFF2-40B4-BE49-F238E27FC236}">
                <a16:creationId xmlns:a16="http://schemas.microsoft.com/office/drawing/2014/main" id="{E79D2854-D1BA-4157-858F-7B42A428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042">
            <a:extLst xmlns:a="http://schemas.openxmlformats.org/drawingml/2006/main">
              <a:ext uri="{FF2B5EF4-FFF2-40B4-BE49-F238E27FC236}">
                <a16:creationId xmlns:a16="http://schemas.microsoft.com/office/drawing/2014/main" id="{0A92DDE0-0276-42F8-8B21-5FCFA9B4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043">
            <a:extLst xmlns:a="http://schemas.openxmlformats.org/drawingml/2006/main">
              <a:ext uri="{FF2B5EF4-FFF2-40B4-BE49-F238E27FC236}">
                <a16:creationId xmlns:a16="http://schemas.microsoft.com/office/drawing/2014/main" id="{C80DEC12-0E89-4154-99D8-0861B5C1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044">
            <a:extLst xmlns:a="http://schemas.openxmlformats.org/drawingml/2006/main">
              <a:ext uri="{FF2B5EF4-FFF2-40B4-BE49-F238E27FC236}">
                <a16:creationId xmlns:a16="http://schemas.microsoft.com/office/drawing/2014/main" id="{72F9312F-C796-421D-BF02-51826519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045">
            <a:extLst xmlns:a="http://schemas.openxmlformats.org/drawingml/2006/main">
              <a:ext uri="{FF2B5EF4-FFF2-40B4-BE49-F238E27FC236}">
                <a16:creationId xmlns:a16="http://schemas.microsoft.com/office/drawing/2014/main" id="{8349D0FF-CFCA-4906-B423-947F4551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046">
            <a:extLst xmlns:a="http://schemas.openxmlformats.org/drawingml/2006/main">
              <a:ext uri="{FF2B5EF4-FFF2-40B4-BE49-F238E27FC236}">
                <a16:creationId xmlns:a16="http://schemas.microsoft.com/office/drawing/2014/main" id="{A1608E08-B2F1-4E87-855D-1D5B9D89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047">
            <a:extLst xmlns:a="http://schemas.openxmlformats.org/drawingml/2006/main">
              <a:ext uri="{FF2B5EF4-FFF2-40B4-BE49-F238E27FC236}">
                <a16:creationId xmlns:a16="http://schemas.microsoft.com/office/drawing/2014/main" id="{14B39C9F-3F85-41E5-AA24-0839F68E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048">
            <a:extLst xmlns:a="http://schemas.openxmlformats.org/drawingml/2006/main">
              <a:ext uri="{FF2B5EF4-FFF2-40B4-BE49-F238E27FC236}">
                <a16:creationId xmlns:a16="http://schemas.microsoft.com/office/drawing/2014/main" id="{A1609656-EEC6-4394-9A25-4D3EE24D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049">
            <a:extLst xmlns:a="http://schemas.openxmlformats.org/drawingml/2006/main">
              <a:ext uri="{FF2B5EF4-FFF2-40B4-BE49-F238E27FC236}">
                <a16:creationId xmlns:a16="http://schemas.microsoft.com/office/drawing/2014/main" id="{10144F24-3508-410E-9AD5-C5D979D7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582">
            <a:extLst xmlns:a="http://schemas.openxmlformats.org/drawingml/2006/main">
              <a:ext uri="{FF2B5EF4-FFF2-40B4-BE49-F238E27FC236}">
                <a16:creationId xmlns:a16="http://schemas.microsoft.com/office/drawing/2014/main" id="{E92511A2-FB81-4684-8CB9-23A90359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4ef264f915d4dba"/>
              </a:rPr>
              <a:t>開啟 Antigravity ↗</a:t>
            </a:r>
          </a:p>
        </p:txBody>
      </p:sp>
      <p:sp>
        <p:nvSpPr>
          <p:cNvPr id="20" name="shape-1622">
            <a:extLst xmlns:a="http://schemas.openxmlformats.org/drawingml/2006/main">
              <a:ext uri="{FF2B5EF4-FFF2-40B4-BE49-F238E27FC236}">
                <a16:creationId xmlns:a16="http://schemas.microsoft.com/office/drawing/2014/main" id="{DB37166F-00B5-4848-817F-7778D536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57dda0a6f45b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23">
            <a:extLst xmlns:a="http://schemas.openxmlformats.org/drawingml/2006/main">
              <a:ext uri="{FF2B5EF4-FFF2-40B4-BE49-F238E27FC236}">
                <a16:creationId xmlns:a16="http://schemas.microsoft.com/office/drawing/2014/main" id="{3A3ECDDD-5D3B-477B-A755-7E38FDFB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82648491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50">
            <a:extLst xmlns:a="http://schemas.openxmlformats.org/drawingml/2006/main">
              <a:ext uri="{FF2B5EF4-FFF2-40B4-BE49-F238E27FC236}">
                <a16:creationId xmlns:a16="http://schemas.microsoft.com/office/drawing/2014/main" id="{E77F7F3E-3CA0-4510-B40E-5699B192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051">
            <a:extLst xmlns:a="http://schemas.openxmlformats.org/drawingml/2006/main">
              <a:ext uri="{FF2B5EF4-FFF2-40B4-BE49-F238E27FC236}">
                <a16:creationId xmlns:a16="http://schemas.microsoft.com/office/drawing/2014/main" id="{CF3AF095-ADE2-4FA4-83DD-2F1506CA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052">
            <a:extLst xmlns:a="http://schemas.openxmlformats.org/drawingml/2006/main">
              <a:ext uri="{FF2B5EF4-FFF2-40B4-BE49-F238E27FC236}">
                <a16:creationId xmlns:a16="http://schemas.microsoft.com/office/drawing/2014/main" id="{AAF95E8F-46D3-4C41-B254-BE38CC60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在你的工作區讀取脈絡、建立或修改檔案、執行檢查，並交付可追查的成果。</a:t>
            </a:r>
          </a:p>
        </p:txBody>
      </p:sp>
      <p:sp>
        <p:nvSpPr>
          <p:cNvPr id="4" name="shape-1053">
            <a:extLst xmlns:a="http://schemas.openxmlformats.org/drawingml/2006/main">
              <a:ext uri="{FF2B5EF4-FFF2-40B4-BE49-F238E27FC236}">
                <a16:creationId xmlns:a16="http://schemas.microsoft.com/office/drawing/2014/main" id="{98B91E78-B53F-4D46-B99D-1E70FD88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54">
            <a:extLst xmlns:a="http://schemas.openxmlformats.org/drawingml/2006/main">
              <a:ext uri="{FF2B5EF4-FFF2-40B4-BE49-F238E27FC236}">
                <a16:creationId xmlns:a16="http://schemas.microsoft.com/office/drawing/2014/main" id="{10D92B51-1A97-4E34-B52F-E49E9891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055">
            <a:extLst xmlns:a="http://schemas.openxmlformats.org/drawingml/2006/main">
              <a:ext uri="{FF2B5EF4-FFF2-40B4-BE49-F238E27FC236}">
                <a16:creationId xmlns:a16="http://schemas.microsoft.com/office/drawing/2014/main" id="{B7DC6577-A063-4C57-9E74-7729F27A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056">
            <a:extLst xmlns:a="http://schemas.openxmlformats.org/drawingml/2006/main">
              <a:ext uri="{FF2B5EF4-FFF2-40B4-BE49-F238E27FC236}">
                <a16:creationId xmlns:a16="http://schemas.microsoft.com/office/drawing/2014/main" id="{EDDC5552-DED6-414F-89CD-343B9B2E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057">
            <a:extLst xmlns:a="http://schemas.openxmlformats.org/drawingml/2006/main">
              <a:ext uri="{FF2B5EF4-FFF2-40B4-BE49-F238E27FC236}">
                <a16:creationId xmlns:a16="http://schemas.microsoft.com/office/drawing/2014/main" id="{6DAB8201-1A7B-46C2-B0BE-7FDBFDA9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058">
            <a:extLst xmlns:a="http://schemas.openxmlformats.org/drawingml/2006/main">
              <a:ext uri="{FF2B5EF4-FFF2-40B4-BE49-F238E27FC236}">
                <a16:creationId xmlns:a16="http://schemas.microsoft.com/office/drawing/2014/main" id="{939A0DFA-1465-4911-835D-D9CEFD6B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0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060">
            <a:extLst xmlns:a="http://schemas.openxmlformats.org/drawingml/2006/main">
              <a:ext uri="{FF2B5EF4-FFF2-40B4-BE49-F238E27FC236}">
                <a16:creationId xmlns:a16="http://schemas.microsoft.com/office/drawing/2014/main" id="{A0A227C2-B2F6-4749-B251-38F40501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E652FF-6EE7-43DA-AC98-B3BAAFC5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13" name="text-1583">
            <a:extLst xmlns:a="http://schemas.openxmlformats.org/drawingml/2006/main">
              <a:ext uri="{FF2B5EF4-FFF2-40B4-BE49-F238E27FC236}">
                <a16:creationId xmlns:a16="http://schemas.microsoft.com/office/drawing/2014/main" id="{68A67D61-121C-4B40-A53C-A59EB2D9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0f60b54e7da45e4"/>
              </a:rPr>
              <a:t>開啟 Codex ↗</a:t>
            </a:r>
          </a:p>
        </p:txBody>
      </p:sp>
      <p:sp>
        <p:nvSpPr>
          <p:cNvPr id="14" name="shape-1624">
            <a:extLst xmlns:a="http://schemas.openxmlformats.org/drawingml/2006/main">
              <a:ext uri="{FF2B5EF4-FFF2-40B4-BE49-F238E27FC236}">
                <a16:creationId xmlns:a16="http://schemas.microsoft.com/office/drawing/2014/main" id="{2413C621-AAE6-410F-9C22-E2320320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7dfa9864b41d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25">
            <a:extLst xmlns:a="http://schemas.openxmlformats.org/drawingml/2006/main">
              <a:ext uri="{FF2B5EF4-FFF2-40B4-BE49-F238E27FC236}">
                <a16:creationId xmlns:a16="http://schemas.microsoft.com/office/drawing/2014/main" id="{1582F203-8FB7-4132-92FB-D1C88F4B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5608003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061">
            <a:extLst xmlns:a="http://schemas.openxmlformats.org/drawingml/2006/main">
              <a:ext uri="{FF2B5EF4-FFF2-40B4-BE49-F238E27FC236}">
                <a16:creationId xmlns:a16="http://schemas.microsoft.com/office/drawing/2014/main" id="{F7FCFBC1-8605-47B1-821F-EEC6739C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12BA23-6798-4BB2-A6E7-F9C98287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0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63">
            <a:extLst xmlns:a="http://schemas.openxmlformats.org/drawingml/2006/main">
              <a:ext uri="{FF2B5EF4-FFF2-40B4-BE49-F238E27FC236}">
                <a16:creationId xmlns:a16="http://schemas.microsoft.com/office/drawing/2014/main" id="{5A85AB3E-5753-4BC7-99CA-EDA40148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61B867-86B1-499C-B930-888ABE4D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064">
            <a:extLst xmlns:a="http://schemas.openxmlformats.org/drawingml/2006/main">
              <a:ext uri="{FF2B5EF4-FFF2-40B4-BE49-F238E27FC236}">
                <a16:creationId xmlns:a16="http://schemas.microsoft.com/office/drawing/2014/main" id="{36516FBD-0CEA-40D6-B951-8C3E6FF8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065">
            <a:extLst xmlns:a="http://schemas.openxmlformats.org/drawingml/2006/main">
              <a:ext uri="{FF2B5EF4-FFF2-40B4-BE49-F238E27FC236}">
                <a16:creationId xmlns:a16="http://schemas.microsoft.com/office/drawing/2014/main" id="{11EE8B30-0805-4D12-A28B-670FA1FC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66">
            <a:extLst xmlns:a="http://schemas.openxmlformats.org/drawingml/2006/main">
              <a:ext uri="{FF2B5EF4-FFF2-40B4-BE49-F238E27FC236}">
                <a16:creationId xmlns:a16="http://schemas.microsoft.com/office/drawing/2014/main" id="{D881F975-1776-4311-A165-269493B4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67">
            <a:extLst xmlns:a="http://schemas.openxmlformats.org/drawingml/2006/main">
              <a:ext uri="{FF2B5EF4-FFF2-40B4-BE49-F238E27FC236}">
                <a16:creationId xmlns:a16="http://schemas.microsoft.com/office/drawing/2014/main" id="{9AD13B34-C2AA-4672-91CD-EA01579E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</a:t>
            </a:r>
          </a:p>
        </p:txBody>
      </p:sp>
      <p:sp>
        <p:nvSpPr>
          <p:cNvPr id="10" name="text-1068">
            <a:extLst xmlns:a="http://schemas.openxmlformats.org/drawingml/2006/main">
              <a:ext uri="{FF2B5EF4-FFF2-40B4-BE49-F238E27FC236}">
                <a16:creationId xmlns:a16="http://schemas.microsoft.com/office/drawing/2014/main" id="{5357FB15-F254-4C1D-BD15-F4DCDD0F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把素材放在清楚資料夾</a:t>
            </a:r>
          </a:p>
        </p:txBody>
      </p:sp>
      <p:sp>
        <p:nvSpPr>
          <p:cNvPr id="11" name="text-1069">
            <a:extLst xmlns:a="http://schemas.openxmlformats.org/drawingml/2006/main">
              <a:ext uri="{FF2B5EF4-FFF2-40B4-BE49-F238E27FC236}">
                <a16:creationId xmlns:a16="http://schemas.microsoft.com/office/drawing/2014/main" id="{1A7097F6-F6A9-42C1-A642-5C1C54C1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070">
            <a:extLst xmlns:a="http://schemas.openxmlformats.org/drawingml/2006/main">
              <a:ext uri="{FF2B5EF4-FFF2-40B4-BE49-F238E27FC236}">
                <a16:creationId xmlns:a16="http://schemas.microsoft.com/office/drawing/2014/main" id="{F547A9A6-42E6-4DC6-8FC8-5B08D829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071">
            <a:extLst xmlns:a="http://schemas.openxmlformats.org/drawingml/2006/main">
              <a:ext uri="{FF2B5EF4-FFF2-40B4-BE49-F238E27FC236}">
                <a16:creationId xmlns:a16="http://schemas.microsoft.com/office/drawing/2014/main" id="{B9AEACE6-70B3-40B8-851B-75849B13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072">
            <a:extLst xmlns:a="http://schemas.openxmlformats.org/drawingml/2006/main">
              <a:ext uri="{FF2B5EF4-FFF2-40B4-BE49-F238E27FC236}">
                <a16:creationId xmlns:a16="http://schemas.microsoft.com/office/drawing/2014/main" id="{EABFF351-AB72-4637-8D1E-1DA68EAA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073">
            <a:extLst xmlns:a="http://schemas.openxmlformats.org/drawingml/2006/main">
              <a:ext uri="{FF2B5EF4-FFF2-40B4-BE49-F238E27FC236}">
                <a16:creationId xmlns:a16="http://schemas.microsoft.com/office/drawing/2014/main" id="{6359A676-C86E-4681-BFB5-4EAD4745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074">
            <a:extLst xmlns:a="http://schemas.openxmlformats.org/drawingml/2006/main">
              <a:ext uri="{FF2B5EF4-FFF2-40B4-BE49-F238E27FC236}">
                <a16:creationId xmlns:a16="http://schemas.microsoft.com/office/drawing/2014/main" id="{3AD1F8FC-FAB0-48D1-A900-77F7EF86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075">
            <a:extLst xmlns:a="http://schemas.openxmlformats.org/drawingml/2006/main">
              <a:ext uri="{FF2B5EF4-FFF2-40B4-BE49-F238E27FC236}">
                <a16:creationId xmlns:a16="http://schemas.microsoft.com/office/drawing/2014/main" id="{D9D63CC4-947D-4F1C-A0D9-8327027F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76">
            <a:extLst xmlns:a="http://schemas.openxmlformats.org/drawingml/2006/main">
              <a:ext uri="{FF2B5EF4-FFF2-40B4-BE49-F238E27FC236}">
                <a16:creationId xmlns:a16="http://schemas.microsoft.com/office/drawing/2014/main" id="{3B6D7D91-F30A-4FDA-A889-9B35114E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077">
            <a:extLst xmlns:a="http://schemas.openxmlformats.org/drawingml/2006/main">
              <a:ext uri="{FF2B5EF4-FFF2-40B4-BE49-F238E27FC236}">
                <a16:creationId xmlns:a16="http://schemas.microsoft.com/office/drawing/2014/main" id="{46626059-41B5-4FEB-ADEF-A1F034D6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78">
            <a:extLst xmlns:a="http://schemas.openxmlformats.org/drawingml/2006/main">
              <a:ext uri="{FF2B5EF4-FFF2-40B4-BE49-F238E27FC236}">
                <a16:creationId xmlns:a16="http://schemas.microsoft.com/office/drawing/2014/main" id="{BB2F8472-8BC9-47F5-B67A-57353BBC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079">
            <a:extLst xmlns:a="http://schemas.openxmlformats.org/drawingml/2006/main">
              <a:ext uri="{FF2B5EF4-FFF2-40B4-BE49-F238E27FC236}">
                <a16:creationId xmlns:a16="http://schemas.microsoft.com/office/drawing/2014/main" id="{F381F09C-F5FE-4C33-BF06-BEC10A56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080">
            <a:extLst xmlns:a="http://schemas.openxmlformats.org/drawingml/2006/main">
              <a:ext uri="{FF2B5EF4-FFF2-40B4-BE49-F238E27FC236}">
                <a16:creationId xmlns:a16="http://schemas.microsoft.com/office/drawing/2014/main" id="{3FC8E9C4-C799-416E-B15C-C90C2318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081">
            <a:extLst xmlns:a="http://schemas.openxmlformats.org/drawingml/2006/main">
              <a:ext uri="{FF2B5EF4-FFF2-40B4-BE49-F238E27FC236}">
                <a16:creationId xmlns:a16="http://schemas.microsoft.com/office/drawing/2014/main" id="{D92DC77D-FB6B-4B9A-8068-7AF9C71D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082">
            <a:extLst xmlns:a="http://schemas.openxmlformats.org/drawingml/2006/main">
              <a:ext uri="{FF2B5EF4-FFF2-40B4-BE49-F238E27FC236}">
                <a16:creationId xmlns:a16="http://schemas.microsoft.com/office/drawing/2014/main" id="{75AA3B09-6113-411C-A69F-11FA23F8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083">
            <a:extLst xmlns:a="http://schemas.openxmlformats.org/drawingml/2006/main">
              <a:ext uri="{FF2B5EF4-FFF2-40B4-BE49-F238E27FC236}">
                <a16:creationId xmlns:a16="http://schemas.microsoft.com/office/drawing/2014/main" id="{4F5BAB1F-AB50-4FF4-A886-B9E5522C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084">
            <a:extLst xmlns:a="http://schemas.openxmlformats.org/drawingml/2006/main">
              <a:ext uri="{FF2B5EF4-FFF2-40B4-BE49-F238E27FC236}">
                <a16:creationId xmlns:a16="http://schemas.microsoft.com/office/drawing/2014/main" id="{06E3B9D8-C4ED-4AF0-8807-CBCB5E27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085">
            <a:extLst xmlns:a="http://schemas.openxmlformats.org/drawingml/2006/main">
              <a:ext uri="{FF2B5EF4-FFF2-40B4-BE49-F238E27FC236}">
                <a16:creationId xmlns:a16="http://schemas.microsoft.com/office/drawing/2014/main" id="{B40E9CBA-5378-4C50-A14F-46AB2C9E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086">
            <a:extLst xmlns:a="http://schemas.openxmlformats.org/drawingml/2006/main">
              <a:ext uri="{FF2B5EF4-FFF2-40B4-BE49-F238E27FC236}">
                <a16:creationId xmlns:a16="http://schemas.microsoft.com/office/drawing/2014/main" id="{EED485ED-53FD-4C0B-BA30-DE421470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087">
            <a:extLst xmlns:a="http://schemas.openxmlformats.org/drawingml/2006/main">
              <a:ext uri="{FF2B5EF4-FFF2-40B4-BE49-F238E27FC236}">
                <a16:creationId xmlns:a16="http://schemas.microsoft.com/office/drawing/2014/main" id="{692A8629-D936-42D0-8D01-F3A2E4A2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088">
            <a:extLst xmlns:a="http://schemas.openxmlformats.org/drawingml/2006/main">
              <a:ext uri="{FF2B5EF4-FFF2-40B4-BE49-F238E27FC236}">
                <a16:creationId xmlns:a16="http://schemas.microsoft.com/office/drawing/2014/main" id="{9C3241EF-E971-4F20-8B59-5A3D81CF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089">
            <a:extLst xmlns:a="http://schemas.openxmlformats.org/drawingml/2006/main">
              <a:ext uri="{FF2B5EF4-FFF2-40B4-BE49-F238E27FC236}">
                <a16:creationId xmlns:a16="http://schemas.microsoft.com/office/drawing/2014/main" id="{1E0FAAB2-1FFE-48F4-8E47-52A56170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090">
            <a:extLst xmlns:a="http://schemas.openxmlformats.org/drawingml/2006/main">
              <a:ext uri="{FF2B5EF4-FFF2-40B4-BE49-F238E27FC236}">
                <a16:creationId xmlns:a16="http://schemas.microsoft.com/office/drawing/2014/main" id="{E6A565F8-C895-437F-8749-0E6A14B57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091">
            <a:extLst xmlns:a="http://schemas.openxmlformats.org/drawingml/2006/main">
              <a:ext uri="{FF2B5EF4-FFF2-40B4-BE49-F238E27FC236}">
                <a16:creationId xmlns:a16="http://schemas.microsoft.com/office/drawing/2014/main" id="{8AD30359-D744-461E-8643-BFC6FC03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092">
            <a:extLst xmlns:a="http://schemas.openxmlformats.org/drawingml/2006/main">
              <a:ext uri="{FF2B5EF4-FFF2-40B4-BE49-F238E27FC236}">
                <a16:creationId xmlns:a16="http://schemas.microsoft.com/office/drawing/2014/main" id="{B5C68EF4-DA8C-407E-A76E-DA44BEA0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093">
            <a:extLst xmlns:a="http://schemas.openxmlformats.org/drawingml/2006/main">
              <a:ext uri="{FF2B5EF4-FFF2-40B4-BE49-F238E27FC236}">
                <a16:creationId xmlns:a16="http://schemas.microsoft.com/office/drawing/2014/main" id="{20BB9919-BD7D-46B3-9658-E29D231A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584">
            <a:extLst xmlns:a="http://schemas.openxmlformats.org/drawingml/2006/main">
              <a:ext uri="{FF2B5EF4-FFF2-40B4-BE49-F238E27FC236}">
                <a16:creationId xmlns:a16="http://schemas.microsoft.com/office/drawing/2014/main" id="{E33BC43F-5DB2-4BAE-B609-5A69AE71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6c26e8e9554622"/>
              </a:rPr>
              <a:t>開啟 Codex ↗</a:t>
            </a:r>
          </a:p>
        </p:txBody>
      </p:sp>
      <p:sp>
        <p:nvSpPr>
          <p:cNvPr id="37" name="shape-1626">
            <a:extLst xmlns:a="http://schemas.openxmlformats.org/drawingml/2006/main">
              <a:ext uri="{FF2B5EF4-FFF2-40B4-BE49-F238E27FC236}">
                <a16:creationId xmlns:a16="http://schemas.microsoft.com/office/drawing/2014/main" id="{80C77787-4488-4FC1-8D8E-49609B15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8bf750db574fe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627">
            <a:extLst xmlns:a="http://schemas.openxmlformats.org/drawingml/2006/main">
              <a:ext uri="{FF2B5EF4-FFF2-40B4-BE49-F238E27FC236}">
                <a16:creationId xmlns:a16="http://schemas.microsoft.com/office/drawing/2014/main" id="{45692A3C-F040-480C-A2EA-E0B533DD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27187505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94">
            <a:extLst xmlns:a="http://schemas.openxmlformats.org/drawingml/2006/main">
              <a:ext uri="{FF2B5EF4-FFF2-40B4-BE49-F238E27FC236}">
                <a16:creationId xmlns:a16="http://schemas.microsoft.com/office/drawing/2014/main" id="{B37CDFC5-DF21-42BB-8320-BBB5A27C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D7146E-5AB1-40E2-AA33-5CF480B7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09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96">
            <a:extLst xmlns:a="http://schemas.openxmlformats.org/drawingml/2006/main">
              <a:ext uri="{FF2B5EF4-FFF2-40B4-BE49-F238E27FC236}">
                <a16:creationId xmlns:a16="http://schemas.microsoft.com/office/drawing/2014/main" id="{C4F4A714-8F65-4E82-9352-BEB8D198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FE80FE7-2500-447F-B02B-6F313AED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097">
            <a:extLst xmlns:a="http://schemas.openxmlformats.org/drawingml/2006/main">
              <a:ext uri="{FF2B5EF4-FFF2-40B4-BE49-F238E27FC236}">
                <a16:creationId xmlns:a16="http://schemas.microsoft.com/office/drawing/2014/main" id="{D7F4ACF2-05E6-481E-BA76-54E890F7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098">
            <a:extLst xmlns:a="http://schemas.openxmlformats.org/drawingml/2006/main">
              <a:ext uri="{FF2B5EF4-FFF2-40B4-BE49-F238E27FC236}">
                <a16:creationId xmlns:a16="http://schemas.microsoft.com/office/drawing/2014/main" id="{49A1AB55-3875-413A-8F37-09DE250E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099">
            <a:extLst xmlns:a="http://schemas.openxmlformats.org/drawingml/2006/main">
              <a:ext uri="{FF2B5EF4-FFF2-40B4-BE49-F238E27FC236}">
                <a16:creationId xmlns:a16="http://schemas.microsoft.com/office/drawing/2014/main" id="{39388A43-F0F5-4001-BBB0-99E7220E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100">
            <a:extLst xmlns:a="http://schemas.openxmlformats.org/drawingml/2006/main">
              <a:ext uri="{FF2B5EF4-FFF2-40B4-BE49-F238E27FC236}">
                <a16:creationId xmlns:a16="http://schemas.microsoft.com/office/drawing/2014/main" id="{F2298C73-F33E-4F16-BDE8-7995A135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101">
            <a:extLst xmlns:a="http://schemas.openxmlformats.org/drawingml/2006/main">
              <a:ext uri="{FF2B5EF4-FFF2-40B4-BE49-F238E27FC236}">
                <a16:creationId xmlns:a16="http://schemas.microsoft.com/office/drawing/2014/main" id="{19C4B457-A145-49FF-ACFF-1EC5787F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102">
            <a:extLst xmlns:a="http://schemas.openxmlformats.org/drawingml/2006/main">
              <a:ext uri="{FF2B5EF4-FFF2-40B4-BE49-F238E27FC236}">
                <a16:creationId xmlns:a16="http://schemas.microsoft.com/office/drawing/2014/main" id="{C32521C2-B96D-45DF-9BC6-1B05F8F0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103">
            <a:extLst xmlns:a="http://schemas.openxmlformats.org/drawingml/2006/main">
              <a:ext uri="{FF2B5EF4-FFF2-40B4-BE49-F238E27FC236}">
                <a16:creationId xmlns:a16="http://schemas.microsoft.com/office/drawing/2014/main" id="{F57C412F-3595-472C-A086-13DDA4C1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585">
            <a:extLst xmlns:a="http://schemas.openxmlformats.org/drawingml/2006/main">
              <a:ext uri="{FF2B5EF4-FFF2-40B4-BE49-F238E27FC236}">
                <a16:creationId xmlns:a16="http://schemas.microsoft.com/office/drawing/2014/main" id="{FAA21C3E-9950-46EF-A079-BA1512F4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efcf18c325406b"/>
              </a:rPr>
              <a:t>開啟 Codex ↗</a:t>
            </a:r>
          </a:p>
        </p:txBody>
      </p:sp>
      <p:sp>
        <p:nvSpPr>
          <p:cNvPr id="14" name="shape-1628">
            <a:extLst xmlns:a="http://schemas.openxmlformats.org/drawingml/2006/main">
              <a:ext uri="{FF2B5EF4-FFF2-40B4-BE49-F238E27FC236}">
                <a16:creationId xmlns:a16="http://schemas.microsoft.com/office/drawing/2014/main" id="{A4FE2BC3-E495-4146-91D6-664D79AB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8180e7b7f415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29">
            <a:extLst xmlns:a="http://schemas.openxmlformats.org/drawingml/2006/main">
              <a:ext uri="{FF2B5EF4-FFF2-40B4-BE49-F238E27FC236}">
                <a16:creationId xmlns:a16="http://schemas.microsoft.com/office/drawing/2014/main" id="{AD345AA1-EA7C-4493-AF46-A3390CA4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5734250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104">
            <a:extLst xmlns:a="http://schemas.openxmlformats.org/drawingml/2006/main">
              <a:ext uri="{FF2B5EF4-FFF2-40B4-BE49-F238E27FC236}">
                <a16:creationId xmlns:a16="http://schemas.microsoft.com/office/drawing/2014/main" id="{AD6343DE-7F1D-4885-98E4-817D5A03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56CBEB-227E-4139-8473-BD776979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1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06">
            <a:extLst xmlns:a="http://schemas.openxmlformats.org/drawingml/2006/main">
              <a:ext uri="{FF2B5EF4-FFF2-40B4-BE49-F238E27FC236}">
                <a16:creationId xmlns:a16="http://schemas.microsoft.com/office/drawing/2014/main" id="{9365192B-5204-4080-9F97-B5D1EA22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05194F3-29B7-4A7D-8642-38654374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107">
            <a:extLst xmlns:a="http://schemas.openxmlformats.org/drawingml/2006/main">
              <a:ext uri="{FF2B5EF4-FFF2-40B4-BE49-F238E27FC236}">
                <a16:creationId xmlns:a16="http://schemas.microsoft.com/office/drawing/2014/main" id="{004D4083-C0AC-4D8C-80C5-79C9E2C0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08">
            <a:extLst xmlns:a="http://schemas.openxmlformats.org/drawingml/2006/main">
              <a:ext uri="{FF2B5EF4-FFF2-40B4-BE49-F238E27FC236}">
                <a16:creationId xmlns:a16="http://schemas.microsoft.com/office/drawing/2014/main" id="{8B59B3AB-23BE-4ADC-BED6-8CB36B24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109">
            <a:extLst xmlns:a="http://schemas.openxmlformats.org/drawingml/2006/main">
              <a:ext uri="{FF2B5EF4-FFF2-40B4-BE49-F238E27FC236}">
                <a16:creationId xmlns:a16="http://schemas.microsoft.com/office/drawing/2014/main" id="{6E3BC83E-2F94-4330-9AA9-9F41D754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110">
            <a:extLst xmlns:a="http://schemas.openxmlformats.org/drawingml/2006/main">
              <a:ext uri="{FF2B5EF4-FFF2-40B4-BE49-F238E27FC236}">
                <a16:creationId xmlns:a16="http://schemas.microsoft.com/office/drawing/2014/main" id="{20094768-7347-452D-A3CA-C83C1A47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教學問題與使用者價值</a:t>
            </a:r>
          </a:p>
        </p:txBody>
      </p:sp>
      <p:sp>
        <p:nvSpPr>
          <p:cNvPr id="10" name="shape-1111">
            <a:extLst xmlns:a="http://schemas.openxmlformats.org/drawingml/2006/main">
              <a:ext uri="{FF2B5EF4-FFF2-40B4-BE49-F238E27FC236}">
                <a16:creationId xmlns:a16="http://schemas.microsoft.com/office/drawing/2014/main" id="{5783ADC7-077F-4E8E-B133-BD5CE924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12">
            <a:extLst xmlns:a="http://schemas.openxmlformats.org/drawingml/2006/main">
              <a:ext uri="{FF2B5EF4-FFF2-40B4-BE49-F238E27FC236}">
                <a16:creationId xmlns:a16="http://schemas.microsoft.com/office/drawing/2014/main" id="{25D936E0-EE1C-4A61-BC44-1DAADD55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113">
            <a:extLst xmlns:a="http://schemas.openxmlformats.org/drawingml/2006/main">
              <a:ext uri="{FF2B5EF4-FFF2-40B4-BE49-F238E27FC236}">
                <a16:creationId xmlns:a16="http://schemas.microsoft.com/office/drawing/2014/main" id="{82EE1D26-77D2-41B1-BE8D-5CAB20EC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114">
            <a:extLst xmlns:a="http://schemas.openxmlformats.org/drawingml/2006/main">
              <a:ext uri="{FF2B5EF4-FFF2-40B4-BE49-F238E27FC236}">
                <a16:creationId xmlns:a16="http://schemas.microsoft.com/office/drawing/2014/main" id="{CBC984F3-307C-49A7-A60B-5488BCE3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115">
            <a:extLst xmlns:a="http://schemas.openxmlformats.org/drawingml/2006/main">
              <a:ext uri="{FF2B5EF4-FFF2-40B4-BE49-F238E27FC236}">
                <a16:creationId xmlns:a16="http://schemas.microsoft.com/office/drawing/2014/main" id="{D85279C9-CD2A-48C4-A8C8-47F1FAF0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16">
            <a:extLst xmlns:a="http://schemas.openxmlformats.org/drawingml/2006/main">
              <a:ext uri="{FF2B5EF4-FFF2-40B4-BE49-F238E27FC236}">
                <a16:creationId xmlns:a16="http://schemas.microsoft.com/office/drawing/2014/main" id="{5D03CA29-A632-4CAF-9258-4AEE4EA9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117">
            <a:extLst xmlns:a="http://schemas.openxmlformats.org/drawingml/2006/main">
              <a:ext uri="{FF2B5EF4-FFF2-40B4-BE49-F238E27FC236}">
                <a16:creationId xmlns:a16="http://schemas.microsoft.com/office/drawing/2014/main" id="{E1323B4A-92B5-409A-9916-7DBA2F4F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118">
            <a:extLst xmlns:a="http://schemas.openxmlformats.org/drawingml/2006/main">
              <a:ext uri="{FF2B5EF4-FFF2-40B4-BE49-F238E27FC236}">
                <a16:creationId xmlns:a16="http://schemas.microsoft.com/office/drawing/2014/main" id="{2005EE96-FF99-46C9-9B22-FA539C78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119">
            <a:extLst xmlns:a="http://schemas.openxmlformats.org/drawingml/2006/main">
              <a:ext uri="{FF2B5EF4-FFF2-40B4-BE49-F238E27FC236}">
                <a16:creationId xmlns:a16="http://schemas.microsoft.com/office/drawing/2014/main" id="{8A17D467-BF0C-4BB2-BE03-864E8884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20">
            <a:extLst xmlns:a="http://schemas.openxmlformats.org/drawingml/2006/main">
              <a:ext uri="{FF2B5EF4-FFF2-40B4-BE49-F238E27FC236}">
                <a16:creationId xmlns:a16="http://schemas.microsoft.com/office/drawing/2014/main" id="{00220089-7F39-4E7D-817B-DEE469EE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121">
            <a:extLst xmlns:a="http://schemas.openxmlformats.org/drawingml/2006/main">
              <a:ext uri="{FF2B5EF4-FFF2-40B4-BE49-F238E27FC236}">
                <a16:creationId xmlns:a16="http://schemas.microsoft.com/office/drawing/2014/main" id="{14B28940-7EA9-43F5-A114-B82D18DB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122">
            <a:extLst xmlns:a="http://schemas.openxmlformats.org/drawingml/2006/main">
              <a:ext uri="{FF2B5EF4-FFF2-40B4-BE49-F238E27FC236}">
                <a16:creationId xmlns:a16="http://schemas.microsoft.com/office/drawing/2014/main" id="{EE690290-368F-4C4B-BEF1-8B5F5D7C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123">
            <a:extLst xmlns:a="http://schemas.openxmlformats.org/drawingml/2006/main">
              <a:ext uri="{FF2B5EF4-FFF2-40B4-BE49-F238E27FC236}">
                <a16:creationId xmlns:a16="http://schemas.microsoft.com/office/drawing/2014/main" id="{4C361582-0CE9-4F6C-92D2-45FEF47E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124">
            <a:extLst xmlns:a="http://schemas.openxmlformats.org/drawingml/2006/main">
              <a:ext uri="{FF2B5EF4-FFF2-40B4-BE49-F238E27FC236}">
                <a16:creationId xmlns:a16="http://schemas.microsoft.com/office/drawing/2014/main" id="{862E2530-E111-4AF1-AD31-3DF1D6FB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125">
            <a:extLst xmlns:a="http://schemas.openxmlformats.org/drawingml/2006/main">
              <a:ext uri="{FF2B5EF4-FFF2-40B4-BE49-F238E27FC236}">
                <a16:creationId xmlns:a16="http://schemas.microsoft.com/office/drawing/2014/main" id="{50BFB56D-91C7-461F-90CE-640FD3AB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126">
            <a:extLst xmlns:a="http://schemas.openxmlformats.org/drawingml/2006/main">
              <a:ext uri="{FF2B5EF4-FFF2-40B4-BE49-F238E27FC236}">
                <a16:creationId xmlns:a16="http://schemas.microsoft.com/office/drawing/2014/main" id="{FF62CCF5-0431-4DD4-9339-490BBB29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127">
            <a:extLst xmlns:a="http://schemas.openxmlformats.org/drawingml/2006/main">
              <a:ext uri="{FF2B5EF4-FFF2-40B4-BE49-F238E27FC236}">
                <a16:creationId xmlns:a16="http://schemas.microsoft.com/office/drawing/2014/main" id="{12B1AC8A-EDA8-47F4-91D7-A9952344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128">
            <a:extLst xmlns:a="http://schemas.openxmlformats.org/drawingml/2006/main">
              <a:ext uri="{FF2B5EF4-FFF2-40B4-BE49-F238E27FC236}">
                <a16:creationId xmlns:a16="http://schemas.microsoft.com/office/drawing/2014/main" id="{21471BE8-52AF-471E-AD45-4BF69A1D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129">
            <a:extLst xmlns:a="http://schemas.openxmlformats.org/drawingml/2006/main">
              <a:ext uri="{FF2B5EF4-FFF2-40B4-BE49-F238E27FC236}">
                <a16:creationId xmlns:a16="http://schemas.microsoft.com/office/drawing/2014/main" id="{CBA81A4D-CD79-42CC-AB7D-CCAF208F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130">
            <a:extLst xmlns:a="http://schemas.openxmlformats.org/drawingml/2006/main">
              <a:ext uri="{FF2B5EF4-FFF2-40B4-BE49-F238E27FC236}">
                <a16:creationId xmlns:a16="http://schemas.microsoft.com/office/drawing/2014/main" id="{464B8CB2-38EE-42B6-8386-7157296B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586">
            <a:extLst xmlns:a="http://schemas.openxmlformats.org/drawingml/2006/main">
              <a:ext uri="{FF2B5EF4-FFF2-40B4-BE49-F238E27FC236}">
                <a16:creationId xmlns:a16="http://schemas.microsoft.com/office/drawing/2014/main" id="{032FA537-17F8-4753-8C31-A5AF58FC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70134ef69c54159"/>
              </a:rPr>
              <a:t>開啟 Codex ↗</a:t>
            </a:r>
          </a:p>
        </p:txBody>
      </p:sp>
      <p:sp>
        <p:nvSpPr>
          <p:cNvPr id="31" name="shape-1630">
            <a:extLst xmlns:a="http://schemas.openxmlformats.org/drawingml/2006/main">
              <a:ext uri="{FF2B5EF4-FFF2-40B4-BE49-F238E27FC236}">
                <a16:creationId xmlns:a16="http://schemas.microsoft.com/office/drawing/2014/main" id="{1B02054A-AD88-477A-BA3F-11808653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347a02aa454e7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631">
            <a:extLst xmlns:a="http://schemas.openxmlformats.org/drawingml/2006/main">
              <a:ext uri="{FF2B5EF4-FFF2-40B4-BE49-F238E27FC236}">
                <a16:creationId xmlns:a16="http://schemas.microsoft.com/office/drawing/2014/main" id="{5BAD8E03-129A-479E-AAE2-1877BA88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897638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31">
            <a:extLst xmlns:a="http://schemas.openxmlformats.org/drawingml/2006/main">
              <a:ext uri="{FF2B5EF4-FFF2-40B4-BE49-F238E27FC236}">
                <a16:creationId xmlns:a16="http://schemas.microsoft.com/office/drawing/2014/main" id="{F423FAF5-831A-49C3-A591-AEA7ECEE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CCC2DE-7153-43A0-AD77-60AA29BB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1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33">
            <a:extLst xmlns:a="http://schemas.openxmlformats.org/drawingml/2006/main">
              <a:ext uri="{FF2B5EF4-FFF2-40B4-BE49-F238E27FC236}">
                <a16:creationId xmlns:a16="http://schemas.microsoft.com/office/drawing/2014/main" id="{4BAF3DD0-7569-4B0F-BC64-DB9A8D35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6F83860-4CAC-4B2E-A03F-1AC91ABD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1134">
            <a:extLst xmlns:a="http://schemas.openxmlformats.org/drawingml/2006/main">
              <a:ext uri="{FF2B5EF4-FFF2-40B4-BE49-F238E27FC236}">
                <a16:creationId xmlns:a16="http://schemas.microsoft.com/office/drawing/2014/main" id="{6EB79C38-EFBF-4BB7-908B-4C246BD3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35">
            <a:extLst xmlns:a="http://schemas.openxmlformats.org/drawingml/2006/main">
              <a:ext uri="{FF2B5EF4-FFF2-40B4-BE49-F238E27FC236}">
                <a16:creationId xmlns:a16="http://schemas.microsoft.com/office/drawing/2014/main" id="{E1FB8843-9F5A-41B1-B992-50E72FF2C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36">
            <a:extLst xmlns:a="http://schemas.openxmlformats.org/drawingml/2006/main">
              <a:ext uri="{FF2B5EF4-FFF2-40B4-BE49-F238E27FC236}">
                <a16:creationId xmlns:a16="http://schemas.microsoft.com/office/drawing/2014/main" id="{9652E736-2BE7-42E8-9880-7185D976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37">
            <a:extLst xmlns:a="http://schemas.openxmlformats.org/drawingml/2006/main">
              <a:ext uri="{FF2B5EF4-FFF2-40B4-BE49-F238E27FC236}">
                <a16:creationId xmlns:a16="http://schemas.microsoft.com/office/drawing/2014/main" id="{BD645381-BB83-424D-BBCF-72B0826B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138">
            <a:extLst xmlns:a="http://schemas.openxmlformats.org/drawingml/2006/main">
              <a:ext uri="{FF2B5EF4-FFF2-40B4-BE49-F238E27FC236}">
                <a16:creationId xmlns:a16="http://schemas.microsoft.com/office/drawing/2014/main" id="{EA093FAE-E6DF-42DD-9711-930FA0CB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39">
            <a:extLst xmlns:a="http://schemas.openxmlformats.org/drawingml/2006/main">
              <a:ext uri="{FF2B5EF4-FFF2-40B4-BE49-F238E27FC236}">
                <a16:creationId xmlns:a16="http://schemas.microsoft.com/office/drawing/2014/main" id="{595064D6-AA87-4099-947B-A4DE90B6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140">
            <a:extLst xmlns:a="http://schemas.openxmlformats.org/drawingml/2006/main">
              <a:ext uri="{FF2B5EF4-FFF2-40B4-BE49-F238E27FC236}">
                <a16:creationId xmlns:a16="http://schemas.microsoft.com/office/drawing/2014/main" id="{8DD66AEE-FA9E-49B7-921A-BC26CFEE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41">
            <a:extLst xmlns:a="http://schemas.openxmlformats.org/drawingml/2006/main">
              <a:ext uri="{FF2B5EF4-FFF2-40B4-BE49-F238E27FC236}">
                <a16:creationId xmlns:a16="http://schemas.microsoft.com/office/drawing/2014/main" id="{FBEE444B-4AA5-4980-95E9-ECC3C1AA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142">
            <a:extLst xmlns:a="http://schemas.openxmlformats.org/drawingml/2006/main">
              <a:ext uri="{FF2B5EF4-FFF2-40B4-BE49-F238E27FC236}">
                <a16:creationId xmlns:a16="http://schemas.microsoft.com/office/drawing/2014/main" id="{32BEBB14-C77F-488A-BEA2-9416972E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43">
            <a:extLst xmlns:a="http://schemas.openxmlformats.org/drawingml/2006/main">
              <a:ext uri="{FF2B5EF4-FFF2-40B4-BE49-F238E27FC236}">
                <a16:creationId xmlns:a16="http://schemas.microsoft.com/office/drawing/2014/main" id="{B74E4292-971C-4BC3-8265-E069FCD39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144">
            <a:extLst xmlns:a="http://schemas.openxmlformats.org/drawingml/2006/main">
              <a:ext uri="{FF2B5EF4-FFF2-40B4-BE49-F238E27FC236}">
                <a16:creationId xmlns:a16="http://schemas.microsoft.com/office/drawing/2014/main" id="{FBEE071F-32B0-4B72-BB96-CCF8FB62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45">
            <a:extLst xmlns:a="http://schemas.openxmlformats.org/drawingml/2006/main">
              <a:ext uri="{FF2B5EF4-FFF2-40B4-BE49-F238E27FC236}">
                <a16:creationId xmlns:a16="http://schemas.microsoft.com/office/drawing/2014/main" id="{7F5A3733-AA9B-4EEE-81E9-6335DE3B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46">
            <a:extLst xmlns:a="http://schemas.openxmlformats.org/drawingml/2006/main">
              <a:ext uri="{FF2B5EF4-FFF2-40B4-BE49-F238E27FC236}">
                <a16:creationId xmlns:a16="http://schemas.microsoft.com/office/drawing/2014/main" id="{0C4C1626-3809-4021-B7AB-FA84C4E4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587">
            <a:extLst xmlns:a="http://schemas.openxmlformats.org/drawingml/2006/main">
              <a:ext uri="{FF2B5EF4-FFF2-40B4-BE49-F238E27FC236}">
                <a16:creationId xmlns:a16="http://schemas.microsoft.com/office/drawing/2014/main" id="{0050A3B7-A522-4017-8824-F9FE5066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c068476bc44518"/>
              </a:rPr>
              <a:t>開啟 Codex ↗</a:t>
            </a:r>
          </a:p>
        </p:txBody>
      </p:sp>
      <p:sp>
        <p:nvSpPr>
          <p:cNvPr id="20" name="shape-1632">
            <a:extLst xmlns:a="http://schemas.openxmlformats.org/drawingml/2006/main">
              <a:ext uri="{FF2B5EF4-FFF2-40B4-BE49-F238E27FC236}">
                <a16:creationId xmlns:a16="http://schemas.microsoft.com/office/drawing/2014/main" id="{CB327EA0-4265-485B-B1D2-D9A97199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215459f78439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33">
            <a:extLst xmlns:a="http://schemas.openxmlformats.org/drawingml/2006/main">
              <a:ext uri="{FF2B5EF4-FFF2-40B4-BE49-F238E27FC236}">
                <a16:creationId xmlns:a16="http://schemas.microsoft.com/office/drawing/2014/main" id="{E6D1C2E4-F89D-499C-8251-C774FC74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6031623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1147">
            <a:extLst xmlns:a="http://schemas.openxmlformats.org/drawingml/2006/main">
              <a:ext uri="{FF2B5EF4-FFF2-40B4-BE49-F238E27FC236}">
                <a16:creationId xmlns:a16="http://schemas.microsoft.com/office/drawing/2014/main" id="{68856A44-2D28-46DE-A0A3-57BA49C7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CHOOSING THE TOOL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6CD82F-CC2A-4CA1-AC83-6EF6ED39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 或 Codex？用工作條件選</a:t>
            </a:r>
          </a:p>
        </p:txBody>
      </p:sp>
      <p:cxnSp>
        <p:nvCxnSpPr>
          <p:cNvPr id="26" name="shape-114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49">
            <a:extLst xmlns:a="http://schemas.openxmlformats.org/drawingml/2006/main">
              <a:ext uri="{FF2B5EF4-FFF2-40B4-BE49-F238E27FC236}">
                <a16:creationId xmlns:a16="http://schemas.microsoft.com/office/drawing/2014/main" id="{167E4D28-6DBA-424B-B8F3-B659C11B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1F5246-A620-4829-ADE0-45A06D56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150">
            <a:extLst xmlns:a="http://schemas.openxmlformats.org/drawingml/2006/main">
              <a:ext uri="{FF2B5EF4-FFF2-40B4-BE49-F238E27FC236}">
                <a16:creationId xmlns:a16="http://schemas.microsoft.com/office/drawing/2014/main" id="{D8A95E45-B221-4FEB-8A1C-ADC97CFD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51">
            <a:extLst xmlns:a="http://schemas.openxmlformats.org/drawingml/2006/main">
              <a:ext uri="{FF2B5EF4-FFF2-40B4-BE49-F238E27FC236}">
                <a16:creationId xmlns:a16="http://schemas.microsoft.com/office/drawing/2014/main" id="{C484AC7C-FAFB-4861-BAE2-8289B5B3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52">
            <a:extLst xmlns:a="http://schemas.openxmlformats.org/drawingml/2006/main">
              <a:ext uri="{FF2B5EF4-FFF2-40B4-BE49-F238E27FC236}">
                <a16:creationId xmlns:a16="http://schemas.microsoft.com/office/drawing/2014/main" id="{F1A1F61A-F510-49BE-8B1A-BB84F533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153">
            <a:extLst xmlns:a="http://schemas.openxmlformats.org/drawingml/2006/main">
              <a:ext uri="{FF2B5EF4-FFF2-40B4-BE49-F238E27FC236}">
                <a16:creationId xmlns:a16="http://schemas.microsoft.com/office/drawing/2014/main" id="{B1CFDE51-20BF-4BE7-8658-9043387F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生態與 Agent 工作區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適合 Google 訂閱者的實作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Skill 可封裝專業流程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依帳號與管理政策使用</a:t>
            </a:r>
          </a:p>
        </p:txBody>
      </p:sp>
      <p:sp>
        <p:nvSpPr>
          <p:cNvPr id="10" name="text-1154">
            <a:extLst xmlns:a="http://schemas.openxmlformats.org/drawingml/2006/main">
              <a:ext uri="{FF2B5EF4-FFF2-40B4-BE49-F238E27FC236}">
                <a16:creationId xmlns:a16="http://schemas.microsoft.com/office/drawing/2014/main" id="{EEDFEA28-C8A4-4781-8999-1111E269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11" name="text-1155">
            <a:extLst xmlns:a="http://schemas.openxmlformats.org/drawingml/2006/main">
              <a:ext uri="{FF2B5EF4-FFF2-40B4-BE49-F238E27FC236}">
                <a16:creationId xmlns:a16="http://schemas.microsoft.com/office/drawing/2014/main" id="{384BC713-4A5D-469B-85BE-51CACD2B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ChatGPT／Codex 工作環境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善於處理檔案、專案與驗證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可重複套用工作流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依方案與權限使用</a:t>
            </a:r>
          </a:p>
        </p:txBody>
      </p:sp>
      <p:sp>
        <p:nvSpPr>
          <p:cNvPr id="12" name="text-1156">
            <a:extLst xmlns:a="http://schemas.openxmlformats.org/drawingml/2006/main">
              <a:ext uri="{FF2B5EF4-FFF2-40B4-BE49-F238E27FC236}">
                <a16:creationId xmlns:a16="http://schemas.microsoft.com/office/drawing/2014/main" id="{81FDD88B-7D62-47F1-BD81-0A17877E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Google 生態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工作區與 Agent 協作</a:t>
            </a:r>
          </a:p>
        </p:txBody>
      </p:sp>
      <p:sp>
        <p:nvSpPr>
          <p:cNvPr id="13" name="text-1157">
            <a:extLst xmlns:a="http://schemas.openxmlformats.org/drawingml/2006/main">
              <a:ext uri="{FF2B5EF4-FFF2-40B4-BE49-F238E27FC236}">
                <a16:creationId xmlns:a16="http://schemas.microsoft.com/office/drawing/2014/main" id="{97D5EAF6-E522-452A-9F9D-76A8693C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76800"/>
            <a:ext cx="2667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依帳號、資料、任務、權限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選最可驗證的路徑</a:t>
            </a:r>
          </a:p>
        </p:txBody>
      </p:sp>
      <p:sp>
        <p:nvSpPr>
          <p:cNvPr id="14" name="text-1158">
            <a:extLst xmlns:a="http://schemas.openxmlformats.org/drawingml/2006/main">
              <a:ext uri="{FF2B5EF4-FFF2-40B4-BE49-F238E27FC236}">
                <a16:creationId xmlns:a16="http://schemas.microsoft.com/office/drawing/2014/main" id="{A2D57B63-3FF4-4323-B966-AB000AB4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ChatGPT／Codex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檔案、專案與測試</a:t>
            </a:r>
          </a:p>
        </p:txBody>
      </p:sp>
      <p:cxnSp>
        <p:nvCxnSpPr>
          <p:cNvPr id="38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2971800" y="5181600"/>
            <a:ext cx="1790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9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429500" y="5181600"/>
            <a:ext cx="1790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1159">
            <a:extLst xmlns:a="http://schemas.openxmlformats.org/drawingml/2006/main">
              <a:ext uri="{FF2B5EF4-FFF2-40B4-BE49-F238E27FC236}">
                <a16:creationId xmlns:a16="http://schemas.microsoft.com/office/drawing/2014/main" id="{D9CCB7C6-F527-412C-B105-C80CC52D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197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選條件，不選品牌；同一驗收規準才能比較</a:t>
            </a:r>
          </a:p>
        </p:txBody>
      </p:sp>
      <p:sp>
        <p:nvSpPr>
          <p:cNvPr id="18" name="text-1588">
            <a:extLst xmlns:a="http://schemas.openxmlformats.org/drawingml/2006/main">
              <a:ext uri="{FF2B5EF4-FFF2-40B4-BE49-F238E27FC236}">
                <a16:creationId xmlns:a16="http://schemas.microsoft.com/office/drawing/2014/main" id="{BA5963CD-C5A2-404C-ABAF-152EB4D1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40a1cd40c894350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808477e2d054baa"/>
              </a:rPr>
              <a:t>Codex ↗</a:t>
            </a:r>
          </a:p>
        </p:txBody>
      </p:sp>
      <p:sp>
        <p:nvSpPr>
          <p:cNvPr id="19" name="shape-1634">
            <a:extLst xmlns:a="http://schemas.openxmlformats.org/drawingml/2006/main">
              <a:ext uri="{FF2B5EF4-FFF2-40B4-BE49-F238E27FC236}">
                <a16:creationId xmlns:a16="http://schemas.microsoft.com/office/drawing/2014/main" id="{EE63241F-4122-4B02-950D-E2DEB637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ac04ebb9747a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1" name="text-1635">
            <a:extLst xmlns:a="http://schemas.openxmlformats.org/drawingml/2006/main">
              <a:ext uri="{FF2B5EF4-FFF2-40B4-BE49-F238E27FC236}">
                <a16:creationId xmlns:a16="http://schemas.microsoft.com/office/drawing/2014/main" id="{7A01D98B-FB5D-4152-A2A6-7E3471EB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ff2b4ae233426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3" name="text-1636">
            <a:extLst xmlns:a="http://schemas.openxmlformats.org/drawingml/2006/main">
              <a:ext uri="{FF2B5EF4-FFF2-40B4-BE49-F238E27FC236}">
                <a16:creationId xmlns:a16="http://schemas.microsoft.com/office/drawing/2014/main" id="{D8DC3A98-97DF-4452-A7F3-FA52C6E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7324201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160">
            <a:extLst xmlns:a="http://schemas.openxmlformats.org/drawingml/2006/main">
              <a:ext uri="{FF2B5EF4-FFF2-40B4-BE49-F238E27FC236}">
                <a16:creationId xmlns:a16="http://schemas.microsoft.com/office/drawing/2014/main" id="{5785E451-70BE-4CA4-9EBD-05371499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161">
            <a:extLst xmlns:a="http://schemas.openxmlformats.org/drawingml/2006/main">
              <a:ext uri="{FF2B5EF4-FFF2-40B4-BE49-F238E27FC236}">
                <a16:creationId xmlns:a16="http://schemas.microsoft.com/office/drawing/2014/main" id="{9FC7FB0D-0EC4-489B-AA2F-54938F61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162">
            <a:extLst xmlns:a="http://schemas.openxmlformats.org/drawingml/2006/main">
              <a:ext uri="{FF2B5EF4-FFF2-40B4-BE49-F238E27FC236}">
                <a16:creationId xmlns:a16="http://schemas.microsoft.com/office/drawing/2014/main" id="{2D683768-881E-49C6-9F02-F1414DFB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163">
            <a:extLst xmlns:a="http://schemas.openxmlformats.org/drawingml/2006/main">
              <a:ext uri="{FF2B5EF4-FFF2-40B4-BE49-F238E27FC236}">
                <a16:creationId xmlns:a16="http://schemas.microsoft.com/office/drawing/2014/main" id="{827A418F-5521-4DC9-AA94-DB8A8B95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64">
            <a:extLst xmlns:a="http://schemas.openxmlformats.org/drawingml/2006/main">
              <a:ext uri="{FF2B5EF4-FFF2-40B4-BE49-F238E27FC236}">
                <a16:creationId xmlns:a16="http://schemas.microsoft.com/office/drawing/2014/main" id="{6B37B35B-D47D-48C2-AE5B-C678F032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1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166">
            <a:extLst xmlns:a="http://schemas.openxmlformats.org/drawingml/2006/main">
              <a:ext uri="{FF2B5EF4-FFF2-40B4-BE49-F238E27FC236}">
                <a16:creationId xmlns:a16="http://schemas.microsoft.com/office/drawing/2014/main" id="{E0F7480D-0CEF-4466-9B00-AEF30F07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2EB5D3-0309-452F-87D3-B75EABFA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589">
            <a:extLst xmlns:a="http://schemas.openxmlformats.org/drawingml/2006/main">
              <a:ext uri="{FF2B5EF4-FFF2-40B4-BE49-F238E27FC236}">
                <a16:creationId xmlns:a16="http://schemas.microsoft.com/office/drawing/2014/main" id="{68A26A4D-2C7A-4680-A533-7A3F0EEC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03d0fc2e06d4590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0246bb4d94e440a"/>
              </a:rPr>
              <a:t>Codex Skills ↗</a:t>
            </a:r>
          </a:p>
        </p:txBody>
      </p:sp>
      <p:sp>
        <p:nvSpPr>
          <p:cNvPr id="10" name="shape-1637">
            <a:extLst xmlns:a="http://schemas.openxmlformats.org/drawingml/2006/main">
              <a:ext uri="{FF2B5EF4-FFF2-40B4-BE49-F238E27FC236}">
                <a16:creationId xmlns:a16="http://schemas.microsoft.com/office/drawing/2014/main" id="{E71BCB0B-9418-4CAF-8086-7B0FC27D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492061cfa401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38">
            <a:extLst xmlns:a="http://schemas.openxmlformats.org/drawingml/2006/main">
              <a:ext uri="{FF2B5EF4-FFF2-40B4-BE49-F238E27FC236}">
                <a16:creationId xmlns:a16="http://schemas.microsoft.com/office/drawing/2014/main" id="{B76F11DA-1362-4129-A3EC-13074634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d6dc2410254b6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39">
            <a:extLst xmlns:a="http://schemas.openxmlformats.org/drawingml/2006/main">
              <a:ext uri="{FF2B5EF4-FFF2-40B4-BE49-F238E27FC236}">
                <a16:creationId xmlns:a16="http://schemas.microsoft.com/office/drawing/2014/main" id="{F4F3F304-164A-46A3-994C-C5A630E0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6183619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167">
            <a:extLst xmlns:a="http://schemas.openxmlformats.org/drawingml/2006/main">
              <a:ext uri="{FF2B5EF4-FFF2-40B4-BE49-F238E27FC236}">
                <a16:creationId xmlns:a16="http://schemas.microsoft.com/office/drawing/2014/main" id="{8917AFEE-726D-4840-934B-9BBC2500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77E729-C6D2-4105-AF2D-4B1EB5F4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1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69">
            <a:extLst xmlns:a="http://schemas.openxmlformats.org/drawingml/2006/main">
              <a:ext uri="{FF2B5EF4-FFF2-40B4-BE49-F238E27FC236}">
                <a16:creationId xmlns:a16="http://schemas.microsoft.com/office/drawing/2014/main" id="{3D1E513A-19CF-4B44-8C75-A2F396CF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FFC582-7503-4500-BEF8-614A232D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170">
            <a:extLst xmlns:a="http://schemas.openxmlformats.org/drawingml/2006/main">
              <a:ext uri="{FF2B5EF4-FFF2-40B4-BE49-F238E27FC236}">
                <a16:creationId xmlns:a16="http://schemas.microsoft.com/office/drawing/2014/main" id="{08906E12-421E-4138-8879-D0E63D91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71">
            <a:extLst xmlns:a="http://schemas.openxmlformats.org/drawingml/2006/main">
              <a:ext uri="{FF2B5EF4-FFF2-40B4-BE49-F238E27FC236}">
                <a16:creationId xmlns:a16="http://schemas.microsoft.com/office/drawing/2014/main" id="{8D336391-250C-4200-A177-27074F63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72">
            <a:extLst xmlns:a="http://schemas.openxmlformats.org/drawingml/2006/main">
              <a:ext uri="{FF2B5EF4-FFF2-40B4-BE49-F238E27FC236}">
                <a16:creationId xmlns:a16="http://schemas.microsoft.com/office/drawing/2014/main" id="{745D4FFB-39E9-4B9D-8D4B-9EEA972A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173">
            <a:extLst xmlns:a="http://schemas.openxmlformats.org/drawingml/2006/main">
              <a:ext uri="{FF2B5EF4-FFF2-40B4-BE49-F238E27FC236}">
                <a16:creationId xmlns:a16="http://schemas.microsoft.com/office/drawing/2014/main" id="{89BF6287-E542-40D1-BE77-AF9DF12F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174">
            <a:extLst xmlns:a="http://schemas.openxmlformats.org/drawingml/2006/main">
              <a:ext uri="{FF2B5EF4-FFF2-40B4-BE49-F238E27FC236}">
                <a16:creationId xmlns:a16="http://schemas.microsoft.com/office/drawing/2014/main" id="{6C156D0E-415D-49B3-8CE4-21AFE2E0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175">
            <a:extLst xmlns:a="http://schemas.openxmlformats.org/drawingml/2006/main">
              <a:ext uri="{FF2B5EF4-FFF2-40B4-BE49-F238E27FC236}">
                <a16:creationId xmlns:a16="http://schemas.microsoft.com/office/drawing/2014/main" id="{154DAE68-2713-4EB5-ACEA-A83A4FFB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590">
            <a:extLst xmlns:a="http://schemas.openxmlformats.org/drawingml/2006/main">
              <a:ext uri="{FF2B5EF4-FFF2-40B4-BE49-F238E27FC236}">
                <a16:creationId xmlns:a16="http://schemas.microsoft.com/office/drawing/2014/main" id="{79CB6E2A-1D23-4B3A-86C4-5FF0A967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966ca93b924dc6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2b38738c1c14927"/>
              </a:rPr>
              <a:t>Codex Skills ↗</a:t>
            </a:r>
          </a:p>
        </p:txBody>
      </p:sp>
      <p:sp>
        <p:nvSpPr>
          <p:cNvPr id="13" name="shape-1640">
            <a:extLst xmlns:a="http://schemas.openxmlformats.org/drawingml/2006/main">
              <a:ext uri="{FF2B5EF4-FFF2-40B4-BE49-F238E27FC236}">
                <a16:creationId xmlns:a16="http://schemas.microsoft.com/office/drawing/2014/main" id="{1B44FABE-B23C-4A4E-91BF-4BFD98EC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9049f6bf4240e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641">
            <a:extLst xmlns:a="http://schemas.openxmlformats.org/drawingml/2006/main">
              <a:ext uri="{FF2B5EF4-FFF2-40B4-BE49-F238E27FC236}">
                <a16:creationId xmlns:a16="http://schemas.microsoft.com/office/drawing/2014/main" id="{9C9D56EB-E3C2-4366-AE1D-3301824C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51b57446c4f9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642">
            <a:extLst xmlns:a="http://schemas.openxmlformats.org/drawingml/2006/main">
              <a:ext uri="{FF2B5EF4-FFF2-40B4-BE49-F238E27FC236}">
                <a16:creationId xmlns:a16="http://schemas.microsoft.com/office/drawing/2014/main" id="{801EC32B-1D26-42F9-BA73-F2EC4058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62453868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176">
            <a:extLst xmlns:a="http://schemas.openxmlformats.org/drawingml/2006/main">
              <a:ext uri="{FF2B5EF4-FFF2-40B4-BE49-F238E27FC236}">
                <a16:creationId xmlns:a16="http://schemas.microsoft.com/office/drawing/2014/main" id="{B9377E20-DAAD-462B-9EEC-AC10FE2C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2D3BEE-47C7-4066-A232-815C6E70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1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78">
            <a:extLst xmlns:a="http://schemas.openxmlformats.org/drawingml/2006/main">
              <a:ext uri="{FF2B5EF4-FFF2-40B4-BE49-F238E27FC236}">
                <a16:creationId xmlns:a16="http://schemas.microsoft.com/office/drawing/2014/main" id="{2B5C6233-CE64-4147-9268-EF8C6AFD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7B8AE59-AEB9-4BB4-A1E0-703A4471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a72e741754bb8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179">
            <a:extLst xmlns:a="http://schemas.openxmlformats.org/drawingml/2006/main">
              <a:ext uri="{FF2B5EF4-FFF2-40B4-BE49-F238E27FC236}">
                <a16:creationId xmlns:a16="http://schemas.microsoft.com/office/drawing/2014/main" id="{6AD220BF-53F8-4B14-A614-68CC50CF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180">
            <a:extLst xmlns:a="http://schemas.openxmlformats.org/drawingml/2006/main">
              <a:ext uri="{FF2B5EF4-FFF2-40B4-BE49-F238E27FC236}">
                <a16:creationId xmlns:a16="http://schemas.microsoft.com/office/drawing/2014/main" id="{83F43F49-23EB-4087-9582-62B7A21E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598">
            <a:extLst xmlns:a="http://schemas.openxmlformats.org/drawingml/2006/main">
              <a:ext uri="{FF2B5EF4-FFF2-40B4-BE49-F238E27FC236}">
                <a16:creationId xmlns:a16="http://schemas.microsoft.com/office/drawing/2014/main" id="{5626108E-28A8-4853-944B-26A3441F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52104355d9404f"/>
              </a:rPr>
              <a:t>開啟提示詞面板 ↗</a:t>
            </a:r>
          </a:p>
        </p:txBody>
      </p:sp>
      <p:sp>
        <p:nvSpPr>
          <p:cNvPr id="10" name="shape-1664">
            <a:extLst xmlns:a="http://schemas.openxmlformats.org/drawingml/2006/main">
              <a:ext uri="{FF2B5EF4-FFF2-40B4-BE49-F238E27FC236}">
                <a16:creationId xmlns:a16="http://schemas.microsoft.com/office/drawing/2014/main" id="{0AD23635-5260-485C-A3F5-BD542162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efcb96f4734a1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665">
            <a:extLst xmlns:a="http://schemas.openxmlformats.org/drawingml/2006/main">
              <a:ext uri="{FF2B5EF4-FFF2-40B4-BE49-F238E27FC236}">
                <a16:creationId xmlns:a16="http://schemas.microsoft.com/office/drawing/2014/main" id="{4E853DEE-8B30-4FA4-A136-2DAABE90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78927463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181">
            <a:extLst xmlns:a="http://schemas.openxmlformats.org/drawingml/2006/main">
              <a:ext uri="{FF2B5EF4-FFF2-40B4-BE49-F238E27FC236}">
                <a16:creationId xmlns:a16="http://schemas.microsoft.com/office/drawing/2014/main" id="{99C47822-327F-4753-9AF4-D8A080BA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EE3192-FCDC-42CD-A311-BD39F721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18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83">
            <a:extLst xmlns:a="http://schemas.openxmlformats.org/drawingml/2006/main">
              <a:ext uri="{FF2B5EF4-FFF2-40B4-BE49-F238E27FC236}">
                <a16:creationId xmlns:a16="http://schemas.microsoft.com/office/drawing/2014/main" id="{FF55B7A9-51C8-4812-821F-D1056E5F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087C422-18D9-4C4A-8E5B-639F12FA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184">
            <a:extLst xmlns:a="http://schemas.openxmlformats.org/drawingml/2006/main">
              <a:ext uri="{FF2B5EF4-FFF2-40B4-BE49-F238E27FC236}">
                <a16:creationId xmlns:a16="http://schemas.microsoft.com/office/drawing/2014/main" id="{F2A90495-28DE-4001-A6B1-1A1291DD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85">
            <a:extLst xmlns:a="http://schemas.openxmlformats.org/drawingml/2006/main">
              <a:ext uri="{FF2B5EF4-FFF2-40B4-BE49-F238E27FC236}">
                <a16:creationId xmlns:a16="http://schemas.microsoft.com/office/drawing/2014/main" id="{0ACA4703-A290-4EFF-B14E-EF86B775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186">
            <a:extLst xmlns:a="http://schemas.openxmlformats.org/drawingml/2006/main">
              <a:ext uri="{FF2B5EF4-FFF2-40B4-BE49-F238E27FC236}">
                <a16:creationId xmlns:a16="http://schemas.microsoft.com/office/drawing/2014/main" id="{B28FB146-0EA4-414B-83A2-FA455AEE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187">
            <a:extLst xmlns:a="http://schemas.openxmlformats.org/drawingml/2006/main">
              <a:ext uri="{FF2B5EF4-FFF2-40B4-BE49-F238E27FC236}">
                <a16:creationId xmlns:a16="http://schemas.microsoft.com/office/drawing/2014/main" id="{DCF7DCCD-5C63-4165-AB85-EAD442E0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188">
            <a:extLst xmlns:a="http://schemas.openxmlformats.org/drawingml/2006/main">
              <a:ext uri="{FF2B5EF4-FFF2-40B4-BE49-F238E27FC236}">
                <a16:creationId xmlns:a16="http://schemas.microsoft.com/office/drawing/2014/main" id="{C8CC7CB5-1753-4F42-ADCC-768712EF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89">
            <a:extLst xmlns:a="http://schemas.openxmlformats.org/drawingml/2006/main">
              <a:ext uri="{FF2B5EF4-FFF2-40B4-BE49-F238E27FC236}">
                <a16:creationId xmlns:a16="http://schemas.microsoft.com/office/drawing/2014/main" id="{70ECB733-370C-4030-9EF5-0BB34A6D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190">
            <a:extLst xmlns:a="http://schemas.openxmlformats.org/drawingml/2006/main">
              <a:ext uri="{FF2B5EF4-FFF2-40B4-BE49-F238E27FC236}">
                <a16:creationId xmlns:a16="http://schemas.microsoft.com/office/drawing/2014/main" id="{26824CD1-72FC-45F8-92E1-E49B0935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191">
            <a:extLst xmlns:a="http://schemas.openxmlformats.org/drawingml/2006/main">
              <a:ext uri="{FF2B5EF4-FFF2-40B4-BE49-F238E27FC236}">
                <a16:creationId xmlns:a16="http://schemas.microsoft.com/office/drawing/2014/main" id="{41584F3F-1D8C-4C83-8C87-8FC66932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192">
            <a:extLst xmlns:a="http://schemas.openxmlformats.org/drawingml/2006/main">
              <a:ext uri="{FF2B5EF4-FFF2-40B4-BE49-F238E27FC236}">
                <a16:creationId xmlns:a16="http://schemas.microsoft.com/office/drawing/2014/main" id="{F14B2DB3-E157-42A8-B0E4-818AA89C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93">
            <a:extLst xmlns:a="http://schemas.openxmlformats.org/drawingml/2006/main">
              <a:ext uri="{FF2B5EF4-FFF2-40B4-BE49-F238E27FC236}">
                <a16:creationId xmlns:a16="http://schemas.microsoft.com/office/drawing/2014/main" id="{D84FC0CF-DB2D-48B6-8B69-C60AA9FA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194">
            <a:extLst xmlns:a="http://schemas.openxmlformats.org/drawingml/2006/main">
              <a:ext uri="{FF2B5EF4-FFF2-40B4-BE49-F238E27FC236}">
                <a16:creationId xmlns:a16="http://schemas.microsoft.com/office/drawing/2014/main" id="{FABAB4D9-5020-4B5B-8733-15A30DD4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195">
            <a:extLst xmlns:a="http://schemas.openxmlformats.org/drawingml/2006/main">
              <a:ext uri="{FF2B5EF4-FFF2-40B4-BE49-F238E27FC236}">
                <a16:creationId xmlns:a16="http://schemas.microsoft.com/office/drawing/2014/main" id="{D55D9BDE-C66A-4937-9D5E-19B7B7E9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196">
            <a:extLst xmlns:a="http://schemas.openxmlformats.org/drawingml/2006/main">
              <a:ext uri="{FF2B5EF4-FFF2-40B4-BE49-F238E27FC236}">
                <a16:creationId xmlns:a16="http://schemas.microsoft.com/office/drawing/2014/main" id="{D6DE700D-EB89-4D95-B5FB-915E0869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97">
            <a:extLst xmlns:a="http://schemas.openxmlformats.org/drawingml/2006/main">
              <a:ext uri="{FF2B5EF4-FFF2-40B4-BE49-F238E27FC236}">
                <a16:creationId xmlns:a16="http://schemas.microsoft.com/office/drawing/2014/main" id="{7C1330B7-14A7-458F-9CAC-6351EA03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198">
            <a:extLst xmlns:a="http://schemas.openxmlformats.org/drawingml/2006/main">
              <a:ext uri="{FF2B5EF4-FFF2-40B4-BE49-F238E27FC236}">
                <a16:creationId xmlns:a16="http://schemas.microsoft.com/office/drawing/2014/main" id="{027BBDFE-5780-424E-BA47-09ABE629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199">
            <a:extLst xmlns:a="http://schemas.openxmlformats.org/drawingml/2006/main">
              <a:ext uri="{FF2B5EF4-FFF2-40B4-BE49-F238E27FC236}">
                <a16:creationId xmlns:a16="http://schemas.microsoft.com/office/drawing/2014/main" id="{7302751C-1BE6-47A4-8DD6-91EE48A7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591">
            <a:extLst xmlns:a="http://schemas.openxmlformats.org/drawingml/2006/main">
              <a:ext uri="{FF2B5EF4-FFF2-40B4-BE49-F238E27FC236}">
                <a16:creationId xmlns:a16="http://schemas.microsoft.com/office/drawing/2014/main" id="{29586B82-0CC9-43F5-A779-49E84843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bd78c7be1db47a7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579485044d1405f"/>
              </a:rPr>
              <a:t>Codex Skills ↗</a:t>
            </a:r>
          </a:p>
        </p:txBody>
      </p:sp>
      <p:sp>
        <p:nvSpPr>
          <p:cNvPr id="23" name="shape-1643">
            <a:extLst xmlns:a="http://schemas.openxmlformats.org/drawingml/2006/main">
              <a:ext uri="{FF2B5EF4-FFF2-40B4-BE49-F238E27FC236}">
                <a16:creationId xmlns:a16="http://schemas.microsoft.com/office/drawing/2014/main" id="{B0BA5CDA-C10F-4C23-9EAB-2B616089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d57f607962448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44">
            <a:extLst xmlns:a="http://schemas.openxmlformats.org/drawingml/2006/main">
              <a:ext uri="{FF2B5EF4-FFF2-40B4-BE49-F238E27FC236}">
                <a16:creationId xmlns:a16="http://schemas.microsoft.com/office/drawing/2014/main" id="{520096E9-9D55-4911-AAFF-68D86FE8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b935b9169400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45">
            <a:extLst xmlns:a="http://schemas.openxmlformats.org/drawingml/2006/main">
              <a:ext uri="{FF2B5EF4-FFF2-40B4-BE49-F238E27FC236}">
                <a16:creationId xmlns:a16="http://schemas.microsoft.com/office/drawing/2014/main" id="{3BFCB202-1D69-42E8-90D7-47A62168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3730133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00">
            <a:extLst xmlns:a="http://schemas.openxmlformats.org/drawingml/2006/main">
              <a:ext uri="{FF2B5EF4-FFF2-40B4-BE49-F238E27FC236}">
                <a16:creationId xmlns:a16="http://schemas.microsoft.com/office/drawing/2014/main" id="{29CDDB4B-7C62-4DC9-B6D6-3B9C7070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FD948B-3219-4009-ADC0-3E1BF84F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2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02">
            <a:extLst xmlns:a="http://schemas.openxmlformats.org/drawingml/2006/main">
              <a:ext uri="{FF2B5EF4-FFF2-40B4-BE49-F238E27FC236}">
                <a16:creationId xmlns:a16="http://schemas.microsoft.com/office/drawing/2014/main" id="{A77941C0-8D15-4E31-B538-6864941AB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F2DEC8C-78E4-4356-BADE-097ED998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203">
            <a:extLst xmlns:a="http://schemas.openxmlformats.org/drawingml/2006/main">
              <a:ext uri="{FF2B5EF4-FFF2-40B4-BE49-F238E27FC236}">
                <a16:creationId xmlns:a16="http://schemas.microsoft.com/office/drawing/2014/main" id="{00AE9315-5D5A-4072-86D6-3060FE4D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04">
            <a:extLst xmlns:a="http://schemas.openxmlformats.org/drawingml/2006/main">
              <a:ext uri="{FF2B5EF4-FFF2-40B4-BE49-F238E27FC236}">
                <a16:creationId xmlns:a16="http://schemas.microsoft.com/office/drawing/2014/main" id="{F4965F31-1933-452D-837D-5363836C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205">
            <a:extLst xmlns:a="http://schemas.openxmlformats.org/drawingml/2006/main">
              <a:ext uri="{FF2B5EF4-FFF2-40B4-BE49-F238E27FC236}">
                <a16:creationId xmlns:a16="http://schemas.microsoft.com/office/drawing/2014/main" id="{C1CA3818-86DD-4043-BD5F-EC4FD70D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206">
            <a:extLst xmlns:a="http://schemas.openxmlformats.org/drawingml/2006/main">
              <a:ext uri="{FF2B5EF4-FFF2-40B4-BE49-F238E27FC236}">
                <a16:creationId xmlns:a16="http://schemas.microsoft.com/office/drawing/2014/main" id="{57B7FF74-70B0-4A16-8430-D2C9003D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207">
            <a:extLst xmlns:a="http://schemas.openxmlformats.org/drawingml/2006/main">
              <a:ext uri="{FF2B5EF4-FFF2-40B4-BE49-F238E27FC236}">
                <a16:creationId xmlns:a16="http://schemas.microsoft.com/office/drawing/2014/main" id="{846A25FF-102B-429F-A6FF-B4E27E37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08">
            <a:extLst xmlns:a="http://schemas.openxmlformats.org/drawingml/2006/main">
              <a:ext uri="{FF2B5EF4-FFF2-40B4-BE49-F238E27FC236}">
                <a16:creationId xmlns:a16="http://schemas.microsoft.com/office/drawing/2014/main" id="{63EADBC3-6547-4D53-ABF9-FE62E93D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209">
            <a:extLst xmlns:a="http://schemas.openxmlformats.org/drawingml/2006/main">
              <a:ext uri="{FF2B5EF4-FFF2-40B4-BE49-F238E27FC236}">
                <a16:creationId xmlns:a16="http://schemas.microsoft.com/office/drawing/2014/main" id="{8CADC1F0-2C96-423F-BAC4-8808EC46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210">
            <a:extLst xmlns:a="http://schemas.openxmlformats.org/drawingml/2006/main">
              <a:ext uri="{FF2B5EF4-FFF2-40B4-BE49-F238E27FC236}">
                <a16:creationId xmlns:a16="http://schemas.microsoft.com/office/drawing/2014/main" id="{390512F4-3B7F-4BBE-846E-F9236E41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211">
            <a:extLst xmlns:a="http://schemas.openxmlformats.org/drawingml/2006/main">
              <a:ext uri="{FF2B5EF4-FFF2-40B4-BE49-F238E27FC236}">
                <a16:creationId xmlns:a16="http://schemas.microsoft.com/office/drawing/2014/main" id="{A1B19265-5250-4285-9020-D3874F79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12">
            <a:extLst xmlns:a="http://schemas.openxmlformats.org/drawingml/2006/main">
              <a:ext uri="{FF2B5EF4-FFF2-40B4-BE49-F238E27FC236}">
                <a16:creationId xmlns:a16="http://schemas.microsoft.com/office/drawing/2014/main" id="{ED399E64-613F-4E28-8943-35ABE247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213">
            <a:extLst xmlns:a="http://schemas.openxmlformats.org/drawingml/2006/main">
              <a:ext uri="{FF2B5EF4-FFF2-40B4-BE49-F238E27FC236}">
                <a16:creationId xmlns:a16="http://schemas.microsoft.com/office/drawing/2014/main" id="{F43B3C6E-6131-4161-9692-09A114F7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214">
            <a:extLst xmlns:a="http://schemas.openxmlformats.org/drawingml/2006/main">
              <a:ext uri="{FF2B5EF4-FFF2-40B4-BE49-F238E27FC236}">
                <a16:creationId xmlns:a16="http://schemas.microsoft.com/office/drawing/2014/main" id="{E6B71695-317C-4EDD-90FF-7AFB1C09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215">
            <a:extLst xmlns:a="http://schemas.openxmlformats.org/drawingml/2006/main">
              <a:ext uri="{FF2B5EF4-FFF2-40B4-BE49-F238E27FC236}">
                <a16:creationId xmlns:a16="http://schemas.microsoft.com/office/drawing/2014/main" id="{C5238001-089F-473D-912F-26627E25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16">
            <a:extLst xmlns:a="http://schemas.openxmlformats.org/drawingml/2006/main">
              <a:ext uri="{FF2B5EF4-FFF2-40B4-BE49-F238E27FC236}">
                <a16:creationId xmlns:a16="http://schemas.microsoft.com/office/drawing/2014/main" id="{6A317ECE-D6B0-48F9-8BD4-D70F19F9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217">
            <a:extLst xmlns:a="http://schemas.openxmlformats.org/drawingml/2006/main">
              <a:ext uri="{FF2B5EF4-FFF2-40B4-BE49-F238E27FC236}">
                <a16:creationId xmlns:a16="http://schemas.microsoft.com/office/drawing/2014/main" id="{DFF6ADF6-6894-4F7A-BEE5-9DCC8345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218">
            <a:extLst xmlns:a="http://schemas.openxmlformats.org/drawingml/2006/main">
              <a:ext uri="{FF2B5EF4-FFF2-40B4-BE49-F238E27FC236}">
                <a16:creationId xmlns:a16="http://schemas.microsoft.com/office/drawing/2014/main" id="{C1F8113F-E3C7-4DBA-A2BA-4F175DFA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219">
            <a:extLst xmlns:a="http://schemas.openxmlformats.org/drawingml/2006/main">
              <a:ext uri="{FF2B5EF4-FFF2-40B4-BE49-F238E27FC236}">
                <a16:creationId xmlns:a16="http://schemas.microsoft.com/office/drawing/2014/main" id="{29C6CFFD-6F5A-4D4A-8684-025C5DC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220">
            <a:extLst xmlns:a="http://schemas.openxmlformats.org/drawingml/2006/main">
              <a:ext uri="{FF2B5EF4-FFF2-40B4-BE49-F238E27FC236}">
                <a16:creationId xmlns:a16="http://schemas.microsoft.com/office/drawing/2014/main" id="{E16167BF-F1C2-4303-9009-EC61699E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221">
            <a:extLst xmlns:a="http://schemas.openxmlformats.org/drawingml/2006/main">
              <a:ext uri="{FF2B5EF4-FFF2-40B4-BE49-F238E27FC236}">
                <a16:creationId xmlns:a16="http://schemas.microsoft.com/office/drawing/2014/main" id="{42F1DC07-5658-4B45-A843-BF645EDD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222">
            <a:extLst xmlns:a="http://schemas.openxmlformats.org/drawingml/2006/main">
              <a:ext uri="{FF2B5EF4-FFF2-40B4-BE49-F238E27FC236}">
                <a16:creationId xmlns:a16="http://schemas.microsoft.com/office/drawing/2014/main" id="{E65D1EF4-C49A-4DB0-B187-E983E6D8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223">
            <a:extLst xmlns:a="http://schemas.openxmlformats.org/drawingml/2006/main">
              <a:ext uri="{FF2B5EF4-FFF2-40B4-BE49-F238E27FC236}">
                <a16:creationId xmlns:a16="http://schemas.microsoft.com/office/drawing/2014/main" id="{82ED0079-4387-404B-A9D7-5D50A0DD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224">
            <a:extLst xmlns:a="http://schemas.openxmlformats.org/drawingml/2006/main">
              <a:ext uri="{FF2B5EF4-FFF2-40B4-BE49-F238E27FC236}">
                <a16:creationId xmlns:a16="http://schemas.microsoft.com/office/drawing/2014/main" id="{029FFFF7-873F-4E56-8753-4DE35642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225">
            <a:extLst xmlns:a="http://schemas.openxmlformats.org/drawingml/2006/main">
              <a:ext uri="{FF2B5EF4-FFF2-40B4-BE49-F238E27FC236}">
                <a16:creationId xmlns:a16="http://schemas.microsoft.com/office/drawing/2014/main" id="{25D7A1DE-8C17-49FB-84CE-030336EF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226">
            <a:extLst xmlns:a="http://schemas.openxmlformats.org/drawingml/2006/main">
              <a:ext uri="{FF2B5EF4-FFF2-40B4-BE49-F238E27FC236}">
                <a16:creationId xmlns:a16="http://schemas.microsoft.com/office/drawing/2014/main" id="{53FD8040-48F0-401F-926E-D38DAFF6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592">
            <a:extLst xmlns:a="http://schemas.openxmlformats.org/drawingml/2006/main">
              <a:ext uri="{FF2B5EF4-FFF2-40B4-BE49-F238E27FC236}">
                <a16:creationId xmlns:a16="http://schemas.microsoft.com/office/drawing/2014/main" id="{5D3DC519-EB5B-4440-8583-AF32172B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0d828912384b18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6e42b2ae534204"/>
              </a:rPr>
              <a:t>Codex Skills ↗</a:t>
            </a:r>
          </a:p>
        </p:txBody>
      </p:sp>
      <p:sp>
        <p:nvSpPr>
          <p:cNvPr id="31" name="shape-1646">
            <a:extLst xmlns:a="http://schemas.openxmlformats.org/drawingml/2006/main">
              <a:ext uri="{FF2B5EF4-FFF2-40B4-BE49-F238E27FC236}">
                <a16:creationId xmlns:a16="http://schemas.microsoft.com/office/drawing/2014/main" id="{707BE0DF-52F8-443D-B764-2535A030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7a8dc0df284c9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47">
            <a:extLst xmlns:a="http://schemas.openxmlformats.org/drawingml/2006/main">
              <a:ext uri="{FF2B5EF4-FFF2-40B4-BE49-F238E27FC236}">
                <a16:creationId xmlns:a16="http://schemas.microsoft.com/office/drawing/2014/main" id="{E375EAA9-9B14-4761-874D-0C43C3B6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9bdf976acc437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48">
            <a:extLst xmlns:a="http://schemas.openxmlformats.org/drawingml/2006/main">
              <a:ext uri="{FF2B5EF4-FFF2-40B4-BE49-F238E27FC236}">
                <a16:creationId xmlns:a16="http://schemas.microsoft.com/office/drawing/2014/main" id="{43F7AB17-556E-4D48-AA66-A764F034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96333646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27">
            <a:extLst xmlns:a="http://schemas.openxmlformats.org/drawingml/2006/main">
              <a:ext uri="{FF2B5EF4-FFF2-40B4-BE49-F238E27FC236}">
                <a16:creationId xmlns:a16="http://schemas.microsoft.com/office/drawing/2014/main" id="{E1035EC3-B07B-498C-8A06-B833FCB9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4E055F-5F77-431B-B804-0DE12038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2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29">
            <a:extLst xmlns:a="http://schemas.openxmlformats.org/drawingml/2006/main">
              <a:ext uri="{FF2B5EF4-FFF2-40B4-BE49-F238E27FC236}">
                <a16:creationId xmlns:a16="http://schemas.microsoft.com/office/drawing/2014/main" id="{40529807-417D-448B-B1F2-7A4B19DA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BD17F0-136D-4485-B414-C9A5D0F8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230">
            <a:extLst xmlns:a="http://schemas.openxmlformats.org/drawingml/2006/main">
              <a:ext uri="{FF2B5EF4-FFF2-40B4-BE49-F238E27FC236}">
                <a16:creationId xmlns:a16="http://schemas.microsoft.com/office/drawing/2014/main" id="{A1F990D9-D0D8-47B9-B520-93FA9338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231">
            <a:extLst xmlns:a="http://schemas.openxmlformats.org/drawingml/2006/main">
              <a:ext uri="{FF2B5EF4-FFF2-40B4-BE49-F238E27FC236}">
                <a16:creationId xmlns:a16="http://schemas.microsoft.com/office/drawing/2014/main" id="{9A3810F4-5151-4A85-8A2E-830516D0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32">
            <a:extLst xmlns:a="http://schemas.openxmlformats.org/drawingml/2006/main">
              <a:ext uri="{FF2B5EF4-FFF2-40B4-BE49-F238E27FC236}">
                <a16:creationId xmlns:a16="http://schemas.microsoft.com/office/drawing/2014/main" id="{A18FB8EB-35EE-4AD7-B29A-63F5D915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33">
            <a:extLst xmlns:a="http://schemas.openxmlformats.org/drawingml/2006/main">
              <a:ext uri="{FF2B5EF4-FFF2-40B4-BE49-F238E27FC236}">
                <a16:creationId xmlns:a16="http://schemas.microsoft.com/office/drawing/2014/main" id="{85371E81-D06D-4975-A6C6-EE25CB42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234">
            <a:extLst xmlns:a="http://schemas.openxmlformats.org/drawingml/2006/main">
              <a:ext uri="{FF2B5EF4-FFF2-40B4-BE49-F238E27FC236}">
                <a16:creationId xmlns:a16="http://schemas.microsoft.com/office/drawing/2014/main" id="{CC933A31-BA46-4316-AB6C-553E65C8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235">
            <a:extLst xmlns:a="http://schemas.openxmlformats.org/drawingml/2006/main">
              <a:ext uri="{FF2B5EF4-FFF2-40B4-BE49-F238E27FC236}">
                <a16:creationId xmlns:a16="http://schemas.microsoft.com/office/drawing/2014/main" id="{CDDE8D4F-259A-460D-A04D-D5F43B72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236">
            <a:extLst xmlns:a="http://schemas.openxmlformats.org/drawingml/2006/main">
              <a:ext uri="{FF2B5EF4-FFF2-40B4-BE49-F238E27FC236}">
                <a16:creationId xmlns:a16="http://schemas.microsoft.com/office/drawing/2014/main" id="{5E4FFA91-C76B-4D0B-AC1B-216EBA89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237">
            <a:extLst xmlns:a="http://schemas.openxmlformats.org/drawingml/2006/main">
              <a:ext uri="{FF2B5EF4-FFF2-40B4-BE49-F238E27FC236}">
                <a16:creationId xmlns:a16="http://schemas.microsoft.com/office/drawing/2014/main" id="{B0B8F83F-576A-4437-BDD1-DF7785BD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38">
            <a:extLst xmlns:a="http://schemas.openxmlformats.org/drawingml/2006/main">
              <a:ext uri="{FF2B5EF4-FFF2-40B4-BE49-F238E27FC236}">
                <a16:creationId xmlns:a16="http://schemas.microsoft.com/office/drawing/2014/main" id="{F1B90F86-FB0E-4321-B165-8F27718A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39">
            <a:extLst xmlns:a="http://schemas.openxmlformats.org/drawingml/2006/main">
              <a:ext uri="{FF2B5EF4-FFF2-40B4-BE49-F238E27FC236}">
                <a16:creationId xmlns:a16="http://schemas.microsoft.com/office/drawing/2014/main" id="{068FA675-B0FA-44AB-B747-66955066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240">
            <a:extLst xmlns:a="http://schemas.openxmlformats.org/drawingml/2006/main">
              <a:ext uri="{FF2B5EF4-FFF2-40B4-BE49-F238E27FC236}">
                <a16:creationId xmlns:a16="http://schemas.microsoft.com/office/drawing/2014/main" id="{ADBAC5F8-92D4-422C-BD18-00AE2D77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241">
            <a:extLst xmlns:a="http://schemas.openxmlformats.org/drawingml/2006/main">
              <a:ext uri="{FF2B5EF4-FFF2-40B4-BE49-F238E27FC236}">
                <a16:creationId xmlns:a16="http://schemas.microsoft.com/office/drawing/2014/main" id="{E328298D-5748-4CCC-8E09-2A96DFAC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42">
            <a:extLst xmlns:a="http://schemas.openxmlformats.org/drawingml/2006/main">
              <a:ext uri="{FF2B5EF4-FFF2-40B4-BE49-F238E27FC236}">
                <a16:creationId xmlns:a16="http://schemas.microsoft.com/office/drawing/2014/main" id="{914879D1-3012-476A-871D-558715C3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243">
            <a:extLst xmlns:a="http://schemas.openxmlformats.org/drawingml/2006/main">
              <a:ext uri="{FF2B5EF4-FFF2-40B4-BE49-F238E27FC236}">
                <a16:creationId xmlns:a16="http://schemas.microsoft.com/office/drawing/2014/main" id="{F72E9BE4-8AC8-48C4-8216-248ADE58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44">
            <a:extLst xmlns:a="http://schemas.openxmlformats.org/drawingml/2006/main">
              <a:ext uri="{FF2B5EF4-FFF2-40B4-BE49-F238E27FC236}">
                <a16:creationId xmlns:a16="http://schemas.microsoft.com/office/drawing/2014/main" id="{80C82C83-EAF9-4C05-9A10-E958611D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45">
            <a:extLst xmlns:a="http://schemas.openxmlformats.org/drawingml/2006/main">
              <a:ext uri="{FF2B5EF4-FFF2-40B4-BE49-F238E27FC236}">
                <a16:creationId xmlns:a16="http://schemas.microsoft.com/office/drawing/2014/main" id="{5781575A-F80B-4D4A-9B91-B535D45F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246">
            <a:extLst xmlns:a="http://schemas.openxmlformats.org/drawingml/2006/main">
              <a:ext uri="{FF2B5EF4-FFF2-40B4-BE49-F238E27FC236}">
                <a16:creationId xmlns:a16="http://schemas.microsoft.com/office/drawing/2014/main" id="{D41D5184-4711-4174-B1B2-E86DBD40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247">
            <a:extLst xmlns:a="http://schemas.openxmlformats.org/drawingml/2006/main">
              <a:ext uri="{FF2B5EF4-FFF2-40B4-BE49-F238E27FC236}">
                <a16:creationId xmlns:a16="http://schemas.microsoft.com/office/drawing/2014/main" id="{DD54AB79-07A6-461D-9CA4-A0657DCA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48">
            <a:extLst xmlns:a="http://schemas.openxmlformats.org/drawingml/2006/main">
              <a:ext uri="{FF2B5EF4-FFF2-40B4-BE49-F238E27FC236}">
                <a16:creationId xmlns:a16="http://schemas.microsoft.com/office/drawing/2014/main" id="{38CC41F7-8ABE-4007-9875-8FEE716F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249">
            <a:extLst xmlns:a="http://schemas.openxmlformats.org/drawingml/2006/main">
              <a:ext uri="{FF2B5EF4-FFF2-40B4-BE49-F238E27FC236}">
                <a16:creationId xmlns:a16="http://schemas.microsoft.com/office/drawing/2014/main" id="{757257E6-8A33-40BA-8903-4F445F67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50">
            <a:extLst xmlns:a="http://schemas.openxmlformats.org/drawingml/2006/main">
              <a:ext uri="{FF2B5EF4-FFF2-40B4-BE49-F238E27FC236}">
                <a16:creationId xmlns:a16="http://schemas.microsoft.com/office/drawing/2014/main" id="{0AFA9341-8C40-41DD-AF22-A787A4F0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51">
            <a:extLst xmlns:a="http://schemas.openxmlformats.org/drawingml/2006/main">
              <a:ext uri="{FF2B5EF4-FFF2-40B4-BE49-F238E27FC236}">
                <a16:creationId xmlns:a16="http://schemas.microsoft.com/office/drawing/2014/main" id="{69805D2C-56DD-48B2-A984-E75E1DA5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252">
            <a:extLst xmlns:a="http://schemas.openxmlformats.org/drawingml/2006/main">
              <a:ext uri="{FF2B5EF4-FFF2-40B4-BE49-F238E27FC236}">
                <a16:creationId xmlns:a16="http://schemas.microsoft.com/office/drawing/2014/main" id="{0376BB6D-5680-4A4F-9987-375E2C38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253">
            <a:extLst xmlns:a="http://schemas.openxmlformats.org/drawingml/2006/main">
              <a:ext uri="{FF2B5EF4-FFF2-40B4-BE49-F238E27FC236}">
                <a16:creationId xmlns:a16="http://schemas.microsoft.com/office/drawing/2014/main" id="{FCF5B5F8-734A-4F95-BF8D-7591D908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593">
            <a:extLst xmlns:a="http://schemas.openxmlformats.org/drawingml/2006/main">
              <a:ext uri="{FF2B5EF4-FFF2-40B4-BE49-F238E27FC236}">
                <a16:creationId xmlns:a16="http://schemas.microsoft.com/office/drawing/2014/main" id="{31817A4A-4F21-4927-B1A0-C6EE96C1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0297884ffca46df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6df2beb044403d"/>
              </a:rPr>
              <a:t>Codex Skills ↗</a:t>
            </a:r>
          </a:p>
        </p:txBody>
      </p:sp>
      <p:sp>
        <p:nvSpPr>
          <p:cNvPr id="31" name="shape-1649">
            <a:extLst xmlns:a="http://schemas.openxmlformats.org/drawingml/2006/main">
              <a:ext uri="{FF2B5EF4-FFF2-40B4-BE49-F238E27FC236}">
                <a16:creationId xmlns:a16="http://schemas.microsoft.com/office/drawing/2014/main" id="{FF2C708A-E922-41A0-8EF2-2248CBF6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10d3619f624bc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50">
            <a:extLst xmlns:a="http://schemas.openxmlformats.org/drawingml/2006/main">
              <a:ext uri="{FF2B5EF4-FFF2-40B4-BE49-F238E27FC236}">
                <a16:creationId xmlns:a16="http://schemas.microsoft.com/office/drawing/2014/main" id="{262AE9E4-0016-4105-A002-95A174AA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83a6b500da40f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51">
            <a:extLst xmlns:a="http://schemas.openxmlformats.org/drawingml/2006/main">
              <a:ext uri="{FF2B5EF4-FFF2-40B4-BE49-F238E27FC236}">
                <a16:creationId xmlns:a16="http://schemas.microsoft.com/office/drawing/2014/main" id="{1191954F-B0BE-4576-926E-4CBFE22F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55782643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254">
            <a:extLst xmlns:a="http://schemas.openxmlformats.org/drawingml/2006/main">
              <a:ext uri="{FF2B5EF4-FFF2-40B4-BE49-F238E27FC236}">
                <a16:creationId xmlns:a16="http://schemas.microsoft.com/office/drawing/2014/main" id="{2405D65C-E0AA-45E4-B597-77D2A2EA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F7F66A-F347-49A7-A13D-CE669B08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25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56">
            <a:extLst xmlns:a="http://schemas.openxmlformats.org/drawingml/2006/main">
              <a:ext uri="{FF2B5EF4-FFF2-40B4-BE49-F238E27FC236}">
                <a16:creationId xmlns:a16="http://schemas.microsoft.com/office/drawing/2014/main" id="{61072F27-007E-427F-938C-8F30B027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0B41C3F-74EB-485D-879F-A008D781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257">
            <a:extLst xmlns:a="http://schemas.openxmlformats.org/drawingml/2006/main">
              <a:ext uri="{FF2B5EF4-FFF2-40B4-BE49-F238E27FC236}">
                <a16:creationId xmlns:a16="http://schemas.microsoft.com/office/drawing/2014/main" id="{CAB723BB-8B93-41E2-8211-1DAA00A2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258">
            <a:extLst xmlns:a="http://schemas.openxmlformats.org/drawingml/2006/main">
              <a:ext uri="{FF2B5EF4-FFF2-40B4-BE49-F238E27FC236}">
                <a16:creationId xmlns:a16="http://schemas.microsoft.com/office/drawing/2014/main" id="{3B57DB03-E148-4A7E-A058-EB068FB2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259">
            <a:extLst xmlns:a="http://schemas.openxmlformats.org/drawingml/2006/main">
              <a:ext uri="{FF2B5EF4-FFF2-40B4-BE49-F238E27FC236}">
                <a16:creationId xmlns:a16="http://schemas.microsoft.com/office/drawing/2014/main" id="{5515F781-E351-4206-9C18-3CE637C6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260">
            <a:extLst xmlns:a="http://schemas.openxmlformats.org/drawingml/2006/main">
              <a:ext uri="{FF2B5EF4-FFF2-40B4-BE49-F238E27FC236}">
                <a16:creationId xmlns:a16="http://schemas.microsoft.com/office/drawing/2014/main" id="{9AF1EB5D-AF49-4A1A-AE62-1AD7C964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261">
            <a:extLst xmlns:a="http://schemas.openxmlformats.org/drawingml/2006/main">
              <a:ext uri="{FF2B5EF4-FFF2-40B4-BE49-F238E27FC236}">
                <a16:creationId xmlns:a16="http://schemas.microsoft.com/office/drawing/2014/main" id="{6ED8EA52-6997-4CAC-8B4C-A54A6FA9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262">
            <a:extLst xmlns:a="http://schemas.openxmlformats.org/drawingml/2006/main">
              <a:ext uri="{FF2B5EF4-FFF2-40B4-BE49-F238E27FC236}">
                <a16:creationId xmlns:a16="http://schemas.microsoft.com/office/drawing/2014/main" id="{D36FB37A-EB6A-498B-9745-F6EDEE40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263">
            <a:extLst xmlns:a="http://schemas.openxmlformats.org/drawingml/2006/main">
              <a:ext uri="{FF2B5EF4-FFF2-40B4-BE49-F238E27FC236}">
                <a16:creationId xmlns:a16="http://schemas.microsoft.com/office/drawing/2014/main" id="{E5D9522D-4670-4644-B3A5-C07779A2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594">
            <a:extLst xmlns:a="http://schemas.openxmlformats.org/drawingml/2006/main">
              <a:ext uri="{FF2B5EF4-FFF2-40B4-BE49-F238E27FC236}">
                <a16:creationId xmlns:a16="http://schemas.microsoft.com/office/drawing/2014/main" id="{8421A61D-202D-46D9-B8ED-36B915D2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548a70de8a4846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7af85dc761441b0"/>
              </a:rPr>
              <a:t>Codex Skills ↗</a:t>
            </a:r>
          </a:p>
        </p:txBody>
      </p:sp>
      <p:sp>
        <p:nvSpPr>
          <p:cNvPr id="14" name="shape-1652">
            <a:extLst xmlns:a="http://schemas.openxmlformats.org/drawingml/2006/main">
              <a:ext uri="{FF2B5EF4-FFF2-40B4-BE49-F238E27FC236}">
                <a16:creationId xmlns:a16="http://schemas.microsoft.com/office/drawing/2014/main" id="{03BF35DD-B6B0-4ABC-9829-09198E19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3abded487a403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653">
            <a:extLst xmlns:a="http://schemas.openxmlformats.org/drawingml/2006/main">
              <a:ext uri="{FF2B5EF4-FFF2-40B4-BE49-F238E27FC236}">
                <a16:creationId xmlns:a16="http://schemas.microsoft.com/office/drawing/2014/main" id="{F86D4B1D-E7A9-4634-967D-741361119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e19f4807343f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654">
            <a:extLst xmlns:a="http://schemas.openxmlformats.org/drawingml/2006/main">
              <a:ext uri="{FF2B5EF4-FFF2-40B4-BE49-F238E27FC236}">
                <a16:creationId xmlns:a16="http://schemas.microsoft.com/office/drawing/2014/main" id="{DF906FE1-5D29-43D2-949C-908C7B6A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5273789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264">
            <a:extLst xmlns:a="http://schemas.openxmlformats.org/drawingml/2006/main">
              <a:ext uri="{FF2B5EF4-FFF2-40B4-BE49-F238E27FC236}">
                <a16:creationId xmlns:a16="http://schemas.microsoft.com/office/drawing/2014/main" id="{58209DE8-151D-4FC3-AA0F-580CFEB5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E9DB36-FEA5-45A3-90F7-AB908455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2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66">
            <a:extLst xmlns:a="http://schemas.openxmlformats.org/drawingml/2006/main">
              <a:ext uri="{FF2B5EF4-FFF2-40B4-BE49-F238E27FC236}">
                <a16:creationId xmlns:a16="http://schemas.microsoft.com/office/drawing/2014/main" id="{275EC87E-234A-4C0D-AFB5-132FEE29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38C6D8-A661-491F-A033-42EE5BFF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267">
            <a:extLst xmlns:a="http://schemas.openxmlformats.org/drawingml/2006/main">
              <a:ext uri="{FF2B5EF4-FFF2-40B4-BE49-F238E27FC236}">
                <a16:creationId xmlns:a16="http://schemas.microsoft.com/office/drawing/2014/main" id="{493FE2CD-B597-4DDA-BD89-66B0E281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68">
            <a:extLst xmlns:a="http://schemas.openxmlformats.org/drawingml/2006/main">
              <a:ext uri="{FF2B5EF4-FFF2-40B4-BE49-F238E27FC236}">
                <a16:creationId xmlns:a16="http://schemas.microsoft.com/office/drawing/2014/main" id="{FC8B0A8B-77BC-4087-85A6-19284E91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69">
            <a:extLst xmlns:a="http://schemas.openxmlformats.org/drawingml/2006/main">
              <a:ext uri="{FF2B5EF4-FFF2-40B4-BE49-F238E27FC236}">
                <a16:creationId xmlns:a16="http://schemas.microsoft.com/office/drawing/2014/main" id="{6398E024-A4CE-4511-B1C7-7EBB920C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270">
            <a:extLst xmlns:a="http://schemas.openxmlformats.org/drawingml/2006/main">
              <a:ext uri="{FF2B5EF4-FFF2-40B4-BE49-F238E27FC236}">
                <a16:creationId xmlns:a16="http://schemas.microsoft.com/office/drawing/2014/main" id="{CED11132-B3E6-4116-BFA0-351CEF5F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271">
            <a:extLst xmlns:a="http://schemas.openxmlformats.org/drawingml/2006/main">
              <a:ext uri="{FF2B5EF4-FFF2-40B4-BE49-F238E27FC236}">
                <a16:creationId xmlns:a16="http://schemas.microsoft.com/office/drawing/2014/main" id="{0847BB95-F762-44AB-A54A-7158CC4D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72">
            <a:extLst xmlns:a="http://schemas.openxmlformats.org/drawingml/2006/main">
              <a:ext uri="{FF2B5EF4-FFF2-40B4-BE49-F238E27FC236}">
                <a16:creationId xmlns:a16="http://schemas.microsoft.com/office/drawing/2014/main" id="{5C86CD89-1489-4FAF-938C-8C3ACD66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73">
            <a:extLst xmlns:a="http://schemas.openxmlformats.org/drawingml/2006/main">
              <a:ext uri="{FF2B5EF4-FFF2-40B4-BE49-F238E27FC236}">
                <a16:creationId xmlns:a16="http://schemas.microsoft.com/office/drawing/2014/main" id="{20B07A33-BB20-44E1-84F5-31635ED6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274">
            <a:extLst xmlns:a="http://schemas.openxmlformats.org/drawingml/2006/main">
              <a:ext uri="{FF2B5EF4-FFF2-40B4-BE49-F238E27FC236}">
                <a16:creationId xmlns:a16="http://schemas.microsoft.com/office/drawing/2014/main" id="{FC8906BE-F014-4901-B8B9-CA7606B5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275">
            <a:extLst xmlns:a="http://schemas.openxmlformats.org/drawingml/2006/main">
              <a:ext uri="{FF2B5EF4-FFF2-40B4-BE49-F238E27FC236}">
                <a16:creationId xmlns:a16="http://schemas.microsoft.com/office/drawing/2014/main" id="{E78DE0C6-8C99-4ABA-AE12-8761FBCA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76">
            <a:extLst xmlns:a="http://schemas.openxmlformats.org/drawingml/2006/main">
              <a:ext uri="{FF2B5EF4-FFF2-40B4-BE49-F238E27FC236}">
                <a16:creationId xmlns:a16="http://schemas.microsoft.com/office/drawing/2014/main" id="{30BF816B-B3A9-4D48-80A9-5103D799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277">
            <a:extLst xmlns:a="http://schemas.openxmlformats.org/drawingml/2006/main">
              <a:ext uri="{FF2B5EF4-FFF2-40B4-BE49-F238E27FC236}">
                <a16:creationId xmlns:a16="http://schemas.microsoft.com/office/drawing/2014/main" id="{A055FF9D-CFDB-48D1-8CD6-4AB12232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278">
            <a:extLst xmlns:a="http://schemas.openxmlformats.org/drawingml/2006/main">
              <a:ext uri="{FF2B5EF4-FFF2-40B4-BE49-F238E27FC236}">
                <a16:creationId xmlns:a16="http://schemas.microsoft.com/office/drawing/2014/main" id="{3AE2B136-03AD-4AB9-BAD9-15FC2AA6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279">
            <a:extLst xmlns:a="http://schemas.openxmlformats.org/drawingml/2006/main">
              <a:ext uri="{FF2B5EF4-FFF2-40B4-BE49-F238E27FC236}">
                <a16:creationId xmlns:a16="http://schemas.microsoft.com/office/drawing/2014/main" id="{42494971-4D93-4952-9DC3-57BC9615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280">
            <a:extLst xmlns:a="http://schemas.openxmlformats.org/drawingml/2006/main">
              <a:ext uri="{FF2B5EF4-FFF2-40B4-BE49-F238E27FC236}">
                <a16:creationId xmlns:a16="http://schemas.microsoft.com/office/drawing/2014/main" id="{8C90571F-0647-4E99-BEA7-51E13131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281">
            <a:extLst xmlns:a="http://schemas.openxmlformats.org/drawingml/2006/main">
              <a:ext uri="{FF2B5EF4-FFF2-40B4-BE49-F238E27FC236}">
                <a16:creationId xmlns:a16="http://schemas.microsoft.com/office/drawing/2014/main" id="{BC3F19E7-AE39-4D2A-BAD5-7B40E22A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282">
            <a:extLst xmlns:a="http://schemas.openxmlformats.org/drawingml/2006/main">
              <a:ext uri="{FF2B5EF4-FFF2-40B4-BE49-F238E27FC236}">
                <a16:creationId xmlns:a16="http://schemas.microsoft.com/office/drawing/2014/main" id="{577301F8-A8EE-4B3C-9904-94DE8DB0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283">
            <a:extLst xmlns:a="http://schemas.openxmlformats.org/drawingml/2006/main">
              <a:ext uri="{FF2B5EF4-FFF2-40B4-BE49-F238E27FC236}">
                <a16:creationId xmlns:a16="http://schemas.microsoft.com/office/drawing/2014/main" id="{02F56CCF-98C4-4A28-85F7-EE54C251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595">
            <a:extLst xmlns:a="http://schemas.openxmlformats.org/drawingml/2006/main">
              <a:ext uri="{FF2B5EF4-FFF2-40B4-BE49-F238E27FC236}">
                <a16:creationId xmlns:a16="http://schemas.microsoft.com/office/drawing/2014/main" id="{05B1CD87-CD56-4362-92AB-B46F390C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debd092f3fb4503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c3515b7a5854680"/>
              </a:rPr>
              <a:t>Codex Skills ↗</a:t>
            </a:r>
          </a:p>
        </p:txBody>
      </p:sp>
      <p:sp>
        <p:nvSpPr>
          <p:cNvPr id="27" name="shape-1655">
            <a:extLst xmlns:a="http://schemas.openxmlformats.org/drawingml/2006/main">
              <a:ext uri="{FF2B5EF4-FFF2-40B4-BE49-F238E27FC236}">
                <a16:creationId xmlns:a16="http://schemas.microsoft.com/office/drawing/2014/main" id="{C40CD9A5-C8AA-4C5B-8F99-1F642CEF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e4b9787f13452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656">
            <a:extLst xmlns:a="http://schemas.openxmlformats.org/drawingml/2006/main">
              <a:ext uri="{FF2B5EF4-FFF2-40B4-BE49-F238E27FC236}">
                <a16:creationId xmlns:a16="http://schemas.microsoft.com/office/drawing/2014/main" id="{ADB78EE3-AD0E-442A-ABA7-D3A2AE9E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382e416a59476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657">
            <a:extLst xmlns:a="http://schemas.openxmlformats.org/drawingml/2006/main">
              <a:ext uri="{FF2B5EF4-FFF2-40B4-BE49-F238E27FC236}">
                <a16:creationId xmlns:a16="http://schemas.microsoft.com/office/drawing/2014/main" id="{74C17670-CEFB-4339-840F-E8C557BD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55530222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284">
            <a:extLst xmlns:a="http://schemas.openxmlformats.org/drawingml/2006/main">
              <a:ext uri="{FF2B5EF4-FFF2-40B4-BE49-F238E27FC236}">
                <a16:creationId xmlns:a16="http://schemas.microsoft.com/office/drawing/2014/main" id="{ED54FF4E-A068-4F96-93B4-8B4CE015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C61898-B2C5-4BE3-A82E-F97CDE79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2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86">
            <a:extLst xmlns:a="http://schemas.openxmlformats.org/drawingml/2006/main">
              <a:ext uri="{FF2B5EF4-FFF2-40B4-BE49-F238E27FC236}">
                <a16:creationId xmlns:a16="http://schemas.microsoft.com/office/drawing/2014/main" id="{81188FA8-C789-4192-810D-8EE6F8E9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92338E-D3FA-4ACF-A510-C56C43B5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287">
            <a:extLst xmlns:a="http://schemas.openxmlformats.org/drawingml/2006/main">
              <a:ext uri="{FF2B5EF4-FFF2-40B4-BE49-F238E27FC236}">
                <a16:creationId xmlns:a16="http://schemas.microsoft.com/office/drawing/2014/main" id="{F39918D7-D150-48D0-9D04-88AC0D33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288">
            <a:extLst xmlns:a="http://schemas.openxmlformats.org/drawingml/2006/main">
              <a:ext uri="{FF2B5EF4-FFF2-40B4-BE49-F238E27FC236}">
                <a16:creationId xmlns:a16="http://schemas.microsoft.com/office/drawing/2014/main" id="{94A960B2-4F71-4DF5-9F6A-00C0F2E4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289">
            <a:extLst xmlns:a="http://schemas.openxmlformats.org/drawingml/2006/main">
              <a:ext uri="{FF2B5EF4-FFF2-40B4-BE49-F238E27FC236}">
                <a16:creationId xmlns:a16="http://schemas.microsoft.com/office/drawing/2014/main" id="{BA6BF25F-62B0-4D83-A05E-7F80A110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90">
            <a:extLst xmlns:a="http://schemas.openxmlformats.org/drawingml/2006/main">
              <a:ext uri="{FF2B5EF4-FFF2-40B4-BE49-F238E27FC236}">
                <a16:creationId xmlns:a16="http://schemas.microsoft.com/office/drawing/2014/main" id="{F8857F3C-90F4-42AA-8770-9EF81A08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291">
            <a:extLst xmlns:a="http://schemas.openxmlformats.org/drawingml/2006/main">
              <a:ext uri="{FF2B5EF4-FFF2-40B4-BE49-F238E27FC236}">
                <a16:creationId xmlns:a16="http://schemas.microsoft.com/office/drawing/2014/main" id="{20D63DBE-8E99-47E6-B076-A59D5B4D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92">
            <a:extLst xmlns:a="http://schemas.openxmlformats.org/drawingml/2006/main">
              <a:ext uri="{FF2B5EF4-FFF2-40B4-BE49-F238E27FC236}">
                <a16:creationId xmlns:a16="http://schemas.microsoft.com/office/drawing/2014/main" id="{431221AD-5329-41AB-A973-D42E33B7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293">
            <a:extLst xmlns:a="http://schemas.openxmlformats.org/drawingml/2006/main">
              <a:ext uri="{FF2B5EF4-FFF2-40B4-BE49-F238E27FC236}">
                <a16:creationId xmlns:a16="http://schemas.microsoft.com/office/drawing/2014/main" id="{84509C3F-05E5-4459-9914-B9B45015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294">
            <a:extLst xmlns:a="http://schemas.openxmlformats.org/drawingml/2006/main">
              <a:ext uri="{FF2B5EF4-FFF2-40B4-BE49-F238E27FC236}">
                <a16:creationId xmlns:a16="http://schemas.microsoft.com/office/drawing/2014/main" id="{7F00E396-162A-490D-865B-D35762F6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295">
            <a:extLst xmlns:a="http://schemas.openxmlformats.org/drawingml/2006/main">
              <a:ext uri="{FF2B5EF4-FFF2-40B4-BE49-F238E27FC236}">
                <a16:creationId xmlns:a16="http://schemas.microsoft.com/office/drawing/2014/main" id="{8AE941C6-86C6-4872-AF2F-90E238BE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296">
            <a:extLst xmlns:a="http://schemas.openxmlformats.org/drawingml/2006/main">
              <a:ext uri="{FF2B5EF4-FFF2-40B4-BE49-F238E27FC236}">
                <a16:creationId xmlns:a16="http://schemas.microsoft.com/office/drawing/2014/main" id="{2D53FB48-859D-4467-8EAB-D139B0A0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297">
            <a:extLst xmlns:a="http://schemas.openxmlformats.org/drawingml/2006/main">
              <a:ext uri="{FF2B5EF4-FFF2-40B4-BE49-F238E27FC236}">
                <a16:creationId xmlns:a16="http://schemas.microsoft.com/office/drawing/2014/main" id="{1ADA6E75-4E92-4F79-8F32-B17BE32E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298">
            <a:extLst xmlns:a="http://schemas.openxmlformats.org/drawingml/2006/main">
              <a:ext uri="{FF2B5EF4-FFF2-40B4-BE49-F238E27FC236}">
                <a16:creationId xmlns:a16="http://schemas.microsoft.com/office/drawing/2014/main" id="{A20C9339-F0E2-456A-A9C1-C6EB8ECD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299">
            <a:extLst xmlns:a="http://schemas.openxmlformats.org/drawingml/2006/main">
              <a:ext uri="{FF2B5EF4-FFF2-40B4-BE49-F238E27FC236}">
                <a16:creationId xmlns:a16="http://schemas.microsoft.com/office/drawing/2014/main" id="{16D45581-968C-418F-A12E-E07E7190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596">
            <a:extLst xmlns:a="http://schemas.openxmlformats.org/drawingml/2006/main">
              <a:ext uri="{FF2B5EF4-FFF2-40B4-BE49-F238E27FC236}">
                <a16:creationId xmlns:a16="http://schemas.microsoft.com/office/drawing/2014/main" id="{8CC9A215-5B64-408A-8C92-8EBEE2E5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0c1ff4033142b0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58f1ae20584270"/>
              </a:rPr>
              <a:t>Codex Skills ↗</a:t>
            </a:r>
          </a:p>
        </p:txBody>
      </p:sp>
      <p:sp>
        <p:nvSpPr>
          <p:cNvPr id="20" name="shape-1658">
            <a:extLst xmlns:a="http://schemas.openxmlformats.org/drawingml/2006/main">
              <a:ext uri="{FF2B5EF4-FFF2-40B4-BE49-F238E27FC236}">
                <a16:creationId xmlns:a16="http://schemas.microsoft.com/office/drawing/2014/main" id="{D36DE656-3BCE-4EB9-9BD8-6E2E6474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bfac3572c44a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59">
            <a:extLst xmlns:a="http://schemas.openxmlformats.org/drawingml/2006/main">
              <a:ext uri="{FF2B5EF4-FFF2-40B4-BE49-F238E27FC236}">
                <a16:creationId xmlns:a16="http://schemas.microsoft.com/office/drawing/2014/main" id="{03E855BD-4572-4E06-9954-F3B798FE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1241fe0fe459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60">
            <a:extLst xmlns:a="http://schemas.openxmlformats.org/drawingml/2006/main">
              <a:ext uri="{FF2B5EF4-FFF2-40B4-BE49-F238E27FC236}">
                <a16:creationId xmlns:a16="http://schemas.microsoft.com/office/drawing/2014/main" id="{77C000D1-37F6-4D00-A4C3-E2187573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27081819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00">
            <a:extLst xmlns:a="http://schemas.openxmlformats.org/drawingml/2006/main">
              <a:ext uri="{FF2B5EF4-FFF2-40B4-BE49-F238E27FC236}">
                <a16:creationId xmlns:a16="http://schemas.microsoft.com/office/drawing/2014/main" id="{61DCB512-F42A-4D1F-9687-56B06C1F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4F1513-BB39-428A-BCE3-7B2E4C82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3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02">
            <a:extLst xmlns:a="http://schemas.openxmlformats.org/drawingml/2006/main">
              <a:ext uri="{FF2B5EF4-FFF2-40B4-BE49-F238E27FC236}">
                <a16:creationId xmlns:a16="http://schemas.microsoft.com/office/drawing/2014/main" id="{DE04EDB9-E909-4256-B11F-E568F4A8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8A0686-4D33-4883-9A48-9A851BD3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303">
            <a:extLst xmlns:a="http://schemas.openxmlformats.org/drawingml/2006/main">
              <a:ext uri="{FF2B5EF4-FFF2-40B4-BE49-F238E27FC236}">
                <a16:creationId xmlns:a16="http://schemas.microsoft.com/office/drawing/2014/main" id="{7ABA2CF2-9F4D-41DC-A776-D0E3DED4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04">
            <a:extLst xmlns:a="http://schemas.openxmlformats.org/drawingml/2006/main">
              <a:ext uri="{FF2B5EF4-FFF2-40B4-BE49-F238E27FC236}">
                <a16:creationId xmlns:a16="http://schemas.microsoft.com/office/drawing/2014/main" id="{EA1248F9-3BF8-4034-B07D-5F8D5A43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05">
            <a:extLst xmlns:a="http://schemas.openxmlformats.org/drawingml/2006/main">
              <a:ext uri="{FF2B5EF4-FFF2-40B4-BE49-F238E27FC236}">
                <a16:creationId xmlns:a16="http://schemas.microsoft.com/office/drawing/2014/main" id="{5A3FC8BA-3423-4EB5-8275-EB42323A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306">
            <a:extLst xmlns:a="http://schemas.openxmlformats.org/drawingml/2006/main">
              <a:ext uri="{FF2B5EF4-FFF2-40B4-BE49-F238E27FC236}">
                <a16:creationId xmlns:a16="http://schemas.microsoft.com/office/drawing/2014/main" id="{E45753A9-FC0A-4F6D-9790-096A2408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307">
            <a:extLst xmlns:a="http://schemas.openxmlformats.org/drawingml/2006/main">
              <a:ext uri="{FF2B5EF4-FFF2-40B4-BE49-F238E27FC236}">
                <a16:creationId xmlns:a16="http://schemas.microsoft.com/office/drawing/2014/main" id="{FCB0B8BE-CE83-4158-B27C-495EE9E3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08">
            <a:extLst xmlns:a="http://schemas.openxmlformats.org/drawingml/2006/main">
              <a:ext uri="{FF2B5EF4-FFF2-40B4-BE49-F238E27FC236}">
                <a16:creationId xmlns:a16="http://schemas.microsoft.com/office/drawing/2014/main" id="{34FA7998-9B0C-4B92-97EC-E624DED3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09">
            <a:extLst xmlns:a="http://schemas.openxmlformats.org/drawingml/2006/main">
              <a:ext uri="{FF2B5EF4-FFF2-40B4-BE49-F238E27FC236}">
                <a16:creationId xmlns:a16="http://schemas.microsoft.com/office/drawing/2014/main" id="{226A285A-CE00-48A7-923A-29781E0F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310">
            <a:extLst xmlns:a="http://schemas.openxmlformats.org/drawingml/2006/main">
              <a:ext uri="{FF2B5EF4-FFF2-40B4-BE49-F238E27FC236}">
                <a16:creationId xmlns:a16="http://schemas.microsoft.com/office/drawing/2014/main" id="{ED3D6FA5-5D30-401D-9673-A7852FC7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311">
            <a:extLst xmlns:a="http://schemas.openxmlformats.org/drawingml/2006/main">
              <a:ext uri="{FF2B5EF4-FFF2-40B4-BE49-F238E27FC236}">
                <a16:creationId xmlns:a16="http://schemas.microsoft.com/office/drawing/2014/main" id="{F6ADF0D9-8846-4784-8A62-C671540A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12">
            <a:extLst xmlns:a="http://schemas.openxmlformats.org/drawingml/2006/main">
              <a:ext uri="{FF2B5EF4-FFF2-40B4-BE49-F238E27FC236}">
                <a16:creationId xmlns:a16="http://schemas.microsoft.com/office/drawing/2014/main" id="{58C5CCC2-5BF4-4410-ABFC-D93013A2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13">
            <a:extLst xmlns:a="http://schemas.openxmlformats.org/drawingml/2006/main">
              <a:ext uri="{FF2B5EF4-FFF2-40B4-BE49-F238E27FC236}">
                <a16:creationId xmlns:a16="http://schemas.microsoft.com/office/drawing/2014/main" id="{192CF0D0-20EF-45BE-AA46-D19FB662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314">
            <a:extLst xmlns:a="http://schemas.openxmlformats.org/drawingml/2006/main">
              <a:ext uri="{FF2B5EF4-FFF2-40B4-BE49-F238E27FC236}">
                <a16:creationId xmlns:a16="http://schemas.microsoft.com/office/drawing/2014/main" id="{7691152E-ECE4-413F-8B55-9BD99557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315">
            <a:extLst xmlns:a="http://schemas.openxmlformats.org/drawingml/2006/main">
              <a:ext uri="{FF2B5EF4-FFF2-40B4-BE49-F238E27FC236}">
                <a16:creationId xmlns:a16="http://schemas.microsoft.com/office/drawing/2014/main" id="{C7C3BA61-3A61-4F0D-AAB7-8CA50156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16">
            <a:extLst xmlns:a="http://schemas.openxmlformats.org/drawingml/2006/main">
              <a:ext uri="{FF2B5EF4-FFF2-40B4-BE49-F238E27FC236}">
                <a16:creationId xmlns:a16="http://schemas.microsoft.com/office/drawing/2014/main" id="{6AF69728-E369-4722-83A7-5B3AE557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17">
            <a:extLst xmlns:a="http://schemas.openxmlformats.org/drawingml/2006/main">
              <a:ext uri="{FF2B5EF4-FFF2-40B4-BE49-F238E27FC236}">
                <a16:creationId xmlns:a16="http://schemas.microsoft.com/office/drawing/2014/main" id="{46040C43-F65E-42CE-900F-9675D4D4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318">
            <a:extLst xmlns:a="http://schemas.openxmlformats.org/drawingml/2006/main">
              <a:ext uri="{FF2B5EF4-FFF2-40B4-BE49-F238E27FC236}">
                <a16:creationId xmlns:a16="http://schemas.microsoft.com/office/drawing/2014/main" id="{F51A5582-3A74-441D-89EF-BA226B08B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597">
            <a:extLst xmlns:a="http://schemas.openxmlformats.org/drawingml/2006/main">
              <a:ext uri="{FF2B5EF4-FFF2-40B4-BE49-F238E27FC236}">
                <a16:creationId xmlns:a16="http://schemas.microsoft.com/office/drawing/2014/main" id="{4EF4AF96-3B1A-411F-9783-62821827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af046f6e71642e0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db2c552709b4c63"/>
              </a:rPr>
              <a:t>Codex Skills ↗</a:t>
            </a:r>
          </a:p>
        </p:txBody>
      </p:sp>
      <p:sp>
        <p:nvSpPr>
          <p:cNvPr id="23" name="shape-1661">
            <a:extLst xmlns:a="http://schemas.openxmlformats.org/drawingml/2006/main">
              <a:ext uri="{FF2B5EF4-FFF2-40B4-BE49-F238E27FC236}">
                <a16:creationId xmlns:a16="http://schemas.microsoft.com/office/drawing/2014/main" id="{7E38702A-0480-4CCE-9E20-39C2236C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959b25a6a24fb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62">
            <a:extLst xmlns:a="http://schemas.openxmlformats.org/drawingml/2006/main">
              <a:ext uri="{FF2B5EF4-FFF2-40B4-BE49-F238E27FC236}">
                <a16:creationId xmlns:a16="http://schemas.microsoft.com/office/drawing/2014/main" id="{18DC111C-F5EB-42E3-9CAE-AE21103F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efd94f0bb454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63">
            <a:extLst xmlns:a="http://schemas.openxmlformats.org/drawingml/2006/main">
              <a:ext uri="{FF2B5EF4-FFF2-40B4-BE49-F238E27FC236}">
                <a16:creationId xmlns:a16="http://schemas.microsoft.com/office/drawing/2014/main" id="{FE17D67D-5863-4DF4-A68D-71657FB1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29005355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319">
            <a:extLst xmlns:a="http://schemas.openxmlformats.org/drawingml/2006/main">
              <a:ext uri="{FF2B5EF4-FFF2-40B4-BE49-F238E27FC236}">
                <a16:creationId xmlns:a16="http://schemas.microsoft.com/office/drawing/2014/main" id="{B7E2915D-0DD4-4DFE-B6C5-E8591CCC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320">
            <a:extLst xmlns:a="http://schemas.openxmlformats.org/drawingml/2006/main">
              <a:ext uri="{FF2B5EF4-FFF2-40B4-BE49-F238E27FC236}">
                <a16:creationId xmlns:a16="http://schemas.microsoft.com/office/drawing/2014/main" id="{AF7A9596-2478-459C-9B00-42357784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321">
            <a:extLst xmlns:a="http://schemas.openxmlformats.org/drawingml/2006/main">
              <a:ext uri="{FF2B5EF4-FFF2-40B4-BE49-F238E27FC236}">
                <a16:creationId xmlns:a16="http://schemas.microsoft.com/office/drawing/2014/main" id="{A47A5BFC-ACE7-4033-9789-5CABE0F1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322">
            <a:extLst xmlns:a="http://schemas.openxmlformats.org/drawingml/2006/main">
              <a:ext uri="{FF2B5EF4-FFF2-40B4-BE49-F238E27FC236}">
                <a16:creationId xmlns:a16="http://schemas.microsoft.com/office/drawing/2014/main" id="{29E08C57-FD9B-4D31-9D44-42CACE60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323">
            <a:extLst xmlns:a="http://schemas.openxmlformats.org/drawingml/2006/main">
              <a:ext uri="{FF2B5EF4-FFF2-40B4-BE49-F238E27FC236}">
                <a16:creationId xmlns:a16="http://schemas.microsoft.com/office/drawing/2014/main" id="{27B80EA1-108D-44CD-9326-5AA8BDE9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32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325">
            <a:extLst xmlns:a="http://schemas.openxmlformats.org/drawingml/2006/main">
              <a:ext uri="{FF2B5EF4-FFF2-40B4-BE49-F238E27FC236}">
                <a16:creationId xmlns:a16="http://schemas.microsoft.com/office/drawing/2014/main" id="{D2C1F8BD-EEC2-40F9-82ED-F688338E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9930E65-2058-44CB-96B2-6C87A3C7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599">
            <a:extLst xmlns:a="http://schemas.openxmlformats.org/drawingml/2006/main">
              <a:ext uri="{FF2B5EF4-FFF2-40B4-BE49-F238E27FC236}">
                <a16:creationId xmlns:a16="http://schemas.microsoft.com/office/drawing/2014/main" id="{1B7C44B4-C45C-4461-91CC-E9AC4532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0ba9fb1d014f5b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70ae5622a364c42"/>
              </a:rPr>
              <a:t>Codex ↗</a:t>
            </a:r>
          </a:p>
        </p:txBody>
      </p:sp>
      <p:sp>
        <p:nvSpPr>
          <p:cNvPr id="10" name="shape-1666">
            <a:extLst xmlns:a="http://schemas.openxmlformats.org/drawingml/2006/main">
              <a:ext uri="{FF2B5EF4-FFF2-40B4-BE49-F238E27FC236}">
                <a16:creationId xmlns:a16="http://schemas.microsoft.com/office/drawing/2014/main" id="{B1185DBA-3C9F-4BFF-BAA9-E6DB2111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f31d34218474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67">
            <a:extLst xmlns:a="http://schemas.openxmlformats.org/drawingml/2006/main">
              <a:ext uri="{FF2B5EF4-FFF2-40B4-BE49-F238E27FC236}">
                <a16:creationId xmlns:a16="http://schemas.microsoft.com/office/drawing/2014/main" id="{B5E708DE-103C-42EC-A888-570411CDE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c8b76656414f4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68">
            <a:extLst xmlns:a="http://schemas.openxmlformats.org/drawingml/2006/main">
              <a:ext uri="{FF2B5EF4-FFF2-40B4-BE49-F238E27FC236}">
                <a16:creationId xmlns:a16="http://schemas.microsoft.com/office/drawing/2014/main" id="{A40BA314-EB47-4FBC-9DD7-2F2DF40A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0077640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326">
            <a:extLst xmlns:a="http://schemas.openxmlformats.org/drawingml/2006/main">
              <a:ext uri="{FF2B5EF4-FFF2-40B4-BE49-F238E27FC236}">
                <a16:creationId xmlns:a16="http://schemas.microsoft.com/office/drawing/2014/main" id="{5A3EDB80-5779-4A27-A737-48D248E5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74F971-92E3-4C8E-8845-3990DC03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3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28">
            <a:extLst xmlns:a="http://schemas.openxmlformats.org/drawingml/2006/main">
              <a:ext uri="{FF2B5EF4-FFF2-40B4-BE49-F238E27FC236}">
                <a16:creationId xmlns:a16="http://schemas.microsoft.com/office/drawing/2014/main" id="{BD5D5D31-33CD-4F3E-8758-34A33590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208073-8AF3-4250-B006-45163361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329">
            <a:extLst xmlns:a="http://schemas.openxmlformats.org/drawingml/2006/main">
              <a:ext uri="{FF2B5EF4-FFF2-40B4-BE49-F238E27FC236}">
                <a16:creationId xmlns:a16="http://schemas.microsoft.com/office/drawing/2014/main" id="{3A8B1FD1-2DCC-45B5-B071-AF52E479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330">
            <a:extLst xmlns:a="http://schemas.openxmlformats.org/drawingml/2006/main">
              <a:ext uri="{FF2B5EF4-FFF2-40B4-BE49-F238E27FC236}">
                <a16:creationId xmlns:a16="http://schemas.microsoft.com/office/drawing/2014/main" id="{C6E24551-B44E-470B-91FB-C3543A8E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331">
            <a:extLst xmlns:a="http://schemas.openxmlformats.org/drawingml/2006/main">
              <a:ext uri="{FF2B5EF4-FFF2-40B4-BE49-F238E27FC236}">
                <a16:creationId xmlns:a16="http://schemas.microsoft.com/office/drawing/2014/main" id="{FC9D007B-4A94-4B49-B6C8-3A2F7691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332">
            <a:extLst xmlns:a="http://schemas.openxmlformats.org/drawingml/2006/main">
              <a:ext uri="{FF2B5EF4-FFF2-40B4-BE49-F238E27FC236}">
                <a16:creationId xmlns:a16="http://schemas.microsoft.com/office/drawing/2014/main" id="{9E6F9D95-FB0A-403A-900F-3EA23326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333">
            <a:extLst xmlns:a="http://schemas.openxmlformats.org/drawingml/2006/main">
              <a:ext uri="{FF2B5EF4-FFF2-40B4-BE49-F238E27FC236}">
                <a16:creationId xmlns:a16="http://schemas.microsoft.com/office/drawing/2014/main" id="{7316644C-5AF8-4D85-8C57-C09B9156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334">
            <a:extLst xmlns:a="http://schemas.openxmlformats.org/drawingml/2006/main">
              <a:ext uri="{FF2B5EF4-FFF2-40B4-BE49-F238E27FC236}">
                <a16:creationId xmlns:a16="http://schemas.microsoft.com/office/drawing/2014/main" id="{01D4343A-D71C-4DDE-8BFD-19DD9CA2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335">
            <a:extLst xmlns:a="http://schemas.openxmlformats.org/drawingml/2006/main">
              <a:ext uri="{FF2B5EF4-FFF2-40B4-BE49-F238E27FC236}">
                <a16:creationId xmlns:a16="http://schemas.microsoft.com/office/drawing/2014/main" id="{E6D00879-F4B6-46F4-A274-4BA05877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336">
            <a:extLst xmlns:a="http://schemas.openxmlformats.org/drawingml/2006/main">
              <a:ext uri="{FF2B5EF4-FFF2-40B4-BE49-F238E27FC236}">
                <a16:creationId xmlns:a16="http://schemas.microsoft.com/office/drawing/2014/main" id="{A0A5F6DD-057C-4F5C-A395-6DA2DD8A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337">
            <a:extLst xmlns:a="http://schemas.openxmlformats.org/drawingml/2006/main">
              <a:ext uri="{FF2B5EF4-FFF2-40B4-BE49-F238E27FC236}">
                <a16:creationId xmlns:a16="http://schemas.microsoft.com/office/drawing/2014/main" id="{73C83EC4-42DB-4913-92E7-A84B8DF3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338">
            <a:extLst xmlns:a="http://schemas.openxmlformats.org/drawingml/2006/main">
              <a:ext uri="{FF2B5EF4-FFF2-40B4-BE49-F238E27FC236}">
                <a16:creationId xmlns:a16="http://schemas.microsoft.com/office/drawing/2014/main" id="{A26042F6-C49D-4552-BCFC-402467D0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339">
            <a:extLst xmlns:a="http://schemas.openxmlformats.org/drawingml/2006/main">
              <a:ext uri="{FF2B5EF4-FFF2-40B4-BE49-F238E27FC236}">
                <a16:creationId xmlns:a16="http://schemas.microsoft.com/office/drawing/2014/main" id="{CD104C8B-257A-4C1A-B2A8-9DFF42E2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340">
            <a:extLst xmlns:a="http://schemas.openxmlformats.org/drawingml/2006/main">
              <a:ext uri="{FF2B5EF4-FFF2-40B4-BE49-F238E27FC236}">
                <a16:creationId xmlns:a16="http://schemas.microsoft.com/office/drawing/2014/main" id="{5E07F258-525B-4DC0-925A-E744059A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341">
            <a:extLst xmlns:a="http://schemas.openxmlformats.org/drawingml/2006/main">
              <a:ext uri="{FF2B5EF4-FFF2-40B4-BE49-F238E27FC236}">
                <a16:creationId xmlns:a16="http://schemas.microsoft.com/office/drawing/2014/main" id="{C0D2C2A5-314E-4238-80B8-F7ED1ABE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600">
            <a:extLst xmlns:a="http://schemas.openxmlformats.org/drawingml/2006/main">
              <a:ext uri="{FF2B5EF4-FFF2-40B4-BE49-F238E27FC236}">
                <a16:creationId xmlns:a16="http://schemas.microsoft.com/office/drawing/2014/main" id="{3E8849AE-DB85-4AD9-B2F7-9FD6BAAD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ac34a9a37354f2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8bdc84427114846"/>
              </a:rPr>
              <a:t>Codex ↗</a:t>
            </a:r>
          </a:p>
        </p:txBody>
      </p:sp>
      <p:sp>
        <p:nvSpPr>
          <p:cNvPr id="24" name="shape-1669">
            <a:extLst xmlns:a="http://schemas.openxmlformats.org/drawingml/2006/main">
              <a:ext uri="{FF2B5EF4-FFF2-40B4-BE49-F238E27FC236}">
                <a16:creationId xmlns:a16="http://schemas.microsoft.com/office/drawing/2014/main" id="{BF10A2F4-A8C7-4667-9760-A84CC5B1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21065c818b4e9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670">
            <a:extLst xmlns:a="http://schemas.openxmlformats.org/drawingml/2006/main">
              <a:ext uri="{FF2B5EF4-FFF2-40B4-BE49-F238E27FC236}">
                <a16:creationId xmlns:a16="http://schemas.microsoft.com/office/drawing/2014/main" id="{E499B7A5-86BE-4D81-94C4-232ADBD1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509f0aae92437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671">
            <a:extLst xmlns:a="http://schemas.openxmlformats.org/drawingml/2006/main">
              <a:ext uri="{FF2B5EF4-FFF2-40B4-BE49-F238E27FC236}">
                <a16:creationId xmlns:a16="http://schemas.microsoft.com/office/drawing/2014/main" id="{518DF72F-4BD3-46F9-82F0-CEACB60B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3256247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342">
            <a:extLst xmlns:a="http://schemas.openxmlformats.org/drawingml/2006/main">
              <a:ext uri="{FF2B5EF4-FFF2-40B4-BE49-F238E27FC236}">
                <a16:creationId xmlns:a16="http://schemas.microsoft.com/office/drawing/2014/main" id="{D70E5ABF-AC8B-4E48-8C46-D6CE375B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2A1BCD-7EEA-4A4F-8A14-F877B47D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34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44">
            <a:extLst xmlns:a="http://schemas.openxmlformats.org/drawingml/2006/main">
              <a:ext uri="{FF2B5EF4-FFF2-40B4-BE49-F238E27FC236}">
                <a16:creationId xmlns:a16="http://schemas.microsoft.com/office/drawing/2014/main" id="{9C51B01C-14F7-4098-AF76-A47EE42A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F0AAA25-530E-4F09-A4B2-1F791395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345">
            <a:extLst xmlns:a="http://schemas.openxmlformats.org/drawingml/2006/main">
              <a:ext uri="{FF2B5EF4-FFF2-40B4-BE49-F238E27FC236}">
                <a16:creationId xmlns:a16="http://schemas.microsoft.com/office/drawing/2014/main" id="{32C7B607-9D44-4DFE-B9BA-E6705394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346">
            <a:extLst xmlns:a="http://schemas.openxmlformats.org/drawingml/2006/main">
              <a:ext uri="{FF2B5EF4-FFF2-40B4-BE49-F238E27FC236}">
                <a16:creationId xmlns:a16="http://schemas.microsoft.com/office/drawing/2014/main" id="{057D7572-097A-419A-89DD-C137AF28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47">
            <a:extLst xmlns:a="http://schemas.openxmlformats.org/drawingml/2006/main">
              <a:ext uri="{FF2B5EF4-FFF2-40B4-BE49-F238E27FC236}">
                <a16:creationId xmlns:a16="http://schemas.microsoft.com/office/drawing/2014/main" id="{0563EE9B-83EC-4D5D-8DC6-7CA15059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48">
            <a:extLst xmlns:a="http://schemas.openxmlformats.org/drawingml/2006/main">
              <a:ext uri="{FF2B5EF4-FFF2-40B4-BE49-F238E27FC236}">
                <a16:creationId xmlns:a16="http://schemas.microsoft.com/office/drawing/2014/main" id="{2586E233-BE7E-4BF1-B4E8-8EF013B0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349">
            <a:extLst xmlns:a="http://schemas.openxmlformats.org/drawingml/2006/main">
              <a:ext uri="{FF2B5EF4-FFF2-40B4-BE49-F238E27FC236}">
                <a16:creationId xmlns:a16="http://schemas.microsoft.com/office/drawing/2014/main" id="{26A10F9A-FE3B-4BFD-9892-773B1110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350">
            <a:extLst xmlns:a="http://schemas.openxmlformats.org/drawingml/2006/main">
              <a:ext uri="{FF2B5EF4-FFF2-40B4-BE49-F238E27FC236}">
                <a16:creationId xmlns:a16="http://schemas.microsoft.com/office/drawing/2014/main" id="{7E656007-0DA7-4580-A771-5A8AA977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51">
            <a:extLst xmlns:a="http://schemas.openxmlformats.org/drawingml/2006/main">
              <a:ext uri="{FF2B5EF4-FFF2-40B4-BE49-F238E27FC236}">
                <a16:creationId xmlns:a16="http://schemas.microsoft.com/office/drawing/2014/main" id="{6ACD4F6B-C693-4D35-BF6B-F7B71C26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352">
            <a:extLst xmlns:a="http://schemas.openxmlformats.org/drawingml/2006/main">
              <a:ext uri="{FF2B5EF4-FFF2-40B4-BE49-F238E27FC236}">
                <a16:creationId xmlns:a16="http://schemas.microsoft.com/office/drawing/2014/main" id="{C1B36ECE-C697-46F4-8326-2C511F77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53">
            <a:extLst xmlns:a="http://schemas.openxmlformats.org/drawingml/2006/main">
              <a:ext uri="{FF2B5EF4-FFF2-40B4-BE49-F238E27FC236}">
                <a16:creationId xmlns:a16="http://schemas.microsoft.com/office/drawing/2014/main" id="{E1356657-36E8-4D51-AACD-1D19D333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54">
            <a:extLst xmlns:a="http://schemas.openxmlformats.org/drawingml/2006/main">
              <a:ext uri="{FF2B5EF4-FFF2-40B4-BE49-F238E27FC236}">
                <a16:creationId xmlns:a16="http://schemas.microsoft.com/office/drawing/2014/main" id="{03FD4861-28FA-4569-BD48-4FDEC1AA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355">
            <a:extLst xmlns:a="http://schemas.openxmlformats.org/drawingml/2006/main">
              <a:ext uri="{FF2B5EF4-FFF2-40B4-BE49-F238E27FC236}">
                <a16:creationId xmlns:a16="http://schemas.microsoft.com/office/drawing/2014/main" id="{304C4BDD-71F8-4529-A1F1-A9A3310E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356">
            <a:extLst xmlns:a="http://schemas.openxmlformats.org/drawingml/2006/main">
              <a:ext uri="{FF2B5EF4-FFF2-40B4-BE49-F238E27FC236}">
                <a16:creationId xmlns:a16="http://schemas.microsoft.com/office/drawing/2014/main" id="{DC2D2E1F-02D2-4E56-9071-AD44EF04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57">
            <a:extLst xmlns:a="http://schemas.openxmlformats.org/drawingml/2006/main">
              <a:ext uri="{FF2B5EF4-FFF2-40B4-BE49-F238E27FC236}">
                <a16:creationId xmlns:a16="http://schemas.microsoft.com/office/drawing/2014/main" id="{57ACBB9D-5793-49CB-A478-F3A1FE82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358">
            <a:extLst xmlns:a="http://schemas.openxmlformats.org/drawingml/2006/main">
              <a:ext uri="{FF2B5EF4-FFF2-40B4-BE49-F238E27FC236}">
                <a16:creationId xmlns:a16="http://schemas.microsoft.com/office/drawing/2014/main" id="{5661CAB7-A343-4FBD-B4F3-32C482E7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59">
            <a:extLst xmlns:a="http://schemas.openxmlformats.org/drawingml/2006/main">
              <a:ext uri="{FF2B5EF4-FFF2-40B4-BE49-F238E27FC236}">
                <a16:creationId xmlns:a16="http://schemas.microsoft.com/office/drawing/2014/main" id="{15ACEE21-554A-405F-AFF6-9A4A4EF8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60">
            <a:extLst xmlns:a="http://schemas.openxmlformats.org/drawingml/2006/main">
              <a:ext uri="{FF2B5EF4-FFF2-40B4-BE49-F238E27FC236}">
                <a16:creationId xmlns:a16="http://schemas.microsoft.com/office/drawing/2014/main" id="{A977E608-1183-49D7-AA42-E86197F8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361">
            <a:extLst xmlns:a="http://schemas.openxmlformats.org/drawingml/2006/main">
              <a:ext uri="{FF2B5EF4-FFF2-40B4-BE49-F238E27FC236}">
                <a16:creationId xmlns:a16="http://schemas.microsoft.com/office/drawing/2014/main" id="{ECC815C4-BE3A-4A3F-AEA4-828A55B2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362">
            <a:extLst xmlns:a="http://schemas.openxmlformats.org/drawingml/2006/main">
              <a:ext uri="{FF2B5EF4-FFF2-40B4-BE49-F238E27FC236}">
                <a16:creationId xmlns:a16="http://schemas.microsoft.com/office/drawing/2014/main" id="{8938C2DA-C8A5-44DE-8224-F0B52A38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63">
            <a:extLst xmlns:a="http://schemas.openxmlformats.org/drawingml/2006/main">
              <a:ext uri="{FF2B5EF4-FFF2-40B4-BE49-F238E27FC236}">
                <a16:creationId xmlns:a16="http://schemas.microsoft.com/office/drawing/2014/main" id="{3C44FE65-B479-4897-BA2F-5BAE80FB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364">
            <a:extLst xmlns:a="http://schemas.openxmlformats.org/drawingml/2006/main">
              <a:ext uri="{FF2B5EF4-FFF2-40B4-BE49-F238E27FC236}">
                <a16:creationId xmlns:a16="http://schemas.microsoft.com/office/drawing/2014/main" id="{108F1ED8-EEE8-4F19-A7DF-762E17C8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65">
            <a:extLst xmlns:a="http://schemas.openxmlformats.org/drawingml/2006/main">
              <a:ext uri="{FF2B5EF4-FFF2-40B4-BE49-F238E27FC236}">
                <a16:creationId xmlns:a16="http://schemas.microsoft.com/office/drawing/2014/main" id="{278685A7-8ED2-44E8-BC2D-5DD86A62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66">
            <a:extLst xmlns:a="http://schemas.openxmlformats.org/drawingml/2006/main">
              <a:ext uri="{FF2B5EF4-FFF2-40B4-BE49-F238E27FC236}">
                <a16:creationId xmlns:a16="http://schemas.microsoft.com/office/drawing/2014/main" id="{B78DA244-4175-4892-940D-A0A9C411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367">
            <a:extLst xmlns:a="http://schemas.openxmlformats.org/drawingml/2006/main">
              <a:ext uri="{FF2B5EF4-FFF2-40B4-BE49-F238E27FC236}">
                <a16:creationId xmlns:a16="http://schemas.microsoft.com/office/drawing/2014/main" id="{ED51BB3E-122A-432A-A6B4-3099C669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368">
            <a:extLst xmlns:a="http://schemas.openxmlformats.org/drawingml/2006/main">
              <a:ext uri="{FF2B5EF4-FFF2-40B4-BE49-F238E27FC236}">
                <a16:creationId xmlns:a16="http://schemas.microsoft.com/office/drawing/2014/main" id="{C9688B12-6DA3-4C07-9FF3-1A50F0B3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369">
            <a:extLst xmlns:a="http://schemas.openxmlformats.org/drawingml/2006/main">
              <a:ext uri="{FF2B5EF4-FFF2-40B4-BE49-F238E27FC236}">
                <a16:creationId xmlns:a16="http://schemas.microsoft.com/office/drawing/2014/main" id="{B6008E60-03B1-45B6-928F-0B834E8D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370">
            <a:extLst xmlns:a="http://schemas.openxmlformats.org/drawingml/2006/main">
              <a:ext uri="{FF2B5EF4-FFF2-40B4-BE49-F238E27FC236}">
                <a16:creationId xmlns:a16="http://schemas.microsoft.com/office/drawing/2014/main" id="{62D8668E-5D4C-4D83-8B59-81F0CB39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371">
            <a:extLst xmlns:a="http://schemas.openxmlformats.org/drawingml/2006/main">
              <a:ext uri="{FF2B5EF4-FFF2-40B4-BE49-F238E27FC236}">
                <a16:creationId xmlns:a16="http://schemas.microsoft.com/office/drawing/2014/main" id="{6DDA01E0-7F9D-4778-9E9D-B9125269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372">
            <a:extLst xmlns:a="http://schemas.openxmlformats.org/drawingml/2006/main">
              <a:ext uri="{FF2B5EF4-FFF2-40B4-BE49-F238E27FC236}">
                <a16:creationId xmlns:a16="http://schemas.microsoft.com/office/drawing/2014/main" id="{40A0258F-4244-4841-A9C8-D7F09B55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373">
            <a:extLst xmlns:a="http://schemas.openxmlformats.org/drawingml/2006/main">
              <a:ext uri="{FF2B5EF4-FFF2-40B4-BE49-F238E27FC236}">
                <a16:creationId xmlns:a16="http://schemas.microsoft.com/office/drawing/2014/main" id="{95DA5F00-BD21-432C-B6D5-A7F0AFE7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374">
            <a:extLst xmlns:a="http://schemas.openxmlformats.org/drawingml/2006/main">
              <a:ext uri="{FF2B5EF4-FFF2-40B4-BE49-F238E27FC236}">
                <a16:creationId xmlns:a16="http://schemas.microsoft.com/office/drawing/2014/main" id="{7E8CA10F-AB66-4828-9D42-FFDDE69B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375">
            <a:extLst xmlns:a="http://schemas.openxmlformats.org/drawingml/2006/main">
              <a:ext uri="{FF2B5EF4-FFF2-40B4-BE49-F238E27FC236}">
                <a16:creationId xmlns:a16="http://schemas.microsoft.com/office/drawing/2014/main" id="{9BB9DF74-D8D5-452B-AEF5-1A7723D1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7" name="shape-1376">
            <a:extLst xmlns:a="http://schemas.openxmlformats.org/drawingml/2006/main">
              <a:ext uri="{FF2B5EF4-FFF2-40B4-BE49-F238E27FC236}">
                <a16:creationId xmlns:a16="http://schemas.microsoft.com/office/drawing/2014/main" id="{410B2049-09C0-4457-8EDE-9232B1A0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377">
            <a:extLst xmlns:a="http://schemas.openxmlformats.org/drawingml/2006/main">
              <a:ext uri="{FF2B5EF4-FFF2-40B4-BE49-F238E27FC236}">
                <a16:creationId xmlns:a16="http://schemas.microsoft.com/office/drawing/2014/main" id="{03EE02DC-C3B9-4AAC-9783-F920E839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378">
            <a:extLst xmlns:a="http://schemas.openxmlformats.org/drawingml/2006/main">
              <a:ext uri="{FF2B5EF4-FFF2-40B4-BE49-F238E27FC236}">
                <a16:creationId xmlns:a16="http://schemas.microsoft.com/office/drawing/2014/main" id="{2DDDC91A-2D1E-464B-A167-A1D3E0CE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379">
            <a:extLst xmlns:a="http://schemas.openxmlformats.org/drawingml/2006/main">
              <a:ext uri="{FF2B5EF4-FFF2-40B4-BE49-F238E27FC236}">
                <a16:creationId xmlns:a16="http://schemas.microsoft.com/office/drawing/2014/main" id="{49CE4379-8E58-44B8-8F7E-BDF1E2C8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380">
            <a:extLst xmlns:a="http://schemas.openxmlformats.org/drawingml/2006/main">
              <a:ext uri="{FF2B5EF4-FFF2-40B4-BE49-F238E27FC236}">
                <a16:creationId xmlns:a16="http://schemas.microsoft.com/office/drawing/2014/main" id="{F4A3313D-BC63-4F4A-BDDF-97492F23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381">
            <a:extLst xmlns:a="http://schemas.openxmlformats.org/drawingml/2006/main">
              <a:ext uri="{FF2B5EF4-FFF2-40B4-BE49-F238E27FC236}">
                <a16:creationId xmlns:a16="http://schemas.microsoft.com/office/drawing/2014/main" id="{BA40217B-B7FB-4B26-9C72-AE2BB19D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43" name="shape-1382">
            <a:extLst xmlns:a="http://schemas.openxmlformats.org/drawingml/2006/main">
              <a:ext uri="{FF2B5EF4-FFF2-40B4-BE49-F238E27FC236}">
                <a16:creationId xmlns:a16="http://schemas.microsoft.com/office/drawing/2014/main" id="{CA02272E-AD1B-4D67-AECF-219A9812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383">
            <a:extLst xmlns:a="http://schemas.openxmlformats.org/drawingml/2006/main">
              <a:ext uri="{FF2B5EF4-FFF2-40B4-BE49-F238E27FC236}">
                <a16:creationId xmlns:a16="http://schemas.microsoft.com/office/drawing/2014/main" id="{645827C4-F79D-4A68-B65C-8C6D5A67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384">
            <a:extLst xmlns:a="http://schemas.openxmlformats.org/drawingml/2006/main">
              <a:ext uri="{FF2B5EF4-FFF2-40B4-BE49-F238E27FC236}">
                <a16:creationId xmlns:a16="http://schemas.microsoft.com/office/drawing/2014/main" id="{2F65D295-FE12-4577-99C5-D2CEF061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385">
            <a:extLst xmlns:a="http://schemas.openxmlformats.org/drawingml/2006/main">
              <a:ext uri="{FF2B5EF4-FFF2-40B4-BE49-F238E27FC236}">
                <a16:creationId xmlns:a16="http://schemas.microsoft.com/office/drawing/2014/main" id="{2A1A6CE1-A54E-4DB2-98EB-BAD001EE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386">
            <a:extLst xmlns:a="http://schemas.openxmlformats.org/drawingml/2006/main">
              <a:ext uri="{FF2B5EF4-FFF2-40B4-BE49-F238E27FC236}">
                <a16:creationId xmlns:a16="http://schemas.microsoft.com/office/drawing/2014/main" id="{4DC95756-FBB7-4CED-99FE-C542649A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601">
            <a:extLst xmlns:a="http://schemas.openxmlformats.org/drawingml/2006/main">
              <a:ext uri="{FF2B5EF4-FFF2-40B4-BE49-F238E27FC236}">
                <a16:creationId xmlns:a16="http://schemas.microsoft.com/office/drawing/2014/main" id="{CDA9D13F-9846-4E89-9BB7-AC7DCBEE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55a8212c70a45fd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57d58f858443e8"/>
              </a:rPr>
              <a:t>Codex ↗</a:t>
            </a:r>
          </a:p>
        </p:txBody>
      </p:sp>
      <p:sp>
        <p:nvSpPr>
          <p:cNvPr id="49" name="shape-1672">
            <a:extLst xmlns:a="http://schemas.openxmlformats.org/drawingml/2006/main">
              <a:ext uri="{FF2B5EF4-FFF2-40B4-BE49-F238E27FC236}">
                <a16:creationId xmlns:a16="http://schemas.microsoft.com/office/drawing/2014/main" id="{F5BE7BC6-8A6E-4887-BE11-0CCB76D5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d5a1f8a634bf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1673">
            <a:extLst xmlns:a="http://schemas.openxmlformats.org/drawingml/2006/main">
              <a:ext uri="{FF2B5EF4-FFF2-40B4-BE49-F238E27FC236}">
                <a16:creationId xmlns:a16="http://schemas.microsoft.com/office/drawing/2014/main" id="{85ABB0B0-0669-48D2-A930-43315D49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635289368a47c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1674">
            <a:extLst xmlns:a="http://schemas.openxmlformats.org/drawingml/2006/main">
              <a:ext uri="{FF2B5EF4-FFF2-40B4-BE49-F238E27FC236}">
                <a16:creationId xmlns:a16="http://schemas.microsoft.com/office/drawing/2014/main" id="{ADD77BB9-A4E3-4DE0-9110-5E54A206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8014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87">
            <a:extLst xmlns:a="http://schemas.openxmlformats.org/drawingml/2006/main">
              <a:ext uri="{FF2B5EF4-FFF2-40B4-BE49-F238E27FC236}">
                <a16:creationId xmlns:a16="http://schemas.microsoft.com/office/drawing/2014/main" id="{E0A4E3E8-439F-4604-BBDD-E9B11867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4415DA-B6F4-40D0-A064-C9780B55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3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89">
            <a:extLst xmlns:a="http://schemas.openxmlformats.org/drawingml/2006/main">
              <a:ext uri="{FF2B5EF4-FFF2-40B4-BE49-F238E27FC236}">
                <a16:creationId xmlns:a16="http://schemas.microsoft.com/office/drawing/2014/main" id="{8878CDE7-6660-42DA-BB26-C6A17099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C9CE4D-1DFE-4320-B518-CA74F0C8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390">
            <a:extLst xmlns:a="http://schemas.openxmlformats.org/drawingml/2006/main">
              <a:ext uri="{FF2B5EF4-FFF2-40B4-BE49-F238E27FC236}">
                <a16:creationId xmlns:a16="http://schemas.microsoft.com/office/drawing/2014/main" id="{F5E8756C-117D-48C6-80DB-D919AB40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91">
            <a:extLst xmlns:a="http://schemas.openxmlformats.org/drawingml/2006/main">
              <a:ext uri="{FF2B5EF4-FFF2-40B4-BE49-F238E27FC236}">
                <a16:creationId xmlns:a16="http://schemas.microsoft.com/office/drawing/2014/main" id="{E4F697E6-2C9B-4B0F-9B8B-21329CC3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392">
            <a:extLst xmlns:a="http://schemas.openxmlformats.org/drawingml/2006/main">
              <a:ext uri="{FF2B5EF4-FFF2-40B4-BE49-F238E27FC236}">
                <a16:creationId xmlns:a16="http://schemas.microsoft.com/office/drawing/2014/main" id="{6C016008-90FE-4C2E-8634-B8076A9B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393">
            <a:extLst xmlns:a="http://schemas.openxmlformats.org/drawingml/2006/main">
              <a:ext uri="{FF2B5EF4-FFF2-40B4-BE49-F238E27FC236}">
                <a16:creationId xmlns:a16="http://schemas.microsoft.com/office/drawing/2014/main" id="{DD985723-440D-4EFB-9562-F6EE766E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394">
            <a:extLst xmlns:a="http://schemas.openxmlformats.org/drawingml/2006/main">
              <a:ext uri="{FF2B5EF4-FFF2-40B4-BE49-F238E27FC236}">
                <a16:creationId xmlns:a16="http://schemas.microsoft.com/office/drawing/2014/main" id="{9BF0D138-56E1-4A13-8507-D62F995C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95">
            <a:extLst xmlns:a="http://schemas.openxmlformats.org/drawingml/2006/main">
              <a:ext uri="{FF2B5EF4-FFF2-40B4-BE49-F238E27FC236}">
                <a16:creationId xmlns:a16="http://schemas.microsoft.com/office/drawing/2014/main" id="{F91AB098-6440-496D-A4F4-3A598E0F7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396">
            <a:extLst xmlns:a="http://schemas.openxmlformats.org/drawingml/2006/main">
              <a:ext uri="{FF2B5EF4-FFF2-40B4-BE49-F238E27FC236}">
                <a16:creationId xmlns:a16="http://schemas.microsoft.com/office/drawing/2014/main" id="{786A97AF-8CB8-4EA9-9692-CE193864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397">
            <a:extLst xmlns:a="http://schemas.openxmlformats.org/drawingml/2006/main">
              <a:ext uri="{FF2B5EF4-FFF2-40B4-BE49-F238E27FC236}">
                <a16:creationId xmlns:a16="http://schemas.microsoft.com/office/drawing/2014/main" id="{3FBFFDE1-3E87-462E-B815-1157A264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398">
            <a:extLst xmlns:a="http://schemas.openxmlformats.org/drawingml/2006/main">
              <a:ext uri="{FF2B5EF4-FFF2-40B4-BE49-F238E27FC236}">
                <a16:creationId xmlns:a16="http://schemas.microsoft.com/office/drawing/2014/main" id="{9E79E3B0-FBF6-4AEC-BBD0-9C116EAA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99">
            <a:extLst xmlns:a="http://schemas.openxmlformats.org/drawingml/2006/main">
              <a:ext uri="{FF2B5EF4-FFF2-40B4-BE49-F238E27FC236}">
                <a16:creationId xmlns:a16="http://schemas.microsoft.com/office/drawing/2014/main" id="{DA13679D-449D-43A1-9036-372A9C9C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400">
            <a:extLst xmlns:a="http://schemas.openxmlformats.org/drawingml/2006/main">
              <a:ext uri="{FF2B5EF4-FFF2-40B4-BE49-F238E27FC236}">
                <a16:creationId xmlns:a16="http://schemas.microsoft.com/office/drawing/2014/main" id="{889B86E2-7343-414F-9AB9-33F71EB4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401">
            <a:extLst xmlns:a="http://schemas.openxmlformats.org/drawingml/2006/main">
              <a:ext uri="{FF2B5EF4-FFF2-40B4-BE49-F238E27FC236}">
                <a16:creationId xmlns:a16="http://schemas.microsoft.com/office/drawing/2014/main" id="{BB16155C-D3FB-4AB1-AE3B-33403D2F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402">
            <a:extLst xmlns:a="http://schemas.openxmlformats.org/drawingml/2006/main">
              <a:ext uri="{FF2B5EF4-FFF2-40B4-BE49-F238E27FC236}">
                <a16:creationId xmlns:a16="http://schemas.microsoft.com/office/drawing/2014/main" id="{EC1D5B96-51D3-4670-A11A-22C155F5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03">
            <a:extLst xmlns:a="http://schemas.openxmlformats.org/drawingml/2006/main">
              <a:ext uri="{FF2B5EF4-FFF2-40B4-BE49-F238E27FC236}">
                <a16:creationId xmlns:a16="http://schemas.microsoft.com/office/drawing/2014/main" id="{B316AE17-3796-4679-9446-769C6D20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404">
            <a:extLst xmlns:a="http://schemas.openxmlformats.org/drawingml/2006/main">
              <a:ext uri="{FF2B5EF4-FFF2-40B4-BE49-F238E27FC236}">
                <a16:creationId xmlns:a16="http://schemas.microsoft.com/office/drawing/2014/main" id="{F50F0196-765E-4B11-8A85-C960B675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405">
            <a:extLst xmlns:a="http://schemas.openxmlformats.org/drawingml/2006/main">
              <a:ext uri="{FF2B5EF4-FFF2-40B4-BE49-F238E27FC236}">
                <a16:creationId xmlns:a16="http://schemas.microsoft.com/office/drawing/2014/main" id="{611AD278-C1A8-4A02-AD03-CD9CC806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602">
            <a:extLst xmlns:a="http://schemas.openxmlformats.org/drawingml/2006/main">
              <a:ext uri="{FF2B5EF4-FFF2-40B4-BE49-F238E27FC236}">
                <a16:creationId xmlns:a16="http://schemas.microsoft.com/office/drawing/2014/main" id="{8B8CD725-A84A-4FD6-8D2F-81004807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e39896480be4638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7336a08e830464a"/>
              </a:rPr>
              <a:t>Codex ↗</a:t>
            </a:r>
          </a:p>
        </p:txBody>
      </p:sp>
      <p:sp>
        <p:nvSpPr>
          <p:cNvPr id="23" name="shape-1675">
            <a:extLst xmlns:a="http://schemas.openxmlformats.org/drawingml/2006/main">
              <a:ext uri="{FF2B5EF4-FFF2-40B4-BE49-F238E27FC236}">
                <a16:creationId xmlns:a16="http://schemas.microsoft.com/office/drawing/2014/main" id="{40834267-FEFE-4226-ABF1-44AFC6C4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ec27b89bc4b3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76">
            <a:extLst xmlns:a="http://schemas.openxmlformats.org/drawingml/2006/main">
              <a:ext uri="{FF2B5EF4-FFF2-40B4-BE49-F238E27FC236}">
                <a16:creationId xmlns:a16="http://schemas.microsoft.com/office/drawing/2014/main" id="{5FE7E934-9191-4F9C-8C2B-5160147B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6498354b6e43c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77">
            <a:extLst xmlns:a="http://schemas.openxmlformats.org/drawingml/2006/main">
              <a:ext uri="{FF2B5EF4-FFF2-40B4-BE49-F238E27FC236}">
                <a16:creationId xmlns:a16="http://schemas.microsoft.com/office/drawing/2014/main" id="{2D5F3DF5-30EE-41B6-8013-EBFC1BA3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56829315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06">
            <a:extLst xmlns:a="http://schemas.openxmlformats.org/drawingml/2006/main">
              <a:ext uri="{FF2B5EF4-FFF2-40B4-BE49-F238E27FC236}">
                <a16:creationId xmlns:a16="http://schemas.microsoft.com/office/drawing/2014/main" id="{4C4F1D0F-79C0-4F78-A356-3AA376B7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91B478-763F-4CF3-8945-F518FB5E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4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08">
            <a:extLst xmlns:a="http://schemas.openxmlformats.org/drawingml/2006/main">
              <a:ext uri="{FF2B5EF4-FFF2-40B4-BE49-F238E27FC236}">
                <a16:creationId xmlns:a16="http://schemas.microsoft.com/office/drawing/2014/main" id="{98B8DC7C-A4C0-4087-8083-D24B02CA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44E4251-32E8-47AD-9A95-55018C9F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409">
            <a:extLst xmlns:a="http://schemas.openxmlformats.org/drawingml/2006/main">
              <a:ext uri="{FF2B5EF4-FFF2-40B4-BE49-F238E27FC236}">
                <a16:creationId xmlns:a16="http://schemas.microsoft.com/office/drawing/2014/main" id="{9F0AB3BB-529B-436F-9E3A-868A9B47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10">
            <a:extLst xmlns:a="http://schemas.openxmlformats.org/drawingml/2006/main">
              <a:ext uri="{FF2B5EF4-FFF2-40B4-BE49-F238E27FC236}">
                <a16:creationId xmlns:a16="http://schemas.microsoft.com/office/drawing/2014/main" id="{E7E2EDF8-421A-4D57-B846-0C205FAA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11">
            <a:extLst xmlns:a="http://schemas.openxmlformats.org/drawingml/2006/main">
              <a:ext uri="{FF2B5EF4-FFF2-40B4-BE49-F238E27FC236}">
                <a16:creationId xmlns:a16="http://schemas.microsoft.com/office/drawing/2014/main" id="{18AB6BC5-C9E0-48EC-A858-DC7D9836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412">
            <a:extLst xmlns:a="http://schemas.openxmlformats.org/drawingml/2006/main">
              <a:ext uri="{FF2B5EF4-FFF2-40B4-BE49-F238E27FC236}">
                <a16:creationId xmlns:a16="http://schemas.microsoft.com/office/drawing/2014/main" id="{51B75A59-BAB5-4E39-B7F3-01A66AE8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413">
            <a:extLst xmlns:a="http://schemas.openxmlformats.org/drawingml/2006/main">
              <a:ext uri="{FF2B5EF4-FFF2-40B4-BE49-F238E27FC236}">
                <a16:creationId xmlns:a16="http://schemas.microsoft.com/office/drawing/2014/main" id="{35A49540-8B4D-438A-A71E-8DBB4DF7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14">
            <a:extLst xmlns:a="http://schemas.openxmlformats.org/drawingml/2006/main">
              <a:ext uri="{FF2B5EF4-FFF2-40B4-BE49-F238E27FC236}">
                <a16:creationId xmlns:a16="http://schemas.microsoft.com/office/drawing/2014/main" id="{C0F97DCA-DB1C-4109-913B-F7851A94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15">
            <a:extLst xmlns:a="http://schemas.openxmlformats.org/drawingml/2006/main">
              <a:ext uri="{FF2B5EF4-FFF2-40B4-BE49-F238E27FC236}">
                <a16:creationId xmlns:a16="http://schemas.microsoft.com/office/drawing/2014/main" id="{1A04133C-2D69-4D27-A951-2EB3BAA1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416">
            <a:extLst xmlns:a="http://schemas.openxmlformats.org/drawingml/2006/main">
              <a:ext uri="{FF2B5EF4-FFF2-40B4-BE49-F238E27FC236}">
                <a16:creationId xmlns:a16="http://schemas.microsoft.com/office/drawing/2014/main" id="{7A7F5FDC-D761-47A0-A3F0-16D4AD75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417">
            <a:extLst xmlns:a="http://schemas.openxmlformats.org/drawingml/2006/main">
              <a:ext uri="{FF2B5EF4-FFF2-40B4-BE49-F238E27FC236}">
                <a16:creationId xmlns:a16="http://schemas.microsoft.com/office/drawing/2014/main" id="{FF049650-1FBC-431E-A0A8-DA9C9C39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18">
            <a:extLst xmlns:a="http://schemas.openxmlformats.org/drawingml/2006/main">
              <a:ext uri="{FF2B5EF4-FFF2-40B4-BE49-F238E27FC236}">
                <a16:creationId xmlns:a16="http://schemas.microsoft.com/office/drawing/2014/main" id="{86D633C6-9342-49B4-9ADC-713CBF74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19">
            <a:extLst xmlns:a="http://schemas.openxmlformats.org/drawingml/2006/main">
              <a:ext uri="{FF2B5EF4-FFF2-40B4-BE49-F238E27FC236}">
                <a16:creationId xmlns:a16="http://schemas.microsoft.com/office/drawing/2014/main" id="{9C2CD358-8605-42C5-843E-1C30337E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420">
            <a:extLst xmlns:a="http://schemas.openxmlformats.org/drawingml/2006/main">
              <a:ext uri="{FF2B5EF4-FFF2-40B4-BE49-F238E27FC236}">
                <a16:creationId xmlns:a16="http://schemas.microsoft.com/office/drawing/2014/main" id="{E650DCBF-7ABD-41DE-B002-87750743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421">
            <a:extLst xmlns:a="http://schemas.openxmlformats.org/drawingml/2006/main">
              <a:ext uri="{FF2B5EF4-FFF2-40B4-BE49-F238E27FC236}">
                <a16:creationId xmlns:a16="http://schemas.microsoft.com/office/drawing/2014/main" id="{4F0CD290-E769-444F-9361-BCE765B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22">
            <a:extLst xmlns:a="http://schemas.openxmlformats.org/drawingml/2006/main">
              <a:ext uri="{FF2B5EF4-FFF2-40B4-BE49-F238E27FC236}">
                <a16:creationId xmlns:a16="http://schemas.microsoft.com/office/drawing/2014/main" id="{0D380E5E-5CAD-4396-8CB3-B7BCB7F4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23">
            <a:extLst xmlns:a="http://schemas.openxmlformats.org/drawingml/2006/main">
              <a:ext uri="{FF2B5EF4-FFF2-40B4-BE49-F238E27FC236}">
                <a16:creationId xmlns:a16="http://schemas.microsoft.com/office/drawing/2014/main" id="{5C9B9248-1139-43F1-9374-27E5FAE8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424">
            <a:extLst xmlns:a="http://schemas.openxmlformats.org/drawingml/2006/main">
              <a:ext uri="{FF2B5EF4-FFF2-40B4-BE49-F238E27FC236}">
                <a16:creationId xmlns:a16="http://schemas.microsoft.com/office/drawing/2014/main" id="{D5067537-3CDC-435B-8352-ACFC4120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425">
            <a:extLst xmlns:a="http://schemas.openxmlformats.org/drawingml/2006/main">
              <a:ext uri="{FF2B5EF4-FFF2-40B4-BE49-F238E27FC236}">
                <a16:creationId xmlns:a16="http://schemas.microsoft.com/office/drawing/2014/main" id="{77854392-0D8D-45DD-8687-6AF8890C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426">
            <a:extLst xmlns:a="http://schemas.openxmlformats.org/drawingml/2006/main">
              <a:ext uri="{FF2B5EF4-FFF2-40B4-BE49-F238E27FC236}">
                <a16:creationId xmlns:a16="http://schemas.microsoft.com/office/drawing/2014/main" id="{02222649-E491-4621-9C39-B498AAF2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427">
            <a:extLst xmlns:a="http://schemas.openxmlformats.org/drawingml/2006/main">
              <a:ext uri="{FF2B5EF4-FFF2-40B4-BE49-F238E27FC236}">
                <a16:creationId xmlns:a16="http://schemas.microsoft.com/office/drawing/2014/main" id="{F012EA37-CB8E-48B9-8CAF-4F4B035B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428">
            <a:extLst xmlns:a="http://schemas.openxmlformats.org/drawingml/2006/main">
              <a:ext uri="{FF2B5EF4-FFF2-40B4-BE49-F238E27FC236}">
                <a16:creationId xmlns:a16="http://schemas.microsoft.com/office/drawing/2014/main" id="{26719DA7-ECDA-4EB7-B7BE-649AD519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429">
            <a:extLst xmlns:a="http://schemas.openxmlformats.org/drawingml/2006/main">
              <a:ext uri="{FF2B5EF4-FFF2-40B4-BE49-F238E27FC236}">
                <a16:creationId xmlns:a16="http://schemas.microsoft.com/office/drawing/2014/main" id="{4C58909E-29E1-46D0-8318-C1A17DFE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603">
            <a:extLst xmlns:a="http://schemas.openxmlformats.org/drawingml/2006/main">
              <a:ext uri="{FF2B5EF4-FFF2-40B4-BE49-F238E27FC236}">
                <a16:creationId xmlns:a16="http://schemas.microsoft.com/office/drawing/2014/main" id="{2FA5AAB5-5B12-4D8F-82A6-D9D894A3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398efbd89164d0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a50c89599574aaf"/>
              </a:rPr>
              <a:t>Codex ↗</a:t>
            </a:r>
          </a:p>
        </p:txBody>
      </p:sp>
      <p:sp>
        <p:nvSpPr>
          <p:cNvPr id="31" name="shape-1678">
            <a:extLst xmlns:a="http://schemas.openxmlformats.org/drawingml/2006/main">
              <a:ext uri="{FF2B5EF4-FFF2-40B4-BE49-F238E27FC236}">
                <a16:creationId xmlns:a16="http://schemas.microsoft.com/office/drawing/2014/main" id="{A414E791-B3E1-403E-80B3-1AD05053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81b6b070a546f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79">
            <a:extLst xmlns:a="http://schemas.openxmlformats.org/drawingml/2006/main">
              <a:ext uri="{FF2B5EF4-FFF2-40B4-BE49-F238E27FC236}">
                <a16:creationId xmlns:a16="http://schemas.microsoft.com/office/drawing/2014/main" id="{4AB13C7B-E73E-4B0C-A76E-40205E2C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d340d1eea245c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80">
            <a:extLst xmlns:a="http://schemas.openxmlformats.org/drawingml/2006/main">
              <a:ext uri="{FF2B5EF4-FFF2-40B4-BE49-F238E27FC236}">
                <a16:creationId xmlns:a16="http://schemas.microsoft.com/office/drawing/2014/main" id="{4EBC71BF-299F-429A-BB2F-C67428B1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5519362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30">
            <a:extLst xmlns:a="http://schemas.openxmlformats.org/drawingml/2006/main">
              <a:ext uri="{FF2B5EF4-FFF2-40B4-BE49-F238E27FC236}">
                <a16:creationId xmlns:a16="http://schemas.microsoft.com/office/drawing/2014/main" id="{6B07F592-D411-4ACE-BCA6-760CF841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9FE7E9-FDB8-4EA2-B23F-26754F60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4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32">
            <a:extLst xmlns:a="http://schemas.openxmlformats.org/drawingml/2006/main">
              <a:ext uri="{FF2B5EF4-FFF2-40B4-BE49-F238E27FC236}">
                <a16:creationId xmlns:a16="http://schemas.microsoft.com/office/drawing/2014/main" id="{EC5FD691-8AFD-45D8-A0D9-94AD227A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8C4AC1-85F6-4ADA-8394-1AEF402C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433">
            <a:extLst xmlns:a="http://schemas.openxmlformats.org/drawingml/2006/main">
              <a:ext uri="{FF2B5EF4-FFF2-40B4-BE49-F238E27FC236}">
                <a16:creationId xmlns:a16="http://schemas.microsoft.com/office/drawing/2014/main" id="{406E94EB-BE9A-4694-8419-99A932BE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34">
            <a:extLst xmlns:a="http://schemas.openxmlformats.org/drawingml/2006/main">
              <a:ext uri="{FF2B5EF4-FFF2-40B4-BE49-F238E27FC236}">
                <a16:creationId xmlns:a16="http://schemas.microsoft.com/office/drawing/2014/main" id="{AEBD5719-54C2-47B6-9BC6-27D04CF9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35">
            <a:extLst xmlns:a="http://schemas.openxmlformats.org/drawingml/2006/main">
              <a:ext uri="{FF2B5EF4-FFF2-40B4-BE49-F238E27FC236}">
                <a16:creationId xmlns:a16="http://schemas.microsoft.com/office/drawing/2014/main" id="{AF5C77E5-D13D-447F-AF78-61196CC2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36">
            <a:extLst xmlns:a="http://schemas.openxmlformats.org/drawingml/2006/main">
              <a:ext uri="{FF2B5EF4-FFF2-40B4-BE49-F238E27FC236}">
                <a16:creationId xmlns:a16="http://schemas.microsoft.com/office/drawing/2014/main" id="{AB806BE3-DBCE-42C3-8EA2-3C484BE1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437">
            <a:extLst xmlns:a="http://schemas.openxmlformats.org/drawingml/2006/main">
              <a:ext uri="{FF2B5EF4-FFF2-40B4-BE49-F238E27FC236}">
                <a16:creationId xmlns:a16="http://schemas.microsoft.com/office/drawing/2014/main" id="{5F8E735E-2319-4FDE-8BE9-18A44CAE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38">
            <a:extLst xmlns:a="http://schemas.openxmlformats.org/drawingml/2006/main">
              <a:ext uri="{FF2B5EF4-FFF2-40B4-BE49-F238E27FC236}">
                <a16:creationId xmlns:a16="http://schemas.microsoft.com/office/drawing/2014/main" id="{556B31ED-4888-4C09-8C2D-290F11E9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439">
            <a:extLst xmlns:a="http://schemas.openxmlformats.org/drawingml/2006/main">
              <a:ext uri="{FF2B5EF4-FFF2-40B4-BE49-F238E27FC236}">
                <a16:creationId xmlns:a16="http://schemas.microsoft.com/office/drawing/2014/main" id="{6C527073-625C-45E9-B092-061AACEF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40">
            <a:extLst xmlns:a="http://schemas.openxmlformats.org/drawingml/2006/main">
              <a:ext uri="{FF2B5EF4-FFF2-40B4-BE49-F238E27FC236}">
                <a16:creationId xmlns:a16="http://schemas.microsoft.com/office/drawing/2014/main" id="{C519AA21-0FEA-4A36-A60B-D12336485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441">
            <a:extLst xmlns:a="http://schemas.openxmlformats.org/drawingml/2006/main">
              <a:ext uri="{FF2B5EF4-FFF2-40B4-BE49-F238E27FC236}">
                <a16:creationId xmlns:a16="http://schemas.microsoft.com/office/drawing/2014/main" id="{FA894379-C25E-409A-BA2C-4545C434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42">
            <a:extLst xmlns:a="http://schemas.openxmlformats.org/drawingml/2006/main">
              <a:ext uri="{FF2B5EF4-FFF2-40B4-BE49-F238E27FC236}">
                <a16:creationId xmlns:a16="http://schemas.microsoft.com/office/drawing/2014/main" id="{1E8902EF-9783-44FB-804D-B80DA4C5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443">
            <a:extLst xmlns:a="http://schemas.openxmlformats.org/drawingml/2006/main">
              <a:ext uri="{FF2B5EF4-FFF2-40B4-BE49-F238E27FC236}">
                <a16:creationId xmlns:a16="http://schemas.microsoft.com/office/drawing/2014/main" id="{E3FEB22A-EB21-4657-947D-D6106DE7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444">
            <a:extLst xmlns:a="http://schemas.openxmlformats.org/drawingml/2006/main">
              <a:ext uri="{FF2B5EF4-FFF2-40B4-BE49-F238E27FC236}">
                <a16:creationId xmlns:a16="http://schemas.microsoft.com/office/drawing/2014/main" id="{0EB33ADE-26EA-4E10-99E6-38935646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45">
            <a:extLst xmlns:a="http://schemas.openxmlformats.org/drawingml/2006/main">
              <a:ext uri="{FF2B5EF4-FFF2-40B4-BE49-F238E27FC236}">
                <a16:creationId xmlns:a16="http://schemas.microsoft.com/office/drawing/2014/main" id="{8D171320-2C58-48C5-8598-5B730744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604">
            <a:extLst xmlns:a="http://schemas.openxmlformats.org/drawingml/2006/main">
              <a:ext uri="{FF2B5EF4-FFF2-40B4-BE49-F238E27FC236}">
                <a16:creationId xmlns:a16="http://schemas.microsoft.com/office/drawing/2014/main" id="{6504AB0F-2215-4C78-9C7E-E11D0B1D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1f10ba65f14b5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d3663dce430425d"/>
              </a:rPr>
              <a:t>Codex ↗</a:t>
            </a:r>
          </a:p>
        </p:txBody>
      </p:sp>
      <p:sp>
        <p:nvSpPr>
          <p:cNvPr id="20" name="shape-1681">
            <a:extLst xmlns:a="http://schemas.openxmlformats.org/drawingml/2006/main">
              <a:ext uri="{FF2B5EF4-FFF2-40B4-BE49-F238E27FC236}">
                <a16:creationId xmlns:a16="http://schemas.microsoft.com/office/drawing/2014/main" id="{22588E6E-D264-4FEE-9D1F-7EAAAB54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2746182b5406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82">
            <a:extLst xmlns:a="http://schemas.openxmlformats.org/drawingml/2006/main">
              <a:ext uri="{FF2B5EF4-FFF2-40B4-BE49-F238E27FC236}">
                <a16:creationId xmlns:a16="http://schemas.microsoft.com/office/drawing/2014/main" id="{D9ACCF40-67E9-427D-B452-83DE556B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8e015332f447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83">
            <a:extLst xmlns:a="http://schemas.openxmlformats.org/drawingml/2006/main">
              <a:ext uri="{FF2B5EF4-FFF2-40B4-BE49-F238E27FC236}">
                <a16:creationId xmlns:a16="http://schemas.microsoft.com/office/drawing/2014/main" id="{72A66D35-4FBC-475A-BC5C-834976F3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5630072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46">
            <a:extLst xmlns:a="http://schemas.openxmlformats.org/drawingml/2006/main">
              <a:ext uri="{FF2B5EF4-FFF2-40B4-BE49-F238E27FC236}">
                <a16:creationId xmlns:a16="http://schemas.microsoft.com/office/drawing/2014/main" id="{935D68C1-AC38-4057-9D17-2508CA47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6773F2-6934-43A3-B776-7712DFB2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4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48">
            <a:extLst xmlns:a="http://schemas.openxmlformats.org/drawingml/2006/main">
              <a:ext uri="{FF2B5EF4-FFF2-40B4-BE49-F238E27FC236}">
                <a16:creationId xmlns:a16="http://schemas.microsoft.com/office/drawing/2014/main" id="{AF00894E-6C86-428A-A651-43F43128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98A42B-4F8F-48D0-9326-E2FFA430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449">
            <a:extLst xmlns:a="http://schemas.openxmlformats.org/drawingml/2006/main">
              <a:ext uri="{FF2B5EF4-FFF2-40B4-BE49-F238E27FC236}">
                <a16:creationId xmlns:a16="http://schemas.microsoft.com/office/drawing/2014/main" id="{13F246C2-0CDB-49C3-AE86-4070B8CF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50">
            <a:extLst xmlns:a="http://schemas.openxmlformats.org/drawingml/2006/main">
              <a:ext uri="{FF2B5EF4-FFF2-40B4-BE49-F238E27FC236}">
                <a16:creationId xmlns:a16="http://schemas.microsoft.com/office/drawing/2014/main" id="{BF21B77E-B042-42C4-956E-47D29960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51">
            <a:extLst xmlns:a="http://schemas.openxmlformats.org/drawingml/2006/main">
              <a:ext uri="{FF2B5EF4-FFF2-40B4-BE49-F238E27FC236}">
                <a16:creationId xmlns:a16="http://schemas.microsoft.com/office/drawing/2014/main" id="{9DD2F070-4F00-4AB5-993C-7A5AE3C3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452">
            <a:extLst xmlns:a="http://schemas.openxmlformats.org/drawingml/2006/main">
              <a:ext uri="{FF2B5EF4-FFF2-40B4-BE49-F238E27FC236}">
                <a16:creationId xmlns:a16="http://schemas.microsoft.com/office/drawing/2014/main" id="{C2B9C8E6-4309-4E5F-8DD7-4639C2C6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453">
            <a:extLst xmlns:a="http://schemas.openxmlformats.org/drawingml/2006/main">
              <a:ext uri="{FF2B5EF4-FFF2-40B4-BE49-F238E27FC236}">
                <a16:creationId xmlns:a16="http://schemas.microsoft.com/office/drawing/2014/main" id="{5806D823-680A-475F-AE02-C165EC78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54">
            <a:extLst xmlns:a="http://schemas.openxmlformats.org/drawingml/2006/main">
              <a:ext uri="{FF2B5EF4-FFF2-40B4-BE49-F238E27FC236}">
                <a16:creationId xmlns:a16="http://schemas.microsoft.com/office/drawing/2014/main" id="{A4356665-63B2-4400-BE78-1FFE01B6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55">
            <a:extLst xmlns:a="http://schemas.openxmlformats.org/drawingml/2006/main">
              <a:ext uri="{FF2B5EF4-FFF2-40B4-BE49-F238E27FC236}">
                <a16:creationId xmlns:a16="http://schemas.microsoft.com/office/drawing/2014/main" id="{783E8874-20DA-4D7E-AA77-BF3BC8C4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456">
            <a:extLst xmlns:a="http://schemas.openxmlformats.org/drawingml/2006/main">
              <a:ext uri="{FF2B5EF4-FFF2-40B4-BE49-F238E27FC236}">
                <a16:creationId xmlns:a16="http://schemas.microsoft.com/office/drawing/2014/main" id="{2D4769D9-E353-4530-BF3E-EB3FC54C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457">
            <a:extLst xmlns:a="http://schemas.openxmlformats.org/drawingml/2006/main">
              <a:ext uri="{FF2B5EF4-FFF2-40B4-BE49-F238E27FC236}">
                <a16:creationId xmlns:a16="http://schemas.microsoft.com/office/drawing/2014/main" id="{87552BC2-8295-484E-BA92-1384C087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58">
            <a:extLst xmlns:a="http://schemas.openxmlformats.org/drawingml/2006/main">
              <a:ext uri="{FF2B5EF4-FFF2-40B4-BE49-F238E27FC236}">
                <a16:creationId xmlns:a16="http://schemas.microsoft.com/office/drawing/2014/main" id="{81D61195-D9FA-4150-8306-1BAE6D43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59">
            <a:extLst xmlns:a="http://schemas.openxmlformats.org/drawingml/2006/main">
              <a:ext uri="{FF2B5EF4-FFF2-40B4-BE49-F238E27FC236}">
                <a16:creationId xmlns:a16="http://schemas.microsoft.com/office/drawing/2014/main" id="{9C263E81-FCE9-4379-83B2-69F4798D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460">
            <a:extLst xmlns:a="http://schemas.openxmlformats.org/drawingml/2006/main">
              <a:ext uri="{FF2B5EF4-FFF2-40B4-BE49-F238E27FC236}">
                <a16:creationId xmlns:a16="http://schemas.microsoft.com/office/drawing/2014/main" id="{6AC6AAA7-7881-40C5-82E9-866FE118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461">
            <a:extLst xmlns:a="http://schemas.openxmlformats.org/drawingml/2006/main">
              <a:ext uri="{FF2B5EF4-FFF2-40B4-BE49-F238E27FC236}">
                <a16:creationId xmlns:a16="http://schemas.microsoft.com/office/drawing/2014/main" id="{84532CA0-F82B-4F85-B9B3-41B5E37D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62">
            <a:extLst xmlns:a="http://schemas.openxmlformats.org/drawingml/2006/main">
              <a:ext uri="{FF2B5EF4-FFF2-40B4-BE49-F238E27FC236}">
                <a16:creationId xmlns:a16="http://schemas.microsoft.com/office/drawing/2014/main" id="{C581C913-9451-46CC-8A50-52AAEF62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63">
            <a:extLst xmlns:a="http://schemas.openxmlformats.org/drawingml/2006/main">
              <a:ext uri="{FF2B5EF4-FFF2-40B4-BE49-F238E27FC236}">
                <a16:creationId xmlns:a16="http://schemas.microsoft.com/office/drawing/2014/main" id="{DD40B88E-05F0-44E3-9C5D-CB2A4A98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464">
            <a:extLst xmlns:a="http://schemas.openxmlformats.org/drawingml/2006/main">
              <a:ext uri="{FF2B5EF4-FFF2-40B4-BE49-F238E27FC236}">
                <a16:creationId xmlns:a16="http://schemas.microsoft.com/office/drawing/2014/main" id="{78E4FD05-3D7E-4D90-8D11-FB7B0585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465">
            <a:extLst xmlns:a="http://schemas.openxmlformats.org/drawingml/2006/main">
              <a:ext uri="{FF2B5EF4-FFF2-40B4-BE49-F238E27FC236}">
                <a16:creationId xmlns:a16="http://schemas.microsoft.com/office/drawing/2014/main" id="{CAE3315B-5D62-44E4-BB5E-BD13D2CC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466">
            <a:extLst xmlns:a="http://schemas.openxmlformats.org/drawingml/2006/main">
              <a:ext uri="{FF2B5EF4-FFF2-40B4-BE49-F238E27FC236}">
                <a16:creationId xmlns:a16="http://schemas.microsoft.com/office/drawing/2014/main" id="{CF79A2E1-33A5-46DB-A801-6C3102B2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467">
            <a:extLst xmlns:a="http://schemas.openxmlformats.org/drawingml/2006/main">
              <a:ext uri="{FF2B5EF4-FFF2-40B4-BE49-F238E27FC236}">
                <a16:creationId xmlns:a16="http://schemas.microsoft.com/office/drawing/2014/main" id="{200869F3-BE71-43CC-AD45-0BEC6F4E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468">
            <a:extLst xmlns:a="http://schemas.openxmlformats.org/drawingml/2006/main">
              <a:ext uri="{FF2B5EF4-FFF2-40B4-BE49-F238E27FC236}">
                <a16:creationId xmlns:a16="http://schemas.microsoft.com/office/drawing/2014/main" id="{DE21D041-8BCF-450B-BEDD-99B4DB2A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469">
            <a:extLst xmlns:a="http://schemas.openxmlformats.org/drawingml/2006/main">
              <a:ext uri="{FF2B5EF4-FFF2-40B4-BE49-F238E27FC236}">
                <a16:creationId xmlns:a16="http://schemas.microsoft.com/office/drawing/2014/main" id="{87A18B94-29DD-4305-A0AA-E6D58D28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470">
            <a:extLst xmlns:a="http://schemas.openxmlformats.org/drawingml/2006/main">
              <a:ext uri="{FF2B5EF4-FFF2-40B4-BE49-F238E27FC236}">
                <a16:creationId xmlns:a16="http://schemas.microsoft.com/office/drawing/2014/main" id="{322180CE-F517-4A6F-B47A-CC7D5939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471">
            <a:extLst xmlns:a="http://schemas.openxmlformats.org/drawingml/2006/main">
              <a:ext uri="{FF2B5EF4-FFF2-40B4-BE49-F238E27FC236}">
                <a16:creationId xmlns:a16="http://schemas.microsoft.com/office/drawing/2014/main" id="{CD3D3791-95EB-4DFE-ACBB-38D92749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472">
            <a:extLst xmlns:a="http://schemas.openxmlformats.org/drawingml/2006/main">
              <a:ext uri="{FF2B5EF4-FFF2-40B4-BE49-F238E27FC236}">
                <a16:creationId xmlns:a16="http://schemas.microsoft.com/office/drawing/2014/main" id="{8BC2FC5F-EDAE-4803-8761-74B6F952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605">
            <a:extLst xmlns:a="http://schemas.openxmlformats.org/drawingml/2006/main">
              <a:ext uri="{FF2B5EF4-FFF2-40B4-BE49-F238E27FC236}">
                <a16:creationId xmlns:a16="http://schemas.microsoft.com/office/drawing/2014/main" id="{6AC6D9FC-672B-4707-9B5D-CC6BC19B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0bae4a45f0c4e0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31c5f9a3b1d448f"/>
              </a:rPr>
              <a:t>Codex ↗</a:t>
            </a:r>
          </a:p>
        </p:txBody>
      </p:sp>
      <p:sp>
        <p:nvSpPr>
          <p:cNvPr id="31" name="shape-1684">
            <a:extLst xmlns:a="http://schemas.openxmlformats.org/drawingml/2006/main">
              <a:ext uri="{FF2B5EF4-FFF2-40B4-BE49-F238E27FC236}">
                <a16:creationId xmlns:a16="http://schemas.microsoft.com/office/drawing/2014/main" id="{B62C042E-CA87-46AC-9D25-ED1FCD77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180c7efc19467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85">
            <a:extLst xmlns:a="http://schemas.openxmlformats.org/drawingml/2006/main">
              <a:ext uri="{FF2B5EF4-FFF2-40B4-BE49-F238E27FC236}">
                <a16:creationId xmlns:a16="http://schemas.microsoft.com/office/drawing/2014/main" id="{2EB7038C-3D72-47F0-AA11-D8E55494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77a7e96bd84a3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86">
            <a:extLst xmlns:a="http://schemas.openxmlformats.org/drawingml/2006/main">
              <a:ext uri="{FF2B5EF4-FFF2-40B4-BE49-F238E27FC236}">
                <a16:creationId xmlns:a16="http://schemas.microsoft.com/office/drawing/2014/main" id="{A563BA5F-D98A-4068-9037-F80C4AFA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4543234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73">
            <a:extLst xmlns:a="http://schemas.openxmlformats.org/drawingml/2006/main">
              <a:ext uri="{FF2B5EF4-FFF2-40B4-BE49-F238E27FC236}">
                <a16:creationId xmlns:a16="http://schemas.microsoft.com/office/drawing/2014/main" id="{778F6AB8-C6EC-4CC0-BA92-CD82E497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9D4749-313D-4C7E-B8C7-4337C3E1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47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75">
            <a:extLst xmlns:a="http://schemas.openxmlformats.org/drawingml/2006/main">
              <a:ext uri="{FF2B5EF4-FFF2-40B4-BE49-F238E27FC236}">
                <a16:creationId xmlns:a16="http://schemas.microsoft.com/office/drawing/2014/main" id="{1393258F-183B-4E9E-B14B-F778CCC3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908F58-F3C7-4DFD-886D-A7C2754B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476">
            <a:extLst xmlns:a="http://schemas.openxmlformats.org/drawingml/2006/main">
              <a:ext uri="{FF2B5EF4-FFF2-40B4-BE49-F238E27FC236}">
                <a16:creationId xmlns:a16="http://schemas.microsoft.com/office/drawing/2014/main" id="{07718D18-0E4D-4A76-BE4F-C4360160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77">
            <a:extLst xmlns:a="http://schemas.openxmlformats.org/drawingml/2006/main">
              <a:ext uri="{FF2B5EF4-FFF2-40B4-BE49-F238E27FC236}">
                <a16:creationId xmlns:a16="http://schemas.microsoft.com/office/drawing/2014/main" id="{91DE68F7-9BBE-4897-B7A9-2763DBEE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78">
            <a:extLst xmlns:a="http://schemas.openxmlformats.org/drawingml/2006/main">
              <a:ext uri="{FF2B5EF4-FFF2-40B4-BE49-F238E27FC236}">
                <a16:creationId xmlns:a16="http://schemas.microsoft.com/office/drawing/2014/main" id="{708879F6-4BF4-4F39-967A-55BFABE1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479">
            <a:extLst xmlns:a="http://schemas.openxmlformats.org/drawingml/2006/main">
              <a:ext uri="{FF2B5EF4-FFF2-40B4-BE49-F238E27FC236}">
                <a16:creationId xmlns:a16="http://schemas.microsoft.com/office/drawing/2014/main" id="{5EB13BF2-71F7-4179-A867-CADB1EDF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480">
            <a:extLst xmlns:a="http://schemas.openxmlformats.org/drawingml/2006/main">
              <a:ext uri="{FF2B5EF4-FFF2-40B4-BE49-F238E27FC236}">
                <a16:creationId xmlns:a16="http://schemas.microsoft.com/office/drawing/2014/main" id="{0109E84E-BFCA-4458-B1C1-788D29B8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81">
            <a:extLst xmlns:a="http://schemas.openxmlformats.org/drawingml/2006/main">
              <a:ext uri="{FF2B5EF4-FFF2-40B4-BE49-F238E27FC236}">
                <a16:creationId xmlns:a16="http://schemas.microsoft.com/office/drawing/2014/main" id="{F6350165-E0AA-48D1-AF7F-0AC9AFC2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82">
            <a:extLst xmlns:a="http://schemas.openxmlformats.org/drawingml/2006/main">
              <a:ext uri="{FF2B5EF4-FFF2-40B4-BE49-F238E27FC236}">
                <a16:creationId xmlns:a16="http://schemas.microsoft.com/office/drawing/2014/main" id="{796F2E15-D264-40FC-BB93-12C5600C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483">
            <a:extLst xmlns:a="http://schemas.openxmlformats.org/drawingml/2006/main">
              <a:ext uri="{FF2B5EF4-FFF2-40B4-BE49-F238E27FC236}">
                <a16:creationId xmlns:a16="http://schemas.microsoft.com/office/drawing/2014/main" id="{66EBDDD5-FD7B-44FF-A4E1-EEB94FDF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484">
            <a:extLst xmlns:a="http://schemas.openxmlformats.org/drawingml/2006/main">
              <a:ext uri="{FF2B5EF4-FFF2-40B4-BE49-F238E27FC236}">
                <a16:creationId xmlns:a16="http://schemas.microsoft.com/office/drawing/2014/main" id="{E68AFEC5-9B83-416C-B477-537F105A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85">
            <a:extLst xmlns:a="http://schemas.openxmlformats.org/drawingml/2006/main">
              <a:ext uri="{FF2B5EF4-FFF2-40B4-BE49-F238E27FC236}">
                <a16:creationId xmlns:a16="http://schemas.microsoft.com/office/drawing/2014/main" id="{BD6BA661-5611-460E-90D4-B6E2365B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86">
            <a:extLst xmlns:a="http://schemas.openxmlformats.org/drawingml/2006/main">
              <a:ext uri="{FF2B5EF4-FFF2-40B4-BE49-F238E27FC236}">
                <a16:creationId xmlns:a16="http://schemas.microsoft.com/office/drawing/2014/main" id="{AC906C69-46EB-4EC5-9270-2699FAAF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487">
            <a:extLst xmlns:a="http://schemas.openxmlformats.org/drawingml/2006/main">
              <a:ext uri="{FF2B5EF4-FFF2-40B4-BE49-F238E27FC236}">
                <a16:creationId xmlns:a16="http://schemas.microsoft.com/office/drawing/2014/main" id="{1EA42E2E-D918-4534-985F-789EF0D9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488">
            <a:extLst xmlns:a="http://schemas.openxmlformats.org/drawingml/2006/main">
              <a:ext uri="{FF2B5EF4-FFF2-40B4-BE49-F238E27FC236}">
                <a16:creationId xmlns:a16="http://schemas.microsoft.com/office/drawing/2014/main" id="{829D1BAD-DC52-41EE-8C21-F57A4DE1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89">
            <a:extLst xmlns:a="http://schemas.openxmlformats.org/drawingml/2006/main">
              <a:ext uri="{FF2B5EF4-FFF2-40B4-BE49-F238E27FC236}">
                <a16:creationId xmlns:a16="http://schemas.microsoft.com/office/drawing/2014/main" id="{FF2AD6BA-022D-439B-8B21-178C0833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90">
            <a:extLst xmlns:a="http://schemas.openxmlformats.org/drawingml/2006/main">
              <a:ext uri="{FF2B5EF4-FFF2-40B4-BE49-F238E27FC236}">
                <a16:creationId xmlns:a16="http://schemas.microsoft.com/office/drawing/2014/main" id="{0ADEB4B3-5E09-464C-9B77-B5573C74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491">
            <a:extLst xmlns:a="http://schemas.openxmlformats.org/drawingml/2006/main">
              <a:ext uri="{FF2B5EF4-FFF2-40B4-BE49-F238E27FC236}">
                <a16:creationId xmlns:a16="http://schemas.microsoft.com/office/drawing/2014/main" id="{976D7386-11F6-46F7-AACF-EDFFA6C8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606">
            <a:extLst xmlns:a="http://schemas.openxmlformats.org/drawingml/2006/main">
              <a:ext uri="{FF2B5EF4-FFF2-40B4-BE49-F238E27FC236}">
                <a16:creationId xmlns:a16="http://schemas.microsoft.com/office/drawing/2014/main" id="{F191D372-1162-4437-BBFA-D24933E0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f517f93eb74fc6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68f628021f34084"/>
              </a:rPr>
              <a:t>Codex ↗</a:t>
            </a:r>
          </a:p>
        </p:txBody>
      </p:sp>
      <p:sp>
        <p:nvSpPr>
          <p:cNvPr id="23" name="shape-1687">
            <a:extLst xmlns:a="http://schemas.openxmlformats.org/drawingml/2006/main">
              <a:ext uri="{FF2B5EF4-FFF2-40B4-BE49-F238E27FC236}">
                <a16:creationId xmlns:a16="http://schemas.microsoft.com/office/drawing/2014/main" id="{78D98280-8E3E-4015-AC7E-13E8B6FD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693d2a81144e4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88">
            <a:extLst xmlns:a="http://schemas.openxmlformats.org/drawingml/2006/main">
              <a:ext uri="{FF2B5EF4-FFF2-40B4-BE49-F238E27FC236}">
                <a16:creationId xmlns:a16="http://schemas.microsoft.com/office/drawing/2014/main" id="{CC5B5265-70C0-4500-8FC4-F73BBCF3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233e6b4ef047d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89">
            <a:extLst xmlns:a="http://schemas.openxmlformats.org/drawingml/2006/main">
              <a:ext uri="{FF2B5EF4-FFF2-40B4-BE49-F238E27FC236}">
                <a16:creationId xmlns:a16="http://schemas.microsoft.com/office/drawing/2014/main" id="{9D115050-0283-40CB-84CB-8B9BAE94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5555761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92">
            <a:extLst xmlns:a="http://schemas.openxmlformats.org/drawingml/2006/main">
              <a:ext uri="{FF2B5EF4-FFF2-40B4-BE49-F238E27FC236}">
                <a16:creationId xmlns:a16="http://schemas.microsoft.com/office/drawing/2014/main" id="{46CEE255-C9C5-4FE3-BA6E-BAB09779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C7AA25-88A2-4DF8-BF83-4AC02E4B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完成可驗證的教學成果</a:t>
            </a:r>
          </a:p>
        </p:txBody>
      </p:sp>
      <p:cxnSp>
        <p:nvCxnSpPr>
          <p:cNvPr id="27" name="shape-14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94">
            <a:extLst xmlns:a="http://schemas.openxmlformats.org/drawingml/2006/main">
              <a:ext uri="{FF2B5EF4-FFF2-40B4-BE49-F238E27FC236}">
                <a16:creationId xmlns:a16="http://schemas.microsoft.com/office/drawing/2014/main" id="{0F99175F-6C67-4BEC-8983-42E8DC8E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BAF734A-A2DF-4984-8E70-64CE82D7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495">
            <a:extLst xmlns:a="http://schemas.openxmlformats.org/drawingml/2006/main">
              <a:ext uri="{FF2B5EF4-FFF2-40B4-BE49-F238E27FC236}">
                <a16:creationId xmlns:a16="http://schemas.microsoft.com/office/drawing/2014/main" id="{D7401AB4-D57F-4CF9-90F9-77A40C3B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96">
            <a:extLst xmlns:a="http://schemas.openxmlformats.org/drawingml/2006/main">
              <a:ext uri="{FF2B5EF4-FFF2-40B4-BE49-F238E27FC236}">
                <a16:creationId xmlns:a16="http://schemas.microsoft.com/office/drawing/2014/main" id="{A2BCE3C9-37BD-41F5-B45F-A4C77FB9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97">
            <a:extLst xmlns:a="http://schemas.openxmlformats.org/drawingml/2006/main">
              <a:ext uri="{FF2B5EF4-FFF2-40B4-BE49-F238E27FC236}">
                <a16:creationId xmlns:a16="http://schemas.microsoft.com/office/drawing/2014/main" id="{9595619E-B64E-4F62-9011-43C86958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98">
            <a:extLst xmlns:a="http://schemas.openxmlformats.org/drawingml/2006/main">
              <a:ext uri="{FF2B5EF4-FFF2-40B4-BE49-F238E27FC236}">
                <a16:creationId xmlns:a16="http://schemas.microsoft.com/office/drawing/2014/main" id="{1E059A53-BB82-479E-92C6-EE41FF6D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499">
            <a:extLst xmlns:a="http://schemas.openxmlformats.org/drawingml/2006/main">
              <a:ext uri="{FF2B5EF4-FFF2-40B4-BE49-F238E27FC236}">
                <a16:creationId xmlns:a16="http://schemas.microsoft.com/office/drawing/2014/main" id="{FCA3FE5F-DDD8-4AAA-9F42-3250B8DF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00">
            <a:extLst xmlns:a="http://schemas.openxmlformats.org/drawingml/2006/main">
              <a:ext uri="{FF2B5EF4-FFF2-40B4-BE49-F238E27FC236}">
                <a16:creationId xmlns:a16="http://schemas.microsoft.com/office/drawing/2014/main" id="{94CE6C1E-F3A7-437F-A48E-D1CD1049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對上午作品或合成資料提出一項真實任務</a:t>
            </a:r>
          </a:p>
        </p:txBody>
      </p:sp>
      <p:sp>
        <p:nvSpPr>
          <p:cNvPr id="12" name="text-1501">
            <a:extLst xmlns:a="http://schemas.openxmlformats.org/drawingml/2006/main">
              <a:ext uri="{FF2B5EF4-FFF2-40B4-BE49-F238E27FC236}">
                <a16:creationId xmlns:a16="http://schemas.microsoft.com/office/drawing/2014/main" id="{032C222F-1657-4778-BD3D-4C43D077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02">
            <a:extLst xmlns:a="http://schemas.openxmlformats.org/drawingml/2006/main">
              <a:ext uri="{FF2B5EF4-FFF2-40B4-BE49-F238E27FC236}">
                <a16:creationId xmlns:a16="http://schemas.microsoft.com/office/drawing/2014/main" id="{804D4B10-3097-4392-A75D-3F91F27D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503">
            <a:extLst xmlns:a="http://schemas.openxmlformats.org/drawingml/2006/main">
              <a:ext uri="{FF2B5EF4-FFF2-40B4-BE49-F238E27FC236}">
                <a16:creationId xmlns:a16="http://schemas.microsoft.com/office/drawing/2014/main" id="{EFFB2A97-A9C0-4CA1-AB3D-AF462DF3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04">
            <a:extLst xmlns:a="http://schemas.openxmlformats.org/drawingml/2006/main">
              <a:ext uri="{FF2B5EF4-FFF2-40B4-BE49-F238E27FC236}">
                <a16:creationId xmlns:a16="http://schemas.microsoft.com/office/drawing/2014/main" id="{F12C1463-5EDD-4AF8-B7B2-37055E72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505">
            <a:extLst xmlns:a="http://schemas.openxmlformats.org/drawingml/2006/main">
              <a:ext uri="{FF2B5EF4-FFF2-40B4-BE49-F238E27FC236}">
                <a16:creationId xmlns:a16="http://schemas.microsoft.com/office/drawing/2014/main" id="{AF3AE32C-7749-412E-A523-2ED24440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506">
            <a:extLst xmlns:a="http://schemas.openxmlformats.org/drawingml/2006/main">
              <a:ext uri="{FF2B5EF4-FFF2-40B4-BE49-F238E27FC236}">
                <a16:creationId xmlns:a16="http://schemas.microsoft.com/office/drawing/2014/main" id="{0EA79D87-5A26-4CA7-9E07-7782DE55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07">
            <a:extLst xmlns:a="http://schemas.openxmlformats.org/drawingml/2006/main">
              <a:ext uri="{FF2B5EF4-FFF2-40B4-BE49-F238E27FC236}">
                <a16:creationId xmlns:a16="http://schemas.microsoft.com/office/drawing/2014/main" id="{B9192079-63DC-4DDD-8346-D680B45B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607">
            <a:extLst xmlns:a="http://schemas.openxmlformats.org/drawingml/2006/main">
              <a:ext uri="{FF2B5EF4-FFF2-40B4-BE49-F238E27FC236}">
                <a16:creationId xmlns:a16="http://schemas.microsoft.com/office/drawing/2014/main" id="{EEB708D4-3E2E-453C-B97F-0C48A01D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b34070b2594428e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b0a1c45f4c4b45"/>
              </a:rPr>
              <a:t>Codex ↗</a:t>
            </a:r>
          </a:p>
        </p:txBody>
      </p:sp>
      <p:sp>
        <p:nvSpPr>
          <p:cNvPr id="20" name="shape-1690">
            <a:extLst xmlns:a="http://schemas.openxmlformats.org/drawingml/2006/main">
              <a:ext uri="{FF2B5EF4-FFF2-40B4-BE49-F238E27FC236}">
                <a16:creationId xmlns:a16="http://schemas.microsoft.com/office/drawing/2014/main" id="{C7D7AD60-B656-45DA-B7CC-9F81C180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e3641995dc462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91">
            <a:extLst xmlns:a="http://schemas.openxmlformats.org/drawingml/2006/main">
              <a:ext uri="{FF2B5EF4-FFF2-40B4-BE49-F238E27FC236}">
                <a16:creationId xmlns:a16="http://schemas.microsoft.com/office/drawing/2014/main" id="{573F9141-E356-4AB2-9953-FC80B01E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b0faac2fab421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92">
            <a:extLst xmlns:a="http://schemas.openxmlformats.org/drawingml/2006/main">
              <a:ext uri="{FF2B5EF4-FFF2-40B4-BE49-F238E27FC236}">
                <a16:creationId xmlns:a16="http://schemas.microsoft.com/office/drawing/2014/main" id="{296CADF9-0AA0-4374-A92B-2AED0FA1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2975944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08">
            <a:extLst xmlns:a="http://schemas.openxmlformats.org/drawingml/2006/main">
              <a:ext uri="{FF2B5EF4-FFF2-40B4-BE49-F238E27FC236}">
                <a16:creationId xmlns:a16="http://schemas.microsoft.com/office/drawing/2014/main" id="{7683BB78-9252-409F-BEA5-FC075871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C35DB0-E610-48EE-A73E-8960791B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5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10">
            <a:extLst xmlns:a="http://schemas.openxmlformats.org/drawingml/2006/main">
              <a:ext uri="{FF2B5EF4-FFF2-40B4-BE49-F238E27FC236}">
                <a16:creationId xmlns:a16="http://schemas.microsoft.com/office/drawing/2014/main" id="{E369FC7B-44C8-4456-82D5-2EB07772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879EA5-A218-4BA3-814D-C6AF00A2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511">
            <a:extLst xmlns:a="http://schemas.openxmlformats.org/drawingml/2006/main">
              <a:ext uri="{FF2B5EF4-FFF2-40B4-BE49-F238E27FC236}">
                <a16:creationId xmlns:a16="http://schemas.microsoft.com/office/drawing/2014/main" id="{0AF5F4A1-6259-4349-B61C-34794537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12">
            <a:extLst xmlns:a="http://schemas.openxmlformats.org/drawingml/2006/main">
              <a:ext uri="{FF2B5EF4-FFF2-40B4-BE49-F238E27FC236}">
                <a16:creationId xmlns:a16="http://schemas.microsoft.com/office/drawing/2014/main" id="{97762557-DC83-491D-832D-926654C5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13">
            <a:extLst xmlns:a="http://schemas.openxmlformats.org/drawingml/2006/main">
              <a:ext uri="{FF2B5EF4-FFF2-40B4-BE49-F238E27FC236}">
                <a16:creationId xmlns:a16="http://schemas.microsoft.com/office/drawing/2014/main" id="{BF793166-38E6-42E6-9A25-530A3F4F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514">
            <a:extLst xmlns:a="http://schemas.openxmlformats.org/drawingml/2006/main">
              <a:ext uri="{FF2B5EF4-FFF2-40B4-BE49-F238E27FC236}">
                <a16:creationId xmlns:a16="http://schemas.microsoft.com/office/drawing/2014/main" id="{976ECFA4-00FA-4BAE-9536-216A83A1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任務是否解決真實教學問題？</a:t>
            </a:r>
          </a:p>
        </p:txBody>
      </p:sp>
      <p:sp>
        <p:nvSpPr>
          <p:cNvPr id="10" name="shape-1515">
            <a:extLst xmlns:a="http://schemas.openxmlformats.org/drawingml/2006/main">
              <a:ext uri="{FF2B5EF4-FFF2-40B4-BE49-F238E27FC236}">
                <a16:creationId xmlns:a16="http://schemas.microsoft.com/office/drawing/2014/main" id="{168D5A3A-6DE0-4C68-AD68-5F0C18B6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16">
            <a:extLst xmlns:a="http://schemas.openxmlformats.org/drawingml/2006/main">
              <a:ext uri="{FF2B5EF4-FFF2-40B4-BE49-F238E27FC236}">
                <a16:creationId xmlns:a16="http://schemas.microsoft.com/office/drawing/2014/main" id="{39D1CE81-9AED-4954-95B2-156BC7D1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17">
            <a:extLst xmlns:a="http://schemas.openxmlformats.org/drawingml/2006/main">
              <a:ext uri="{FF2B5EF4-FFF2-40B4-BE49-F238E27FC236}">
                <a16:creationId xmlns:a16="http://schemas.microsoft.com/office/drawing/2014/main" id="{9666DDFB-E8BD-477F-A8CB-FEE25A0B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518">
            <a:extLst xmlns:a="http://schemas.openxmlformats.org/drawingml/2006/main">
              <a:ext uri="{FF2B5EF4-FFF2-40B4-BE49-F238E27FC236}">
                <a16:creationId xmlns:a16="http://schemas.microsoft.com/office/drawing/2014/main" id="{7D610204-08A3-4105-BADD-89267F48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519">
            <a:extLst xmlns:a="http://schemas.openxmlformats.org/drawingml/2006/main">
              <a:ext uri="{FF2B5EF4-FFF2-40B4-BE49-F238E27FC236}">
                <a16:creationId xmlns:a16="http://schemas.microsoft.com/office/drawing/2014/main" id="{9FDBBD3B-F5AE-44E3-B790-75079EBE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20">
            <a:extLst xmlns:a="http://schemas.openxmlformats.org/drawingml/2006/main">
              <a:ext uri="{FF2B5EF4-FFF2-40B4-BE49-F238E27FC236}">
                <a16:creationId xmlns:a16="http://schemas.microsoft.com/office/drawing/2014/main" id="{F4CB7C63-0E86-47D3-8F7E-BB232C38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21">
            <a:extLst xmlns:a="http://schemas.openxmlformats.org/drawingml/2006/main">
              <a:ext uri="{FF2B5EF4-FFF2-40B4-BE49-F238E27FC236}">
                <a16:creationId xmlns:a16="http://schemas.microsoft.com/office/drawing/2014/main" id="{B7299178-8F74-4ED5-ACFF-85B88C15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522">
            <a:extLst xmlns:a="http://schemas.openxmlformats.org/drawingml/2006/main">
              <a:ext uri="{FF2B5EF4-FFF2-40B4-BE49-F238E27FC236}">
                <a16:creationId xmlns:a16="http://schemas.microsoft.com/office/drawing/2014/main" id="{A6AC875B-241A-4154-812E-83563A36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523">
            <a:extLst xmlns:a="http://schemas.openxmlformats.org/drawingml/2006/main">
              <a:ext uri="{FF2B5EF4-FFF2-40B4-BE49-F238E27FC236}">
                <a16:creationId xmlns:a16="http://schemas.microsoft.com/office/drawing/2014/main" id="{3CCDBCE1-77B2-46AE-99E1-D74DD0C9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24">
            <a:extLst xmlns:a="http://schemas.openxmlformats.org/drawingml/2006/main">
              <a:ext uri="{FF2B5EF4-FFF2-40B4-BE49-F238E27FC236}">
                <a16:creationId xmlns:a16="http://schemas.microsoft.com/office/drawing/2014/main" id="{211056A7-5771-40A4-BF03-F5454BA8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25">
            <a:extLst xmlns:a="http://schemas.openxmlformats.org/drawingml/2006/main">
              <a:ext uri="{FF2B5EF4-FFF2-40B4-BE49-F238E27FC236}">
                <a16:creationId xmlns:a16="http://schemas.microsoft.com/office/drawing/2014/main" id="{2A5F8DD2-21A8-40C2-844C-6A31CE53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526">
            <a:extLst xmlns:a="http://schemas.openxmlformats.org/drawingml/2006/main">
              <a:ext uri="{FF2B5EF4-FFF2-40B4-BE49-F238E27FC236}">
                <a16:creationId xmlns:a16="http://schemas.microsoft.com/office/drawing/2014/main" id="{4AA7105E-C831-430C-A202-49225998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608">
            <a:extLst xmlns:a="http://schemas.openxmlformats.org/drawingml/2006/main">
              <a:ext uri="{FF2B5EF4-FFF2-40B4-BE49-F238E27FC236}">
                <a16:creationId xmlns:a16="http://schemas.microsoft.com/office/drawing/2014/main" id="{9598CDFF-30CE-4A72-81BB-9B49E0FE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5479c5103e7476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be799dd238742b3"/>
              </a:rPr>
              <a:t>Codex ↗</a:t>
            </a:r>
          </a:p>
        </p:txBody>
      </p:sp>
      <p:sp>
        <p:nvSpPr>
          <p:cNvPr id="23" name="shape-1693">
            <a:extLst xmlns:a="http://schemas.openxmlformats.org/drawingml/2006/main">
              <a:ext uri="{FF2B5EF4-FFF2-40B4-BE49-F238E27FC236}">
                <a16:creationId xmlns:a16="http://schemas.microsoft.com/office/drawing/2014/main" id="{4AD8FB3F-5D8E-4C4A-97B2-9BD0C094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2287ac27548c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94">
            <a:extLst xmlns:a="http://schemas.openxmlformats.org/drawingml/2006/main">
              <a:ext uri="{FF2B5EF4-FFF2-40B4-BE49-F238E27FC236}">
                <a16:creationId xmlns:a16="http://schemas.microsoft.com/office/drawing/2014/main" id="{9FA7E0CD-E6A0-4A4D-B8BA-47513035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a92e59960d4da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95">
            <a:extLst xmlns:a="http://schemas.openxmlformats.org/drawingml/2006/main">
              <a:ext uri="{FF2B5EF4-FFF2-40B4-BE49-F238E27FC236}">
                <a16:creationId xmlns:a16="http://schemas.microsoft.com/office/drawing/2014/main" id="{B2A52F0E-0FB3-428E-B428-89BB7875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798175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527">
            <a:extLst xmlns:a="http://schemas.openxmlformats.org/drawingml/2006/main">
              <a:ext uri="{FF2B5EF4-FFF2-40B4-BE49-F238E27FC236}">
                <a16:creationId xmlns:a16="http://schemas.microsoft.com/office/drawing/2014/main" id="{70AE813D-FBDF-4F44-9086-634B3DA7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9FA915-5E69-41C1-909F-F833CCF3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5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29">
            <a:extLst xmlns:a="http://schemas.openxmlformats.org/drawingml/2006/main">
              <a:ext uri="{FF2B5EF4-FFF2-40B4-BE49-F238E27FC236}">
                <a16:creationId xmlns:a16="http://schemas.microsoft.com/office/drawing/2014/main" id="{9E43EA3C-952A-4EE3-9385-9A10F33B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0AAE2C-C47B-41B8-AE9A-E867A72D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8" name="shape-1530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531">
            <a:extLst xmlns:a="http://schemas.openxmlformats.org/drawingml/2006/main">
              <a:ext uri="{FF2B5EF4-FFF2-40B4-BE49-F238E27FC236}">
                <a16:creationId xmlns:a16="http://schemas.microsoft.com/office/drawing/2014/main" id="{5756F165-F39E-4FB3-9FEE-EC30AFB9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32">
            <a:extLst xmlns:a="http://schemas.openxmlformats.org/drawingml/2006/main">
              <a:ext uri="{FF2B5EF4-FFF2-40B4-BE49-F238E27FC236}">
                <a16:creationId xmlns:a16="http://schemas.microsoft.com/office/drawing/2014/main" id="{F913B764-7753-4B34-BABF-8DA510EC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533">
            <a:extLst xmlns:a="http://schemas.openxmlformats.org/drawingml/2006/main">
              <a:ext uri="{FF2B5EF4-FFF2-40B4-BE49-F238E27FC236}">
                <a16:creationId xmlns:a16="http://schemas.microsoft.com/office/drawing/2014/main" id="{CC40CC3C-DB13-4E14-9A16-FCC86757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534">
            <a:extLst xmlns:a="http://schemas.openxmlformats.org/drawingml/2006/main">
              <a:ext uri="{FF2B5EF4-FFF2-40B4-BE49-F238E27FC236}">
                <a16:creationId xmlns:a16="http://schemas.microsoft.com/office/drawing/2014/main" id="{C5A6E9E2-3AE3-4454-9AA5-68EACC52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535">
            <a:extLst xmlns:a="http://schemas.openxmlformats.org/drawingml/2006/main">
              <a:ext uri="{FF2B5EF4-FFF2-40B4-BE49-F238E27FC236}">
                <a16:creationId xmlns:a16="http://schemas.microsoft.com/office/drawing/2014/main" id="{19D5FE49-D439-4080-B45F-AB9C4217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536">
            <a:extLst xmlns:a="http://schemas.openxmlformats.org/drawingml/2006/main">
              <a:ext uri="{FF2B5EF4-FFF2-40B4-BE49-F238E27FC236}">
                <a16:creationId xmlns:a16="http://schemas.microsoft.com/office/drawing/2014/main" id="{9F85CD6A-5258-4F5A-AC57-59C42A91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537">
            <a:extLst xmlns:a="http://schemas.openxmlformats.org/drawingml/2006/main">
              <a:ext uri="{FF2B5EF4-FFF2-40B4-BE49-F238E27FC236}">
                <a16:creationId xmlns:a16="http://schemas.microsoft.com/office/drawing/2014/main" id="{3D34351E-29CE-45C7-858A-2FCC09E6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538">
            <a:extLst xmlns:a="http://schemas.openxmlformats.org/drawingml/2006/main">
              <a:ext uri="{FF2B5EF4-FFF2-40B4-BE49-F238E27FC236}">
                <a16:creationId xmlns:a16="http://schemas.microsoft.com/office/drawing/2014/main" id="{04DEF46A-4333-40B9-A45F-3DB00A8E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539">
            <a:extLst xmlns:a="http://schemas.openxmlformats.org/drawingml/2006/main">
              <a:ext uri="{FF2B5EF4-FFF2-40B4-BE49-F238E27FC236}">
                <a16:creationId xmlns:a16="http://schemas.microsoft.com/office/drawing/2014/main" id="{60BE95D7-D47A-4429-A04F-A46F0E17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540">
            <a:extLst xmlns:a="http://schemas.openxmlformats.org/drawingml/2006/main">
              <a:ext uri="{FF2B5EF4-FFF2-40B4-BE49-F238E27FC236}">
                <a16:creationId xmlns:a16="http://schemas.microsoft.com/office/drawing/2014/main" id="{0121B646-0138-4F8D-9397-CF7A92C9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541">
            <a:extLst xmlns:a="http://schemas.openxmlformats.org/drawingml/2006/main">
              <a:ext uri="{FF2B5EF4-FFF2-40B4-BE49-F238E27FC236}">
                <a16:creationId xmlns:a16="http://schemas.microsoft.com/office/drawing/2014/main" id="{8E546D91-C486-44B7-9E45-D1AE2B46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542">
            <a:extLst xmlns:a="http://schemas.openxmlformats.org/drawingml/2006/main">
              <a:ext uri="{FF2B5EF4-FFF2-40B4-BE49-F238E27FC236}">
                <a16:creationId xmlns:a16="http://schemas.microsoft.com/office/drawing/2014/main" id="{B5C0D6D0-EDF9-4E99-B2A5-DFCBFE6B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543">
            <a:extLst xmlns:a="http://schemas.openxmlformats.org/drawingml/2006/main">
              <a:ext uri="{FF2B5EF4-FFF2-40B4-BE49-F238E27FC236}">
                <a16:creationId xmlns:a16="http://schemas.microsoft.com/office/drawing/2014/main" id="{619EAC9B-9115-4A8B-9BB0-5D20AA4C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544">
            <a:extLst xmlns:a="http://schemas.openxmlformats.org/drawingml/2006/main">
              <a:ext uri="{FF2B5EF4-FFF2-40B4-BE49-F238E27FC236}">
                <a16:creationId xmlns:a16="http://schemas.microsoft.com/office/drawing/2014/main" id="{0BA0588C-95E9-4BD5-97FB-9347B70F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545">
            <a:extLst xmlns:a="http://schemas.openxmlformats.org/drawingml/2006/main">
              <a:ext uri="{FF2B5EF4-FFF2-40B4-BE49-F238E27FC236}">
                <a16:creationId xmlns:a16="http://schemas.microsoft.com/office/drawing/2014/main" id="{B7A995A1-058B-47C0-9540-B0404163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546">
            <a:extLst xmlns:a="http://schemas.openxmlformats.org/drawingml/2006/main">
              <a:ext uri="{FF2B5EF4-FFF2-40B4-BE49-F238E27FC236}">
                <a16:creationId xmlns:a16="http://schemas.microsoft.com/office/drawing/2014/main" id="{84C723E4-494B-4C44-AD85-2264FC36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547">
            <a:extLst xmlns:a="http://schemas.openxmlformats.org/drawingml/2006/main">
              <a:ext uri="{FF2B5EF4-FFF2-40B4-BE49-F238E27FC236}">
                <a16:creationId xmlns:a16="http://schemas.microsoft.com/office/drawing/2014/main" id="{87211DB4-71E2-4DBD-9097-08CAED29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548">
            <a:extLst xmlns:a="http://schemas.openxmlformats.org/drawingml/2006/main">
              <a:ext uri="{FF2B5EF4-FFF2-40B4-BE49-F238E27FC236}">
                <a16:creationId xmlns:a16="http://schemas.microsoft.com/office/drawing/2014/main" id="{6ED03699-C016-4C91-AA9B-9E3A0D0E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549">
            <a:extLst xmlns:a="http://schemas.openxmlformats.org/drawingml/2006/main">
              <a:ext uri="{FF2B5EF4-FFF2-40B4-BE49-F238E27FC236}">
                <a16:creationId xmlns:a16="http://schemas.microsoft.com/office/drawing/2014/main" id="{3F205199-E845-4AFB-82D3-E4070F29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550">
            <a:extLst xmlns:a="http://schemas.openxmlformats.org/drawingml/2006/main">
              <a:ext uri="{FF2B5EF4-FFF2-40B4-BE49-F238E27FC236}">
                <a16:creationId xmlns:a16="http://schemas.microsoft.com/office/drawing/2014/main" id="{1E3763B6-9780-48B7-85B9-DA72CD2A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609">
            <a:extLst xmlns:a="http://schemas.openxmlformats.org/drawingml/2006/main">
              <a:ext uri="{FF2B5EF4-FFF2-40B4-BE49-F238E27FC236}">
                <a16:creationId xmlns:a16="http://schemas.microsoft.com/office/drawing/2014/main" id="{75E7E85E-FFF2-4805-AE1B-A4061819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2db2f694ea4b40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8a57934d454e44"/>
              </a:rPr>
              <a:t>Codex ↗</a:t>
            </a:r>
          </a:p>
        </p:txBody>
      </p:sp>
      <p:sp>
        <p:nvSpPr>
          <p:cNvPr id="28" name="shape-1696">
            <a:extLst xmlns:a="http://schemas.openxmlformats.org/drawingml/2006/main">
              <a:ext uri="{FF2B5EF4-FFF2-40B4-BE49-F238E27FC236}">
                <a16:creationId xmlns:a16="http://schemas.microsoft.com/office/drawing/2014/main" id="{F4E9DE3A-CFC7-4A67-9A67-A5E8E8C2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4cac52466e4d3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697">
            <a:extLst xmlns:a="http://schemas.openxmlformats.org/drawingml/2006/main">
              <a:ext uri="{FF2B5EF4-FFF2-40B4-BE49-F238E27FC236}">
                <a16:creationId xmlns:a16="http://schemas.microsoft.com/office/drawing/2014/main" id="{A353BA02-E447-43E5-AE6A-C0500E24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c3e8b8bd744f8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698">
            <a:extLst xmlns:a="http://schemas.openxmlformats.org/drawingml/2006/main">
              <a:ext uri="{FF2B5EF4-FFF2-40B4-BE49-F238E27FC236}">
                <a16:creationId xmlns:a16="http://schemas.microsoft.com/office/drawing/2014/main" id="{F2910AF7-9FD2-4319-ACBE-55C6E419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23356058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1551">
            <a:extLst xmlns:a="http://schemas.openxmlformats.org/drawingml/2006/main">
              <a:ext uri="{FF2B5EF4-FFF2-40B4-BE49-F238E27FC236}">
                <a16:creationId xmlns:a16="http://schemas.microsoft.com/office/drawing/2014/main" id="{B551E59E-703F-45A4-9C83-E6DFA592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D22E15-0711-46BE-83D8-81B0EED7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37" name="shape-155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53">
            <a:extLst xmlns:a="http://schemas.openxmlformats.org/drawingml/2006/main">
              <a:ext uri="{FF2B5EF4-FFF2-40B4-BE49-F238E27FC236}">
                <a16:creationId xmlns:a16="http://schemas.microsoft.com/office/drawing/2014/main" id="{9779F3FF-31C2-411E-A6CA-FE724CAF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FEFA14-E8C5-4EA7-B083-D6D69685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554">
            <a:extLst xmlns:a="http://schemas.openxmlformats.org/drawingml/2006/main">
              <a:ext uri="{FF2B5EF4-FFF2-40B4-BE49-F238E27FC236}">
                <a16:creationId xmlns:a16="http://schemas.microsoft.com/office/drawing/2014/main" id="{5A0CC151-ADBD-47FF-9DC1-B84F2394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55">
            <a:extLst xmlns:a="http://schemas.openxmlformats.org/drawingml/2006/main">
              <a:ext uri="{FF2B5EF4-FFF2-40B4-BE49-F238E27FC236}">
                <a16:creationId xmlns:a16="http://schemas.microsoft.com/office/drawing/2014/main" id="{341794D9-C85E-4777-9C25-4A453468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556">
            <a:extLst xmlns:a="http://schemas.openxmlformats.org/drawingml/2006/main">
              <a:ext uri="{FF2B5EF4-FFF2-40B4-BE49-F238E27FC236}">
                <a16:creationId xmlns:a16="http://schemas.microsoft.com/office/drawing/2014/main" id="{5D9FBA53-3848-49A6-88AB-B12F813F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b149d38211d4c2f"/>
              </a:rPr>
              <a:t>../START_HERE_研習資源導航.html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661297fd724ec5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557">
            <a:extLst xmlns:a="http://schemas.openxmlformats.org/drawingml/2006/main">
              <a:ext uri="{FF2B5EF4-FFF2-40B4-BE49-F238E27FC236}">
                <a16:creationId xmlns:a16="http://schemas.microsoft.com/office/drawing/2014/main" id="{C4124D1B-108B-469C-A158-F037596E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58">
            <a:extLst xmlns:a="http://schemas.openxmlformats.org/drawingml/2006/main">
              <a:ext uri="{FF2B5EF4-FFF2-40B4-BE49-F238E27FC236}">
                <a16:creationId xmlns:a16="http://schemas.microsoft.com/office/drawing/2014/main" id="{C2B9715E-B660-4F25-A2DD-354B5B44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559">
            <a:extLst xmlns:a="http://schemas.openxmlformats.org/drawingml/2006/main">
              <a:ext uri="{FF2B5EF4-FFF2-40B4-BE49-F238E27FC236}">
                <a16:creationId xmlns:a16="http://schemas.microsoft.com/office/drawing/2014/main" id="{FF3030DD-47FF-4C33-B1FE-1B23351A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4356db3025b40db"/>
              </a:rPr>
              <a:t>https://antigravity.google/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646999d61a4ea8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560">
            <a:extLst xmlns:a="http://schemas.openxmlformats.org/drawingml/2006/main">
              <a:ext uri="{FF2B5EF4-FFF2-40B4-BE49-F238E27FC236}">
                <a16:creationId xmlns:a16="http://schemas.microsoft.com/office/drawing/2014/main" id="{DBA787AC-F6FE-4580-A972-64AF7EFA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61">
            <a:extLst xmlns:a="http://schemas.openxmlformats.org/drawingml/2006/main">
              <a:ext uri="{FF2B5EF4-FFF2-40B4-BE49-F238E27FC236}">
                <a16:creationId xmlns:a16="http://schemas.microsoft.com/office/drawing/2014/main" id="{43E0D053-43DB-405C-9AA8-DF0BA49A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562">
            <a:extLst xmlns:a="http://schemas.openxmlformats.org/drawingml/2006/main">
              <a:ext uri="{FF2B5EF4-FFF2-40B4-BE49-F238E27FC236}">
                <a16:creationId xmlns:a16="http://schemas.microsoft.com/office/drawing/2014/main" id="{B61138BA-EAB2-4DD3-A970-83B5A9D1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af40348cc2d4f27"/>
              </a:rPr>
              <a:t>https://chatgpt.com/codex/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88f6ff4334c38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563">
            <a:extLst xmlns:a="http://schemas.openxmlformats.org/drawingml/2006/main">
              <a:ext uri="{FF2B5EF4-FFF2-40B4-BE49-F238E27FC236}">
                <a16:creationId xmlns:a16="http://schemas.microsoft.com/office/drawing/2014/main" id="{E0C620A2-5981-4A31-A9CF-4708B238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64">
            <a:extLst xmlns:a="http://schemas.openxmlformats.org/drawingml/2006/main">
              <a:ext uri="{FF2B5EF4-FFF2-40B4-BE49-F238E27FC236}">
                <a16:creationId xmlns:a16="http://schemas.microsoft.com/office/drawing/2014/main" id="{4B72092D-D367-4176-89B7-C8C43308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0" name="text-1565">
            <a:extLst xmlns:a="http://schemas.openxmlformats.org/drawingml/2006/main">
              <a:ext uri="{FF2B5EF4-FFF2-40B4-BE49-F238E27FC236}">
                <a16:creationId xmlns:a16="http://schemas.microsoft.com/office/drawing/2014/main" id="{6D1D5BB1-2162-4A2C-B017-FADBE994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99eba9e95d84e45"/>
              </a:rPr>
              <a:t>https://codelabs.developers.google.com/getting-started-with-antigravity-skills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f8bf9704a4bc8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566">
            <a:extLst xmlns:a="http://schemas.openxmlformats.org/drawingml/2006/main">
              <a:ext uri="{FF2B5EF4-FFF2-40B4-BE49-F238E27FC236}">
                <a16:creationId xmlns:a16="http://schemas.microsoft.com/office/drawing/2014/main" id="{3BA0268A-E2F1-4C00-A459-055D0C10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567">
            <a:extLst xmlns:a="http://schemas.openxmlformats.org/drawingml/2006/main">
              <a:ext uri="{FF2B5EF4-FFF2-40B4-BE49-F238E27FC236}">
                <a16:creationId xmlns:a16="http://schemas.microsoft.com/office/drawing/2014/main" id="{F3D2CD3A-B539-454D-A40B-EE0A0C60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4" name="text-1568">
            <a:extLst xmlns:a="http://schemas.openxmlformats.org/drawingml/2006/main">
              <a:ext uri="{FF2B5EF4-FFF2-40B4-BE49-F238E27FC236}">
                <a16:creationId xmlns:a16="http://schemas.microsoft.com/office/drawing/2014/main" id="{7C52A5FD-8298-4CBD-8970-AEB8FAC6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e994e3c52bd4820"/>
              </a:rPr>
              <a:t>../04_實作工具/提示詞快捷面板_研習用.html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9c998f4b5458f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569">
            <a:extLst xmlns:a="http://schemas.openxmlformats.org/drawingml/2006/main">
              <a:ext uri="{FF2B5EF4-FFF2-40B4-BE49-F238E27FC236}">
                <a16:creationId xmlns:a16="http://schemas.microsoft.com/office/drawing/2014/main" id="{22572680-4EE2-468C-92C3-168C100F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570">
            <a:extLst xmlns:a="http://schemas.openxmlformats.org/drawingml/2006/main">
              <a:ext uri="{FF2B5EF4-FFF2-40B4-BE49-F238E27FC236}">
                <a16:creationId xmlns:a16="http://schemas.microsoft.com/office/drawing/2014/main" id="{70244BCE-2ECB-440E-8103-CEE03739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28" name="text-1571">
            <a:extLst xmlns:a="http://schemas.openxmlformats.org/drawingml/2006/main">
              <a:ext uri="{FF2B5EF4-FFF2-40B4-BE49-F238E27FC236}">
                <a16:creationId xmlns:a16="http://schemas.microsoft.com/office/drawing/2014/main" id="{A4B3472B-577D-4E6E-97AC-3EC9D947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35173e0bf1a402e"/>
              </a:rPr>
              <a:t>https://cagoooo.github.io/Akai/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11aa1d1f24c7d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572">
            <a:extLst xmlns:a="http://schemas.openxmlformats.org/drawingml/2006/main">
              <a:ext uri="{FF2B5EF4-FFF2-40B4-BE49-F238E27FC236}">
                <a16:creationId xmlns:a16="http://schemas.microsoft.com/office/drawing/2014/main" id="{6D8A418E-3717-47B9-8B87-81C9A6C6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1" name="text-1573">
            <a:extLst xmlns:a="http://schemas.openxmlformats.org/drawingml/2006/main">
              <a:ext uri="{FF2B5EF4-FFF2-40B4-BE49-F238E27FC236}">
                <a16:creationId xmlns:a16="http://schemas.microsoft.com/office/drawing/2014/main" id="{6D44EFAA-59FE-44D5-9F75-ABFA9B91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2" name="text-1574">
            <a:extLst xmlns:a="http://schemas.openxmlformats.org/drawingml/2006/main">
              <a:ext uri="{FF2B5EF4-FFF2-40B4-BE49-F238E27FC236}">
                <a16:creationId xmlns:a16="http://schemas.microsoft.com/office/drawing/2014/main" id="{41A4CACD-FDE7-44BB-8728-F5C96DD3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f90b2dffae64dee"/>
              </a:rPr>
              <a:t>https://www.iea.nl/sites/default/files/2025-10/GA66_PIRLS%202026.pdf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5040d92d1d4fb9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text-1575">
            <a:extLst xmlns:a="http://schemas.openxmlformats.org/drawingml/2006/main">
              <a:ext uri="{FF2B5EF4-FFF2-40B4-BE49-F238E27FC236}">
                <a16:creationId xmlns:a16="http://schemas.microsoft.com/office/drawing/2014/main" id="{47E5A9D5-F0AC-4006-B18F-EDE6EE8A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2032651620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2026-08-13T03:24:19.2240000Z</dcterms:created>
  <dcterms:modified xsi:type="dcterms:W3CDTF">2026-08-13T03:24:19.2240000Z</dcterms:modified>
</coreProperties>
</file>