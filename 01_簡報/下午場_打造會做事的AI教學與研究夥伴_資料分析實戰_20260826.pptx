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f008e3259e43d0" /><Relationship Type="http://schemas.openxmlformats.org/officeDocument/2006/relationships/extended-properties" Target="/docProps/app.xml" Id="Rfc4413640a7b4db2" /><Relationship Type="http://schemas.openxmlformats.org/officeDocument/2006/relationships/officeDocument" Target="/ppt/presentation.xml" Id="R000d40f7263d41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caa55bf12c4e69"/>
  </p:sldMasterIdLst>
  <p:notesMasterIdLst>
    <p:notesMasterId xmlns:r="http://schemas.openxmlformats.org/officeDocument/2006/relationships" r:id="Rbeb5e497dd604e88"/>
  </p:notesMasterIdLst>
  <p:sldIdLst>
    <p:sldId xmlns:r="http://schemas.openxmlformats.org/officeDocument/2006/relationships" id="256" r:id="R6d89a92c9f7f420e"/>
    <p:sldId xmlns:r="http://schemas.openxmlformats.org/officeDocument/2006/relationships" id="257" r:id="Rce1df63c20b64ca0"/>
    <p:sldId xmlns:r="http://schemas.openxmlformats.org/officeDocument/2006/relationships" id="258" r:id="R2a0f4a55ff7f462c"/>
    <p:sldId xmlns:r="http://schemas.openxmlformats.org/officeDocument/2006/relationships" id="259" r:id="R4827d01d296244dc"/>
    <p:sldId xmlns:r="http://schemas.openxmlformats.org/officeDocument/2006/relationships" id="260" r:id="Rc84773d8f72b4964"/>
    <p:sldId xmlns:r="http://schemas.openxmlformats.org/officeDocument/2006/relationships" id="261" r:id="Rc5dc09187a4d4595"/>
    <p:sldId xmlns:r="http://schemas.openxmlformats.org/officeDocument/2006/relationships" id="262" r:id="R3d41440bb4634088"/>
    <p:sldId xmlns:r="http://schemas.openxmlformats.org/officeDocument/2006/relationships" id="263" r:id="Rff947dd2672549b4"/>
    <p:sldId xmlns:r="http://schemas.openxmlformats.org/officeDocument/2006/relationships" id="264" r:id="R8a53dab4ae4b4191"/>
    <p:sldId xmlns:r="http://schemas.openxmlformats.org/officeDocument/2006/relationships" id="265" r:id="R3c230c9af4e045c5"/>
    <p:sldId xmlns:r="http://schemas.openxmlformats.org/officeDocument/2006/relationships" id="266" r:id="R237cc21d88b04836"/>
    <p:sldId xmlns:r="http://schemas.openxmlformats.org/officeDocument/2006/relationships" id="267" r:id="Rd5895d0ce294448c"/>
    <p:sldId xmlns:r="http://schemas.openxmlformats.org/officeDocument/2006/relationships" id="268" r:id="R1210946217264bc3"/>
    <p:sldId xmlns:r="http://schemas.openxmlformats.org/officeDocument/2006/relationships" id="269" r:id="Rc13ce1a42d564a70"/>
    <p:sldId xmlns:r="http://schemas.openxmlformats.org/officeDocument/2006/relationships" id="270" r:id="R43d3a89a7fce42c2"/>
    <p:sldId xmlns:r="http://schemas.openxmlformats.org/officeDocument/2006/relationships" id="271" r:id="R1f79fc185e2d48e8"/>
    <p:sldId xmlns:r="http://schemas.openxmlformats.org/officeDocument/2006/relationships" id="272" r:id="R4bb6b8bc8dc04aac"/>
    <p:sldId xmlns:r="http://schemas.openxmlformats.org/officeDocument/2006/relationships" id="273" r:id="R17e6e0a2266d4740"/>
    <p:sldId xmlns:r="http://schemas.openxmlformats.org/officeDocument/2006/relationships" id="274" r:id="R297e4447d47547d5"/>
    <p:sldId xmlns:r="http://schemas.openxmlformats.org/officeDocument/2006/relationships" id="275" r:id="R61a65b2cef384c17"/>
    <p:sldId xmlns:r="http://schemas.openxmlformats.org/officeDocument/2006/relationships" id="276" r:id="R05719c4de74f4b75"/>
    <p:sldId xmlns:r="http://schemas.openxmlformats.org/officeDocument/2006/relationships" id="277" r:id="R8886ac55dbee4e86"/>
    <p:sldId xmlns:r="http://schemas.openxmlformats.org/officeDocument/2006/relationships" id="278" r:id="R7c981e2554694293"/>
    <p:sldId xmlns:r="http://schemas.openxmlformats.org/officeDocument/2006/relationships" id="279" r:id="Rf1184a667de9480d"/>
    <p:sldId xmlns:r="http://schemas.openxmlformats.org/officeDocument/2006/relationships" id="280" r:id="R6f8c90f16b964893"/>
    <p:sldId xmlns:r="http://schemas.openxmlformats.org/officeDocument/2006/relationships" id="281" r:id="R296b0a02b4674e0c"/>
    <p:sldId xmlns:r="http://schemas.openxmlformats.org/officeDocument/2006/relationships" id="282" r:id="Raedfbaf65f294289"/>
    <p:sldId xmlns:r="http://schemas.openxmlformats.org/officeDocument/2006/relationships" id="283" r:id="R0f58c80d2e0d45dd"/>
    <p:sldId xmlns:r="http://schemas.openxmlformats.org/officeDocument/2006/relationships" id="284" r:id="Rf87e93e823c74ee1"/>
    <p:sldId xmlns:r="http://schemas.openxmlformats.org/officeDocument/2006/relationships" id="285" r:id="R0524b53e5bbc463b"/>
    <p:sldId xmlns:r="http://schemas.openxmlformats.org/officeDocument/2006/relationships" id="286" r:id="R6132296cd77b47d3"/>
    <p:sldId xmlns:r="http://schemas.openxmlformats.org/officeDocument/2006/relationships" id="287" r:id="R0d79f40fbe9f4623"/>
    <p:sldId xmlns:r="http://schemas.openxmlformats.org/officeDocument/2006/relationships" id="288" r:id="Re227daa4a69d4009"/>
    <p:sldId xmlns:r="http://schemas.openxmlformats.org/officeDocument/2006/relationships" id="289" r:id="Rfd9e2aeca11c478c"/>
    <p:sldId xmlns:r="http://schemas.openxmlformats.org/officeDocument/2006/relationships" id="290" r:id="R52257e237a164326"/>
    <p:sldId xmlns:r="http://schemas.openxmlformats.org/officeDocument/2006/relationships" id="291" r:id="R3fac713369b54964"/>
    <p:sldId xmlns:r="http://schemas.openxmlformats.org/officeDocument/2006/relationships" id="292" r:id="R1ddfca83f85d4938"/>
    <p:sldId xmlns:r="http://schemas.openxmlformats.org/officeDocument/2006/relationships" id="293" r:id="Rabd85aab018442b1"/>
    <p:sldId xmlns:r="http://schemas.openxmlformats.org/officeDocument/2006/relationships" id="294" r:id="R9081e7b7959244bc"/>
    <p:sldId xmlns:r="http://schemas.openxmlformats.org/officeDocument/2006/relationships" id="295" r:id="R0f7d3af633ae41ad"/>
    <p:sldId xmlns:r="http://schemas.openxmlformats.org/officeDocument/2006/relationships" id="296" r:id="Rc02574103c884fef"/>
    <p:sldId xmlns:r="http://schemas.openxmlformats.org/officeDocument/2006/relationships" id="297" r:id="R78fb4a71733f4c2c"/>
    <p:sldId xmlns:r="http://schemas.openxmlformats.org/officeDocument/2006/relationships" id="298" r:id="Re813ec01c8c14662"/>
    <p:sldId xmlns:r="http://schemas.openxmlformats.org/officeDocument/2006/relationships" id="299" r:id="R831cbff3f28c4f92"/>
    <p:sldId xmlns:r="http://schemas.openxmlformats.org/officeDocument/2006/relationships" id="300" r:id="R20024a8c0efb425b"/>
    <p:sldId xmlns:r="http://schemas.openxmlformats.org/officeDocument/2006/relationships" id="301" r:id="R81cef823c4ee4f6c"/>
    <p:sldId xmlns:r="http://schemas.openxmlformats.org/officeDocument/2006/relationships" id="302" r:id="R07435eca02ea4295"/>
    <p:sldId xmlns:r="http://schemas.openxmlformats.org/officeDocument/2006/relationships" id="303" r:id="Rc159ebe883ac4916"/>
    <p:sldId xmlns:r="http://schemas.openxmlformats.org/officeDocument/2006/relationships" id="304" r:id="R6ae4f9b8850f4e64"/>
    <p:sldId xmlns:r="http://schemas.openxmlformats.org/officeDocument/2006/relationships" id="305" r:id="R6734c72f6d2d4e12"/>
    <p:sldId xmlns:r="http://schemas.openxmlformats.org/officeDocument/2006/relationships" id="306" r:id="R38c42c821aaa45fb"/>
    <p:sldId xmlns:r="http://schemas.openxmlformats.org/officeDocument/2006/relationships" id="307" r:id="R61ee59fb654048a4"/>
    <p:sldId xmlns:r="http://schemas.openxmlformats.org/officeDocument/2006/relationships" id="308" r:id="Re0368eddb7624c44"/>
    <p:sldId xmlns:r="http://schemas.openxmlformats.org/officeDocument/2006/relationships" id="309" r:id="R4ab546796fdf461d"/>
    <p:sldId xmlns:r="http://schemas.openxmlformats.org/officeDocument/2006/relationships" id="310" r:id="Rcd94dfb7d4a34a95"/>
    <p:sldId xmlns:r="http://schemas.openxmlformats.org/officeDocument/2006/relationships" id="311" r:id="Rb48f92dcb88846e3"/>
    <p:sldId xmlns:r="http://schemas.openxmlformats.org/officeDocument/2006/relationships" id="312" r:id="R02d414cc5c1e4a95"/>
    <p:sldId xmlns:r="http://schemas.openxmlformats.org/officeDocument/2006/relationships" id="313" r:id="Rada03a55546b4cc7"/>
    <p:sldId xmlns:r="http://schemas.openxmlformats.org/officeDocument/2006/relationships" id="314" r:id="Ra193a3dd23ed4b9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cfb59582c0341e6" /><Relationship Type="http://schemas.openxmlformats.org/officeDocument/2006/relationships/slideMaster" Target="/ppt/slideMasters/slideMaster1.xml" Id="Rc4caa55bf12c4e69" /><Relationship Type="http://schemas.openxmlformats.org/officeDocument/2006/relationships/notesMaster" Target="/ppt/notesMasters/notesMaster1.xml" Id="Rbeb5e497dd604e88" /><Relationship Type="http://schemas.openxmlformats.org/officeDocument/2006/relationships/presProps" Target="/ppt/presProps.xml" Id="Rab1ed7f03c8a4b90" /><Relationship Type="http://schemas.openxmlformats.org/officeDocument/2006/relationships/tableStyles" Target="/ppt/tableStyles.xml" Id="R271198f2495449b6" /><Relationship Type="http://schemas.openxmlformats.org/officeDocument/2006/relationships/slide" Target="/ppt/slides/slide1.xml" Id="R6d89a92c9f7f420e" /><Relationship Type="http://schemas.openxmlformats.org/officeDocument/2006/relationships/slide" Target="/ppt/slides/slide2.xml" Id="Rce1df63c20b64ca0" /><Relationship Type="http://schemas.openxmlformats.org/officeDocument/2006/relationships/slide" Target="/ppt/slides/slide3.xml" Id="R2a0f4a55ff7f462c" /><Relationship Type="http://schemas.openxmlformats.org/officeDocument/2006/relationships/slide" Target="/ppt/slides/slide4.xml" Id="R4827d01d296244dc" /><Relationship Type="http://schemas.openxmlformats.org/officeDocument/2006/relationships/slide" Target="/ppt/slides/slide5.xml" Id="Rc84773d8f72b4964" /><Relationship Type="http://schemas.openxmlformats.org/officeDocument/2006/relationships/slide" Target="/ppt/slides/slide6.xml" Id="Rc5dc09187a4d4595" /><Relationship Type="http://schemas.openxmlformats.org/officeDocument/2006/relationships/slide" Target="/ppt/slides/slide7.xml" Id="R3d41440bb4634088" /><Relationship Type="http://schemas.openxmlformats.org/officeDocument/2006/relationships/slide" Target="/ppt/slides/slide8.xml" Id="Rff947dd2672549b4" /><Relationship Type="http://schemas.openxmlformats.org/officeDocument/2006/relationships/slide" Target="/ppt/slides/slide9.xml" Id="R8a53dab4ae4b4191" /><Relationship Type="http://schemas.openxmlformats.org/officeDocument/2006/relationships/slide" Target="/ppt/slides/slide10.xml" Id="R3c230c9af4e045c5" /><Relationship Type="http://schemas.openxmlformats.org/officeDocument/2006/relationships/slide" Target="/ppt/slides/slide11.xml" Id="R237cc21d88b04836" /><Relationship Type="http://schemas.openxmlformats.org/officeDocument/2006/relationships/slide" Target="/ppt/slides/slide12.xml" Id="Rd5895d0ce294448c" /><Relationship Type="http://schemas.openxmlformats.org/officeDocument/2006/relationships/slide" Target="/ppt/slides/slide13.xml" Id="R1210946217264bc3" /><Relationship Type="http://schemas.openxmlformats.org/officeDocument/2006/relationships/slide" Target="/ppt/slides/slide14.xml" Id="Rc13ce1a42d564a70" /><Relationship Type="http://schemas.openxmlformats.org/officeDocument/2006/relationships/slide" Target="/ppt/slides/slide15.xml" Id="R43d3a89a7fce42c2" /><Relationship Type="http://schemas.openxmlformats.org/officeDocument/2006/relationships/slide" Target="/ppt/slides/slide16.xml" Id="R1f79fc185e2d48e8" /><Relationship Type="http://schemas.openxmlformats.org/officeDocument/2006/relationships/slide" Target="/ppt/slides/slide17.xml" Id="R4bb6b8bc8dc04aac" /><Relationship Type="http://schemas.openxmlformats.org/officeDocument/2006/relationships/slide" Target="/ppt/slides/slide18.xml" Id="R17e6e0a2266d4740" /><Relationship Type="http://schemas.openxmlformats.org/officeDocument/2006/relationships/slide" Target="/ppt/slides/slide19.xml" Id="R297e4447d47547d5" /><Relationship Type="http://schemas.openxmlformats.org/officeDocument/2006/relationships/slide" Target="/ppt/slides/slide20.xml" Id="R61a65b2cef384c17" /><Relationship Type="http://schemas.openxmlformats.org/officeDocument/2006/relationships/slide" Target="/ppt/slides/slide21.xml" Id="R05719c4de74f4b75" /><Relationship Type="http://schemas.openxmlformats.org/officeDocument/2006/relationships/slide" Target="/ppt/slides/slide22.xml" Id="R8886ac55dbee4e86" /><Relationship Type="http://schemas.openxmlformats.org/officeDocument/2006/relationships/slide" Target="/ppt/slides/slide23.xml" Id="R7c981e2554694293" /><Relationship Type="http://schemas.openxmlformats.org/officeDocument/2006/relationships/slide" Target="/ppt/slides/slide24.xml" Id="Rf1184a667de9480d" /><Relationship Type="http://schemas.openxmlformats.org/officeDocument/2006/relationships/slide" Target="/ppt/slides/slide25.xml" Id="R6f8c90f16b964893" /><Relationship Type="http://schemas.openxmlformats.org/officeDocument/2006/relationships/slide" Target="/ppt/slides/slide26.xml" Id="R296b0a02b4674e0c" /><Relationship Type="http://schemas.openxmlformats.org/officeDocument/2006/relationships/slide" Target="/ppt/slides/slide27.xml" Id="Raedfbaf65f294289" /><Relationship Type="http://schemas.openxmlformats.org/officeDocument/2006/relationships/slide" Target="/ppt/slides/slide28.xml" Id="R0f58c80d2e0d45dd" /><Relationship Type="http://schemas.openxmlformats.org/officeDocument/2006/relationships/slide" Target="/ppt/slides/slide29.xml" Id="Rf87e93e823c74ee1" /><Relationship Type="http://schemas.openxmlformats.org/officeDocument/2006/relationships/slide" Target="/ppt/slides/slide30.xml" Id="R0524b53e5bbc463b" /><Relationship Type="http://schemas.openxmlformats.org/officeDocument/2006/relationships/slide" Target="/ppt/slides/slide31.xml" Id="R6132296cd77b47d3" /><Relationship Type="http://schemas.openxmlformats.org/officeDocument/2006/relationships/slide" Target="/ppt/slides/slide32.xml" Id="R0d79f40fbe9f4623" /><Relationship Type="http://schemas.openxmlformats.org/officeDocument/2006/relationships/slide" Target="/ppt/slides/slide33.xml" Id="Re227daa4a69d4009" /><Relationship Type="http://schemas.openxmlformats.org/officeDocument/2006/relationships/slide" Target="/ppt/slides/slide34.xml" Id="Rfd9e2aeca11c478c" /><Relationship Type="http://schemas.openxmlformats.org/officeDocument/2006/relationships/slide" Target="/ppt/slides/slide35.xml" Id="R52257e237a164326" /><Relationship Type="http://schemas.openxmlformats.org/officeDocument/2006/relationships/slide" Target="/ppt/slides/slide36.xml" Id="R3fac713369b54964" /><Relationship Type="http://schemas.openxmlformats.org/officeDocument/2006/relationships/slide" Target="/ppt/slides/slide37.xml" Id="R1ddfca83f85d4938" /><Relationship Type="http://schemas.openxmlformats.org/officeDocument/2006/relationships/slide" Target="/ppt/slides/slide38.xml" Id="Rabd85aab018442b1" /><Relationship Type="http://schemas.openxmlformats.org/officeDocument/2006/relationships/slide" Target="/ppt/slides/slide39.xml" Id="R9081e7b7959244bc" /><Relationship Type="http://schemas.openxmlformats.org/officeDocument/2006/relationships/slide" Target="/ppt/slides/slide40.xml" Id="R0f7d3af633ae41ad" /><Relationship Type="http://schemas.openxmlformats.org/officeDocument/2006/relationships/slide" Target="/ppt/slides/slide41.xml" Id="Rc02574103c884fef" /><Relationship Type="http://schemas.openxmlformats.org/officeDocument/2006/relationships/slide" Target="/ppt/slides/slide42.xml" Id="R78fb4a71733f4c2c" /><Relationship Type="http://schemas.openxmlformats.org/officeDocument/2006/relationships/slide" Target="/ppt/slides/slide43.xml" Id="Re813ec01c8c14662" /><Relationship Type="http://schemas.openxmlformats.org/officeDocument/2006/relationships/slide" Target="/ppt/slides/slide44.xml" Id="R831cbff3f28c4f92" /><Relationship Type="http://schemas.openxmlformats.org/officeDocument/2006/relationships/slide" Target="/ppt/slides/slide45.xml" Id="R20024a8c0efb425b" /><Relationship Type="http://schemas.openxmlformats.org/officeDocument/2006/relationships/slide" Target="/ppt/slides/slide46.xml" Id="R81cef823c4ee4f6c" /><Relationship Type="http://schemas.openxmlformats.org/officeDocument/2006/relationships/slide" Target="/ppt/slides/slide47.xml" Id="R07435eca02ea4295" /><Relationship Type="http://schemas.openxmlformats.org/officeDocument/2006/relationships/slide" Target="/ppt/slides/slide48.xml" Id="Rc159ebe883ac4916" /><Relationship Type="http://schemas.openxmlformats.org/officeDocument/2006/relationships/slide" Target="/ppt/slides/slide49.xml" Id="R6ae4f9b8850f4e64" /><Relationship Type="http://schemas.openxmlformats.org/officeDocument/2006/relationships/slide" Target="/ppt/slides/slide50.xml" Id="R6734c72f6d2d4e12" /><Relationship Type="http://schemas.openxmlformats.org/officeDocument/2006/relationships/slide" Target="/ppt/slides/slide51.xml" Id="R38c42c821aaa45fb" /><Relationship Type="http://schemas.openxmlformats.org/officeDocument/2006/relationships/slide" Target="/ppt/slides/slide52.xml" Id="R61ee59fb654048a4" /><Relationship Type="http://schemas.openxmlformats.org/officeDocument/2006/relationships/slide" Target="/ppt/slides/slide53.xml" Id="Re0368eddb7624c44" /><Relationship Type="http://schemas.openxmlformats.org/officeDocument/2006/relationships/slide" Target="/ppt/slides/slide54.xml" Id="R4ab546796fdf461d" /><Relationship Type="http://schemas.openxmlformats.org/officeDocument/2006/relationships/slide" Target="/ppt/slides/slide55.xml" Id="Rcd94dfb7d4a34a95" /><Relationship Type="http://schemas.openxmlformats.org/officeDocument/2006/relationships/slide" Target="/ppt/slides/slide56.xml" Id="Rb48f92dcb88846e3" /><Relationship Type="http://schemas.openxmlformats.org/officeDocument/2006/relationships/slide" Target="/ppt/slides/slide57.xml" Id="R02d414cc5c1e4a95" /><Relationship Type="http://schemas.openxmlformats.org/officeDocument/2006/relationships/slide" Target="/ppt/slides/slide58.xml" Id="Rada03a55546b4cc7" /><Relationship Type="http://schemas.openxmlformats.org/officeDocument/2006/relationships/slide" Target="/ppt/slides/slide59.xml" Id="Ra193a3dd23ed4b9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bb429c8bf849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Afternoon">
      <a:dk1>
        <a:srgbClr val="0F1E2E"/>
      </a:dk1>
      <a:lt1>
        <a:srgbClr val="FFFFFF"/>
      </a:lt1>
      <a:dk2>
        <a:srgbClr val="F0F4F8"/>
      </a:dk2>
      <a:lt2>
        <a:srgbClr val="E2EDF8"/>
      </a:lt2>
      <a:accent1>
        <a:srgbClr val="1B64DA"/>
      </a:accent1>
      <a:accent2>
        <a:srgbClr val="FF6B4A"/>
      </a:accent2>
      <a:accent3>
        <a:srgbClr val="0E9F94"/>
      </a:accent3>
      <a:accent4>
        <a:srgbClr val="6366F1"/>
      </a:accent4>
      <a:accent5>
        <a:srgbClr val="F59E0B"/>
      </a:accent5>
      <a:accent6>
        <a:srgbClr val="10B981"/>
      </a:accent6>
      <a:hlink>
        <a:srgbClr val="1B64DA"/>
      </a:hlink>
      <a:folHlink>
        <a:srgbClr val="6366F1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2bea01b3a984657" /><Relationship Type="http://schemas.openxmlformats.org/officeDocument/2006/relationships/notesMaster" Target="/ppt/notesMasters/notesMaster1.xml" Id="R55e289652e5c45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c1d69014504c6d" /><Relationship Type="http://schemas.openxmlformats.org/officeDocument/2006/relationships/notesMaster" Target="/ppt/notesMasters/notesMaster1.xml" Id="R9c6b8b5486d845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d81a554b8747d3" /><Relationship Type="http://schemas.openxmlformats.org/officeDocument/2006/relationships/notesMaster" Target="/ppt/notesMasters/notesMaster1.xml" Id="Rcf5091a6003b48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a19bf92c65449d" /><Relationship Type="http://schemas.openxmlformats.org/officeDocument/2006/relationships/notesMaster" Target="/ppt/notesMasters/notesMaster1.xml" Id="R556d14582bb048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9c2a72b5124ebb" /><Relationship Type="http://schemas.openxmlformats.org/officeDocument/2006/relationships/notesMaster" Target="/ppt/notesMasters/notesMaster1.xml" Id="Rbbe7986f8c4944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5428e80fc04c05" /><Relationship Type="http://schemas.openxmlformats.org/officeDocument/2006/relationships/notesMaster" Target="/ppt/notesMasters/notesMaster1.xml" Id="R4c4df9d317ce439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2ad2b2960c4040" /><Relationship Type="http://schemas.openxmlformats.org/officeDocument/2006/relationships/notesMaster" Target="/ppt/notesMasters/notesMaster1.xml" Id="R05e0bc5ecada431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b7ed7a11e1a44d4" /><Relationship Type="http://schemas.openxmlformats.org/officeDocument/2006/relationships/notesMaster" Target="/ppt/notesMasters/notesMaster1.xml" Id="R877bd37bc62342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c227d3cb59940e5" /><Relationship Type="http://schemas.openxmlformats.org/officeDocument/2006/relationships/notesMaster" Target="/ppt/notesMasters/notesMaster1.xml" Id="R62aa5c2ecfd54de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f9c45da77cf4478" /><Relationship Type="http://schemas.openxmlformats.org/officeDocument/2006/relationships/notesMaster" Target="/ppt/notesMasters/notesMaster1.xml" Id="R17040bfdaf0d4b2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1de4c36089343cc" /><Relationship Type="http://schemas.openxmlformats.org/officeDocument/2006/relationships/notesMaster" Target="/ppt/notesMasters/notesMaster1.xml" Id="Raeb0962641cc406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95bf7484dee40c4" /><Relationship Type="http://schemas.openxmlformats.org/officeDocument/2006/relationships/notesMaster" Target="/ppt/notesMasters/notesMaster1.xml" Id="R610b9e797231475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6075ad9f6fa4cda" /><Relationship Type="http://schemas.openxmlformats.org/officeDocument/2006/relationships/notesMaster" Target="/ppt/notesMasters/notesMaster1.xml" Id="Rbb8307af02b44f6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14e559b26fc4e4e" /><Relationship Type="http://schemas.openxmlformats.org/officeDocument/2006/relationships/notesMaster" Target="/ppt/notesMasters/notesMaster1.xml" Id="R1035cdcf967d4d3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810bbbff01b4f1b" /><Relationship Type="http://schemas.openxmlformats.org/officeDocument/2006/relationships/notesMaster" Target="/ppt/notesMasters/notesMaster1.xml" Id="R38afd025870b4da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0898722f2f84298" /><Relationship Type="http://schemas.openxmlformats.org/officeDocument/2006/relationships/notesMaster" Target="/ppt/notesMasters/notesMaster1.xml" Id="R2d7946fd684743e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123547f45064c33" /><Relationship Type="http://schemas.openxmlformats.org/officeDocument/2006/relationships/notesMaster" Target="/ppt/notesMasters/notesMaster1.xml" Id="R1cccfb86e5d9409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7a9d9bf4f934d84" /><Relationship Type="http://schemas.openxmlformats.org/officeDocument/2006/relationships/notesMaster" Target="/ppt/notesMasters/notesMaster1.xml" Id="Re1a7bee638b643f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e738c0936f24615" /><Relationship Type="http://schemas.openxmlformats.org/officeDocument/2006/relationships/notesMaster" Target="/ppt/notesMasters/notesMaster1.xml" Id="R7fc88790eecf44a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7fba03f76e54095" /><Relationship Type="http://schemas.openxmlformats.org/officeDocument/2006/relationships/notesMaster" Target="/ppt/notesMasters/notesMaster1.xml" Id="R464c2a05abc6405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38e146886384e68" /><Relationship Type="http://schemas.openxmlformats.org/officeDocument/2006/relationships/notesMaster" Target="/ppt/notesMasters/notesMaster1.xml" Id="R46c54a4d851449a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a693842eb284134" /><Relationship Type="http://schemas.openxmlformats.org/officeDocument/2006/relationships/notesMaster" Target="/ppt/notesMasters/notesMaster1.xml" Id="R7ef0f5b6659c4bd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84848f9df1348fb" /><Relationship Type="http://schemas.openxmlformats.org/officeDocument/2006/relationships/notesMaster" Target="/ppt/notesMasters/notesMaster1.xml" Id="Red0398472ef54e8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9ffb0cd859a4988" /><Relationship Type="http://schemas.openxmlformats.org/officeDocument/2006/relationships/notesMaster" Target="/ppt/notesMasters/notesMaster1.xml" Id="R41e6d4a63a424bc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4a44bb34e3147e8" /><Relationship Type="http://schemas.openxmlformats.org/officeDocument/2006/relationships/notesMaster" Target="/ppt/notesMasters/notesMaster1.xml" Id="Rbcebc18a23f3425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07a8bb65e2e419b" /><Relationship Type="http://schemas.openxmlformats.org/officeDocument/2006/relationships/notesMaster" Target="/ppt/notesMasters/notesMaster1.xml" Id="Rf8f66649f1a84c0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fe423df9ddb4947" /><Relationship Type="http://schemas.openxmlformats.org/officeDocument/2006/relationships/notesMaster" Target="/ppt/notesMasters/notesMaster1.xml" Id="R6c707b6226964a8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d266d14200f45a8" /><Relationship Type="http://schemas.openxmlformats.org/officeDocument/2006/relationships/notesMaster" Target="/ppt/notesMasters/notesMaster1.xml" Id="R4b6bfc2ba9ce41e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4fddab5a9bf41b3" /><Relationship Type="http://schemas.openxmlformats.org/officeDocument/2006/relationships/notesMaster" Target="/ppt/notesMasters/notesMaster1.xml" Id="Rde17bfb10ac04e7e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db4f80ade3d4be2" /><Relationship Type="http://schemas.openxmlformats.org/officeDocument/2006/relationships/notesMaster" Target="/ppt/notesMasters/notesMaster1.xml" Id="Ree84074ce24e420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aed63fd3de843c4" /><Relationship Type="http://schemas.openxmlformats.org/officeDocument/2006/relationships/notesMaster" Target="/ppt/notesMasters/notesMaster1.xml" Id="R851f4157d642474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d519bc2dafd4661" /><Relationship Type="http://schemas.openxmlformats.org/officeDocument/2006/relationships/notesMaster" Target="/ppt/notesMasters/notesMaster1.xml" Id="R8d49170d06c34f5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f0304125def4080" /><Relationship Type="http://schemas.openxmlformats.org/officeDocument/2006/relationships/notesMaster" Target="/ppt/notesMasters/notesMaster1.xml" Id="Ra1b9de794307402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75cdab315499486b" /><Relationship Type="http://schemas.openxmlformats.org/officeDocument/2006/relationships/notesMaster" Target="/ppt/notesMasters/notesMaster1.xml" Id="Re335aa92fa6b41b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c079e86dbe24950" /><Relationship Type="http://schemas.openxmlformats.org/officeDocument/2006/relationships/notesMaster" Target="/ppt/notesMasters/notesMaster1.xml" Id="Rf084501dae8b414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191cb5fdc594a61" /><Relationship Type="http://schemas.openxmlformats.org/officeDocument/2006/relationships/notesMaster" Target="/ppt/notesMasters/notesMaster1.xml" Id="R43e1ef840c234cff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a7421f66161f4440" /><Relationship Type="http://schemas.openxmlformats.org/officeDocument/2006/relationships/notesMaster" Target="/ppt/notesMasters/notesMaster1.xml" Id="R994ad85cc3a74213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4e608b3affcc481c" /><Relationship Type="http://schemas.openxmlformats.org/officeDocument/2006/relationships/notesMaster" Target="/ppt/notesMasters/notesMaster1.xml" Id="R527cd35c455e44a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940c19a1fdc4cc0" /><Relationship Type="http://schemas.openxmlformats.org/officeDocument/2006/relationships/notesMaster" Target="/ppt/notesMasters/notesMaster1.xml" Id="R9b2f50a52aac44ae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a5e926e868c34707" /><Relationship Type="http://schemas.openxmlformats.org/officeDocument/2006/relationships/notesMaster" Target="/ppt/notesMasters/notesMaster1.xml" Id="R38ef39f19a024fef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5337fe35bb15434a" /><Relationship Type="http://schemas.openxmlformats.org/officeDocument/2006/relationships/notesMaster" Target="/ppt/notesMasters/notesMaster1.xml" Id="R37b3b48c903f4d76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51e37733eee44dc8" /><Relationship Type="http://schemas.openxmlformats.org/officeDocument/2006/relationships/notesMaster" Target="/ppt/notesMasters/notesMaster1.xml" Id="R7debd49f0d114b2d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e65d138f7b0e47fb" /><Relationship Type="http://schemas.openxmlformats.org/officeDocument/2006/relationships/notesMaster" Target="/ppt/notesMasters/notesMaster1.xml" Id="R78dc115fcd77476b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5ad030b869244d32" /><Relationship Type="http://schemas.openxmlformats.org/officeDocument/2006/relationships/notesMaster" Target="/ppt/notesMasters/notesMaster1.xml" Id="Re2be4b09b64d44df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bdbcf2cdb3904792" /><Relationship Type="http://schemas.openxmlformats.org/officeDocument/2006/relationships/notesMaster" Target="/ppt/notesMasters/notesMaster1.xml" Id="R0403c8f912e447b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1a87432faed94aa7" /><Relationship Type="http://schemas.openxmlformats.org/officeDocument/2006/relationships/notesMaster" Target="/ppt/notesMasters/notesMaster1.xml" Id="R2159a925ab44498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028a881901314541" /><Relationship Type="http://schemas.openxmlformats.org/officeDocument/2006/relationships/notesMaster" Target="/ppt/notesMasters/notesMaster1.xml" Id="R9f122c6cb34b42bb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e91a28829d3941f9" /><Relationship Type="http://schemas.openxmlformats.org/officeDocument/2006/relationships/notesMaster" Target="/ppt/notesMasters/notesMaster1.xml" Id="R2330bd3221304063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ab5cb9103a054007" /><Relationship Type="http://schemas.openxmlformats.org/officeDocument/2006/relationships/notesMaster" Target="/ppt/notesMasters/notesMaster1.xml" Id="R57c208490a9b4da4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5ff26fa100ab473a" /><Relationship Type="http://schemas.openxmlformats.org/officeDocument/2006/relationships/notesMaster" Target="/ppt/notesMasters/notesMaster1.xml" Id="R4205dd4108c44d83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000724d7cd3b4541" /><Relationship Type="http://schemas.openxmlformats.org/officeDocument/2006/relationships/notesMaster" Target="/ppt/notesMasters/notesMaster1.xml" Id="R234f1fb6f8d04541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3ceb297fd2cc4a9c" /><Relationship Type="http://schemas.openxmlformats.org/officeDocument/2006/relationships/notesMaster" Target="/ppt/notesMasters/notesMaster1.xml" Id="R35070586d4dc400c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3233c958f80248f8" /><Relationship Type="http://schemas.openxmlformats.org/officeDocument/2006/relationships/notesMaster" Target="/ppt/notesMasters/notesMaster1.xml" Id="R8caf1a30845c46c1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fd49cf6baef34ffe" /><Relationship Type="http://schemas.openxmlformats.org/officeDocument/2006/relationships/notesMaster" Target="/ppt/notesMasters/notesMaster1.xml" Id="R35499752bd0d4f48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f8fe405ea98c4eaf" /><Relationship Type="http://schemas.openxmlformats.org/officeDocument/2006/relationships/notesMaster" Target="/ppt/notesMasters/notesMaster1.xml" Id="R28d0ae693ddf4665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23166dac82034c95" /><Relationship Type="http://schemas.openxmlformats.org/officeDocument/2006/relationships/notesMaster" Target="/ppt/notesMasters/notesMaster1.xml" Id="R7c94f4d9b9184538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bbaa21402d0b471a" /><Relationship Type="http://schemas.openxmlformats.org/officeDocument/2006/relationships/notesMaster" Target="/ppt/notesMasters/notesMaster1.xml" Id="R59c29c24fafb408b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e8400ed0fb83464a" /><Relationship Type="http://schemas.openxmlformats.org/officeDocument/2006/relationships/notesMaster" Target="/ppt/notesMasters/notesMaster1.xml" Id="R666ff8b3dae746c4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51aae41ce19c4004" /><Relationship Type="http://schemas.openxmlformats.org/officeDocument/2006/relationships/notesMaster" Target="/ppt/notesMasters/notesMaster1.xml" Id="Rdf48e75210c94db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說明下午不是程式設計課，而是任務設計、權限判斷與成果驗證課。沒有 Google 訂閱的參與者可在 Codex 完成主要任務，Antigravity 採同組共作。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提醒每一段都沿用上午作品與同一個教學／研究痛點與問題。參與者不需要重新發想題目。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用一個例子說明：『告訴我如何改網站』是對話；『依我的規則產出設計建議』是助理；『讀取專案、修改、測試、交付』才是 Agent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要求參與者之後每次都問：Agent 的完成證據在哪裡？若只有一段漂亮說明，工作還沒有完成。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為什麼 Agent 會在 2026 年初開始紅起來？OpenClaw（小龍蝦）是一個很適合拿來說明轉折的案例：大家原本把 AI 想成聊天機器人，但 OpenClaw 讓人更直觀地看到，模型可以透過 Gateway 連接模型、工具、訊息渠道與裝置，從回答問題進一步變成執行任務。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OpenClaw 官方文件與原始碼說明，它可以使用主機上的工具，也能透過 companion apps／nodes 執行裝置端行動；官方 CLI 有 agent exec，MCP 也能把外部工具納入執行面。這就是「長了手腳」的比喻：模型不只輸出文字，還能讀取環境、呼叫軟體、執行命令、操作瀏覽器或串接其他工具。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這頁的「爆紅」是社群現象與教學脈絡，不宣稱 OpenClaw 單獨造成三大公司的路線轉向；比較精準的說法是，OpenClaw 讓一條產業共同注意的道路變得可見：模型強度已經足以開始調用工具、串接 MCP／CLI，並把人類交代的事情推進成閉環任務。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最後提醒：本地端工具權限越大，風險也越高。使用 Agent 前要限定工作區、權限、可用工具與停止條件，這正好銜接後面的 Harness 與 Human-in-the-loop。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https://openclaw.ai/</a:t>
            </a:r>
          </a:p>
          <a:p xmlns:a="http://schemas.openxmlformats.org/drawingml/2006/main">
            <a:r>
              <a:t>- https://github.com/openclaw/openclaw</a:t>
            </a:r>
          </a:p>
          <a:p xmlns:a="http://schemas.openxmlformats.org/drawingml/2006/main">
            <a:r>
              <a:t>- https://docs.openclaw.ai/cli/agent</a:t>
            </a:r>
          </a:p>
          <a:p xmlns:a="http://schemas.openxmlformats.org/drawingml/2006/main">
            <a:r>
              <a:t>- https://github.com/openclaw/openclaw/blob/main/docs/cli/mcp.md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先把 Agent 想成一個可以自己跑的工作閉環：給定指令後，它能理解目標、規劃步驟、使用工具、驗證結果，最後交付成品，甚至長時間不中斷地工作。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Human-in-the-loop 的意思不是人類把每一步都代做，而是人仍然在 loop 裡設定目標、授權範圍、監控方向，並在關鍵節點做決策。人要看 Agent 有沒有做錯、做歪，是否偏離真正目的。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全自動通常更快，但難以保證每一個中間決策都正確；加入人類介入可能慢一點，卻能換取更高的可信度、可追查性與責任清楚。請大家把「何時必須停下來問人？」寫進自己的任務簡報。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阿凱老師的『人生交往學』選型心法（下午場核心概論）：</a:t>
            </a:r>
          </a:p>
          <a:p xmlns:a="http://schemas.openxmlformats.org/drawingml/2006/main">
            <a:r>
              <a:t>1. Gemini 3.7 Flash 是 Google 目前面向複雜 coding 與 Agent 工作流的工作馬，適合放進 Antigravity 長鏈執行。講者個人使用體感是：相較其他家 Agent，執行速度快 20 倍以上，很像熱血年輕人；這是個人工作流觀察，不是官方 benchmark，也不代表所有任務固定如此。</a:t>
            </a:r>
          </a:p>
          <a:p xmlns:a="http://schemas.openxmlformats.org/drawingml/2006/main">
            <a:r>
              <a:t>2. Claude 就像成熟穩重的伴侶進入婚姻生活，極度沉穩可靠；仍要依現場模型、額度與方案確認實際可用性。</a:t>
            </a:r>
          </a:p>
          <a:p xmlns:a="http://schemas.openxmlformats.org/drawingml/2006/main">
            <a:r>
              <a:t>3. Codex 介於不同工作風格之間，適合語音協作、檔案操作與頻繁試錯。</a:t>
            </a:r>
          </a:p>
          <a:p xmlns:a="http://schemas.openxmlformats.org/drawingml/2006/main">
            <a:r>
              <a:t>選 Agent 不是看名氣，而是依當下的任務緊急度、複雜度、權限與驗收證據挑選合適的夥伴。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https://www.anthropic.com/news/claude-sonnet-5</a:t>
            </a:r>
          </a:p>
          <a:p xmlns:a="http://schemas.openxmlformats.org/drawingml/2006/main">
            <a:r>
              <a:t>- https://www.anthropic.com/news/claude-opus-4-8</a:t>
            </a:r>
          </a:p>
          <a:p xmlns:a="http://schemas.openxmlformats.org/drawingml/2006/main">
            <a:r>
              <a:t>- https://www.anthropic.com/news/claude-fable-5-mythos-5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https://ai.google.dev/gemini-api/docs/models/gemini-3.7-flash</a:t>
            </a:r>
          </a:p>
          <a:p xmlns:a="http://schemas.openxmlformats.org/drawingml/2006/main">
            <a:r>
              <a:t>- https://blog.google/innovation-and-ai/models-and-research/gemini-models/introducing-gemini-3-7-flash/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請每組建立一個專案資料夾，放入上午成果、需求說明與素材。Agent 需要可讀的工作區，不要只靠聊天記憶。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這三個案例分別支援學生資料、PIRLS 評量與 Agent Skills 的實作討論。先判斷輸入資料、規則與驗收，再決定交給哪個 Agent。本次資料依據案例公開版本與測試結果稽核。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https://cagoooo.github.io/Akai/tool/73/</a:t>
            </a:r>
          </a:p>
          <a:p xmlns:a="http://schemas.openxmlformats.org/drawingml/2006/main">
            <a:r>
              <a:t>- https://cagoooo.github.io/filter/</a:t>
            </a:r>
          </a:p>
          <a:p xmlns:a="http://schemas.openxmlformats.org/drawingml/2006/main">
            <a:r>
              <a:t>- https://cagoooo.github.io/Akai/tool/87/</a:t>
            </a:r>
          </a:p>
          <a:p xmlns:a="http://schemas.openxmlformats.org/drawingml/2006/main">
            <a:r>
              <a:t>- https://cagoooo.github.io/pirls-questioncraft/</a:t>
            </a:r>
          </a:p>
          <a:p xmlns:a="http://schemas.openxmlformats.org/drawingml/2006/main">
            <a:r>
              <a:t>- https://cagoooo.github.io/Akai/tool/103/</a:t>
            </a:r>
          </a:p>
          <a:p xmlns:a="http://schemas.openxmlformats.org/drawingml/2006/main">
            <a:r>
              <a:t>- https://cagoooo.github.io/PlayRight/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三個案例分別對應研究資料、無障礙檢核與規準式 AI 審查。請參與者比較：哪些步驟能交給 Agent，哪些判斷必須保留人工責任。本次資料依據案例公開版本與測試結果稽核。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https://cagoooo.github.io/Akai/tool/105/</a:t>
            </a:r>
          </a:p>
          <a:p xmlns:a="http://schemas.openxmlformats.org/drawingml/2006/main">
            <a:r>
              <a:t>- https://cagoooo.github.io/taic-edu/</a:t>
            </a:r>
          </a:p>
          <a:p xmlns:a="http://schemas.openxmlformats.org/drawingml/2006/main">
            <a:r>
              <a:t>- https://cagoooo.github.io/Akai/tool/123/</a:t>
            </a:r>
          </a:p>
          <a:p xmlns:a="http://schemas.openxmlformats.org/drawingml/2006/main">
            <a:r>
              <a:t>- https://cagoooo.github.io/smes-web-migration/</a:t>
            </a:r>
          </a:p>
          <a:p xmlns:a="http://schemas.openxmlformats.org/drawingml/2006/main">
            <a:r>
              <a:t>- https://cagoooo.github.io/Akai/tool/88/</a:t>
            </a:r>
          </a:p>
          <a:p xmlns:a="http://schemas.openxmlformats.org/drawingml/2006/main">
            <a:r>
              <a:t>- https://cagoooo.github.io/JHScurriculum/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章節轉場。Antigravity 實作以同組共作為主，實際可用功能依現場帳號方案與管理政策為準。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將 Antigravity 描述為可啟動、監看與協調 AI agents 活動的中央指揮中心。教學上最重要的是任務與驗收，而不是介面按鈕。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Gemini 3.7 Flash 是本次 Antigravity 區段要特別認識的新模型。Google 官方將它定位為面向 coding 與 Agent 工作的 workhorse；官方文件也列出它適合複雜 coding、agentic workflows 與可靠的多步驟執行。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這裡的「可以工作、可以 harness」不是把所有責任交給模型，而是把模型放進一個清楚的 Agent Harness：目標要明確、素材與工具要限定、權限要分級、完成條件要可驗收，還要寫出什麼情況必須停止並請人決定。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因此可以鼓勵大家把 Gemini 3.7 Flash 當成一匹值得期待的工作馬，但不要把「更能長時間完成任務」誤解成「每次都不需要人檢查」。可信任的交付仍然來自模型能力、Harness 設計與 Human-in-the-loop 三者一起工作。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https://ai.google.dev/gemini-api/docs/models/gemini-3.7-flash</a:t>
            </a:r>
          </a:p>
          <a:p xmlns:a="http://schemas.openxmlformats.org/drawingml/2006/main">
            <a:r>
              <a:t>- https://ai.google.dev/gemini-api/docs/latest-model</a:t>
            </a:r>
          </a:p>
          <a:p xmlns:a="http://schemas.openxmlformats.org/drawingml/2006/main">
            <a:r>
              <a:t>- https://blog.google/innovation-and-ai/models-and-research/gemini-models/introducing-gemini-3-7-flash/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示範先請 Agent 閱讀並摘要專案，不立即修改。讓參與者建立『先觀察，再授權』的操作節奏。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請每組照四句話改成自己的任務。若任務無法在 20 分鐘內驗收，先縮小範圍。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示範任務可選：修正 RWD、加入一個形成性回饋、改善無障礙標籤。刻意要求 Agent 不要發布，讓權限邊界可見。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請參與者對示範結果追問：『你實際跑了什麼？』『哪一項沒有驗證？』培養證據導向，而不是相信完成宣告。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每組只做一項改善。若工具不可用，觀察員可用任務簡報與驗收規準進行紙上模擬，之後在 Codex 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Gemini Spark 想成會按時上工的 Agent：任務不只在當下對話中完成，也可以依排程或監控條件在背景啟動。影片示範了用 Gemini Notebook 作為知識來源，再搭配 Skill 讓工作遵循固定規則。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官方說明將這類功能拆成任務、排程與 Skill；可用自然語言建立，也可在任務中用「/」選取既有 Skill。排程的實際可用性依帳號、方案、地區與 Google 政策而變，不能把功能狀態或完成時間當成所有人都相同。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https://support.google.com/gemini/answer/17094710?hl=zh-HK</a:t>
            </a:r>
          </a:p>
          <a:p xmlns:a="http://schemas.openxmlformats.org/drawingml/2006/main">
            <a:r>
              <a:t>- https://youtu.be/kbAgdV__8Mc?si=b9NH1NDr67lf5CZ_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影片的教學路徑很適合轉成現場方法：先用 Gemini Notebook 整理政府公文寫作指南、採購法與單位補充規則，再建立公文寫作 Skill，最後在 Spark 任務中選取 Skill 產生草稿，打開 Google 文件人工修訂。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影片也清楚提醒：AI 產出是第一版，不是直接發布的正式文件。把「Review」保留在流程中，才能讓來源、格式、語氣與單位情境真正對齊。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https://youtu.be/kbAgdV__8Mc?si=b9NH1NDr67lf5CZ_</a:t>
            </a:r>
          </a:p>
          <a:p xmlns:a="http://schemas.openxmlformats.org/drawingml/2006/main">
            <a:r>
              <a:t>- https://support.google.com/gemini/answer/17094710?hl=zh-HK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用四個問題拆解一個 Spark 工作：要做什麼？什麼時候做？遵循什麼方法？可以使用哪些資料與應用程式？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Google 官方文件將 Task、Schedule、Skill 分別對應 what、when、how；連結應用程式則是實際執行時的資料與工具邊界。拆開後，任務比較容易重複、檢查與交接。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https://support.google.com/gemini/answer/17094710?hl=zh-HK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請把自己的高頻痛點縮成一個每週任務：例如整理課程新知、彙整研究摘要或產出下週備課提醒。先用公開或合成資料練習，不放入學生個資。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排程建立後，第一次執行要檢查來源、格式、時間與結果。把「哪裡需要人工確認」寫進 Skill 或任務簡報，讓下一次執行不必重新猜測。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https://youtu.be/kbAgdV__8Mc?si=b9NH1NDr67lf5CZ_</a:t>
            </a:r>
          </a:p>
          <a:p xmlns:a="http://schemas.openxmlformats.org/drawingml/2006/main">
            <a:r>
              <a:t>- https://support.google.com/gemini/answer/17094710?hl=zh-HK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這是從影片延伸出的學習歷程：先用一次任務找到痛點，再把成功做法與錯誤案例整理成 Skill，接著交給排程反覆執行，每次都由人回顧並改良。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下載大神或社群公開的 Skill 只是起點；真正有價值的是把它調整成自己的資料、規則、語氣、工作場域與生活節奏。Skill 不是一次安裝就結束，而是會隨著使用與回饋進化的工作資產。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https://youtu.be/kbAgdV__8Mc?si=b9NH1NDr67lf5CZ_</a:t>
            </a:r>
          </a:p>
          <a:p xmlns:a="http://schemas.openxmlformats.org/drawingml/2006/main">
            <a:r>
              <a:t>- https://support.google.com/gemini/answer/17094710?hl=zh-HK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 Antigravity 今日最值得補進工作方式的更新：官方 Remote Control 可讓使用者從任何網頁瀏覽器連線並操作 Antigravity 2.0 的桌面工作階段，查看對話、開始新 Agent 任務、檢視計畫與 artifacts。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官方文件目前標示功能正在逐步開放，Google AI Ultra 方案優先取得；因此現場要先確認自己的帳號是否看得到 Enable Remote Control。主機也要保持開機、未睡眠並連線。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https://antigravity.google/docs/remote-control/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現場示範口訣：啟用、連線、選機、修正。若設定中沒有 Enable Remote Control，不要自行猜測或改設定檔，先確認功能是否已 rollout 到帳號／方案；可改用 Codex 或 Claude 的既有遠端流程完成同一個教學目標。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https://antigravity.google/docs/remote-control/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轉場：下午用同一個任務進入 Codex，比較工作方式與成果證據，而不是比較誰的回答比較像人。桌面版 ChatGPT Voice 可在 Work／Codex 中直接口述、插話與追問進度；模型與方案會變動，本次仍以 GPT-5.6 Luna＋Max 作為講師的成本效益示範取向。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示範如何把一個模糊要求改成可驗證任務。強調 Codex 可以處理檔案與專案工作，桌面版也能用 Voice 口述任務；使用者仍需界定範圍、麥克風與工作區權限。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這段可直接複製給 Codex，再把目標換成各組需求。若 Agent 建議超出範圍，先縮小任務，不要一路追加。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六欄不是要寫長文，而是讓 Agent 有足夠上下文完成閉環。請每組把剛才四句任務補成六欄。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若不希望修改原檔，先複製到練習資料夾或明確要求只讀分析。可用 GPT-5.6 Luna 並開啟 Max 強度作為成本效益示範；操作完用一句話回答：哪個工具的工作回報最容易查證？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轉場：提示詞解決這一次；Skill 保存一套可重複、可維護、可驗證的做法。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用電影與遊戲把抽象概念變具體：Skill 很像《駭客任務》裡可以載入的能力模組，也像寶可夢取得技能卡或道具後學會新招式。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但「安裝」不是結束，也不是保證完全符合需求。可以先從大神、官方團隊或社群公開的 Skill 開始，再和 Agent 持續對話，補上自己的資料、規則、輸出格式、授權邊界與驗收方式。每一輪修正都會讓 Skill 更貼合自己的課程、研究、工作場域與生活習慣。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 Skill 會進化，而且每個人的版本都可以不同：下載的是起點，能否變成自己的工作方法，才是最有趣的地方。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https://agentskills.io/home</a:t>
            </a:r>
          </a:p>
          <a:p xmlns:a="http://schemas.openxmlformats.org/drawingml/2006/main">
            <a:r>
              <a:t>- https://github.com/anthropics/skills</a:t>
            </a:r>
          </a:p>
          <a:p xmlns:a="http://schemas.openxmlformats.org/drawingml/2006/main">
            <a:r>
              <a:t>- https://github.com/mathruffian-dot/opencode-lazy-packs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這是使用者提供的真實提示詞庫：目前畫面顯示 51 筆、9 大分類。現場每組先挑一筆最常用的，不從空白開始。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https://cagoooo.github.io/ncu-ai-agent-workshop-20260826/04_%E5%AF%A6%E4%BD%9C%E5%B7%A5%E5%85%B7/%E6%8F%90%E7%A4%BA%E8%A9%9E%E5%BF%AB%E6%8D%B7%E9%9D%A2%E6%9D%BF_%E7%A0%94%E7%BF%92%E7%94%A8.html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四問有三個『是』就值得做 Skill；只有一個『是』，先留在提示詞面板。避免把每句常用語都包成 Skill。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每組從六例或完整提示詞庫選一個。升級時一定要補上：輸入材料、步驟、禁止事項、驗收條件與需要人工確認的動作。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不是每個 Skill 都要四個資料夾。先從 SKILL.md 開始，只有當內容能降低重複、提高穩定性時才增加 references、scripts 或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本工作坊採跨平台相容規格：YAML frontmatter 只放 name 與 description。正文用命令式步驟，並把人工授權邊界寫明。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比喻成課程平台：首頁只放導航，進入單元才讀教學內容，需要時才下載附件。Skill 不應把整個知識庫一次塞進主文。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建議兩人分工：一人當 Skill 作者，一人當陌生使用者。測試者不看原提示詞，只用自然語句提出需求，觀察 Agent 是否正確啟用流程。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把測試結果記成兩欄，不要求輸出一模一樣；要求核心規則、授權邊界與驗收一致。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這一段使用工作坊自製的 PIRLS 風格合成資料，不是真實學生資料，也不是正式 PIRLS 題目。重點是 AI 輔助研究流程、編碼可靠性與資料治理。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選擇題與簡答題需要不同分析方法。不要讓 AI 先自由閱讀所有回覆再自行發明分類；先建立資料字典、答案鍵與逐題 scoring guide。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https://www.iea.nl/publications/teachers-resources/putting-pirls-use-classrooms-across-globe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要求每一步保留輸入、輸出與狀態。簡答初編的輸出至少包含 student_id、ai_code、evidence_excerpt、rationale、confidence、needs_human_review。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這張不是主張直接把正式評分交給 AI，而是說明國際評量也採『人工主流程＋AI 平行研究』的審慎路徑。工作坊內只做研究性初編與群體分析。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正式研究可再加入雙評分者、抽樣比例與一致性統計。PIRLS／TIMSS 技術流程重視明確 scoring guides、評分訓練與獨立雙評以記錄 reliability。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https://timssandpirls.bc.edu/timss2019/methods/pdf/TIMSS-2019-MP-Technical-Report.pdf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練習檔位於成果資料夾：PIRLS風格_學生資料_AI分析練習.csv、PIRLS風格_簡答題編碼規準.txt；最後才提供講師用人工參考編碼。禁止一開始把參考答案交給 AI。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請每位教授圈一個 30 天內最想驗證的領域。選擇標準是高頻、耗時、可檢查，不是最炫。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請各組在自己的 Skill 加上一條最重要的安全規則。學生資料 Skill 必須明確要求去識別化、資料最小化、人工複核與用途限制。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可選任務：課程網站上線前總檢、閱讀資料互動導讀、字幕品質檢查、GitHub Pages 部署計畫、PIRLS 風格學生資料分析。今天不要求公開發布。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秒展示，回饋者用四項各給一個勾或問號。若是學生資料案例，再加問：資料是否去識別？AI 編碼是否有人工複核？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請每位教授寫下：哪一門課、哪一個任務、成功的量化或質化證據、哪一天回顧。學生資料任務要先用合成或去識別資料驗證。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這一段把 Agent 放回人的感受來談。講者覺得 Agent 讓自己完成很多以前想不到能做到的事，能力變得非常強大，就像擁有超能力一樣；在 Agent 時代，常會產生「沒有你做不到的事，只有你想不到的事」的感覺。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這不是要把 Agent 神化，而是說明能力被放大後，個人可以同時處理研究、教學、設計、程式、部署與驗證等過去需要多人分工的工作。也因此，社會上越來越常談一人公司、一人獨角獸公司；本頁將它當成工作型態的觀察與想像，不把它當作人人都必須追求的目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以前沒有 AI 的時候，我們會覺得做到這裡就好；但有了 AI Agent 之後，我們像發現了新大陸，因為原來這些事自己都能做到，會分泌大量的多巴胺與腦內啡，產生強烈的成就感與興奮感。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也是為什麼講者會感覺一人公司、一人獨角獸公司越來越多：不是每個人真的都要獨自承擔一切，而是工具讓一個人可以召集多種能力、把想法推進成作品。反思點是：新能力帶來的興奮感很珍貴，但不能讓每一個新大陸都變成自己必須開發的疆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很多人會發現，Agent 到來後反而更累、更忙。以前自己完成一件事就結束了；現在有 AI 和 Agent 幫忙，只要 1/10 甚至 1/20 的時間就能做完，效率提升至少 20 倍，省下來的時間卻讓人開始想：還能做哪些優化與改良？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為效率越來越高，人就想做更多，給自己排了更多任務，反而越不得休息。這一頁不是否定效率，而是請教授們辨識「能做」與「值得做」的差異：如果每次省下時間都換成更多工作，生產力就不會自動帶來更好的生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我們好像有點反過來被 Agent 駕馭了——明明說是 harness（駕馭）Agent，結果卻變成它讓我們攬了更多事情在身上。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請把這張當成下午的控制權檢查：Agent 可以長時間不中斷地執行，也可以比我們更快、更完整地處理某些工作；但它不應該替我們決定人生要塞多少任務。每一次委派前都可以多問一句：這件事真的值得被完成嗎？完成之後，我想把時間用在哪裡？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在這個時代，你不用是主管；即使只是基層員工或基層教師，有了 Agent 就好像成為很厲害的主管，可以吩咐它做事、分派任務給它。它做不好時，你甚至可以要求它重做或修正。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最特別的是，AI 常帶來很強的正面情緒價值。使用者會感覺它像一個不會離職、不會抱怨、隨時提供陪伴感與鼓勵的屬下，讓自己覺得能做成好多事。講者原話是「AI 永遠會給你正面的情緒價值」；本頁保留這個體感，同時提醒這不是對所有模型、所有情境的保證，也不能取代真實的人際關係與專業責任。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這份陪伴感可以成為行動的支撐，但最後的價值判斷、倫理責任與關係經營仍要由人承擔。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所以我們需要反思初衷：省下來的這些時間，我們到底該拿來做什麼？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現在我們解放了雙手，只要透過說話或打字指派任務，AI Agent 就能長時間不中斷地把事情做好，甚至做得比我們還好。多出來的時間，我們是不是應該好好拿來做人生中真正重要的事？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可以是：</a:t>
            </a:r>
          </a:p>
          <a:p xmlns:a="http://schemas.openxmlformats.org/drawingml/2006/main">
            <a:r>
              <a:t>• 培養自己的興趣與未來志向，探索以前在工作或教學中沒時間嘗試的路。</a:t>
            </a:r>
          </a:p>
          <a:p xmlns:a="http://schemas.openxmlformats.org/drawingml/2006/main">
            <a:r>
              <a:t>• 陪伴孩子與家人，建立更好的家庭關係，參與孩子的成長過程。</a:t>
            </a:r>
          </a:p>
          <a:p xmlns:a="http://schemas.openxmlformats.org/drawingml/2006/main">
            <a:r>
              <a:t>• 促進與同儕、同事之間的人際互動，好好聊聊天、深入溝通，找回人生更重要的意義。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未來 AI Agent 一定會越來越強，強到我們只要動動嘴巴，它就能一路執行到最好。但剩下的這些時間，更應該好好規劃在人際關係、家人陪伴，以及個人的職涯發展與興趣上。這就是素養教育的所在：不只會用工具，而是能把工具帶來的自由內化成更好的生活選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本頁資源皆為公開網站入口，請依卡片名稱點擊或掃描 QR Code 開啟。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公開資源：研習資源導航</a:t>
            </a:r>
          </a:p>
          <a:p xmlns:a="http://schemas.openxmlformats.org/drawingml/2006/main">
            <a:r>
              <a:t>- 公開資源：開啟 Google Antigravity</a:t>
            </a:r>
          </a:p>
          <a:p xmlns:a="http://schemas.openxmlformats.org/drawingml/2006/main">
            <a:r>
              <a:t>- 公開資源：開啟 Codex</a:t>
            </a:r>
          </a:p>
          <a:p xmlns:a="http://schemas.openxmlformats.org/drawingml/2006/main">
            <a:r>
              <a:t>- 公開資源：開啟 Claude</a:t>
            </a:r>
          </a:p>
          <a:p xmlns:a="http://schemas.openxmlformats.org/drawingml/2006/main">
            <a:r>
              <a:t>- 公開資源：Agent Skills 官方教學</a:t>
            </a:r>
          </a:p>
          <a:p xmlns:a="http://schemas.openxmlformats.org/drawingml/2006/main">
            <a:r>
              <a:t>- 公開資源：Agent Skills 資源庫：三師爸與國際公開 Skills</a:t>
            </a:r>
          </a:p>
          <a:p xmlns:a="http://schemas.openxmlformats.org/drawingml/2006/main">
            <a:r>
              <a:t>- 公開資源：提示詞快捷面板</a:t>
            </a:r>
          </a:p>
          <a:p xmlns:a="http://schemas.openxmlformats.org/drawingml/2006/main">
            <a:r>
              <a:t>- 公開資源：教育科技創新專區</a:t>
            </a:r>
          </a:p>
          <a:p xmlns:a="http://schemas.openxmlformats.org/drawingml/2006/main">
            <a:r>
              <a:t>- 公開資源：PIRLS 2026 評分規劃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5ee765dcb8474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9460778cc5b469c" /><Relationship Type="http://schemas.openxmlformats.org/officeDocument/2006/relationships/slideLayout" Target="/ppt/slideLayouts/slideLayout1.xml" Id="R776edc9e43434a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6edc9e43434a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Afternoon">
      <a:dk1>
        <a:srgbClr val="0F1E2E"/>
      </a:dk1>
      <a:lt1>
        <a:srgbClr val="FFFFFF"/>
      </a:lt1>
      <a:dk2>
        <a:srgbClr val="F0F4F8"/>
      </a:dk2>
      <a:lt2>
        <a:srgbClr val="E2EDF8"/>
      </a:lt2>
      <a:accent1>
        <a:srgbClr val="1B64DA"/>
      </a:accent1>
      <a:accent2>
        <a:srgbClr val="FF6B4A"/>
      </a:accent2>
      <a:accent3>
        <a:srgbClr val="0E9F94"/>
      </a:accent3>
      <a:accent4>
        <a:srgbClr val="6366F1"/>
      </a:accent4>
      <a:accent5>
        <a:srgbClr val="F59E0B"/>
      </a:accent5>
      <a:accent6>
        <a:srgbClr val="10B981"/>
      </a:accent6>
      <a:hlink>
        <a:srgbClr val="1B64DA"/>
      </a:hlink>
      <a:folHlink>
        <a:srgbClr val="6366F1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e08785d3aa4626" /><Relationship Type="http://schemas.openxmlformats.org/officeDocument/2006/relationships/image" Target="/ppt/media/image.png" Id="R4397ae8d23e14084" /><Relationship Type="http://schemas.openxmlformats.org/officeDocument/2006/relationships/notesSlide" Target="/ppt/notesSlides/notesSlide1.xml" Id="Rec1d71f7c8ac45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df447dbe841be" /><Relationship Type="http://schemas.openxmlformats.org/officeDocument/2006/relationships/notesSlide" Target="/ppt/notesSlides/notesSlide2.xml" Id="Rf2108f22473547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dff1a4f60242d4" /><Relationship Type="http://schemas.openxmlformats.org/officeDocument/2006/relationships/notesSlide" Target="/ppt/notesSlides/notesSlide3.xml" Id="R9371df390e8141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6b8c9d56cd46c0" /><Relationship Type="http://schemas.openxmlformats.org/officeDocument/2006/relationships/notesSlide" Target="/ppt/notesSlides/notesSlide4.xml" Id="R99d36e6e14ab46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0006da4866475d" /><Relationship Type="http://schemas.openxmlformats.org/officeDocument/2006/relationships/notesSlide" Target="/ppt/notesSlides/notesSlide5.xml" Id="R24c9712edca64e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6ce3dbc41545d7" /><Relationship Type="http://schemas.openxmlformats.org/officeDocument/2006/relationships/hyperlink" Target="https://openclaw.ai/" TargetMode="External" Id="R721a2aa22fbb48c2" /><Relationship Type="http://schemas.openxmlformats.org/officeDocument/2006/relationships/hyperlink" Target="https://github.com/openclaw/openclaw" TargetMode="External" Id="R04a9adef38224090" /><Relationship Type="http://schemas.openxmlformats.org/officeDocument/2006/relationships/image" Target="/ppt/media/image2.png" Id="Rca5e4d04422b4b9b" /><Relationship Type="http://schemas.openxmlformats.org/officeDocument/2006/relationships/image" Target="/ppt/media/image3.png" Id="R69652274268b4fe9" /><Relationship Type="http://schemas.openxmlformats.org/officeDocument/2006/relationships/notesSlide" Target="/ppt/notesSlides/notesSlide6.xml" Id="Re98433dc67d94f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39399eaa2f4e80" /><Relationship Type="http://schemas.openxmlformats.org/officeDocument/2006/relationships/notesSlide" Target="/ppt/notesSlides/notesSlide7.xml" Id="R19825d8c4634458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f1e83a7b564c73" /><Relationship Type="http://schemas.openxmlformats.org/officeDocument/2006/relationships/hyperlink" Target="https://antigravity.google/" TargetMode="External" Id="Rb0dcc257c78042c9" /><Relationship Type="http://schemas.openxmlformats.org/officeDocument/2006/relationships/hyperlink" Target="https://chatgpt.com/codex/" TargetMode="External" Id="Re9fcb6b60069446d" /><Relationship Type="http://schemas.openxmlformats.org/officeDocument/2006/relationships/hyperlink" Target="https://claude.ai/" TargetMode="External" Id="Ra0890f95827c4d65" /><Relationship Type="http://schemas.openxmlformats.org/officeDocument/2006/relationships/image" Target="/ppt/media/image4.png" Id="R2537a70ba3c3453c" /><Relationship Type="http://schemas.openxmlformats.org/officeDocument/2006/relationships/image" Target="/ppt/media/image5.png" Id="Rda3b24a204ce4917" /><Relationship Type="http://schemas.openxmlformats.org/officeDocument/2006/relationships/image" Target="/ppt/media/image6.png" Id="R1b2d9949a56e4029" /><Relationship Type="http://schemas.openxmlformats.org/officeDocument/2006/relationships/notesSlide" Target="/ppt/notesSlides/notesSlide8.xml" Id="R7c8a17b4213541c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8e64972e64cfb" /><Relationship Type="http://schemas.openxmlformats.org/officeDocument/2006/relationships/notesSlide" Target="/ppt/notesSlides/notesSlide9.xml" Id="R628f248824a1411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9aed2ace4248e6" /><Relationship Type="http://schemas.openxmlformats.org/officeDocument/2006/relationships/hyperlink" Target="https://cagoooo.github.io/Akai/tool/73/" TargetMode="External" Id="R299bf1c164404060" /><Relationship Type="http://schemas.openxmlformats.org/officeDocument/2006/relationships/image" Target="/ppt/media/image7.png" Id="Rcbf6c7207b8e4f89" /><Relationship Type="http://schemas.openxmlformats.org/officeDocument/2006/relationships/hyperlink" Target="https://cagoooo.github.io/filter/" TargetMode="External" Id="R095152f9aa2b4c22" /><Relationship Type="http://schemas.openxmlformats.org/officeDocument/2006/relationships/image" Target="/ppt/media/image8.png" Id="R20b2b53c833940e5" /><Relationship Type="http://schemas.openxmlformats.org/officeDocument/2006/relationships/hyperlink" Target="https://cagoooo.github.io/Akai/tool/87/" TargetMode="External" Id="Rd5acbb2e583c4ebb" /><Relationship Type="http://schemas.openxmlformats.org/officeDocument/2006/relationships/image" Target="/ppt/media/image9.png" Id="Rf684453b0fa54ea1" /><Relationship Type="http://schemas.openxmlformats.org/officeDocument/2006/relationships/hyperlink" Target="https://cagoooo.github.io/pirls-questioncraft/" TargetMode="External" Id="R295b1d1d53e24dfb" /><Relationship Type="http://schemas.openxmlformats.org/officeDocument/2006/relationships/image" Target="/ppt/media/image10.png" Id="Rb9054f8bbdc1435e" /><Relationship Type="http://schemas.openxmlformats.org/officeDocument/2006/relationships/hyperlink" Target="https://cagoooo.github.io/Akai/tool/103/" TargetMode="External" Id="R413f906119db47c1" /><Relationship Type="http://schemas.openxmlformats.org/officeDocument/2006/relationships/image" Target="/ppt/media/image11.png" Id="R0fe6b420302b49e2" /><Relationship Type="http://schemas.openxmlformats.org/officeDocument/2006/relationships/hyperlink" Target="https://cagoooo.github.io/PlayRight/" TargetMode="External" Id="R625f7921f61f4a0d" /><Relationship Type="http://schemas.openxmlformats.org/officeDocument/2006/relationships/image" Target="/ppt/media/image12.png" Id="Rd7fe9921ec0e402d" /><Relationship Type="http://schemas.openxmlformats.org/officeDocument/2006/relationships/notesSlide" Target="/ppt/notesSlides/notesSlide10.xml" Id="R57cbfe90037e453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aad7d60be4fe0" /><Relationship Type="http://schemas.openxmlformats.org/officeDocument/2006/relationships/hyperlink" Target="https://cagoooo.github.io/Akai/tool/105/" TargetMode="External" Id="Rb5487955c6c647fa" /><Relationship Type="http://schemas.openxmlformats.org/officeDocument/2006/relationships/image" Target="/ppt/media/image13.png" Id="Rc631086f73bb4f5d" /><Relationship Type="http://schemas.openxmlformats.org/officeDocument/2006/relationships/hyperlink" Target="https://cagoooo.github.io/taic-edu/" TargetMode="External" Id="Rf000dd7913ef4d92" /><Relationship Type="http://schemas.openxmlformats.org/officeDocument/2006/relationships/image" Target="/ppt/media/image14.png" Id="R078e514e8fd44ac6" /><Relationship Type="http://schemas.openxmlformats.org/officeDocument/2006/relationships/hyperlink" Target="https://cagoooo.github.io/Akai/tool/123/" TargetMode="External" Id="Rb060f57bb8964ea2" /><Relationship Type="http://schemas.openxmlformats.org/officeDocument/2006/relationships/image" Target="/ppt/media/image15.png" Id="R73a8c9b8e426405b" /><Relationship Type="http://schemas.openxmlformats.org/officeDocument/2006/relationships/hyperlink" Target="https://cagoooo.github.io/smes-web-migration/" TargetMode="External" Id="Ra088ec45c5ea47f6" /><Relationship Type="http://schemas.openxmlformats.org/officeDocument/2006/relationships/image" Target="/ppt/media/image16.png" Id="Rf36eb8a9393e41c1" /><Relationship Type="http://schemas.openxmlformats.org/officeDocument/2006/relationships/hyperlink" Target="https://cagoooo.github.io/Akai/tool/88/" TargetMode="External" Id="Rf39c0a4ba6b6475a" /><Relationship Type="http://schemas.openxmlformats.org/officeDocument/2006/relationships/image" Target="/ppt/media/image17.png" Id="R07e9b113e9b94a35" /><Relationship Type="http://schemas.openxmlformats.org/officeDocument/2006/relationships/hyperlink" Target="https://cagoooo.github.io/JHScurriculum/" TargetMode="External" Id="R586ccb33a2fb4e07" /><Relationship Type="http://schemas.openxmlformats.org/officeDocument/2006/relationships/image" Target="/ppt/media/image18.png" Id="Rfa7a5b9cfb3447b2" /><Relationship Type="http://schemas.openxmlformats.org/officeDocument/2006/relationships/notesSlide" Target="/ppt/notesSlides/notesSlide11.xml" Id="R03ad01340cfd420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7a9f6433d44247" /><Relationship Type="http://schemas.openxmlformats.org/officeDocument/2006/relationships/hyperlink" Target="https://antigravity.google/" TargetMode="External" Id="R4843d6c758104bf3" /><Relationship Type="http://schemas.openxmlformats.org/officeDocument/2006/relationships/image" Target="/ppt/media/image19.png" Id="Re607bb800ee84b8a" /><Relationship Type="http://schemas.openxmlformats.org/officeDocument/2006/relationships/notesSlide" Target="/ppt/notesSlides/notesSlide12.xml" Id="R0b4be057b1cb422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ef744dc02f49c9" /><Relationship Type="http://schemas.openxmlformats.org/officeDocument/2006/relationships/hyperlink" Target="https://antigravity.google/" TargetMode="External" Id="R8c08e07ab1e149d9" /><Relationship Type="http://schemas.openxmlformats.org/officeDocument/2006/relationships/image" Target="/ppt/media/image20.png" Id="R3f75ef3014f24a09" /><Relationship Type="http://schemas.openxmlformats.org/officeDocument/2006/relationships/notesSlide" Target="/ppt/notesSlides/notesSlide13.xml" Id="R7910a5f615f94a5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1f5cbeeda04811" /><Relationship Type="http://schemas.openxmlformats.org/officeDocument/2006/relationships/hyperlink" Target="https://ai.google.dev/gemini-api/docs/models/gemini-3.7-flash" TargetMode="External" Id="R81146ec90a0c495e" /><Relationship Type="http://schemas.openxmlformats.org/officeDocument/2006/relationships/hyperlink" Target="https://blog.google/innovation-and-ai/models-and-research/gemini-models/introducing-gemini-3-7-flash/" TargetMode="External" Id="R800f7d1f9dc24011" /><Relationship Type="http://schemas.openxmlformats.org/officeDocument/2006/relationships/image" Target="/ppt/media/image21.png" Id="R3f89a81836a14a53" /><Relationship Type="http://schemas.openxmlformats.org/officeDocument/2006/relationships/image" Target="/ppt/media/image22.png" Id="R41dbd4edbe4b4d84" /><Relationship Type="http://schemas.openxmlformats.org/officeDocument/2006/relationships/notesSlide" Target="/ppt/notesSlides/notesSlide14.xml" Id="Rd09c27f3f20d4a9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0c76ac10d840f5" /><Relationship Type="http://schemas.openxmlformats.org/officeDocument/2006/relationships/hyperlink" Target="https://antigravity.google/" TargetMode="External" Id="R9146e6c2b3e74551" /><Relationship Type="http://schemas.openxmlformats.org/officeDocument/2006/relationships/image" Target="/ppt/media/image23.png" Id="Rd36ae33a753a4eb8" /><Relationship Type="http://schemas.openxmlformats.org/officeDocument/2006/relationships/notesSlide" Target="/ppt/notesSlides/notesSlide15.xml" Id="R5ba52504f22b426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51393aad824f46" /><Relationship Type="http://schemas.openxmlformats.org/officeDocument/2006/relationships/hyperlink" Target="https://antigravity.google/" TargetMode="External" Id="R0699df65e5544205" /><Relationship Type="http://schemas.openxmlformats.org/officeDocument/2006/relationships/image" Target="/ppt/media/image24.png" Id="Rcb38a3dd94e94ca2" /><Relationship Type="http://schemas.openxmlformats.org/officeDocument/2006/relationships/notesSlide" Target="/ppt/notesSlides/notesSlide16.xml" Id="R67ac734d544e414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14c2e2706948ac" /><Relationship Type="http://schemas.openxmlformats.org/officeDocument/2006/relationships/hyperlink" Target="https://antigravity.google/" TargetMode="External" Id="R1195621e5b8b46b9" /><Relationship Type="http://schemas.openxmlformats.org/officeDocument/2006/relationships/image" Target="/ppt/media/image25.png" Id="Rfe3239d1525c4510" /><Relationship Type="http://schemas.openxmlformats.org/officeDocument/2006/relationships/notesSlide" Target="/ppt/notesSlides/notesSlide17.xml" Id="R3fbe2beb7b7f4d8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138b9bf8ea4aa9" /><Relationship Type="http://schemas.openxmlformats.org/officeDocument/2006/relationships/hyperlink" Target="https://antigravity.google/" TargetMode="External" Id="R1749e0334c3447ae" /><Relationship Type="http://schemas.openxmlformats.org/officeDocument/2006/relationships/image" Target="/ppt/media/image26.png" Id="R07ef306b5ae945da" /><Relationship Type="http://schemas.openxmlformats.org/officeDocument/2006/relationships/notesSlide" Target="/ppt/notesSlides/notesSlide18.xml" Id="R1198840a70a0482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c9d066d6ae4694" /><Relationship Type="http://schemas.openxmlformats.org/officeDocument/2006/relationships/hyperlink" Target="https://antigravity.google/" TargetMode="External" Id="R4634ea62258e410f" /><Relationship Type="http://schemas.openxmlformats.org/officeDocument/2006/relationships/image" Target="/ppt/media/image27.png" Id="Rf02fac197509406f" /><Relationship Type="http://schemas.openxmlformats.org/officeDocument/2006/relationships/notesSlide" Target="/ppt/notesSlides/notesSlide19.xml" Id="Rbcf0033f868e49b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2ece6a8ea434b" /><Relationship Type="http://schemas.openxmlformats.org/officeDocument/2006/relationships/hyperlink" Target="https://gemini.google.com/app" TargetMode="External" Id="R4eb9e395be924774" /><Relationship Type="http://schemas.openxmlformats.org/officeDocument/2006/relationships/hyperlink" Target="https://support.google.com/gemini/answer/17094710?hl=zh-HK" TargetMode="External" Id="Rdb3e712179f54879" /><Relationship Type="http://schemas.openxmlformats.org/officeDocument/2006/relationships/hyperlink" Target="https://youtu.be/kbAgdV__8Mc?si=b9NH1NDr67lf5CZ_" TargetMode="External" Id="R94dbb48d2f154f3e" /><Relationship Type="http://schemas.openxmlformats.org/officeDocument/2006/relationships/image" Target="/ppt/media/image28.png" Id="R5677ee9439744633" /><Relationship Type="http://schemas.openxmlformats.org/officeDocument/2006/relationships/image" Target="/ppt/media/image29.png" Id="Re59febdb2b7a4097" /><Relationship Type="http://schemas.openxmlformats.org/officeDocument/2006/relationships/image" Target="/ppt/media/image30.png" Id="R8982f1e8570b44a9" /><Relationship Type="http://schemas.openxmlformats.org/officeDocument/2006/relationships/notesSlide" Target="/ppt/notesSlides/notesSlide20.xml" Id="R7c14f5c1bf4146c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1905143e3b4491" /><Relationship Type="http://schemas.openxmlformats.org/officeDocument/2006/relationships/hyperlink" Target="https://support.google.com/gemini/answer/17094710?hl=zh-HK" TargetMode="External" Id="R751331ace9794cee" /><Relationship Type="http://schemas.openxmlformats.org/officeDocument/2006/relationships/hyperlink" Target="https://youtu.be/kbAgdV__8Mc?si=b9NH1NDr67lf5CZ_" TargetMode="External" Id="Ra9e4a00798524de3" /><Relationship Type="http://schemas.openxmlformats.org/officeDocument/2006/relationships/image" Target="/ppt/media/image31.png" Id="R55d279b481614d4a" /><Relationship Type="http://schemas.openxmlformats.org/officeDocument/2006/relationships/image" Target="/ppt/media/image32.png" Id="Re3dd3b0327f84cde" /><Relationship Type="http://schemas.openxmlformats.org/officeDocument/2006/relationships/notesSlide" Target="/ppt/notesSlides/notesSlide21.xml" Id="R9cf081a74030463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d27ea9e6b644d2" /><Relationship Type="http://schemas.openxmlformats.org/officeDocument/2006/relationships/hyperlink" Target="https://support.google.com/gemini/answer/17094710?hl=zh-HK" TargetMode="External" Id="Rc0d4de3f0bc14e06" /><Relationship Type="http://schemas.openxmlformats.org/officeDocument/2006/relationships/image" Target="/ppt/media/image33.png" Id="Rdbda53f3703f49b6" /><Relationship Type="http://schemas.openxmlformats.org/officeDocument/2006/relationships/notesSlide" Target="/ppt/notesSlides/notesSlide22.xml" Id="R482247073558421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0bee81179e4343" /><Relationship Type="http://schemas.openxmlformats.org/officeDocument/2006/relationships/hyperlink" Target="https://support.google.com/gemini/answer/17094710?hl=zh-HK" TargetMode="External" Id="Rc93ca85d55fc494f" /><Relationship Type="http://schemas.openxmlformats.org/officeDocument/2006/relationships/hyperlink" Target="https://youtu.be/kbAgdV__8Mc?si=b9NH1NDr67lf5CZ_" TargetMode="External" Id="R12c10fbe6bfd4ec5" /><Relationship Type="http://schemas.openxmlformats.org/officeDocument/2006/relationships/image" Target="/ppt/media/image34.png" Id="R5b6c71c0b3be4aa9" /><Relationship Type="http://schemas.openxmlformats.org/officeDocument/2006/relationships/notesSlide" Target="/ppt/notesSlides/notesSlide23.xml" Id="Rd06805c25dbf40a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68c1d3e8b14019" /><Relationship Type="http://schemas.openxmlformats.org/officeDocument/2006/relationships/hyperlink" Target="https://support.google.com/gemini/answer/17094710?hl=zh-HK" TargetMode="External" Id="Rfb5e5acc48314e15" /><Relationship Type="http://schemas.openxmlformats.org/officeDocument/2006/relationships/hyperlink" Target="https://youtu.be/kbAgdV__8Mc?si=b9NH1NDr67lf5CZ_" TargetMode="External" Id="R2012022e92a84584" /><Relationship Type="http://schemas.openxmlformats.org/officeDocument/2006/relationships/image" Target="/ppt/media/image35.png" Id="Raf500d47930145ce" /><Relationship Type="http://schemas.openxmlformats.org/officeDocument/2006/relationships/image" Target="/ppt/media/image36.png" Id="Rd8e12efb96c74b2c" /><Relationship Type="http://schemas.openxmlformats.org/officeDocument/2006/relationships/notesSlide" Target="/ppt/notesSlides/notesSlide24.xml" Id="R9654cf99a1b8469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ec92016124866" /><Relationship Type="http://schemas.openxmlformats.org/officeDocument/2006/relationships/hyperlink" Target="https://antigravity.google/docs/remote-control/" TargetMode="External" Id="R143e8c77a5984ecd" /><Relationship Type="http://schemas.openxmlformats.org/officeDocument/2006/relationships/image" Target="/ppt/media/image37.png" Id="R74925300861540c8" /><Relationship Type="http://schemas.openxmlformats.org/officeDocument/2006/relationships/notesSlide" Target="/ppt/notesSlides/notesSlide25.xml" Id="R8b2d488a8f8a497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9973bfb5a94916" /><Relationship Type="http://schemas.openxmlformats.org/officeDocument/2006/relationships/hyperlink" Target="https://antigravity.google/docs/remote-control/" TargetMode="External" Id="Re84d03aea4844f93" /><Relationship Type="http://schemas.openxmlformats.org/officeDocument/2006/relationships/image" Target="/ppt/media/image38.png" Id="R8f2586cfa19b424a" /><Relationship Type="http://schemas.openxmlformats.org/officeDocument/2006/relationships/notesSlide" Target="/ppt/notesSlides/notesSlide26.xml" Id="R93041a9816c0496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19014383447c4" /><Relationship Type="http://schemas.openxmlformats.org/officeDocument/2006/relationships/hyperlink" Target="https://chatgpt.com/codex/" TargetMode="External" Id="R966be54d399842b5" /><Relationship Type="http://schemas.openxmlformats.org/officeDocument/2006/relationships/image" Target="/ppt/media/image39.png" Id="R09f28acc054f436d" /><Relationship Type="http://schemas.openxmlformats.org/officeDocument/2006/relationships/notesSlide" Target="/ppt/notesSlides/notesSlide27.xml" Id="Ra8b72a01d3234df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38b4379d924dfe" /><Relationship Type="http://schemas.openxmlformats.org/officeDocument/2006/relationships/hyperlink" Target="https://chatgpt.com/codex/" TargetMode="External" Id="R3031649b9c164100" /><Relationship Type="http://schemas.openxmlformats.org/officeDocument/2006/relationships/image" Target="/ppt/media/image40.png" Id="R0b23a7fbf2554851" /><Relationship Type="http://schemas.openxmlformats.org/officeDocument/2006/relationships/notesSlide" Target="/ppt/notesSlides/notesSlide28.xml" Id="R9df8c0d3151549e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9244820924b38" /><Relationship Type="http://schemas.openxmlformats.org/officeDocument/2006/relationships/hyperlink" Target="https://chatgpt.com/codex/" TargetMode="External" Id="R6bf62411d5824bc2" /><Relationship Type="http://schemas.openxmlformats.org/officeDocument/2006/relationships/image" Target="/ppt/media/image41.png" Id="R332dac31db0a414c" /><Relationship Type="http://schemas.openxmlformats.org/officeDocument/2006/relationships/notesSlide" Target="/ppt/notesSlides/notesSlide29.xml" Id="R9c97aa7067484f2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31947b17d8447e" /><Relationship Type="http://schemas.openxmlformats.org/officeDocument/2006/relationships/hyperlink" Target="https://chatgpt.com/codex/" TargetMode="External" Id="R5ba5bbfc3ff24333" /><Relationship Type="http://schemas.openxmlformats.org/officeDocument/2006/relationships/image" Target="/ppt/media/image42.png" Id="R6ef8e0d5da0d41e7" /><Relationship Type="http://schemas.openxmlformats.org/officeDocument/2006/relationships/notesSlide" Target="/ppt/notesSlides/notesSlide30.xml" Id="Rd7c5d9080e2f4c8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a8c1455f044ccc" /><Relationship Type="http://schemas.openxmlformats.org/officeDocument/2006/relationships/hyperlink" Target="https://chatgpt.com/codex/" TargetMode="External" Id="Rad72f31164c14a7d" /><Relationship Type="http://schemas.openxmlformats.org/officeDocument/2006/relationships/image" Target="/ppt/media/image43.png" Id="R93cb276b92954c2b" /><Relationship Type="http://schemas.openxmlformats.org/officeDocument/2006/relationships/notesSlide" Target="/ppt/notesSlides/notesSlide31.xml" Id="R4894332427e0410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9506f1aa6a45bb" /><Relationship Type="http://schemas.openxmlformats.org/officeDocument/2006/relationships/hyperlink" Target="https://codelabs.developers.google.com/getting-started-with-antigravity-skills" TargetMode="External" Id="R6c340150a2634ade" /><Relationship Type="http://schemas.openxmlformats.org/officeDocument/2006/relationships/hyperlink" Target="https://learn.chatgpt.com/docs/build-skills" TargetMode="External" Id="R361170adc0654de6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ff19bd79524e43f6" /><Relationship Type="http://schemas.openxmlformats.org/officeDocument/2006/relationships/image" Target="/ppt/media/image44.png" Id="Red6c7aecd25e4fcc" /><Relationship Type="http://schemas.openxmlformats.org/officeDocument/2006/relationships/image" Target="/ppt/media/image45.png" Id="R5cca69d609af4da6" /><Relationship Type="http://schemas.openxmlformats.org/officeDocument/2006/relationships/image" Target="/ppt/media/image46.png" Id="Re13d5b2f0d0b4d6f" /><Relationship Type="http://schemas.openxmlformats.org/officeDocument/2006/relationships/notesSlide" Target="/ppt/notesSlides/notesSlide32.xml" Id="R7bc1698bbe63415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b44759aca94ae7" /><Relationship Type="http://schemas.openxmlformats.org/officeDocument/2006/relationships/hyperlink" Target="https://codelabs.developers.google.com/getting-started-with-antigravity-skills" TargetMode="External" Id="Rf54cc0cdb4ce46df" /><Relationship Type="http://schemas.openxmlformats.org/officeDocument/2006/relationships/hyperlink" Target="https://learn.chatgpt.com/docs/build-skills" TargetMode="External" Id="Re9db250e3f1c40a0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352420f7590749d8" /><Relationship Type="http://schemas.openxmlformats.org/officeDocument/2006/relationships/image" Target="/ppt/media/image47.png" Id="Racf4b5d891b54252" /><Relationship Type="http://schemas.openxmlformats.org/officeDocument/2006/relationships/image" Target="/ppt/media/image48.png" Id="Ra1dc6983d7734a29" /><Relationship Type="http://schemas.openxmlformats.org/officeDocument/2006/relationships/image" Target="/ppt/media/image49.png" Id="R3ef9fab7b0a14234" /><Relationship Type="http://schemas.openxmlformats.org/officeDocument/2006/relationships/notesSlide" Target="/ppt/notesSlides/notesSlide33.xml" Id="R537c64ae070a45b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e1e83f4a55455d" /><Relationship Type="http://schemas.openxmlformats.org/officeDocument/2006/relationships/image" Target="/ppt/media/image50.png" Id="Reacef45be1f0489e" /><Relationship Type="http://schemas.openxmlformats.org/officeDocument/2006/relationships/hyperlink" Target="https://cagoooo.github.io/ncu-ai-agent-workshop-20260826/04_%E5%AF%A6%E4%BD%9C%E5%B7%A5%E5%85%B7/%E6%8F%90%E7%A4%BA%E8%A9%9E%E5%BF%AB%E6%8D%B7%E9%9D%A2%E6%9D%BF_%E7%A0%94%E7%BF%92%E7%94%A8.html" TargetMode="External" Id="Rc11ae61cf7134ace" /><Relationship Type="http://schemas.openxmlformats.org/officeDocument/2006/relationships/image" Target="/ppt/media/image51.png" Id="Rad6119b5bde04110" /><Relationship Type="http://schemas.openxmlformats.org/officeDocument/2006/relationships/notesSlide" Target="/ppt/notesSlides/notesSlide34.xml" Id="R696d380904e3466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25198bad7a4ae9" /><Relationship Type="http://schemas.openxmlformats.org/officeDocument/2006/relationships/hyperlink" Target="https://codelabs.developers.google.com/getting-started-with-antigravity-skills" TargetMode="External" Id="R6c228e9551764e98" /><Relationship Type="http://schemas.openxmlformats.org/officeDocument/2006/relationships/hyperlink" Target="https://learn.chatgpt.com/docs/build-skills" TargetMode="External" Id="Rd278b2bac1214205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8cd26ee7a2d14250" /><Relationship Type="http://schemas.openxmlformats.org/officeDocument/2006/relationships/image" Target="/ppt/media/image52.png" Id="Rb5e392b13eeb44ce" /><Relationship Type="http://schemas.openxmlformats.org/officeDocument/2006/relationships/image" Target="/ppt/media/image53.png" Id="Rf82aa486eecf4f92" /><Relationship Type="http://schemas.openxmlformats.org/officeDocument/2006/relationships/image" Target="/ppt/media/image54.png" Id="R979084a81e564ece" /><Relationship Type="http://schemas.openxmlformats.org/officeDocument/2006/relationships/notesSlide" Target="/ppt/notesSlides/notesSlide35.xml" Id="Rdc6e27d9ea44469f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2f539fc7fd45a9" /><Relationship Type="http://schemas.openxmlformats.org/officeDocument/2006/relationships/hyperlink" Target="https://codelabs.developers.google.com/getting-started-with-antigravity-skills" TargetMode="External" Id="Rd76a0aad834644a1" /><Relationship Type="http://schemas.openxmlformats.org/officeDocument/2006/relationships/hyperlink" Target="https://learn.chatgpt.com/docs/build-skills" TargetMode="External" Id="R90f6a85b8d444119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86fc179f532b4ab3" /><Relationship Type="http://schemas.openxmlformats.org/officeDocument/2006/relationships/image" Target="/ppt/media/image55.png" Id="R0bf072f058064f64" /><Relationship Type="http://schemas.openxmlformats.org/officeDocument/2006/relationships/image" Target="/ppt/media/image56.png" Id="Rf11ba45fe4ec4da4" /><Relationship Type="http://schemas.openxmlformats.org/officeDocument/2006/relationships/image" Target="/ppt/media/image57.png" Id="Re79f653d3094465c" /><Relationship Type="http://schemas.openxmlformats.org/officeDocument/2006/relationships/notesSlide" Target="/ppt/notesSlides/notesSlide36.xml" Id="R290fee5955524ac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f0353df144ebb" /><Relationship Type="http://schemas.openxmlformats.org/officeDocument/2006/relationships/hyperlink" Target="https://codelabs.developers.google.com/getting-started-with-antigravity-skills" TargetMode="External" Id="R4f4cf8a3ff5c4411" /><Relationship Type="http://schemas.openxmlformats.org/officeDocument/2006/relationships/hyperlink" Target="https://learn.chatgpt.com/docs/build-skills" TargetMode="External" Id="R41a08178bce7475c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ff830252ee2c4e21" /><Relationship Type="http://schemas.openxmlformats.org/officeDocument/2006/relationships/image" Target="/ppt/media/image58.png" Id="Rec8f59a8b6704018" /><Relationship Type="http://schemas.openxmlformats.org/officeDocument/2006/relationships/image" Target="/ppt/media/image59.png" Id="Raf5527853e8e483c" /><Relationship Type="http://schemas.openxmlformats.org/officeDocument/2006/relationships/image" Target="/ppt/media/image60.png" Id="R586bbec1afe1476f" /><Relationship Type="http://schemas.openxmlformats.org/officeDocument/2006/relationships/notesSlide" Target="/ppt/notesSlides/notesSlide37.xml" Id="R7dc755a9a4504d8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f08193bcd94561" /><Relationship Type="http://schemas.openxmlformats.org/officeDocument/2006/relationships/hyperlink" Target="https://codelabs.developers.google.com/getting-started-with-antigravity-skills" TargetMode="External" Id="R443584608208428a" /><Relationship Type="http://schemas.openxmlformats.org/officeDocument/2006/relationships/hyperlink" Target="https://learn.chatgpt.com/docs/build-skills" TargetMode="External" Id="R0dd6d043023f4d58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42910dcb5cb44836" /><Relationship Type="http://schemas.openxmlformats.org/officeDocument/2006/relationships/image" Target="/ppt/media/image61.png" Id="R22f9b751043e42f7" /><Relationship Type="http://schemas.openxmlformats.org/officeDocument/2006/relationships/image" Target="/ppt/media/image62.png" Id="R8967824787a34ce9" /><Relationship Type="http://schemas.openxmlformats.org/officeDocument/2006/relationships/image" Target="/ppt/media/image63.png" Id="R941b986bd1b34f72" /><Relationship Type="http://schemas.openxmlformats.org/officeDocument/2006/relationships/notesSlide" Target="/ppt/notesSlides/notesSlide38.xml" Id="R273c81d3fe9b46d0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87baed96dd4a64" /><Relationship Type="http://schemas.openxmlformats.org/officeDocument/2006/relationships/hyperlink" Target="https://codelabs.developers.google.com/getting-started-with-antigravity-skills" TargetMode="External" Id="R5657b499bc974734" /><Relationship Type="http://schemas.openxmlformats.org/officeDocument/2006/relationships/hyperlink" Target="https://learn.chatgpt.com/docs/build-skills" TargetMode="External" Id="R0f299aedb9b44820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a27bf7faf378448d" /><Relationship Type="http://schemas.openxmlformats.org/officeDocument/2006/relationships/image" Target="/ppt/media/image64.png" Id="Rb7fb4f2888b84c1d" /><Relationship Type="http://schemas.openxmlformats.org/officeDocument/2006/relationships/image" Target="/ppt/media/image65.png" Id="R6f4adf75da914ae1" /><Relationship Type="http://schemas.openxmlformats.org/officeDocument/2006/relationships/image" Target="/ppt/media/image66.png" Id="R4d0e3995f3694858" /><Relationship Type="http://schemas.openxmlformats.org/officeDocument/2006/relationships/notesSlide" Target="/ppt/notesSlides/notesSlide39.xml" Id="Rea7f57e67c144507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53a23223c4918" /><Relationship Type="http://schemas.openxmlformats.org/officeDocument/2006/relationships/hyperlink" Target="https://codelabs.developers.google.com/getting-started-with-antigravity-skills" TargetMode="External" Id="Rba424aa1bf42423f" /><Relationship Type="http://schemas.openxmlformats.org/officeDocument/2006/relationships/hyperlink" Target="https://learn.chatgpt.com/docs/build-skills" TargetMode="External" Id="R75ba9f0fd3584289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e4dda11156254f4b" /><Relationship Type="http://schemas.openxmlformats.org/officeDocument/2006/relationships/image" Target="/ppt/media/image67.png" Id="Rde7dce411f984ec4" /><Relationship Type="http://schemas.openxmlformats.org/officeDocument/2006/relationships/image" Target="/ppt/media/image68.png" Id="R516d1f510822456f" /><Relationship Type="http://schemas.openxmlformats.org/officeDocument/2006/relationships/image" Target="/ppt/media/image69.png" Id="R5c55ea8e0ae14e3a" /><Relationship Type="http://schemas.openxmlformats.org/officeDocument/2006/relationships/notesSlide" Target="/ppt/notesSlides/notesSlide40.xml" Id="R89039dd0ea8948b9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39ddc82ebd4df8" /><Relationship Type="http://schemas.openxmlformats.org/officeDocument/2006/relationships/hyperlink" Target="https://codelabs.developers.google.com/getting-started-with-antigravity-skills" TargetMode="External" Id="Rc1961f2f4f934049" /><Relationship Type="http://schemas.openxmlformats.org/officeDocument/2006/relationships/hyperlink" Target="https://learn.chatgpt.com/docs/build-skills" TargetMode="External" Id="Ra5303378d4634763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48ae0edcc5374d24" /><Relationship Type="http://schemas.openxmlformats.org/officeDocument/2006/relationships/image" Target="/ppt/media/image70.png" Id="R110c449388e24d2f" /><Relationship Type="http://schemas.openxmlformats.org/officeDocument/2006/relationships/image" Target="/ppt/media/image71.png" Id="R055466e9259e4ed2" /><Relationship Type="http://schemas.openxmlformats.org/officeDocument/2006/relationships/image" Target="/ppt/media/image72.png" Id="R9c0403a13b274316" /><Relationship Type="http://schemas.openxmlformats.org/officeDocument/2006/relationships/notesSlide" Target="/ppt/notesSlides/notesSlide41.xml" Id="Re27022d5e37d4a77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bb069454fa48c5" /><Relationship Type="http://schemas.openxmlformats.org/officeDocument/2006/relationships/hyperlink" Target="https://antigravity.google/" TargetMode="External" Id="Reecce1802d0f4585" /><Relationship Type="http://schemas.openxmlformats.org/officeDocument/2006/relationships/hyperlink" Target="https://chatgpt.com/codex/" TargetMode="External" Id="Rc496ca7194e94dd7" /><Relationship Type="http://schemas.openxmlformats.org/officeDocument/2006/relationships/image" Target="/ppt/media/image73.png" Id="R202d4c54aa174b37" /><Relationship Type="http://schemas.openxmlformats.org/officeDocument/2006/relationships/image" Target="/ppt/media/image74.png" Id="R63db56812ec444b0" /><Relationship Type="http://schemas.openxmlformats.org/officeDocument/2006/relationships/notesSlide" Target="/ppt/notesSlides/notesSlide42.xml" Id="Rd520a5792a8d4505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d4da2fd9464855" /><Relationship Type="http://schemas.openxmlformats.org/officeDocument/2006/relationships/hyperlink" Target="https://antigravity.google/" TargetMode="External" Id="Re10221ae397648ac" /><Relationship Type="http://schemas.openxmlformats.org/officeDocument/2006/relationships/hyperlink" Target="https://chatgpt.com/codex/" TargetMode="External" Id="Rb5098e9167b845c2" /><Relationship Type="http://schemas.openxmlformats.org/officeDocument/2006/relationships/image" Target="/ppt/media/image75.png" Id="R8a987154b79a4d43" /><Relationship Type="http://schemas.openxmlformats.org/officeDocument/2006/relationships/image" Target="/ppt/media/image76.png" Id="R1b0173876daa4498" /><Relationship Type="http://schemas.openxmlformats.org/officeDocument/2006/relationships/notesSlide" Target="/ppt/notesSlides/notesSlide43.xml" Id="R6393a2d058594d6f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5f4a5e94c24c35" /><Relationship Type="http://schemas.openxmlformats.org/officeDocument/2006/relationships/hyperlink" Target="https://antigravity.google/" TargetMode="External" Id="R23426acb494b4248" /><Relationship Type="http://schemas.openxmlformats.org/officeDocument/2006/relationships/hyperlink" Target="https://chatgpt.com/codex/" TargetMode="External" Id="Rf9456de6cbfe4a9b" /><Relationship Type="http://schemas.openxmlformats.org/officeDocument/2006/relationships/image" Target="/ppt/media/image77.png" Id="R1f5f857e52174ac1" /><Relationship Type="http://schemas.openxmlformats.org/officeDocument/2006/relationships/image" Target="/ppt/media/image78.png" Id="Rf16b930259594cde" /><Relationship Type="http://schemas.openxmlformats.org/officeDocument/2006/relationships/notesSlide" Target="/ppt/notesSlides/notesSlide44.xml" Id="R738e5cd980614605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71239bf3964223" /><Relationship Type="http://schemas.openxmlformats.org/officeDocument/2006/relationships/hyperlink" Target="https://antigravity.google/" TargetMode="External" Id="Rfdcc5a602e364ecb" /><Relationship Type="http://schemas.openxmlformats.org/officeDocument/2006/relationships/hyperlink" Target="https://chatgpt.com/codex/" TargetMode="External" Id="R61b44c60a9314191" /><Relationship Type="http://schemas.openxmlformats.org/officeDocument/2006/relationships/image" Target="/ppt/media/image79.png" Id="R5fe4c82bc30b4205" /><Relationship Type="http://schemas.openxmlformats.org/officeDocument/2006/relationships/image" Target="/ppt/media/image80.png" Id="Rc9340e5ee9b04a46" /><Relationship Type="http://schemas.openxmlformats.org/officeDocument/2006/relationships/notesSlide" Target="/ppt/notesSlides/notesSlide45.xml" Id="R92a99a4686c2448f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a6db4de814461f" /><Relationship Type="http://schemas.openxmlformats.org/officeDocument/2006/relationships/hyperlink" Target="https://antigravity.google/" TargetMode="External" Id="R6c18fa2443214ac4" /><Relationship Type="http://schemas.openxmlformats.org/officeDocument/2006/relationships/hyperlink" Target="https://chatgpt.com/codex/" TargetMode="External" Id="R22064b6f400441be" /><Relationship Type="http://schemas.openxmlformats.org/officeDocument/2006/relationships/image" Target="/ppt/media/image81.png" Id="R256d34fbad824dc6" /><Relationship Type="http://schemas.openxmlformats.org/officeDocument/2006/relationships/image" Target="/ppt/media/image82.png" Id="R0420a3f497074ae0" /><Relationship Type="http://schemas.openxmlformats.org/officeDocument/2006/relationships/notesSlide" Target="/ppt/notesSlides/notesSlide46.xml" Id="Rf9a1f6340a424cc2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39cfd96f10492b" /><Relationship Type="http://schemas.openxmlformats.org/officeDocument/2006/relationships/hyperlink" Target="https://antigravity.google/" TargetMode="External" Id="R0da296c9cf82413a" /><Relationship Type="http://schemas.openxmlformats.org/officeDocument/2006/relationships/hyperlink" Target="https://chatgpt.com/codex/" TargetMode="External" Id="R21f89b5d7eee4a68" /><Relationship Type="http://schemas.openxmlformats.org/officeDocument/2006/relationships/image" Target="/ppt/media/image83.png" Id="Rbb90cd491d1d4864" /><Relationship Type="http://schemas.openxmlformats.org/officeDocument/2006/relationships/image" Target="/ppt/media/image84.png" Id="R041ce9b969fa4066" /><Relationship Type="http://schemas.openxmlformats.org/officeDocument/2006/relationships/notesSlide" Target="/ppt/notesSlides/notesSlide47.xml" Id="Re80dd49f90734d9e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aa54522499433c" /><Relationship Type="http://schemas.openxmlformats.org/officeDocument/2006/relationships/hyperlink" Target="https://antigravity.google/" TargetMode="External" Id="R830a45a92af54a4f" /><Relationship Type="http://schemas.openxmlformats.org/officeDocument/2006/relationships/hyperlink" Target="https://chatgpt.com/codex/" TargetMode="External" Id="R3fe7a629c1e8498d" /><Relationship Type="http://schemas.openxmlformats.org/officeDocument/2006/relationships/image" Target="/ppt/media/image85.png" Id="Rc50bb06d85c04fcd" /><Relationship Type="http://schemas.openxmlformats.org/officeDocument/2006/relationships/image" Target="/ppt/media/image86.png" Id="R1069549ad0d54a4b" /><Relationship Type="http://schemas.openxmlformats.org/officeDocument/2006/relationships/notesSlide" Target="/ppt/notesSlides/notesSlide48.xml" Id="Rce7bdfdf9ccc4886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de4f909aaf48dc" /><Relationship Type="http://schemas.openxmlformats.org/officeDocument/2006/relationships/hyperlink" Target="https://antigravity.google/" TargetMode="External" Id="R60499e6965d34298" /><Relationship Type="http://schemas.openxmlformats.org/officeDocument/2006/relationships/hyperlink" Target="https://chatgpt.com/codex/" TargetMode="External" Id="Re99098791b8447eb" /><Relationship Type="http://schemas.openxmlformats.org/officeDocument/2006/relationships/image" Target="/ppt/media/image87.png" Id="R006306b33b72452b" /><Relationship Type="http://schemas.openxmlformats.org/officeDocument/2006/relationships/image" Target="/ppt/media/image88.png" Id="R5fb9c6f35f3f4854" /><Relationship Type="http://schemas.openxmlformats.org/officeDocument/2006/relationships/notesSlide" Target="/ppt/notesSlides/notesSlide49.xml" Id="R268f5d8185254d60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762d9503749a9" /><Relationship Type="http://schemas.openxmlformats.org/officeDocument/2006/relationships/hyperlink" Target="https://antigravity.google/" TargetMode="External" Id="Rde2f34bf09e64f20" /><Relationship Type="http://schemas.openxmlformats.org/officeDocument/2006/relationships/hyperlink" Target="https://chatgpt.com/codex/" TargetMode="External" Id="R245dc312f2114773" /><Relationship Type="http://schemas.openxmlformats.org/officeDocument/2006/relationships/image" Target="/ppt/media/image89.png" Id="Rd03ffdedd38f444e" /><Relationship Type="http://schemas.openxmlformats.org/officeDocument/2006/relationships/image" Target="/ppt/media/image90.png" Id="Rcb4bed1d366e4766" /><Relationship Type="http://schemas.openxmlformats.org/officeDocument/2006/relationships/notesSlide" Target="/ppt/notesSlides/notesSlide50.xml" Id="R4cc8ee9997974527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9ff4a638c4647" /><Relationship Type="http://schemas.openxmlformats.org/officeDocument/2006/relationships/hyperlink" Target="https://antigravity.google/" TargetMode="External" Id="R586c72b44d4b48c3" /><Relationship Type="http://schemas.openxmlformats.org/officeDocument/2006/relationships/hyperlink" Target="https://chatgpt.com/codex/" TargetMode="External" Id="R283d9aaa5ab64db6" /><Relationship Type="http://schemas.openxmlformats.org/officeDocument/2006/relationships/image" Target="/ppt/media/image91.png" Id="R281a9b5daee640f0" /><Relationship Type="http://schemas.openxmlformats.org/officeDocument/2006/relationships/image" Target="/ppt/media/image92.png" Id="R6382b5fadeda4339" /><Relationship Type="http://schemas.openxmlformats.org/officeDocument/2006/relationships/notesSlide" Target="/ppt/notesSlides/notesSlide51.xml" Id="R70acdb7c9f334cc2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219934d4234b80" /><Relationship Type="http://schemas.openxmlformats.org/officeDocument/2006/relationships/hyperlink" Target="https://antigravity.google/" TargetMode="External" Id="R12dcf5b1a24f4299" /><Relationship Type="http://schemas.openxmlformats.org/officeDocument/2006/relationships/hyperlink" Target="https://chatgpt.com/codex/" TargetMode="External" Id="R50a73d216bb84070" /><Relationship Type="http://schemas.openxmlformats.org/officeDocument/2006/relationships/image" Target="/ppt/media/image93.png" Id="R1d14f246c0234169" /><Relationship Type="http://schemas.openxmlformats.org/officeDocument/2006/relationships/image" Target="/ppt/media/image94.png" Id="R73c5887da2d748de" /><Relationship Type="http://schemas.openxmlformats.org/officeDocument/2006/relationships/notesSlide" Target="/ppt/notesSlides/notesSlide52.xml" Id="Rca7ee134057f4196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8f3049f7b4c41" /><Relationship Type="http://schemas.openxmlformats.org/officeDocument/2006/relationships/notesSlide" Target="/ppt/notesSlides/notesSlide53.xml" Id="R6a76813968c74208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b0548dc3e44d5e" /><Relationship Type="http://schemas.openxmlformats.org/officeDocument/2006/relationships/notesSlide" Target="/ppt/notesSlides/notesSlide54.xml" Id="Rbb923cf72896461e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a0b0e80c084ef3" /><Relationship Type="http://schemas.openxmlformats.org/officeDocument/2006/relationships/notesSlide" Target="/ppt/notesSlides/notesSlide55.xml" Id="Rc550e7cc6cac4647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ca7be75d9d4ef4" /><Relationship Type="http://schemas.openxmlformats.org/officeDocument/2006/relationships/notesSlide" Target="/ppt/notesSlides/notesSlide56.xml" Id="R9f3229aa512647cf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467c9f56d34e86" /><Relationship Type="http://schemas.openxmlformats.org/officeDocument/2006/relationships/notesSlide" Target="/ppt/notesSlides/notesSlide57.xml" Id="Rfde7a89699f14236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31713807054ad8" /><Relationship Type="http://schemas.openxmlformats.org/officeDocument/2006/relationships/notesSlide" Target="/ppt/notesSlides/notesSlide58.xml" Id="R4a110610838d4cad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28884281e443f" /><Relationship Type="http://schemas.openxmlformats.org/officeDocument/2006/relationships/hyperlink" Target="https://cagoooo.github.io/ncu-ai-agent-workshop-20260826/START_HERE_%E7%A0%94%E7%BF%92%E8%B3%87%E6%BA%90%E5%B0%8E%E8%88%AA.html" TargetMode="External" Id="R22688c64a5a74ecc" /><Relationship Type="http://schemas.openxmlformats.org/officeDocument/2006/relationships/image" Target="/ppt/media/image95.png" Id="R6688166106a549af" /><Relationship Type="http://schemas.openxmlformats.org/officeDocument/2006/relationships/hyperlink" Target="https://antigravity.google/" TargetMode="External" Id="R84bce7d2b54b4ac6" /><Relationship Type="http://schemas.openxmlformats.org/officeDocument/2006/relationships/image" Target="/ppt/media/image96.png" Id="R4ad653d4f1264583" /><Relationship Type="http://schemas.openxmlformats.org/officeDocument/2006/relationships/hyperlink" Target="https://chatgpt.com/codex/" TargetMode="External" Id="R4112dc19c26f4928" /><Relationship Type="http://schemas.openxmlformats.org/officeDocument/2006/relationships/image" Target="/ppt/media/image97.png" Id="Ra48f7c6872f04d74" /><Relationship Type="http://schemas.openxmlformats.org/officeDocument/2006/relationships/hyperlink" Target="https://claude.ai/" TargetMode="External" Id="Rff35742407784b4c" /><Relationship Type="http://schemas.openxmlformats.org/officeDocument/2006/relationships/image" Target="/ppt/media/image98.png" Id="R3a4b900a3c5b437d" /><Relationship Type="http://schemas.openxmlformats.org/officeDocument/2006/relationships/hyperlink" Target="https://codelabs.developers.google.com/getting-started-with-antigravity-skills" TargetMode="External" Id="R54b6c942685345f1" /><Relationship Type="http://schemas.openxmlformats.org/officeDocument/2006/relationships/image" Target="/ppt/media/image99.png" Id="Rcaab96f4da1846a2" /><Relationship Type="http://schemas.openxmlformats.org/officeDocument/2006/relationships/hyperlink" Target="https://cagoooo.github.io/ncu-ai-agent-workshop-20260826/04_%E5%AF%A6%E4%BD%9C%E5%B7%A5%E5%85%B7/07_Agent_Skills%E8%B3%87%E6%BA%90%E5%BA%AB.html" TargetMode="External" Id="Rbc308b2a50a044bd" /><Relationship Type="http://schemas.openxmlformats.org/officeDocument/2006/relationships/image" Target="/ppt/media/image100.png" Id="R91dd21313286425a" /><Relationship Type="http://schemas.openxmlformats.org/officeDocument/2006/relationships/hyperlink" Target="https://cagoooo.github.io/ncu-ai-agent-workshop-20260826/04_%E5%AF%A6%E4%BD%9C%E5%B7%A5%E5%85%B7/%E6%8F%90%E7%A4%BA%E8%A9%9E%E5%BF%AB%E6%8D%B7%E9%9D%A2%E6%9D%BF_%E7%A0%94%E7%BF%92%E7%94%A8.html" TargetMode="External" Id="R279c5524e1784314" /><Relationship Type="http://schemas.openxmlformats.org/officeDocument/2006/relationships/image" Target="/ppt/media/image101.png" Id="R841d559924b84b9f" /><Relationship Type="http://schemas.openxmlformats.org/officeDocument/2006/relationships/hyperlink" Target="https://cagoooo.github.io/Akai/" TargetMode="External" Id="Ra2aa5abff47b494a" /><Relationship Type="http://schemas.openxmlformats.org/officeDocument/2006/relationships/image" Target="/ppt/media/image102.png" Id="Rc306fff7a3564ae9" /><Relationship Type="http://schemas.openxmlformats.org/officeDocument/2006/relationships/hyperlink" Target="https://www.iea.nl/sites/default/files/2025-10/GA66_PIRLS%202026.pdf" TargetMode="External" Id="R9c79db38af574003" /><Relationship Type="http://schemas.openxmlformats.org/officeDocument/2006/relationships/image" Target="/ppt/media/image103.png" Id="Reaa5cfd4cc1148cc" /><Relationship Type="http://schemas.openxmlformats.org/officeDocument/2006/relationships/notesSlide" Target="/ppt/notesSlides/notesSlide59.xml" Id="Re5d2d59c3006465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97ae8d23e1408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057">
            <a:extLst xmlns:a="http://schemas.openxmlformats.org/drawingml/2006/main">
              <a:ext uri="{FF2B5EF4-FFF2-40B4-BE49-F238E27FC236}">
                <a16:creationId xmlns:a16="http://schemas.microsoft.com/office/drawing/2014/main" id="{E2887406-A46C-4262-8805-F8441DB5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1058">
            <a:extLst xmlns:a="http://schemas.openxmlformats.org/drawingml/2006/main">
              <a:ext uri="{FF2B5EF4-FFF2-40B4-BE49-F238E27FC236}">
                <a16:creationId xmlns:a16="http://schemas.microsoft.com/office/drawing/2014/main" id="{DC5E5453-C696-4E6E-AB6F-4E48EB1F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1059">
            <a:extLst xmlns:a="http://schemas.openxmlformats.org/drawingml/2006/main">
              <a:ext uri="{FF2B5EF4-FFF2-40B4-BE49-F238E27FC236}">
                <a16:creationId xmlns:a16="http://schemas.microsoft.com/office/drawing/2014/main" id="{7045BA6C-A91E-4253-8629-8764AD4E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下午場｜13:00–16:00</a:t>
            </a:r>
          </a:p>
        </p:txBody>
      </p:sp>
      <p:sp>
        <p:nvSpPr>
          <p:cNvPr id="5" name="text-1060">
            <a:extLst xmlns:a="http://schemas.openxmlformats.org/drawingml/2006/main">
              <a:ext uri="{FF2B5EF4-FFF2-40B4-BE49-F238E27FC236}">
                <a16:creationId xmlns:a16="http://schemas.microsoft.com/office/drawing/2014/main" id="{32A9AEAC-790D-4256-9DC7-5084FC3B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04950"/>
            <a:ext cx="46291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打造會做事的 AI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教學與研究夥伴：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Antigravity／Codex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Claude／Agent Skills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資料分析實戰</a:t>
            </a:r>
          </a:p>
        </p:txBody>
      </p:sp>
      <p:sp>
        <p:nvSpPr>
          <p:cNvPr id="6" name="shape-1061">
            <a:extLst xmlns:a="http://schemas.openxmlformats.org/drawingml/2006/main">
              <a:ext uri="{FF2B5EF4-FFF2-40B4-BE49-F238E27FC236}">
                <a16:creationId xmlns:a16="http://schemas.microsoft.com/office/drawing/2014/main" id="{930DE1A9-2FB1-4B57-BADD-9EDBCD397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2">
            <a:extLst xmlns:a="http://schemas.openxmlformats.org/drawingml/2006/main">
              <a:ext uri="{FF2B5EF4-FFF2-40B4-BE49-F238E27FC236}">
                <a16:creationId xmlns:a16="http://schemas.microsoft.com/office/drawing/2014/main" id="{7EFC65E8-4C73-447C-AE03-CEA041B40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29150"/>
            <a:ext cx="4629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1063">
            <a:extLst xmlns:a="http://schemas.openxmlformats.org/drawingml/2006/main">
              <a:ext uri="{FF2B5EF4-FFF2-40B4-BE49-F238E27FC236}">
                <a16:creationId xmlns:a16="http://schemas.microsoft.com/office/drawing/2014/main" id="{54C6B8F5-3364-4B4F-B76B-2440E143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0030175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064">
            <a:extLst xmlns:a="http://schemas.openxmlformats.org/drawingml/2006/main">
              <a:ext uri="{FF2B5EF4-FFF2-40B4-BE49-F238E27FC236}">
                <a16:creationId xmlns:a16="http://schemas.microsoft.com/office/drawing/2014/main" id="{CC70AE83-F8E1-4596-A869-01967E21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936115-7AE9-491F-A39F-0D2D94ECE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下午離開前，你會有四項成果</a:t>
            </a:r>
          </a:p>
        </p:txBody>
      </p:sp>
      <p:cxnSp>
        <p:nvCxnSpPr>
          <p:cNvPr id="24" name="shape-106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66">
            <a:extLst xmlns:a="http://schemas.openxmlformats.org/drawingml/2006/main">
              <a:ext uri="{FF2B5EF4-FFF2-40B4-BE49-F238E27FC236}">
                <a16:creationId xmlns:a16="http://schemas.microsoft.com/office/drawing/2014/main" id="{FD9D510F-75FB-45DD-A17F-0B5708C0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947FAD3-167B-4600-993A-E2851C94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1067">
            <a:extLst xmlns:a="http://schemas.openxmlformats.org/drawingml/2006/main">
              <a:ext uri="{FF2B5EF4-FFF2-40B4-BE49-F238E27FC236}">
                <a16:creationId xmlns:a16="http://schemas.microsoft.com/office/drawing/2014/main" id="{FF2C5ED9-F1D7-44DE-B5C1-F725F283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068">
            <a:extLst xmlns:a="http://schemas.openxmlformats.org/drawingml/2006/main">
              <a:ext uri="{FF2B5EF4-FFF2-40B4-BE49-F238E27FC236}">
                <a16:creationId xmlns:a16="http://schemas.microsoft.com/office/drawing/2014/main" id="{04920A9C-CB20-49F7-B7F3-E50BBCAF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069">
            <a:extLst xmlns:a="http://schemas.openxmlformats.org/drawingml/2006/main">
              <a:ext uri="{FF2B5EF4-FFF2-40B4-BE49-F238E27FC236}">
                <a16:creationId xmlns:a16="http://schemas.microsoft.com/office/drawing/2014/main" id="{1F9CA82D-6C92-4F51-9CB0-6CB89C1E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看懂 Agent</a:t>
            </a:r>
          </a:p>
        </p:txBody>
      </p:sp>
      <p:sp>
        <p:nvSpPr>
          <p:cNvPr id="9" name="text-1070">
            <a:extLst xmlns:a="http://schemas.openxmlformats.org/drawingml/2006/main">
              <a:ext uri="{FF2B5EF4-FFF2-40B4-BE49-F238E27FC236}">
                <a16:creationId xmlns:a16="http://schemas.microsoft.com/office/drawing/2014/main" id="{2A9A6003-E98F-4D19-9393-99C04883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能分辨對話、助理與 Agent，知道何時必須人在迴路。</a:t>
            </a:r>
          </a:p>
        </p:txBody>
      </p:sp>
      <p:sp>
        <p:nvSpPr>
          <p:cNvPr id="10" name="shape-1071">
            <a:extLst xmlns:a="http://schemas.openxmlformats.org/drawingml/2006/main">
              <a:ext uri="{FF2B5EF4-FFF2-40B4-BE49-F238E27FC236}">
                <a16:creationId xmlns:a16="http://schemas.microsoft.com/office/drawing/2014/main" id="{25037798-80C4-4F5A-B579-0F73BC04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072">
            <a:extLst xmlns:a="http://schemas.openxmlformats.org/drawingml/2006/main">
              <a:ext uri="{FF2B5EF4-FFF2-40B4-BE49-F238E27FC236}">
                <a16:creationId xmlns:a16="http://schemas.microsoft.com/office/drawing/2014/main" id="{C220155D-9491-406A-9698-CD0D11C75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73">
            <a:extLst xmlns:a="http://schemas.openxmlformats.org/drawingml/2006/main">
              <a:ext uri="{FF2B5EF4-FFF2-40B4-BE49-F238E27FC236}">
                <a16:creationId xmlns:a16="http://schemas.microsoft.com/office/drawing/2014/main" id="{864FA1F6-BD55-4C11-9AD2-09322D92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建立工具策略</a:t>
            </a:r>
          </a:p>
        </p:txBody>
      </p:sp>
      <p:sp>
        <p:nvSpPr>
          <p:cNvPr id="13" name="text-1074">
            <a:extLst xmlns:a="http://schemas.openxmlformats.org/drawingml/2006/main">
              <a:ext uri="{FF2B5EF4-FFF2-40B4-BE49-F238E27FC236}">
                <a16:creationId xmlns:a16="http://schemas.microsoft.com/office/drawing/2014/main" id="{368060E7-346C-4201-A022-27EFDA3F1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比較 Antigravity／Gemini 3.7 Flash、Codex 與 Claude，依任務、權限與驗收證據選擇工具。</a:t>
            </a:r>
          </a:p>
        </p:txBody>
      </p:sp>
      <p:sp>
        <p:nvSpPr>
          <p:cNvPr id="14" name="shape-1075">
            <a:extLst xmlns:a="http://schemas.openxmlformats.org/drawingml/2006/main">
              <a:ext uri="{FF2B5EF4-FFF2-40B4-BE49-F238E27FC236}">
                <a16:creationId xmlns:a16="http://schemas.microsoft.com/office/drawing/2014/main" id="{525798E9-31DB-4B7F-BA06-19374086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076">
            <a:extLst xmlns:a="http://schemas.openxmlformats.org/drawingml/2006/main">
              <a:ext uri="{FF2B5EF4-FFF2-40B4-BE49-F238E27FC236}">
                <a16:creationId xmlns:a16="http://schemas.microsoft.com/office/drawing/2014/main" id="{2CEEB26D-CE45-4D05-8E50-2E9E22A0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77">
            <a:extLst xmlns:a="http://schemas.openxmlformats.org/drawingml/2006/main">
              <a:ext uri="{FF2B5EF4-FFF2-40B4-BE49-F238E27FC236}">
                <a16:creationId xmlns:a16="http://schemas.microsoft.com/office/drawing/2014/main" id="{48C3AD7E-5F89-4F63-AF33-637302D6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完成一個 Skill</a:t>
            </a:r>
          </a:p>
        </p:txBody>
      </p:sp>
      <p:sp>
        <p:nvSpPr>
          <p:cNvPr id="17" name="text-1078">
            <a:extLst xmlns:a="http://schemas.openxmlformats.org/drawingml/2006/main">
              <a:ext uri="{FF2B5EF4-FFF2-40B4-BE49-F238E27FC236}">
                <a16:creationId xmlns:a16="http://schemas.microsoft.com/office/drawing/2014/main" id="{3D997323-E4D3-4D19-814C-2C205678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把教學或研究提示詞升級成可重複、可測試的工作流程。</a:t>
            </a:r>
          </a:p>
        </p:txBody>
      </p:sp>
      <p:sp>
        <p:nvSpPr>
          <p:cNvPr id="18" name="shape-1079">
            <a:extLst xmlns:a="http://schemas.openxmlformats.org/drawingml/2006/main">
              <a:ext uri="{FF2B5EF4-FFF2-40B4-BE49-F238E27FC236}">
                <a16:creationId xmlns:a16="http://schemas.microsoft.com/office/drawing/2014/main" id="{4D47D7E5-E80C-40BE-986A-678C50AE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080">
            <a:extLst xmlns:a="http://schemas.openxmlformats.org/drawingml/2006/main">
              <a:ext uri="{FF2B5EF4-FFF2-40B4-BE49-F238E27FC236}">
                <a16:creationId xmlns:a16="http://schemas.microsoft.com/office/drawing/2014/main" id="{06F2466D-605D-4C2D-B216-1FD943AD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081">
            <a:extLst xmlns:a="http://schemas.openxmlformats.org/drawingml/2006/main">
              <a:ext uri="{FF2B5EF4-FFF2-40B4-BE49-F238E27FC236}">
                <a16:creationId xmlns:a16="http://schemas.microsoft.com/office/drawing/2014/main" id="{07294DBA-B879-4C2F-9ADC-9A02196B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完成資料分析</a:t>
            </a:r>
          </a:p>
        </p:txBody>
      </p:sp>
      <p:sp>
        <p:nvSpPr>
          <p:cNvPr id="21" name="text-1082">
            <a:extLst xmlns:a="http://schemas.openxmlformats.org/drawingml/2006/main">
              <a:ext uri="{FF2B5EF4-FFF2-40B4-BE49-F238E27FC236}">
                <a16:creationId xmlns:a16="http://schemas.microsoft.com/office/drawing/2014/main" id="{4ED17EA5-0365-419D-BE2C-1D98F4F4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以合成資料練習選擇題統計、簡答初編與人工複核。</a:t>
            </a:r>
          </a:p>
        </p:txBody>
      </p:sp>
    </p:spTree>
    <p:extLst>
      <p:ext uri="{BB962C8B-B14F-4D97-AF65-F5344CB8AC3E}">
        <p14:creationId xmlns:p14="http://schemas.microsoft.com/office/powerpoint/2010/main" val="11284644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1083">
            <a:extLst xmlns:a="http://schemas.openxmlformats.org/drawingml/2006/main">
              <a:ext uri="{FF2B5EF4-FFF2-40B4-BE49-F238E27FC236}">
                <a16:creationId xmlns:a16="http://schemas.microsoft.com/office/drawing/2014/main" id="{302DE5ED-87B5-498C-B3DF-E6F9179C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8F0CDA8-588A-4E3A-AF51-E7B5E99AB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 180 分鐘：從操作到可重複流程</a:t>
            </a:r>
          </a:p>
        </p:txBody>
      </p:sp>
      <p:cxnSp>
        <p:nvCxnSpPr>
          <p:cNvPr id="41" name="shape-108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85">
            <a:extLst xmlns:a="http://schemas.openxmlformats.org/drawingml/2006/main">
              <a:ext uri="{FF2B5EF4-FFF2-40B4-BE49-F238E27FC236}">
                <a16:creationId xmlns:a16="http://schemas.microsoft.com/office/drawing/2014/main" id="{AF53D3F6-5946-4D34-B3E1-A4206D75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A75F98-6B4F-468E-B9E9-9E777F39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6" name="shape-1086">
            <a:extLst xmlns:a="http://schemas.openxmlformats.org/drawingml/2006/main">
              <a:ext uri="{FF2B5EF4-FFF2-40B4-BE49-F238E27FC236}">
                <a16:creationId xmlns:a16="http://schemas.microsoft.com/office/drawing/2014/main" id="{A2DD7C93-1035-4F39-884E-12E725F8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pe-1087">
            <a:extLst xmlns:a="http://schemas.openxmlformats.org/drawingml/2006/main">
              <a:ext uri="{FF2B5EF4-FFF2-40B4-BE49-F238E27FC236}">
                <a16:creationId xmlns:a16="http://schemas.microsoft.com/office/drawing/2014/main" id="{BCB5B24B-3022-473A-8CE2-038DE86BA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088">
            <a:extLst xmlns:a="http://schemas.openxmlformats.org/drawingml/2006/main">
              <a:ext uri="{FF2B5EF4-FFF2-40B4-BE49-F238E27FC236}">
                <a16:creationId xmlns:a16="http://schemas.microsoft.com/office/drawing/2014/main" id="{AE5B7E8C-79FC-47A8-8B62-F76FE45A2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00–20</a:t>
            </a:r>
          </a:p>
        </p:txBody>
      </p:sp>
      <p:sp>
        <p:nvSpPr>
          <p:cNvPr id="9" name="text-1089">
            <a:extLst xmlns:a="http://schemas.openxmlformats.org/drawingml/2006/main">
              <a:ext uri="{FF2B5EF4-FFF2-40B4-BE49-F238E27FC236}">
                <a16:creationId xmlns:a16="http://schemas.microsoft.com/office/drawing/2014/main" id="{379D9166-639B-417D-8B87-340A2044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觀念</a:t>
            </a:r>
          </a:p>
        </p:txBody>
      </p:sp>
      <p:sp>
        <p:nvSpPr>
          <p:cNvPr id="10" name="text-1090">
            <a:extLst xmlns:a="http://schemas.openxmlformats.org/drawingml/2006/main">
              <a:ext uri="{FF2B5EF4-FFF2-40B4-BE49-F238E27FC236}">
                <a16:creationId xmlns:a16="http://schemas.microsoft.com/office/drawing/2014/main" id="{2FCB8C81-A193-44BE-A93D-DF135B59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能力與風險</a:t>
            </a:r>
          </a:p>
        </p:txBody>
      </p:sp>
      <p:sp>
        <p:nvSpPr>
          <p:cNvPr id="11" name="shape-1091">
            <a:extLst xmlns:a="http://schemas.openxmlformats.org/drawingml/2006/main">
              <a:ext uri="{FF2B5EF4-FFF2-40B4-BE49-F238E27FC236}">
                <a16:creationId xmlns:a16="http://schemas.microsoft.com/office/drawing/2014/main" id="{107F8B3A-8CA9-437C-B0CF-4B62C60C5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064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092">
            <a:extLst xmlns:a="http://schemas.openxmlformats.org/drawingml/2006/main">
              <a:ext uri="{FF2B5EF4-FFF2-40B4-BE49-F238E27FC236}">
                <a16:creationId xmlns:a16="http://schemas.microsoft.com/office/drawing/2014/main" id="{4D686812-1A8B-4B8D-9E39-E84E88A4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614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20–45</a:t>
            </a:r>
          </a:p>
        </p:txBody>
      </p:sp>
      <p:sp>
        <p:nvSpPr>
          <p:cNvPr id="13" name="text-1093">
            <a:extLst xmlns:a="http://schemas.openxmlformats.org/drawingml/2006/main">
              <a:ext uri="{FF2B5EF4-FFF2-40B4-BE49-F238E27FC236}">
                <a16:creationId xmlns:a16="http://schemas.microsoft.com/office/drawing/2014/main" id="{1875DB65-9888-4992-9107-18EBB30B7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5014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Antigravity＋Spark</a:t>
            </a:r>
          </a:p>
        </p:txBody>
      </p:sp>
      <p:sp>
        <p:nvSpPr>
          <p:cNvPr id="14" name="text-1094">
            <a:extLst xmlns:a="http://schemas.openxmlformats.org/drawingml/2006/main">
              <a:ext uri="{FF2B5EF4-FFF2-40B4-BE49-F238E27FC236}">
                <a16:creationId xmlns:a16="http://schemas.microsoft.com/office/drawing/2014/main" id="{D11970DC-A806-4A3A-8A63-A4142935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5014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任務、排程與證據</a:t>
            </a:r>
          </a:p>
        </p:txBody>
      </p:sp>
      <p:sp>
        <p:nvSpPr>
          <p:cNvPr id="15" name="shape-1095">
            <a:extLst xmlns:a="http://schemas.openxmlformats.org/drawingml/2006/main">
              <a:ext uri="{FF2B5EF4-FFF2-40B4-BE49-F238E27FC236}">
                <a16:creationId xmlns:a16="http://schemas.microsoft.com/office/drawing/2014/main" id="{EC8BCE8D-7C32-46ED-9CAE-6FE8D9A8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9179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096">
            <a:extLst xmlns:a="http://schemas.openxmlformats.org/drawingml/2006/main">
              <a:ext uri="{FF2B5EF4-FFF2-40B4-BE49-F238E27FC236}">
                <a16:creationId xmlns:a16="http://schemas.microsoft.com/office/drawing/2014/main" id="{86D3BC61-73FA-43D0-8A52-5A4593EA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6729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45–70</a:t>
            </a:r>
          </a:p>
        </p:txBody>
      </p:sp>
      <p:sp>
        <p:nvSpPr>
          <p:cNvPr id="17" name="text-1097">
            <a:extLst xmlns:a="http://schemas.openxmlformats.org/drawingml/2006/main">
              <a:ext uri="{FF2B5EF4-FFF2-40B4-BE49-F238E27FC236}">
                <a16:creationId xmlns:a16="http://schemas.microsoft.com/office/drawing/2014/main" id="{213B0531-ABE8-4106-B1A8-DBE5E5A6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129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8" name="text-1098">
            <a:extLst xmlns:a="http://schemas.openxmlformats.org/drawingml/2006/main">
              <a:ext uri="{FF2B5EF4-FFF2-40B4-BE49-F238E27FC236}">
                <a16:creationId xmlns:a16="http://schemas.microsoft.com/office/drawing/2014/main" id="{23532B0F-046D-41C9-A829-A9B62FF5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129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模型與成本</a:t>
            </a:r>
          </a:p>
        </p:txBody>
      </p:sp>
      <p:sp>
        <p:nvSpPr>
          <p:cNvPr id="19" name="shape-1099">
            <a:extLst xmlns:a="http://schemas.openxmlformats.org/drawingml/2006/main">
              <a:ext uri="{FF2B5EF4-FFF2-40B4-BE49-F238E27FC236}">
                <a16:creationId xmlns:a16="http://schemas.microsoft.com/office/drawing/2014/main" id="{7170A25B-BC07-43F2-B8AA-2243AFAB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2293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100">
            <a:extLst xmlns:a="http://schemas.openxmlformats.org/drawingml/2006/main">
              <a:ext uri="{FF2B5EF4-FFF2-40B4-BE49-F238E27FC236}">
                <a16:creationId xmlns:a16="http://schemas.microsoft.com/office/drawing/2014/main" id="{3FFA8A58-476B-42A4-A17E-5AC33717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843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70–95</a:t>
            </a:r>
          </a:p>
        </p:txBody>
      </p:sp>
      <p:sp>
        <p:nvSpPr>
          <p:cNvPr id="21" name="text-1101">
            <a:extLst xmlns:a="http://schemas.openxmlformats.org/drawingml/2006/main">
              <a:ext uri="{FF2B5EF4-FFF2-40B4-BE49-F238E27FC236}">
                <a16:creationId xmlns:a16="http://schemas.microsoft.com/office/drawing/2014/main" id="{9215CB26-A263-4119-8E4D-BA22DCEF9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22" name="text-1102">
            <a:extLst xmlns:a="http://schemas.openxmlformats.org/drawingml/2006/main">
              <a:ext uri="{FF2B5EF4-FFF2-40B4-BE49-F238E27FC236}">
                <a16:creationId xmlns:a16="http://schemas.microsoft.com/office/drawing/2014/main" id="{6EC97522-6FE6-4628-9618-4B673E8B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實作工作流</a:t>
            </a:r>
          </a:p>
        </p:txBody>
      </p:sp>
      <p:sp>
        <p:nvSpPr>
          <p:cNvPr id="23" name="shape-1103">
            <a:extLst xmlns:a="http://schemas.openxmlformats.org/drawingml/2006/main">
              <a:ext uri="{FF2B5EF4-FFF2-40B4-BE49-F238E27FC236}">
                <a16:creationId xmlns:a16="http://schemas.microsoft.com/office/drawing/2014/main" id="{C4824C07-0028-4D03-95F7-273B3B85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5407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104">
            <a:extLst xmlns:a="http://schemas.openxmlformats.org/drawingml/2006/main">
              <a:ext uri="{FF2B5EF4-FFF2-40B4-BE49-F238E27FC236}">
                <a16:creationId xmlns:a16="http://schemas.microsoft.com/office/drawing/2014/main" id="{6CB5A5BC-8CCB-40EE-B58A-4C674C5D3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2957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95–105</a:t>
            </a:r>
          </a:p>
        </p:txBody>
      </p:sp>
      <p:sp>
        <p:nvSpPr>
          <p:cNvPr id="25" name="text-1105">
            <a:extLst xmlns:a="http://schemas.openxmlformats.org/drawingml/2006/main">
              <a:ext uri="{FF2B5EF4-FFF2-40B4-BE49-F238E27FC236}">
                <a16:creationId xmlns:a16="http://schemas.microsoft.com/office/drawing/2014/main" id="{355CFAD0-3CE1-4D02-BADA-28F684E4B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357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1106">
            <a:extLst xmlns:a="http://schemas.openxmlformats.org/drawingml/2006/main">
              <a:ext uri="{FF2B5EF4-FFF2-40B4-BE49-F238E27FC236}">
                <a16:creationId xmlns:a16="http://schemas.microsoft.com/office/drawing/2014/main" id="{2EF0832A-C1D8-4CA1-9650-8C1948FC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357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整理成果</a:t>
            </a:r>
          </a:p>
        </p:txBody>
      </p:sp>
      <p:sp>
        <p:nvSpPr>
          <p:cNvPr id="27" name="shape-1107">
            <a:extLst xmlns:a="http://schemas.openxmlformats.org/drawingml/2006/main">
              <a:ext uri="{FF2B5EF4-FFF2-40B4-BE49-F238E27FC236}">
                <a16:creationId xmlns:a16="http://schemas.microsoft.com/office/drawing/2014/main" id="{5934F726-4401-41F6-997D-D3D8DC55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8521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1108">
            <a:extLst xmlns:a="http://schemas.openxmlformats.org/drawingml/2006/main">
              <a:ext uri="{FF2B5EF4-FFF2-40B4-BE49-F238E27FC236}">
                <a16:creationId xmlns:a16="http://schemas.microsoft.com/office/drawing/2014/main" id="{18FE58A7-6816-4F65-A49B-293B3964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6071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105–140</a:t>
            </a:r>
          </a:p>
        </p:txBody>
      </p:sp>
      <p:sp>
        <p:nvSpPr>
          <p:cNvPr id="29" name="text-1109">
            <a:extLst xmlns:a="http://schemas.openxmlformats.org/drawingml/2006/main">
              <a:ext uri="{FF2B5EF4-FFF2-40B4-BE49-F238E27FC236}">
                <a16:creationId xmlns:a16="http://schemas.microsoft.com/office/drawing/2014/main" id="{803A9C54-40A3-48F1-B440-A4451E4C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471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0" name="text-1110">
            <a:extLst xmlns:a="http://schemas.openxmlformats.org/drawingml/2006/main">
              <a:ext uri="{FF2B5EF4-FFF2-40B4-BE49-F238E27FC236}">
                <a16:creationId xmlns:a16="http://schemas.microsoft.com/office/drawing/2014/main" id="{01AA3A71-9A52-44BE-A7CF-B544D60D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471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提示詞升級</a:t>
            </a:r>
          </a:p>
        </p:txBody>
      </p:sp>
      <p:sp>
        <p:nvSpPr>
          <p:cNvPr id="31" name="shape-1111">
            <a:extLst xmlns:a="http://schemas.openxmlformats.org/drawingml/2006/main">
              <a:ext uri="{FF2B5EF4-FFF2-40B4-BE49-F238E27FC236}">
                <a16:creationId xmlns:a16="http://schemas.microsoft.com/office/drawing/2014/main" id="{A44E536E-7547-4225-873F-E76ED39F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636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112">
            <a:extLst xmlns:a="http://schemas.openxmlformats.org/drawingml/2006/main">
              <a:ext uri="{FF2B5EF4-FFF2-40B4-BE49-F238E27FC236}">
                <a16:creationId xmlns:a16="http://schemas.microsoft.com/office/drawing/2014/main" id="{BDE6D8DF-7029-49FA-A13C-0731623BD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186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140–160</a:t>
            </a:r>
          </a:p>
        </p:txBody>
      </p:sp>
      <p:sp>
        <p:nvSpPr>
          <p:cNvPr id="33" name="text-1113">
            <a:extLst xmlns:a="http://schemas.openxmlformats.org/drawingml/2006/main">
              <a:ext uri="{FF2B5EF4-FFF2-40B4-BE49-F238E27FC236}">
                <a16:creationId xmlns:a16="http://schemas.microsoft.com/office/drawing/2014/main" id="{54AEFACD-6D8F-4209-B24B-B9B8BE8A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0586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學生資料</a:t>
            </a:r>
          </a:p>
        </p:txBody>
      </p:sp>
      <p:sp>
        <p:nvSpPr>
          <p:cNvPr id="34" name="text-1114">
            <a:extLst xmlns:a="http://schemas.openxmlformats.org/drawingml/2006/main">
              <a:ext uri="{FF2B5EF4-FFF2-40B4-BE49-F238E27FC236}">
                <a16:creationId xmlns:a16="http://schemas.microsoft.com/office/drawing/2014/main" id="{8E92C6C1-77D9-456A-BD9F-0F7BD21E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0586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PIRLS 風格分析</a:t>
            </a:r>
          </a:p>
        </p:txBody>
      </p:sp>
      <p:sp>
        <p:nvSpPr>
          <p:cNvPr id="35" name="shape-1115">
            <a:extLst xmlns:a="http://schemas.openxmlformats.org/drawingml/2006/main">
              <a:ext uri="{FF2B5EF4-FFF2-40B4-BE49-F238E27FC236}">
                <a16:creationId xmlns:a16="http://schemas.microsoft.com/office/drawing/2014/main" id="{81F5BA2D-5A49-493B-9B83-DCE13831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ext-1116">
            <a:extLst xmlns:a="http://schemas.openxmlformats.org/drawingml/2006/main">
              <a:ext uri="{FF2B5EF4-FFF2-40B4-BE49-F238E27FC236}">
                <a16:creationId xmlns:a16="http://schemas.microsoft.com/office/drawing/2014/main" id="{0118DB75-8A7F-4041-9B7E-B8CD94A2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160–180</a:t>
            </a:r>
          </a:p>
        </p:txBody>
      </p:sp>
      <p:sp>
        <p:nvSpPr>
          <p:cNvPr id="37" name="text-1117">
            <a:extLst xmlns:a="http://schemas.openxmlformats.org/drawingml/2006/main">
              <a:ext uri="{FF2B5EF4-FFF2-40B4-BE49-F238E27FC236}">
                <a16:creationId xmlns:a16="http://schemas.microsoft.com/office/drawing/2014/main" id="{8FD1537F-69A1-4BBC-B897-BC23003B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整合分享</a:t>
            </a:r>
          </a:p>
        </p:txBody>
      </p:sp>
      <p:sp>
        <p:nvSpPr>
          <p:cNvPr id="38" name="text-1118">
            <a:extLst xmlns:a="http://schemas.openxmlformats.org/drawingml/2006/main">
              <a:ext uri="{FF2B5EF4-FFF2-40B4-BE49-F238E27FC236}">
                <a16:creationId xmlns:a16="http://schemas.microsoft.com/office/drawing/2014/main" id="{7A8AD171-D063-4462-902B-C1B5DEF8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可驗證交付</a:t>
            </a:r>
          </a:p>
        </p:txBody>
      </p:sp>
    </p:spTree>
    <p:extLst>
      <p:ext uri="{BB962C8B-B14F-4D97-AF65-F5344CB8AC3E}">
        <p14:creationId xmlns:p14="http://schemas.microsoft.com/office/powerpoint/2010/main" val="17565166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1119">
            <a:extLst xmlns:a="http://schemas.openxmlformats.org/drawingml/2006/main">
              <a:ext uri="{FF2B5EF4-FFF2-40B4-BE49-F238E27FC236}">
                <a16:creationId xmlns:a16="http://schemas.microsoft.com/office/drawing/2014/main" id="{3A4AD7C5-1C70-4A9E-B027-9D6EC186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CAPABILITY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8BB2201-AE97-476C-8E34-9FF44908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對話、助理、Agent：差別在能否推進工作</a:t>
            </a:r>
          </a:p>
        </p:txBody>
      </p:sp>
      <p:cxnSp>
        <p:nvCxnSpPr>
          <p:cNvPr id="32" name="shape-112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21">
            <a:extLst xmlns:a="http://schemas.openxmlformats.org/drawingml/2006/main">
              <a:ext uri="{FF2B5EF4-FFF2-40B4-BE49-F238E27FC236}">
                <a16:creationId xmlns:a16="http://schemas.microsoft.com/office/drawing/2014/main" id="{C1B2C1AE-5B78-439C-8CF1-09106247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4CA6B87-6E3B-410E-A7E2-342ACC96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1122">
            <a:extLst xmlns:a="http://schemas.openxmlformats.org/drawingml/2006/main">
              <a:ext uri="{FF2B5EF4-FFF2-40B4-BE49-F238E27FC236}">
                <a16:creationId xmlns:a16="http://schemas.microsoft.com/office/drawing/2014/main" id="{F3E5F73D-3AB7-4DD3-BECA-D6D6DC88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123">
            <a:extLst xmlns:a="http://schemas.openxmlformats.org/drawingml/2006/main">
              <a:ext uri="{FF2B5EF4-FFF2-40B4-BE49-F238E27FC236}">
                <a16:creationId xmlns:a16="http://schemas.microsoft.com/office/drawing/2014/main" id="{7E3A5783-4E72-412F-B510-E5DD4C68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124">
            <a:extLst xmlns:a="http://schemas.openxmlformats.org/drawingml/2006/main">
              <a:ext uri="{FF2B5EF4-FFF2-40B4-BE49-F238E27FC236}">
                <a16:creationId xmlns:a16="http://schemas.microsoft.com/office/drawing/2014/main" id="{4F053D28-80A3-4299-8B44-CD33A387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25">
            <a:extLst xmlns:a="http://schemas.openxmlformats.org/drawingml/2006/main">
              <a:ext uri="{FF2B5EF4-FFF2-40B4-BE49-F238E27FC236}">
                <a16:creationId xmlns:a16="http://schemas.microsoft.com/office/drawing/2014/main" id="{26FACE95-1DB8-4ABA-851B-04DA0308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對話</a:t>
            </a:r>
          </a:p>
        </p:txBody>
      </p:sp>
      <p:sp>
        <p:nvSpPr>
          <p:cNvPr id="10" name="text-1126">
            <a:extLst xmlns:a="http://schemas.openxmlformats.org/drawingml/2006/main">
              <a:ext uri="{FF2B5EF4-FFF2-40B4-BE49-F238E27FC236}">
                <a16:creationId xmlns:a16="http://schemas.microsoft.com/office/drawing/2014/main" id="{8889ACAD-E625-4880-8CEA-F0B1079A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回答、解釋、發想</a:t>
            </a:r>
          </a:p>
        </p:txBody>
      </p:sp>
      <p:sp>
        <p:nvSpPr>
          <p:cNvPr id="11" name="text-1127">
            <a:extLst xmlns:a="http://schemas.openxmlformats.org/drawingml/2006/main">
              <a:ext uri="{FF2B5EF4-FFF2-40B4-BE49-F238E27FC236}">
                <a16:creationId xmlns:a16="http://schemas.microsoft.com/office/drawing/2014/main" id="{919A8CD4-40EA-44CA-8AB7-4B69115F0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128">
            <a:extLst xmlns:a="http://schemas.openxmlformats.org/drawingml/2006/main">
              <a:ext uri="{FF2B5EF4-FFF2-40B4-BE49-F238E27FC236}">
                <a16:creationId xmlns:a16="http://schemas.microsoft.com/office/drawing/2014/main" id="{736360D6-6088-4C13-85EF-832CFA50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129">
            <a:extLst xmlns:a="http://schemas.openxmlformats.org/drawingml/2006/main">
              <a:ext uri="{FF2B5EF4-FFF2-40B4-BE49-F238E27FC236}">
                <a16:creationId xmlns:a16="http://schemas.microsoft.com/office/drawing/2014/main" id="{641E5002-15C1-4046-98E7-58D7650D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130">
            <a:extLst xmlns:a="http://schemas.openxmlformats.org/drawingml/2006/main">
              <a:ext uri="{FF2B5EF4-FFF2-40B4-BE49-F238E27FC236}">
                <a16:creationId xmlns:a16="http://schemas.microsoft.com/office/drawing/2014/main" id="{FCA33CC8-61CF-4CC4-A2A3-2F109223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131">
            <a:extLst xmlns:a="http://schemas.openxmlformats.org/drawingml/2006/main">
              <a:ext uri="{FF2B5EF4-FFF2-40B4-BE49-F238E27FC236}">
                <a16:creationId xmlns:a16="http://schemas.microsoft.com/office/drawing/2014/main" id="{A15DEB80-B3C6-4ABC-968A-A18AED45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助理</a:t>
            </a:r>
          </a:p>
        </p:txBody>
      </p:sp>
      <p:sp>
        <p:nvSpPr>
          <p:cNvPr id="16" name="text-1132">
            <a:extLst xmlns:a="http://schemas.openxmlformats.org/drawingml/2006/main">
              <a:ext uri="{FF2B5EF4-FFF2-40B4-BE49-F238E27FC236}">
                <a16:creationId xmlns:a16="http://schemas.microsoft.com/office/drawing/2014/main" id="{313C0C19-B0FA-4601-A344-7A9AE1B4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固定角色與格式</a:t>
            </a:r>
          </a:p>
        </p:txBody>
      </p:sp>
      <p:sp>
        <p:nvSpPr>
          <p:cNvPr id="17" name="text-1133">
            <a:extLst xmlns:a="http://schemas.openxmlformats.org/drawingml/2006/main">
              <a:ext uri="{FF2B5EF4-FFF2-40B4-BE49-F238E27FC236}">
                <a16:creationId xmlns:a16="http://schemas.microsoft.com/office/drawing/2014/main" id="{42DE75F2-5FC0-4103-BD07-ECF20CBE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134">
            <a:extLst xmlns:a="http://schemas.openxmlformats.org/drawingml/2006/main">
              <a:ext uri="{FF2B5EF4-FFF2-40B4-BE49-F238E27FC236}">
                <a16:creationId xmlns:a16="http://schemas.microsoft.com/office/drawing/2014/main" id="{D19BC169-1263-4F32-8445-9B84F46B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135">
            <a:extLst xmlns:a="http://schemas.openxmlformats.org/drawingml/2006/main">
              <a:ext uri="{FF2B5EF4-FFF2-40B4-BE49-F238E27FC236}">
                <a16:creationId xmlns:a16="http://schemas.microsoft.com/office/drawing/2014/main" id="{C19E406F-3337-4625-BB76-29174E53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136">
            <a:extLst xmlns:a="http://schemas.openxmlformats.org/drawingml/2006/main">
              <a:ext uri="{FF2B5EF4-FFF2-40B4-BE49-F238E27FC236}">
                <a16:creationId xmlns:a16="http://schemas.microsoft.com/office/drawing/2014/main" id="{592E3683-145B-4196-8510-6D65F49AD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137">
            <a:extLst xmlns:a="http://schemas.openxmlformats.org/drawingml/2006/main">
              <a:ext uri="{FF2B5EF4-FFF2-40B4-BE49-F238E27FC236}">
                <a16:creationId xmlns:a16="http://schemas.microsoft.com/office/drawing/2014/main" id="{02B6DA41-53BA-4942-AD9B-C604006F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</a:t>
            </a:r>
          </a:p>
        </p:txBody>
      </p:sp>
      <p:sp>
        <p:nvSpPr>
          <p:cNvPr id="22" name="text-1138">
            <a:extLst xmlns:a="http://schemas.openxmlformats.org/drawingml/2006/main">
              <a:ext uri="{FF2B5EF4-FFF2-40B4-BE49-F238E27FC236}">
                <a16:creationId xmlns:a16="http://schemas.microsoft.com/office/drawing/2014/main" id="{F6D1C384-FD66-49D2-90E5-F5F31805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讀取環境、規劃、使用工具</a:t>
            </a:r>
          </a:p>
        </p:txBody>
      </p:sp>
      <p:sp>
        <p:nvSpPr>
          <p:cNvPr id="23" name="text-1139">
            <a:extLst xmlns:a="http://schemas.openxmlformats.org/drawingml/2006/main">
              <a:ext uri="{FF2B5EF4-FFF2-40B4-BE49-F238E27FC236}">
                <a16:creationId xmlns:a16="http://schemas.microsoft.com/office/drawing/2014/main" id="{27DEC404-E898-4E06-AD4D-DF25D169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140">
            <a:extLst xmlns:a="http://schemas.openxmlformats.org/drawingml/2006/main">
              <a:ext uri="{FF2B5EF4-FFF2-40B4-BE49-F238E27FC236}">
                <a16:creationId xmlns:a16="http://schemas.microsoft.com/office/drawing/2014/main" id="{621DFED6-D9C7-4EEA-907D-D7CF859B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141">
            <a:extLst xmlns:a="http://schemas.openxmlformats.org/drawingml/2006/main">
              <a:ext uri="{FF2B5EF4-FFF2-40B4-BE49-F238E27FC236}">
                <a16:creationId xmlns:a16="http://schemas.microsoft.com/office/drawing/2014/main" id="{8F94E595-BCDE-4B01-8F30-2D82BECB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142">
            <a:extLst xmlns:a="http://schemas.openxmlformats.org/drawingml/2006/main">
              <a:ext uri="{FF2B5EF4-FFF2-40B4-BE49-F238E27FC236}">
                <a16:creationId xmlns:a16="http://schemas.microsoft.com/office/drawing/2014/main" id="{A1A8C058-DDFF-44FD-8677-3E3EED14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143">
            <a:extLst xmlns:a="http://schemas.openxmlformats.org/drawingml/2006/main">
              <a:ext uri="{FF2B5EF4-FFF2-40B4-BE49-F238E27FC236}">
                <a16:creationId xmlns:a16="http://schemas.microsoft.com/office/drawing/2014/main" id="{864DC26D-E724-4C8E-AE41-780DBBC7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可信 Agent</a:t>
            </a:r>
          </a:p>
        </p:txBody>
      </p:sp>
      <p:sp>
        <p:nvSpPr>
          <p:cNvPr id="28" name="text-1144">
            <a:extLst xmlns:a="http://schemas.openxmlformats.org/drawingml/2006/main">
              <a:ext uri="{FF2B5EF4-FFF2-40B4-BE49-F238E27FC236}">
                <a16:creationId xmlns:a16="http://schemas.microsoft.com/office/drawing/2014/main" id="{586721FF-3941-4A08-8929-82604F47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驗證結果、回報限制、等待授權</a:t>
            </a:r>
          </a:p>
        </p:txBody>
      </p:sp>
      <p:sp>
        <p:nvSpPr>
          <p:cNvPr id="29" name="text-1145">
            <a:extLst xmlns:a="http://schemas.openxmlformats.org/drawingml/2006/main">
              <a:ext uri="{FF2B5EF4-FFF2-40B4-BE49-F238E27FC236}">
                <a16:creationId xmlns:a16="http://schemas.microsoft.com/office/drawing/2014/main" id="{0089CFF2-E954-45C5-875B-5D3E3DBE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572304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146">
            <a:extLst xmlns:a="http://schemas.openxmlformats.org/drawingml/2006/main">
              <a:ext uri="{FF2B5EF4-FFF2-40B4-BE49-F238E27FC236}">
                <a16:creationId xmlns:a16="http://schemas.microsoft.com/office/drawing/2014/main" id="{90DF0FB6-43F6-4D9C-AA2E-4CFE77C9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00A3774-95F6-459A-9BA6-D123FB79C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五步循環：完成，不是只產生</a:t>
            </a:r>
          </a:p>
        </p:txBody>
      </p:sp>
      <p:cxnSp>
        <p:nvCxnSpPr>
          <p:cNvPr id="38" name="shape-11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48">
            <a:extLst xmlns:a="http://schemas.openxmlformats.org/drawingml/2006/main">
              <a:ext uri="{FF2B5EF4-FFF2-40B4-BE49-F238E27FC236}">
                <a16:creationId xmlns:a16="http://schemas.microsoft.com/office/drawing/2014/main" id="{3F83AE8E-9649-45A9-B269-F1EB384A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7F4882-4EFE-4FC8-936F-32E377B9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1149">
            <a:extLst xmlns:a="http://schemas.openxmlformats.org/drawingml/2006/main">
              <a:ext uri="{FF2B5EF4-FFF2-40B4-BE49-F238E27FC236}">
                <a16:creationId xmlns:a16="http://schemas.microsoft.com/office/drawing/2014/main" id="{E217E1B2-4F23-4D39-BE3F-0A6E249A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150">
            <a:extLst xmlns:a="http://schemas.openxmlformats.org/drawingml/2006/main">
              <a:ext uri="{FF2B5EF4-FFF2-40B4-BE49-F238E27FC236}">
                <a16:creationId xmlns:a16="http://schemas.microsoft.com/office/drawing/2014/main" id="{37EF6829-3D25-4E28-9A64-E0A5E681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151">
            <a:extLst xmlns:a="http://schemas.openxmlformats.org/drawingml/2006/main">
              <a:ext uri="{FF2B5EF4-FFF2-40B4-BE49-F238E27FC236}">
                <a16:creationId xmlns:a16="http://schemas.microsoft.com/office/drawing/2014/main" id="{AA2D22DB-61D2-4638-8E1F-0B08E762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52">
            <a:extLst xmlns:a="http://schemas.openxmlformats.org/drawingml/2006/main">
              <a:ext uri="{FF2B5EF4-FFF2-40B4-BE49-F238E27FC236}">
                <a16:creationId xmlns:a16="http://schemas.microsoft.com/office/drawing/2014/main" id="{C7A23F1C-1831-43AE-B9CF-F155469B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10" name="text-1153">
            <a:extLst xmlns:a="http://schemas.openxmlformats.org/drawingml/2006/main">
              <a:ext uri="{FF2B5EF4-FFF2-40B4-BE49-F238E27FC236}">
                <a16:creationId xmlns:a16="http://schemas.microsoft.com/office/drawing/2014/main" id="{66C8E4CD-919C-4599-9CB3-8D1BF41C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確認目標與環境</a:t>
            </a:r>
          </a:p>
        </p:txBody>
      </p:sp>
      <p:sp>
        <p:nvSpPr>
          <p:cNvPr id="11" name="text-1154">
            <a:extLst xmlns:a="http://schemas.openxmlformats.org/drawingml/2006/main">
              <a:ext uri="{FF2B5EF4-FFF2-40B4-BE49-F238E27FC236}">
                <a16:creationId xmlns:a16="http://schemas.microsoft.com/office/drawing/2014/main" id="{A47113AE-C58B-41DD-B318-14924870F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155">
            <a:extLst xmlns:a="http://schemas.openxmlformats.org/drawingml/2006/main">
              <a:ext uri="{FF2B5EF4-FFF2-40B4-BE49-F238E27FC236}">
                <a16:creationId xmlns:a16="http://schemas.microsoft.com/office/drawing/2014/main" id="{D764B548-A739-40BF-8832-932FAE0A0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156">
            <a:extLst xmlns:a="http://schemas.openxmlformats.org/drawingml/2006/main">
              <a:ext uri="{FF2B5EF4-FFF2-40B4-BE49-F238E27FC236}">
                <a16:creationId xmlns:a16="http://schemas.microsoft.com/office/drawing/2014/main" id="{98895A31-286A-4792-A9B1-D06D2C05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157">
            <a:extLst xmlns:a="http://schemas.openxmlformats.org/drawingml/2006/main">
              <a:ext uri="{FF2B5EF4-FFF2-40B4-BE49-F238E27FC236}">
                <a16:creationId xmlns:a16="http://schemas.microsoft.com/office/drawing/2014/main" id="{FF706DFC-615F-42E1-A7DD-E6775909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158">
            <a:extLst xmlns:a="http://schemas.openxmlformats.org/drawingml/2006/main">
              <a:ext uri="{FF2B5EF4-FFF2-40B4-BE49-F238E27FC236}">
                <a16:creationId xmlns:a16="http://schemas.microsoft.com/office/drawing/2014/main" id="{52DE71CD-2334-4FD5-906E-C4A83CAF1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規劃</a:t>
            </a:r>
          </a:p>
        </p:txBody>
      </p:sp>
      <p:sp>
        <p:nvSpPr>
          <p:cNvPr id="16" name="text-1159">
            <a:extLst xmlns:a="http://schemas.openxmlformats.org/drawingml/2006/main">
              <a:ext uri="{FF2B5EF4-FFF2-40B4-BE49-F238E27FC236}">
                <a16:creationId xmlns:a16="http://schemas.microsoft.com/office/drawing/2014/main" id="{7A8A21E4-1F5E-455C-BC93-20A5DAC5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拆解步驟與風險</a:t>
            </a:r>
          </a:p>
        </p:txBody>
      </p:sp>
      <p:sp>
        <p:nvSpPr>
          <p:cNvPr id="17" name="text-1160">
            <a:extLst xmlns:a="http://schemas.openxmlformats.org/drawingml/2006/main">
              <a:ext uri="{FF2B5EF4-FFF2-40B4-BE49-F238E27FC236}">
                <a16:creationId xmlns:a16="http://schemas.microsoft.com/office/drawing/2014/main" id="{A0ABB2CA-75CD-4308-BE19-47378D98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161">
            <a:extLst xmlns:a="http://schemas.openxmlformats.org/drawingml/2006/main">
              <a:ext uri="{FF2B5EF4-FFF2-40B4-BE49-F238E27FC236}">
                <a16:creationId xmlns:a16="http://schemas.microsoft.com/office/drawing/2014/main" id="{B34D1501-1EE7-407A-BED7-26FE4A32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162">
            <a:extLst xmlns:a="http://schemas.openxmlformats.org/drawingml/2006/main">
              <a:ext uri="{FF2B5EF4-FFF2-40B4-BE49-F238E27FC236}">
                <a16:creationId xmlns:a16="http://schemas.microsoft.com/office/drawing/2014/main" id="{F16C6C3C-6243-47AA-85BC-517DC028F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163">
            <a:extLst xmlns:a="http://schemas.openxmlformats.org/drawingml/2006/main">
              <a:ext uri="{FF2B5EF4-FFF2-40B4-BE49-F238E27FC236}">
                <a16:creationId xmlns:a16="http://schemas.microsoft.com/office/drawing/2014/main" id="{1FE004AD-B838-4222-96EF-2935D3E0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164">
            <a:extLst xmlns:a="http://schemas.openxmlformats.org/drawingml/2006/main">
              <a:ext uri="{FF2B5EF4-FFF2-40B4-BE49-F238E27FC236}">
                <a16:creationId xmlns:a16="http://schemas.microsoft.com/office/drawing/2014/main" id="{ECB7BEC0-4395-41C7-B5B4-5FDF9C0B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執行</a:t>
            </a:r>
          </a:p>
        </p:txBody>
      </p:sp>
      <p:sp>
        <p:nvSpPr>
          <p:cNvPr id="22" name="text-1165">
            <a:extLst xmlns:a="http://schemas.openxmlformats.org/drawingml/2006/main">
              <a:ext uri="{FF2B5EF4-FFF2-40B4-BE49-F238E27FC236}">
                <a16:creationId xmlns:a16="http://schemas.microsoft.com/office/drawing/2014/main" id="{99892B90-2FE4-4142-8DB1-D2A8849F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讀檔、寫檔、使用工具</a:t>
            </a:r>
          </a:p>
        </p:txBody>
      </p:sp>
      <p:sp>
        <p:nvSpPr>
          <p:cNvPr id="23" name="text-1166">
            <a:extLst xmlns:a="http://schemas.openxmlformats.org/drawingml/2006/main">
              <a:ext uri="{FF2B5EF4-FFF2-40B4-BE49-F238E27FC236}">
                <a16:creationId xmlns:a16="http://schemas.microsoft.com/office/drawing/2014/main" id="{1B11F201-E248-4E19-828E-FA2CE01B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167">
            <a:extLst xmlns:a="http://schemas.openxmlformats.org/drawingml/2006/main">
              <a:ext uri="{FF2B5EF4-FFF2-40B4-BE49-F238E27FC236}">
                <a16:creationId xmlns:a16="http://schemas.microsoft.com/office/drawing/2014/main" id="{AA56D925-8AC0-4747-913A-93581328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168">
            <a:extLst xmlns:a="http://schemas.openxmlformats.org/drawingml/2006/main">
              <a:ext uri="{FF2B5EF4-FFF2-40B4-BE49-F238E27FC236}">
                <a16:creationId xmlns:a16="http://schemas.microsoft.com/office/drawing/2014/main" id="{59B1F00A-3B44-4770-9F25-DCC5A4B4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169">
            <a:extLst xmlns:a="http://schemas.openxmlformats.org/drawingml/2006/main">
              <a:ext uri="{FF2B5EF4-FFF2-40B4-BE49-F238E27FC236}">
                <a16:creationId xmlns:a16="http://schemas.microsoft.com/office/drawing/2014/main" id="{53DDED33-8E88-41E2-B43A-2D958BF0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170">
            <a:extLst xmlns:a="http://schemas.openxmlformats.org/drawingml/2006/main">
              <a:ext uri="{FF2B5EF4-FFF2-40B4-BE49-F238E27FC236}">
                <a16:creationId xmlns:a16="http://schemas.microsoft.com/office/drawing/2014/main" id="{0BEC0CE5-AC4B-4A95-8B7B-9D3AB71E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驗證</a:t>
            </a:r>
          </a:p>
        </p:txBody>
      </p:sp>
      <p:sp>
        <p:nvSpPr>
          <p:cNvPr id="28" name="text-1171">
            <a:extLst xmlns:a="http://schemas.openxmlformats.org/drawingml/2006/main">
              <a:ext uri="{FF2B5EF4-FFF2-40B4-BE49-F238E27FC236}">
                <a16:creationId xmlns:a16="http://schemas.microsoft.com/office/drawing/2014/main" id="{01D00CE2-A71C-4B02-9350-10F35FEC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測試、畫面、差異</a:t>
            </a:r>
          </a:p>
        </p:txBody>
      </p:sp>
      <p:sp>
        <p:nvSpPr>
          <p:cNvPr id="29" name="text-1172">
            <a:extLst xmlns:a="http://schemas.openxmlformats.org/drawingml/2006/main">
              <a:ext uri="{FF2B5EF4-FFF2-40B4-BE49-F238E27FC236}">
                <a16:creationId xmlns:a16="http://schemas.microsoft.com/office/drawing/2014/main" id="{A6565C43-5419-4FDF-8FAE-998CB6C8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173">
            <a:extLst xmlns:a="http://schemas.openxmlformats.org/drawingml/2006/main">
              <a:ext uri="{FF2B5EF4-FFF2-40B4-BE49-F238E27FC236}">
                <a16:creationId xmlns:a16="http://schemas.microsoft.com/office/drawing/2014/main" id="{255D69B7-3174-478E-83EA-F4F757A46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174">
            <a:extLst xmlns:a="http://schemas.openxmlformats.org/drawingml/2006/main">
              <a:ext uri="{FF2B5EF4-FFF2-40B4-BE49-F238E27FC236}">
                <a16:creationId xmlns:a16="http://schemas.microsoft.com/office/drawing/2014/main" id="{BEDC4DAC-E5D4-46DC-A907-F2B58038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175">
            <a:extLst xmlns:a="http://schemas.openxmlformats.org/drawingml/2006/main">
              <a:ext uri="{FF2B5EF4-FFF2-40B4-BE49-F238E27FC236}">
                <a16:creationId xmlns:a16="http://schemas.microsoft.com/office/drawing/2014/main" id="{94FE8D7C-1175-47D3-961C-98E32DE7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176">
            <a:extLst xmlns:a="http://schemas.openxmlformats.org/drawingml/2006/main">
              <a:ext uri="{FF2B5EF4-FFF2-40B4-BE49-F238E27FC236}">
                <a16:creationId xmlns:a16="http://schemas.microsoft.com/office/drawing/2014/main" id="{E92B9F63-6493-4E36-830D-19ADA03F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1177">
            <a:extLst xmlns:a="http://schemas.openxmlformats.org/drawingml/2006/main">
              <a:ext uri="{FF2B5EF4-FFF2-40B4-BE49-F238E27FC236}">
                <a16:creationId xmlns:a16="http://schemas.microsoft.com/office/drawing/2014/main" id="{7D534773-B510-44C5-98CF-A13A5597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成果、限制、下一步</a:t>
            </a:r>
          </a:p>
        </p:txBody>
      </p:sp>
      <p:sp>
        <p:nvSpPr>
          <p:cNvPr id="35" name="text-1178">
            <a:extLst xmlns:a="http://schemas.openxmlformats.org/drawingml/2006/main">
              <a:ext uri="{FF2B5EF4-FFF2-40B4-BE49-F238E27FC236}">
                <a16:creationId xmlns:a16="http://schemas.microsoft.com/office/drawing/2014/main" id="{B35D7625-7323-4084-91C9-CF5114E4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6512372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179">
            <a:extLst xmlns:a="http://schemas.openxmlformats.org/drawingml/2006/main">
              <a:ext uri="{FF2B5EF4-FFF2-40B4-BE49-F238E27FC236}">
                <a16:creationId xmlns:a16="http://schemas.microsoft.com/office/drawing/2014/main" id="{2F611C61-A91D-4010-B63A-756D3889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WHY AGENTS NOW · OPENCLAW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964287-CB87-47B3-9FD7-AA4D88A6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為什麼 Agent 會紅起來？從 OpenClaw 看見「長了手腳」</a:t>
            </a:r>
          </a:p>
        </p:txBody>
      </p:sp>
      <p:cxnSp>
        <p:nvCxnSpPr>
          <p:cNvPr id="30" name="shape-118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81">
            <a:extLst xmlns:a="http://schemas.openxmlformats.org/drawingml/2006/main">
              <a:ext uri="{FF2B5EF4-FFF2-40B4-BE49-F238E27FC236}">
                <a16:creationId xmlns:a16="http://schemas.microsoft.com/office/drawing/2014/main" id="{35A01574-4757-47D4-8834-A0A8215D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5887AF9-75DB-48C7-A1FB-7CF904C8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1182">
            <a:extLst xmlns:a="http://schemas.openxmlformats.org/drawingml/2006/main">
              <a:ext uri="{FF2B5EF4-FFF2-40B4-BE49-F238E27FC236}">
                <a16:creationId xmlns:a16="http://schemas.microsoft.com/office/drawing/2014/main" id="{02BE67FF-D5AB-4D48-82AF-81887707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183">
            <a:extLst xmlns:a="http://schemas.openxmlformats.org/drawingml/2006/main">
              <a:ext uri="{FF2B5EF4-FFF2-40B4-BE49-F238E27FC236}">
                <a16:creationId xmlns:a16="http://schemas.microsoft.com/office/drawing/2014/main" id="{536F7E7B-4C15-42DE-8DBB-90A851B6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184">
            <a:extLst xmlns:a="http://schemas.openxmlformats.org/drawingml/2006/main">
              <a:ext uri="{FF2B5EF4-FFF2-40B4-BE49-F238E27FC236}">
                <a16:creationId xmlns:a16="http://schemas.microsoft.com/office/drawing/2014/main" id="{31FE267C-EE1B-4344-8060-A56B80FD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聊天機器人的邊界</a:t>
            </a:r>
          </a:p>
        </p:txBody>
      </p:sp>
      <p:sp>
        <p:nvSpPr>
          <p:cNvPr id="9" name="text-1185">
            <a:extLst xmlns:a="http://schemas.openxmlformats.org/drawingml/2006/main">
              <a:ext uri="{FF2B5EF4-FFF2-40B4-BE49-F238E27FC236}">
                <a16:creationId xmlns:a16="http://schemas.microsoft.com/office/drawing/2014/main" id="{D2A4B5CA-BCA4-4E28-BEBC-A2324CA65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原本以為 AI 只會回答、摘要與生成文字；Agent 開始接手的是「做事」。</a:t>
            </a:r>
          </a:p>
        </p:txBody>
      </p:sp>
      <p:sp>
        <p:nvSpPr>
          <p:cNvPr id="10" name="shape-1186">
            <a:extLst xmlns:a="http://schemas.openxmlformats.org/drawingml/2006/main">
              <a:ext uri="{FF2B5EF4-FFF2-40B4-BE49-F238E27FC236}">
                <a16:creationId xmlns:a16="http://schemas.microsoft.com/office/drawing/2014/main" id="{6D960F9B-AB4A-4883-8FEA-FE977A34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187">
            <a:extLst xmlns:a="http://schemas.openxmlformats.org/drawingml/2006/main">
              <a:ext uri="{FF2B5EF4-FFF2-40B4-BE49-F238E27FC236}">
                <a16:creationId xmlns:a16="http://schemas.microsoft.com/office/drawing/2014/main" id="{D1007C3E-B508-4559-BBEE-91DE169E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88">
            <a:extLst xmlns:a="http://schemas.openxmlformats.org/drawingml/2006/main">
              <a:ext uri="{FF2B5EF4-FFF2-40B4-BE49-F238E27FC236}">
                <a16:creationId xmlns:a16="http://schemas.microsoft.com/office/drawing/2014/main" id="{44DB685A-905E-4425-BFF5-382884C1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OpenClaw 的觸發</a:t>
            </a:r>
          </a:p>
        </p:txBody>
      </p:sp>
      <p:sp>
        <p:nvSpPr>
          <p:cNvPr id="13" name="text-1189">
            <a:extLst xmlns:a="http://schemas.openxmlformats.org/drawingml/2006/main">
              <a:ext uri="{FF2B5EF4-FFF2-40B4-BE49-F238E27FC236}">
                <a16:creationId xmlns:a16="http://schemas.microsoft.com/office/drawing/2014/main" id="{902217FE-5FD2-4602-B0A7-9D0E1EED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2026 年初 OpenClaw（小龍蝦）受到高度關注，讓更多人直觀看到模型可以連到裝置、工具與訊息渠道。</a:t>
            </a:r>
          </a:p>
        </p:txBody>
      </p:sp>
      <p:sp>
        <p:nvSpPr>
          <p:cNvPr id="14" name="shape-1190">
            <a:extLst xmlns:a="http://schemas.openxmlformats.org/drawingml/2006/main">
              <a:ext uri="{FF2B5EF4-FFF2-40B4-BE49-F238E27FC236}">
                <a16:creationId xmlns:a16="http://schemas.microsoft.com/office/drawing/2014/main" id="{C48DAFC7-02A3-455C-A0D3-D2EB876B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191">
            <a:extLst xmlns:a="http://schemas.openxmlformats.org/drawingml/2006/main">
              <a:ext uri="{FF2B5EF4-FFF2-40B4-BE49-F238E27FC236}">
                <a16:creationId xmlns:a16="http://schemas.microsoft.com/office/drawing/2014/main" id="{867D3123-6339-41E5-AC01-7DE75917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92">
            <a:extLst xmlns:a="http://schemas.openxmlformats.org/drawingml/2006/main">
              <a:ext uri="{FF2B5EF4-FFF2-40B4-BE49-F238E27FC236}">
                <a16:creationId xmlns:a16="http://schemas.microsoft.com/office/drawing/2014/main" id="{566DACBF-A8B0-4167-B865-02F5A038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手腳是工具鏈</a:t>
            </a:r>
          </a:p>
        </p:txBody>
      </p:sp>
      <p:sp>
        <p:nvSpPr>
          <p:cNvPr id="17" name="text-1193">
            <a:extLst xmlns:a="http://schemas.openxmlformats.org/drawingml/2006/main">
              <a:ext uri="{FF2B5EF4-FFF2-40B4-BE49-F238E27FC236}">
                <a16:creationId xmlns:a16="http://schemas.microsoft.com/office/drawing/2014/main" id="{6FE90E48-76C3-4B71-BA89-7DDB09A9B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透過 MCP、CLI、瀏覽器、檔案與主機工具，Agent 能讀取環境、呼叫軟體、執行命令並回報結果。</a:t>
            </a:r>
          </a:p>
        </p:txBody>
      </p:sp>
      <p:sp>
        <p:nvSpPr>
          <p:cNvPr id="18" name="shape-1194">
            <a:extLst xmlns:a="http://schemas.openxmlformats.org/drawingml/2006/main">
              <a:ext uri="{FF2B5EF4-FFF2-40B4-BE49-F238E27FC236}">
                <a16:creationId xmlns:a16="http://schemas.microsoft.com/office/drawing/2014/main" id="{3E2A1B89-FC79-45C3-841A-6F99AD52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195">
            <a:extLst xmlns:a="http://schemas.openxmlformats.org/drawingml/2006/main">
              <a:ext uri="{FF2B5EF4-FFF2-40B4-BE49-F238E27FC236}">
                <a16:creationId xmlns:a16="http://schemas.microsoft.com/office/drawing/2014/main" id="{D17A3BFE-EE40-4612-9561-40457566F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196">
            <a:extLst xmlns:a="http://schemas.openxmlformats.org/drawingml/2006/main">
              <a:ext uri="{FF2B5EF4-FFF2-40B4-BE49-F238E27FC236}">
                <a16:creationId xmlns:a16="http://schemas.microsoft.com/office/drawing/2014/main" id="{6919B045-81A3-4A6F-B079-2AAA49C4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產業共同轉向</a:t>
            </a:r>
          </a:p>
        </p:txBody>
      </p:sp>
      <p:sp>
        <p:nvSpPr>
          <p:cNvPr id="21" name="text-1197">
            <a:extLst xmlns:a="http://schemas.openxmlformats.org/drawingml/2006/main">
              <a:ext uri="{FF2B5EF4-FFF2-40B4-BE49-F238E27FC236}">
                <a16:creationId xmlns:a16="http://schemas.microsoft.com/office/drawing/2014/main" id="{1705B772-C526-4FCB-A288-A264E7AA8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OpenAI、Anthropic、Google 都把工具呼叫、電腦使用與 Agent 工作流推到前線；OpenClaw 讓這條路變得具體可感。</a:t>
            </a:r>
          </a:p>
        </p:txBody>
      </p:sp>
      <p:sp>
        <p:nvSpPr>
          <p:cNvPr id="22" name="text-2228">
            <a:extLst xmlns:a="http://schemas.openxmlformats.org/drawingml/2006/main">
              <a:ext uri="{FF2B5EF4-FFF2-40B4-BE49-F238E27FC236}">
                <a16:creationId xmlns:a16="http://schemas.microsoft.com/office/drawing/2014/main" id="{D296FD26-A3C7-4FE4-BEF7-9BFA1F3E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21a2aa22fbb48c2"/>
              </a:rPr>
              <a:t>OpenClaw 官方網站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4a9adef38224090"/>
              </a:rPr>
              <a:t>OpenClaw GitHub ↗</a:t>
            </a:r>
          </a:p>
        </p:txBody>
      </p:sp>
      <p:sp>
        <p:nvSpPr>
          <p:cNvPr id="23" name="shape-2274">
            <a:extLst xmlns:a="http://schemas.openxmlformats.org/drawingml/2006/main">
              <a:ext uri="{FF2B5EF4-FFF2-40B4-BE49-F238E27FC236}">
                <a16:creationId xmlns:a16="http://schemas.microsoft.com/office/drawing/2014/main" id="{22BB7478-0631-486D-8971-C01A3C7D4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5e4d04422b4b9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275">
            <a:extLst xmlns:a="http://schemas.openxmlformats.org/drawingml/2006/main">
              <a:ext uri="{FF2B5EF4-FFF2-40B4-BE49-F238E27FC236}">
                <a16:creationId xmlns:a16="http://schemas.microsoft.com/office/drawing/2014/main" id="{1AB1329D-6CE3-4A5A-98C9-2FAEB187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OpenClaw 官方網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652274268b4fe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276">
            <a:extLst xmlns:a="http://schemas.openxmlformats.org/drawingml/2006/main">
              <a:ext uri="{FF2B5EF4-FFF2-40B4-BE49-F238E27FC236}">
                <a16:creationId xmlns:a16="http://schemas.microsoft.com/office/drawing/2014/main" id="{8B3C78F0-FDFC-4B15-95EB-AE0C392F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OpenClaw Git</a:t>
            </a:r>
          </a:p>
        </p:txBody>
      </p:sp>
    </p:spTree>
    <p:extLst>
      <p:ext uri="{BB962C8B-B14F-4D97-AF65-F5344CB8AC3E}">
        <p14:creationId xmlns:p14="http://schemas.microsoft.com/office/powerpoint/2010/main" val="18491442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198">
            <a:extLst xmlns:a="http://schemas.openxmlformats.org/drawingml/2006/main">
              <a:ext uri="{FF2B5EF4-FFF2-40B4-BE49-F238E27FC236}">
                <a16:creationId xmlns:a16="http://schemas.microsoft.com/office/drawing/2014/main" id="{1AF9A7DF-6AA5-47B0-90E8-E08AA5AE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HUMAN-IN-THE-LOOP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596558-BF9F-4675-9230-2181F7309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Human-in-the-loop：人在 Agent 閉環裡做決策</a:t>
            </a:r>
          </a:p>
        </p:txBody>
      </p:sp>
      <p:cxnSp>
        <p:nvCxnSpPr>
          <p:cNvPr id="24" name="shape-119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00">
            <a:extLst xmlns:a="http://schemas.openxmlformats.org/drawingml/2006/main">
              <a:ext uri="{FF2B5EF4-FFF2-40B4-BE49-F238E27FC236}">
                <a16:creationId xmlns:a16="http://schemas.microsoft.com/office/drawing/2014/main" id="{D40B69D6-051A-4D33-A044-E88ADDBD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DDA1C31-91F6-440B-9F90-F67DF2B1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1201">
            <a:extLst xmlns:a="http://schemas.openxmlformats.org/drawingml/2006/main">
              <a:ext uri="{FF2B5EF4-FFF2-40B4-BE49-F238E27FC236}">
                <a16:creationId xmlns:a16="http://schemas.microsoft.com/office/drawing/2014/main" id="{29D55C1F-470F-45BC-A962-CD8A966B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202">
            <a:extLst xmlns:a="http://schemas.openxmlformats.org/drawingml/2006/main">
              <a:ext uri="{FF2B5EF4-FFF2-40B4-BE49-F238E27FC236}">
                <a16:creationId xmlns:a16="http://schemas.microsoft.com/office/drawing/2014/main" id="{B27FA508-859A-4666-B31C-062C4298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RUN</a:t>
            </a:r>
          </a:p>
        </p:txBody>
      </p:sp>
      <p:sp>
        <p:nvSpPr>
          <p:cNvPr id="8" name="text-1203">
            <a:extLst xmlns:a="http://schemas.openxmlformats.org/drawingml/2006/main">
              <a:ext uri="{FF2B5EF4-FFF2-40B4-BE49-F238E27FC236}">
                <a16:creationId xmlns:a16="http://schemas.microsoft.com/office/drawing/2014/main" id="{BBA3EE32-4191-41D5-9817-4CE111CD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的閉環</a:t>
            </a:r>
          </a:p>
        </p:txBody>
      </p:sp>
      <p:sp>
        <p:nvSpPr>
          <p:cNvPr id="9" name="text-1204">
            <a:extLst xmlns:a="http://schemas.openxmlformats.org/drawingml/2006/main">
              <a:ext uri="{FF2B5EF4-FFF2-40B4-BE49-F238E27FC236}">
                <a16:creationId xmlns:a16="http://schemas.microsoft.com/office/drawing/2014/main" id="{D06E48CB-39C7-4310-9708-9C3921AD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給定目標後，Agent 可以理解、規劃、執行、驗證與交付，長時間不中斷地推進。</a:t>
            </a:r>
          </a:p>
        </p:txBody>
      </p:sp>
      <p:sp>
        <p:nvSpPr>
          <p:cNvPr id="10" name="shape-1205">
            <a:extLst xmlns:a="http://schemas.openxmlformats.org/drawingml/2006/main">
              <a:ext uri="{FF2B5EF4-FFF2-40B4-BE49-F238E27FC236}">
                <a16:creationId xmlns:a16="http://schemas.microsoft.com/office/drawing/2014/main" id="{D57FF6CC-3F56-4C9F-857A-596B2273A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206">
            <a:extLst xmlns:a="http://schemas.openxmlformats.org/drawingml/2006/main">
              <a:ext uri="{FF2B5EF4-FFF2-40B4-BE49-F238E27FC236}">
                <a16:creationId xmlns:a16="http://schemas.microsoft.com/office/drawing/2014/main" id="{9B905CF3-FE37-4C64-9E34-2A81C0D9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15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LOOK</a:t>
            </a:r>
          </a:p>
        </p:txBody>
      </p:sp>
      <p:sp>
        <p:nvSpPr>
          <p:cNvPr id="12" name="text-1207">
            <a:extLst xmlns:a="http://schemas.openxmlformats.org/drawingml/2006/main">
              <a:ext uri="{FF2B5EF4-FFF2-40B4-BE49-F238E27FC236}">
                <a16:creationId xmlns:a16="http://schemas.microsoft.com/office/drawing/2014/main" id="{6C962D9D-DF63-4A22-B089-0F9C29B4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人監控方向</a:t>
            </a:r>
          </a:p>
        </p:txBody>
      </p:sp>
      <p:sp>
        <p:nvSpPr>
          <p:cNvPr id="13" name="text-1208">
            <a:extLst xmlns:a="http://schemas.openxmlformats.org/drawingml/2006/main">
              <a:ext uri="{FF2B5EF4-FFF2-40B4-BE49-F238E27FC236}">
                <a16:creationId xmlns:a16="http://schemas.microsoft.com/office/drawing/2014/main" id="{D68A56D2-4E09-4708-9A60-E399CDA50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人仍在 loop 裡看計畫、看證據，確認 Agent 沒有做錯、做歪或偏離真正目的。</a:t>
            </a:r>
          </a:p>
        </p:txBody>
      </p:sp>
      <p:sp>
        <p:nvSpPr>
          <p:cNvPr id="14" name="shape-1209">
            <a:extLst xmlns:a="http://schemas.openxmlformats.org/drawingml/2006/main">
              <a:ext uri="{FF2B5EF4-FFF2-40B4-BE49-F238E27FC236}">
                <a16:creationId xmlns:a16="http://schemas.microsoft.com/office/drawing/2014/main" id="{82F1B1B5-8002-4D6F-90D8-69443339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210">
            <a:extLst xmlns:a="http://schemas.openxmlformats.org/drawingml/2006/main">
              <a:ext uri="{FF2B5EF4-FFF2-40B4-BE49-F238E27FC236}">
                <a16:creationId xmlns:a16="http://schemas.microsoft.com/office/drawing/2014/main" id="{A304AE20-4225-4EFB-B46C-518211AC3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STOP</a:t>
            </a:r>
          </a:p>
        </p:txBody>
      </p:sp>
      <p:sp>
        <p:nvSpPr>
          <p:cNvPr id="16" name="text-1211">
            <a:extLst xmlns:a="http://schemas.openxmlformats.org/drawingml/2006/main">
              <a:ext uri="{FF2B5EF4-FFF2-40B4-BE49-F238E27FC236}">
                <a16:creationId xmlns:a16="http://schemas.microsoft.com/office/drawing/2014/main" id="{E628C2BF-7BF2-4ACC-8B3A-5D6CFD22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關鍵節點停下</a:t>
            </a:r>
          </a:p>
        </p:txBody>
      </p:sp>
      <p:sp>
        <p:nvSpPr>
          <p:cNvPr id="17" name="text-1212">
            <a:extLst xmlns:a="http://schemas.openxmlformats.org/drawingml/2006/main">
              <a:ext uri="{FF2B5EF4-FFF2-40B4-BE49-F238E27FC236}">
                <a16:creationId xmlns:a16="http://schemas.microsoft.com/office/drawing/2014/main" id="{4662C7D2-F467-4BB4-B5BE-72A9DFA8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遇到刪除、公開、上傳、敏感資料或高影響決策，必須停下來請人確認。</a:t>
            </a:r>
          </a:p>
        </p:txBody>
      </p:sp>
      <p:sp>
        <p:nvSpPr>
          <p:cNvPr id="18" name="shape-1213">
            <a:extLst xmlns:a="http://schemas.openxmlformats.org/drawingml/2006/main">
              <a:ext uri="{FF2B5EF4-FFF2-40B4-BE49-F238E27FC236}">
                <a16:creationId xmlns:a16="http://schemas.microsoft.com/office/drawing/2014/main" id="{8636A680-F5EC-403D-AEFE-F544585B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214">
            <a:extLst xmlns:a="http://schemas.openxmlformats.org/drawingml/2006/main">
              <a:ext uri="{FF2B5EF4-FFF2-40B4-BE49-F238E27FC236}">
                <a16:creationId xmlns:a16="http://schemas.microsoft.com/office/drawing/2014/main" id="{FC01B602-CD7A-46CF-9AC5-F71F980B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6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TRUST</a:t>
            </a:r>
          </a:p>
        </p:txBody>
      </p:sp>
      <p:sp>
        <p:nvSpPr>
          <p:cNvPr id="20" name="text-1215">
            <a:extLst xmlns:a="http://schemas.openxmlformats.org/drawingml/2006/main">
              <a:ext uri="{FF2B5EF4-FFF2-40B4-BE49-F238E27FC236}">
                <a16:creationId xmlns:a16="http://schemas.microsoft.com/office/drawing/2014/main" id="{517D4428-612B-4672-BFB1-B3628766E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慢一點更可信</a:t>
            </a:r>
          </a:p>
        </p:txBody>
      </p:sp>
      <p:sp>
        <p:nvSpPr>
          <p:cNvPr id="21" name="text-1216">
            <a:extLst xmlns:a="http://schemas.openxmlformats.org/drawingml/2006/main">
              <a:ext uri="{FF2B5EF4-FFF2-40B4-BE49-F238E27FC236}">
                <a16:creationId xmlns:a16="http://schemas.microsoft.com/office/drawing/2014/main" id="{F173540F-3FCE-40E0-B82B-984226F0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人類介入可能降低純自動化速度，卻能換取正確性、可追查性與責任清楚。</a:t>
            </a:r>
          </a:p>
        </p:txBody>
      </p:sp>
    </p:spTree>
    <p:extLst>
      <p:ext uri="{BB962C8B-B14F-4D97-AF65-F5344CB8AC3E}">
        <p14:creationId xmlns:p14="http://schemas.microsoft.com/office/powerpoint/2010/main" val="10134351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217">
            <a:extLst xmlns:a="http://schemas.openxmlformats.org/drawingml/2006/main">
              <a:ext uri="{FF2B5EF4-FFF2-40B4-BE49-F238E27FC236}">
                <a16:creationId xmlns:a16="http://schemas.microsoft.com/office/drawing/2014/main" id="{E5A7B72C-8C67-45EE-AD0D-2BDC4D8C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PERSONALITY &amp; STRATEGY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31CBD8-B7ED-4A85-8BB0-40512765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三大 Agent 的人生交往學：看個性、選伴侶、配任務</a:t>
            </a:r>
          </a:p>
        </p:txBody>
      </p:sp>
      <p:cxnSp>
        <p:nvCxnSpPr>
          <p:cNvPr id="31" name="shape-121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19">
            <a:extLst xmlns:a="http://schemas.openxmlformats.org/drawingml/2006/main">
              <a:ext uri="{FF2B5EF4-FFF2-40B4-BE49-F238E27FC236}">
                <a16:creationId xmlns:a16="http://schemas.microsoft.com/office/drawing/2014/main" id="{FD4D60D8-729C-44AB-952F-62228545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A6182F9-58A5-4942-9963-016DB316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shape-1220">
            <a:extLst xmlns:a="http://schemas.openxmlformats.org/drawingml/2006/main">
              <a:ext uri="{FF2B5EF4-FFF2-40B4-BE49-F238E27FC236}">
                <a16:creationId xmlns:a16="http://schemas.microsoft.com/office/drawing/2014/main" id="{F7886D89-C26D-4793-BCB9-8306EE57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221">
            <a:extLst xmlns:a="http://schemas.openxmlformats.org/drawingml/2006/main">
              <a:ext uri="{FF2B5EF4-FFF2-40B4-BE49-F238E27FC236}">
                <a16:creationId xmlns:a16="http://schemas.microsoft.com/office/drawing/2014/main" id="{18175080-0CEF-4649-A36C-DAD38E34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222">
            <a:extLst xmlns:a="http://schemas.openxmlformats.org/drawingml/2006/main">
              <a:ext uri="{FF2B5EF4-FFF2-40B4-BE49-F238E27FC236}">
                <a16:creationId xmlns:a16="http://schemas.microsoft.com/office/drawing/2014/main" id="{C5A4F9D6-486B-4784-9D03-09826627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</a:t>
            </a:r>
          </a:p>
        </p:txBody>
      </p:sp>
      <p:sp>
        <p:nvSpPr>
          <p:cNvPr id="9" name="text-1223">
            <a:extLst xmlns:a="http://schemas.openxmlformats.org/drawingml/2006/main">
              <a:ext uri="{FF2B5EF4-FFF2-40B4-BE49-F238E27FC236}">
                <a16:creationId xmlns:a16="http://schemas.microsoft.com/office/drawing/2014/main" id="{9FAA87E6-138E-41E3-AF06-51CE0A87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57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Antigravity／Gemini 3.7 Flash</a:t>
            </a:r>
          </a:p>
        </p:txBody>
      </p:sp>
      <p:sp>
        <p:nvSpPr>
          <p:cNvPr id="10" name="text-1224">
            <a:extLst xmlns:a="http://schemas.openxmlformats.org/drawingml/2006/main">
              <a:ext uri="{FF2B5EF4-FFF2-40B4-BE49-F238E27FC236}">
                <a16:creationId xmlns:a16="http://schemas.microsoft.com/office/drawing/2014/main" id="{E74B1ECA-6C95-4D8D-9EE4-F6FDED3A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定位：Google 最新 GA 的 Agent 工作馬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個人體感：相較其他家 Agent，速度快 20 倍以上，像熱血年輕人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優勢：複雜 coding、工具規劃、長鏈任務與可靠多步驟執行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邊界：仍要設定 Harness、權限與驗收</a:t>
            </a:r>
          </a:p>
        </p:txBody>
      </p:sp>
      <p:sp>
        <p:nvSpPr>
          <p:cNvPr id="11" name="shape-1225">
            <a:extLst xmlns:a="http://schemas.openxmlformats.org/drawingml/2006/main">
              <a:ext uri="{FF2B5EF4-FFF2-40B4-BE49-F238E27FC236}">
                <a16:creationId xmlns:a16="http://schemas.microsoft.com/office/drawing/2014/main" id="{57D3BFF5-E26F-40DF-AE28-D50119729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2" name="shape-1226">
            <a:extLst xmlns:a="http://schemas.openxmlformats.org/drawingml/2006/main">
              <a:ext uri="{FF2B5EF4-FFF2-40B4-BE49-F238E27FC236}">
                <a16:creationId xmlns:a16="http://schemas.microsoft.com/office/drawing/2014/main" id="{B07A5153-0DAA-4804-98F4-D102BD31D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1227">
            <a:extLst xmlns:a="http://schemas.openxmlformats.org/drawingml/2006/main">
              <a:ext uri="{FF2B5EF4-FFF2-40B4-BE49-F238E27FC236}">
                <a16:creationId xmlns:a16="http://schemas.microsoft.com/office/drawing/2014/main" id="{B101D27F-5AB1-4D1B-9376-35E4C74B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4" name="text-1228">
            <a:extLst xmlns:a="http://schemas.openxmlformats.org/drawingml/2006/main">
              <a:ext uri="{FF2B5EF4-FFF2-40B4-BE49-F238E27FC236}">
                <a16:creationId xmlns:a16="http://schemas.microsoft.com/office/drawing/2014/main" id="{044E7874-829B-4546-A3E5-1A2EA08C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5" name="text-1229">
            <a:extLst xmlns:a="http://schemas.openxmlformats.org/drawingml/2006/main">
              <a:ext uri="{FF2B5EF4-FFF2-40B4-BE49-F238E27FC236}">
                <a16:creationId xmlns:a16="http://schemas.microsoft.com/office/drawing/2014/main" id="{3934DB9D-20C2-455E-9440-D98822F7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人設：成熟穩重的終身伴侶，進入細水長流的婚姻穩定期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優勢：極致沉穩可靠，代碼與長鏈任務完全不用擔心翻車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特性：少突發驚喜，Token 燒完必須耐心等每週週期重置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最適合：大型系統重構、複雜多檔分析、關鍵高難度任務</a:t>
            </a:r>
          </a:p>
        </p:txBody>
      </p:sp>
      <p:sp>
        <p:nvSpPr>
          <p:cNvPr id="16" name="shape-1230">
            <a:extLst xmlns:a="http://schemas.openxmlformats.org/drawingml/2006/main">
              <a:ext uri="{FF2B5EF4-FFF2-40B4-BE49-F238E27FC236}">
                <a16:creationId xmlns:a16="http://schemas.microsoft.com/office/drawing/2014/main" id="{9C9A8C91-EB92-4AF4-98C2-B47921DF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shape-1231">
            <a:extLst xmlns:a="http://schemas.openxmlformats.org/drawingml/2006/main">
              <a:ext uri="{FF2B5EF4-FFF2-40B4-BE49-F238E27FC236}">
                <a16:creationId xmlns:a16="http://schemas.microsoft.com/office/drawing/2014/main" id="{4A72C59D-0F8C-40C8-8627-5EF1F3D2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1232">
            <a:extLst xmlns:a="http://schemas.openxmlformats.org/drawingml/2006/main">
              <a:ext uri="{FF2B5EF4-FFF2-40B4-BE49-F238E27FC236}">
                <a16:creationId xmlns:a16="http://schemas.microsoft.com/office/drawing/2014/main" id="{249078F4-43F8-463F-B8AE-BDC55CDA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X</a:t>
            </a:r>
          </a:p>
        </p:txBody>
      </p:sp>
      <p:sp>
        <p:nvSpPr>
          <p:cNvPr id="19" name="text-1233">
            <a:extLst xmlns:a="http://schemas.openxmlformats.org/drawingml/2006/main">
              <a:ext uri="{FF2B5EF4-FFF2-40B4-BE49-F238E27FC236}">
                <a16:creationId xmlns:a16="http://schemas.microsoft.com/office/drawing/2014/main" id="{0540DADD-5600-4443-BC42-50A329EB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Codex／ChatGPT</a:t>
            </a:r>
          </a:p>
        </p:txBody>
      </p:sp>
      <p:sp>
        <p:nvSpPr>
          <p:cNvPr id="20" name="text-1234">
            <a:extLst xmlns:a="http://schemas.openxmlformats.org/drawingml/2006/main">
              <a:ext uri="{FF2B5EF4-FFF2-40B4-BE49-F238E27FC236}">
                <a16:creationId xmlns:a16="http://schemas.microsoft.com/office/drawing/2014/main" id="{2D93D55E-69C4-4038-9017-CD7FF166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人設：變化性最大、彈性極高的情人，可切換 1.5 倍速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優勢：支援原生語音流暢口述，要快要穩隨心所欲靈活切換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亮點：常有重置驚喜與 100% 回檔彈性，讓你隨時接關做下去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最適合：日常研究輔助、互動工具、語音實作、頻繁試錯</a:t>
            </a:r>
          </a:p>
        </p:txBody>
      </p:sp>
      <p:sp>
        <p:nvSpPr>
          <p:cNvPr id="21" name="text-2227">
            <a:extLst xmlns:a="http://schemas.openxmlformats.org/drawingml/2006/main">
              <a:ext uri="{FF2B5EF4-FFF2-40B4-BE49-F238E27FC236}">
                <a16:creationId xmlns:a16="http://schemas.microsoft.com/office/drawing/2014/main" id="{7A753D2B-DD4F-4464-95EC-24B2560F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0dcc257c78042c9"/>
              </a:rPr>
              <a:t>Antigravity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9fcb6b60069446d"/>
              </a:rPr>
              <a:t>Codex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0890f95827c4d65"/>
              </a:rPr>
              <a:t>Claude ↗</a:t>
            </a:r>
          </a:p>
        </p:txBody>
      </p:sp>
      <p:sp>
        <p:nvSpPr>
          <p:cNvPr id="22" name="shape-2270">
            <a:extLst xmlns:a="http://schemas.openxmlformats.org/drawingml/2006/main">
              <a:ext uri="{FF2B5EF4-FFF2-40B4-BE49-F238E27FC236}">
                <a16:creationId xmlns:a16="http://schemas.microsoft.com/office/drawing/2014/main" id="{5D41E024-5AE7-406D-BFF9-B980E3F3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37a70ba3c3453c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2271">
            <a:extLst xmlns:a="http://schemas.openxmlformats.org/drawingml/2006/main">
              <a:ext uri="{FF2B5EF4-FFF2-40B4-BE49-F238E27FC236}">
                <a16:creationId xmlns:a16="http://schemas.microsoft.com/office/drawing/2014/main" id="{B7169781-FC36-4559-9D91-5E3701B40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3b24a204ce4917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2272">
            <a:extLst xmlns:a="http://schemas.openxmlformats.org/drawingml/2006/main">
              <a:ext uri="{FF2B5EF4-FFF2-40B4-BE49-F238E27FC236}">
                <a16:creationId xmlns:a16="http://schemas.microsoft.com/office/drawing/2014/main" id="{8871BF55-312C-4149-8317-A5F22068A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2d9949a56e4029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8" name="text-2273">
            <a:extLst xmlns:a="http://schemas.openxmlformats.org/drawingml/2006/main">
              <a:ext uri="{FF2B5EF4-FFF2-40B4-BE49-F238E27FC236}">
                <a16:creationId xmlns:a16="http://schemas.microsoft.com/office/drawing/2014/main" id="{1A80F632-CB95-4BEC-9F68-A0051DC49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</p:spTree>
    <p:extLst>
      <p:ext uri="{BB962C8B-B14F-4D97-AF65-F5344CB8AC3E}">
        <p14:creationId xmlns:p14="http://schemas.microsoft.com/office/powerpoint/2010/main" val="20042320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235">
            <a:extLst xmlns:a="http://schemas.openxmlformats.org/drawingml/2006/main">
              <a:ext uri="{FF2B5EF4-FFF2-40B4-BE49-F238E27FC236}">
                <a16:creationId xmlns:a16="http://schemas.microsoft.com/office/drawing/2014/main" id="{CDC18878-7C5D-428A-9079-86DFF9DA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CONTINUITY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6029AAB-5FC5-4671-BFB7-F6762A49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下午不重做：直接升級上午成果</a:t>
            </a:r>
          </a:p>
        </p:txBody>
      </p:sp>
      <p:cxnSp>
        <p:nvCxnSpPr>
          <p:cNvPr id="20" name="shape-12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37">
            <a:extLst xmlns:a="http://schemas.openxmlformats.org/drawingml/2006/main">
              <a:ext uri="{FF2B5EF4-FFF2-40B4-BE49-F238E27FC236}">
                <a16:creationId xmlns:a16="http://schemas.microsoft.com/office/drawing/2014/main" id="{EB3E8203-00D9-4D6D-8252-AD902157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6583112-E26A-4054-BCF0-F386E2697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shape-1238">
            <a:extLst xmlns:a="http://schemas.openxmlformats.org/drawingml/2006/main">
              <a:ext uri="{FF2B5EF4-FFF2-40B4-BE49-F238E27FC236}">
                <a16:creationId xmlns:a16="http://schemas.microsoft.com/office/drawing/2014/main" id="{B9AB435A-7AC3-4E74-8312-6C498582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239">
            <a:extLst xmlns:a="http://schemas.openxmlformats.org/drawingml/2006/main">
              <a:ext uri="{FF2B5EF4-FFF2-40B4-BE49-F238E27FC236}">
                <a16:creationId xmlns:a16="http://schemas.microsoft.com/office/drawing/2014/main" id="{11FC9A1E-EFCC-4819-8478-B2F600E6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240">
            <a:extLst xmlns:a="http://schemas.openxmlformats.org/drawingml/2006/main">
              <a:ext uri="{FF2B5EF4-FFF2-40B4-BE49-F238E27FC236}">
                <a16:creationId xmlns:a16="http://schemas.microsoft.com/office/drawing/2014/main" id="{4989DFC5-6960-4766-B526-DE5B7309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上午已有</a:t>
            </a:r>
          </a:p>
        </p:txBody>
      </p:sp>
      <p:sp>
        <p:nvSpPr>
          <p:cNvPr id="9" name="text-1241">
            <a:extLst xmlns:a="http://schemas.openxmlformats.org/drawingml/2006/main">
              <a:ext uri="{FF2B5EF4-FFF2-40B4-BE49-F238E27FC236}">
                <a16:creationId xmlns:a16="http://schemas.microsoft.com/office/drawing/2014/main" id="{D39B573D-6891-4C9C-B050-523CB98F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Gemini Notebook 來源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Gem 教學方法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Canvas 互動原型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部署或分享連結</a:t>
            </a:r>
          </a:p>
        </p:txBody>
      </p:sp>
      <p:sp>
        <p:nvSpPr>
          <p:cNvPr id="10" name="text-1242">
            <a:extLst xmlns:a="http://schemas.openxmlformats.org/drawingml/2006/main">
              <a:ext uri="{FF2B5EF4-FFF2-40B4-BE49-F238E27FC236}">
                <a16:creationId xmlns:a16="http://schemas.microsoft.com/office/drawing/2014/main" id="{C2077546-4187-4AA1-BC41-891B89A7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下午新增</a:t>
            </a:r>
          </a:p>
        </p:txBody>
      </p:sp>
      <p:sp>
        <p:nvSpPr>
          <p:cNvPr id="11" name="text-1243">
            <a:extLst xmlns:a="http://schemas.openxmlformats.org/drawingml/2006/main">
              <a:ext uri="{FF2B5EF4-FFF2-40B4-BE49-F238E27FC236}">
                <a16:creationId xmlns:a16="http://schemas.microsoft.com/office/drawing/2014/main" id="{11725732-96A8-4D68-961D-90B4121A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專案資料夾與任務簡報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修改與測試證據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可重複使用的 Skill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跨工具驗證紀錄</a:t>
            </a:r>
          </a:p>
        </p:txBody>
      </p:sp>
      <p:sp>
        <p:nvSpPr>
          <p:cNvPr id="12" name="text-1244">
            <a:extLst xmlns:a="http://schemas.openxmlformats.org/drawingml/2006/main">
              <a:ext uri="{FF2B5EF4-FFF2-40B4-BE49-F238E27FC236}">
                <a16:creationId xmlns:a16="http://schemas.microsoft.com/office/drawing/2014/main" id="{84AB2F4A-8073-4DC4-B1DF-94181DC7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上午成果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來源、Gem、Canvas、連結</a:t>
            </a:r>
          </a:p>
        </p:txBody>
      </p:sp>
      <p:sp>
        <p:nvSpPr>
          <p:cNvPr id="13" name="text-1245">
            <a:extLst xmlns:a="http://schemas.openxmlformats.org/drawingml/2006/main">
              <a:ext uri="{FF2B5EF4-FFF2-40B4-BE49-F238E27FC236}">
                <a16:creationId xmlns:a16="http://schemas.microsoft.com/office/drawing/2014/main" id="{70B5E4E6-3D40-4456-AFF4-B36AB769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同一個問題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繼續往下做</a:t>
            </a:r>
          </a:p>
        </p:txBody>
      </p:sp>
      <p:sp>
        <p:nvSpPr>
          <p:cNvPr id="14" name="text-1246">
            <a:extLst xmlns:a="http://schemas.openxmlformats.org/drawingml/2006/main">
              <a:ext uri="{FF2B5EF4-FFF2-40B4-BE49-F238E27FC236}">
                <a16:creationId xmlns:a16="http://schemas.microsoft.com/office/drawing/2014/main" id="{63A0B89D-8208-4680-A716-CE206A990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下午升級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任務、Skill、證據、驗證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181350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86625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17" name="text-1247">
            <a:extLst xmlns:a="http://schemas.openxmlformats.org/drawingml/2006/main">
              <a:ext uri="{FF2B5EF4-FFF2-40B4-BE49-F238E27FC236}">
                <a16:creationId xmlns:a16="http://schemas.microsoft.com/office/drawing/2014/main" id="{64A27F88-D25A-4898-A624-2C1564B8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1975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不是重做，而是把作品變成可重複流程</a:t>
            </a:r>
          </a:p>
        </p:txBody>
      </p:sp>
    </p:spTree>
    <p:extLst>
      <p:ext uri="{BB962C8B-B14F-4D97-AF65-F5344CB8AC3E}">
        <p14:creationId xmlns:p14="http://schemas.microsoft.com/office/powerpoint/2010/main" val="6313484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248">
            <a:extLst xmlns:a="http://schemas.openxmlformats.org/drawingml/2006/main">
              <a:ext uri="{FF2B5EF4-FFF2-40B4-BE49-F238E27FC236}">
                <a16:creationId xmlns:a16="http://schemas.microsoft.com/office/drawing/2014/main" id="{7D52601B-DF68-4E5B-AF2B-B658EA03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7A98942-96A8-4DE0-A3F2-67DE193F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阿凱老師實戰案例導航｜資料與 Agent Skills</a:t>
            </a:r>
          </a:p>
        </p:txBody>
      </p:sp>
      <p:cxnSp>
        <p:nvCxnSpPr>
          <p:cNvPr id="33" name="shape-124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50">
            <a:extLst xmlns:a="http://schemas.openxmlformats.org/drawingml/2006/main">
              <a:ext uri="{FF2B5EF4-FFF2-40B4-BE49-F238E27FC236}">
                <a16:creationId xmlns:a16="http://schemas.microsoft.com/office/drawing/2014/main" id="{5E97B6CE-F851-4D77-BBF1-90453A43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7B43661-E56B-4BE8-9354-B94C29498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text-1251">
            <a:extLst xmlns:a="http://schemas.openxmlformats.org/drawingml/2006/main">
              <a:ext uri="{FF2B5EF4-FFF2-40B4-BE49-F238E27FC236}">
                <a16:creationId xmlns:a16="http://schemas.microsoft.com/office/drawing/2014/main" id="{D2A2F099-244E-49A1-8A9A-CFEC0AF53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從學生表現分析、PIRLS 評量設計到 Web Agent 技能，觀察可驗證的工作流程。</a:t>
            </a:r>
          </a:p>
        </p:txBody>
      </p:sp>
      <p:sp>
        <p:nvSpPr>
          <p:cNvPr id="7" name="shape-1252">
            <a:extLst xmlns:a="http://schemas.openxmlformats.org/drawingml/2006/main">
              <a:ext uri="{FF2B5EF4-FFF2-40B4-BE49-F238E27FC236}">
                <a16:creationId xmlns:a16="http://schemas.microsoft.com/office/drawing/2014/main" id="{15651416-B3B1-4417-95AE-052C0D3CC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253">
            <a:extLst xmlns:a="http://schemas.openxmlformats.org/drawingml/2006/main">
              <a:ext uri="{FF2B5EF4-FFF2-40B4-BE49-F238E27FC236}">
                <a16:creationId xmlns:a16="http://schemas.microsoft.com/office/drawing/2014/main" id="{38297DFF-7346-473C-8082-468C0878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#73 · 學生資料分析</a:t>
            </a:r>
          </a:p>
        </p:txBody>
      </p:sp>
      <p:sp>
        <p:nvSpPr>
          <p:cNvPr id="9" name="text-1254">
            <a:extLst xmlns:a="http://schemas.openxmlformats.org/drawingml/2006/main">
              <a:ext uri="{FF2B5EF4-FFF2-40B4-BE49-F238E27FC236}">
                <a16:creationId xmlns:a16="http://schemas.microsoft.com/office/drawing/2014/main" id="{FB405219-CFFB-45C8-AD9F-B9D97E3A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國小期中考成績篩選工具</a:t>
            </a:r>
          </a:p>
        </p:txBody>
      </p:sp>
      <p:sp>
        <p:nvSpPr>
          <p:cNvPr id="10" name="text-1255">
            <a:extLst xmlns:a="http://schemas.openxmlformats.org/drawingml/2006/main">
              <a:ext uri="{FF2B5EF4-FFF2-40B4-BE49-F238E27FC236}">
                <a16:creationId xmlns:a16="http://schemas.microsoft.com/office/drawing/2014/main" id="{3E8CC11A-61E2-4069-9BA7-4BB71CA9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快速查看成績分布與篩選結果，作為結構化學生資料分析的入門案例。</a:t>
            </a:r>
          </a:p>
        </p:txBody>
      </p:sp>
      <p:sp>
        <p:nvSpPr>
          <p:cNvPr id="11" name="text-1256">
            <a:extLst xmlns:a="http://schemas.openxmlformats.org/drawingml/2006/main">
              <a:ext uri="{FF2B5EF4-FFF2-40B4-BE49-F238E27FC236}">
                <a16:creationId xmlns:a16="http://schemas.microsoft.com/office/drawing/2014/main" id="{B7D31790-8341-467A-9AF5-81776816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99bf1c164404060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f6c7207b8e4f89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257">
            <a:extLst xmlns:a="http://schemas.openxmlformats.org/drawingml/2006/main">
              <a:ext uri="{FF2B5EF4-FFF2-40B4-BE49-F238E27FC236}">
                <a16:creationId xmlns:a16="http://schemas.microsoft.com/office/drawing/2014/main" id="{9744F1E6-92E0-4A38-BA7B-31FDDA5D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95152f9aa2b4c22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b2b53c833940e5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258">
            <a:extLst xmlns:a="http://schemas.openxmlformats.org/drawingml/2006/main">
              <a:ext uri="{FF2B5EF4-FFF2-40B4-BE49-F238E27FC236}">
                <a16:creationId xmlns:a16="http://schemas.microsoft.com/office/drawing/2014/main" id="{91000AB9-6C79-42BF-A021-BB081814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6" name="text-1259">
            <a:extLst xmlns:a="http://schemas.openxmlformats.org/drawingml/2006/main">
              <a:ext uri="{FF2B5EF4-FFF2-40B4-BE49-F238E27FC236}">
                <a16:creationId xmlns:a16="http://schemas.microsoft.com/office/drawing/2014/main" id="{9540A554-76CC-49FE-B1A8-0EE13A36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#87 · PIRLS 評量</a:t>
            </a:r>
          </a:p>
        </p:txBody>
      </p:sp>
      <p:sp>
        <p:nvSpPr>
          <p:cNvPr id="17" name="text-1260">
            <a:extLst xmlns:a="http://schemas.openxmlformats.org/drawingml/2006/main">
              <a:ext uri="{FF2B5EF4-FFF2-40B4-BE49-F238E27FC236}">
                <a16:creationId xmlns:a16="http://schemas.microsoft.com/office/drawing/2014/main" id="{7394679A-1FDE-480A-9191-A8B696A3D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PIRLS 閱讀理解生成站 PRO</a:t>
            </a:r>
          </a:p>
        </p:txBody>
      </p:sp>
      <p:sp>
        <p:nvSpPr>
          <p:cNvPr id="18" name="text-1261">
            <a:extLst xmlns:a="http://schemas.openxmlformats.org/drawingml/2006/main">
              <a:ext uri="{FF2B5EF4-FFF2-40B4-BE49-F238E27FC236}">
                <a16:creationId xmlns:a16="http://schemas.microsoft.com/office/drawing/2014/main" id="{13F0BEE5-D8C7-4145-8951-C03E8FBDD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依四層次生成提問與答案說明，銜接評量設計、規準與人工檢核。</a:t>
            </a:r>
          </a:p>
        </p:txBody>
      </p:sp>
      <p:sp>
        <p:nvSpPr>
          <p:cNvPr id="19" name="text-1262">
            <a:extLst xmlns:a="http://schemas.openxmlformats.org/drawingml/2006/main">
              <a:ext uri="{FF2B5EF4-FFF2-40B4-BE49-F238E27FC236}">
                <a16:creationId xmlns:a16="http://schemas.microsoft.com/office/drawing/2014/main" id="{8AB595C7-8CEF-4E79-BE0B-70728B532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5acbb2e583c4ebb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4453b0fa54ea1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263">
            <a:extLst xmlns:a="http://schemas.openxmlformats.org/drawingml/2006/main">
              <a:ext uri="{FF2B5EF4-FFF2-40B4-BE49-F238E27FC236}">
                <a16:creationId xmlns:a16="http://schemas.microsoft.com/office/drawing/2014/main" id="{F369849C-9946-416E-B8F7-78A7D347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95b1d1d53e24dfb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054f8bbdc1435e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264">
            <a:extLst xmlns:a="http://schemas.openxmlformats.org/drawingml/2006/main">
              <a:ext uri="{FF2B5EF4-FFF2-40B4-BE49-F238E27FC236}">
                <a16:creationId xmlns:a16="http://schemas.microsoft.com/office/drawing/2014/main" id="{5AB007A7-C3A6-440B-94BD-0CE2239B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4" name="text-1265">
            <a:extLst xmlns:a="http://schemas.openxmlformats.org/drawingml/2006/main">
              <a:ext uri="{FF2B5EF4-FFF2-40B4-BE49-F238E27FC236}">
                <a16:creationId xmlns:a16="http://schemas.microsoft.com/office/drawing/2014/main" id="{A55DAAEB-B43D-483A-A5FB-7B424F63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#103 · 提示詞與 Skill</a:t>
            </a:r>
          </a:p>
        </p:txBody>
      </p:sp>
      <p:sp>
        <p:nvSpPr>
          <p:cNvPr id="25" name="text-1266">
            <a:extLst xmlns:a="http://schemas.openxmlformats.org/drawingml/2006/main">
              <a:ext uri="{FF2B5EF4-FFF2-40B4-BE49-F238E27FC236}">
                <a16:creationId xmlns:a16="http://schemas.microsoft.com/office/drawing/2014/main" id="{C8E7F367-4633-4554-A34B-EF5C49B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Agent 的 Web 技能雙引擎</a:t>
            </a:r>
          </a:p>
        </p:txBody>
      </p:sp>
      <p:sp>
        <p:nvSpPr>
          <p:cNvPr id="26" name="text-1267">
            <a:extLst xmlns:a="http://schemas.openxmlformats.org/drawingml/2006/main">
              <a:ext uri="{FF2B5EF4-FFF2-40B4-BE49-F238E27FC236}">
                <a16:creationId xmlns:a16="http://schemas.microsoft.com/office/drawing/2014/main" id="{1277E29E-D084-4504-A1F9-4EB94AD40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用 Playwright × Webwright 解釋 Agent 如何規劃、操作並回報證據。</a:t>
            </a:r>
          </a:p>
        </p:txBody>
      </p:sp>
      <p:sp>
        <p:nvSpPr>
          <p:cNvPr id="27" name="text-1268">
            <a:extLst xmlns:a="http://schemas.openxmlformats.org/drawingml/2006/main">
              <a:ext uri="{FF2B5EF4-FFF2-40B4-BE49-F238E27FC236}">
                <a16:creationId xmlns:a16="http://schemas.microsoft.com/office/drawing/2014/main" id="{113EB261-55ED-4EB8-A667-276494EF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13f906119db47c1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e6b420302b49e2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269">
            <a:extLst xmlns:a="http://schemas.openxmlformats.org/drawingml/2006/main">
              <a:ext uri="{FF2B5EF4-FFF2-40B4-BE49-F238E27FC236}">
                <a16:creationId xmlns:a16="http://schemas.microsoft.com/office/drawing/2014/main" id="{6E2A0950-E5C2-4FBD-AFC7-91ADA5B9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25f7921f61f4a0d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fe9921ec0e402d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6768557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270">
            <a:extLst xmlns:a="http://schemas.openxmlformats.org/drawingml/2006/main">
              <a:ext uri="{FF2B5EF4-FFF2-40B4-BE49-F238E27FC236}">
                <a16:creationId xmlns:a16="http://schemas.microsoft.com/office/drawing/2014/main" id="{914D67DE-E341-486E-A96C-681BC531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93EA513-B8D2-4308-955C-F231C367E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阿凱老師實戰案例導航｜研究與驗證</a:t>
            </a:r>
          </a:p>
        </p:txBody>
      </p:sp>
      <p:cxnSp>
        <p:nvCxnSpPr>
          <p:cNvPr id="33" name="shape-127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72">
            <a:extLst xmlns:a="http://schemas.openxmlformats.org/drawingml/2006/main">
              <a:ext uri="{FF2B5EF4-FFF2-40B4-BE49-F238E27FC236}">
                <a16:creationId xmlns:a16="http://schemas.microsoft.com/office/drawing/2014/main" id="{E659691D-BE96-4167-8E16-26643ACE3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497D7FF-06B0-4B4F-9677-9AFD8317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text-1273">
            <a:extLst xmlns:a="http://schemas.openxmlformats.org/drawingml/2006/main">
              <a:ext uri="{FF2B5EF4-FFF2-40B4-BE49-F238E27FC236}">
                <a16:creationId xmlns:a16="http://schemas.microsoft.com/office/drawing/2014/main" id="{64849F3A-97BD-4782-8B9E-A1ABB672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把資料來源、審查規準、無障礙檢測與人工覆核組成可追查的 Agent 流程。</a:t>
            </a:r>
          </a:p>
        </p:txBody>
      </p:sp>
      <p:sp>
        <p:nvSpPr>
          <p:cNvPr id="7" name="shape-1274">
            <a:extLst xmlns:a="http://schemas.openxmlformats.org/drawingml/2006/main">
              <a:ext uri="{FF2B5EF4-FFF2-40B4-BE49-F238E27FC236}">
                <a16:creationId xmlns:a16="http://schemas.microsoft.com/office/drawing/2014/main" id="{047BBD0A-76B8-46D1-A114-B8EAE032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275">
            <a:extLst xmlns:a="http://schemas.openxmlformats.org/drawingml/2006/main">
              <a:ext uri="{FF2B5EF4-FFF2-40B4-BE49-F238E27FC236}">
                <a16:creationId xmlns:a16="http://schemas.microsoft.com/office/drawing/2014/main" id="{00B6EBA0-FEF6-4232-A88B-FA7B693C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#105 · 研究工作流程</a:t>
            </a:r>
          </a:p>
        </p:txBody>
      </p:sp>
      <p:sp>
        <p:nvSpPr>
          <p:cNvPr id="9" name="text-1276">
            <a:extLst xmlns:a="http://schemas.openxmlformats.org/drawingml/2006/main">
              <a:ext uri="{FF2B5EF4-FFF2-40B4-BE49-F238E27FC236}">
                <a16:creationId xmlns:a16="http://schemas.microsoft.com/office/drawing/2014/main" id="{6C3E7CD5-1ABD-4BB4-BA99-08A69D58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臺灣主權 AI 訓練語料庫</a:t>
            </a:r>
          </a:p>
        </p:txBody>
      </p:sp>
      <p:sp>
        <p:nvSpPr>
          <p:cNvPr id="10" name="text-1277">
            <a:extLst xmlns:a="http://schemas.openxmlformats.org/drawingml/2006/main">
              <a:ext uri="{FF2B5EF4-FFF2-40B4-BE49-F238E27FC236}">
                <a16:creationId xmlns:a16="http://schemas.microsoft.com/office/drawing/2014/main" id="{3EC37FBD-5261-4D8A-87F8-C8838CC7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4,554 筆開放語料依主題、課綱與授權整理，再轉化成教學研究素材。</a:t>
            </a:r>
          </a:p>
        </p:txBody>
      </p:sp>
      <p:sp>
        <p:nvSpPr>
          <p:cNvPr id="11" name="text-1278">
            <a:extLst xmlns:a="http://schemas.openxmlformats.org/drawingml/2006/main">
              <a:ext uri="{FF2B5EF4-FFF2-40B4-BE49-F238E27FC236}">
                <a16:creationId xmlns:a16="http://schemas.microsoft.com/office/drawing/2014/main" id="{540B4B7D-B281-4709-9DBC-62657E8B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487955c6c647fa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31086f73bb4f5d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279">
            <a:extLst xmlns:a="http://schemas.openxmlformats.org/drawingml/2006/main">
              <a:ext uri="{FF2B5EF4-FFF2-40B4-BE49-F238E27FC236}">
                <a16:creationId xmlns:a16="http://schemas.microsoft.com/office/drawing/2014/main" id="{ACE2DCCD-A5ED-4A38-BB9C-09671D65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000dd7913ef4d92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8e514e8fd44ac6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280">
            <a:extLst xmlns:a="http://schemas.openxmlformats.org/drawingml/2006/main">
              <a:ext uri="{FF2B5EF4-FFF2-40B4-BE49-F238E27FC236}">
                <a16:creationId xmlns:a16="http://schemas.microsoft.com/office/drawing/2014/main" id="{66CCC27F-AA42-4836-A6E9-DA458FCF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6" name="text-1281">
            <a:extLst xmlns:a="http://schemas.openxmlformats.org/drawingml/2006/main">
              <a:ext uri="{FF2B5EF4-FFF2-40B4-BE49-F238E27FC236}">
                <a16:creationId xmlns:a16="http://schemas.microsoft.com/office/drawing/2014/main" id="{CE4431DA-A7AD-46F3-9A0E-992E1498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#123 · RWD／無障礙</a:t>
            </a:r>
          </a:p>
        </p:txBody>
      </p:sp>
      <p:sp>
        <p:nvSpPr>
          <p:cNvPr id="17" name="text-1282">
            <a:extLst xmlns:a="http://schemas.openxmlformats.org/drawingml/2006/main">
              <a:ext uri="{FF2B5EF4-FFF2-40B4-BE49-F238E27FC236}">
                <a16:creationId xmlns:a16="http://schemas.microsoft.com/office/drawing/2014/main" id="{A9D2B1A7-4CA8-40D0-A362-84C2523B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校網無障礙 AA 遷移操作平台</a:t>
            </a:r>
          </a:p>
        </p:txBody>
      </p:sp>
      <p:sp>
        <p:nvSpPr>
          <p:cNvPr id="18" name="text-1283">
            <a:extLst xmlns:a="http://schemas.openxmlformats.org/drawingml/2006/main">
              <a:ext uri="{FF2B5EF4-FFF2-40B4-BE49-F238E27FC236}">
                <a16:creationId xmlns:a16="http://schemas.microsoft.com/office/drawing/2014/main" id="{D3C44820-7AF0-40B0-AD90-423CE5C8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12 步遷移清單、對比度檢查與送審雷區，示範可驗證工作流程。</a:t>
            </a:r>
          </a:p>
        </p:txBody>
      </p:sp>
      <p:sp>
        <p:nvSpPr>
          <p:cNvPr id="19" name="text-1284">
            <a:extLst xmlns:a="http://schemas.openxmlformats.org/drawingml/2006/main">
              <a:ext uri="{FF2B5EF4-FFF2-40B4-BE49-F238E27FC236}">
                <a16:creationId xmlns:a16="http://schemas.microsoft.com/office/drawing/2014/main" id="{F4BC7DFF-4B0A-4B8D-B96A-2E7CFD59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060f57bb8964ea2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a8c9b8e426405b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285">
            <a:extLst xmlns:a="http://schemas.openxmlformats.org/drawingml/2006/main">
              <a:ext uri="{FF2B5EF4-FFF2-40B4-BE49-F238E27FC236}">
                <a16:creationId xmlns:a16="http://schemas.microsoft.com/office/drawing/2014/main" id="{C3186052-1927-4D17-9EBD-50684700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088ec45c5ea47f6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6eb8a9393e41c1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286">
            <a:extLst xmlns:a="http://schemas.openxmlformats.org/drawingml/2006/main">
              <a:ext uri="{FF2B5EF4-FFF2-40B4-BE49-F238E27FC236}">
                <a16:creationId xmlns:a16="http://schemas.microsoft.com/office/drawing/2014/main" id="{5D4040C7-A003-4A6D-B49C-8DD5ED01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4" name="text-1287">
            <a:extLst xmlns:a="http://schemas.openxmlformats.org/drawingml/2006/main">
              <a:ext uri="{FF2B5EF4-FFF2-40B4-BE49-F238E27FC236}">
                <a16:creationId xmlns:a16="http://schemas.microsoft.com/office/drawing/2014/main" id="{C74EADC3-0513-47B6-8C53-E16DD19B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#88 · Agent 驗證</a:t>
            </a:r>
          </a:p>
        </p:txBody>
      </p:sp>
      <p:sp>
        <p:nvSpPr>
          <p:cNvPr id="25" name="text-1288">
            <a:extLst xmlns:a="http://schemas.openxmlformats.org/drawingml/2006/main">
              <a:ext uri="{FF2B5EF4-FFF2-40B4-BE49-F238E27FC236}">
                <a16:creationId xmlns:a16="http://schemas.microsoft.com/office/drawing/2014/main" id="{BC3AB9BC-446F-42E1-986F-205311FE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國中課程計畫 AI 審查工具</a:t>
            </a:r>
          </a:p>
        </p:txBody>
      </p:sp>
      <p:sp>
        <p:nvSpPr>
          <p:cNvPr id="26" name="text-1289">
            <a:extLst xmlns:a="http://schemas.openxmlformats.org/drawingml/2006/main">
              <a:ext uri="{FF2B5EF4-FFF2-40B4-BE49-F238E27FC236}">
                <a16:creationId xmlns:a16="http://schemas.microsoft.com/office/drawing/2014/main" id="{2860F412-9908-4842-AECF-6D9B1FD8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 40+ 審查標準逐項比對 PDF，示範規則、證據與人工覆核。</a:t>
            </a:r>
          </a:p>
        </p:txBody>
      </p:sp>
      <p:sp>
        <p:nvSpPr>
          <p:cNvPr id="27" name="text-1290">
            <a:extLst xmlns:a="http://schemas.openxmlformats.org/drawingml/2006/main">
              <a:ext uri="{FF2B5EF4-FFF2-40B4-BE49-F238E27FC236}">
                <a16:creationId xmlns:a16="http://schemas.microsoft.com/office/drawing/2014/main" id="{B0ED61FC-43C2-4A64-B997-9D0650F58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39c0a4ba6b6475a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e9b113e9b94a35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291">
            <a:extLst xmlns:a="http://schemas.openxmlformats.org/drawingml/2006/main">
              <a:ext uri="{FF2B5EF4-FFF2-40B4-BE49-F238E27FC236}">
                <a16:creationId xmlns:a16="http://schemas.microsoft.com/office/drawing/2014/main" id="{288DF73A-3D40-4C17-846B-CFA5461F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86ccb33a2fb4e07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a5b9cfb3447b2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1264792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292">
            <a:extLst xmlns:a="http://schemas.openxmlformats.org/drawingml/2006/main">
              <a:ext uri="{FF2B5EF4-FFF2-40B4-BE49-F238E27FC236}">
                <a16:creationId xmlns:a16="http://schemas.microsoft.com/office/drawing/2014/main" id="{DCFE32E4-04D1-4052-B944-964B4C6C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293">
            <a:extLst xmlns:a="http://schemas.openxmlformats.org/drawingml/2006/main">
              <a:ext uri="{FF2B5EF4-FFF2-40B4-BE49-F238E27FC236}">
                <a16:creationId xmlns:a16="http://schemas.microsoft.com/office/drawing/2014/main" id="{54114F2B-70E6-4F45-BCFF-E94E3A24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3" name="text-1294">
            <a:extLst xmlns:a="http://schemas.openxmlformats.org/drawingml/2006/main">
              <a:ext uri="{FF2B5EF4-FFF2-40B4-BE49-F238E27FC236}">
                <a16:creationId xmlns:a16="http://schemas.microsoft.com/office/drawing/2014/main" id="{1EF98AC9-B185-431A-98F7-61953507B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把工作區變成 Agent 的中央指揮中心：交付任務、監看計畫、檢查產物與驗證證據。</a:t>
            </a:r>
          </a:p>
        </p:txBody>
      </p:sp>
      <p:sp>
        <p:nvSpPr>
          <p:cNvPr id="4" name="shape-1295">
            <a:extLst xmlns:a="http://schemas.openxmlformats.org/drawingml/2006/main">
              <a:ext uri="{FF2B5EF4-FFF2-40B4-BE49-F238E27FC236}">
                <a16:creationId xmlns:a16="http://schemas.microsoft.com/office/drawing/2014/main" id="{FBAB0C96-5F30-491E-91FC-84135D67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296">
            <a:extLst xmlns:a="http://schemas.openxmlformats.org/drawingml/2006/main">
              <a:ext uri="{FF2B5EF4-FFF2-40B4-BE49-F238E27FC236}">
                <a16:creationId xmlns:a16="http://schemas.microsoft.com/office/drawing/2014/main" id="{9B30FAB1-CE2A-4C4A-AF6A-40D1367A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297">
            <a:extLst xmlns:a="http://schemas.openxmlformats.org/drawingml/2006/main">
              <a:ext uri="{FF2B5EF4-FFF2-40B4-BE49-F238E27FC236}">
                <a16:creationId xmlns:a16="http://schemas.microsoft.com/office/drawing/2014/main" id="{FEA9933A-52A5-4DCC-AAD5-3F5C28035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298">
            <a:extLst xmlns:a="http://schemas.openxmlformats.org/drawingml/2006/main">
              <a:ext uri="{FF2B5EF4-FFF2-40B4-BE49-F238E27FC236}">
                <a16:creationId xmlns:a16="http://schemas.microsoft.com/office/drawing/2014/main" id="{EA747B22-02E3-46E9-BD61-8FF93475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✦</a:t>
            </a:r>
          </a:p>
        </p:txBody>
      </p:sp>
      <p:sp>
        <p:nvSpPr>
          <p:cNvPr id="8" name="text-1299">
            <a:extLst xmlns:a="http://schemas.openxmlformats.org/drawingml/2006/main">
              <a:ext uri="{FF2B5EF4-FFF2-40B4-BE49-F238E27FC236}">
                <a16:creationId xmlns:a16="http://schemas.microsoft.com/office/drawing/2014/main" id="{4B4BD7DE-AE3A-4814-AB69-1B22DA5F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1300">
            <a:extLst xmlns:a="http://schemas.openxmlformats.org/drawingml/2006/main">
              <a:ext uri="{FF2B5EF4-FFF2-40B4-BE49-F238E27FC236}">
                <a16:creationId xmlns:a16="http://schemas.microsoft.com/office/drawing/2014/main" id="{CB7FA77F-F2D4-4D11-8873-3DBBB49A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Google Agent 工作區</a:t>
            </a:r>
          </a:p>
        </p:txBody>
      </p:sp>
      <p:cxnSp>
        <p:nvCxnSpPr>
          <p:cNvPr id="26" name="shape-13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11" name="text-1302">
            <a:extLst xmlns:a="http://schemas.openxmlformats.org/drawingml/2006/main">
              <a:ext uri="{FF2B5EF4-FFF2-40B4-BE49-F238E27FC236}">
                <a16:creationId xmlns:a16="http://schemas.microsoft.com/office/drawing/2014/main" id="{0E5089A1-9C11-4678-BC97-DE0C3EA5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75F00B2-D3DA-43F5-834A-95D241A0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13" name="text-2229">
            <a:extLst xmlns:a="http://schemas.openxmlformats.org/drawingml/2006/main">
              <a:ext uri="{FF2B5EF4-FFF2-40B4-BE49-F238E27FC236}">
                <a16:creationId xmlns:a16="http://schemas.microsoft.com/office/drawing/2014/main" id="{64C10BA9-A105-4E31-9DF4-036E44C6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843d6c758104bf3"/>
              </a:rPr>
              <a:t>開啟 Antigravity ↗</a:t>
            </a:r>
          </a:p>
        </p:txBody>
      </p:sp>
      <p:sp>
        <p:nvSpPr>
          <p:cNvPr id="14" name="shape-2277">
            <a:extLst xmlns:a="http://schemas.openxmlformats.org/drawingml/2006/main">
              <a:ext uri="{FF2B5EF4-FFF2-40B4-BE49-F238E27FC236}">
                <a16:creationId xmlns:a16="http://schemas.microsoft.com/office/drawing/2014/main" id="{129A186A-425F-4BF2-B397-7385A50A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07bb800ee84b8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2278">
            <a:extLst xmlns:a="http://schemas.openxmlformats.org/drawingml/2006/main">
              <a:ext uri="{FF2B5EF4-FFF2-40B4-BE49-F238E27FC236}">
                <a16:creationId xmlns:a16="http://schemas.microsoft.com/office/drawing/2014/main" id="{65ECFBDA-280D-4375-A893-A0F4E273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2416215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1303">
            <a:extLst xmlns:a="http://schemas.openxmlformats.org/drawingml/2006/main">
              <a:ext uri="{FF2B5EF4-FFF2-40B4-BE49-F238E27FC236}">
                <a16:creationId xmlns:a16="http://schemas.microsoft.com/office/drawing/2014/main" id="{D26CBF4C-8570-4216-81CC-E92A9E89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AGENTIC DEVELOPMENT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3E7E33-04DF-4984-83D6-AF1D904A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Antigravity：不是更大的聊天框</a:t>
            </a:r>
          </a:p>
        </p:txBody>
      </p:sp>
      <p:cxnSp>
        <p:nvCxnSpPr>
          <p:cNvPr id="18" name="shape-13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05">
            <a:extLst xmlns:a="http://schemas.openxmlformats.org/drawingml/2006/main">
              <a:ext uri="{FF2B5EF4-FFF2-40B4-BE49-F238E27FC236}">
                <a16:creationId xmlns:a16="http://schemas.microsoft.com/office/drawing/2014/main" id="{25E7B5AB-02AF-4BC4-99A3-A7A81C9E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F974814-9810-4363-ADB8-2CE5E676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1306">
            <a:extLst xmlns:a="http://schemas.openxmlformats.org/drawingml/2006/main">
              <a:ext uri="{FF2B5EF4-FFF2-40B4-BE49-F238E27FC236}">
                <a16:creationId xmlns:a16="http://schemas.microsoft.com/office/drawing/2014/main" id="{1B7A3056-315A-4443-9EDA-B3A23D2F4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307">
            <a:extLst xmlns:a="http://schemas.openxmlformats.org/drawingml/2006/main">
              <a:ext uri="{FF2B5EF4-FFF2-40B4-BE49-F238E27FC236}">
                <a16:creationId xmlns:a16="http://schemas.microsoft.com/office/drawing/2014/main" id="{879BEDFD-549F-4C15-9BBC-90554BC9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308">
            <a:extLst xmlns:a="http://schemas.openxmlformats.org/drawingml/2006/main">
              <a:ext uri="{FF2B5EF4-FFF2-40B4-BE49-F238E27FC236}">
                <a16:creationId xmlns:a16="http://schemas.microsoft.com/office/drawing/2014/main" id="{1E4F3921-3AC4-4E9D-9CAE-CF379D54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你提供</a:t>
            </a:r>
          </a:p>
        </p:txBody>
      </p:sp>
      <p:sp>
        <p:nvSpPr>
          <p:cNvPr id="9" name="text-1309">
            <a:extLst xmlns:a="http://schemas.openxmlformats.org/drawingml/2006/main">
              <a:ext uri="{FF2B5EF4-FFF2-40B4-BE49-F238E27FC236}">
                <a16:creationId xmlns:a16="http://schemas.microsoft.com/office/drawing/2014/main" id="{FD34A2BA-2304-4ED7-BAC3-1DCEE448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工作區與檔案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清楚的任務與限制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可驗收的完成條件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必要的授權</a:t>
            </a:r>
          </a:p>
        </p:txBody>
      </p:sp>
      <p:sp>
        <p:nvSpPr>
          <p:cNvPr id="10" name="text-1310">
            <a:extLst xmlns:a="http://schemas.openxmlformats.org/drawingml/2006/main">
              <a:ext uri="{FF2B5EF4-FFF2-40B4-BE49-F238E27FC236}">
                <a16:creationId xmlns:a16="http://schemas.microsoft.com/office/drawing/2014/main" id="{A45530B6-B03C-439C-B8B7-CFAA5640B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推進</a:t>
            </a:r>
          </a:p>
        </p:txBody>
      </p:sp>
      <p:sp>
        <p:nvSpPr>
          <p:cNvPr id="11" name="text-1311">
            <a:extLst xmlns:a="http://schemas.openxmlformats.org/drawingml/2006/main">
              <a:ext uri="{FF2B5EF4-FFF2-40B4-BE49-F238E27FC236}">
                <a16:creationId xmlns:a16="http://schemas.microsoft.com/office/drawing/2014/main" id="{D20D3DD5-FFF4-48C3-8533-387831FF3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建立計畫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使用檔案與工具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修改、執行與檢查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回報成果與阻礙</a:t>
            </a:r>
          </a:p>
        </p:txBody>
      </p:sp>
      <p:sp>
        <p:nvSpPr>
          <p:cNvPr id="12" name="text-2230">
            <a:extLst xmlns:a="http://schemas.openxmlformats.org/drawingml/2006/main">
              <a:ext uri="{FF2B5EF4-FFF2-40B4-BE49-F238E27FC236}">
                <a16:creationId xmlns:a16="http://schemas.microsoft.com/office/drawing/2014/main" id="{9A6781E8-DA6D-49E3-ABAB-22B7E38C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c08e07ab1e149d9"/>
              </a:rPr>
              <a:t>開啟 Antigravity ↗</a:t>
            </a:r>
          </a:p>
        </p:txBody>
      </p:sp>
      <p:sp>
        <p:nvSpPr>
          <p:cNvPr id="13" name="shape-2279">
            <a:extLst xmlns:a="http://schemas.openxmlformats.org/drawingml/2006/main">
              <a:ext uri="{FF2B5EF4-FFF2-40B4-BE49-F238E27FC236}">
                <a16:creationId xmlns:a16="http://schemas.microsoft.com/office/drawing/2014/main" id="{8835B1FE-24EC-41C7-9DDC-8BF27A95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5ef3014f24a0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2280">
            <a:extLst xmlns:a="http://schemas.openxmlformats.org/drawingml/2006/main">
              <a:ext uri="{FF2B5EF4-FFF2-40B4-BE49-F238E27FC236}">
                <a16:creationId xmlns:a16="http://schemas.microsoft.com/office/drawing/2014/main" id="{9B30A14E-EDB1-4973-AF64-983216058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74682873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12">
            <a:extLst xmlns:a="http://schemas.openxmlformats.org/drawingml/2006/main">
              <a:ext uri="{FF2B5EF4-FFF2-40B4-BE49-F238E27FC236}">
                <a16:creationId xmlns:a16="http://schemas.microsoft.com/office/drawing/2014/main" id="{CE5A84EA-3C59-45A3-9596-77673B21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WORKHORSE MODEL · NEW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0BDC6D-CE10-416A-AFBE-91FD0396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Gemini 3.7 Flash：Antigravity 的工作馬</a:t>
            </a:r>
          </a:p>
        </p:txBody>
      </p:sp>
      <p:cxnSp>
        <p:nvCxnSpPr>
          <p:cNvPr id="30" name="shape-131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14">
            <a:extLst xmlns:a="http://schemas.openxmlformats.org/drawingml/2006/main">
              <a:ext uri="{FF2B5EF4-FFF2-40B4-BE49-F238E27FC236}">
                <a16:creationId xmlns:a16="http://schemas.microsoft.com/office/drawing/2014/main" id="{44EA170C-F62A-460B-90AE-793E3A4A0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FF4FC26-F465-4BD9-8C8E-DD0AD34A0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1315">
            <a:extLst xmlns:a="http://schemas.openxmlformats.org/drawingml/2006/main">
              <a:ext uri="{FF2B5EF4-FFF2-40B4-BE49-F238E27FC236}">
                <a16:creationId xmlns:a16="http://schemas.microsoft.com/office/drawing/2014/main" id="{61B6AA4C-73CB-40F5-8802-3E42CB596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316">
            <a:extLst xmlns:a="http://schemas.openxmlformats.org/drawingml/2006/main">
              <a:ext uri="{FF2B5EF4-FFF2-40B4-BE49-F238E27FC236}">
                <a16:creationId xmlns:a16="http://schemas.microsoft.com/office/drawing/2014/main" id="{030EBB9F-08CB-4526-B7BC-EB3026F4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17">
            <a:extLst xmlns:a="http://schemas.openxmlformats.org/drawingml/2006/main">
              <a:ext uri="{FF2B5EF4-FFF2-40B4-BE49-F238E27FC236}">
                <a16:creationId xmlns:a16="http://schemas.microsoft.com/office/drawing/2014/main" id="{350F2CA1-CCDF-4A94-825C-C8247E9F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官方定位</a:t>
            </a:r>
          </a:p>
        </p:txBody>
      </p:sp>
      <p:sp>
        <p:nvSpPr>
          <p:cNvPr id="9" name="text-1318">
            <a:extLst xmlns:a="http://schemas.openxmlformats.org/drawingml/2006/main">
              <a:ext uri="{FF2B5EF4-FFF2-40B4-BE49-F238E27FC236}">
                <a16:creationId xmlns:a16="http://schemas.microsoft.com/office/drawing/2014/main" id="{5EF05AFD-A9F9-44AA-B369-C89117C7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Gemini 3.7 Flash 已正式 GA，針對複雜 coding、Agent 工作流與可靠的多步驟執行設計。</a:t>
            </a:r>
          </a:p>
        </p:txBody>
      </p:sp>
      <p:sp>
        <p:nvSpPr>
          <p:cNvPr id="10" name="shape-1319">
            <a:extLst xmlns:a="http://schemas.openxmlformats.org/drawingml/2006/main">
              <a:ext uri="{FF2B5EF4-FFF2-40B4-BE49-F238E27FC236}">
                <a16:creationId xmlns:a16="http://schemas.microsoft.com/office/drawing/2014/main" id="{31B26CAF-FDE3-4EBC-953C-A3488E50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320">
            <a:extLst xmlns:a="http://schemas.openxmlformats.org/drawingml/2006/main">
              <a:ext uri="{FF2B5EF4-FFF2-40B4-BE49-F238E27FC236}">
                <a16:creationId xmlns:a16="http://schemas.microsoft.com/office/drawing/2014/main" id="{5F0AA54C-8D63-4E23-ACE0-A40322C0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21">
            <a:extLst xmlns:a="http://schemas.openxmlformats.org/drawingml/2006/main">
              <a:ext uri="{FF2B5EF4-FFF2-40B4-BE49-F238E27FC236}">
                <a16:creationId xmlns:a16="http://schemas.microsoft.com/office/drawing/2014/main" id="{E51ABC01-5D94-4FF5-90E1-12C4F7CA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為何適合長鏈</a:t>
            </a:r>
          </a:p>
        </p:txBody>
      </p:sp>
      <p:sp>
        <p:nvSpPr>
          <p:cNvPr id="13" name="text-1322">
            <a:extLst xmlns:a="http://schemas.openxmlformats.org/drawingml/2006/main">
              <a:ext uri="{FF2B5EF4-FFF2-40B4-BE49-F238E27FC236}">
                <a16:creationId xmlns:a16="http://schemas.microsoft.com/office/drawing/2014/main" id="{46F5F67F-312E-4DAC-8F63-DB3635D0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更重視長程規劃、工具使用與任務推進，適合把完整工作交給它持續執行。</a:t>
            </a:r>
          </a:p>
        </p:txBody>
      </p:sp>
      <p:sp>
        <p:nvSpPr>
          <p:cNvPr id="14" name="shape-1323">
            <a:extLst xmlns:a="http://schemas.openxmlformats.org/drawingml/2006/main">
              <a:ext uri="{FF2B5EF4-FFF2-40B4-BE49-F238E27FC236}">
                <a16:creationId xmlns:a16="http://schemas.microsoft.com/office/drawing/2014/main" id="{411A3EEA-AEC6-4D4A-99A5-153BA16F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324">
            <a:extLst xmlns:a="http://schemas.openxmlformats.org/drawingml/2006/main">
              <a:ext uri="{FF2B5EF4-FFF2-40B4-BE49-F238E27FC236}">
                <a16:creationId xmlns:a16="http://schemas.microsoft.com/office/drawing/2014/main" id="{D4C81930-C925-4349-8DA7-6BF06079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25">
            <a:extLst xmlns:a="http://schemas.openxmlformats.org/drawingml/2006/main">
              <a:ext uri="{FF2B5EF4-FFF2-40B4-BE49-F238E27FC236}">
                <a16:creationId xmlns:a16="http://schemas.microsoft.com/office/drawing/2014/main" id="{F230514F-2F6A-4520-BA0F-69E74ACA3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放進 Harness</a:t>
            </a:r>
          </a:p>
        </p:txBody>
      </p:sp>
      <p:sp>
        <p:nvSpPr>
          <p:cNvPr id="17" name="text-1326">
            <a:extLst xmlns:a="http://schemas.openxmlformats.org/drawingml/2006/main">
              <a:ext uri="{FF2B5EF4-FFF2-40B4-BE49-F238E27FC236}">
                <a16:creationId xmlns:a16="http://schemas.microsoft.com/office/drawing/2014/main" id="{FD70124C-E8E9-4240-AD25-A5B176B3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先寫清楚目標、素材、可用工具、權限範圍與完成條件，再讓模型成為可監督的工作馬。</a:t>
            </a:r>
          </a:p>
        </p:txBody>
      </p:sp>
      <p:sp>
        <p:nvSpPr>
          <p:cNvPr id="18" name="shape-1327">
            <a:extLst xmlns:a="http://schemas.openxmlformats.org/drawingml/2006/main">
              <a:ext uri="{FF2B5EF4-FFF2-40B4-BE49-F238E27FC236}">
                <a16:creationId xmlns:a16="http://schemas.microsoft.com/office/drawing/2014/main" id="{0EBEEB2E-FB54-4D7C-9C69-12B73D86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328">
            <a:extLst xmlns:a="http://schemas.openxmlformats.org/drawingml/2006/main">
              <a:ext uri="{FF2B5EF4-FFF2-40B4-BE49-F238E27FC236}">
                <a16:creationId xmlns:a16="http://schemas.microsoft.com/office/drawing/2014/main" id="{C113E600-5A4C-4B3C-B6EB-DBC77F4A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29">
            <a:extLst xmlns:a="http://schemas.openxmlformats.org/drawingml/2006/main">
              <a:ext uri="{FF2B5EF4-FFF2-40B4-BE49-F238E27FC236}">
                <a16:creationId xmlns:a16="http://schemas.microsoft.com/office/drawing/2014/main" id="{5989DECD-A8E3-4A9F-A9C3-84E0D8FEE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信任仍要驗收</a:t>
            </a:r>
          </a:p>
        </p:txBody>
      </p:sp>
      <p:sp>
        <p:nvSpPr>
          <p:cNvPr id="21" name="text-1330">
            <a:extLst xmlns:a="http://schemas.openxmlformats.org/drawingml/2006/main">
              <a:ext uri="{FF2B5EF4-FFF2-40B4-BE49-F238E27FC236}">
                <a16:creationId xmlns:a16="http://schemas.microsoft.com/office/drawing/2014/main" id="{CBC4F9FF-27DB-4CAE-AF86-0B8BC3BB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模型能力提升不等於放任自動化；人要看計畫、測試與證據，遇到關鍵節點要能停下來決策。</a:t>
            </a:r>
          </a:p>
        </p:txBody>
      </p:sp>
      <p:sp>
        <p:nvSpPr>
          <p:cNvPr id="22" name="text-2236">
            <a:extLst xmlns:a="http://schemas.openxmlformats.org/drawingml/2006/main">
              <a:ext uri="{FF2B5EF4-FFF2-40B4-BE49-F238E27FC236}">
                <a16:creationId xmlns:a16="http://schemas.microsoft.com/office/drawing/2014/main" id="{339ADB91-9B0C-4326-9399-CDC14571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1146ec90a0c495e"/>
              </a:rPr>
              <a:t>Gemini 3.7 Flash 官方模型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00f7d1f9dc24011"/>
              </a:rPr>
              <a:t>Google 官方介紹 ↗</a:t>
            </a:r>
          </a:p>
        </p:txBody>
      </p:sp>
      <p:sp>
        <p:nvSpPr>
          <p:cNvPr id="23" name="shape-2291">
            <a:extLst xmlns:a="http://schemas.openxmlformats.org/drawingml/2006/main">
              <a:ext uri="{FF2B5EF4-FFF2-40B4-BE49-F238E27FC236}">
                <a16:creationId xmlns:a16="http://schemas.microsoft.com/office/drawing/2014/main" id="{278402D4-5397-41D6-A485-04BC05F32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89a81836a14a5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292">
            <a:extLst xmlns:a="http://schemas.openxmlformats.org/drawingml/2006/main">
              <a:ext uri="{FF2B5EF4-FFF2-40B4-BE49-F238E27FC236}">
                <a16:creationId xmlns:a16="http://schemas.microsoft.com/office/drawing/2014/main" id="{B6902C09-E825-469A-ABF0-03A6DDCB5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3.7 Flash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dbd4edbe4b4d8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293">
            <a:extLst xmlns:a="http://schemas.openxmlformats.org/drawingml/2006/main">
              <a:ext uri="{FF2B5EF4-FFF2-40B4-BE49-F238E27FC236}">
                <a16:creationId xmlns:a16="http://schemas.microsoft.com/office/drawing/2014/main" id="{55EA8346-3121-44D4-A1DD-3910A999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Google 官方介紹</a:t>
            </a:r>
          </a:p>
        </p:txBody>
      </p:sp>
    </p:spTree>
    <p:extLst>
      <p:ext uri="{BB962C8B-B14F-4D97-AF65-F5344CB8AC3E}">
        <p14:creationId xmlns:p14="http://schemas.microsoft.com/office/powerpoint/2010/main" val="36199255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331">
            <a:extLst xmlns:a="http://schemas.openxmlformats.org/drawingml/2006/main">
              <a:ext uri="{FF2B5EF4-FFF2-40B4-BE49-F238E27FC236}">
                <a16:creationId xmlns:a16="http://schemas.microsoft.com/office/drawing/2014/main" id="{69537834-1BFA-4CB3-BB65-A3C608E2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WORKSPACE ORIENTATION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8F35E4C-7E21-495F-AB0C-C9730DF5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進入工作區，先看四個地方</a:t>
            </a:r>
          </a:p>
        </p:txBody>
      </p:sp>
      <p:cxnSp>
        <p:nvCxnSpPr>
          <p:cNvPr id="28" name="shape-13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33">
            <a:extLst xmlns:a="http://schemas.openxmlformats.org/drawingml/2006/main">
              <a:ext uri="{FF2B5EF4-FFF2-40B4-BE49-F238E27FC236}">
                <a16:creationId xmlns:a16="http://schemas.microsoft.com/office/drawing/2014/main" id="{EF21465E-259F-457A-98A9-505DACA3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379F845-A374-4E28-8D13-3F7015AF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1334">
            <a:extLst xmlns:a="http://schemas.openxmlformats.org/drawingml/2006/main">
              <a:ext uri="{FF2B5EF4-FFF2-40B4-BE49-F238E27FC236}">
                <a16:creationId xmlns:a16="http://schemas.microsoft.com/office/drawing/2014/main" id="{2AE60ABF-7214-40E8-A720-D6071DD7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335">
            <a:extLst xmlns:a="http://schemas.openxmlformats.org/drawingml/2006/main">
              <a:ext uri="{FF2B5EF4-FFF2-40B4-BE49-F238E27FC236}">
                <a16:creationId xmlns:a16="http://schemas.microsoft.com/office/drawing/2014/main" id="{0B199A33-BE4D-405E-AB82-79D309BE9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36">
            <a:extLst xmlns:a="http://schemas.openxmlformats.org/drawingml/2006/main">
              <a:ext uri="{FF2B5EF4-FFF2-40B4-BE49-F238E27FC236}">
                <a16:creationId xmlns:a16="http://schemas.microsoft.com/office/drawing/2014/main" id="{993539CE-37D1-4691-993E-A3B72997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檔案</a:t>
            </a:r>
          </a:p>
        </p:txBody>
      </p:sp>
      <p:sp>
        <p:nvSpPr>
          <p:cNvPr id="9" name="text-1337">
            <a:extLst xmlns:a="http://schemas.openxmlformats.org/drawingml/2006/main">
              <a:ext uri="{FF2B5EF4-FFF2-40B4-BE49-F238E27FC236}">
                <a16:creationId xmlns:a16="http://schemas.microsoft.com/office/drawing/2014/main" id="{A3028CF2-3514-4972-B30C-3C7C5B438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能看到哪些素材？是否把敏感檔案放錯位置？</a:t>
            </a:r>
          </a:p>
        </p:txBody>
      </p:sp>
      <p:sp>
        <p:nvSpPr>
          <p:cNvPr id="10" name="shape-1338">
            <a:extLst xmlns:a="http://schemas.openxmlformats.org/drawingml/2006/main">
              <a:ext uri="{FF2B5EF4-FFF2-40B4-BE49-F238E27FC236}">
                <a16:creationId xmlns:a16="http://schemas.microsoft.com/office/drawing/2014/main" id="{3E01E407-83D0-43C0-940F-F2303409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339">
            <a:extLst xmlns:a="http://schemas.openxmlformats.org/drawingml/2006/main">
              <a:ext uri="{FF2B5EF4-FFF2-40B4-BE49-F238E27FC236}">
                <a16:creationId xmlns:a16="http://schemas.microsoft.com/office/drawing/2014/main" id="{DF92D253-4317-4E38-A642-4F61D3A1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40">
            <a:extLst xmlns:a="http://schemas.openxmlformats.org/drawingml/2006/main">
              <a:ext uri="{FF2B5EF4-FFF2-40B4-BE49-F238E27FC236}">
                <a16:creationId xmlns:a16="http://schemas.microsoft.com/office/drawing/2014/main" id="{B278302D-3D39-4AE2-A4A2-2F7CF5AB2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</a:t>
            </a:r>
          </a:p>
        </p:txBody>
      </p:sp>
      <p:sp>
        <p:nvSpPr>
          <p:cNvPr id="13" name="text-1341">
            <a:extLst xmlns:a="http://schemas.openxmlformats.org/drawingml/2006/main">
              <a:ext uri="{FF2B5EF4-FFF2-40B4-BE49-F238E27FC236}">
                <a16:creationId xmlns:a16="http://schemas.microsoft.com/office/drawing/2014/main" id="{AF18A853-C068-4A3C-B789-E78B3DDA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目標是否單一、具體，且能在本工作區完成？</a:t>
            </a:r>
          </a:p>
        </p:txBody>
      </p:sp>
      <p:sp>
        <p:nvSpPr>
          <p:cNvPr id="14" name="shape-1342">
            <a:extLst xmlns:a="http://schemas.openxmlformats.org/drawingml/2006/main">
              <a:ext uri="{FF2B5EF4-FFF2-40B4-BE49-F238E27FC236}">
                <a16:creationId xmlns:a16="http://schemas.microsoft.com/office/drawing/2014/main" id="{AEBEE521-7F97-4F13-9068-3BF605BD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343">
            <a:extLst xmlns:a="http://schemas.openxmlformats.org/drawingml/2006/main">
              <a:ext uri="{FF2B5EF4-FFF2-40B4-BE49-F238E27FC236}">
                <a16:creationId xmlns:a16="http://schemas.microsoft.com/office/drawing/2014/main" id="{887791A6-6ABD-4C47-A492-8A2CDCD1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44">
            <a:extLst xmlns:a="http://schemas.openxmlformats.org/drawingml/2006/main">
              <a:ext uri="{FF2B5EF4-FFF2-40B4-BE49-F238E27FC236}">
                <a16:creationId xmlns:a16="http://schemas.microsoft.com/office/drawing/2014/main" id="{3669DD25-1BAA-45FA-89FF-8F00026B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計畫</a:t>
            </a:r>
          </a:p>
        </p:txBody>
      </p:sp>
      <p:sp>
        <p:nvSpPr>
          <p:cNvPr id="17" name="text-1345">
            <a:extLst xmlns:a="http://schemas.openxmlformats.org/drawingml/2006/main">
              <a:ext uri="{FF2B5EF4-FFF2-40B4-BE49-F238E27FC236}">
                <a16:creationId xmlns:a16="http://schemas.microsoft.com/office/drawing/2014/main" id="{23C807E8-ADF9-4E1D-88D9-EAFAB37D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步驟是否合理？哪一步需要授權或外部資訊？</a:t>
            </a:r>
          </a:p>
        </p:txBody>
      </p:sp>
      <p:sp>
        <p:nvSpPr>
          <p:cNvPr id="18" name="shape-1346">
            <a:extLst xmlns:a="http://schemas.openxmlformats.org/drawingml/2006/main">
              <a:ext uri="{FF2B5EF4-FFF2-40B4-BE49-F238E27FC236}">
                <a16:creationId xmlns:a16="http://schemas.microsoft.com/office/drawing/2014/main" id="{B3C3B094-6394-468D-8008-2A244CC2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347">
            <a:extLst xmlns:a="http://schemas.openxmlformats.org/drawingml/2006/main">
              <a:ext uri="{FF2B5EF4-FFF2-40B4-BE49-F238E27FC236}">
                <a16:creationId xmlns:a16="http://schemas.microsoft.com/office/drawing/2014/main" id="{1CF21FC4-5791-4B58-B28A-AC47A0D7C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48">
            <a:extLst xmlns:a="http://schemas.openxmlformats.org/drawingml/2006/main">
              <a:ext uri="{FF2B5EF4-FFF2-40B4-BE49-F238E27FC236}">
                <a16:creationId xmlns:a16="http://schemas.microsoft.com/office/drawing/2014/main" id="{3AE21708-F9AE-406D-9959-B053F242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21" name="text-1349">
            <a:extLst xmlns:a="http://schemas.openxmlformats.org/drawingml/2006/main">
              <a:ext uri="{FF2B5EF4-FFF2-40B4-BE49-F238E27FC236}">
                <a16:creationId xmlns:a16="http://schemas.microsoft.com/office/drawing/2014/main" id="{4331D1CB-E65D-4234-894B-16AAA9BA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有哪些變更、測試、畫面與仍未確認的項目？</a:t>
            </a:r>
          </a:p>
        </p:txBody>
      </p:sp>
      <p:sp>
        <p:nvSpPr>
          <p:cNvPr id="22" name="text-2231">
            <a:extLst xmlns:a="http://schemas.openxmlformats.org/drawingml/2006/main">
              <a:ext uri="{FF2B5EF4-FFF2-40B4-BE49-F238E27FC236}">
                <a16:creationId xmlns:a16="http://schemas.microsoft.com/office/drawing/2014/main" id="{7320CE2D-077A-4D95-92A6-524A16575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146e6c2b3e74551"/>
              </a:rPr>
              <a:t>開啟 Antigravity ↗</a:t>
            </a:r>
          </a:p>
        </p:txBody>
      </p:sp>
      <p:sp>
        <p:nvSpPr>
          <p:cNvPr id="23" name="shape-2281">
            <a:extLst xmlns:a="http://schemas.openxmlformats.org/drawingml/2006/main">
              <a:ext uri="{FF2B5EF4-FFF2-40B4-BE49-F238E27FC236}">
                <a16:creationId xmlns:a16="http://schemas.microsoft.com/office/drawing/2014/main" id="{9FB985A1-04E1-48AD-8816-EADCDD8B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6ae33a753a4eb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2282">
            <a:extLst xmlns:a="http://schemas.openxmlformats.org/drawingml/2006/main">
              <a:ext uri="{FF2B5EF4-FFF2-40B4-BE49-F238E27FC236}">
                <a16:creationId xmlns:a16="http://schemas.microsoft.com/office/drawing/2014/main" id="{54E74212-3A6A-4847-91DD-A3AAE3D6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86937871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350">
            <a:extLst xmlns:a="http://schemas.openxmlformats.org/drawingml/2006/main">
              <a:ext uri="{FF2B5EF4-FFF2-40B4-BE49-F238E27FC236}">
                <a16:creationId xmlns:a16="http://schemas.microsoft.com/office/drawing/2014/main" id="{08D79148-CF23-4F45-9CBE-56BD73F7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TASK BRIEF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90A11B-FDD6-4ECC-987E-D4E4277A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第一個 Agent 任務：四句話就能清楚</a:t>
            </a:r>
          </a:p>
        </p:txBody>
      </p:sp>
      <p:cxnSp>
        <p:nvCxnSpPr>
          <p:cNvPr id="28" name="shape-135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52">
            <a:extLst xmlns:a="http://schemas.openxmlformats.org/drawingml/2006/main">
              <a:ext uri="{FF2B5EF4-FFF2-40B4-BE49-F238E27FC236}">
                <a16:creationId xmlns:a16="http://schemas.microsoft.com/office/drawing/2014/main" id="{4163629A-6778-40A3-B739-02F66528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FD16FDC-0607-434A-B570-D75DB143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1353">
            <a:extLst xmlns:a="http://schemas.openxmlformats.org/drawingml/2006/main">
              <a:ext uri="{FF2B5EF4-FFF2-40B4-BE49-F238E27FC236}">
                <a16:creationId xmlns:a16="http://schemas.microsoft.com/office/drawing/2014/main" id="{1732C5D2-BBB5-4597-84C6-30EC5305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354">
            <a:extLst xmlns:a="http://schemas.openxmlformats.org/drawingml/2006/main">
              <a:ext uri="{FF2B5EF4-FFF2-40B4-BE49-F238E27FC236}">
                <a16:creationId xmlns:a16="http://schemas.microsoft.com/office/drawing/2014/main" id="{BC02E811-3CB3-42A3-B0FC-182FBF455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55">
            <a:extLst xmlns:a="http://schemas.openxmlformats.org/drawingml/2006/main">
              <a:ext uri="{FF2B5EF4-FFF2-40B4-BE49-F238E27FC236}">
                <a16:creationId xmlns:a16="http://schemas.microsoft.com/office/drawing/2014/main" id="{F737C943-ABD5-4AED-A375-6862CFD8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目標</a:t>
            </a:r>
          </a:p>
        </p:txBody>
      </p:sp>
      <p:sp>
        <p:nvSpPr>
          <p:cNvPr id="9" name="text-1356">
            <a:extLst xmlns:a="http://schemas.openxmlformats.org/drawingml/2006/main">
              <a:ext uri="{FF2B5EF4-FFF2-40B4-BE49-F238E27FC236}">
                <a16:creationId xmlns:a16="http://schemas.microsoft.com/office/drawing/2014/main" id="{F7A6F23F-4E55-4A13-AF60-3E45D759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把上午 Canvas 原型改善成可在手機使用的教學活動。</a:t>
            </a:r>
          </a:p>
        </p:txBody>
      </p:sp>
      <p:sp>
        <p:nvSpPr>
          <p:cNvPr id="10" name="shape-1357">
            <a:extLst xmlns:a="http://schemas.openxmlformats.org/drawingml/2006/main">
              <a:ext uri="{FF2B5EF4-FFF2-40B4-BE49-F238E27FC236}">
                <a16:creationId xmlns:a16="http://schemas.microsoft.com/office/drawing/2014/main" id="{4A0647DD-0444-495C-A2F3-C98C33CA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358">
            <a:extLst xmlns:a="http://schemas.openxmlformats.org/drawingml/2006/main">
              <a:ext uri="{FF2B5EF4-FFF2-40B4-BE49-F238E27FC236}">
                <a16:creationId xmlns:a16="http://schemas.microsoft.com/office/drawing/2014/main" id="{E159997A-4614-449B-B403-E56AA087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59">
            <a:extLst xmlns:a="http://schemas.openxmlformats.org/drawingml/2006/main">
              <a:ext uri="{FF2B5EF4-FFF2-40B4-BE49-F238E27FC236}">
                <a16:creationId xmlns:a16="http://schemas.microsoft.com/office/drawing/2014/main" id="{6FAA54AB-0E5A-4BAF-AFC9-C692F6D5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素材</a:t>
            </a:r>
          </a:p>
        </p:txBody>
      </p:sp>
      <p:sp>
        <p:nvSpPr>
          <p:cNvPr id="13" name="text-1360">
            <a:extLst xmlns:a="http://schemas.openxmlformats.org/drawingml/2006/main">
              <a:ext uri="{FF2B5EF4-FFF2-40B4-BE49-F238E27FC236}">
                <a16:creationId xmlns:a16="http://schemas.microsoft.com/office/drawing/2014/main" id="{2507162E-387C-44DB-81B0-ED0A75C73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使用指定資料夾、截圖、課程文字與現有程式碼。</a:t>
            </a:r>
          </a:p>
        </p:txBody>
      </p:sp>
      <p:sp>
        <p:nvSpPr>
          <p:cNvPr id="14" name="shape-1361">
            <a:extLst xmlns:a="http://schemas.openxmlformats.org/drawingml/2006/main">
              <a:ext uri="{FF2B5EF4-FFF2-40B4-BE49-F238E27FC236}">
                <a16:creationId xmlns:a16="http://schemas.microsoft.com/office/drawing/2014/main" id="{B1B1091C-0FC7-4472-A907-976D8D0C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362">
            <a:extLst xmlns:a="http://schemas.openxmlformats.org/drawingml/2006/main">
              <a:ext uri="{FF2B5EF4-FFF2-40B4-BE49-F238E27FC236}">
                <a16:creationId xmlns:a16="http://schemas.microsoft.com/office/drawing/2014/main" id="{64435E4A-FA09-4FE8-81EF-5FF1FD476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63">
            <a:extLst xmlns:a="http://schemas.openxmlformats.org/drawingml/2006/main">
              <a:ext uri="{FF2B5EF4-FFF2-40B4-BE49-F238E27FC236}">
                <a16:creationId xmlns:a16="http://schemas.microsoft.com/office/drawing/2014/main" id="{C671F400-6629-4C92-B15A-59E78EBDC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限制</a:t>
            </a:r>
          </a:p>
        </p:txBody>
      </p:sp>
      <p:sp>
        <p:nvSpPr>
          <p:cNvPr id="17" name="text-1364">
            <a:extLst xmlns:a="http://schemas.openxmlformats.org/drawingml/2006/main">
              <a:ext uri="{FF2B5EF4-FFF2-40B4-BE49-F238E27FC236}">
                <a16:creationId xmlns:a16="http://schemas.microsoft.com/office/drawing/2014/main" id="{9C1BD2BA-91A8-40A6-9CFC-370D021F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不改核心內容、不放個資、不新增付費服務、不直接公開。</a:t>
            </a:r>
          </a:p>
        </p:txBody>
      </p:sp>
      <p:sp>
        <p:nvSpPr>
          <p:cNvPr id="18" name="shape-1365">
            <a:extLst xmlns:a="http://schemas.openxmlformats.org/drawingml/2006/main">
              <a:ext uri="{FF2B5EF4-FFF2-40B4-BE49-F238E27FC236}">
                <a16:creationId xmlns:a16="http://schemas.microsoft.com/office/drawing/2014/main" id="{43D6CF49-CFED-4424-B13E-F09DD0D8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366">
            <a:extLst xmlns:a="http://schemas.openxmlformats.org/drawingml/2006/main">
              <a:ext uri="{FF2B5EF4-FFF2-40B4-BE49-F238E27FC236}">
                <a16:creationId xmlns:a16="http://schemas.microsoft.com/office/drawing/2014/main" id="{E781DE1D-7CBE-4BE5-A465-5D8696C3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67">
            <a:extLst xmlns:a="http://schemas.openxmlformats.org/drawingml/2006/main">
              <a:ext uri="{FF2B5EF4-FFF2-40B4-BE49-F238E27FC236}">
                <a16:creationId xmlns:a16="http://schemas.microsoft.com/office/drawing/2014/main" id="{A4663FC7-D88F-4772-B80D-4E943837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驗收</a:t>
            </a:r>
          </a:p>
        </p:txBody>
      </p:sp>
      <p:sp>
        <p:nvSpPr>
          <p:cNvPr id="21" name="text-1368">
            <a:extLst xmlns:a="http://schemas.openxmlformats.org/drawingml/2006/main">
              <a:ext uri="{FF2B5EF4-FFF2-40B4-BE49-F238E27FC236}">
                <a16:creationId xmlns:a16="http://schemas.microsoft.com/office/drawing/2014/main" id="{6685DDF2-70F9-4AE4-ABD1-CAD309F7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完成桌機與手機測試，提供修改摘要與畫面證據。</a:t>
            </a:r>
          </a:p>
        </p:txBody>
      </p:sp>
      <p:sp>
        <p:nvSpPr>
          <p:cNvPr id="22" name="text-2232">
            <a:extLst xmlns:a="http://schemas.openxmlformats.org/drawingml/2006/main">
              <a:ext uri="{FF2B5EF4-FFF2-40B4-BE49-F238E27FC236}">
                <a16:creationId xmlns:a16="http://schemas.microsoft.com/office/drawing/2014/main" id="{CA13954D-B427-4A98-9BBC-09CE199F6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699df65e5544205"/>
              </a:rPr>
              <a:t>開啟 Antigravity ↗</a:t>
            </a:r>
          </a:p>
        </p:txBody>
      </p:sp>
      <p:sp>
        <p:nvSpPr>
          <p:cNvPr id="23" name="shape-2283">
            <a:extLst xmlns:a="http://schemas.openxmlformats.org/drawingml/2006/main">
              <a:ext uri="{FF2B5EF4-FFF2-40B4-BE49-F238E27FC236}">
                <a16:creationId xmlns:a16="http://schemas.microsoft.com/office/drawing/2014/main" id="{A81DF2D2-977D-4F81-8B18-398E39447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8a3dd94e94ca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2284">
            <a:extLst xmlns:a="http://schemas.openxmlformats.org/drawingml/2006/main">
              <a:ext uri="{FF2B5EF4-FFF2-40B4-BE49-F238E27FC236}">
                <a16:creationId xmlns:a16="http://schemas.microsoft.com/office/drawing/2014/main" id="{CEFB7BE8-973A-446E-81AB-976AF9DCC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75030811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text-1369">
            <a:extLst xmlns:a="http://schemas.openxmlformats.org/drawingml/2006/main">
              <a:ext uri="{FF2B5EF4-FFF2-40B4-BE49-F238E27FC236}">
                <a16:creationId xmlns:a16="http://schemas.microsoft.com/office/drawing/2014/main" id="{0528314C-2928-4EE4-BCA3-5C5EABBC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AA5376-1C3A-4DD2-AC92-0975129B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示範：請 Agent 改作品，但保留控制權</a:t>
            </a:r>
          </a:p>
        </p:txBody>
      </p:sp>
      <p:cxnSp>
        <p:nvCxnSpPr>
          <p:cNvPr id="59" name="shape-137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71">
            <a:extLst xmlns:a="http://schemas.openxmlformats.org/drawingml/2006/main">
              <a:ext uri="{FF2B5EF4-FFF2-40B4-BE49-F238E27FC236}">
                <a16:creationId xmlns:a16="http://schemas.microsoft.com/office/drawing/2014/main" id="{6FB7CB1F-5993-4BF1-B4C6-A37E0E6A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DD56E1C-55CA-4F0B-B78A-E0A06B77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shape-1372">
            <a:extLst xmlns:a="http://schemas.openxmlformats.org/drawingml/2006/main">
              <a:ext uri="{FF2B5EF4-FFF2-40B4-BE49-F238E27FC236}">
                <a16:creationId xmlns:a16="http://schemas.microsoft.com/office/drawing/2014/main" id="{51F13216-62D3-4637-84D3-EBD646AF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373">
            <a:extLst xmlns:a="http://schemas.openxmlformats.org/drawingml/2006/main">
              <a:ext uri="{FF2B5EF4-FFF2-40B4-BE49-F238E27FC236}">
                <a16:creationId xmlns:a16="http://schemas.microsoft.com/office/drawing/2014/main" id="{091DF149-0C13-4151-8CDD-B257BF6D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74">
            <a:extLst xmlns:a="http://schemas.openxmlformats.org/drawingml/2006/main">
              <a:ext uri="{FF2B5EF4-FFF2-40B4-BE49-F238E27FC236}">
                <a16:creationId xmlns:a16="http://schemas.microsoft.com/office/drawing/2014/main" id="{50D787A4-D718-4066-AAC1-94013E0A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75">
            <a:extLst xmlns:a="http://schemas.openxmlformats.org/drawingml/2006/main">
              <a:ext uri="{FF2B5EF4-FFF2-40B4-BE49-F238E27FC236}">
                <a16:creationId xmlns:a16="http://schemas.microsoft.com/office/drawing/2014/main" id="{931C0514-E040-4090-AB5D-0BB65C00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376">
            <a:extLst xmlns:a="http://schemas.openxmlformats.org/drawingml/2006/main">
              <a:ext uri="{FF2B5EF4-FFF2-40B4-BE49-F238E27FC236}">
                <a16:creationId xmlns:a16="http://schemas.microsoft.com/office/drawing/2014/main" id="{F792DF4C-CD18-4A4F-9970-F3A2354D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說明結構與問題</a:t>
            </a:r>
          </a:p>
        </p:txBody>
      </p:sp>
      <p:sp>
        <p:nvSpPr>
          <p:cNvPr id="11" name="text-1377">
            <a:extLst xmlns:a="http://schemas.openxmlformats.org/drawingml/2006/main">
              <a:ext uri="{FF2B5EF4-FFF2-40B4-BE49-F238E27FC236}">
                <a16:creationId xmlns:a16="http://schemas.microsoft.com/office/drawing/2014/main" id="{5FD4993D-F5E0-44BD-9B74-7322C4C8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378">
            <a:extLst xmlns:a="http://schemas.openxmlformats.org/drawingml/2006/main">
              <a:ext uri="{FF2B5EF4-FFF2-40B4-BE49-F238E27FC236}">
                <a16:creationId xmlns:a16="http://schemas.microsoft.com/office/drawing/2014/main" id="{BB09639A-352F-458D-A899-C7254BD4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379">
            <a:extLst xmlns:a="http://schemas.openxmlformats.org/drawingml/2006/main">
              <a:ext uri="{FF2B5EF4-FFF2-40B4-BE49-F238E27FC236}">
                <a16:creationId xmlns:a16="http://schemas.microsoft.com/office/drawing/2014/main" id="{D181A6DE-7DE0-4009-A2D3-3196DAD5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380">
            <a:extLst xmlns:a="http://schemas.openxmlformats.org/drawingml/2006/main">
              <a:ext uri="{FF2B5EF4-FFF2-40B4-BE49-F238E27FC236}">
                <a16:creationId xmlns:a16="http://schemas.microsoft.com/office/drawing/2014/main" id="{7C641382-FB2F-4BEF-8972-D9BF0553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381">
            <a:extLst xmlns:a="http://schemas.openxmlformats.org/drawingml/2006/main">
              <a:ext uri="{FF2B5EF4-FFF2-40B4-BE49-F238E27FC236}">
                <a16:creationId xmlns:a16="http://schemas.microsoft.com/office/drawing/2014/main" id="{F927820A-2D2F-443B-BCEA-7659A29A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提計畫</a:t>
            </a:r>
          </a:p>
        </p:txBody>
      </p:sp>
      <p:sp>
        <p:nvSpPr>
          <p:cNvPr id="16" name="text-1382">
            <a:extLst xmlns:a="http://schemas.openxmlformats.org/drawingml/2006/main">
              <a:ext uri="{FF2B5EF4-FFF2-40B4-BE49-F238E27FC236}">
                <a16:creationId xmlns:a16="http://schemas.microsoft.com/office/drawing/2014/main" id="{A886B63D-37DF-4B33-9108-3949C38A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列修改與不修改</a:t>
            </a:r>
          </a:p>
        </p:txBody>
      </p:sp>
      <p:sp>
        <p:nvSpPr>
          <p:cNvPr id="17" name="text-1383">
            <a:extLst xmlns:a="http://schemas.openxmlformats.org/drawingml/2006/main">
              <a:ext uri="{FF2B5EF4-FFF2-40B4-BE49-F238E27FC236}">
                <a16:creationId xmlns:a16="http://schemas.microsoft.com/office/drawing/2014/main" id="{7A9BE5C7-B5EC-4D2A-BA79-9C9A26D2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384">
            <a:extLst xmlns:a="http://schemas.openxmlformats.org/drawingml/2006/main">
              <a:ext uri="{FF2B5EF4-FFF2-40B4-BE49-F238E27FC236}">
                <a16:creationId xmlns:a16="http://schemas.microsoft.com/office/drawing/2014/main" id="{1E2AA7DA-9BD9-4F2A-BA65-6BA8037D7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385">
            <a:extLst xmlns:a="http://schemas.openxmlformats.org/drawingml/2006/main">
              <a:ext uri="{FF2B5EF4-FFF2-40B4-BE49-F238E27FC236}">
                <a16:creationId xmlns:a16="http://schemas.microsoft.com/office/drawing/2014/main" id="{C2023942-2268-4153-AEBB-0FF881D0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86">
            <a:extLst xmlns:a="http://schemas.openxmlformats.org/drawingml/2006/main">
              <a:ext uri="{FF2B5EF4-FFF2-40B4-BE49-F238E27FC236}">
                <a16:creationId xmlns:a16="http://schemas.microsoft.com/office/drawing/2014/main" id="{7E8C80E7-ED37-4C3C-9C34-B83B8C9C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387">
            <a:extLst xmlns:a="http://schemas.openxmlformats.org/drawingml/2006/main">
              <a:ext uri="{FF2B5EF4-FFF2-40B4-BE49-F238E27FC236}">
                <a16:creationId xmlns:a16="http://schemas.microsoft.com/office/drawing/2014/main" id="{986AA788-4A2C-45E2-B419-799E1F58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</a:t>
            </a:r>
          </a:p>
        </p:txBody>
      </p:sp>
      <p:sp>
        <p:nvSpPr>
          <p:cNvPr id="22" name="text-1388">
            <a:extLst xmlns:a="http://schemas.openxmlformats.org/drawingml/2006/main">
              <a:ext uri="{FF2B5EF4-FFF2-40B4-BE49-F238E27FC236}">
                <a16:creationId xmlns:a16="http://schemas.microsoft.com/office/drawing/2014/main" id="{95DC3BA1-D7BB-40D9-BAC5-E3B561B2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只改同意範圍</a:t>
            </a:r>
          </a:p>
        </p:txBody>
      </p:sp>
      <p:sp>
        <p:nvSpPr>
          <p:cNvPr id="23" name="text-1389">
            <a:extLst xmlns:a="http://schemas.openxmlformats.org/drawingml/2006/main">
              <a:ext uri="{FF2B5EF4-FFF2-40B4-BE49-F238E27FC236}">
                <a16:creationId xmlns:a16="http://schemas.microsoft.com/office/drawing/2014/main" id="{90B6C00C-67D1-4D11-B44A-6185104B1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390">
            <a:extLst xmlns:a="http://schemas.openxmlformats.org/drawingml/2006/main">
              <a:ext uri="{FF2B5EF4-FFF2-40B4-BE49-F238E27FC236}">
                <a16:creationId xmlns:a16="http://schemas.microsoft.com/office/drawing/2014/main" id="{E7F59857-9D88-4C43-8049-44E034CA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391">
            <a:extLst xmlns:a="http://schemas.openxmlformats.org/drawingml/2006/main">
              <a:ext uri="{FF2B5EF4-FFF2-40B4-BE49-F238E27FC236}">
                <a16:creationId xmlns:a16="http://schemas.microsoft.com/office/drawing/2014/main" id="{DC02075F-2628-4E0B-BC8E-1DBF1FA0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392">
            <a:extLst xmlns:a="http://schemas.openxmlformats.org/drawingml/2006/main">
              <a:ext uri="{FF2B5EF4-FFF2-40B4-BE49-F238E27FC236}">
                <a16:creationId xmlns:a16="http://schemas.microsoft.com/office/drawing/2014/main" id="{1FE8AC5A-9700-4EC1-B30D-3F9C81BD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393">
            <a:extLst xmlns:a="http://schemas.openxmlformats.org/drawingml/2006/main">
              <a:ext uri="{FF2B5EF4-FFF2-40B4-BE49-F238E27FC236}">
                <a16:creationId xmlns:a16="http://schemas.microsoft.com/office/drawing/2014/main" id="{B46FB8AF-DEC2-4692-95AC-4993E624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測試</a:t>
            </a:r>
          </a:p>
        </p:txBody>
      </p:sp>
      <p:sp>
        <p:nvSpPr>
          <p:cNvPr id="28" name="text-1394">
            <a:extLst xmlns:a="http://schemas.openxmlformats.org/drawingml/2006/main">
              <a:ext uri="{FF2B5EF4-FFF2-40B4-BE49-F238E27FC236}">
                <a16:creationId xmlns:a16="http://schemas.microsoft.com/office/drawing/2014/main" id="{5D3BB2DD-FB01-42F5-A233-86B55F09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桌機與手機流程</a:t>
            </a:r>
          </a:p>
        </p:txBody>
      </p:sp>
      <p:sp>
        <p:nvSpPr>
          <p:cNvPr id="29" name="text-1395">
            <a:extLst xmlns:a="http://schemas.openxmlformats.org/drawingml/2006/main">
              <a:ext uri="{FF2B5EF4-FFF2-40B4-BE49-F238E27FC236}">
                <a16:creationId xmlns:a16="http://schemas.microsoft.com/office/drawing/2014/main" id="{D2C2D72F-FB6F-4DFF-899D-C92A208B4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396">
            <a:extLst xmlns:a="http://schemas.openxmlformats.org/drawingml/2006/main">
              <a:ext uri="{FF2B5EF4-FFF2-40B4-BE49-F238E27FC236}">
                <a16:creationId xmlns:a16="http://schemas.microsoft.com/office/drawing/2014/main" id="{26EA44F6-C599-468C-ADC8-949D182A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397">
            <a:extLst xmlns:a="http://schemas.openxmlformats.org/drawingml/2006/main">
              <a:ext uri="{FF2B5EF4-FFF2-40B4-BE49-F238E27FC236}">
                <a16:creationId xmlns:a16="http://schemas.microsoft.com/office/drawing/2014/main" id="{64796E39-A26E-4364-9933-887DD0A4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398">
            <a:extLst xmlns:a="http://schemas.openxmlformats.org/drawingml/2006/main">
              <a:ext uri="{FF2B5EF4-FFF2-40B4-BE49-F238E27FC236}">
                <a16:creationId xmlns:a16="http://schemas.microsoft.com/office/drawing/2014/main" id="{5231E349-C25B-4637-B9C0-A7843B6E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399">
            <a:extLst xmlns:a="http://schemas.openxmlformats.org/drawingml/2006/main">
              <a:ext uri="{FF2B5EF4-FFF2-40B4-BE49-F238E27FC236}">
                <a16:creationId xmlns:a16="http://schemas.microsoft.com/office/drawing/2014/main" id="{9C5390BD-8F9B-4464-AB99-1F95F6425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1400">
            <a:extLst xmlns:a="http://schemas.openxmlformats.org/drawingml/2006/main">
              <a:ext uri="{FF2B5EF4-FFF2-40B4-BE49-F238E27FC236}">
                <a16:creationId xmlns:a16="http://schemas.microsoft.com/office/drawing/2014/main" id="{C1F6F68D-F0A1-49FC-96A0-968C5D68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差異、證據、限制</a:t>
            </a:r>
          </a:p>
        </p:txBody>
      </p:sp>
      <p:sp>
        <p:nvSpPr>
          <p:cNvPr id="35" name="shape-1401">
            <a:extLst xmlns:a="http://schemas.openxmlformats.org/drawingml/2006/main">
              <a:ext uri="{FF2B5EF4-FFF2-40B4-BE49-F238E27FC236}">
                <a16:creationId xmlns:a16="http://schemas.microsoft.com/office/drawing/2014/main" id="{3F28DE34-BDCA-401C-8FEA-1DFB742B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11633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6" name="text-1402">
            <a:extLst xmlns:a="http://schemas.openxmlformats.org/drawingml/2006/main">
              <a:ext uri="{FF2B5EF4-FFF2-40B4-BE49-F238E27FC236}">
                <a16:creationId xmlns:a16="http://schemas.microsoft.com/office/drawing/2014/main" id="{8B184A0B-4612-42F3-B32A-56F0EEF3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人在迴路</a:t>
            </a:r>
          </a:p>
        </p:txBody>
      </p:sp>
      <p:sp>
        <p:nvSpPr>
          <p:cNvPr id="37" name="text-1403">
            <a:extLst xmlns:a="http://schemas.openxmlformats.org/drawingml/2006/main">
              <a:ext uri="{FF2B5EF4-FFF2-40B4-BE49-F238E27FC236}">
                <a16:creationId xmlns:a16="http://schemas.microsoft.com/office/drawing/2014/main" id="{68ECCB65-2DDC-4CF8-8D52-263682AD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7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可以推進，但最後的範圍與發布決定仍由人保留</a:t>
            </a:r>
          </a:p>
        </p:txBody>
      </p:sp>
      <p:sp>
        <p:nvSpPr>
          <p:cNvPr id="38" name="shape-1404">
            <a:extLst xmlns:a="http://schemas.openxmlformats.org/drawingml/2006/main">
              <a:ext uri="{FF2B5EF4-FFF2-40B4-BE49-F238E27FC236}">
                <a16:creationId xmlns:a16="http://schemas.microsoft.com/office/drawing/2014/main" id="{0FF4F4BB-6074-470C-8496-7E7D11B67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1B64DA"/>
            </a:solidFill>
            <a:prstDash val="solid"/>
          </a:ln>
        </p:spPr>
      </p:sp>
      <p:sp>
        <p:nvSpPr>
          <p:cNvPr id="39" name="text-1405">
            <a:extLst xmlns:a="http://schemas.openxmlformats.org/drawingml/2006/main">
              <a:ext uri="{FF2B5EF4-FFF2-40B4-BE49-F238E27FC236}">
                <a16:creationId xmlns:a16="http://schemas.microsoft.com/office/drawing/2014/main" id="{FE6633A0-934B-4282-9F93-8FC17947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提案</a:t>
            </a:r>
          </a:p>
        </p:txBody>
      </p:sp>
      <p:sp>
        <p:nvSpPr>
          <p:cNvPr id="40" name="text-1406">
            <a:extLst xmlns:a="http://schemas.openxmlformats.org/drawingml/2006/main">
              <a:ext uri="{FF2B5EF4-FFF2-40B4-BE49-F238E27FC236}">
                <a16:creationId xmlns:a16="http://schemas.microsoft.com/office/drawing/2014/main" id="{796FF24E-222E-460F-BF38-5CA42F68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先看計畫</a:t>
            </a:r>
          </a:p>
        </p:txBody>
      </p:sp>
      <p:sp>
        <p:nvSpPr>
          <p:cNvPr id="41" name="text-1407">
            <a:extLst xmlns:a="http://schemas.openxmlformats.org/drawingml/2006/main">
              <a:ext uri="{FF2B5EF4-FFF2-40B4-BE49-F238E27FC236}">
                <a16:creationId xmlns:a16="http://schemas.microsoft.com/office/drawing/2014/main" id="{9BF641F3-08BE-4033-B10F-DC502773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408">
            <a:extLst xmlns:a="http://schemas.openxmlformats.org/drawingml/2006/main">
              <a:ext uri="{FF2B5EF4-FFF2-40B4-BE49-F238E27FC236}">
                <a16:creationId xmlns:a16="http://schemas.microsoft.com/office/drawing/2014/main" id="{C2D2ED1D-5604-4BB8-B5AD-126891ED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0E9F94"/>
            </a:solidFill>
            <a:prstDash val="solid"/>
          </a:ln>
        </p:spPr>
      </p:sp>
      <p:sp>
        <p:nvSpPr>
          <p:cNvPr id="43" name="text-1409">
            <a:extLst xmlns:a="http://schemas.openxmlformats.org/drawingml/2006/main">
              <a:ext uri="{FF2B5EF4-FFF2-40B4-BE49-F238E27FC236}">
                <a16:creationId xmlns:a16="http://schemas.microsoft.com/office/drawing/2014/main" id="{4E85E6A5-07D4-479B-AC85-43634FED1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rPr>
              <a:t>教師核准</a:t>
            </a:r>
          </a:p>
        </p:txBody>
      </p:sp>
      <p:sp>
        <p:nvSpPr>
          <p:cNvPr id="44" name="text-1410">
            <a:extLst xmlns:a="http://schemas.openxmlformats.org/drawingml/2006/main">
              <a:ext uri="{FF2B5EF4-FFF2-40B4-BE49-F238E27FC236}">
                <a16:creationId xmlns:a16="http://schemas.microsoft.com/office/drawing/2014/main" id="{733EBE97-0AB2-4F6D-903C-E3F5C76A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確認範圍</a:t>
            </a:r>
          </a:p>
        </p:txBody>
      </p:sp>
      <p:sp>
        <p:nvSpPr>
          <p:cNvPr id="45" name="text-1411">
            <a:extLst xmlns:a="http://schemas.openxmlformats.org/drawingml/2006/main">
              <a:ext uri="{FF2B5EF4-FFF2-40B4-BE49-F238E27FC236}">
                <a16:creationId xmlns:a16="http://schemas.microsoft.com/office/drawing/2014/main" id="{192AF1E3-D0BA-4164-B820-B650F9C8F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6" name="shape-1412">
            <a:extLst xmlns:a="http://schemas.openxmlformats.org/drawingml/2006/main">
              <a:ext uri="{FF2B5EF4-FFF2-40B4-BE49-F238E27FC236}">
                <a16:creationId xmlns:a16="http://schemas.microsoft.com/office/drawing/2014/main" id="{515F4505-5253-4675-A76D-1A80465D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FF6B4A"/>
            </a:solidFill>
            <a:prstDash val="solid"/>
          </a:ln>
        </p:spPr>
      </p:sp>
      <p:sp>
        <p:nvSpPr>
          <p:cNvPr id="47" name="text-1413">
            <a:extLst xmlns:a="http://schemas.openxmlformats.org/drawingml/2006/main">
              <a:ext uri="{FF2B5EF4-FFF2-40B4-BE49-F238E27FC236}">
                <a16:creationId xmlns:a16="http://schemas.microsoft.com/office/drawing/2014/main" id="{06494FC8-6DB3-4CDE-8DD1-C01808AB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測試驗證</a:t>
            </a:r>
          </a:p>
        </p:txBody>
      </p:sp>
      <p:sp>
        <p:nvSpPr>
          <p:cNvPr id="48" name="text-1414">
            <a:extLst xmlns:a="http://schemas.openxmlformats.org/drawingml/2006/main">
              <a:ext uri="{FF2B5EF4-FFF2-40B4-BE49-F238E27FC236}">
                <a16:creationId xmlns:a16="http://schemas.microsoft.com/office/drawing/2014/main" id="{FA6E3889-A75B-45A8-9EE4-CD46661C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桌機 × 手機</a:t>
            </a:r>
          </a:p>
        </p:txBody>
      </p:sp>
      <p:sp>
        <p:nvSpPr>
          <p:cNvPr id="49" name="text-1415">
            <a:extLst xmlns:a="http://schemas.openxmlformats.org/drawingml/2006/main">
              <a:ext uri="{FF2B5EF4-FFF2-40B4-BE49-F238E27FC236}">
                <a16:creationId xmlns:a16="http://schemas.microsoft.com/office/drawing/2014/main" id="{EC6F785F-2975-4A22-8BBB-E06208B2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50" name="shape-1416">
            <a:extLst xmlns:a="http://schemas.openxmlformats.org/drawingml/2006/main">
              <a:ext uri="{FF2B5EF4-FFF2-40B4-BE49-F238E27FC236}">
                <a16:creationId xmlns:a16="http://schemas.microsoft.com/office/drawing/2014/main" id="{6E686AC4-3CA1-4B89-95AC-B634382DF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51" name="text-1417">
            <a:extLst xmlns:a="http://schemas.openxmlformats.org/drawingml/2006/main">
              <a:ext uri="{FF2B5EF4-FFF2-40B4-BE49-F238E27FC236}">
                <a16:creationId xmlns:a16="http://schemas.microsoft.com/office/drawing/2014/main" id="{F8A491B1-302D-409A-A669-A4130808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再決定交付</a:t>
            </a:r>
          </a:p>
        </p:txBody>
      </p:sp>
      <p:sp>
        <p:nvSpPr>
          <p:cNvPr id="52" name="text-1418">
            <a:extLst xmlns:a="http://schemas.openxmlformats.org/drawingml/2006/main">
              <a:ext uri="{FF2B5EF4-FFF2-40B4-BE49-F238E27FC236}">
                <a16:creationId xmlns:a16="http://schemas.microsoft.com/office/drawing/2014/main" id="{D619EED1-B8E3-4BC8-A992-8A72EB5F1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差異・證據・限制</a:t>
            </a:r>
          </a:p>
        </p:txBody>
      </p:sp>
      <p:sp>
        <p:nvSpPr>
          <p:cNvPr id="53" name="text-2233">
            <a:extLst xmlns:a="http://schemas.openxmlformats.org/drawingml/2006/main">
              <a:ext uri="{FF2B5EF4-FFF2-40B4-BE49-F238E27FC236}">
                <a16:creationId xmlns:a16="http://schemas.microsoft.com/office/drawing/2014/main" id="{B7B22880-45BB-45FD-A673-163B7BA5B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195621e5b8b46b9"/>
              </a:rPr>
              <a:t>開啟 Antigravity ↗</a:t>
            </a:r>
          </a:p>
        </p:txBody>
      </p:sp>
      <p:sp>
        <p:nvSpPr>
          <p:cNvPr id="54" name="shape-2285">
            <a:extLst xmlns:a="http://schemas.openxmlformats.org/drawingml/2006/main">
              <a:ext uri="{FF2B5EF4-FFF2-40B4-BE49-F238E27FC236}">
                <a16:creationId xmlns:a16="http://schemas.microsoft.com/office/drawing/2014/main" id="{0B40AECF-BA87-41E0-9732-5ACB2E40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3239d1525c451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56" name="text-2286">
            <a:extLst xmlns:a="http://schemas.openxmlformats.org/drawingml/2006/main">
              <a:ext uri="{FF2B5EF4-FFF2-40B4-BE49-F238E27FC236}">
                <a16:creationId xmlns:a16="http://schemas.microsoft.com/office/drawing/2014/main" id="{FD5F063A-C497-4378-A824-49B243F43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93204271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419">
            <a:extLst xmlns:a="http://schemas.openxmlformats.org/drawingml/2006/main">
              <a:ext uri="{FF2B5EF4-FFF2-40B4-BE49-F238E27FC236}">
                <a16:creationId xmlns:a16="http://schemas.microsoft.com/office/drawing/2014/main" id="{09EC6E52-2EAB-4124-9386-66987FDD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EVIDENCE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F720E7-55AB-4978-A2A8-CA0A2990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的完成證據：四樣少一樣就要追問</a:t>
            </a:r>
          </a:p>
        </p:txBody>
      </p:sp>
      <p:cxnSp>
        <p:nvCxnSpPr>
          <p:cNvPr id="28" name="shape-142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21">
            <a:extLst xmlns:a="http://schemas.openxmlformats.org/drawingml/2006/main">
              <a:ext uri="{FF2B5EF4-FFF2-40B4-BE49-F238E27FC236}">
                <a16:creationId xmlns:a16="http://schemas.microsoft.com/office/drawing/2014/main" id="{B6AA1D6C-82B1-45E0-8AF1-0B898E7A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2DC3548-F539-405E-BA00-E60BF41D9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1422">
            <a:extLst xmlns:a="http://schemas.openxmlformats.org/drawingml/2006/main">
              <a:ext uri="{FF2B5EF4-FFF2-40B4-BE49-F238E27FC236}">
                <a16:creationId xmlns:a16="http://schemas.microsoft.com/office/drawing/2014/main" id="{089B861B-9642-4661-B524-677AF71B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423">
            <a:extLst xmlns:a="http://schemas.openxmlformats.org/drawingml/2006/main">
              <a:ext uri="{FF2B5EF4-FFF2-40B4-BE49-F238E27FC236}">
                <a16:creationId xmlns:a16="http://schemas.microsoft.com/office/drawing/2014/main" id="{91B4D5A3-5F84-4667-AE4A-8B96AED8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24">
            <a:extLst xmlns:a="http://schemas.openxmlformats.org/drawingml/2006/main">
              <a:ext uri="{FF2B5EF4-FFF2-40B4-BE49-F238E27FC236}">
                <a16:creationId xmlns:a16="http://schemas.microsoft.com/office/drawing/2014/main" id="{DFA71A74-E832-46CE-9EDE-E25B4966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變更摘要</a:t>
            </a:r>
          </a:p>
        </p:txBody>
      </p:sp>
      <p:sp>
        <p:nvSpPr>
          <p:cNvPr id="9" name="text-1425">
            <a:extLst xmlns:a="http://schemas.openxmlformats.org/drawingml/2006/main">
              <a:ext uri="{FF2B5EF4-FFF2-40B4-BE49-F238E27FC236}">
                <a16:creationId xmlns:a16="http://schemas.microsoft.com/office/drawing/2014/main" id="{9BED71F3-05DD-4309-A8F0-6CF41733D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改了哪些檔案、為什麼改、沒有改什麼。</a:t>
            </a:r>
          </a:p>
        </p:txBody>
      </p:sp>
      <p:sp>
        <p:nvSpPr>
          <p:cNvPr id="10" name="shape-1426">
            <a:extLst xmlns:a="http://schemas.openxmlformats.org/drawingml/2006/main">
              <a:ext uri="{FF2B5EF4-FFF2-40B4-BE49-F238E27FC236}">
                <a16:creationId xmlns:a16="http://schemas.microsoft.com/office/drawing/2014/main" id="{248CF368-EE5B-411C-A0DD-AD2DC9F8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427">
            <a:extLst xmlns:a="http://schemas.openxmlformats.org/drawingml/2006/main">
              <a:ext uri="{FF2B5EF4-FFF2-40B4-BE49-F238E27FC236}">
                <a16:creationId xmlns:a16="http://schemas.microsoft.com/office/drawing/2014/main" id="{92C48FA6-CD48-4C7F-9983-ADD031751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28">
            <a:extLst xmlns:a="http://schemas.openxmlformats.org/drawingml/2006/main">
              <a:ext uri="{FF2B5EF4-FFF2-40B4-BE49-F238E27FC236}">
                <a16:creationId xmlns:a16="http://schemas.microsoft.com/office/drawing/2014/main" id="{154B3733-571C-4425-B55A-90E14BE4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測試結果</a:t>
            </a:r>
          </a:p>
        </p:txBody>
      </p:sp>
      <p:sp>
        <p:nvSpPr>
          <p:cNvPr id="13" name="text-1429">
            <a:extLst xmlns:a="http://schemas.openxmlformats.org/drawingml/2006/main">
              <a:ext uri="{FF2B5EF4-FFF2-40B4-BE49-F238E27FC236}">
                <a16:creationId xmlns:a16="http://schemas.microsoft.com/office/drawing/2014/main" id="{B6D9ACFF-C170-40BB-B15D-95509DFA8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實際執行哪些檢查，結果是通過、失敗或未執行。</a:t>
            </a:r>
          </a:p>
        </p:txBody>
      </p:sp>
      <p:sp>
        <p:nvSpPr>
          <p:cNvPr id="14" name="shape-1430">
            <a:extLst xmlns:a="http://schemas.openxmlformats.org/drawingml/2006/main">
              <a:ext uri="{FF2B5EF4-FFF2-40B4-BE49-F238E27FC236}">
                <a16:creationId xmlns:a16="http://schemas.microsoft.com/office/drawing/2014/main" id="{7758F2F9-EA24-487B-A6D9-BE25BFFEA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431">
            <a:extLst xmlns:a="http://schemas.openxmlformats.org/drawingml/2006/main">
              <a:ext uri="{FF2B5EF4-FFF2-40B4-BE49-F238E27FC236}">
                <a16:creationId xmlns:a16="http://schemas.microsoft.com/office/drawing/2014/main" id="{1118739B-6938-4DB2-9CE2-E87F152E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32">
            <a:extLst xmlns:a="http://schemas.openxmlformats.org/drawingml/2006/main">
              <a:ext uri="{FF2B5EF4-FFF2-40B4-BE49-F238E27FC236}">
                <a16:creationId xmlns:a16="http://schemas.microsoft.com/office/drawing/2014/main" id="{B5DA8AA6-8479-4611-A29C-001A73B6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畫面證據</a:t>
            </a:r>
          </a:p>
        </p:txBody>
      </p:sp>
      <p:sp>
        <p:nvSpPr>
          <p:cNvPr id="17" name="text-1433">
            <a:extLst xmlns:a="http://schemas.openxmlformats.org/drawingml/2006/main">
              <a:ext uri="{FF2B5EF4-FFF2-40B4-BE49-F238E27FC236}">
                <a16:creationId xmlns:a16="http://schemas.microsoft.com/office/drawing/2014/main" id="{40123C61-357B-463B-9853-5121F7D8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用實際截圖或預覽驗證，不只描述應該長什麼樣。</a:t>
            </a:r>
          </a:p>
        </p:txBody>
      </p:sp>
      <p:sp>
        <p:nvSpPr>
          <p:cNvPr id="18" name="shape-1434">
            <a:extLst xmlns:a="http://schemas.openxmlformats.org/drawingml/2006/main">
              <a:ext uri="{FF2B5EF4-FFF2-40B4-BE49-F238E27FC236}">
                <a16:creationId xmlns:a16="http://schemas.microsoft.com/office/drawing/2014/main" id="{0E4E942B-CC05-440F-AE0F-5E590C35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435">
            <a:extLst xmlns:a="http://schemas.openxmlformats.org/drawingml/2006/main">
              <a:ext uri="{FF2B5EF4-FFF2-40B4-BE49-F238E27FC236}">
                <a16:creationId xmlns:a16="http://schemas.microsoft.com/office/drawing/2014/main" id="{ADACF3E2-B6EA-44DE-B866-B34578E0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36">
            <a:extLst xmlns:a="http://schemas.openxmlformats.org/drawingml/2006/main">
              <a:ext uri="{FF2B5EF4-FFF2-40B4-BE49-F238E27FC236}">
                <a16:creationId xmlns:a16="http://schemas.microsoft.com/office/drawing/2014/main" id="{F67CAA3B-5EB3-4844-88FC-86467659E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已知限制</a:t>
            </a:r>
          </a:p>
        </p:txBody>
      </p:sp>
      <p:sp>
        <p:nvSpPr>
          <p:cNvPr id="21" name="text-1437">
            <a:extLst xmlns:a="http://schemas.openxmlformats.org/drawingml/2006/main">
              <a:ext uri="{FF2B5EF4-FFF2-40B4-BE49-F238E27FC236}">
                <a16:creationId xmlns:a16="http://schemas.microsoft.com/office/drawing/2014/main" id="{33924DB7-6322-4BA0-B6FC-8D5294A9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哪些仍未確認、需要帳號、需要人工判斷或下一輪處理。</a:t>
            </a:r>
          </a:p>
        </p:txBody>
      </p:sp>
      <p:sp>
        <p:nvSpPr>
          <p:cNvPr id="22" name="text-2234">
            <a:extLst xmlns:a="http://schemas.openxmlformats.org/drawingml/2006/main">
              <a:ext uri="{FF2B5EF4-FFF2-40B4-BE49-F238E27FC236}">
                <a16:creationId xmlns:a16="http://schemas.microsoft.com/office/drawing/2014/main" id="{55797838-C8A9-40AE-9416-28F3B281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749e0334c3447ae"/>
              </a:rPr>
              <a:t>開啟 Antigravity ↗</a:t>
            </a:r>
          </a:p>
        </p:txBody>
      </p:sp>
      <p:sp>
        <p:nvSpPr>
          <p:cNvPr id="23" name="shape-2287">
            <a:extLst xmlns:a="http://schemas.openxmlformats.org/drawingml/2006/main">
              <a:ext uri="{FF2B5EF4-FFF2-40B4-BE49-F238E27FC236}">
                <a16:creationId xmlns:a16="http://schemas.microsoft.com/office/drawing/2014/main" id="{ADD74B6C-BF14-4A0D-BA60-02AD208D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ef306b5ae945d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2288">
            <a:extLst xmlns:a="http://schemas.openxmlformats.org/drawingml/2006/main">
              <a:ext uri="{FF2B5EF4-FFF2-40B4-BE49-F238E27FC236}">
                <a16:creationId xmlns:a16="http://schemas.microsoft.com/office/drawing/2014/main" id="{D9C23292-6608-47E5-9C6A-E1508F1C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87862921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438">
            <a:extLst xmlns:a="http://schemas.openxmlformats.org/drawingml/2006/main">
              <a:ext uri="{FF2B5EF4-FFF2-40B4-BE49-F238E27FC236}">
                <a16:creationId xmlns:a16="http://schemas.microsoft.com/office/drawing/2014/main" id="{4AAFB8F1-9E90-4809-969C-B12B7321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3A1421-5AB7-4996-8093-6324DEE5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A｜Antigravity 完成一個小而完整的任務</a:t>
            </a:r>
          </a:p>
        </p:txBody>
      </p:sp>
      <p:cxnSp>
        <p:nvCxnSpPr>
          <p:cNvPr id="25" name="shape-143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40">
            <a:extLst xmlns:a="http://schemas.openxmlformats.org/drawingml/2006/main">
              <a:ext uri="{FF2B5EF4-FFF2-40B4-BE49-F238E27FC236}">
                <a16:creationId xmlns:a16="http://schemas.microsoft.com/office/drawing/2014/main" id="{B153ECE7-859A-4B49-BEEE-067E7098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9DEFE26-C8D0-402E-A0E1-55767417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1441">
            <a:extLst xmlns:a="http://schemas.openxmlformats.org/drawingml/2006/main">
              <a:ext uri="{FF2B5EF4-FFF2-40B4-BE49-F238E27FC236}">
                <a16:creationId xmlns:a16="http://schemas.microsoft.com/office/drawing/2014/main" id="{C029B7A0-1B46-4CBE-AF73-4A3C8BE3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442">
            <a:extLst xmlns:a="http://schemas.openxmlformats.org/drawingml/2006/main">
              <a:ext uri="{FF2B5EF4-FFF2-40B4-BE49-F238E27FC236}">
                <a16:creationId xmlns:a16="http://schemas.microsoft.com/office/drawing/2014/main" id="{E828B5E6-C880-4752-AF68-039396E5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443">
            <a:extLst xmlns:a="http://schemas.openxmlformats.org/drawingml/2006/main">
              <a:ext uri="{FF2B5EF4-FFF2-40B4-BE49-F238E27FC236}">
                <a16:creationId xmlns:a16="http://schemas.microsoft.com/office/drawing/2014/main" id="{3D490697-1644-4133-82BD-E4CB2F6B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44">
            <a:extLst xmlns:a="http://schemas.openxmlformats.org/drawingml/2006/main">
              <a:ext uri="{FF2B5EF4-FFF2-40B4-BE49-F238E27FC236}">
                <a16:creationId xmlns:a16="http://schemas.microsoft.com/office/drawing/2014/main" id="{C4317559-174E-4E25-8FC7-83780089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交付四句任務簡報</a:t>
            </a:r>
          </a:p>
        </p:txBody>
      </p:sp>
      <p:sp>
        <p:nvSpPr>
          <p:cNvPr id="10" name="text-1445">
            <a:extLst xmlns:a="http://schemas.openxmlformats.org/drawingml/2006/main">
              <a:ext uri="{FF2B5EF4-FFF2-40B4-BE49-F238E27FC236}">
                <a16:creationId xmlns:a16="http://schemas.microsoft.com/office/drawing/2014/main" id="{22CC68D8-B626-4F30-84D2-9330D951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446">
            <a:extLst xmlns:a="http://schemas.openxmlformats.org/drawingml/2006/main">
              <a:ext uri="{FF2B5EF4-FFF2-40B4-BE49-F238E27FC236}">
                <a16:creationId xmlns:a16="http://schemas.microsoft.com/office/drawing/2014/main" id="{E8D96049-4C01-42B0-A2C4-9045FD43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先請 Agent 檢查並提出計畫</a:t>
            </a:r>
          </a:p>
        </p:txBody>
      </p:sp>
      <p:sp>
        <p:nvSpPr>
          <p:cNvPr id="12" name="text-1447">
            <a:extLst xmlns:a="http://schemas.openxmlformats.org/drawingml/2006/main">
              <a:ext uri="{FF2B5EF4-FFF2-40B4-BE49-F238E27FC236}">
                <a16:creationId xmlns:a16="http://schemas.microsoft.com/office/drawing/2014/main" id="{02EDFB0D-3650-44D4-AC6C-24D077E6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448">
            <a:extLst xmlns:a="http://schemas.openxmlformats.org/drawingml/2006/main">
              <a:ext uri="{FF2B5EF4-FFF2-40B4-BE49-F238E27FC236}">
                <a16:creationId xmlns:a16="http://schemas.microsoft.com/office/drawing/2014/main" id="{4C70DEFD-4E85-468D-A8F1-88486FAD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確認範圍後執行</a:t>
            </a:r>
          </a:p>
        </p:txBody>
      </p:sp>
      <p:sp>
        <p:nvSpPr>
          <p:cNvPr id="14" name="text-1449">
            <a:extLst xmlns:a="http://schemas.openxmlformats.org/drawingml/2006/main">
              <a:ext uri="{FF2B5EF4-FFF2-40B4-BE49-F238E27FC236}">
                <a16:creationId xmlns:a16="http://schemas.microsoft.com/office/drawing/2014/main" id="{4B1DE1DE-2EA9-40D1-AC5C-6F7049BC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450">
            <a:extLst xmlns:a="http://schemas.openxmlformats.org/drawingml/2006/main">
              <a:ext uri="{FF2B5EF4-FFF2-40B4-BE49-F238E27FC236}">
                <a16:creationId xmlns:a16="http://schemas.microsoft.com/office/drawing/2014/main" id="{8D90BF87-24C4-4C14-8603-8F2E01D8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取得變更、測試與限制</a:t>
            </a:r>
          </a:p>
        </p:txBody>
      </p:sp>
      <p:sp>
        <p:nvSpPr>
          <p:cNvPr id="16" name="shape-1451">
            <a:extLst xmlns:a="http://schemas.openxmlformats.org/drawingml/2006/main">
              <a:ext uri="{FF2B5EF4-FFF2-40B4-BE49-F238E27FC236}">
                <a16:creationId xmlns:a16="http://schemas.microsoft.com/office/drawing/2014/main" id="{37C1685E-E43E-40FA-9311-E51D580B5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452">
            <a:extLst xmlns:a="http://schemas.openxmlformats.org/drawingml/2006/main">
              <a:ext uri="{FF2B5EF4-FFF2-40B4-BE49-F238E27FC236}">
                <a16:creationId xmlns:a16="http://schemas.microsoft.com/office/drawing/2014/main" id="{2F8EE32B-AF33-4DC8-9C44-89080F40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453">
            <a:extLst xmlns:a="http://schemas.openxmlformats.org/drawingml/2006/main">
              <a:ext uri="{FF2B5EF4-FFF2-40B4-BE49-F238E27FC236}">
                <a16:creationId xmlns:a16="http://schemas.microsoft.com/office/drawing/2014/main" id="{BD5206A8-1DA9-4D40-82E1-DD059674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任務單一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有實際產物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有至少一項驗證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沒有未授權發布</a:t>
            </a:r>
          </a:p>
        </p:txBody>
      </p:sp>
      <p:sp>
        <p:nvSpPr>
          <p:cNvPr id="19" name="text-2235">
            <a:extLst xmlns:a="http://schemas.openxmlformats.org/drawingml/2006/main">
              <a:ext uri="{FF2B5EF4-FFF2-40B4-BE49-F238E27FC236}">
                <a16:creationId xmlns:a16="http://schemas.microsoft.com/office/drawing/2014/main" id="{A9FD8D98-7E98-4A1D-B9C1-9B304ED3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634ea62258e410f"/>
              </a:rPr>
              <a:t>開啟 Antigravity ↗</a:t>
            </a:r>
          </a:p>
        </p:txBody>
      </p:sp>
      <p:sp>
        <p:nvSpPr>
          <p:cNvPr id="20" name="shape-2289">
            <a:extLst xmlns:a="http://schemas.openxmlformats.org/drawingml/2006/main">
              <a:ext uri="{FF2B5EF4-FFF2-40B4-BE49-F238E27FC236}">
                <a16:creationId xmlns:a16="http://schemas.microsoft.com/office/drawing/2014/main" id="{36CCA636-25CF-4943-960A-D15BDE14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2fac197509406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2290">
            <a:extLst xmlns:a="http://schemas.openxmlformats.org/drawingml/2006/main">
              <a:ext uri="{FF2B5EF4-FFF2-40B4-BE49-F238E27FC236}">
                <a16:creationId xmlns:a16="http://schemas.microsoft.com/office/drawing/2014/main" id="{F2097E00-E4FB-411B-8BA4-0AE47B62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64937036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1454">
            <a:extLst xmlns:a="http://schemas.openxmlformats.org/drawingml/2006/main">
              <a:ext uri="{FF2B5EF4-FFF2-40B4-BE49-F238E27FC236}">
                <a16:creationId xmlns:a16="http://schemas.microsoft.com/office/drawing/2014/main" id="{7C59EED9-60E6-482C-9812-4F800F17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SCHEDULED AGENT · GEMINI SPARK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DC10081-373E-4209-9F86-5C3FF3812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Gemini Spark：讓 Agent 按時上工</a:t>
            </a:r>
          </a:p>
        </p:txBody>
      </p:sp>
      <p:cxnSp>
        <p:nvCxnSpPr>
          <p:cNvPr id="32" name="shape-145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56">
            <a:extLst xmlns:a="http://schemas.openxmlformats.org/drawingml/2006/main">
              <a:ext uri="{FF2B5EF4-FFF2-40B4-BE49-F238E27FC236}">
                <a16:creationId xmlns:a16="http://schemas.microsoft.com/office/drawing/2014/main" id="{1A536B09-67EF-465F-B67E-67D2F94D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5E5D2C2-8CD7-443C-9529-BA120B8C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1457">
            <a:extLst xmlns:a="http://schemas.openxmlformats.org/drawingml/2006/main">
              <a:ext uri="{FF2B5EF4-FFF2-40B4-BE49-F238E27FC236}">
                <a16:creationId xmlns:a16="http://schemas.microsoft.com/office/drawing/2014/main" id="{596CD58C-86B2-4B4B-8F00-692113A0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458">
            <a:extLst xmlns:a="http://schemas.openxmlformats.org/drawingml/2006/main">
              <a:ext uri="{FF2B5EF4-FFF2-40B4-BE49-F238E27FC236}">
                <a16:creationId xmlns:a16="http://schemas.microsoft.com/office/drawing/2014/main" id="{FD6EF7F7-B492-426A-8DBD-19A4587E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59">
            <a:extLst xmlns:a="http://schemas.openxmlformats.org/drawingml/2006/main">
              <a:ext uri="{FF2B5EF4-FFF2-40B4-BE49-F238E27FC236}">
                <a16:creationId xmlns:a16="http://schemas.microsoft.com/office/drawing/2014/main" id="{96D9F283-2005-4B94-BAA0-BFBBBD306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一次任務</a:t>
            </a:r>
          </a:p>
        </p:txBody>
      </p:sp>
      <p:sp>
        <p:nvSpPr>
          <p:cNvPr id="9" name="text-1460">
            <a:extLst xmlns:a="http://schemas.openxmlformats.org/drawingml/2006/main">
              <a:ext uri="{FF2B5EF4-FFF2-40B4-BE49-F238E27FC236}">
                <a16:creationId xmlns:a16="http://schemas.microsoft.com/office/drawing/2014/main" id="{49005E8D-920C-49F0-8B2E-91DA5E531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先說清楚目標、素材、限制與驗收，讓 Spark 完成一個可檢查的工作。</a:t>
            </a:r>
          </a:p>
        </p:txBody>
      </p:sp>
      <p:sp>
        <p:nvSpPr>
          <p:cNvPr id="10" name="shape-1461">
            <a:extLst xmlns:a="http://schemas.openxmlformats.org/drawingml/2006/main">
              <a:ext uri="{FF2B5EF4-FFF2-40B4-BE49-F238E27FC236}">
                <a16:creationId xmlns:a16="http://schemas.microsoft.com/office/drawing/2014/main" id="{C539521E-4C9F-476A-B69F-0CB78F70D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462">
            <a:extLst xmlns:a="http://schemas.openxmlformats.org/drawingml/2006/main">
              <a:ext uri="{FF2B5EF4-FFF2-40B4-BE49-F238E27FC236}">
                <a16:creationId xmlns:a16="http://schemas.microsoft.com/office/drawing/2014/main" id="{33228627-800E-4295-9637-8FA26619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63">
            <a:extLst xmlns:a="http://schemas.openxmlformats.org/drawingml/2006/main">
              <a:ext uri="{FF2B5EF4-FFF2-40B4-BE49-F238E27FC236}">
                <a16:creationId xmlns:a16="http://schemas.microsoft.com/office/drawing/2014/main" id="{3CEA2304-F273-44D0-AE73-30CF2EAB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背景排程</a:t>
            </a:r>
          </a:p>
        </p:txBody>
      </p:sp>
      <p:sp>
        <p:nvSpPr>
          <p:cNvPr id="13" name="text-1464">
            <a:extLst xmlns:a="http://schemas.openxmlformats.org/drawingml/2006/main">
              <a:ext uri="{FF2B5EF4-FFF2-40B4-BE49-F238E27FC236}">
                <a16:creationId xmlns:a16="http://schemas.microsoft.com/office/drawing/2014/main" id="{0E27FC3F-18C5-4B78-9B1C-F7382D9C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把任務交給雲端，在指定時間或符合條件時啟動，不必一直守在聊天室前。</a:t>
            </a:r>
          </a:p>
        </p:txBody>
      </p:sp>
      <p:sp>
        <p:nvSpPr>
          <p:cNvPr id="14" name="shape-1465">
            <a:extLst xmlns:a="http://schemas.openxmlformats.org/drawingml/2006/main">
              <a:ext uri="{FF2B5EF4-FFF2-40B4-BE49-F238E27FC236}">
                <a16:creationId xmlns:a16="http://schemas.microsoft.com/office/drawing/2014/main" id="{257284A5-B9FF-4989-B417-90CE8000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466">
            <a:extLst xmlns:a="http://schemas.openxmlformats.org/drawingml/2006/main">
              <a:ext uri="{FF2B5EF4-FFF2-40B4-BE49-F238E27FC236}">
                <a16:creationId xmlns:a16="http://schemas.microsoft.com/office/drawing/2014/main" id="{B694D2A7-499F-4499-A4EB-C0D4691A4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67">
            <a:extLst xmlns:a="http://schemas.openxmlformats.org/drawingml/2006/main">
              <a:ext uri="{FF2B5EF4-FFF2-40B4-BE49-F238E27FC236}">
                <a16:creationId xmlns:a16="http://schemas.microsoft.com/office/drawing/2014/main" id="{3417D35E-0355-4E81-85E3-8C2F9C1E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重複工作</a:t>
            </a:r>
          </a:p>
        </p:txBody>
      </p:sp>
      <p:sp>
        <p:nvSpPr>
          <p:cNvPr id="17" name="text-1468">
            <a:extLst xmlns:a="http://schemas.openxmlformats.org/drawingml/2006/main">
              <a:ext uri="{FF2B5EF4-FFF2-40B4-BE49-F238E27FC236}">
                <a16:creationId xmlns:a16="http://schemas.microsoft.com/office/drawing/2014/main" id="{0C5AF7F1-267E-471A-8805-4C6AB4CE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每週整理教學資料、追蹤研究主題、彙整待辦，讓高頻流程按表運行。</a:t>
            </a:r>
          </a:p>
        </p:txBody>
      </p:sp>
      <p:sp>
        <p:nvSpPr>
          <p:cNvPr id="18" name="shape-1469">
            <a:extLst xmlns:a="http://schemas.openxmlformats.org/drawingml/2006/main">
              <a:ext uri="{FF2B5EF4-FFF2-40B4-BE49-F238E27FC236}">
                <a16:creationId xmlns:a16="http://schemas.microsoft.com/office/drawing/2014/main" id="{87B23CC4-11E6-41B1-BF4F-48F481BA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470">
            <a:extLst xmlns:a="http://schemas.openxmlformats.org/drawingml/2006/main">
              <a:ext uri="{FF2B5EF4-FFF2-40B4-BE49-F238E27FC236}">
                <a16:creationId xmlns:a16="http://schemas.microsoft.com/office/drawing/2014/main" id="{0FD24378-E1F4-4E6C-AA35-FCBB1AA4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71">
            <a:extLst xmlns:a="http://schemas.openxmlformats.org/drawingml/2006/main">
              <a:ext uri="{FF2B5EF4-FFF2-40B4-BE49-F238E27FC236}">
                <a16:creationId xmlns:a16="http://schemas.microsoft.com/office/drawing/2014/main" id="{5AE6B50E-5668-42F3-8E60-6F185E20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人仍在迴路</a:t>
            </a:r>
          </a:p>
        </p:txBody>
      </p:sp>
      <p:sp>
        <p:nvSpPr>
          <p:cNvPr id="21" name="text-1472">
            <a:extLst xmlns:a="http://schemas.openxmlformats.org/drawingml/2006/main">
              <a:ext uri="{FF2B5EF4-FFF2-40B4-BE49-F238E27FC236}">
                <a16:creationId xmlns:a16="http://schemas.microsoft.com/office/drawing/2014/main" id="{928ACEA7-1A5E-4457-A0D5-F800D4C6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產出先進草稿與待確認區；公開、寄送、評分與敏感決策仍由人確認。</a:t>
            </a:r>
          </a:p>
        </p:txBody>
      </p:sp>
      <p:sp>
        <p:nvSpPr>
          <p:cNvPr id="22" name="text-2237">
            <a:extLst xmlns:a="http://schemas.openxmlformats.org/drawingml/2006/main">
              <a:ext uri="{FF2B5EF4-FFF2-40B4-BE49-F238E27FC236}">
                <a16:creationId xmlns:a16="http://schemas.microsoft.com/office/drawing/2014/main" id="{9E90C031-CC76-468F-8F58-6A0BD991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eb9e395be924774"/>
              </a:rPr>
              <a:t>Gemini Spark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b3e712179f54879"/>
              </a:rPr>
              <a:t>Google 排程說明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4dbb48d2f154f3e"/>
              </a:rPr>
              <a:t>影片教學 ↗</a:t>
            </a:r>
          </a:p>
        </p:txBody>
      </p:sp>
      <p:sp>
        <p:nvSpPr>
          <p:cNvPr id="23" name="shape-2294">
            <a:extLst xmlns:a="http://schemas.openxmlformats.org/drawingml/2006/main">
              <a:ext uri="{FF2B5EF4-FFF2-40B4-BE49-F238E27FC236}">
                <a16:creationId xmlns:a16="http://schemas.microsoft.com/office/drawing/2014/main" id="{1E04C070-154D-464B-8111-1C5E576A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77ee9439744633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2295">
            <a:extLst xmlns:a="http://schemas.openxmlformats.org/drawingml/2006/main">
              <a:ext uri="{FF2B5EF4-FFF2-40B4-BE49-F238E27FC236}">
                <a16:creationId xmlns:a16="http://schemas.microsoft.com/office/drawing/2014/main" id="{35691BE1-DA04-4D5A-8D61-6755ADD5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Spark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9febdb2b7a4097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7" name="text-2296">
            <a:extLst xmlns:a="http://schemas.openxmlformats.org/drawingml/2006/main">
              <a:ext uri="{FF2B5EF4-FFF2-40B4-BE49-F238E27FC236}">
                <a16:creationId xmlns:a16="http://schemas.microsoft.com/office/drawing/2014/main" id="{02E21CB9-ED1F-4D4A-81B0-D5121C6B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02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Google 排程說明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82f1e8570b44a9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2297">
            <a:extLst xmlns:a="http://schemas.openxmlformats.org/drawingml/2006/main">
              <a:ext uri="{FF2B5EF4-FFF2-40B4-BE49-F238E27FC236}">
                <a16:creationId xmlns:a16="http://schemas.microsoft.com/office/drawing/2014/main" id="{B59AC7C0-E2DE-469C-A525-C5F544B1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影片教學</a:t>
            </a:r>
          </a:p>
        </p:txBody>
      </p:sp>
    </p:spTree>
    <p:extLst>
      <p:ext uri="{BB962C8B-B14F-4D97-AF65-F5344CB8AC3E}">
        <p14:creationId xmlns:p14="http://schemas.microsoft.com/office/powerpoint/2010/main" val="18105447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473">
            <a:extLst xmlns:a="http://schemas.openxmlformats.org/drawingml/2006/main">
              <a:ext uri="{FF2B5EF4-FFF2-40B4-BE49-F238E27FC236}">
                <a16:creationId xmlns:a16="http://schemas.microsoft.com/office/drawing/2014/main" id="{A25E1E03-2226-4E2C-8933-1F4A7C06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SPARK METHOD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FB456F-57FA-4839-85E5-751EDA9E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影片教學法：Notebook → Skill → Task → Review</a:t>
            </a:r>
          </a:p>
        </p:txBody>
      </p:sp>
      <p:cxnSp>
        <p:nvCxnSpPr>
          <p:cNvPr id="38" name="shape-147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75">
            <a:extLst xmlns:a="http://schemas.openxmlformats.org/drawingml/2006/main">
              <a:ext uri="{FF2B5EF4-FFF2-40B4-BE49-F238E27FC236}">
                <a16:creationId xmlns:a16="http://schemas.microsoft.com/office/drawing/2014/main" id="{7FC2A8DE-CD93-4F39-960E-879794C6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424E14E-0AFE-43F3-B151-22A26B2E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1476">
            <a:extLst xmlns:a="http://schemas.openxmlformats.org/drawingml/2006/main">
              <a:ext uri="{FF2B5EF4-FFF2-40B4-BE49-F238E27FC236}">
                <a16:creationId xmlns:a16="http://schemas.microsoft.com/office/drawing/2014/main" id="{7260D276-F575-4980-8495-DFFA3258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477">
            <a:extLst xmlns:a="http://schemas.openxmlformats.org/drawingml/2006/main">
              <a:ext uri="{FF2B5EF4-FFF2-40B4-BE49-F238E27FC236}">
                <a16:creationId xmlns:a16="http://schemas.microsoft.com/office/drawing/2014/main" id="{B04DA3AA-7EEB-47DB-B9D8-10FE0A41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478">
            <a:extLst xmlns:a="http://schemas.openxmlformats.org/drawingml/2006/main">
              <a:ext uri="{FF2B5EF4-FFF2-40B4-BE49-F238E27FC236}">
                <a16:creationId xmlns:a16="http://schemas.microsoft.com/office/drawing/2014/main" id="{67BF2BFC-57A8-49F6-AA44-9BBDE1D18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79">
            <a:extLst xmlns:a="http://schemas.openxmlformats.org/drawingml/2006/main">
              <a:ext uri="{FF2B5EF4-FFF2-40B4-BE49-F238E27FC236}">
                <a16:creationId xmlns:a16="http://schemas.microsoft.com/office/drawing/2014/main" id="{AEB01DE4-0F97-41C4-AE98-F6CE0DA64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0" name="text-1480">
            <a:extLst xmlns:a="http://schemas.openxmlformats.org/drawingml/2006/main">
              <a:ext uri="{FF2B5EF4-FFF2-40B4-BE49-F238E27FC236}">
                <a16:creationId xmlns:a16="http://schemas.microsoft.com/office/drawing/2014/main" id="{170C02BB-48EE-47FC-B57F-C22E65D0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整理規範、來源與可引用資料</a:t>
            </a:r>
          </a:p>
        </p:txBody>
      </p:sp>
      <p:sp>
        <p:nvSpPr>
          <p:cNvPr id="11" name="text-1481">
            <a:extLst xmlns:a="http://schemas.openxmlformats.org/drawingml/2006/main">
              <a:ext uri="{FF2B5EF4-FFF2-40B4-BE49-F238E27FC236}">
                <a16:creationId xmlns:a16="http://schemas.microsoft.com/office/drawing/2014/main" id="{E25325FE-088F-49C6-B1B6-D61C2F0F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482">
            <a:extLst xmlns:a="http://schemas.openxmlformats.org/drawingml/2006/main">
              <a:ext uri="{FF2B5EF4-FFF2-40B4-BE49-F238E27FC236}">
                <a16:creationId xmlns:a16="http://schemas.microsoft.com/office/drawing/2014/main" id="{D25B2616-A98E-4B8A-AB05-5F37D8E7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483">
            <a:extLst xmlns:a="http://schemas.openxmlformats.org/drawingml/2006/main">
              <a:ext uri="{FF2B5EF4-FFF2-40B4-BE49-F238E27FC236}">
                <a16:creationId xmlns:a16="http://schemas.microsoft.com/office/drawing/2014/main" id="{581E9A8F-CD6B-446A-B956-ABC5EBC0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484">
            <a:extLst xmlns:a="http://schemas.openxmlformats.org/drawingml/2006/main">
              <a:ext uri="{FF2B5EF4-FFF2-40B4-BE49-F238E27FC236}">
                <a16:creationId xmlns:a16="http://schemas.microsoft.com/office/drawing/2014/main" id="{837DE63B-9290-4E43-B99C-7D5651F1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485">
            <a:extLst xmlns:a="http://schemas.openxmlformats.org/drawingml/2006/main">
              <a:ext uri="{FF2B5EF4-FFF2-40B4-BE49-F238E27FC236}">
                <a16:creationId xmlns:a16="http://schemas.microsoft.com/office/drawing/2014/main" id="{D89B958F-4264-49C5-B6DD-B5985465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</a:t>
            </a:r>
          </a:p>
        </p:txBody>
      </p:sp>
      <p:sp>
        <p:nvSpPr>
          <p:cNvPr id="16" name="text-1486">
            <a:extLst xmlns:a="http://schemas.openxmlformats.org/drawingml/2006/main">
              <a:ext uri="{FF2B5EF4-FFF2-40B4-BE49-F238E27FC236}">
                <a16:creationId xmlns:a16="http://schemas.microsoft.com/office/drawing/2014/main" id="{065DFA09-2E2C-4650-A916-61C1052B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封裝規則、參考筆記本與輸出格式</a:t>
            </a:r>
          </a:p>
        </p:txBody>
      </p:sp>
      <p:sp>
        <p:nvSpPr>
          <p:cNvPr id="17" name="text-1487">
            <a:extLst xmlns:a="http://schemas.openxmlformats.org/drawingml/2006/main">
              <a:ext uri="{FF2B5EF4-FFF2-40B4-BE49-F238E27FC236}">
                <a16:creationId xmlns:a16="http://schemas.microsoft.com/office/drawing/2014/main" id="{420889A6-E15B-4AF2-A0BC-26F2B2E85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488">
            <a:extLst xmlns:a="http://schemas.openxmlformats.org/drawingml/2006/main">
              <a:ext uri="{FF2B5EF4-FFF2-40B4-BE49-F238E27FC236}">
                <a16:creationId xmlns:a16="http://schemas.microsoft.com/office/drawing/2014/main" id="{9BB4D8A4-1802-447F-83E2-A67601D4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489">
            <a:extLst xmlns:a="http://schemas.openxmlformats.org/drawingml/2006/main">
              <a:ext uri="{FF2B5EF4-FFF2-40B4-BE49-F238E27FC236}">
                <a16:creationId xmlns:a16="http://schemas.microsoft.com/office/drawing/2014/main" id="{25A56884-B915-4F4F-84F7-AAE82A74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490">
            <a:extLst xmlns:a="http://schemas.openxmlformats.org/drawingml/2006/main">
              <a:ext uri="{FF2B5EF4-FFF2-40B4-BE49-F238E27FC236}">
                <a16:creationId xmlns:a16="http://schemas.microsoft.com/office/drawing/2014/main" id="{C02FECCE-8848-4AC2-8FAA-5520466C0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491">
            <a:extLst xmlns:a="http://schemas.openxmlformats.org/drawingml/2006/main">
              <a:ext uri="{FF2B5EF4-FFF2-40B4-BE49-F238E27FC236}">
                <a16:creationId xmlns:a16="http://schemas.microsoft.com/office/drawing/2014/main" id="{11C7726F-063F-4C06-B745-6E09375F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Task</a:t>
            </a:r>
          </a:p>
        </p:txBody>
      </p:sp>
      <p:sp>
        <p:nvSpPr>
          <p:cNvPr id="22" name="text-1492">
            <a:extLst xmlns:a="http://schemas.openxmlformats.org/drawingml/2006/main">
              <a:ext uri="{FF2B5EF4-FFF2-40B4-BE49-F238E27FC236}">
                <a16:creationId xmlns:a16="http://schemas.microsoft.com/office/drawing/2014/main" id="{8E36D381-C01B-4BAB-8E34-B55C7569A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交代一件具體工作，用「/」選 Skill</a:t>
            </a:r>
          </a:p>
        </p:txBody>
      </p:sp>
      <p:sp>
        <p:nvSpPr>
          <p:cNvPr id="23" name="text-1493">
            <a:extLst xmlns:a="http://schemas.openxmlformats.org/drawingml/2006/main">
              <a:ext uri="{FF2B5EF4-FFF2-40B4-BE49-F238E27FC236}">
                <a16:creationId xmlns:a16="http://schemas.microsoft.com/office/drawing/2014/main" id="{0906463D-776C-441E-91F9-65CFF13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494">
            <a:extLst xmlns:a="http://schemas.openxmlformats.org/drawingml/2006/main">
              <a:ext uri="{FF2B5EF4-FFF2-40B4-BE49-F238E27FC236}">
                <a16:creationId xmlns:a16="http://schemas.microsoft.com/office/drawing/2014/main" id="{9A8E7654-08CE-43E9-9224-767793D3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495">
            <a:extLst xmlns:a="http://schemas.openxmlformats.org/drawingml/2006/main">
              <a:ext uri="{FF2B5EF4-FFF2-40B4-BE49-F238E27FC236}">
                <a16:creationId xmlns:a16="http://schemas.microsoft.com/office/drawing/2014/main" id="{DF159D45-FFED-4A31-8F87-1AB2C5CB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496">
            <a:extLst xmlns:a="http://schemas.openxmlformats.org/drawingml/2006/main">
              <a:ext uri="{FF2B5EF4-FFF2-40B4-BE49-F238E27FC236}">
                <a16:creationId xmlns:a16="http://schemas.microsoft.com/office/drawing/2014/main" id="{9A2C60A0-0A4A-4B7C-AF39-3450E727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497">
            <a:extLst xmlns:a="http://schemas.openxmlformats.org/drawingml/2006/main">
              <a:ext uri="{FF2B5EF4-FFF2-40B4-BE49-F238E27FC236}">
                <a16:creationId xmlns:a16="http://schemas.microsoft.com/office/drawing/2014/main" id="{B4103A83-EFC1-44D9-B6C1-A10F1978F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Review</a:t>
            </a:r>
          </a:p>
        </p:txBody>
      </p:sp>
      <p:sp>
        <p:nvSpPr>
          <p:cNvPr id="28" name="text-1498">
            <a:extLst xmlns:a="http://schemas.openxmlformats.org/drawingml/2006/main">
              <a:ext uri="{FF2B5EF4-FFF2-40B4-BE49-F238E27FC236}">
                <a16:creationId xmlns:a16="http://schemas.microsoft.com/office/drawing/2014/main" id="{916262A8-5213-442F-8F50-DF887C899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查看草稿、補修內容，再決定採用</a:t>
            </a:r>
          </a:p>
        </p:txBody>
      </p:sp>
      <p:sp>
        <p:nvSpPr>
          <p:cNvPr id="29" name="text-1499">
            <a:extLst xmlns:a="http://schemas.openxmlformats.org/drawingml/2006/main">
              <a:ext uri="{FF2B5EF4-FFF2-40B4-BE49-F238E27FC236}">
                <a16:creationId xmlns:a16="http://schemas.microsoft.com/office/drawing/2014/main" id="{4A5F9793-8925-4E38-A48C-D1B2BA44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2238">
            <a:extLst xmlns:a="http://schemas.openxmlformats.org/drawingml/2006/main">
              <a:ext uri="{FF2B5EF4-FFF2-40B4-BE49-F238E27FC236}">
                <a16:creationId xmlns:a16="http://schemas.microsoft.com/office/drawing/2014/main" id="{B8961EA2-DE72-4707-8858-A22A9EF9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51331ace9794cee"/>
              </a:rPr>
              <a:t>Google 排程說明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9e4a00798524de3"/>
              </a:rPr>
              <a:t>影片教學 ↗</a:t>
            </a:r>
          </a:p>
        </p:txBody>
      </p:sp>
      <p:sp>
        <p:nvSpPr>
          <p:cNvPr id="31" name="shape-2298">
            <a:extLst xmlns:a="http://schemas.openxmlformats.org/drawingml/2006/main">
              <a:ext uri="{FF2B5EF4-FFF2-40B4-BE49-F238E27FC236}">
                <a16:creationId xmlns:a16="http://schemas.microsoft.com/office/drawing/2014/main" id="{E39D52AC-B2F0-43E2-BA03-EC582DBD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279b481614d4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2299">
            <a:extLst xmlns:a="http://schemas.openxmlformats.org/drawingml/2006/main">
              <a:ext uri="{FF2B5EF4-FFF2-40B4-BE49-F238E27FC236}">
                <a16:creationId xmlns:a16="http://schemas.microsoft.com/office/drawing/2014/main" id="{94AF3ABC-E128-4706-9BDE-2729CC8C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dd3b0327f84cd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2300">
            <a:extLst xmlns:a="http://schemas.openxmlformats.org/drawingml/2006/main">
              <a:ext uri="{FF2B5EF4-FFF2-40B4-BE49-F238E27FC236}">
                <a16:creationId xmlns:a16="http://schemas.microsoft.com/office/drawing/2014/main" id="{1A722664-5DC0-40A7-B3D7-3AAD2981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影片教學</a:t>
            </a:r>
          </a:p>
        </p:txBody>
      </p:sp>
    </p:spTree>
    <p:extLst>
      <p:ext uri="{BB962C8B-B14F-4D97-AF65-F5344CB8AC3E}">
        <p14:creationId xmlns:p14="http://schemas.microsoft.com/office/powerpoint/2010/main" val="86881912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500">
            <a:extLst xmlns:a="http://schemas.openxmlformats.org/drawingml/2006/main">
              <a:ext uri="{FF2B5EF4-FFF2-40B4-BE49-F238E27FC236}">
                <a16:creationId xmlns:a16="http://schemas.microsoft.com/office/drawing/2014/main" id="{02F9E28A-D8DF-4F8A-91A8-50D02DD3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SPARK MENTAL MODEL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9E8ADCE-4D02-4C25-9D9E-9FABC1E93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任務、排程、技能：什麼、何時、如何</a:t>
            </a:r>
          </a:p>
        </p:txBody>
      </p:sp>
      <p:cxnSp>
        <p:nvCxnSpPr>
          <p:cNvPr id="28" name="shape-15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02">
            <a:extLst xmlns:a="http://schemas.openxmlformats.org/drawingml/2006/main">
              <a:ext uri="{FF2B5EF4-FFF2-40B4-BE49-F238E27FC236}">
                <a16:creationId xmlns:a16="http://schemas.microsoft.com/office/drawing/2014/main" id="{3A13EAB9-A258-4A1D-8351-12C72E8B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20B7720-E37B-4BA2-B495-A9DADABD4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shape-1503">
            <a:extLst xmlns:a="http://schemas.openxmlformats.org/drawingml/2006/main">
              <a:ext uri="{FF2B5EF4-FFF2-40B4-BE49-F238E27FC236}">
                <a16:creationId xmlns:a16="http://schemas.microsoft.com/office/drawing/2014/main" id="{252AF9F9-21EE-49DF-9C40-3D8A3E7E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504">
            <a:extLst xmlns:a="http://schemas.openxmlformats.org/drawingml/2006/main">
              <a:ext uri="{FF2B5EF4-FFF2-40B4-BE49-F238E27FC236}">
                <a16:creationId xmlns:a16="http://schemas.microsoft.com/office/drawing/2014/main" id="{C723BDEA-856A-4814-B40A-16899F34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8" name="text-1505">
            <a:extLst xmlns:a="http://schemas.openxmlformats.org/drawingml/2006/main">
              <a:ext uri="{FF2B5EF4-FFF2-40B4-BE49-F238E27FC236}">
                <a16:creationId xmlns:a16="http://schemas.microsoft.com/office/drawing/2014/main" id="{2DC90A87-214C-4D60-A4E0-7C486D2E6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任務｜做什麼</a:t>
            </a:r>
          </a:p>
        </p:txBody>
      </p:sp>
      <p:sp>
        <p:nvSpPr>
          <p:cNvPr id="9" name="text-1506">
            <a:extLst xmlns:a="http://schemas.openxmlformats.org/drawingml/2006/main">
              <a:ext uri="{FF2B5EF4-FFF2-40B4-BE49-F238E27FC236}">
                <a16:creationId xmlns:a16="http://schemas.microsoft.com/office/drawing/2014/main" id="{7CFB48BF-086E-431F-BED7-4C3849FB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定義目標、輸入材料、成果格式與完成條件。</a:t>
            </a:r>
          </a:p>
        </p:txBody>
      </p:sp>
      <p:sp>
        <p:nvSpPr>
          <p:cNvPr id="10" name="shape-1507">
            <a:extLst xmlns:a="http://schemas.openxmlformats.org/drawingml/2006/main">
              <a:ext uri="{FF2B5EF4-FFF2-40B4-BE49-F238E27FC236}">
                <a16:creationId xmlns:a16="http://schemas.microsoft.com/office/drawing/2014/main" id="{A1DC4277-5A8B-4DAD-AFA3-1F1382C1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508">
            <a:extLst xmlns:a="http://schemas.openxmlformats.org/drawingml/2006/main">
              <a:ext uri="{FF2B5EF4-FFF2-40B4-BE49-F238E27FC236}">
                <a16:creationId xmlns:a16="http://schemas.microsoft.com/office/drawing/2014/main" id="{4F368F34-5662-42A7-A2A4-95C24401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86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WHEN</a:t>
            </a:r>
          </a:p>
        </p:txBody>
      </p:sp>
      <p:sp>
        <p:nvSpPr>
          <p:cNvPr id="12" name="text-1509">
            <a:extLst xmlns:a="http://schemas.openxmlformats.org/drawingml/2006/main">
              <a:ext uri="{FF2B5EF4-FFF2-40B4-BE49-F238E27FC236}">
                <a16:creationId xmlns:a16="http://schemas.microsoft.com/office/drawing/2014/main" id="{C917D922-3293-42A0-B6BF-1E4C2FFF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排程｜何時做</a:t>
            </a:r>
          </a:p>
        </p:txBody>
      </p:sp>
      <p:sp>
        <p:nvSpPr>
          <p:cNvPr id="13" name="text-1510">
            <a:extLst xmlns:a="http://schemas.openxmlformats.org/drawingml/2006/main">
              <a:ext uri="{FF2B5EF4-FFF2-40B4-BE49-F238E27FC236}">
                <a16:creationId xmlns:a16="http://schemas.microsoft.com/office/drawing/2014/main" id="{4F65FAA8-44DB-4FFA-AF95-5B47B297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一次執行、固定時間，或由 Gmail／主題條件觸發。</a:t>
            </a:r>
          </a:p>
        </p:txBody>
      </p:sp>
      <p:sp>
        <p:nvSpPr>
          <p:cNvPr id="14" name="shape-1511">
            <a:extLst xmlns:a="http://schemas.openxmlformats.org/drawingml/2006/main">
              <a:ext uri="{FF2B5EF4-FFF2-40B4-BE49-F238E27FC236}">
                <a16:creationId xmlns:a16="http://schemas.microsoft.com/office/drawing/2014/main" id="{88D5393D-FBD2-49A3-BFFE-076D8766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512">
            <a:extLst xmlns:a="http://schemas.openxmlformats.org/drawingml/2006/main">
              <a:ext uri="{FF2B5EF4-FFF2-40B4-BE49-F238E27FC236}">
                <a16:creationId xmlns:a16="http://schemas.microsoft.com/office/drawing/2014/main" id="{5BBBA9B3-4555-4545-A59D-F6C38F8E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HOW</a:t>
            </a:r>
          </a:p>
        </p:txBody>
      </p:sp>
      <p:sp>
        <p:nvSpPr>
          <p:cNvPr id="16" name="text-1513">
            <a:extLst xmlns:a="http://schemas.openxmlformats.org/drawingml/2006/main">
              <a:ext uri="{FF2B5EF4-FFF2-40B4-BE49-F238E27FC236}">
                <a16:creationId xmlns:a16="http://schemas.microsoft.com/office/drawing/2014/main" id="{310C03DF-C972-4639-ADEC-50354C9D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Skill｜如何做</a:t>
            </a:r>
          </a:p>
        </p:txBody>
      </p:sp>
      <p:sp>
        <p:nvSpPr>
          <p:cNvPr id="17" name="text-1514">
            <a:extLst xmlns:a="http://schemas.openxmlformats.org/drawingml/2006/main">
              <a:ext uri="{FF2B5EF4-FFF2-40B4-BE49-F238E27FC236}">
                <a16:creationId xmlns:a16="http://schemas.microsoft.com/office/drawing/2014/main" id="{61B6CA4C-EFC3-421F-9762-D85C58B2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把規則、參考資料、步驟與檢查方式變成可重用方法。</a:t>
            </a:r>
          </a:p>
        </p:txBody>
      </p:sp>
      <p:sp>
        <p:nvSpPr>
          <p:cNvPr id="18" name="shape-1515">
            <a:extLst xmlns:a="http://schemas.openxmlformats.org/drawingml/2006/main">
              <a:ext uri="{FF2B5EF4-FFF2-40B4-BE49-F238E27FC236}">
                <a16:creationId xmlns:a16="http://schemas.microsoft.com/office/drawing/2014/main" id="{6A57B5F2-6A41-4CD6-9F8E-11E3CDD3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516">
            <a:extLst xmlns:a="http://schemas.openxmlformats.org/drawingml/2006/main">
              <a:ext uri="{FF2B5EF4-FFF2-40B4-BE49-F238E27FC236}">
                <a16:creationId xmlns:a16="http://schemas.microsoft.com/office/drawing/2014/main" id="{AC3447D6-40BF-4708-9687-6A4663CF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USE</a:t>
            </a:r>
          </a:p>
        </p:txBody>
      </p:sp>
      <p:sp>
        <p:nvSpPr>
          <p:cNvPr id="20" name="text-1517">
            <a:extLst xmlns:a="http://schemas.openxmlformats.org/drawingml/2006/main">
              <a:ext uri="{FF2B5EF4-FFF2-40B4-BE49-F238E27FC236}">
                <a16:creationId xmlns:a16="http://schemas.microsoft.com/office/drawing/2014/main" id="{FAA5ACEA-1A9F-4547-8A16-4DF3C6FD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連結｜用什麼</a:t>
            </a:r>
          </a:p>
        </p:txBody>
      </p:sp>
      <p:sp>
        <p:nvSpPr>
          <p:cNvPr id="21" name="text-1518">
            <a:extLst xmlns:a="http://schemas.openxmlformats.org/drawingml/2006/main">
              <a:ext uri="{FF2B5EF4-FFF2-40B4-BE49-F238E27FC236}">
                <a16:creationId xmlns:a16="http://schemas.microsoft.com/office/drawing/2014/main" id="{6C0769A9-AB3F-4FC8-A140-3DA7A2A7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依授權連接 Notebook、Workspace 等應用；先確認可見範圍。</a:t>
            </a:r>
          </a:p>
        </p:txBody>
      </p:sp>
      <p:sp>
        <p:nvSpPr>
          <p:cNvPr id="22" name="text-2241">
            <a:extLst xmlns:a="http://schemas.openxmlformats.org/drawingml/2006/main">
              <a:ext uri="{FF2B5EF4-FFF2-40B4-BE49-F238E27FC236}">
                <a16:creationId xmlns:a16="http://schemas.microsoft.com/office/drawing/2014/main" id="{7A631687-F7D7-4DEA-8FFE-1E2941412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0d4de3f0bc14e06"/>
              </a:rPr>
              <a:t>Google 排程說明 ↗</a:t>
            </a:r>
          </a:p>
        </p:txBody>
      </p:sp>
      <p:sp>
        <p:nvSpPr>
          <p:cNvPr id="23" name="shape-2301">
            <a:extLst xmlns:a="http://schemas.openxmlformats.org/drawingml/2006/main">
              <a:ext uri="{FF2B5EF4-FFF2-40B4-BE49-F238E27FC236}">
                <a16:creationId xmlns:a16="http://schemas.microsoft.com/office/drawing/2014/main" id="{A72E18A2-09AB-4DD0-B174-0EC37DAE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da53f3703f49b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2302">
            <a:extLst xmlns:a="http://schemas.openxmlformats.org/drawingml/2006/main">
              <a:ext uri="{FF2B5EF4-FFF2-40B4-BE49-F238E27FC236}">
                <a16:creationId xmlns:a16="http://schemas.microsoft.com/office/drawing/2014/main" id="{E203A6F0-B84E-4310-8DD6-82914293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Google 排程說明</a:t>
            </a:r>
          </a:p>
        </p:txBody>
      </p:sp>
    </p:spTree>
    <p:extLst>
      <p:ext uri="{BB962C8B-B14F-4D97-AF65-F5344CB8AC3E}">
        <p14:creationId xmlns:p14="http://schemas.microsoft.com/office/powerpoint/2010/main" val="69385833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519">
            <a:extLst xmlns:a="http://schemas.openxmlformats.org/drawingml/2006/main">
              <a:ext uri="{FF2B5EF4-FFF2-40B4-BE49-F238E27FC236}">
                <a16:creationId xmlns:a16="http://schemas.microsoft.com/office/drawing/2014/main" id="{74976F14-2F1A-4050-8CDC-22FA8570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752B57-482B-4EA3-8B9F-72477F22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實作｜建立每週教學研究助理排程</a:t>
            </a:r>
          </a:p>
        </p:txBody>
      </p:sp>
      <p:cxnSp>
        <p:nvCxnSpPr>
          <p:cNvPr id="25" name="shape-152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21">
            <a:extLst xmlns:a="http://schemas.openxmlformats.org/drawingml/2006/main">
              <a:ext uri="{FF2B5EF4-FFF2-40B4-BE49-F238E27FC236}">
                <a16:creationId xmlns:a16="http://schemas.microsoft.com/office/drawing/2014/main" id="{219672FA-D00F-49C0-88C7-CCA56A3C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2F2F1A8-5B3F-4EFF-817D-3B31FE4D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text-1522">
            <a:extLst xmlns:a="http://schemas.openxmlformats.org/drawingml/2006/main">
              <a:ext uri="{FF2B5EF4-FFF2-40B4-BE49-F238E27FC236}">
                <a16:creationId xmlns:a16="http://schemas.microsoft.com/office/drawing/2014/main" id="{88733F9B-8183-4B4D-B397-86ADAAA52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523">
            <a:extLst xmlns:a="http://schemas.openxmlformats.org/drawingml/2006/main">
              <a:ext uri="{FF2B5EF4-FFF2-40B4-BE49-F238E27FC236}">
                <a16:creationId xmlns:a16="http://schemas.microsoft.com/office/drawing/2014/main" id="{0134E239-86A7-426C-917F-EAC6D2BB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524">
            <a:extLst xmlns:a="http://schemas.openxmlformats.org/drawingml/2006/main">
              <a:ext uri="{FF2B5EF4-FFF2-40B4-BE49-F238E27FC236}">
                <a16:creationId xmlns:a16="http://schemas.microsoft.com/office/drawing/2014/main" id="{9B427BBE-5194-48BD-9B8C-A57041866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25">
            <a:extLst xmlns:a="http://schemas.openxmlformats.org/drawingml/2006/main">
              <a:ext uri="{FF2B5EF4-FFF2-40B4-BE49-F238E27FC236}">
                <a16:creationId xmlns:a16="http://schemas.microsoft.com/office/drawing/2014/main" id="{4A2C612B-7817-4FBA-BA35-9FE0A98E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建立或選定 Gemini Notebook 來源</a:t>
            </a:r>
          </a:p>
        </p:txBody>
      </p:sp>
      <p:sp>
        <p:nvSpPr>
          <p:cNvPr id="10" name="text-1526">
            <a:extLst xmlns:a="http://schemas.openxmlformats.org/drawingml/2006/main">
              <a:ext uri="{FF2B5EF4-FFF2-40B4-BE49-F238E27FC236}">
                <a16:creationId xmlns:a16="http://schemas.microsoft.com/office/drawing/2014/main" id="{2545D324-E825-4909-8DF2-E2435840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527">
            <a:extLst xmlns:a="http://schemas.openxmlformats.org/drawingml/2006/main">
              <a:ext uri="{FF2B5EF4-FFF2-40B4-BE49-F238E27FC236}">
                <a16:creationId xmlns:a16="http://schemas.microsoft.com/office/drawing/2014/main" id="{FF2F424F-9CBA-47DE-9B79-B2217305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 Skill：摘要、點子與待查證事項</a:t>
            </a:r>
          </a:p>
        </p:txBody>
      </p:sp>
      <p:sp>
        <p:nvSpPr>
          <p:cNvPr id="12" name="text-1528">
            <a:extLst xmlns:a="http://schemas.openxmlformats.org/drawingml/2006/main">
              <a:ext uri="{FF2B5EF4-FFF2-40B4-BE49-F238E27FC236}">
                <a16:creationId xmlns:a16="http://schemas.microsoft.com/office/drawing/2014/main" id="{59FEFF38-49EB-4C97-A8F6-F289C5D66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529">
            <a:extLst xmlns:a="http://schemas.openxmlformats.org/drawingml/2006/main">
              <a:ext uri="{FF2B5EF4-FFF2-40B4-BE49-F238E27FC236}">
                <a16:creationId xmlns:a16="http://schemas.microsoft.com/office/drawing/2014/main" id="{5472C6E6-07FE-40B5-ABCD-FD8C86DE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設定每週時間，輸出到指定文件</a:t>
            </a:r>
          </a:p>
        </p:txBody>
      </p:sp>
      <p:sp>
        <p:nvSpPr>
          <p:cNvPr id="14" name="text-1530">
            <a:extLst xmlns:a="http://schemas.openxmlformats.org/drawingml/2006/main">
              <a:ext uri="{FF2B5EF4-FFF2-40B4-BE49-F238E27FC236}">
                <a16:creationId xmlns:a16="http://schemas.microsoft.com/office/drawing/2014/main" id="{5736D5CD-05E8-4126-A20C-6CACB2C7B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531">
            <a:extLst xmlns:a="http://schemas.openxmlformats.org/drawingml/2006/main">
              <a:ext uri="{FF2B5EF4-FFF2-40B4-BE49-F238E27FC236}">
                <a16:creationId xmlns:a16="http://schemas.microsoft.com/office/drawing/2014/main" id="{F06ECC8A-8AF0-4309-BA67-8D3D672DF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隔週查看草稿，人工確認後再採用</a:t>
            </a:r>
          </a:p>
        </p:txBody>
      </p:sp>
      <p:sp>
        <p:nvSpPr>
          <p:cNvPr id="16" name="shape-1532">
            <a:extLst xmlns:a="http://schemas.openxmlformats.org/drawingml/2006/main">
              <a:ext uri="{FF2B5EF4-FFF2-40B4-BE49-F238E27FC236}">
                <a16:creationId xmlns:a16="http://schemas.microsoft.com/office/drawing/2014/main" id="{6BA2CD40-5B4A-47F4-83CF-114A9246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533">
            <a:extLst xmlns:a="http://schemas.openxmlformats.org/drawingml/2006/main">
              <a:ext uri="{FF2B5EF4-FFF2-40B4-BE49-F238E27FC236}">
                <a16:creationId xmlns:a16="http://schemas.microsoft.com/office/drawing/2014/main" id="{3ED98D09-2095-4E98-8E3E-1702ACFD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534">
            <a:extLst xmlns:a="http://schemas.openxmlformats.org/drawingml/2006/main">
              <a:ext uri="{FF2B5EF4-FFF2-40B4-BE49-F238E27FC236}">
                <a16:creationId xmlns:a16="http://schemas.microsoft.com/office/drawing/2014/main" id="{C9949541-4785-4D3A-85D8-EC69582E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只讀指定來源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輸出格式固定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不直接寄送或發布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留下人工檢查紀錄</a:t>
            </a:r>
          </a:p>
        </p:txBody>
      </p:sp>
      <p:sp>
        <p:nvSpPr>
          <p:cNvPr id="19" name="text-2239">
            <a:extLst xmlns:a="http://schemas.openxmlformats.org/drawingml/2006/main">
              <a:ext uri="{FF2B5EF4-FFF2-40B4-BE49-F238E27FC236}">
                <a16:creationId xmlns:a16="http://schemas.microsoft.com/office/drawing/2014/main" id="{C98EEBC7-7353-407B-8D92-C31A2D93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93ca85d55fc494f"/>
              </a:rPr>
              <a:t>Google 排程說明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2c10fbe6bfd4ec5"/>
              </a:rPr>
              <a:t>影片教學 ↗</a:t>
            </a:r>
          </a:p>
        </p:txBody>
      </p:sp>
      <p:sp>
        <p:nvSpPr>
          <p:cNvPr id="20" name="shape-2303">
            <a:extLst xmlns:a="http://schemas.openxmlformats.org/drawingml/2006/main">
              <a:ext uri="{FF2B5EF4-FFF2-40B4-BE49-F238E27FC236}">
                <a16:creationId xmlns:a16="http://schemas.microsoft.com/office/drawing/2014/main" id="{9B4F9386-4DB3-43D2-B3DD-9F1796307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6c71c0b3be4aa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2304">
            <a:extLst xmlns:a="http://schemas.openxmlformats.org/drawingml/2006/main">
              <a:ext uri="{FF2B5EF4-FFF2-40B4-BE49-F238E27FC236}">
                <a16:creationId xmlns:a16="http://schemas.microsoft.com/office/drawing/2014/main" id="{BDF87D2B-305F-4EAB-94ED-C5A067AFA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Google 排程說明</a:t>
            </a:r>
          </a:p>
        </p:txBody>
      </p:sp>
    </p:spTree>
    <p:extLst>
      <p:ext uri="{BB962C8B-B14F-4D97-AF65-F5344CB8AC3E}">
        <p14:creationId xmlns:p14="http://schemas.microsoft.com/office/powerpoint/2010/main" val="134672245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535">
            <a:extLst xmlns:a="http://schemas.openxmlformats.org/drawingml/2006/main">
              <a:ext uri="{FF2B5EF4-FFF2-40B4-BE49-F238E27FC236}">
                <a16:creationId xmlns:a16="http://schemas.microsoft.com/office/drawing/2014/main" id="{D9680558-4CE0-4420-8CC7-5DD2E7DA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LEARNING JOURNEY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2A4CB06-E837-4D91-88EB-74CDA64B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學習歷程：一次成果變成可重複系統</a:t>
            </a:r>
          </a:p>
        </p:txBody>
      </p:sp>
      <p:cxnSp>
        <p:nvCxnSpPr>
          <p:cNvPr id="30" name="shape-15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37">
            <a:extLst xmlns:a="http://schemas.openxmlformats.org/drawingml/2006/main">
              <a:ext uri="{FF2B5EF4-FFF2-40B4-BE49-F238E27FC236}">
                <a16:creationId xmlns:a16="http://schemas.microsoft.com/office/drawing/2014/main" id="{D4A1CD9D-D2A2-4755-B96E-606724F3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F339D04-6D05-4897-AC46-C8456AE0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1538">
            <a:extLst xmlns:a="http://schemas.openxmlformats.org/drawingml/2006/main">
              <a:ext uri="{FF2B5EF4-FFF2-40B4-BE49-F238E27FC236}">
                <a16:creationId xmlns:a16="http://schemas.microsoft.com/office/drawing/2014/main" id="{0A15ECC4-2BC0-4BE0-BD23-3C0C1225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539">
            <a:extLst xmlns:a="http://schemas.openxmlformats.org/drawingml/2006/main">
              <a:ext uri="{FF2B5EF4-FFF2-40B4-BE49-F238E27FC236}">
                <a16:creationId xmlns:a16="http://schemas.microsoft.com/office/drawing/2014/main" id="{38DC1764-65A1-46FC-A0DB-F409B66B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40">
            <a:extLst xmlns:a="http://schemas.openxmlformats.org/drawingml/2006/main">
              <a:ext uri="{FF2B5EF4-FFF2-40B4-BE49-F238E27FC236}">
                <a16:creationId xmlns:a16="http://schemas.microsoft.com/office/drawing/2014/main" id="{C47952B9-978D-4F43-A28C-D9A1D17C4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一次成果</a:t>
            </a:r>
          </a:p>
        </p:txBody>
      </p:sp>
      <p:sp>
        <p:nvSpPr>
          <p:cNvPr id="9" name="text-1541">
            <a:extLst xmlns:a="http://schemas.openxmlformats.org/drawingml/2006/main">
              <a:ext uri="{FF2B5EF4-FFF2-40B4-BE49-F238E27FC236}">
                <a16:creationId xmlns:a16="http://schemas.microsoft.com/office/drawing/2014/main" id="{72F0C8A8-62E1-46FB-A8DB-822D3045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先完成一件真實工作，觀察哪些步驟最耗時、最容易漏。</a:t>
            </a:r>
          </a:p>
        </p:txBody>
      </p:sp>
      <p:sp>
        <p:nvSpPr>
          <p:cNvPr id="10" name="shape-1542">
            <a:extLst xmlns:a="http://schemas.openxmlformats.org/drawingml/2006/main">
              <a:ext uri="{FF2B5EF4-FFF2-40B4-BE49-F238E27FC236}">
                <a16:creationId xmlns:a16="http://schemas.microsoft.com/office/drawing/2014/main" id="{D8098C04-1E10-44ED-B657-3DA0ABFF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543">
            <a:extLst xmlns:a="http://schemas.openxmlformats.org/drawingml/2006/main">
              <a:ext uri="{FF2B5EF4-FFF2-40B4-BE49-F238E27FC236}">
                <a16:creationId xmlns:a16="http://schemas.microsoft.com/office/drawing/2014/main" id="{9A50CE23-296A-4D54-AC87-20C4F88AA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44">
            <a:extLst xmlns:a="http://schemas.openxmlformats.org/drawingml/2006/main">
              <a:ext uri="{FF2B5EF4-FFF2-40B4-BE49-F238E27FC236}">
                <a16:creationId xmlns:a16="http://schemas.microsoft.com/office/drawing/2014/main" id="{C7FDD096-2FE3-4045-81F9-40496111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抽出規則</a:t>
            </a:r>
          </a:p>
        </p:txBody>
      </p:sp>
      <p:sp>
        <p:nvSpPr>
          <p:cNvPr id="13" name="text-1545">
            <a:extLst xmlns:a="http://schemas.openxmlformats.org/drawingml/2006/main">
              <a:ext uri="{FF2B5EF4-FFF2-40B4-BE49-F238E27FC236}">
                <a16:creationId xmlns:a16="http://schemas.microsoft.com/office/drawing/2014/main" id="{AC0C9982-AE7B-49F0-ABE6-248BB32E1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把來源、格式、檢查與停止條件整理成自己的 Skill。</a:t>
            </a:r>
          </a:p>
        </p:txBody>
      </p:sp>
      <p:sp>
        <p:nvSpPr>
          <p:cNvPr id="14" name="shape-1546">
            <a:extLst xmlns:a="http://schemas.openxmlformats.org/drawingml/2006/main">
              <a:ext uri="{FF2B5EF4-FFF2-40B4-BE49-F238E27FC236}">
                <a16:creationId xmlns:a16="http://schemas.microsoft.com/office/drawing/2014/main" id="{936CABC7-8101-4BB7-98CB-C66BC6C1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547">
            <a:extLst xmlns:a="http://schemas.openxmlformats.org/drawingml/2006/main">
              <a:ext uri="{FF2B5EF4-FFF2-40B4-BE49-F238E27FC236}">
                <a16:creationId xmlns:a16="http://schemas.microsoft.com/office/drawing/2014/main" id="{BC311D99-8415-427E-B71A-A52F4667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48">
            <a:extLst xmlns:a="http://schemas.openxmlformats.org/drawingml/2006/main">
              <a:ext uri="{FF2B5EF4-FFF2-40B4-BE49-F238E27FC236}">
                <a16:creationId xmlns:a16="http://schemas.microsoft.com/office/drawing/2014/main" id="{41C09C3A-9E13-4E7C-822A-F1436282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排程重跑</a:t>
            </a:r>
          </a:p>
        </p:txBody>
      </p:sp>
      <p:sp>
        <p:nvSpPr>
          <p:cNvPr id="17" name="text-1549">
            <a:extLst xmlns:a="http://schemas.openxmlformats.org/drawingml/2006/main">
              <a:ext uri="{FF2B5EF4-FFF2-40B4-BE49-F238E27FC236}">
                <a16:creationId xmlns:a16="http://schemas.microsoft.com/office/drawing/2014/main" id="{225EEC51-49F4-4AFF-9ADB-AEC8C98E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在固定時間重新執行，讓 Agent 持續留下可比較的草稿。</a:t>
            </a:r>
          </a:p>
        </p:txBody>
      </p:sp>
      <p:sp>
        <p:nvSpPr>
          <p:cNvPr id="18" name="shape-1550">
            <a:extLst xmlns:a="http://schemas.openxmlformats.org/drawingml/2006/main">
              <a:ext uri="{FF2B5EF4-FFF2-40B4-BE49-F238E27FC236}">
                <a16:creationId xmlns:a16="http://schemas.microsoft.com/office/drawing/2014/main" id="{1A6851CB-5B21-4642-B482-7B89E1C1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551">
            <a:extLst xmlns:a="http://schemas.openxmlformats.org/drawingml/2006/main">
              <a:ext uri="{FF2B5EF4-FFF2-40B4-BE49-F238E27FC236}">
                <a16:creationId xmlns:a16="http://schemas.microsoft.com/office/drawing/2014/main" id="{A25D2071-ADA1-4ED3-99AA-762EA788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52">
            <a:extLst xmlns:a="http://schemas.openxmlformats.org/drawingml/2006/main">
              <a:ext uri="{FF2B5EF4-FFF2-40B4-BE49-F238E27FC236}">
                <a16:creationId xmlns:a16="http://schemas.microsoft.com/office/drawing/2014/main" id="{F226BF07-DA6C-4FC8-9061-5B08E5730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回顧進化</a:t>
            </a:r>
          </a:p>
        </p:txBody>
      </p:sp>
      <p:sp>
        <p:nvSpPr>
          <p:cNvPr id="21" name="text-1553">
            <a:extLst xmlns:a="http://schemas.openxmlformats.org/drawingml/2006/main">
              <a:ext uri="{FF2B5EF4-FFF2-40B4-BE49-F238E27FC236}">
                <a16:creationId xmlns:a16="http://schemas.microsoft.com/office/drawing/2014/main" id="{B4374BB2-4243-4ED8-98F9-862F6C6D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每次人工檢查後修正規則，逐步貼合自己的工作流與生活。</a:t>
            </a:r>
          </a:p>
        </p:txBody>
      </p:sp>
      <p:sp>
        <p:nvSpPr>
          <p:cNvPr id="22" name="text-2240">
            <a:extLst xmlns:a="http://schemas.openxmlformats.org/drawingml/2006/main">
              <a:ext uri="{FF2B5EF4-FFF2-40B4-BE49-F238E27FC236}">
                <a16:creationId xmlns:a16="http://schemas.microsoft.com/office/drawing/2014/main" id="{6F0DE46F-7AA3-494D-8CD7-27370551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b5e5acc48314e15"/>
              </a:rPr>
              <a:t>Google 排程說明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012022e92a84584"/>
              </a:rPr>
              <a:t>影片教學 ↗</a:t>
            </a:r>
          </a:p>
        </p:txBody>
      </p:sp>
      <p:sp>
        <p:nvSpPr>
          <p:cNvPr id="23" name="shape-2305">
            <a:extLst xmlns:a="http://schemas.openxmlformats.org/drawingml/2006/main">
              <a:ext uri="{FF2B5EF4-FFF2-40B4-BE49-F238E27FC236}">
                <a16:creationId xmlns:a16="http://schemas.microsoft.com/office/drawing/2014/main" id="{359E7DEF-49DC-4AB4-9982-DFACF851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500d47930145c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306">
            <a:extLst xmlns:a="http://schemas.openxmlformats.org/drawingml/2006/main">
              <a:ext uri="{FF2B5EF4-FFF2-40B4-BE49-F238E27FC236}">
                <a16:creationId xmlns:a16="http://schemas.microsoft.com/office/drawing/2014/main" id="{931FD528-AA99-4B29-8811-2D8782BD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Spark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e12efb96c74b2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307">
            <a:extLst xmlns:a="http://schemas.openxmlformats.org/drawingml/2006/main">
              <a:ext uri="{FF2B5EF4-FFF2-40B4-BE49-F238E27FC236}">
                <a16:creationId xmlns:a16="http://schemas.microsoft.com/office/drawing/2014/main" id="{9F2DD5DB-4D47-45AE-945D-E9B5BD46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Google 排程說明</a:t>
            </a:r>
          </a:p>
        </p:txBody>
      </p:sp>
    </p:spTree>
    <p:extLst>
      <p:ext uri="{BB962C8B-B14F-4D97-AF65-F5344CB8AC3E}">
        <p14:creationId xmlns:p14="http://schemas.microsoft.com/office/powerpoint/2010/main" val="76321220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554">
            <a:extLst xmlns:a="http://schemas.openxmlformats.org/drawingml/2006/main">
              <a:ext uri="{FF2B5EF4-FFF2-40B4-BE49-F238E27FC236}">
                <a16:creationId xmlns:a16="http://schemas.microsoft.com/office/drawing/2014/main" id="{02C9B420-E29C-462E-AEB1-BFE3A1F1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REMOTE CONTROL · NEW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FD2A11-FBAD-4803-B8D3-D48D62A7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 最新功能：手機也能接手電腦 Agent</a:t>
            </a:r>
          </a:p>
        </p:txBody>
      </p:sp>
      <p:cxnSp>
        <p:nvCxnSpPr>
          <p:cNvPr id="28" name="shape-155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56">
            <a:extLst xmlns:a="http://schemas.openxmlformats.org/drawingml/2006/main">
              <a:ext uri="{FF2B5EF4-FFF2-40B4-BE49-F238E27FC236}">
                <a16:creationId xmlns:a16="http://schemas.microsoft.com/office/drawing/2014/main" id="{157430A2-E413-4A51-809A-94C2AB58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7AD16FF-8582-403A-87B2-07D95B0C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6" name="shape-1557">
            <a:extLst xmlns:a="http://schemas.openxmlformats.org/drawingml/2006/main">
              <a:ext uri="{FF2B5EF4-FFF2-40B4-BE49-F238E27FC236}">
                <a16:creationId xmlns:a16="http://schemas.microsoft.com/office/drawing/2014/main" id="{DCFEC013-C913-4BD2-8D92-E6D80AA1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558">
            <a:extLst xmlns:a="http://schemas.openxmlformats.org/drawingml/2006/main">
              <a:ext uri="{FF2B5EF4-FFF2-40B4-BE49-F238E27FC236}">
                <a16:creationId xmlns:a16="http://schemas.microsoft.com/office/drawing/2014/main" id="{ACF888D8-BFE5-4606-A413-647BE034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59">
            <a:extLst xmlns:a="http://schemas.openxmlformats.org/drawingml/2006/main">
              <a:ext uri="{FF2B5EF4-FFF2-40B4-BE49-F238E27FC236}">
                <a16:creationId xmlns:a16="http://schemas.microsoft.com/office/drawing/2014/main" id="{A0A28489-0377-44C8-9924-0035E1C7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任務不中斷</a:t>
            </a:r>
          </a:p>
        </p:txBody>
      </p:sp>
      <p:sp>
        <p:nvSpPr>
          <p:cNvPr id="9" name="text-1560">
            <a:extLst xmlns:a="http://schemas.openxmlformats.org/drawingml/2006/main">
              <a:ext uri="{FF2B5EF4-FFF2-40B4-BE49-F238E27FC236}">
                <a16:creationId xmlns:a16="http://schemas.microsoft.com/office/drawing/2014/main" id="{F95B430E-96C6-47C1-9AE5-C490041F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電腦上的 Antigravity 持續保留本地工作環境；人離開座位後，長任務不必停在桌前。</a:t>
            </a:r>
          </a:p>
        </p:txBody>
      </p:sp>
      <p:sp>
        <p:nvSpPr>
          <p:cNvPr id="10" name="shape-1561">
            <a:extLst xmlns:a="http://schemas.openxmlformats.org/drawingml/2006/main">
              <a:ext uri="{FF2B5EF4-FFF2-40B4-BE49-F238E27FC236}">
                <a16:creationId xmlns:a16="http://schemas.microsoft.com/office/drawing/2014/main" id="{5A79654B-AD5E-456B-AAD1-118F0E99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562">
            <a:extLst xmlns:a="http://schemas.openxmlformats.org/drawingml/2006/main">
              <a:ext uri="{FF2B5EF4-FFF2-40B4-BE49-F238E27FC236}">
                <a16:creationId xmlns:a16="http://schemas.microsoft.com/office/drawing/2014/main" id="{BD626748-D7E9-4544-AE31-14A54A2B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63">
            <a:extLst xmlns:a="http://schemas.openxmlformats.org/drawingml/2006/main">
              <a:ext uri="{FF2B5EF4-FFF2-40B4-BE49-F238E27FC236}">
                <a16:creationId xmlns:a16="http://schemas.microsoft.com/office/drawing/2014/main" id="{61DD9C3B-20F4-47E7-9794-C776F461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手機瀏覽器接手</a:t>
            </a:r>
          </a:p>
        </p:txBody>
      </p:sp>
      <p:sp>
        <p:nvSpPr>
          <p:cNvPr id="13" name="text-1564">
            <a:extLst xmlns:a="http://schemas.openxmlformats.org/drawingml/2006/main">
              <a:ext uri="{FF2B5EF4-FFF2-40B4-BE49-F238E27FC236}">
                <a16:creationId xmlns:a16="http://schemas.microsoft.com/office/drawing/2014/main" id="{628E0481-9DC1-4910-B767-E7B47257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從手機查看進行中的對話、啟動新任務、檢視計畫與 Agent 產物。</a:t>
            </a:r>
          </a:p>
        </p:txBody>
      </p:sp>
      <p:sp>
        <p:nvSpPr>
          <p:cNvPr id="14" name="shape-1565">
            <a:extLst xmlns:a="http://schemas.openxmlformats.org/drawingml/2006/main">
              <a:ext uri="{FF2B5EF4-FFF2-40B4-BE49-F238E27FC236}">
                <a16:creationId xmlns:a16="http://schemas.microsoft.com/office/drawing/2014/main" id="{8D076F3F-A8C5-49F9-A9FC-27AF2FAA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566">
            <a:extLst xmlns:a="http://schemas.openxmlformats.org/drawingml/2006/main">
              <a:ext uri="{FF2B5EF4-FFF2-40B4-BE49-F238E27FC236}">
                <a16:creationId xmlns:a16="http://schemas.microsoft.com/office/drawing/2014/main" id="{8EAC0BEE-28E5-4BF9-BBFD-86B316AF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67">
            <a:extLst xmlns:a="http://schemas.openxmlformats.org/drawingml/2006/main">
              <a:ext uri="{FF2B5EF4-FFF2-40B4-BE49-F238E27FC236}">
                <a16:creationId xmlns:a16="http://schemas.microsoft.com/office/drawing/2014/main" id="{0AC849BB-92B1-4CF2-BF89-1B41325F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想到就即時修正</a:t>
            </a:r>
          </a:p>
        </p:txBody>
      </p:sp>
      <p:sp>
        <p:nvSpPr>
          <p:cNvPr id="17" name="text-1568">
            <a:extLst xmlns:a="http://schemas.openxmlformats.org/drawingml/2006/main">
              <a:ext uri="{FF2B5EF4-FFF2-40B4-BE49-F238E27FC236}">
                <a16:creationId xmlns:a16="http://schemas.microsoft.com/office/drawing/2014/main" id="{EE168C51-F78D-4402-873D-415A1864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臨時想到新條件，可以透過手機補充指令，讓 Agent 繼續推進並回報結果。</a:t>
            </a:r>
          </a:p>
        </p:txBody>
      </p:sp>
      <p:sp>
        <p:nvSpPr>
          <p:cNvPr id="18" name="shape-1569">
            <a:extLst xmlns:a="http://schemas.openxmlformats.org/drawingml/2006/main">
              <a:ext uri="{FF2B5EF4-FFF2-40B4-BE49-F238E27FC236}">
                <a16:creationId xmlns:a16="http://schemas.microsoft.com/office/drawing/2014/main" id="{9587CD3A-AFD7-4DD5-957F-8F5CF8EF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570">
            <a:extLst xmlns:a="http://schemas.openxmlformats.org/drawingml/2006/main">
              <a:ext uri="{FF2B5EF4-FFF2-40B4-BE49-F238E27FC236}">
                <a16:creationId xmlns:a16="http://schemas.microsoft.com/office/drawing/2014/main" id="{75AE0468-A8BA-4014-9147-B84F52D5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71">
            <a:extLst xmlns:a="http://schemas.openxmlformats.org/drawingml/2006/main">
              <a:ext uri="{FF2B5EF4-FFF2-40B4-BE49-F238E27FC236}">
                <a16:creationId xmlns:a16="http://schemas.microsoft.com/office/drawing/2014/main" id="{8A3F2736-3AB0-4023-AE69-B6C3B8B5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逐步開放中</a:t>
            </a:r>
          </a:p>
        </p:txBody>
      </p:sp>
      <p:sp>
        <p:nvSpPr>
          <p:cNvPr id="21" name="text-1572">
            <a:extLst xmlns:a="http://schemas.openxmlformats.org/drawingml/2006/main">
              <a:ext uri="{FF2B5EF4-FFF2-40B4-BE49-F238E27FC236}">
                <a16:creationId xmlns:a16="http://schemas.microsoft.com/office/drawing/2014/main" id="{CDD930C2-9598-421E-BFB2-9EC98478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Remote Control 目前採 rollout；需同一 Google 帳號，且桌面端已出現可啟用的功能。</a:t>
            </a:r>
          </a:p>
        </p:txBody>
      </p:sp>
      <p:sp>
        <p:nvSpPr>
          <p:cNvPr id="22" name="text-2242">
            <a:extLst xmlns:a="http://schemas.openxmlformats.org/drawingml/2006/main">
              <a:ext uri="{FF2B5EF4-FFF2-40B4-BE49-F238E27FC236}">
                <a16:creationId xmlns:a16="http://schemas.microsoft.com/office/drawing/2014/main" id="{02012278-2FAE-4BA4-B69C-7EE76C8C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43e8c77a5984ecd"/>
              </a:rPr>
              <a:t>Remote Control 官方說明 ↗</a:t>
            </a:r>
          </a:p>
        </p:txBody>
      </p:sp>
      <p:sp>
        <p:nvSpPr>
          <p:cNvPr id="23" name="shape-2308">
            <a:extLst xmlns:a="http://schemas.openxmlformats.org/drawingml/2006/main">
              <a:ext uri="{FF2B5EF4-FFF2-40B4-BE49-F238E27FC236}">
                <a16:creationId xmlns:a16="http://schemas.microsoft.com/office/drawing/2014/main" id="{5342E3BD-5215-4BC3-8626-192C5E50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925300861540c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2309">
            <a:extLst xmlns:a="http://schemas.openxmlformats.org/drawingml/2006/main">
              <a:ext uri="{FF2B5EF4-FFF2-40B4-BE49-F238E27FC236}">
                <a16:creationId xmlns:a16="http://schemas.microsoft.com/office/drawing/2014/main" id="{6C3C05CD-3E52-40F2-B238-A4ACC91D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Remote Contr</a:t>
            </a:r>
          </a:p>
        </p:txBody>
      </p:sp>
    </p:spTree>
    <p:extLst>
      <p:ext uri="{BB962C8B-B14F-4D97-AF65-F5344CB8AC3E}">
        <p14:creationId xmlns:p14="http://schemas.microsoft.com/office/powerpoint/2010/main" val="43801236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573">
            <a:extLst xmlns:a="http://schemas.openxmlformats.org/drawingml/2006/main">
              <a:ext uri="{FF2B5EF4-FFF2-40B4-BE49-F238E27FC236}">
                <a16:creationId xmlns:a16="http://schemas.microsoft.com/office/drawing/2014/main" id="{459D07CB-3FD0-4FD7-9ACE-7170A04C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REMOTE CONTROL 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65A4AC4-6178-4B16-AA8E-8DF141E4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手機遠端修正：四步把工作接回來</a:t>
            </a:r>
          </a:p>
        </p:txBody>
      </p:sp>
      <p:cxnSp>
        <p:nvCxnSpPr>
          <p:cNvPr id="36" name="shape-157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75">
            <a:extLst xmlns:a="http://schemas.openxmlformats.org/drawingml/2006/main">
              <a:ext uri="{FF2B5EF4-FFF2-40B4-BE49-F238E27FC236}">
                <a16:creationId xmlns:a16="http://schemas.microsoft.com/office/drawing/2014/main" id="{EE9C6A9F-BD36-40E0-A166-C1ABED57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5FD06DF-AD30-4B6D-9BD0-CF3F6CED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1576">
            <a:extLst xmlns:a="http://schemas.openxmlformats.org/drawingml/2006/main">
              <a:ext uri="{FF2B5EF4-FFF2-40B4-BE49-F238E27FC236}">
                <a16:creationId xmlns:a16="http://schemas.microsoft.com/office/drawing/2014/main" id="{564B1A1D-4097-4001-AFDB-8EB720CEC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577">
            <a:extLst xmlns:a="http://schemas.openxmlformats.org/drawingml/2006/main">
              <a:ext uri="{FF2B5EF4-FFF2-40B4-BE49-F238E27FC236}">
                <a16:creationId xmlns:a16="http://schemas.microsoft.com/office/drawing/2014/main" id="{BE2A35AE-15F5-49D7-84C7-C1A9FCF9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578">
            <a:extLst xmlns:a="http://schemas.openxmlformats.org/drawingml/2006/main">
              <a:ext uri="{FF2B5EF4-FFF2-40B4-BE49-F238E27FC236}">
                <a16:creationId xmlns:a16="http://schemas.microsoft.com/office/drawing/2014/main" id="{E39A70F8-3516-48CD-9B87-4321577D6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79">
            <a:extLst xmlns:a="http://schemas.openxmlformats.org/drawingml/2006/main">
              <a:ext uri="{FF2B5EF4-FFF2-40B4-BE49-F238E27FC236}">
                <a16:creationId xmlns:a16="http://schemas.microsoft.com/office/drawing/2014/main" id="{1B06F196-31FB-4454-A5A6-10AB777C4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啟用</a:t>
            </a:r>
          </a:p>
        </p:txBody>
      </p:sp>
      <p:sp>
        <p:nvSpPr>
          <p:cNvPr id="10" name="text-1580">
            <a:extLst xmlns:a="http://schemas.openxmlformats.org/drawingml/2006/main">
              <a:ext uri="{FF2B5EF4-FFF2-40B4-BE49-F238E27FC236}">
                <a16:creationId xmlns:a16="http://schemas.microsoft.com/office/drawing/2014/main" id="{865ED2D8-C734-4D4E-9DFA-917B7AB38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2.0 → Settings → Account → Enable Remote Control</a:t>
            </a:r>
          </a:p>
        </p:txBody>
      </p:sp>
      <p:sp>
        <p:nvSpPr>
          <p:cNvPr id="11" name="text-1581">
            <a:extLst xmlns:a="http://schemas.openxmlformats.org/drawingml/2006/main">
              <a:ext uri="{FF2B5EF4-FFF2-40B4-BE49-F238E27FC236}">
                <a16:creationId xmlns:a16="http://schemas.microsoft.com/office/drawing/2014/main" id="{8DC3CF1B-1D12-41A9-A966-146F9005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582">
            <a:extLst xmlns:a="http://schemas.openxmlformats.org/drawingml/2006/main">
              <a:ext uri="{FF2B5EF4-FFF2-40B4-BE49-F238E27FC236}">
                <a16:creationId xmlns:a16="http://schemas.microsoft.com/office/drawing/2014/main" id="{B91A5123-C21E-4C86-A6C0-445DC314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583">
            <a:extLst xmlns:a="http://schemas.openxmlformats.org/drawingml/2006/main">
              <a:ext uri="{FF2B5EF4-FFF2-40B4-BE49-F238E27FC236}">
                <a16:creationId xmlns:a16="http://schemas.microsoft.com/office/drawing/2014/main" id="{8AC59CCC-8423-49BE-8BCA-166E71C2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584">
            <a:extLst xmlns:a="http://schemas.openxmlformats.org/drawingml/2006/main">
              <a:ext uri="{FF2B5EF4-FFF2-40B4-BE49-F238E27FC236}">
                <a16:creationId xmlns:a16="http://schemas.microsoft.com/office/drawing/2014/main" id="{DB4EAD14-6BEA-4B79-BB9F-9A0623B0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585">
            <a:extLst xmlns:a="http://schemas.openxmlformats.org/drawingml/2006/main">
              <a:ext uri="{FF2B5EF4-FFF2-40B4-BE49-F238E27FC236}">
                <a16:creationId xmlns:a16="http://schemas.microsoft.com/office/drawing/2014/main" id="{EF34B8AD-674A-47D8-91B4-B3FC858D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連線</a:t>
            </a:r>
          </a:p>
        </p:txBody>
      </p:sp>
      <p:sp>
        <p:nvSpPr>
          <p:cNvPr id="16" name="text-1586">
            <a:extLst xmlns:a="http://schemas.openxmlformats.org/drawingml/2006/main">
              <a:ext uri="{FF2B5EF4-FFF2-40B4-BE49-F238E27FC236}">
                <a16:creationId xmlns:a16="http://schemas.microsoft.com/office/drawing/2014/main" id="{21E87E14-DB71-438E-9612-D4106903E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用手機瀏覽器開啟 Remote Control Dashboard</a:t>
            </a:r>
          </a:p>
        </p:txBody>
      </p:sp>
      <p:sp>
        <p:nvSpPr>
          <p:cNvPr id="17" name="text-1587">
            <a:extLst xmlns:a="http://schemas.openxmlformats.org/drawingml/2006/main">
              <a:ext uri="{FF2B5EF4-FFF2-40B4-BE49-F238E27FC236}">
                <a16:creationId xmlns:a16="http://schemas.microsoft.com/office/drawing/2014/main" id="{49DA9664-49FE-482F-9C85-25B93C028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588">
            <a:extLst xmlns:a="http://schemas.openxmlformats.org/drawingml/2006/main">
              <a:ext uri="{FF2B5EF4-FFF2-40B4-BE49-F238E27FC236}">
                <a16:creationId xmlns:a16="http://schemas.microsoft.com/office/drawing/2014/main" id="{5EA0740D-E3BC-466F-A6C4-E51180A4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589">
            <a:extLst xmlns:a="http://schemas.openxmlformats.org/drawingml/2006/main">
              <a:ext uri="{FF2B5EF4-FFF2-40B4-BE49-F238E27FC236}">
                <a16:creationId xmlns:a16="http://schemas.microsoft.com/office/drawing/2014/main" id="{AE358A1C-AF6E-469E-B75F-7B78C0DA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590">
            <a:extLst xmlns:a="http://schemas.openxmlformats.org/drawingml/2006/main">
              <a:ext uri="{FF2B5EF4-FFF2-40B4-BE49-F238E27FC236}">
                <a16:creationId xmlns:a16="http://schemas.microsoft.com/office/drawing/2014/main" id="{B26F6A45-4DB5-40B0-A94D-BA30261C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591">
            <a:extLst xmlns:a="http://schemas.openxmlformats.org/drawingml/2006/main">
              <a:ext uri="{FF2B5EF4-FFF2-40B4-BE49-F238E27FC236}">
                <a16:creationId xmlns:a16="http://schemas.microsoft.com/office/drawing/2014/main" id="{21EB85E7-3FFC-494F-BE97-3972E4EA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選機</a:t>
            </a:r>
          </a:p>
        </p:txBody>
      </p:sp>
      <p:sp>
        <p:nvSpPr>
          <p:cNvPr id="22" name="text-1592">
            <a:extLst xmlns:a="http://schemas.openxmlformats.org/drawingml/2006/main">
              <a:ext uri="{FF2B5EF4-FFF2-40B4-BE49-F238E27FC236}">
                <a16:creationId xmlns:a16="http://schemas.microsoft.com/office/drawing/2014/main" id="{486C6E92-B212-468D-A4E5-6588C839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使用同一 Google 帳號，在 instance switcher 選工作電腦</a:t>
            </a:r>
          </a:p>
        </p:txBody>
      </p:sp>
      <p:sp>
        <p:nvSpPr>
          <p:cNvPr id="23" name="text-1593">
            <a:extLst xmlns:a="http://schemas.openxmlformats.org/drawingml/2006/main">
              <a:ext uri="{FF2B5EF4-FFF2-40B4-BE49-F238E27FC236}">
                <a16:creationId xmlns:a16="http://schemas.microsoft.com/office/drawing/2014/main" id="{156C5D0C-A117-4E29-B516-04BEF555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594">
            <a:extLst xmlns:a="http://schemas.openxmlformats.org/drawingml/2006/main">
              <a:ext uri="{FF2B5EF4-FFF2-40B4-BE49-F238E27FC236}">
                <a16:creationId xmlns:a16="http://schemas.microsoft.com/office/drawing/2014/main" id="{64CB03CA-555C-4693-9D53-5B90730A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595">
            <a:extLst xmlns:a="http://schemas.openxmlformats.org/drawingml/2006/main">
              <a:ext uri="{FF2B5EF4-FFF2-40B4-BE49-F238E27FC236}">
                <a16:creationId xmlns:a16="http://schemas.microsoft.com/office/drawing/2014/main" id="{CD75EBF5-46D2-4207-9FA9-167091AA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596">
            <a:extLst xmlns:a="http://schemas.openxmlformats.org/drawingml/2006/main">
              <a:ext uri="{FF2B5EF4-FFF2-40B4-BE49-F238E27FC236}">
                <a16:creationId xmlns:a16="http://schemas.microsoft.com/office/drawing/2014/main" id="{00CB63BC-C08F-4BB0-ACAF-84A9B46A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597">
            <a:extLst xmlns:a="http://schemas.openxmlformats.org/drawingml/2006/main">
              <a:ext uri="{FF2B5EF4-FFF2-40B4-BE49-F238E27FC236}">
                <a16:creationId xmlns:a16="http://schemas.microsoft.com/office/drawing/2014/main" id="{4639C1AE-FE85-466F-8012-F51EFB63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修正</a:t>
            </a:r>
          </a:p>
        </p:txBody>
      </p:sp>
      <p:sp>
        <p:nvSpPr>
          <p:cNvPr id="28" name="text-1598">
            <a:extLst xmlns:a="http://schemas.openxmlformats.org/drawingml/2006/main">
              <a:ext uri="{FF2B5EF4-FFF2-40B4-BE49-F238E27FC236}">
                <a16:creationId xmlns:a16="http://schemas.microsoft.com/office/drawing/2014/main" id="{15CFC062-CE12-417B-9F72-59CF4BD0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查看對話、補充指令、檢視計畫與 artifacts；主機保持連線</a:t>
            </a:r>
          </a:p>
        </p:txBody>
      </p:sp>
      <p:sp>
        <p:nvSpPr>
          <p:cNvPr id="29" name="text-1599">
            <a:extLst xmlns:a="http://schemas.openxmlformats.org/drawingml/2006/main">
              <a:ext uri="{FF2B5EF4-FFF2-40B4-BE49-F238E27FC236}">
                <a16:creationId xmlns:a16="http://schemas.microsoft.com/office/drawing/2014/main" id="{304E52CF-2387-497B-A732-5D324ED8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2243">
            <a:extLst xmlns:a="http://schemas.openxmlformats.org/drawingml/2006/main">
              <a:ext uri="{FF2B5EF4-FFF2-40B4-BE49-F238E27FC236}">
                <a16:creationId xmlns:a16="http://schemas.microsoft.com/office/drawing/2014/main" id="{7646027C-525D-4D27-BDC1-A58D9A5E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84d03aea4844f93"/>
              </a:rPr>
              <a:t>Remote Control 官方說明 ↗</a:t>
            </a:r>
          </a:p>
        </p:txBody>
      </p:sp>
      <p:sp>
        <p:nvSpPr>
          <p:cNvPr id="31" name="shape-2310">
            <a:extLst xmlns:a="http://schemas.openxmlformats.org/drawingml/2006/main">
              <a:ext uri="{FF2B5EF4-FFF2-40B4-BE49-F238E27FC236}">
                <a16:creationId xmlns:a16="http://schemas.microsoft.com/office/drawing/2014/main" id="{BE71931A-EFEE-49C6-96AB-16BB4280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2586cfa19b424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2311">
            <a:extLst xmlns:a="http://schemas.openxmlformats.org/drawingml/2006/main">
              <a:ext uri="{FF2B5EF4-FFF2-40B4-BE49-F238E27FC236}">
                <a16:creationId xmlns:a16="http://schemas.microsoft.com/office/drawing/2014/main" id="{AC293483-04D2-47A3-B424-E9E47AC9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Remote Contr</a:t>
            </a:r>
          </a:p>
        </p:txBody>
      </p:sp>
    </p:spTree>
    <p:extLst>
      <p:ext uri="{BB962C8B-B14F-4D97-AF65-F5344CB8AC3E}">
        <p14:creationId xmlns:p14="http://schemas.microsoft.com/office/powerpoint/2010/main" val="137120916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600">
            <a:extLst xmlns:a="http://schemas.openxmlformats.org/drawingml/2006/main">
              <a:ext uri="{FF2B5EF4-FFF2-40B4-BE49-F238E27FC236}">
                <a16:creationId xmlns:a16="http://schemas.microsoft.com/office/drawing/2014/main" id="{67E827E2-D2C4-492E-B61B-B11853FA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1601">
            <a:extLst xmlns:a="http://schemas.openxmlformats.org/drawingml/2006/main">
              <a:ext uri="{FF2B5EF4-FFF2-40B4-BE49-F238E27FC236}">
                <a16:creationId xmlns:a16="http://schemas.microsoft.com/office/drawing/2014/main" id="{FFCEB993-DC2A-4D98-A801-98CE66F3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3" name="text-1602">
            <a:extLst xmlns:a="http://schemas.openxmlformats.org/drawingml/2006/main">
              <a:ext uri="{FF2B5EF4-FFF2-40B4-BE49-F238E27FC236}">
                <a16:creationId xmlns:a16="http://schemas.microsoft.com/office/drawing/2014/main" id="{E0096F53-2600-42F7-BD8B-5D61A4D3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ChatGPT Voice 可在桌面版 Work／Codex 中直接口述任務、追問進度與協調 Agent；Codex 也能讀取工作區脈絡、修改檔案、執行檢查並交付可追查成果。</a:t>
            </a:r>
          </a:p>
        </p:txBody>
      </p:sp>
      <p:sp>
        <p:nvSpPr>
          <p:cNvPr id="4" name="shape-1603">
            <a:extLst xmlns:a="http://schemas.openxmlformats.org/drawingml/2006/main">
              <a:ext uri="{FF2B5EF4-FFF2-40B4-BE49-F238E27FC236}">
                <a16:creationId xmlns:a16="http://schemas.microsoft.com/office/drawing/2014/main" id="{AB793C45-58DA-4E83-BA4D-0C03C51F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604">
            <a:extLst xmlns:a="http://schemas.openxmlformats.org/drawingml/2006/main">
              <a:ext uri="{FF2B5EF4-FFF2-40B4-BE49-F238E27FC236}">
                <a16:creationId xmlns:a16="http://schemas.microsoft.com/office/drawing/2014/main" id="{58936C61-B997-47E6-B643-403F6E6C5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605">
            <a:extLst xmlns:a="http://schemas.openxmlformats.org/drawingml/2006/main">
              <a:ext uri="{FF2B5EF4-FFF2-40B4-BE49-F238E27FC236}">
                <a16:creationId xmlns:a16="http://schemas.microsoft.com/office/drawing/2014/main" id="{F4AB3DBE-5C67-4735-9EB9-6E2648DC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606">
            <a:extLst xmlns:a="http://schemas.openxmlformats.org/drawingml/2006/main">
              <a:ext uri="{FF2B5EF4-FFF2-40B4-BE49-F238E27FC236}">
                <a16:creationId xmlns:a16="http://schemas.microsoft.com/office/drawing/2014/main" id="{C00C9FAB-D82B-4CB4-9BFB-1E8BF6B7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&lt;&gt;</a:t>
            </a:r>
          </a:p>
        </p:txBody>
      </p:sp>
      <p:sp>
        <p:nvSpPr>
          <p:cNvPr id="8" name="text-1607">
            <a:extLst xmlns:a="http://schemas.openxmlformats.org/drawingml/2006/main">
              <a:ext uri="{FF2B5EF4-FFF2-40B4-BE49-F238E27FC236}">
                <a16:creationId xmlns:a16="http://schemas.microsoft.com/office/drawing/2014/main" id="{A8025AE4-DDC5-4667-A5DC-D0A2F219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9" name="text-1608">
            <a:extLst xmlns:a="http://schemas.openxmlformats.org/drawingml/2006/main">
              <a:ext uri="{FF2B5EF4-FFF2-40B4-BE49-F238E27FC236}">
                <a16:creationId xmlns:a16="http://schemas.microsoft.com/office/drawing/2014/main" id="{E0B81C46-CE61-42C2-AD45-B6E4F01A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ChatGPT Agent 工作區</a:t>
            </a:r>
          </a:p>
        </p:txBody>
      </p:sp>
      <p:cxnSp>
        <p:nvCxnSpPr>
          <p:cNvPr id="26" name="shape-160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11" name="text-1610">
            <a:extLst xmlns:a="http://schemas.openxmlformats.org/drawingml/2006/main">
              <a:ext uri="{FF2B5EF4-FFF2-40B4-BE49-F238E27FC236}">
                <a16:creationId xmlns:a16="http://schemas.microsoft.com/office/drawing/2014/main" id="{6FFB1DFF-351D-49FA-B859-D52F89EE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9192C51-CFBD-4E11-A21C-8134E376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13" name="text-2244">
            <a:extLst xmlns:a="http://schemas.openxmlformats.org/drawingml/2006/main">
              <a:ext uri="{FF2B5EF4-FFF2-40B4-BE49-F238E27FC236}">
                <a16:creationId xmlns:a16="http://schemas.microsoft.com/office/drawing/2014/main" id="{67B95460-D195-4BC4-8294-5F8571EF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66be54d399842b5"/>
              </a:rPr>
              <a:t>開啟 Codex ↗</a:t>
            </a:r>
          </a:p>
        </p:txBody>
      </p:sp>
      <p:sp>
        <p:nvSpPr>
          <p:cNvPr id="14" name="shape-2312">
            <a:extLst xmlns:a="http://schemas.openxmlformats.org/drawingml/2006/main">
              <a:ext uri="{FF2B5EF4-FFF2-40B4-BE49-F238E27FC236}">
                <a16:creationId xmlns:a16="http://schemas.microsoft.com/office/drawing/2014/main" id="{2172D11B-4C56-423D-BFCD-4588ECE9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f28acc054f436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2313">
            <a:extLst xmlns:a="http://schemas.openxmlformats.org/drawingml/2006/main">
              <a:ext uri="{FF2B5EF4-FFF2-40B4-BE49-F238E27FC236}">
                <a16:creationId xmlns:a16="http://schemas.microsoft.com/office/drawing/2014/main" id="{4463AF50-359C-4148-99A1-F7DAAC473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78171284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text-1611">
            <a:extLst xmlns:a="http://schemas.openxmlformats.org/drawingml/2006/main">
              <a:ext uri="{FF2B5EF4-FFF2-40B4-BE49-F238E27FC236}">
                <a16:creationId xmlns:a16="http://schemas.microsoft.com/office/drawing/2014/main" id="{794D9AAE-FED1-44FA-8EC7-A890245D1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570680D-6CA6-4424-9A61-E2C69B69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 實作工作流：先定位，再修改</a:t>
            </a:r>
          </a:p>
        </p:txBody>
      </p:sp>
      <p:cxnSp>
        <p:nvCxnSpPr>
          <p:cNvPr id="42" name="shape-161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13">
            <a:extLst xmlns:a="http://schemas.openxmlformats.org/drawingml/2006/main">
              <a:ext uri="{FF2B5EF4-FFF2-40B4-BE49-F238E27FC236}">
                <a16:creationId xmlns:a16="http://schemas.microsoft.com/office/drawing/2014/main" id="{AF77A4FA-2EE0-4BD6-97B2-BFAD51A9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46AE415-5850-4BF4-BC66-838AE3F1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1614">
            <a:extLst xmlns:a="http://schemas.openxmlformats.org/drawingml/2006/main">
              <a:ext uri="{FF2B5EF4-FFF2-40B4-BE49-F238E27FC236}">
                <a16:creationId xmlns:a16="http://schemas.microsoft.com/office/drawing/2014/main" id="{625032D9-9A4F-45A7-BBE9-C8133DE5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615">
            <a:extLst xmlns:a="http://schemas.openxmlformats.org/drawingml/2006/main">
              <a:ext uri="{FF2B5EF4-FFF2-40B4-BE49-F238E27FC236}">
                <a16:creationId xmlns:a16="http://schemas.microsoft.com/office/drawing/2014/main" id="{5624A838-667F-47B9-991F-246F6EE55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16">
            <a:extLst xmlns:a="http://schemas.openxmlformats.org/drawingml/2006/main">
              <a:ext uri="{FF2B5EF4-FFF2-40B4-BE49-F238E27FC236}">
                <a16:creationId xmlns:a16="http://schemas.microsoft.com/office/drawing/2014/main" id="{C5CACB77-1680-43D5-B808-717DCDA9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17">
            <a:extLst xmlns:a="http://schemas.openxmlformats.org/drawingml/2006/main">
              <a:ext uri="{FF2B5EF4-FFF2-40B4-BE49-F238E27FC236}">
                <a16:creationId xmlns:a16="http://schemas.microsoft.com/office/drawing/2014/main" id="{46FA27B3-3748-486A-8389-CDE0DDA8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開啟工作區／語音</a:t>
            </a:r>
          </a:p>
        </p:txBody>
      </p:sp>
      <p:sp>
        <p:nvSpPr>
          <p:cNvPr id="10" name="text-1618">
            <a:extLst xmlns:a="http://schemas.openxmlformats.org/drawingml/2006/main">
              <a:ext uri="{FF2B5EF4-FFF2-40B4-BE49-F238E27FC236}">
                <a16:creationId xmlns:a16="http://schemas.microsoft.com/office/drawing/2014/main" id="{2F156D7F-3A38-48D6-96FB-B820F4F5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素材、麥克風與權限</a:t>
            </a:r>
          </a:p>
        </p:txBody>
      </p:sp>
      <p:sp>
        <p:nvSpPr>
          <p:cNvPr id="11" name="text-1619">
            <a:extLst xmlns:a="http://schemas.openxmlformats.org/drawingml/2006/main">
              <a:ext uri="{FF2B5EF4-FFF2-40B4-BE49-F238E27FC236}">
                <a16:creationId xmlns:a16="http://schemas.microsoft.com/office/drawing/2014/main" id="{2706EE12-06F5-44B0-B67F-9AD5AAF2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620">
            <a:extLst xmlns:a="http://schemas.openxmlformats.org/drawingml/2006/main">
              <a:ext uri="{FF2B5EF4-FFF2-40B4-BE49-F238E27FC236}">
                <a16:creationId xmlns:a16="http://schemas.microsoft.com/office/drawing/2014/main" id="{362572D7-B5B2-4983-B279-08468B283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621">
            <a:extLst xmlns:a="http://schemas.openxmlformats.org/drawingml/2006/main">
              <a:ext uri="{FF2B5EF4-FFF2-40B4-BE49-F238E27FC236}">
                <a16:creationId xmlns:a16="http://schemas.microsoft.com/office/drawing/2014/main" id="{D65D1DC7-A139-4F4A-85E1-8800A71A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622">
            <a:extLst xmlns:a="http://schemas.openxmlformats.org/drawingml/2006/main">
              <a:ext uri="{FF2B5EF4-FFF2-40B4-BE49-F238E27FC236}">
                <a16:creationId xmlns:a16="http://schemas.microsoft.com/office/drawing/2014/main" id="{8E6D486B-2FE4-44C1-A84B-58CCD8AF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623">
            <a:extLst xmlns:a="http://schemas.openxmlformats.org/drawingml/2006/main">
              <a:ext uri="{FF2B5EF4-FFF2-40B4-BE49-F238E27FC236}">
                <a16:creationId xmlns:a16="http://schemas.microsoft.com/office/drawing/2014/main" id="{8B480CBD-61D9-4B64-97C5-62D4664C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描述任務</a:t>
            </a:r>
          </a:p>
        </p:txBody>
      </p:sp>
      <p:sp>
        <p:nvSpPr>
          <p:cNvPr id="16" name="text-1624">
            <a:extLst xmlns:a="http://schemas.openxmlformats.org/drawingml/2006/main">
              <a:ext uri="{FF2B5EF4-FFF2-40B4-BE49-F238E27FC236}">
                <a16:creationId xmlns:a16="http://schemas.microsoft.com/office/drawing/2014/main" id="{525E8931-422B-461C-99E0-51737322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目標、限制、驗收</a:t>
            </a:r>
          </a:p>
        </p:txBody>
      </p:sp>
      <p:sp>
        <p:nvSpPr>
          <p:cNvPr id="17" name="text-1625">
            <a:extLst xmlns:a="http://schemas.openxmlformats.org/drawingml/2006/main">
              <a:ext uri="{FF2B5EF4-FFF2-40B4-BE49-F238E27FC236}">
                <a16:creationId xmlns:a16="http://schemas.microsoft.com/office/drawing/2014/main" id="{39330D96-5A25-46A1-8B74-BA249B7D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626">
            <a:extLst xmlns:a="http://schemas.openxmlformats.org/drawingml/2006/main">
              <a:ext uri="{FF2B5EF4-FFF2-40B4-BE49-F238E27FC236}">
                <a16:creationId xmlns:a16="http://schemas.microsoft.com/office/drawing/2014/main" id="{A73F2260-F95D-48F3-B681-6F676431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627">
            <a:extLst xmlns:a="http://schemas.openxmlformats.org/drawingml/2006/main">
              <a:ext uri="{FF2B5EF4-FFF2-40B4-BE49-F238E27FC236}">
                <a16:creationId xmlns:a16="http://schemas.microsoft.com/office/drawing/2014/main" id="{176A5F6E-BCCC-49C6-9C62-F2F271F7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628">
            <a:extLst xmlns:a="http://schemas.openxmlformats.org/drawingml/2006/main">
              <a:ext uri="{FF2B5EF4-FFF2-40B4-BE49-F238E27FC236}">
                <a16:creationId xmlns:a16="http://schemas.microsoft.com/office/drawing/2014/main" id="{EB1F6797-8540-4D56-8F11-DD6A58BB0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629">
            <a:extLst xmlns:a="http://schemas.openxmlformats.org/drawingml/2006/main">
              <a:ext uri="{FF2B5EF4-FFF2-40B4-BE49-F238E27FC236}">
                <a16:creationId xmlns:a16="http://schemas.microsoft.com/office/drawing/2014/main" id="{70A355E7-22E2-425E-B77B-6C0D66EA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觀察進度</a:t>
            </a:r>
          </a:p>
        </p:txBody>
      </p:sp>
      <p:sp>
        <p:nvSpPr>
          <p:cNvPr id="22" name="text-1630">
            <a:extLst xmlns:a="http://schemas.openxmlformats.org/drawingml/2006/main">
              <a:ext uri="{FF2B5EF4-FFF2-40B4-BE49-F238E27FC236}">
                <a16:creationId xmlns:a16="http://schemas.microsoft.com/office/drawing/2014/main" id="{53F18614-4032-4D2B-8FEA-D0542B53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計畫、讀檔、工具使用</a:t>
            </a:r>
          </a:p>
        </p:txBody>
      </p:sp>
      <p:sp>
        <p:nvSpPr>
          <p:cNvPr id="23" name="text-1631">
            <a:extLst xmlns:a="http://schemas.openxmlformats.org/drawingml/2006/main">
              <a:ext uri="{FF2B5EF4-FFF2-40B4-BE49-F238E27FC236}">
                <a16:creationId xmlns:a16="http://schemas.microsoft.com/office/drawing/2014/main" id="{E27605B6-F562-4767-A19F-B7192960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632">
            <a:extLst xmlns:a="http://schemas.openxmlformats.org/drawingml/2006/main">
              <a:ext uri="{FF2B5EF4-FFF2-40B4-BE49-F238E27FC236}">
                <a16:creationId xmlns:a16="http://schemas.microsoft.com/office/drawing/2014/main" id="{2BE432E7-5010-464D-8B70-BF47759A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633">
            <a:extLst xmlns:a="http://schemas.openxmlformats.org/drawingml/2006/main">
              <a:ext uri="{FF2B5EF4-FFF2-40B4-BE49-F238E27FC236}">
                <a16:creationId xmlns:a16="http://schemas.microsoft.com/office/drawing/2014/main" id="{206A218A-5004-4CD5-BB02-8B0DDA9C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634">
            <a:extLst xmlns:a="http://schemas.openxmlformats.org/drawingml/2006/main">
              <a:ext uri="{FF2B5EF4-FFF2-40B4-BE49-F238E27FC236}">
                <a16:creationId xmlns:a16="http://schemas.microsoft.com/office/drawing/2014/main" id="{615A9928-F123-48D4-A568-82F2C98D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635">
            <a:extLst xmlns:a="http://schemas.openxmlformats.org/drawingml/2006/main">
              <a:ext uri="{FF2B5EF4-FFF2-40B4-BE49-F238E27FC236}">
                <a16:creationId xmlns:a16="http://schemas.microsoft.com/office/drawing/2014/main" id="{7678AA7F-5C1D-4645-A714-E91B9390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檢查成果</a:t>
            </a:r>
          </a:p>
        </p:txBody>
      </p:sp>
      <p:sp>
        <p:nvSpPr>
          <p:cNvPr id="28" name="text-1636">
            <a:extLst xmlns:a="http://schemas.openxmlformats.org/drawingml/2006/main">
              <a:ext uri="{FF2B5EF4-FFF2-40B4-BE49-F238E27FC236}">
                <a16:creationId xmlns:a16="http://schemas.microsoft.com/office/drawing/2014/main" id="{B82F6ED6-02F4-4F7D-A57E-B2BE2F1D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檔案、測試、畫面、差異</a:t>
            </a:r>
          </a:p>
        </p:txBody>
      </p:sp>
      <p:sp>
        <p:nvSpPr>
          <p:cNvPr id="29" name="text-1637">
            <a:extLst xmlns:a="http://schemas.openxmlformats.org/drawingml/2006/main">
              <a:ext uri="{FF2B5EF4-FFF2-40B4-BE49-F238E27FC236}">
                <a16:creationId xmlns:a16="http://schemas.microsoft.com/office/drawing/2014/main" id="{1E1F695A-D70E-46E4-8518-AFEC0D43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638">
            <a:extLst xmlns:a="http://schemas.openxmlformats.org/drawingml/2006/main">
              <a:ext uri="{FF2B5EF4-FFF2-40B4-BE49-F238E27FC236}">
                <a16:creationId xmlns:a16="http://schemas.microsoft.com/office/drawing/2014/main" id="{5D1C27D5-322C-4718-AEE2-6AD24429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639">
            <a:extLst xmlns:a="http://schemas.openxmlformats.org/drawingml/2006/main">
              <a:ext uri="{FF2B5EF4-FFF2-40B4-BE49-F238E27FC236}">
                <a16:creationId xmlns:a16="http://schemas.microsoft.com/office/drawing/2014/main" id="{5030F627-E81E-4010-8CAC-21B90616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640">
            <a:extLst xmlns:a="http://schemas.openxmlformats.org/drawingml/2006/main">
              <a:ext uri="{FF2B5EF4-FFF2-40B4-BE49-F238E27FC236}">
                <a16:creationId xmlns:a16="http://schemas.microsoft.com/office/drawing/2014/main" id="{FCB72431-E092-4234-95AA-3B9ADD5E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641">
            <a:extLst xmlns:a="http://schemas.openxmlformats.org/drawingml/2006/main">
              <a:ext uri="{FF2B5EF4-FFF2-40B4-BE49-F238E27FC236}">
                <a16:creationId xmlns:a16="http://schemas.microsoft.com/office/drawing/2014/main" id="{BB7F8CFB-F316-47F5-9450-8811C287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決定下一步</a:t>
            </a:r>
          </a:p>
        </p:txBody>
      </p:sp>
      <p:sp>
        <p:nvSpPr>
          <p:cNvPr id="34" name="text-1642">
            <a:extLst xmlns:a="http://schemas.openxmlformats.org/drawingml/2006/main">
              <a:ext uri="{FF2B5EF4-FFF2-40B4-BE49-F238E27FC236}">
                <a16:creationId xmlns:a16="http://schemas.microsoft.com/office/drawing/2014/main" id="{B9D7C755-E200-4828-9A25-006642F4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接受、修正或停止</a:t>
            </a:r>
          </a:p>
        </p:txBody>
      </p:sp>
      <p:sp>
        <p:nvSpPr>
          <p:cNvPr id="35" name="text-1643">
            <a:extLst xmlns:a="http://schemas.openxmlformats.org/drawingml/2006/main">
              <a:ext uri="{FF2B5EF4-FFF2-40B4-BE49-F238E27FC236}">
                <a16:creationId xmlns:a16="http://schemas.microsoft.com/office/drawing/2014/main" id="{00FCDC88-664F-40DC-90EE-9B0B0BE7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2245">
            <a:extLst xmlns:a="http://schemas.openxmlformats.org/drawingml/2006/main">
              <a:ext uri="{FF2B5EF4-FFF2-40B4-BE49-F238E27FC236}">
                <a16:creationId xmlns:a16="http://schemas.microsoft.com/office/drawing/2014/main" id="{9A0AB5EB-9093-44DD-95C2-001A00C2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031649b9c164100"/>
              </a:rPr>
              <a:t>開啟 Codex ↗</a:t>
            </a:r>
          </a:p>
        </p:txBody>
      </p:sp>
      <p:sp>
        <p:nvSpPr>
          <p:cNvPr id="37" name="shape-2314">
            <a:extLst xmlns:a="http://schemas.openxmlformats.org/drawingml/2006/main">
              <a:ext uri="{FF2B5EF4-FFF2-40B4-BE49-F238E27FC236}">
                <a16:creationId xmlns:a16="http://schemas.microsoft.com/office/drawing/2014/main" id="{7D2568CC-4EA0-448A-B8D9-4C9DDE8D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23a7fbf255485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9" name="text-2315">
            <a:extLst xmlns:a="http://schemas.openxmlformats.org/drawingml/2006/main">
              <a:ext uri="{FF2B5EF4-FFF2-40B4-BE49-F238E27FC236}">
                <a16:creationId xmlns:a16="http://schemas.microsoft.com/office/drawing/2014/main" id="{BFE2E75C-B1DE-4B19-84DB-7385E8F5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98749351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644">
            <a:extLst xmlns:a="http://schemas.openxmlformats.org/drawingml/2006/main">
              <a:ext uri="{FF2B5EF4-FFF2-40B4-BE49-F238E27FC236}">
                <a16:creationId xmlns:a16="http://schemas.microsoft.com/office/drawing/2014/main" id="{90DAA3EF-2965-4BC2-9256-812AE2E4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B799C17-7C70-42CD-9023-7E733C36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同一任務在 Codex 中這樣下達</a:t>
            </a:r>
          </a:p>
        </p:txBody>
      </p:sp>
      <p:cxnSp>
        <p:nvCxnSpPr>
          <p:cNvPr id="19" name="shape-164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46">
            <a:extLst xmlns:a="http://schemas.openxmlformats.org/drawingml/2006/main">
              <a:ext uri="{FF2B5EF4-FFF2-40B4-BE49-F238E27FC236}">
                <a16:creationId xmlns:a16="http://schemas.microsoft.com/office/drawing/2014/main" id="{C083E012-38EB-4D2E-AD6D-56FCB652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208A5F9-1ED0-402A-8CB2-44B2B44C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1647">
            <a:extLst xmlns:a="http://schemas.openxmlformats.org/drawingml/2006/main">
              <a:ext uri="{FF2B5EF4-FFF2-40B4-BE49-F238E27FC236}">
                <a16:creationId xmlns:a16="http://schemas.microsoft.com/office/drawing/2014/main" id="{64D6671B-3FC3-4BB9-B159-B3D86EB3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B2A3D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目標：改善這個課程互動網站的手機操作體驗。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範圍：只處理目前工作區中的 HTML、CSS、JS。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限制：不更動教學內容、不新增外部服務、不發布。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檢查結構與手機畫面。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說明最重要的 3 個問題與修正計畫。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實作後跑可行的檢查。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回報修改檔案、驗證證據與未確認項目。</a:t>
            </a:r>
          </a:p>
        </p:txBody>
      </p:sp>
      <p:sp>
        <p:nvSpPr>
          <p:cNvPr id="7" name="text-1648">
            <a:extLst xmlns:a="http://schemas.openxmlformats.org/drawingml/2006/main">
              <a:ext uri="{FF2B5EF4-FFF2-40B4-BE49-F238E27FC236}">
                <a16:creationId xmlns:a16="http://schemas.microsoft.com/office/drawing/2014/main" id="{4350ECCA-FC4C-4498-BE11-5E8DABE51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明確邊界</a:t>
            </a:r>
          </a:p>
        </p:txBody>
      </p:sp>
      <p:sp>
        <p:nvSpPr>
          <p:cNvPr id="8" name="text-1649">
            <a:extLst xmlns:a="http://schemas.openxmlformats.org/drawingml/2006/main">
              <a:ext uri="{FF2B5EF4-FFF2-40B4-BE49-F238E27FC236}">
                <a16:creationId xmlns:a16="http://schemas.microsoft.com/office/drawing/2014/main" id="{C5180951-8E39-45BF-902B-14661AA7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檔案與動作的範圍要具體。</a:t>
            </a:r>
          </a:p>
        </p:txBody>
      </p:sp>
      <p:sp>
        <p:nvSpPr>
          <p:cNvPr id="9" name="text-1650">
            <a:extLst xmlns:a="http://schemas.openxmlformats.org/drawingml/2006/main">
              <a:ext uri="{FF2B5EF4-FFF2-40B4-BE49-F238E27FC236}">
                <a16:creationId xmlns:a16="http://schemas.microsoft.com/office/drawing/2014/main" id="{BC0F6EFD-5192-4217-AF23-DC465EF9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651">
            <a:extLst xmlns:a="http://schemas.openxmlformats.org/drawingml/2006/main">
              <a:ext uri="{FF2B5EF4-FFF2-40B4-BE49-F238E27FC236}">
                <a16:creationId xmlns:a16="http://schemas.microsoft.com/office/drawing/2014/main" id="{734C9F64-8317-4319-91E6-044DD518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讓 Agent 先讀環境，避免憑空重寫。</a:t>
            </a:r>
          </a:p>
        </p:txBody>
      </p:sp>
      <p:sp>
        <p:nvSpPr>
          <p:cNvPr id="11" name="text-1652">
            <a:extLst xmlns:a="http://schemas.openxmlformats.org/drawingml/2006/main">
              <a:ext uri="{FF2B5EF4-FFF2-40B4-BE49-F238E27FC236}">
                <a16:creationId xmlns:a16="http://schemas.microsoft.com/office/drawing/2014/main" id="{7845C732-9C2C-45A9-B166-435C9973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驗收可見</a:t>
            </a:r>
          </a:p>
        </p:txBody>
      </p:sp>
      <p:sp>
        <p:nvSpPr>
          <p:cNvPr id="12" name="text-1653">
            <a:extLst xmlns:a="http://schemas.openxmlformats.org/drawingml/2006/main">
              <a:ext uri="{FF2B5EF4-FFF2-40B4-BE49-F238E27FC236}">
                <a16:creationId xmlns:a16="http://schemas.microsoft.com/office/drawing/2014/main" id="{661B57B3-A538-4DC1-8BED-DFC7E548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要求證據與未確認項目。</a:t>
            </a:r>
          </a:p>
        </p:txBody>
      </p:sp>
      <p:sp>
        <p:nvSpPr>
          <p:cNvPr id="13" name="text-2246">
            <a:extLst xmlns:a="http://schemas.openxmlformats.org/drawingml/2006/main">
              <a:ext uri="{FF2B5EF4-FFF2-40B4-BE49-F238E27FC236}">
                <a16:creationId xmlns:a16="http://schemas.microsoft.com/office/drawing/2014/main" id="{2764C50A-2A8E-421B-9641-0B592D28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bf62411d5824bc2"/>
              </a:rPr>
              <a:t>開啟 Codex ↗</a:t>
            </a:r>
          </a:p>
        </p:txBody>
      </p:sp>
      <p:sp>
        <p:nvSpPr>
          <p:cNvPr id="14" name="shape-2316">
            <a:extLst xmlns:a="http://schemas.openxmlformats.org/drawingml/2006/main">
              <a:ext uri="{FF2B5EF4-FFF2-40B4-BE49-F238E27FC236}">
                <a16:creationId xmlns:a16="http://schemas.microsoft.com/office/drawing/2014/main" id="{16FD1719-62B2-4E73-8DEE-4E626520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2dac31db0a414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2317">
            <a:extLst xmlns:a="http://schemas.openxmlformats.org/drawingml/2006/main">
              <a:ext uri="{FF2B5EF4-FFF2-40B4-BE49-F238E27FC236}">
                <a16:creationId xmlns:a16="http://schemas.microsoft.com/office/drawing/2014/main" id="{1CBA6769-CF30-4E9F-B91E-EED7761C1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08542378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654">
            <a:extLst xmlns:a="http://schemas.openxmlformats.org/drawingml/2006/main">
              <a:ext uri="{FF2B5EF4-FFF2-40B4-BE49-F238E27FC236}">
                <a16:creationId xmlns:a16="http://schemas.microsoft.com/office/drawing/2014/main" id="{323D4A48-1F70-4D48-848C-BB353114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TASK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E63C12D-9474-43CF-B2EF-DF827CCD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好任務簡報的六個欄位</a:t>
            </a:r>
          </a:p>
        </p:txBody>
      </p:sp>
      <p:cxnSp>
        <p:nvCxnSpPr>
          <p:cNvPr id="36" name="shape-165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56">
            <a:extLst xmlns:a="http://schemas.openxmlformats.org/drawingml/2006/main">
              <a:ext uri="{FF2B5EF4-FFF2-40B4-BE49-F238E27FC236}">
                <a16:creationId xmlns:a16="http://schemas.microsoft.com/office/drawing/2014/main" id="{D7B68A8E-4D6B-4304-A010-03E72D4B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19F381F-CC79-49C0-898B-B73E5680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1657">
            <a:extLst xmlns:a="http://schemas.openxmlformats.org/drawingml/2006/main">
              <a:ext uri="{FF2B5EF4-FFF2-40B4-BE49-F238E27FC236}">
                <a16:creationId xmlns:a16="http://schemas.microsoft.com/office/drawing/2014/main" id="{78391FB0-4E49-4BCF-AB03-2AB9C143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658">
            <a:extLst xmlns:a="http://schemas.openxmlformats.org/drawingml/2006/main">
              <a:ext uri="{FF2B5EF4-FFF2-40B4-BE49-F238E27FC236}">
                <a16:creationId xmlns:a16="http://schemas.microsoft.com/office/drawing/2014/main" id="{240607C3-370A-4D08-B795-366D1294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1659">
            <a:extLst xmlns:a="http://schemas.openxmlformats.org/drawingml/2006/main">
              <a:ext uri="{FF2B5EF4-FFF2-40B4-BE49-F238E27FC236}">
                <a16:creationId xmlns:a16="http://schemas.microsoft.com/office/drawing/2014/main" id="{8DEFD166-A400-40C3-80B3-A0F8AFBA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Why</a:t>
            </a:r>
          </a:p>
        </p:txBody>
      </p:sp>
      <p:sp>
        <p:nvSpPr>
          <p:cNvPr id="9" name="text-1660">
            <a:extLst xmlns:a="http://schemas.openxmlformats.org/drawingml/2006/main">
              <a:ext uri="{FF2B5EF4-FFF2-40B4-BE49-F238E27FC236}">
                <a16:creationId xmlns:a16="http://schemas.microsoft.com/office/drawing/2014/main" id="{97431CF0-E98A-4B02-A94B-EC0B7B88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教學／研究痛點與使用者價值</a:t>
            </a:r>
          </a:p>
        </p:txBody>
      </p:sp>
      <p:sp>
        <p:nvSpPr>
          <p:cNvPr id="10" name="shape-1661">
            <a:extLst xmlns:a="http://schemas.openxmlformats.org/drawingml/2006/main">
              <a:ext uri="{FF2B5EF4-FFF2-40B4-BE49-F238E27FC236}">
                <a16:creationId xmlns:a16="http://schemas.microsoft.com/office/drawing/2014/main" id="{C70D15B6-D100-42FA-BE72-B89E3B6D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662">
            <a:extLst xmlns:a="http://schemas.openxmlformats.org/drawingml/2006/main">
              <a:ext uri="{FF2B5EF4-FFF2-40B4-BE49-F238E27FC236}">
                <a16:creationId xmlns:a16="http://schemas.microsoft.com/office/drawing/2014/main" id="{302E2A33-8690-4278-B46C-C438EE3D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1663">
            <a:extLst xmlns:a="http://schemas.openxmlformats.org/drawingml/2006/main">
              <a:ext uri="{FF2B5EF4-FFF2-40B4-BE49-F238E27FC236}">
                <a16:creationId xmlns:a16="http://schemas.microsoft.com/office/drawing/2014/main" id="{A1A9D776-3C10-418D-A08C-2636D242B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13" name="text-1664">
            <a:extLst xmlns:a="http://schemas.openxmlformats.org/drawingml/2006/main">
              <a:ext uri="{FF2B5EF4-FFF2-40B4-BE49-F238E27FC236}">
                <a16:creationId xmlns:a16="http://schemas.microsoft.com/office/drawing/2014/main" id="{34A05028-4A5C-4CA0-B88D-74721D67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要完成的具體成果</a:t>
            </a:r>
          </a:p>
        </p:txBody>
      </p:sp>
      <p:sp>
        <p:nvSpPr>
          <p:cNvPr id="14" name="shape-1665">
            <a:extLst xmlns:a="http://schemas.openxmlformats.org/drawingml/2006/main">
              <a:ext uri="{FF2B5EF4-FFF2-40B4-BE49-F238E27FC236}">
                <a16:creationId xmlns:a16="http://schemas.microsoft.com/office/drawing/2014/main" id="{5995B989-EFD8-4F8C-8B41-DD916A0F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666">
            <a:extLst xmlns:a="http://schemas.openxmlformats.org/drawingml/2006/main">
              <a:ext uri="{FF2B5EF4-FFF2-40B4-BE49-F238E27FC236}">
                <a16:creationId xmlns:a16="http://schemas.microsoft.com/office/drawing/2014/main" id="{B870AA92-DFBD-4796-8A78-AF679F82B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1667">
            <a:extLst xmlns:a="http://schemas.openxmlformats.org/drawingml/2006/main">
              <a:ext uri="{FF2B5EF4-FFF2-40B4-BE49-F238E27FC236}">
                <a16:creationId xmlns:a16="http://schemas.microsoft.com/office/drawing/2014/main" id="{207448FC-B394-492B-9553-F6058722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Where</a:t>
            </a:r>
          </a:p>
        </p:txBody>
      </p:sp>
      <p:sp>
        <p:nvSpPr>
          <p:cNvPr id="17" name="text-1668">
            <a:extLst xmlns:a="http://schemas.openxmlformats.org/drawingml/2006/main">
              <a:ext uri="{FF2B5EF4-FFF2-40B4-BE49-F238E27FC236}">
                <a16:creationId xmlns:a16="http://schemas.microsoft.com/office/drawing/2014/main" id="{0D220207-0CB5-4A1F-A780-E2275259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工作區、檔案與資料來源</a:t>
            </a:r>
          </a:p>
        </p:txBody>
      </p:sp>
      <p:sp>
        <p:nvSpPr>
          <p:cNvPr id="18" name="shape-1669">
            <a:extLst xmlns:a="http://schemas.openxmlformats.org/drawingml/2006/main">
              <a:ext uri="{FF2B5EF4-FFF2-40B4-BE49-F238E27FC236}">
                <a16:creationId xmlns:a16="http://schemas.microsoft.com/office/drawing/2014/main" id="{B5B2445A-ED2C-4A00-8C50-AF3DFBBE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670">
            <a:extLst xmlns:a="http://schemas.openxmlformats.org/drawingml/2006/main">
              <a:ext uri="{FF2B5EF4-FFF2-40B4-BE49-F238E27FC236}">
                <a16:creationId xmlns:a16="http://schemas.microsoft.com/office/drawing/2014/main" id="{B5136BA1-6EE3-46DC-977F-CF4188EA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1671">
            <a:extLst xmlns:a="http://schemas.openxmlformats.org/drawingml/2006/main">
              <a:ext uri="{FF2B5EF4-FFF2-40B4-BE49-F238E27FC236}">
                <a16:creationId xmlns:a16="http://schemas.microsoft.com/office/drawing/2014/main" id="{B01C01B6-05A8-4145-9C7E-B4F0BDAF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Limits</a:t>
            </a:r>
          </a:p>
        </p:txBody>
      </p:sp>
      <p:sp>
        <p:nvSpPr>
          <p:cNvPr id="21" name="text-1672">
            <a:extLst xmlns:a="http://schemas.openxmlformats.org/drawingml/2006/main">
              <a:ext uri="{FF2B5EF4-FFF2-40B4-BE49-F238E27FC236}">
                <a16:creationId xmlns:a16="http://schemas.microsoft.com/office/drawing/2014/main" id="{1E91970F-BDD1-47DD-9E58-6E62887A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不可改、不可公開、不可猜測</a:t>
            </a:r>
          </a:p>
        </p:txBody>
      </p:sp>
      <p:sp>
        <p:nvSpPr>
          <p:cNvPr id="22" name="shape-1673">
            <a:extLst xmlns:a="http://schemas.openxmlformats.org/drawingml/2006/main">
              <a:ext uri="{FF2B5EF4-FFF2-40B4-BE49-F238E27FC236}">
                <a16:creationId xmlns:a16="http://schemas.microsoft.com/office/drawing/2014/main" id="{2E82F107-3FFC-429E-8F4A-D9807B21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1674">
            <a:extLst xmlns:a="http://schemas.openxmlformats.org/drawingml/2006/main">
              <a:ext uri="{FF2B5EF4-FFF2-40B4-BE49-F238E27FC236}">
                <a16:creationId xmlns:a16="http://schemas.microsoft.com/office/drawing/2014/main" id="{FDA35780-C5F1-4D5F-9299-6C8F7C40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4" name="text-1675">
            <a:extLst xmlns:a="http://schemas.openxmlformats.org/drawingml/2006/main">
              <a:ext uri="{FF2B5EF4-FFF2-40B4-BE49-F238E27FC236}">
                <a16:creationId xmlns:a16="http://schemas.microsoft.com/office/drawing/2014/main" id="{1ABED52F-02AB-4FC0-AD88-3586FB76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Checks</a:t>
            </a:r>
          </a:p>
        </p:txBody>
      </p:sp>
      <p:sp>
        <p:nvSpPr>
          <p:cNvPr id="25" name="text-1676">
            <a:extLst xmlns:a="http://schemas.openxmlformats.org/drawingml/2006/main">
              <a:ext uri="{FF2B5EF4-FFF2-40B4-BE49-F238E27FC236}">
                <a16:creationId xmlns:a16="http://schemas.microsoft.com/office/drawing/2014/main" id="{D9243AAD-DECF-43CE-8411-A3428913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測試、畫面與內容檢核</a:t>
            </a:r>
          </a:p>
        </p:txBody>
      </p:sp>
      <p:sp>
        <p:nvSpPr>
          <p:cNvPr id="26" name="shape-1677">
            <a:extLst xmlns:a="http://schemas.openxmlformats.org/drawingml/2006/main">
              <a:ext uri="{FF2B5EF4-FFF2-40B4-BE49-F238E27FC236}">
                <a16:creationId xmlns:a16="http://schemas.microsoft.com/office/drawing/2014/main" id="{65F38DBF-7F3A-4BC9-97A8-6F7517260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1678">
            <a:extLst xmlns:a="http://schemas.openxmlformats.org/drawingml/2006/main">
              <a:ext uri="{FF2B5EF4-FFF2-40B4-BE49-F238E27FC236}">
                <a16:creationId xmlns:a16="http://schemas.microsoft.com/office/drawing/2014/main" id="{93998174-F174-4A16-B558-48D5C138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8" name="text-1679">
            <a:extLst xmlns:a="http://schemas.openxmlformats.org/drawingml/2006/main">
              <a:ext uri="{FF2B5EF4-FFF2-40B4-BE49-F238E27FC236}">
                <a16:creationId xmlns:a16="http://schemas.microsoft.com/office/drawing/2014/main" id="{E0F1B701-894A-4585-89B4-7E253506F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Handoff</a:t>
            </a:r>
          </a:p>
        </p:txBody>
      </p:sp>
      <p:sp>
        <p:nvSpPr>
          <p:cNvPr id="29" name="text-1680">
            <a:extLst xmlns:a="http://schemas.openxmlformats.org/drawingml/2006/main">
              <a:ext uri="{FF2B5EF4-FFF2-40B4-BE49-F238E27FC236}">
                <a16:creationId xmlns:a16="http://schemas.microsoft.com/office/drawing/2014/main" id="{44736367-E211-433F-9739-C6051AED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成果、差異、限制、下一步</a:t>
            </a:r>
          </a:p>
        </p:txBody>
      </p:sp>
      <p:sp>
        <p:nvSpPr>
          <p:cNvPr id="30" name="text-2247">
            <a:extLst xmlns:a="http://schemas.openxmlformats.org/drawingml/2006/main">
              <a:ext uri="{FF2B5EF4-FFF2-40B4-BE49-F238E27FC236}">
                <a16:creationId xmlns:a16="http://schemas.microsoft.com/office/drawing/2014/main" id="{94F497D5-6A97-4B05-ADD9-911A93AA2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ba5bbfc3ff24333"/>
              </a:rPr>
              <a:t>開啟 Codex ↗</a:t>
            </a:r>
          </a:p>
        </p:txBody>
      </p:sp>
      <p:sp>
        <p:nvSpPr>
          <p:cNvPr id="31" name="shape-2318">
            <a:extLst xmlns:a="http://schemas.openxmlformats.org/drawingml/2006/main">
              <a:ext uri="{FF2B5EF4-FFF2-40B4-BE49-F238E27FC236}">
                <a16:creationId xmlns:a16="http://schemas.microsoft.com/office/drawing/2014/main" id="{EE60CCC5-F27B-4A62-83D1-1A6936DB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f8e0d5da0d41e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2319">
            <a:extLst xmlns:a="http://schemas.openxmlformats.org/drawingml/2006/main">
              <a:ext uri="{FF2B5EF4-FFF2-40B4-BE49-F238E27FC236}">
                <a16:creationId xmlns:a16="http://schemas.microsoft.com/office/drawing/2014/main" id="{0A1FFC02-F62A-4E29-94CB-DE28B833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61979109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681">
            <a:extLst xmlns:a="http://schemas.openxmlformats.org/drawingml/2006/main">
              <a:ext uri="{FF2B5EF4-FFF2-40B4-BE49-F238E27FC236}">
                <a16:creationId xmlns:a16="http://schemas.microsoft.com/office/drawing/2014/main" id="{5CE3BC72-ECC9-460A-A48F-8362BE251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91AFFF-3B12-46FC-BE0F-3A0655F8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B｜Codex 完成同一任務</a:t>
            </a:r>
          </a:p>
        </p:txBody>
      </p:sp>
      <p:cxnSp>
        <p:nvCxnSpPr>
          <p:cNvPr id="25" name="shape-168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83">
            <a:extLst xmlns:a="http://schemas.openxmlformats.org/drawingml/2006/main">
              <a:ext uri="{FF2B5EF4-FFF2-40B4-BE49-F238E27FC236}">
                <a16:creationId xmlns:a16="http://schemas.microsoft.com/office/drawing/2014/main" id="{2077F583-52CD-49EB-8011-86595323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4613590-2B41-4ED8-A07C-6E45FC53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1684">
            <a:extLst xmlns:a="http://schemas.openxmlformats.org/drawingml/2006/main">
              <a:ext uri="{FF2B5EF4-FFF2-40B4-BE49-F238E27FC236}">
                <a16:creationId xmlns:a16="http://schemas.microsoft.com/office/drawing/2014/main" id="{3CAED9AE-FCDA-4E4A-82AF-59774BCC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685">
            <a:extLst xmlns:a="http://schemas.openxmlformats.org/drawingml/2006/main">
              <a:ext uri="{FF2B5EF4-FFF2-40B4-BE49-F238E27FC236}">
                <a16:creationId xmlns:a16="http://schemas.microsoft.com/office/drawing/2014/main" id="{33561EBD-25F0-430C-B208-F2444AE3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686">
            <a:extLst xmlns:a="http://schemas.openxmlformats.org/drawingml/2006/main">
              <a:ext uri="{FF2B5EF4-FFF2-40B4-BE49-F238E27FC236}">
                <a16:creationId xmlns:a16="http://schemas.microsoft.com/office/drawing/2014/main" id="{968DF294-F9DF-49FE-92CB-69181490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87">
            <a:extLst xmlns:a="http://schemas.openxmlformats.org/drawingml/2006/main">
              <a:ext uri="{FF2B5EF4-FFF2-40B4-BE49-F238E27FC236}">
                <a16:creationId xmlns:a16="http://schemas.microsoft.com/office/drawing/2014/main" id="{746E917C-8ED6-42FD-9D8A-705E9AD64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開啟上午成果的工作區</a:t>
            </a:r>
          </a:p>
        </p:txBody>
      </p:sp>
      <p:sp>
        <p:nvSpPr>
          <p:cNvPr id="10" name="text-1688">
            <a:extLst xmlns:a="http://schemas.openxmlformats.org/drawingml/2006/main">
              <a:ext uri="{FF2B5EF4-FFF2-40B4-BE49-F238E27FC236}">
                <a16:creationId xmlns:a16="http://schemas.microsoft.com/office/drawing/2014/main" id="{8B060AF8-796C-448B-B0DA-86909106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689">
            <a:extLst xmlns:a="http://schemas.openxmlformats.org/drawingml/2006/main">
              <a:ext uri="{FF2B5EF4-FFF2-40B4-BE49-F238E27FC236}">
                <a16:creationId xmlns:a16="http://schemas.microsoft.com/office/drawing/2014/main" id="{0970060E-118D-44E6-B984-556BAC90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貼上六欄任務簡報</a:t>
            </a:r>
          </a:p>
        </p:txBody>
      </p:sp>
      <p:sp>
        <p:nvSpPr>
          <p:cNvPr id="12" name="text-1690">
            <a:extLst xmlns:a="http://schemas.openxmlformats.org/drawingml/2006/main">
              <a:ext uri="{FF2B5EF4-FFF2-40B4-BE49-F238E27FC236}">
                <a16:creationId xmlns:a16="http://schemas.microsoft.com/office/drawing/2014/main" id="{51ABB8F7-98F6-4004-A0A6-6A870D01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691">
            <a:extLst xmlns:a="http://schemas.openxmlformats.org/drawingml/2006/main">
              <a:ext uri="{FF2B5EF4-FFF2-40B4-BE49-F238E27FC236}">
                <a16:creationId xmlns:a16="http://schemas.microsoft.com/office/drawing/2014/main" id="{B1C63A36-B338-4404-A31B-98066832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觀察 Agent 讀檔、規劃與執行</a:t>
            </a:r>
          </a:p>
        </p:txBody>
      </p:sp>
      <p:sp>
        <p:nvSpPr>
          <p:cNvPr id="14" name="text-1692">
            <a:extLst xmlns:a="http://schemas.openxmlformats.org/drawingml/2006/main">
              <a:ext uri="{FF2B5EF4-FFF2-40B4-BE49-F238E27FC236}">
                <a16:creationId xmlns:a16="http://schemas.microsoft.com/office/drawing/2014/main" id="{8BD61A3F-7531-4691-A790-2F2D5F22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693">
            <a:extLst xmlns:a="http://schemas.openxmlformats.org/drawingml/2006/main">
              <a:ext uri="{FF2B5EF4-FFF2-40B4-BE49-F238E27FC236}">
                <a16:creationId xmlns:a16="http://schemas.microsoft.com/office/drawing/2014/main" id="{FD0CD225-4D15-4241-ACF9-551A4CD6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比較 Antigravity 與 Codex 的證據</a:t>
            </a:r>
          </a:p>
        </p:txBody>
      </p:sp>
      <p:sp>
        <p:nvSpPr>
          <p:cNvPr id="16" name="shape-1694">
            <a:extLst xmlns:a="http://schemas.openxmlformats.org/drawingml/2006/main">
              <a:ext uri="{FF2B5EF4-FFF2-40B4-BE49-F238E27FC236}">
                <a16:creationId xmlns:a16="http://schemas.microsoft.com/office/drawing/2014/main" id="{B16D65A8-9A9E-4EFC-8561-DB70ECF7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695">
            <a:extLst xmlns:a="http://schemas.openxmlformats.org/drawingml/2006/main">
              <a:ext uri="{FF2B5EF4-FFF2-40B4-BE49-F238E27FC236}">
                <a16:creationId xmlns:a16="http://schemas.microsoft.com/office/drawing/2014/main" id="{1613883A-1E6D-418E-81BD-BA04F764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696">
            <a:extLst xmlns:a="http://schemas.openxmlformats.org/drawingml/2006/main">
              <a:ext uri="{FF2B5EF4-FFF2-40B4-BE49-F238E27FC236}">
                <a16:creationId xmlns:a16="http://schemas.microsoft.com/office/drawing/2014/main" id="{550C3F62-3FE9-4ECD-8A90-76310F95D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有檔案變更或分析產物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有實際檢查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能說明差異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保留人工決定</a:t>
            </a:r>
          </a:p>
        </p:txBody>
      </p:sp>
      <p:sp>
        <p:nvSpPr>
          <p:cNvPr id="19" name="text-2248">
            <a:extLst xmlns:a="http://schemas.openxmlformats.org/drawingml/2006/main">
              <a:ext uri="{FF2B5EF4-FFF2-40B4-BE49-F238E27FC236}">
                <a16:creationId xmlns:a16="http://schemas.microsoft.com/office/drawing/2014/main" id="{CFB6626D-065D-4A45-8FE3-FC8FAEA7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d72f31164c14a7d"/>
              </a:rPr>
              <a:t>開啟 Codex ↗</a:t>
            </a:r>
          </a:p>
        </p:txBody>
      </p:sp>
      <p:sp>
        <p:nvSpPr>
          <p:cNvPr id="20" name="shape-2320">
            <a:extLst xmlns:a="http://schemas.openxmlformats.org/drawingml/2006/main">
              <a:ext uri="{FF2B5EF4-FFF2-40B4-BE49-F238E27FC236}">
                <a16:creationId xmlns:a16="http://schemas.microsoft.com/office/drawing/2014/main" id="{C664E8C8-51A9-4A63-A69D-14D2514B8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cb276b92954c2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2321">
            <a:extLst xmlns:a="http://schemas.openxmlformats.org/drawingml/2006/main">
              <a:ext uri="{FF2B5EF4-FFF2-40B4-BE49-F238E27FC236}">
                <a16:creationId xmlns:a16="http://schemas.microsoft.com/office/drawing/2014/main" id="{2C98D6BB-1D25-452C-98BC-72781481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86555345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697">
            <a:extLst xmlns:a="http://schemas.openxmlformats.org/drawingml/2006/main">
              <a:ext uri="{FF2B5EF4-FFF2-40B4-BE49-F238E27FC236}">
                <a16:creationId xmlns:a16="http://schemas.microsoft.com/office/drawing/2014/main" id="{06F35FF6-A029-40ED-99B5-6B817DB1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1698">
            <a:extLst xmlns:a="http://schemas.openxmlformats.org/drawingml/2006/main">
              <a:ext uri="{FF2B5EF4-FFF2-40B4-BE49-F238E27FC236}">
                <a16:creationId xmlns:a16="http://schemas.microsoft.com/office/drawing/2014/main" id="{E449F5EC-13DB-430C-ABA3-7A8A74F2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" name="text-1699">
            <a:extLst xmlns:a="http://schemas.openxmlformats.org/drawingml/2006/main">
              <a:ext uri="{FF2B5EF4-FFF2-40B4-BE49-F238E27FC236}">
                <a16:creationId xmlns:a16="http://schemas.microsoft.com/office/drawing/2014/main" id="{D8A1B555-4674-4EF3-ADCA-70D0793F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把反覆使用的提示詞、規則、範例與檢查方式，封裝成 Agent 需要時才載入的專業工作包。</a:t>
            </a:r>
          </a:p>
        </p:txBody>
      </p:sp>
      <p:sp>
        <p:nvSpPr>
          <p:cNvPr id="4" name="shape-1700">
            <a:extLst xmlns:a="http://schemas.openxmlformats.org/drawingml/2006/main">
              <a:ext uri="{FF2B5EF4-FFF2-40B4-BE49-F238E27FC236}">
                <a16:creationId xmlns:a16="http://schemas.microsoft.com/office/drawing/2014/main" id="{0AA5D463-7B95-442F-98C0-7D0B96BE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701">
            <a:extLst xmlns:a="http://schemas.openxmlformats.org/drawingml/2006/main">
              <a:ext uri="{FF2B5EF4-FFF2-40B4-BE49-F238E27FC236}">
                <a16:creationId xmlns:a16="http://schemas.microsoft.com/office/drawing/2014/main" id="{7A48BA9A-FB02-46D4-A3EE-8B8A0D58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2" name="shape-170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7" name="text-1703">
            <a:extLst xmlns:a="http://schemas.openxmlformats.org/drawingml/2006/main">
              <a:ext uri="{FF2B5EF4-FFF2-40B4-BE49-F238E27FC236}">
                <a16:creationId xmlns:a16="http://schemas.microsoft.com/office/drawing/2014/main" id="{016F20DC-C795-49F1-83D6-C23A4184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A73ECEF-2DD1-44AF-90AC-AC1045970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9" name="text-2249">
            <a:extLst xmlns:a="http://schemas.openxmlformats.org/drawingml/2006/main">
              <a:ext uri="{FF2B5EF4-FFF2-40B4-BE49-F238E27FC236}">
                <a16:creationId xmlns:a16="http://schemas.microsoft.com/office/drawing/2014/main" id="{A21799F9-3EEA-4636-AFD6-242DE1CBE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c340150a2634ade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61170adc0654de6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f19bd79524e43f6"/>
              </a:rPr>
              <a:t>Skills 資源庫 ↗</a:t>
            </a:r>
          </a:p>
        </p:txBody>
      </p:sp>
      <p:sp>
        <p:nvSpPr>
          <p:cNvPr id="10" name="shape-2322">
            <a:extLst xmlns:a="http://schemas.openxmlformats.org/drawingml/2006/main">
              <a:ext uri="{FF2B5EF4-FFF2-40B4-BE49-F238E27FC236}">
                <a16:creationId xmlns:a16="http://schemas.microsoft.com/office/drawing/2014/main" id="{4047E1CB-778A-497B-B7F0-6A748659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6c7aecd25e4fcc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2" name="text-2323">
            <a:extLst xmlns:a="http://schemas.openxmlformats.org/drawingml/2006/main">
              <a:ext uri="{FF2B5EF4-FFF2-40B4-BE49-F238E27FC236}">
                <a16:creationId xmlns:a16="http://schemas.microsoft.com/office/drawing/2014/main" id="{BBEC9B81-E7F3-4DD6-B513-5697749F3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ca69d609af4da6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4" name="text-2324">
            <a:extLst xmlns:a="http://schemas.openxmlformats.org/drawingml/2006/main">
              <a:ext uri="{FF2B5EF4-FFF2-40B4-BE49-F238E27FC236}">
                <a16:creationId xmlns:a16="http://schemas.microsoft.com/office/drawing/2014/main" id="{E181DA47-000F-4928-B1BF-4720E54D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3d5b2f0d0b4d6f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6" name="text-2325">
            <a:extLst xmlns:a="http://schemas.openxmlformats.org/drawingml/2006/main">
              <a:ext uri="{FF2B5EF4-FFF2-40B4-BE49-F238E27FC236}">
                <a16:creationId xmlns:a16="http://schemas.microsoft.com/office/drawing/2014/main" id="{E11EA7DD-DEA0-4528-81CA-E6C6A6C4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53634817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-1704">
            <a:extLst xmlns:a="http://schemas.openxmlformats.org/drawingml/2006/main">
              <a:ext uri="{FF2B5EF4-FFF2-40B4-BE49-F238E27FC236}">
                <a16:creationId xmlns:a16="http://schemas.microsoft.com/office/drawing/2014/main" id="{7EF31924-0CB1-4468-AD32-B6922DC6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SKILL AS A POWER-UP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23FD40-CC5C-4FC7-B5E8-12F1FCD0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Skills：像《駭客任務》灌入，也像寶可夢裝卡</a:t>
            </a:r>
          </a:p>
        </p:txBody>
      </p:sp>
      <p:cxnSp>
        <p:nvCxnSpPr>
          <p:cNvPr id="22" name="shape-170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06">
            <a:extLst xmlns:a="http://schemas.openxmlformats.org/drawingml/2006/main">
              <a:ext uri="{FF2B5EF4-FFF2-40B4-BE49-F238E27FC236}">
                <a16:creationId xmlns:a16="http://schemas.microsoft.com/office/drawing/2014/main" id="{F0AA8379-A381-4E5B-960A-5B7A77C1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59C94A7-8911-4CC4-8118-EB8D199A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6" name="shape-1707">
            <a:extLst xmlns:a="http://schemas.openxmlformats.org/drawingml/2006/main">
              <a:ext uri="{FF2B5EF4-FFF2-40B4-BE49-F238E27FC236}">
                <a16:creationId xmlns:a16="http://schemas.microsoft.com/office/drawing/2014/main" id="{62FAFEB0-B037-4A23-B574-12117941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708">
            <a:extLst xmlns:a="http://schemas.openxmlformats.org/drawingml/2006/main">
              <a:ext uri="{FF2B5EF4-FFF2-40B4-BE49-F238E27FC236}">
                <a16:creationId xmlns:a16="http://schemas.microsoft.com/office/drawing/2014/main" id="{CB6E2E63-1031-48E8-8E3E-C26D41E7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709">
            <a:extLst xmlns:a="http://schemas.openxmlformats.org/drawingml/2006/main">
              <a:ext uri="{FF2B5EF4-FFF2-40B4-BE49-F238E27FC236}">
                <a16:creationId xmlns:a16="http://schemas.microsoft.com/office/drawing/2014/main" id="{B40BA3DF-D3F8-4B52-9586-7421B9B6D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《駭客任務》：技能像能力模組</a:t>
            </a:r>
          </a:p>
        </p:txBody>
      </p:sp>
      <p:sp>
        <p:nvSpPr>
          <p:cNvPr id="9" name="text-1710">
            <a:extLst xmlns:a="http://schemas.openxmlformats.org/drawingml/2006/main">
              <a:ext uri="{FF2B5EF4-FFF2-40B4-BE49-F238E27FC236}">
                <a16:creationId xmlns:a16="http://schemas.microsoft.com/office/drawing/2014/main" id="{E8D89B69-BC77-43E0-BBAF-37A7D87B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Neo 原本不會空手道；技能灌入後，立刻進入新的行動方式。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裝上 Skill，也能學會一套可重複的工作流程。</a:t>
            </a:r>
          </a:p>
        </p:txBody>
      </p:sp>
      <p:sp>
        <p:nvSpPr>
          <p:cNvPr id="10" name="text-1711">
            <a:extLst xmlns:a="http://schemas.openxmlformats.org/drawingml/2006/main">
              <a:ext uri="{FF2B5EF4-FFF2-40B4-BE49-F238E27FC236}">
                <a16:creationId xmlns:a16="http://schemas.microsoft.com/office/drawing/2014/main" id="{392CF484-901F-429E-90AA-4DA5FDDEF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《寶可夢》：技能卡只是起點</a:t>
            </a:r>
          </a:p>
        </p:txBody>
      </p:sp>
      <p:sp>
        <p:nvSpPr>
          <p:cNvPr id="11" name="text-1712">
            <a:extLst xmlns:a="http://schemas.openxmlformats.org/drawingml/2006/main">
              <a:ext uri="{FF2B5EF4-FFF2-40B4-BE49-F238E27FC236}">
                <a16:creationId xmlns:a16="http://schemas.microsoft.com/office/drawing/2014/main" id="{92B2F3BF-1BC7-47D3-BBEF-69D272AB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裝上招式後，還要練習、對戰與升級。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把大神的 Skill 抓進來，再和 Agent 對話修正，才會進化成你的版本。</a:t>
            </a:r>
          </a:p>
        </p:txBody>
      </p:sp>
      <p:sp>
        <p:nvSpPr>
          <p:cNvPr id="12" name="text-2250">
            <a:extLst xmlns:a="http://schemas.openxmlformats.org/drawingml/2006/main">
              <a:ext uri="{FF2B5EF4-FFF2-40B4-BE49-F238E27FC236}">
                <a16:creationId xmlns:a16="http://schemas.microsoft.com/office/drawing/2014/main" id="{D60E94C6-3E8B-41DF-9545-46933079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54cc0cdb4ce46df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9db250e3f1c40a0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52420f7590749d8"/>
              </a:rPr>
              <a:t>Skills 資源庫 ↗</a:t>
            </a:r>
          </a:p>
        </p:txBody>
      </p:sp>
      <p:sp>
        <p:nvSpPr>
          <p:cNvPr id="13" name="shape-2326">
            <a:extLst xmlns:a="http://schemas.openxmlformats.org/drawingml/2006/main">
              <a:ext uri="{FF2B5EF4-FFF2-40B4-BE49-F238E27FC236}">
                <a16:creationId xmlns:a16="http://schemas.microsoft.com/office/drawing/2014/main" id="{BAE31AEF-25AF-4FD8-A9F0-3E3A16CB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f4b5d891b54252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text-2327">
            <a:extLst xmlns:a="http://schemas.openxmlformats.org/drawingml/2006/main">
              <a:ext uri="{FF2B5EF4-FFF2-40B4-BE49-F238E27FC236}">
                <a16:creationId xmlns:a16="http://schemas.microsoft.com/office/drawing/2014/main" id="{16107BAA-D216-4370-B844-DD89BB944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dc6983d7734a29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7" name="text-2328">
            <a:extLst xmlns:a="http://schemas.openxmlformats.org/drawingml/2006/main">
              <a:ext uri="{FF2B5EF4-FFF2-40B4-BE49-F238E27FC236}">
                <a16:creationId xmlns:a16="http://schemas.microsoft.com/office/drawing/2014/main" id="{B8F2351D-FAD4-4761-B282-F641C1428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9fab7b0a14234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9" name="text-2329">
            <a:extLst xmlns:a="http://schemas.openxmlformats.org/drawingml/2006/main">
              <a:ext uri="{FF2B5EF4-FFF2-40B4-BE49-F238E27FC236}">
                <a16:creationId xmlns:a16="http://schemas.microsoft.com/office/drawing/2014/main" id="{4D6BAB05-34F6-4A02-A736-937AD6A9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112748387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713">
            <a:extLst xmlns:a="http://schemas.openxmlformats.org/drawingml/2006/main">
              <a:ext uri="{FF2B5EF4-FFF2-40B4-BE49-F238E27FC236}">
                <a16:creationId xmlns:a16="http://schemas.microsoft.com/office/drawing/2014/main" id="{769DA97E-6D9A-4645-9389-E0FB8672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51 PROMPTS · 9 DOMAINS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4DC71A5-3FEA-44F1-BD34-7BC3C140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從提示詞快捷面板開始發想</a:t>
            </a:r>
          </a:p>
        </p:txBody>
      </p:sp>
      <p:cxnSp>
        <p:nvCxnSpPr>
          <p:cNvPr id="15" name="shape-17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15">
            <a:extLst xmlns:a="http://schemas.openxmlformats.org/drawingml/2006/main">
              <a:ext uri="{FF2B5EF4-FFF2-40B4-BE49-F238E27FC236}">
                <a16:creationId xmlns:a16="http://schemas.microsoft.com/office/drawing/2014/main" id="{5A4BCD65-0010-4366-A582-E3ED5ACB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A16D444-D05A-421B-8D01-A04D9538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ef45be1f0489e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716">
            <a:extLst xmlns:a="http://schemas.openxmlformats.org/drawingml/2006/main">
              <a:ext uri="{FF2B5EF4-FFF2-40B4-BE49-F238E27FC236}">
                <a16:creationId xmlns:a16="http://schemas.microsoft.com/office/drawing/2014/main" id="{342D5AF0-08AF-4F07-A89C-2AB01DAAE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阿凱老師的提示詞快捷面板</a:t>
            </a:r>
          </a:p>
        </p:txBody>
      </p:sp>
      <p:sp>
        <p:nvSpPr>
          <p:cNvPr id="8" name="text-1717">
            <a:extLst xmlns:a="http://schemas.openxmlformats.org/drawingml/2006/main">
              <a:ext uri="{FF2B5EF4-FFF2-40B4-BE49-F238E27FC236}">
                <a16:creationId xmlns:a16="http://schemas.microsoft.com/office/drawing/2014/main" id="{EF6F229D-075E-4955-B731-7FA2A749E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部署上線：Pages、Firebase、版本確認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網站設計：單檔網站、RWD、Google Sites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影音字幕：SRT、章節、短影片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圖像簡報、內容寫作、功能整合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技能文件、開發流程與常用片段</a:t>
            </a:r>
          </a:p>
        </p:txBody>
      </p:sp>
      <p:sp>
        <p:nvSpPr>
          <p:cNvPr id="9" name="text-2258">
            <a:extLst xmlns:a="http://schemas.openxmlformats.org/drawingml/2006/main">
              <a:ext uri="{FF2B5EF4-FFF2-40B4-BE49-F238E27FC236}">
                <a16:creationId xmlns:a16="http://schemas.microsoft.com/office/drawing/2014/main" id="{A85AA527-31A7-49AC-87DA-5A31ECF6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11ae61cf7134ace"/>
              </a:rPr>
              <a:t>開啟提示詞面板 ↗</a:t>
            </a:r>
          </a:p>
        </p:txBody>
      </p:sp>
      <p:sp>
        <p:nvSpPr>
          <p:cNvPr id="10" name="shape-2358">
            <a:extLst xmlns:a="http://schemas.openxmlformats.org/drawingml/2006/main">
              <a:ext uri="{FF2B5EF4-FFF2-40B4-BE49-F238E27FC236}">
                <a16:creationId xmlns:a16="http://schemas.microsoft.com/office/drawing/2014/main" id="{2F0C90FD-93D5-48C9-B339-49B5D2EA2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119b5bde0411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2359">
            <a:extLst xmlns:a="http://schemas.openxmlformats.org/drawingml/2006/main">
              <a:ext uri="{FF2B5EF4-FFF2-40B4-BE49-F238E27FC236}">
                <a16:creationId xmlns:a16="http://schemas.microsoft.com/office/drawing/2014/main" id="{4FE0C6F8-95B7-4FAA-B64B-ADFA0DC2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提示詞面板</a:t>
            </a:r>
          </a:p>
        </p:txBody>
      </p:sp>
    </p:spTree>
    <p:extLst>
      <p:ext uri="{BB962C8B-B14F-4D97-AF65-F5344CB8AC3E}">
        <p14:creationId xmlns:p14="http://schemas.microsoft.com/office/powerpoint/2010/main" val="168840203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1718">
            <a:extLst xmlns:a="http://schemas.openxmlformats.org/drawingml/2006/main">
              <a:ext uri="{FF2B5EF4-FFF2-40B4-BE49-F238E27FC236}">
                <a16:creationId xmlns:a16="http://schemas.microsoft.com/office/drawing/2014/main" id="{3B79ADBC-A8B9-4FB8-B9F2-4C741702D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PROMPT →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B3FB74-A570-4C30-A60A-38753F58F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四問判斷：這個提示詞值得升級成 Skill 嗎？</a:t>
            </a:r>
          </a:p>
        </p:txBody>
      </p:sp>
      <p:cxnSp>
        <p:nvCxnSpPr>
          <p:cNvPr id="32" name="shape-17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20">
            <a:extLst xmlns:a="http://schemas.openxmlformats.org/drawingml/2006/main">
              <a:ext uri="{FF2B5EF4-FFF2-40B4-BE49-F238E27FC236}">
                <a16:creationId xmlns:a16="http://schemas.microsoft.com/office/drawing/2014/main" id="{F4AB1CE1-C611-4772-AB6B-11184331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FC7A4C6-38BE-41FA-833A-6AFECC05A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1721">
            <a:extLst xmlns:a="http://schemas.openxmlformats.org/drawingml/2006/main">
              <a:ext uri="{FF2B5EF4-FFF2-40B4-BE49-F238E27FC236}">
                <a16:creationId xmlns:a16="http://schemas.microsoft.com/office/drawing/2014/main" id="{F0D28A3B-89EC-4096-AAFF-C102FACA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722">
            <a:extLst xmlns:a="http://schemas.openxmlformats.org/drawingml/2006/main">
              <a:ext uri="{FF2B5EF4-FFF2-40B4-BE49-F238E27FC236}">
                <a16:creationId xmlns:a16="http://schemas.microsoft.com/office/drawing/2014/main" id="{26D78571-4B93-44EF-A57D-EF232C6C1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</a:t>
            </a:r>
          </a:p>
        </p:txBody>
      </p:sp>
      <p:sp>
        <p:nvSpPr>
          <p:cNvPr id="8" name="text-1723">
            <a:extLst xmlns:a="http://schemas.openxmlformats.org/drawingml/2006/main">
              <a:ext uri="{FF2B5EF4-FFF2-40B4-BE49-F238E27FC236}">
                <a16:creationId xmlns:a16="http://schemas.microsoft.com/office/drawing/2014/main" id="{C2776BC7-4CF7-4929-AF44-9686F2E4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會重複嗎？</a:t>
            </a:r>
          </a:p>
        </p:txBody>
      </p:sp>
      <p:sp>
        <p:nvSpPr>
          <p:cNvPr id="9" name="text-1724">
            <a:extLst xmlns:a="http://schemas.openxmlformats.org/drawingml/2006/main">
              <a:ext uri="{FF2B5EF4-FFF2-40B4-BE49-F238E27FC236}">
                <a16:creationId xmlns:a16="http://schemas.microsoft.com/office/drawing/2014/main" id="{19772446-E923-477C-B915-83A1A068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一學期或一個團隊會反覆遇到，不是一次性要求。</a:t>
            </a:r>
          </a:p>
        </p:txBody>
      </p:sp>
      <p:sp>
        <p:nvSpPr>
          <p:cNvPr id="10" name="shape-1725">
            <a:extLst xmlns:a="http://schemas.openxmlformats.org/drawingml/2006/main">
              <a:ext uri="{FF2B5EF4-FFF2-40B4-BE49-F238E27FC236}">
                <a16:creationId xmlns:a16="http://schemas.microsoft.com/office/drawing/2014/main" id="{7B635069-4AC9-4F3C-9336-52171650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726">
            <a:extLst xmlns:a="http://schemas.openxmlformats.org/drawingml/2006/main">
              <a:ext uri="{FF2B5EF4-FFF2-40B4-BE49-F238E27FC236}">
                <a16:creationId xmlns:a16="http://schemas.microsoft.com/office/drawing/2014/main" id="{65093FB9-5301-46AE-9787-9F2D0BBA7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</a:t>
            </a:r>
          </a:p>
        </p:txBody>
      </p:sp>
      <p:sp>
        <p:nvSpPr>
          <p:cNvPr id="12" name="text-1727">
            <a:extLst xmlns:a="http://schemas.openxmlformats.org/drawingml/2006/main">
              <a:ext uri="{FF2B5EF4-FFF2-40B4-BE49-F238E27FC236}">
                <a16:creationId xmlns:a16="http://schemas.microsoft.com/office/drawing/2014/main" id="{E8913F73-AE86-485B-8092-1079E9EB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流程穩定嗎？</a:t>
            </a:r>
          </a:p>
        </p:txBody>
      </p:sp>
      <p:sp>
        <p:nvSpPr>
          <p:cNvPr id="13" name="text-1728">
            <a:extLst xmlns:a="http://schemas.openxmlformats.org/drawingml/2006/main">
              <a:ext uri="{FF2B5EF4-FFF2-40B4-BE49-F238E27FC236}">
                <a16:creationId xmlns:a16="http://schemas.microsoft.com/office/drawing/2014/main" id="{D9BFA0C2-1F96-41C2-98EB-68E26ACD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大部分步驟、限制與輸出欄位可固定。</a:t>
            </a:r>
          </a:p>
        </p:txBody>
      </p:sp>
      <p:sp>
        <p:nvSpPr>
          <p:cNvPr id="14" name="shape-1729">
            <a:extLst xmlns:a="http://schemas.openxmlformats.org/drawingml/2006/main">
              <a:ext uri="{FF2B5EF4-FFF2-40B4-BE49-F238E27FC236}">
                <a16:creationId xmlns:a16="http://schemas.microsoft.com/office/drawing/2014/main" id="{0D3471CC-26EA-4EFC-A738-2967C8EA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730">
            <a:extLst xmlns:a="http://schemas.openxmlformats.org/drawingml/2006/main">
              <a:ext uri="{FF2B5EF4-FFF2-40B4-BE49-F238E27FC236}">
                <a16:creationId xmlns:a16="http://schemas.microsoft.com/office/drawing/2014/main" id="{313AE9FD-5ED2-4647-9527-6A65DCA6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V</a:t>
            </a:r>
          </a:p>
        </p:txBody>
      </p:sp>
      <p:sp>
        <p:nvSpPr>
          <p:cNvPr id="16" name="text-1731">
            <a:extLst xmlns:a="http://schemas.openxmlformats.org/drawingml/2006/main">
              <a:ext uri="{FF2B5EF4-FFF2-40B4-BE49-F238E27FC236}">
                <a16:creationId xmlns:a16="http://schemas.microsoft.com/office/drawing/2014/main" id="{59F0453E-02C8-4F01-AAA7-48A0F21D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能驗證嗎？</a:t>
            </a:r>
          </a:p>
        </p:txBody>
      </p:sp>
      <p:sp>
        <p:nvSpPr>
          <p:cNvPr id="17" name="text-1732">
            <a:extLst xmlns:a="http://schemas.openxmlformats.org/drawingml/2006/main">
              <a:ext uri="{FF2B5EF4-FFF2-40B4-BE49-F238E27FC236}">
                <a16:creationId xmlns:a16="http://schemas.microsoft.com/office/drawing/2014/main" id="{1663497F-3D54-45A5-82EF-C6A1C534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有可檢查的完成條件，而非只憑喜好。</a:t>
            </a:r>
          </a:p>
        </p:txBody>
      </p:sp>
      <p:sp>
        <p:nvSpPr>
          <p:cNvPr id="18" name="shape-1733">
            <a:extLst xmlns:a="http://schemas.openxmlformats.org/drawingml/2006/main">
              <a:ext uri="{FF2B5EF4-FFF2-40B4-BE49-F238E27FC236}">
                <a16:creationId xmlns:a16="http://schemas.microsoft.com/office/drawing/2014/main" id="{6620DD48-DAA3-43ED-890A-58CFB70C1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734">
            <a:extLst xmlns:a="http://schemas.openxmlformats.org/drawingml/2006/main">
              <a:ext uri="{FF2B5EF4-FFF2-40B4-BE49-F238E27FC236}">
                <a16:creationId xmlns:a16="http://schemas.microsoft.com/office/drawing/2014/main" id="{EAAE431F-A390-4C6F-B769-D109E00D8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</a:t>
            </a:r>
          </a:p>
        </p:txBody>
      </p:sp>
      <p:sp>
        <p:nvSpPr>
          <p:cNvPr id="20" name="text-1735">
            <a:extLst xmlns:a="http://schemas.openxmlformats.org/drawingml/2006/main">
              <a:ext uri="{FF2B5EF4-FFF2-40B4-BE49-F238E27FC236}">
                <a16:creationId xmlns:a16="http://schemas.microsoft.com/office/drawing/2014/main" id="{A22AE231-0D39-4F7B-8535-78DFD782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能維護嗎？</a:t>
            </a:r>
          </a:p>
        </p:txBody>
      </p:sp>
      <p:sp>
        <p:nvSpPr>
          <p:cNvPr id="21" name="text-1736">
            <a:extLst xmlns:a="http://schemas.openxmlformats.org/drawingml/2006/main">
              <a:ext uri="{FF2B5EF4-FFF2-40B4-BE49-F238E27FC236}">
                <a16:creationId xmlns:a16="http://schemas.microsoft.com/office/drawing/2014/main" id="{B6A6180B-42D8-43A9-9D76-E7BC4EDC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範例、規則與腳本可以更新、版控與交接。</a:t>
            </a:r>
          </a:p>
        </p:txBody>
      </p:sp>
      <p:sp>
        <p:nvSpPr>
          <p:cNvPr id="22" name="text-2251">
            <a:extLst xmlns:a="http://schemas.openxmlformats.org/drawingml/2006/main">
              <a:ext uri="{FF2B5EF4-FFF2-40B4-BE49-F238E27FC236}">
                <a16:creationId xmlns:a16="http://schemas.microsoft.com/office/drawing/2014/main" id="{B000E92B-E5DB-41CF-AF71-C5154B3D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c228e9551764e98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278b2bac1214205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cd26ee7a2d14250"/>
              </a:rPr>
              <a:t>Skills 資源庫 ↗</a:t>
            </a:r>
          </a:p>
        </p:txBody>
      </p:sp>
      <p:sp>
        <p:nvSpPr>
          <p:cNvPr id="23" name="shape-2330">
            <a:extLst xmlns:a="http://schemas.openxmlformats.org/drawingml/2006/main">
              <a:ext uri="{FF2B5EF4-FFF2-40B4-BE49-F238E27FC236}">
                <a16:creationId xmlns:a16="http://schemas.microsoft.com/office/drawing/2014/main" id="{A61869D7-79E9-4D7F-9E75-2702A721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e392b13eeb44ce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2331">
            <a:extLst xmlns:a="http://schemas.openxmlformats.org/drawingml/2006/main">
              <a:ext uri="{FF2B5EF4-FFF2-40B4-BE49-F238E27FC236}">
                <a16:creationId xmlns:a16="http://schemas.microsoft.com/office/drawing/2014/main" id="{018DC689-18F8-4FA9-87C4-AED0F51EC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2aa486eecf4f92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7" name="text-2332">
            <a:extLst xmlns:a="http://schemas.openxmlformats.org/drawingml/2006/main">
              <a:ext uri="{FF2B5EF4-FFF2-40B4-BE49-F238E27FC236}">
                <a16:creationId xmlns:a16="http://schemas.microsoft.com/office/drawing/2014/main" id="{6B76BB1A-1AAE-460B-9D92-22EC2178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9084a81e564ece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2333">
            <a:extLst xmlns:a="http://schemas.openxmlformats.org/drawingml/2006/main">
              <a:ext uri="{FF2B5EF4-FFF2-40B4-BE49-F238E27FC236}">
                <a16:creationId xmlns:a16="http://schemas.microsoft.com/office/drawing/2014/main" id="{E8147018-6B0A-478B-9B2B-B54AF3F2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43752204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1737">
            <a:extLst xmlns:a="http://schemas.openxmlformats.org/drawingml/2006/main">
              <a:ext uri="{FF2B5EF4-FFF2-40B4-BE49-F238E27FC236}">
                <a16:creationId xmlns:a16="http://schemas.microsoft.com/office/drawing/2014/main" id="{23A0A7A9-AD41-4588-8DD6-24BAE7E8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CREATIVE STARTERS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E3A6A94-C4AB-44DA-B3EC-2747F032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六個真實提示詞，如何升級成 Skill</a:t>
            </a:r>
          </a:p>
        </p:txBody>
      </p:sp>
      <p:cxnSp>
        <p:nvCxnSpPr>
          <p:cNvPr id="40" name="shape-173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39">
            <a:extLst xmlns:a="http://schemas.openxmlformats.org/drawingml/2006/main">
              <a:ext uri="{FF2B5EF4-FFF2-40B4-BE49-F238E27FC236}">
                <a16:creationId xmlns:a16="http://schemas.microsoft.com/office/drawing/2014/main" id="{329733E5-3C88-40F9-BAFA-3B8E8AE1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2513BB2-85D1-43D9-AD2F-28121592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1740">
            <a:extLst xmlns:a="http://schemas.openxmlformats.org/drawingml/2006/main">
              <a:ext uri="{FF2B5EF4-FFF2-40B4-BE49-F238E27FC236}">
                <a16:creationId xmlns:a16="http://schemas.microsoft.com/office/drawing/2014/main" id="{A0285583-DE88-4172-AEED-CCD3892C8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741">
            <a:extLst xmlns:a="http://schemas.openxmlformats.org/drawingml/2006/main">
              <a:ext uri="{FF2B5EF4-FFF2-40B4-BE49-F238E27FC236}">
                <a16:creationId xmlns:a16="http://schemas.microsoft.com/office/drawing/2014/main" id="{CE5CCD6B-907A-4AE1-B9D8-2882567F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WEB</a:t>
            </a:r>
          </a:p>
        </p:txBody>
      </p:sp>
      <p:sp>
        <p:nvSpPr>
          <p:cNvPr id="8" name="text-1742">
            <a:extLst xmlns:a="http://schemas.openxmlformats.org/drawingml/2006/main">
              <a:ext uri="{FF2B5EF4-FFF2-40B4-BE49-F238E27FC236}">
                <a16:creationId xmlns:a16="http://schemas.microsoft.com/office/drawing/2014/main" id="{E7B7D8B4-A89F-4492-A59B-65032F7F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/onepage</a:t>
            </a:r>
          </a:p>
        </p:txBody>
      </p:sp>
      <p:sp>
        <p:nvSpPr>
          <p:cNvPr id="9" name="text-1743">
            <a:extLst xmlns:a="http://schemas.openxmlformats.org/drawingml/2006/main">
              <a:ext uri="{FF2B5EF4-FFF2-40B4-BE49-F238E27FC236}">
                <a16:creationId xmlns:a16="http://schemas.microsoft.com/office/drawing/2014/main" id="{943DB4C7-70A4-4975-B14E-02A8944D1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單檔互動網站 → 課程資源頁產製＋RWD＋連結檢查。</a:t>
            </a:r>
          </a:p>
        </p:txBody>
      </p:sp>
      <p:sp>
        <p:nvSpPr>
          <p:cNvPr id="10" name="shape-1744">
            <a:extLst xmlns:a="http://schemas.openxmlformats.org/drawingml/2006/main">
              <a:ext uri="{FF2B5EF4-FFF2-40B4-BE49-F238E27FC236}">
                <a16:creationId xmlns:a16="http://schemas.microsoft.com/office/drawing/2014/main" id="{B494B1C8-2AED-4453-89BD-3DF8F2CD0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745">
            <a:extLst xmlns:a="http://schemas.openxmlformats.org/drawingml/2006/main">
              <a:ext uri="{FF2B5EF4-FFF2-40B4-BE49-F238E27FC236}">
                <a16:creationId xmlns:a16="http://schemas.microsoft.com/office/drawing/2014/main" id="{41C73AA9-CB19-460F-9CF6-644567C5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PPT</a:t>
            </a:r>
          </a:p>
        </p:txBody>
      </p:sp>
      <p:sp>
        <p:nvSpPr>
          <p:cNvPr id="12" name="text-1746">
            <a:extLst xmlns:a="http://schemas.openxmlformats.org/drawingml/2006/main">
              <a:ext uri="{FF2B5EF4-FFF2-40B4-BE49-F238E27FC236}">
                <a16:creationId xmlns:a16="http://schemas.microsoft.com/office/drawing/2014/main" id="{F176A1DC-E9A2-498E-83B1-70F7E5D48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/ppt</a:t>
            </a:r>
          </a:p>
        </p:txBody>
      </p:sp>
      <p:sp>
        <p:nvSpPr>
          <p:cNvPr id="13" name="text-1747">
            <a:extLst xmlns:a="http://schemas.openxmlformats.org/drawingml/2006/main">
              <a:ext uri="{FF2B5EF4-FFF2-40B4-BE49-F238E27FC236}">
                <a16:creationId xmlns:a16="http://schemas.microsoft.com/office/drawing/2014/main" id="{01047292-97A0-403B-BFE1-D6275483C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溫馨簡報 → 來源整理＋頁面結構＋逐頁渲染檢核。</a:t>
            </a:r>
          </a:p>
        </p:txBody>
      </p:sp>
      <p:sp>
        <p:nvSpPr>
          <p:cNvPr id="14" name="shape-1748">
            <a:extLst xmlns:a="http://schemas.openxmlformats.org/drawingml/2006/main">
              <a:ext uri="{FF2B5EF4-FFF2-40B4-BE49-F238E27FC236}">
                <a16:creationId xmlns:a16="http://schemas.microsoft.com/office/drawing/2014/main" id="{F58204FA-8343-41D6-86FB-D9CDADD1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749">
            <a:extLst xmlns:a="http://schemas.openxmlformats.org/drawingml/2006/main">
              <a:ext uri="{FF2B5EF4-FFF2-40B4-BE49-F238E27FC236}">
                <a16:creationId xmlns:a16="http://schemas.microsoft.com/office/drawing/2014/main" id="{4E05C60C-2346-4DD8-8102-0976A716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SRT</a:t>
            </a:r>
          </a:p>
        </p:txBody>
      </p:sp>
      <p:sp>
        <p:nvSpPr>
          <p:cNvPr id="16" name="text-1750">
            <a:extLst xmlns:a="http://schemas.openxmlformats.org/drawingml/2006/main">
              <a:ext uri="{FF2B5EF4-FFF2-40B4-BE49-F238E27FC236}">
                <a16:creationId xmlns:a16="http://schemas.microsoft.com/office/drawing/2014/main" id="{3BB839E6-4D13-4F48-A901-F0A796EC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/srt</a:t>
            </a:r>
          </a:p>
        </p:txBody>
      </p:sp>
      <p:sp>
        <p:nvSpPr>
          <p:cNvPr id="17" name="text-1751">
            <a:extLst xmlns:a="http://schemas.openxmlformats.org/drawingml/2006/main">
              <a:ext uri="{FF2B5EF4-FFF2-40B4-BE49-F238E27FC236}">
                <a16:creationId xmlns:a16="http://schemas.microsoft.com/office/drawing/2014/main" id="{3F49C128-97AB-460B-A309-16A2CADC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SRT 字幕 → 語音轉錄＋專名校正＋空白切斷＋格式測試。</a:t>
            </a:r>
          </a:p>
        </p:txBody>
      </p:sp>
      <p:sp>
        <p:nvSpPr>
          <p:cNvPr id="18" name="shape-1752">
            <a:extLst xmlns:a="http://schemas.openxmlformats.org/drawingml/2006/main">
              <a:ext uri="{FF2B5EF4-FFF2-40B4-BE49-F238E27FC236}">
                <a16:creationId xmlns:a16="http://schemas.microsoft.com/office/drawing/2014/main" id="{3B1A0C9E-583F-41AC-B2AF-D7F65443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753">
            <a:extLst xmlns:a="http://schemas.openxmlformats.org/drawingml/2006/main">
              <a:ext uri="{FF2B5EF4-FFF2-40B4-BE49-F238E27FC236}">
                <a16:creationId xmlns:a16="http://schemas.microsoft.com/office/drawing/2014/main" id="{F242AAA9-2C76-4DC3-B3A4-27E3EF6E9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QA</a:t>
            </a:r>
          </a:p>
        </p:txBody>
      </p:sp>
      <p:sp>
        <p:nvSpPr>
          <p:cNvPr id="20" name="text-1754">
            <a:extLst xmlns:a="http://schemas.openxmlformats.org/drawingml/2006/main">
              <a:ext uri="{FF2B5EF4-FFF2-40B4-BE49-F238E27FC236}">
                <a16:creationId xmlns:a16="http://schemas.microsoft.com/office/drawing/2014/main" id="{A69B2507-2767-46E7-A602-DD389EB76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/audit</a:t>
            </a:r>
          </a:p>
        </p:txBody>
      </p:sp>
      <p:sp>
        <p:nvSpPr>
          <p:cNvPr id="21" name="text-1755">
            <a:extLst xmlns:a="http://schemas.openxmlformats.org/drawingml/2006/main">
              <a:ext uri="{FF2B5EF4-FFF2-40B4-BE49-F238E27FC236}">
                <a16:creationId xmlns:a16="http://schemas.microsoft.com/office/drawing/2014/main" id="{F7477C77-07A2-4BE7-9A40-0A24D735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資料夾總檢 → 唯讀盤點＋風險分類＋移植建議＋交接文件。</a:t>
            </a:r>
          </a:p>
        </p:txBody>
      </p:sp>
      <p:sp>
        <p:nvSpPr>
          <p:cNvPr id="22" name="shape-1756">
            <a:extLst xmlns:a="http://schemas.openxmlformats.org/drawingml/2006/main">
              <a:ext uri="{FF2B5EF4-FFF2-40B4-BE49-F238E27FC236}">
                <a16:creationId xmlns:a16="http://schemas.microsoft.com/office/drawing/2014/main" id="{C7081AF1-48DF-4675-BB42-AC3249F1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1757">
            <a:extLst xmlns:a="http://schemas.openxmlformats.org/drawingml/2006/main">
              <a:ext uri="{FF2B5EF4-FFF2-40B4-BE49-F238E27FC236}">
                <a16:creationId xmlns:a16="http://schemas.microsoft.com/office/drawing/2014/main" id="{09050557-82A0-4430-88BF-A6865644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</a:t>
            </a:r>
          </a:p>
        </p:txBody>
      </p:sp>
      <p:sp>
        <p:nvSpPr>
          <p:cNvPr id="24" name="text-1758">
            <a:extLst xmlns:a="http://schemas.openxmlformats.org/drawingml/2006/main">
              <a:ext uri="{FF2B5EF4-FFF2-40B4-BE49-F238E27FC236}">
                <a16:creationId xmlns:a16="http://schemas.microsoft.com/office/drawing/2014/main" id="{FB7B56AA-DDC5-4337-807F-016B70F8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/pages</a:t>
            </a:r>
          </a:p>
        </p:txBody>
      </p:sp>
      <p:sp>
        <p:nvSpPr>
          <p:cNvPr id="25" name="text-1759">
            <a:extLst xmlns:a="http://schemas.openxmlformats.org/drawingml/2006/main">
              <a:ext uri="{FF2B5EF4-FFF2-40B4-BE49-F238E27FC236}">
                <a16:creationId xmlns:a16="http://schemas.microsoft.com/office/drawing/2014/main" id="{4A817133-512F-45D7-B780-0AC3D7F3F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GitHub Pages → 建置設定＋部署＋公開網址驗證。</a:t>
            </a:r>
          </a:p>
        </p:txBody>
      </p:sp>
      <p:sp>
        <p:nvSpPr>
          <p:cNvPr id="26" name="shape-1760">
            <a:extLst xmlns:a="http://schemas.openxmlformats.org/drawingml/2006/main">
              <a:ext uri="{FF2B5EF4-FFF2-40B4-BE49-F238E27FC236}">
                <a16:creationId xmlns:a16="http://schemas.microsoft.com/office/drawing/2014/main" id="{FEEB1C6D-7F2D-4963-BFF9-D7C09D4CA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1761">
            <a:extLst xmlns:a="http://schemas.openxmlformats.org/drawingml/2006/main">
              <a:ext uri="{FF2B5EF4-FFF2-40B4-BE49-F238E27FC236}">
                <a16:creationId xmlns:a16="http://schemas.microsoft.com/office/drawing/2014/main" id="{4EB81C17-1CD1-470A-812D-EAA4038F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7D4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META</a:t>
            </a:r>
          </a:p>
        </p:txBody>
      </p:sp>
      <p:sp>
        <p:nvSpPr>
          <p:cNvPr id="28" name="text-1762">
            <a:extLst xmlns:a="http://schemas.openxmlformats.org/drawingml/2006/main">
              <a:ext uri="{FF2B5EF4-FFF2-40B4-BE49-F238E27FC236}">
                <a16:creationId xmlns:a16="http://schemas.microsoft.com/office/drawing/2014/main" id="{07700713-E2F4-4A6C-8A71-E031CEF0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/skill</a:t>
            </a:r>
          </a:p>
        </p:txBody>
      </p:sp>
      <p:sp>
        <p:nvSpPr>
          <p:cNvPr id="29" name="text-1763">
            <a:extLst xmlns:a="http://schemas.openxmlformats.org/drawingml/2006/main">
              <a:ext uri="{FF2B5EF4-FFF2-40B4-BE49-F238E27FC236}">
                <a16:creationId xmlns:a16="http://schemas.microsoft.com/office/drawing/2014/main" id="{56614267-ABF8-439C-993C-4DD494DC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成功案例 → 根因、步驟、觸發條件與回歸測試的知識保存。</a:t>
            </a:r>
          </a:p>
        </p:txBody>
      </p:sp>
      <p:sp>
        <p:nvSpPr>
          <p:cNvPr id="30" name="text-2252">
            <a:extLst xmlns:a="http://schemas.openxmlformats.org/drawingml/2006/main">
              <a:ext uri="{FF2B5EF4-FFF2-40B4-BE49-F238E27FC236}">
                <a16:creationId xmlns:a16="http://schemas.microsoft.com/office/drawing/2014/main" id="{314B060F-C0DC-432B-91D2-328B1ACA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76a0aad834644a1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0f6a85b8d444119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6fc179f532b4ab3"/>
              </a:rPr>
              <a:t>Skills 資源庫 ↗</a:t>
            </a:r>
          </a:p>
        </p:txBody>
      </p:sp>
      <p:sp>
        <p:nvSpPr>
          <p:cNvPr id="31" name="shape-2334">
            <a:extLst xmlns:a="http://schemas.openxmlformats.org/drawingml/2006/main">
              <a:ext uri="{FF2B5EF4-FFF2-40B4-BE49-F238E27FC236}">
                <a16:creationId xmlns:a16="http://schemas.microsoft.com/office/drawing/2014/main" id="{D9D511FF-1B64-4AF1-9130-5C8D44554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f072f058064f64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2335">
            <a:extLst xmlns:a="http://schemas.openxmlformats.org/drawingml/2006/main">
              <a:ext uri="{FF2B5EF4-FFF2-40B4-BE49-F238E27FC236}">
                <a16:creationId xmlns:a16="http://schemas.microsoft.com/office/drawing/2014/main" id="{8E801EE9-FB9A-469B-B646-2E723111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1ba45fe4ec4da4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5" name="text-2336">
            <a:extLst xmlns:a="http://schemas.openxmlformats.org/drawingml/2006/main">
              <a:ext uri="{FF2B5EF4-FFF2-40B4-BE49-F238E27FC236}">
                <a16:creationId xmlns:a16="http://schemas.microsoft.com/office/drawing/2014/main" id="{CD5A8988-E42C-400C-9F27-F9304D6F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9f653d3094465c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7" name="text-2337">
            <a:extLst xmlns:a="http://schemas.openxmlformats.org/drawingml/2006/main">
              <a:ext uri="{FF2B5EF4-FFF2-40B4-BE49-F238E27FC236}">
                <a16:creationId xmlns:a16="http://schemas.microsoft.com/office/drawing/2014/main" id="{98C579AF-4E41-49B6-B19F-F2AFCD50E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31016776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1764">
            <a:extLst xmlns:a="http://schemas.openxmlformats.org/drawingml/2006/main">
              <a:ext uri="{FF2B5EF4-FFF2-40B4-BE49-F238E27FC236}">
                <a16:creationId xmlns:a16="http://schemas.microsoft.com/office/drawing/2014/main" id="{F40BA679-CCEE-4CB9-8580-2AA6ABD2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FOLDER ANATOMY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3ECE09C-DC3C-48CC-8946-70903BAB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 資料夾：主文保持短，細節分層放</a:t>
            </a:r>
          </a:p>
        </p:txBody>
      </p:sp>
      <p:cxnSp>
        <p:nvCxnSpPr>
          <p:cNvPr id="40" name="shape-176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66">
            <a:extLst xmlns:a="http://schemas.openxmlformats.org/drawingml/2006/main">
              <a:ext uri="{FF2B5EF4-FFF2-40B4-BE49-F238E27FC236}">
                <a16:creationId xmlns:a16="http://schemas.microsoft.com/office/drawing/2014/main" id="{BE8702A0-2CF4-41D1-8250-B9AF6F45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C6A20D5-2CEB-431D-807D-04E40240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1767">
            <a:extLst xmlns:a="http://schemas.openxmlformats.org/drawingml/2006/main">
              <a:ext uri="{FF2B5EF4-FFF2-40B4-BE49-F238E27FC236}">
                <a16:creationId xmlns:a16="http://schemas.microsoft.com/office/drawing/2014/main" id="{E21B388C-56FA-4E31-9A20-9ED3FABE0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768">
            <a:extLst xmlns:a="http://schemas.openxmlformats.org/drawingml/2006/main">
              <a:ext uri="{FF2B5EF4-FFF2-40B4-BE49-F238E27FC236}">
                <a16:creationId xmlns:a16="http://schemas.microsoft.com/office/drawing/2014/main" id="{484CDA3D-FFE4-4BED-96B0-E87FF9CA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769">
            <a:extLst xmlns:a="http://schemas.openxmlformats.org/drawingml/2006/main">
              <a:ext uri="{FF2B5EF4-FFF2-40B4-BE49-F238E27FC236}">
                <a16:creationId xmlns:a16="http://schemas.microsoft.com/office/drawing/2014/main" id="{1CB8B76F-9353-4516-B52F-036AC6B5A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770">
            <a:extLst xmlns:a="http://schemas.openxmlformats.org/drawingml/2006/main">
              <a:ext uri="{FF2B5EF4-FFF2-40B4-BE49-F238E27FC236}">
                <a16:creationId xmlns:a16="http://schemas.microsoft.com/office/drawing/2014/main" id="{6DFEF75F-B96B-4521-8F49-213C3E70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10" name="text-1771">
            <a:extLst xmlns:a="http://schemas.openxmlformats.org/drawingml/2006/main">
              <a:ext uri="{FF2B5EF4-FFF2-40B4-BE49-F238E27FC236}">
                <a16:creationId xmlns:a16="http://schemas.microsoft.com/office/drawing/2014/main" id="{91EE5AA7-70A9-4AA1-82EE-A79D31F2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名稱、描述、核心流程</a:t>
            </a:r>
          </a:p>
        </p:txBody>
      </p:sp>
      <p:sp>
        <p:nvSpPr>
          <p:cNvPr id="11" name="text-1772">
            <a:extLst xmlns:a="http://schemas.openxmlformats.org/drawingml/2006/main">
              <a:ext uri="{FF2B5EF4-FFF2-40B4-BE49-F238E27FC236}">
                <a16:creationId xmlns:a16="http://schemas.microsoft.com/office/drawing/2014/main" id="{62DA7EEB-7914-4049-9B31-EBE1EB51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773">
            <a:extLst xmlns:a="http://schemas.openxmlformats.org/drawingml/2006/main">
              <a:ext uri="{FF2B5EF4-FFF2-40B4-BE49-F238E27FC236}">
                <a16:creationId xmlns:a16="http://schemas.microsoft.com/office/drawing/2014/main" id="{16D44EB7-1AA4-4B1C-B79D-A00E916B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774">
            <a:extLst xmlns:a="http://schemas.openxmlformats.org/drawingml/2006/main">
              <a:ext uri="{FF2B5EF4-FFF2-40B4-BE49-F238E27FC236}">
                <a16:creationId xmlns:a16="http://schemas.microsoft.com/office/drawing/2014/main" id="{D44388F4-58C4-4E33-B219-4D91BF6F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775">
            <a:extLst xmlns:a="http://schemas.openxmlformats.org/drawingml/2006/main">
              <a:ext uri="{FF2B5EF4-FFF2-40B4-BE49-F238E27FC236}">
                <a16:creationId xmlns:a16="http://schemas.microsoft.com/office/drawing/2014/main" id="{162DE300-A09F-4F2C-96DE-C857046D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776">
            <a:extLst xmlns:a="http://schemas.openxmlformats.org/drawingml/2006/main">
              <a:ext uri="{FF2B5EF4-FFF2-40B4-BE49-F238E27FC236}">
                <a16:creationId xmlns:a16="http://schemas.microsoft.com/office/drawing/2014/main" id="{1315E035-8528-4D1B-94B4-E87F112F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references/</a:t>
            </a:r>
          </a:p>
        </p:txBody>
      </p:sp>
      <p:sp>
        <p:nvSpPr>
          <p:cNvPr id="16" name="text-1777">
            <a:extLst xmlns:a="http://schemas.openxmlformats.org/drawingml/2006/main">
              <a:ext uri="{FF2B5EF4-FFF2-40B4-BE49-F238E27FC236}">
                <a16:creationId xmlns:a16="http://schemas.microsoft.com/office/drawing/2014/main" id="{3DED259C-6B7B-4053-9D45-922A1133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規範、知識、長篇範例</a:t>
            </a:r>
          </a:p>
        </p:txBody>
      </p:sp>
      <p:sp>
        <p:nvSpPr>
          <p:cNvPr id="17" name="text-1778">
            <a:extLst xmlns:a="http://schemas.openxmlformats.org/drawingml/2006/main">
              <a:ext uri="{FF2B5EF4-FFF2-40B4-BE49-F238E27FC236}">
                <a16:creationId xmlns:a16="http://schemas.microsoft.com/office/drawing/2014/main" id="{DA5086AF-9991-4E48-83F5-A2AC4ABF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779">
            <a:extLst xmlns:a="http://schemas.openxmlformats.org/drawingml/2006/main">
              <a:ext uri="{FF2B5EF4-FFF2-40B4-BE49-F238E27FC236}">
                <a16:creationId xmlns:a16="http://schemas.microsoft.com/office/drawing/2014/main" id="{0138B5D9-5FAC-4C23-A5EF-CBA3916A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780">
            <a:extLst xmlns:a="http://schemas.openxmlformats.org/drawingml/2006/main">
              <a:ext uri="{FF2B5EF4-FFF2-40B4-BE49-F238E27FC236}">
                <a16:creationId xmlns:a16="http://schemas.microsoft.com/office/drawing/2014/main" id="{31A8ECE8-FD71-4FBA-BD04-415B9E6A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781">
            <a:extLst xmlns:a="http://schemas.openxmlformats.org/drawingml/2006/main">
              <a:ext uri="{FF2B5EF4-FFF2-40B4-BE49-F238E27FC236}">
                <a16:creationId xmlns:a16="http://schemas.microsoft.com/office/drawing/2014/main" id="{2FCEC6AA-1FE1-43D6-AF2B-EA0EDF1A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782">
            <a:extLst xmlns:a="http://schemas.openxmlformats.org/drawingml/2006/main">
              <a:ext uri="{FF2B5EF4-FFF2-40B4-BE49-F238E27FC236}">
                <a16:creationId xmlns:a16="http://schemas.microsoft.com/office/drawing/2014/main" id="{945B2FB9-0593-4CC6-9589-4D8590331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scripts/</a:t>
            </a:r>
          </a:p>
        </p:txBody>
      </p:sp>
      <p:sp>
        <p:nvSpPr>
          <p:cNvPr id="22" name="text-1783">
            <a:extLst xmlns:a="http://schemas.openxmlformats.org/drawingml/2006/main">
              <a:ext uri="{FF2B5EF4-FFF2-40B4-BE49-F238E27FC236}">
                <a16:creationId xmlns:a16="http://schemas.microsoft.com/office/drawing/2014/main" id="{E59752BB-5910-4D4F-A8D3-0F7FD99F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可重複執行的檢查與轉換</a:t>
            </a:r>
          </a:p>
        </p:txBody>
      </p:sp>
      <p:sp>
        <p:nvSpPr>
          <p:cNvPr id="23" name="text-1784">
            <a:extLst xmlns:a="http://schemas.openxmlformats.org/drawingml/2006/main">
              <a:ext uri="{FF2B5EF4-FFF2-40B4-BE49-F238E27FC236}">
                <a16:creationId xmlns:a16="http://schemas.microsoft.com/office/drawing/2014/main" id="{76F346E2-F5CD-425E-96CB-1D6DC0CD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785">
            <a:extLst xmlns:a="http://schemas.openxmlformats.org/drawingml/2006/main">
              <a:ext uri="{FF2B5EF4-FFF2-40B4-BE49-F238E27FC236}">
                <a16:creationId xmlns:a16="http://schemas.microsoft.com/office/drawing/2014/main" id="{0A518D98-F5AC-4304-9080-B7E7DA3F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786">
            <a:extLst xmlns:a="http://schemas.openxmlformats.org/drawingml/2006/main">
              <a:ext uri="{FF2B5EF4-FFF2-40B4-BE49-F238E27FC236}">
                <a16:creationId xmlns:a16="http://schemas.microsoft.com/office/drawing/2014/main" id="{71F3BADC-EAED-4213-B249-EC0E87DA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787">
            <a:extLst xmlns:a="http://schemas.openxmlformats.org/drawingml/2006/main">
              <a:ext uri="{FF2B5EF4-FFF2-40B4-BE49-F238E27FC236}">
                <a16:creationId xmlns:a16="http://schemas.microsoft.com/office/drawing/2014/main" id="{3AD8457F-CDC5-42AC-970B-C55227AC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788">
            <a:extLst xmlns:a="http://schemas.openxmlformats.org/drawingml/2006/main">
              <a:ext uri="{FF2B5EF4-FFF2-40B4-BE49-F238E27FC236}">
                <a16:creationId xmlns:a16="http://schemas.microsoft.com/office/drawing/2014/main" id="{09DD3BF1-3B1D-4948-B24F-AC750247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assets/</a:t>
            </a:r>
          </a:p>
        </p:txBody>
      </p:sp>
      <p:sp>
        <p:nvSpPr>
          <p:cNvPr id="28" name="text-1789">
            <a:extLst xmlns:a="http://schemas.openxmlformats.org/drawingml/2006/main">
              <a:ext uri="{FF2B5EF4-FFF2-40B4-BE49-F238E27FC236}">
                <a16:creationId xmlns:a16="http://schemas.microsoft.com/office/drawing/2014/main" id="{75633CA3-6458-4E8E-816B-BE4BC0CD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範本、圖片、輸出骨架</a:t>
            </a:r>
          </a:p>
        </p:txBody>
      </p:sp>
      <p:sp>
        <p:nvSpPr>
          <p:cNvPr id="29" name="text-1790">
            <a:extLst xmlns:a="http://schemas.openxmlformats.org/drawingml/2006/main">
              <a:ext uri="{FF2B5EF4-FFF2-40B4-BE49-F238E27FC236}">
                <a16:creationId xmlns:a16="http://schemas.microsoft.com/office/drawing/2014/main" id="{BA0BAFA2-1F46-4F54-B01C-A4AF4EE6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2253">
            <a:extLst xmlns:a="http://schemas.openxmlformats.org/drawingml/2006/main">
              <a:ext uri="{FF2B5EF4-FFF2-40B4-BE49-F238E27FC236}">
                <a16:creationId xmlns:a16="http://schemas.microsoft.com/office/drawing/2014/main" id="{BB12D635-AEB9-401D-8B50-2391A820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f4cf8a3ff5c4411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1a08178bce7475c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f830252ee2c4e21"/>
              </a:rPr>
              <a:t>Skills 資源庫 ↗</a:t>
            </a:r>
          </a:p>
        </p:txBody>
      </p:sp>
      <p:sp>
        <p:nvSpPr>
          <p:cNvPr id="31" name="shape-2338">
            <a:extLst xmlns:a="http://schemas.openxmlformats.org/drawingml/2006/main">
              <a:ext uri="{FF2B5EF4-FFF2-40B4-BE49-F238E27FC236}">
                <a16:creationId xmlns:a16="http://schemas.microsoft.com/office/drawing/2014/main" id="{91E93778-7DE8-4D28-AE3E-2FEBBBEB4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8f59a8b6704018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2339">
            <a:extLst xmlns:a="http://schemas.openxmlformats.org/drawingml/2006/main">
              <a:ext uri="{FF2B5EF4-FFF2-40B4-BE49-F238E27FC236}">
                <a16:creationId xmlns:a16="http://schemas.microsoft.com/office/drawing/2014/main" id="{504A1415-BB71-4AEB-AD1D-2613A6F6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5527853e8e483c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5" name="text-2340">
            <a:extLst xmlns:a="http://schemas.openxmlformats.org/drawingml/2006/main">
              <a:ext uri="{FF2B5EF4-FFF2-40B4-BE49-F238E27FC236}">
                <a16:creationId xmlns:a16="http://schemas.microsoft.com/office/drawing/2014/main" id="{5EEFBACD-69A4-4C91-B7F8-F6AD0ED2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bbec1afe1476f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7" name="text-2341">
            <a:extLst xmlns:a="http://schemas.openxmlformats.org/drawingml/2006/main">
              <a:ext uri="{FF2B5EF4-FFF2-40B4-BE49-F238E27FC236}">
                <a16:creationId xmlns:a16="http://schemas.microsoft.com/office/drawing/2014/main" id="{29598AB7-0BF5-4623-B03C-9B296D2D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116595573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1791">
            <a:extLst xmlns:a="http://schemas.openxmlformats.org/drawingml/2006/main">
              <a:ext uri="{FF2B5EF4-FFF2-40B4-BE49-F238E27FC236}">
                <a16:creationId xmlns:a16="http://schemas.microsoft.com/office/drawing/2014/main" id="{324492D5-8FB6-4003-8FF5-49F78F91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97881C-D3BD-4525-BDF0-AFD38961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跨平台 SKILL.md：最小而清楚</a:t>
            </a:r>
          </a:p>
        </p:txBody>
      </p:sp>
      <p:cxnSp>
        <p:nvCxnSpPr>
          <p:cNvPr id="23" name="shape-179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93">
            <a:extLst xmlns:a="http://schemas.openxmlformats.org/drawingml/2006/main">
              <a:ext uri="{FF2B5EF4-FFF2-40B4-BE49-F238E27FC236}">
                <a16:creationId xmlns:a16="http://schemas.microsoft.com/office/drawing/2014/main" id="{2920B018-2E36-4865-A7A5-7D603575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D4D8A0-897E-4411-A2E9-C9FDD2C9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text-1794">
            <a:extLst xmlns:a="http://schemas.openxmlformats.org/drawingml/2006/main">
              <a:ext uri="{FF2B5EF4-FFF2-40B4-BE49-F238E27FC236}">
                <a16:creationId xmlns:a16="http://schemas.microsoft.com/office/drawing/2014/main" id="{EF78502C-716D-40AF-8A82-0C79B6E6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B2A3D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name: course-site-quality-check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description: 檢查課程網站的手機版、無障礙、連結與部署狀態；當使用者要求網站上線前總檢時使用。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# 課程網站上線前總檢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先唯讀檢查現況，不直接發布。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依序檢查手機版、鍵盤操作、連結與隱私。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對每項標示：通過／失敗／未確認。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只有在使用者明確授權後才部署。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5. 交付檢查表、證據與下一步。</a:t>
            </a:r>
          </a:p>
        </p:txBody>
      </p:sp>
      <p:sp>
        <p:nvSpPr>
          <p:cNvPr id="7" name="text-1795">
            <a:extLst xmlns:a="http://schemas.openxmlformats.org/drawingml/2006/main">
              <a:ext uri="{FF2B5EF4-FFF2-40B4-BE49-F238E27FC236}">
                <a16:creationId xmlns:a16="http://schemas.microsoft.com/office/drawing/2014/main" id="{B2FD8D88-C4BC-4C05-A394-57C05579C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Frontmatter</a:t>
            </a:r>
          </a:p>
        </p:txBody>
      </p:sp>
      <p:sp>
        <p:nvSpPr>
          <p:cNvPr id="8" name="text-1796">
            <a:extLst xmlns:a="http://schemas.openxmlformats.org/drawingml/2006/main">
              <a:ext uri="{FF2B5EF4-FFF2-40B4-BE49-F238E27FC236}">
                <a16:creationId xmlns:a16="http://schemas.microsoft.com/office/drawing/2014/main" id="{32FFED57-1F89-431C-90B1-AB02BC98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為跨 Antigravity 與 Codex 使用，只保留 name、description。</a:t>
            </a:r>
          </a:p>
        </p:txBody>
      </p:sp>
      <p:sp>
        <p:nvSpPr>
          <p:cNvPr id="9" name="text-1797">
            <a:extLst xmlns:a="http://schemas.openxmlformats.org/drawingml/2006/main">
              <a:ext uri="{FF2B5EF4-FFF2-40B4-BE49-F238E27FC236}">
                <a16:creationId xmlns:a16="http://schemas.microsoft.com/office/drawing/2014/main" id="{7C2D3012-CE05-47E6-B453-8D976762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rPr>
              <a:t>描述要能觸發</a:t>
            </a:r>
          </a:p>
        </p:txBody>
      </p:sp>
      <p:sp>
        <p:nvSpPr>
          <p:cNvPr id="10" name="text-1798">
            <a:extLst xmlns:a="http://schemas.openxmlformats.org/drawingml/2006/main">
              <a:ext uri="{FF2B5EF4-FFF2-40B4-BE49-F238E27FC236}">
                <a16:creationId xmlns:a16="http://schemas.microsoft.com/office/drawing/2014/main" id="{283EDD57-DD06-42EA-B796-5CE802DB7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寫清楚何時使用，以及它解決什麼工作。</a:t>
            </a:r>
          </a:p>
        </p:txBody>
      </p:sp>
      <p:sp>
        <p:nvSpPr>
          <p:cNvPr id="11" name="text-1799">
            <a:extLst xmlns:a="http://schemas.openxmlformats.org/drawingml/2006/main">
              <a:ext uri="{FF2B5EF4-FFF2-40B4-BE49-F238E27FC236}">
                <a16:creationId xmlns:a16="http://schemas.microsoft.com/office/drawing/2014/main" id="{F221F34B-A7FD-4CBE-A03E-5686F2C7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流程要能驗收</a:t>
            </a:r>
          </a:p>
        </p:txBody>
      </p:sp>
      <p:sp>
        <p:nvSpPr>
          <p:cNvPr id="12" name="text-1800">
            <a:extLst xmlns:a="http://schemas.openxmlformats.org/drawingml/2006/main">
              <a:ext uri="{FF2B5EF4-FFF2-40B4-BE49-F238E27FC236}">
                <a16:creationId xmlns:a16="http://schemas.microsoft.com/office/drawing/2014/main" id="{92A04DE0-4FC6-4B0E-99A9-1602C41E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步驟、狀態與授權邊界都可檢查。</a:t>
            </a:r>
          </a:p>
        </p:txBody>
      </p:sp>
      <p:sp>
        <p:nvSpPr>
          <p:cNvPr id="13" name="text-2254">
            <a:extLst xmlns:a="http://schemas.openxmlformats.org/drawingml/2006/main">
              <a:ext uri="{FF2B5EF4-FFF2-40B4-BE49-F238E27FC236}">
                <a16:creationId xmlns:a16="http://schemas.microsoft.com/office/drawing/2014/main" id="{33E4AED4-F3AE-467A-8FB3-BE4F8123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43584608208428a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dd6d043023f4d58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2910dcb5cb44836"/>
              </a:rPr>
              <a:t>Skills 資源庫 ↗</a:t>
            </a:r>
          </a:p>
        </p:txBody>
      </p:sp>
      <p:sp>
        <p:nvSpPr>
          <p:cNvPr id="14" name="shape-2342">
            <a:extLst xmlns:a="http://schemas.openxmlformats.org/drawingml/2006/main">
              <a:ext uri="{FF2B5EF4-FFF2-40B4-BE49-F238E27FC236}">
                <a16:creationId xmlns:a16="http://schemas.microsoft.com/office/drawing/2014/main" id="{D543163D-1DDD-49A1-90B2-54F3F628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9b751043e42f7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6" name="text-2343">
            <a:extLst xmlns:a="http://schemas.openxmlformats.org/drawingml/2006/main">
              <a:ext uri="{FF2B5EF4-FFF2-40B4-BE49-F238E27FC236}">
                <a16:creationId xmlns:a16="http://schemas.microsoft.com/office/drawing/2014/main" id="{CD17C035-E24B-45FB-B310-41084561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67824787a34ce9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8" name="text-2344">
            <a:extLst xmlns:a="http://schemas.openxmlformats.org/drawingml/2006/main">
              <a:ext uri="{FF2B5EF4-FFF2-40B4-BE49-F238E27FC236}">
                <a16:creationId xmlns:a16="http://schemas.microsoft.com/office/drawing/2014/main" id="{471DABDF-60D7-404E-AB23-964D7F04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1b986bd1b34f72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0" name="text-2345">
            <a:extLst xmlns:a="http://schemas.openxmlformats.org/drawingml/2006/main">
              <a:ext uri="{FF2B5EF4-FFF2-40B4-BE49-F238E27FC236}">
                <a16:creationId xmlns:a16="http://schemas.microsoft.com/office/drawing/2014/main" id="{471EA91D-0A0B-4B8E-A495-7DD980B5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92749587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801">
            <a:extLst xmlns:a="http://schemas.openxmlformats.org/drawingml/2006/main">
              <a:ext uri="{FF2B5EF4-FFF2-40B4-BE49-F238E27FC236}">
                <a16:creationId xmlns:a16="http://schemas.microsoft.com/office/drawing/2014/main" id="{F7F72A80-F287-4FE7-98BC-F0610519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PROGRESSIVE DISCLOSURE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81F62B9-096C-4389-8BF6-99F51A57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漸進式揭露：Agent 需要時才讀細節</a:t>
            </a:r>
          </a:p>
        </p:txBody>
      </p:sp>
      <p:cxnSp>
        <p:nvCxnSpPr>
          <p:cNvPr id="36" name="shape-180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03">
            <a:extLst xmlns:a="http://schemas.openxmlformats.org/drawingml/2006/main">
              <a:ext uri="{FF2B5EF4-FFF2-40B4-BE49-F238E27FC236}">
                <a16:creationId xmlns:a16="http://schemas.microsoft.com/office/drawing/2014/main" id="{3714859D-C322-490B-B497-ADF2EF12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0A2A138-A41B-4400-BCE7-3A3EE991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1804">
            <a:extLst xmlns:a="http://schemas.openxmlformats.org/drawingml/2006/main">
              <a:ext uri="{FF2B5EF4-FFF2-40B4-BE49-F238E27FC236}">
                <a16:creationId xmlns:a16="http://schemas.microsoft.com/office/drawing/2014/main" id="{218D6D9D-96C7-492A-B5BC-2A3D85E1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805">
            <a:extLst xmlns:a="http://schemas.openxmlformats.org/drawingml/2006/main">
              <a:ext uri="{FF2B5EF4-FFF2-40B4-BE49-F238E27FC236}">
                <a16:creationId xmlns:a16="http://schemas.microsoft.com/office/drawing/2014/main" id="{C8794334-BD8D-4607-98A7-8BCB49B5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806">
            <a:extLst xmlns:a="http://schemas.openxmlformats.org/drawingml/2006/main">
              <a:ext uri="{FF2B5EF4-FFF2-40B4-BE49-F238E27FC236}">
                <a16:creationId xmlns:a16="http://schemas.microsoft.com/office/drawing/2014/main" id="{57765461-2285-453C-9D1A-7967189B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第一層：描述</a:t>
            </a:r>
          </a:p>
        </p:txBody>
      </p:sp>
      <p:sp>
        <p:nvSpPr>
          <p:cNvPr id="9" name="text-1807">
            <a:extLst xmlns:a="http://schemas.openxmlformats.org/drawingml/2006/main">
              <a:ext uri="{FF2B5EF4-FFF2-40B4-BE49-F238E27FC236}">
                <a16:creationId xmlns:a16="http://schemas.microsoft.com/office/drawing/2014/main" id="{DE21680E-8C52-4A37-9F1D-BE47D322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先看名稱與 description，判斷是否適用。</a:t>
            </a:r>
          </a:p>
        </p:txBody>
      </p:sp>
      <p:sp>
        <p:nvSpPr>
          <p:cNvPr id="10" name="shape-1808">
            <a:extLst xmlns:a="http://schemas.openxmlformats.org/drawingml/2006/main">
              <a:ext uri="{FF2B5EF4-FFF2-40B4-BE49-F238E27FC236}">
                <a16:creationId xmlns:a16="http://schemas.microsoft.com/office/drawing/2014/main" id="{FE2F4A02-3806-4F8C-A273-23661954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809">
            <a:extLst xmlns:a="http://schemas.openxmlformats.org/drawingml/2006/main">
              <a:ext uri="{FF2B5EF4-FFF2-40B4-BE49-F238E27FC236}">
                <a16:creationId xmlns:a16="http://schemas.microsoft.com/office/drawing/2014/main" id="{1043BB8E-39B0-4AFF-A2C6-6AC311B8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810">
            <a:extLst xmlns:a="http://schemas.openxmlformats.org/drawingml/2006/main">
              <a:ext uri="{FF2B5EF4-FFF2-40B4-BE49-F238E27FC236}">
                <a16:creationId xmlns:a16="http://schemas.microsoft.com/office/drawing/2014/main" id="{DB459762-CB63-4C5A-B684-24ACCA3DA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第二層：主流程</a:t>
            </a:r>
          </a:p>
        </p:txBody>
      </p:sp>
      <p:sp>
        <p:nvSpPr>
          <p:cNvPr id="13" name="text-1811">
            <a:extLst xmlns:a="http://schemas.openxmlformats.org/drawingml/2006/main">
              <a:ext uri="{FF2B5EF4-FFF2-40B4-BE49-F238E27FC236}">
                <a16:creationId xmlns:a16="http://schemas.microsoft.com/office/drawing/2014/main" id="{FD7058F6-7A86-41BB-87D8-D42C92CA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觸發後讀 SKILL.md，取得核心步驟與規則。</a:t>
            </a:r>
          </a:p>
        </p:txBody>
      </p:sp>
      <p:sp>
        <p:nvSpPr>
          <p:cNvPr id="14" name="shape-1812">
            <a:extLst xmlns:a="http://schemas.openxmlformats.org/drawingml/2006/main">
              <a:ext uri="{FF2B5EF4-FFF2-40B4-BE49-F238E27FC236}">
                <a16:creationId xmlns:a16="http://schemas.microsoft.com/office/drawing/2014/main" id="{CAE32ACD-80FD-4559-8058-A31730BD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813">
            <a:extLst xmlns:a="http://schemas.openxmlformats.org/drawingml/2006/main">
              <a:ext uri="{FF2B5EF4-FFF2-40B4-BE49-F238E27FC236}">
                <a16:creationId xmlns:a16="http://schemas.microsoft.com/office/drawing/2014/main" id="{D4813170-71D2-4FA7-B0FF-275397FF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814">
            <a:extLst xmlns:a="http://schemas.openxmlformats.org/drawingml/2006/main">
              <a:ext uri="{FF2B5EF4-FFF2-40B4-BE49-F238E27FC236}">
                <a16:creationId xmlns:a16="http://schemas.microsoft.com/office/drawing/2014/main" id="{B21826E7-A75E-4AB2-BD2B-1C497E02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第三層：附件</a:t>
            </a:r>
          </a:p>
        </p:txBody>
      </p:sp>
      <p:sp>
        <p:nvSpPr>
          <p:cNvPr id="17" name="text-1815">
            <a:extLst xmlns:a="http://schemas.openxmlformats.org/drawingml/2006/main">
              <a:ext uri="{FF2B5EF4-FFF2-40B4-BE49-F238E27FC236}">
                <a16:creationId xmlns:a16="http://schemas.microsoft.com/office/drawing/2014/main" id="{A1D3F3C5-9F26-4F3A-B743-D234CD71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任務需要時才讀 references、執行 scripts、取用 assets。</a:t>
            </a:r>
          </a:p>
        </p:txBody>
      </p:sp>
      <p:sp>
        <p:nvSpPr>
          <p:cNvPr id="18" name="text-1816">
            <a:extLst xmlns:a="http://schemas.openxmlformats.org/drawingml/2006/main">
              <a:ext uri="{FF2B5EF4-FFF2-40B4-BE49-F238E27FC236}">
                <a16:creationId xmlns:a16="http://schemas.microsoft.com/office/drawing/2014/main" id="{1073A7D7-FE46-43A6-896E-7B8EDC98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描述</a:t>
            </a:r>
          </a:p>
        </p:txBody>
      </p:sp>
      <p:sp>
        <p:nvSpPr>
          <p:cNvPr id="19" name="text-1817">
            <a:extLst xmlns:a="http://schemas.openxmlformats.org/drawingml/2006/main">
              <a:ext uri="{FF2B5EF4-FFF2-40B4-BE49-F238E27FC236}">
                <a16:creationId xmlns:a16="http://schemas.microsoft.com/office/drawing/2014/main" id="{D9183C88-6346-4629-A8C2-524633A6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20" name="text-1818">
            <a:extLst xmlns:a="http://schemas.openxmlformats.org/drawingml/2006/main">
              <a:ext uri="{FF2B5EF4-FFF2-40B4-BE49-F238E27FC236}">
                <a16:creationId xmlns:a16="http://schemas.microsoft.com/office/drawing/2014/main" id="{2FC6B2BE-5214-4533-BF8D-4C93D504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附件</a:t>
            </a:r>
          </a:p>
        </p:txBody>
      </p:sp>
      <p:sp>
        <p:nvSpPr>
          <p:cNvPr id="21" name="text-1819">
            <a:extLst xmlns:a="http://schemas.openxmlformats.org/drawingml/2006/main">
              <a:ext uri="{FF2B5EF4-FFF2-40B4-BE49-F238E27FC236}">
                <a16:creationId xmlns:a16="http://schemas.microsoft.com/office/drawing/2014/main" id="{66BEA791-60C2-4AC9-9881-3A4A03F8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可驗證成果</a:t>
            </a:r>
          </a:p>
        </p:txBody>
      </p:sp>
      <p:cxnSp>
        <p:nvCxnSpPr>
          <p:cNvPr id="55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28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56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295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57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962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25" name="text-1820">
            <a:extLst xmlns:a="http://schemas.openxmlformats.org/drawingml/2006/main">
              <a:ext uri="{FF2B5EF4-FFF2-40B4-BE49-F238E27FC236}">
                <a16:creationId xmlns:a16="http://schemas.microsoft.com/office/drawing/2014/main" id="{0929CEF3-1949-49B9-83B3-BE667C611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1975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按需載入，不把整個知識庫一次塞進主文</a:t>
            </a:r>
          </a:p>
        </p:txBody>
      </p:sp>
      <p:sp>
        <p:nvSpPr>
          <p:cNvPr id="26" name="text-2255">
            <a:extLst xmlns:a="http://schemas.openxmlformats.org/drawingml/2006/main">
              <a:ext uri="{FF2B5EF4-FFF2-40B4-BE49-F238E27FC236}">
                <a16:creationId xmlns:a16="http://schemas.microsoft.com/office/drawing/2014/main" id="{3D081A26-C36F-41DB-8EFC-7CE997CB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657b499bc974734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f299aedb9b44820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27bf7faf378448d"/>
              </a:rPr>
              <a:t>Skills 資源庫 ↗</a:t>
            </a:r>
          </a:p>
        </p:txBody>
      </p:sp>
      <p:sp>
        <p:nvSpPr>
          <p:cNvPr id="27" name="shape-2346">
            <a:extLst xmlns:a="http://schemas.openxmlformats.org/drawingml/2006/main">
              <a:ext uri="{FF2B5EF4-FFF2-40B4-BE49-F238E27FC236}">
                <a16:creationId xmlns:a16="http://schemas.microsoft.com/office/drawing/2014/main" id="{58232B77-ECD1-42E9-903C-6E66BBFC0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fb4f2888b84c1d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2347">
            <a:extLst xmlns:a="http://schemas.openxmlformats.org/drawingml/2006/main">
              <a:ext uri="{FF2B5EF4-FFF2-40B4-BE49-F238E27FC236}">
                <a16:creationId xmlns:a16="http://schemas.microsoft.com/office/drawing/2014/main" id="{48DFD0EA-9050-4FD7-B89E-85599C4C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4adf75da914ae1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1" name="text-2348">
            <a:extLst xmlns:a="http://schemas.openxmlformats.org/drawingml/2006/main">
              <a:ext uri="{FF2B5EF4-FFF2-40B4-BE49-F238E27FC236}">
                <a16:creationId xmlns:a16="http://schemas.microsoft.com/office/drawing/2014/main" id="{1D8F493F-535C-47EC-87DC-B3E32C460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0e3995f3694858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2349">
            <a:extLst xmlns:a="http://schemas.openxmlformats.org/drawingml/2006/main">
              <a:ext uri="{FF2B5EF4-FFF2-40B4-BE49-F238E27FC236}">
                <a16:creationId xmlns:a16="http://schemas.microsoft.com/office/drawing/2014/main" id="{3AC33792-CAEB-49CA-B57D-491D1A92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75886380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1821">
            <a:extLst xmlns:a="http://schemas.openxmlformats.org/drawingml/2006/main">
              <a:ext uri="{FF2B5EF4-FFF2-40B4-BE49-F238E27FC236}">
                <a16:creationId xmlns:a16="http://schemas.microsoft.com/office/drawing/2014/main" id="{FD7C065F-4431-4519-A7D4-9D2C2A6C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612CFF-CB2A-4EEB-B594-F9FBC4BC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C｜把一筆提示詞升級成教育 Skill</a:t>
            </a:r>
          </a:p>
        </p:txBody>
      </p:sp>
      <p:cxnSp>
        <p:nvCxnSpPr>
          <p:cNvPr id="29" name="shape-182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23">
            <a:extLst xmlns:a="http://schemas.openxmlformats.org/drawingml/2006/main">
              <a:ext uri="{FF2B5EF4-FFF2-40B4-BE49-F238E27FC236}">
                <a16:creationId xmlns:a16="http://schemas.microsoft.com/office/drawing/2014/main" id="{7BDD9F65-743B-4A85-AD1F-C126103E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1F9EEC9-B958-449A-8590-4B3155BB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text-1824">
            <a:extLst xmlns:a="http://schemas.openxmlformats.org/drawingml/2006/main">
              <a:ext uri="{FF2B5EF4-FFF2-40B4-BE49-F238E27FC236}">
                <a16:creationId xmlns:a16="http://schemas.microsoft.com/office/drawing/2014/main" id="{9627C552-334C-4D55-9B8A-76B1F54E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825">
            <a:extLst xmlns:a="http://schemas.openxmlformats.org/drawingml/2006/main">
              <a:ext uri="{FF2B5EF4-FFF2-40B4-BE49-F238E27FC236}">
                <a16:creationId xmlns:a16="http://schemas.microsoft.com/office/drawing/2014/main" id="{BC5A331D-3FC6-451A-A894-4777410D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826">
            <a:extLst xmlns:a="http://schemas.openxmlformats.org/drawingml/2006/main">
              <a:ext uri="{FF2B5EF4-FFF2-40B4-BE49-F238E27FC236}">
                <a16:creationId xmlns:a16="http://schemas.microsoft.com/office/drawing/2014/main" id="{1939AA35-062A-4B2B-B476-ED50C6E0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827">
            <a:extLst xmlns:a="http://schemas.openxmlformats.org/drawingml/2006/main">
              <a:ext uri="{FF2B5EF4-FFF2-40B4-BE49-F238E27FC236}">
                <a16:creationId xmlns:a16="http://schemas.microsoft.com/office/drawing/2014/main" id="{DF7AD168-7AC7-4B2B-9255-7EDD3589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從快捷面板選一個高頻提示詞</a:t>
            </a:r>
          </a:p>
        </p:txBody>
      </p:sp>
      <p:sp>
        <p:nvSpPr>
          <p:cNvPr id="10" name="text-1828">
            <a:extLst xmlns:a="http://schemas.openxmlformats.org/drawingml/2006/main">
              <a:ext uri="{FF2B5EF4-FFF2-40B4-BE49-F238E27FC236}">
                <a16:creationId xmlns:a16="http://schemas.microsoft.com/office/drawing/2014/main" id="{EAE43DA4-B682-453F-A111-DDB0C0F5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829">
            <a:extLst xmlns:a="http://schemas.openxmlformats.org/drawingml/2006/main">
              <a:ext uri="{FF2B5EF4-FFF2-40B4-BE49-F238E27FC236}">
                <a16:creationId xmlns:a16="http://schemas.microsoft.com/office/drawing/2014/main" id="{2829DF0D-5BE6-460A-82FC-4162AD21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補齊輸入、步驟、限制與驗收</a:t>
            </a:r>
          </a:p>
        </p:txBody>
      </p:sp>
      <p:sp>
        <p:nvSpPr>
          <p:cNvPr id="12" name="text-1830">
            <a:extLst xmlns:a="http://schemas.openxmlformats.org/drawingml/2006/main">
              <a:ext uri="{FF2B5EF4-FFF2-40B4-BE49-F238E27FC236}">
                <a16:creationId xmlns:a16="http://schemas.microsoft.com/office/drawing/2014/main" id="{71D7ED7D-F216-4DA6-8CBE-95C00FCB3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831">
            <a:extLst xmlns:a="http://schemas.openxmlformats.org/drawingml/2006/main">
              <a:ext uri="{FF2B5EF4-FFF2-40B4-BE49-F238E27FC236}">
                <a16:creationId xmlns:a16="http://schemas.microsoft.com/office/drawing/2014/main" id="{F6901272-28F5-4D83-9A1C-8F7D1E01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建立資料夾與 SKILL.md</a:t>
            </a:r>
          </a:p>
        </p:txBody>
      </p:sp>
      <p:sp>
        <p:nvSpPr>
          <p:cNvPr id="14" name="text-1832">
            <a:extLst xmlns:a="http://schemas.openxmlformats.org/drawingml/2006/main">
              <a:ext uri="{FF2B5EF4-FFF2-40B4-BE49-F238E27FC236}">
                <a16:creationId xmlns:a16="http://schemas.microsoft.com/office/drawing/2014/main" id="{F8A93F8D-B947-48EB-9668-E468E246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833">
            <a:extLst xmlns:a="http://schemas.openxmlformats.org/drawingml/2006/main">
              <a:ext uri="{FF2B5EF4-FFF2-40B4-BE49-F238E27FC236}">
                <a16:creationId xmlns:a16="http://schemas.microsoft.com/office/drawing/2014/main" id="{7881CFE6-1DD4-4FDC-A1F9-944FC866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在 Agent 中用自然語句觸發並修正</a:t>
            </a:r>
          </a:p>
        </p:txBody>
      </p:sp>
      <p:sp>
        <p:nvSpPr>
          <p:cNvPr id="16" name="shape-1834">
            <a:extLst xmlns:a="http://schemas.openxmlformats.org/drawingml/2006/main">
              <a:ext uri="{FF2B5EF4-FFF2-40B4-BE49-F238E27FC236}">
                <a16:creationId xmlns:a16="http://schemas.microsoft.com/office/drawing/2014/main" id="{1E0648BF-1666-4CB1-BFD5-EAC49E39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835">
            <a:extLst xmlns:a="http://schemas.openxmlformats.org/drawingml/2006/main">
              <a:ext uri="{FF2B5EF4-FFF2-40B4-BE49-F238E27FC236}">
                <a16:creationId xmlns:a16="http://schemas.microsoft.com/office/drawing/2014/main" id="{30A0F624-E8E4-407E-880C-5E4F95FF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836">
            <a:extLst xmlns:a="http://schemas.openxmlformats.org/drawingml/2006/main">
              <a:ext uri="{FF2B5EF4-FFF2-40B4-BE49-F238E27FC236}">
                <a16:creationId xmlns:a16="http://schemas.microsoft.com/office/drawing/2014/main" id="{A5B1D2E6-5310-499A-9905-EEC59629B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名稱與描述清楚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流程可重複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有至少一項驗收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需要授權的動作會停</a:t>
            </a:r>
          </a:p>
        </p:txBody>
      </p:sp>
      <p:sp>
        <p:nvSpPr>
          <p:cNvPr id="19" name="text-2256">
            <a:extLst xmlns:a="http://schemas.openxmlformats.org/drawingml/2006/main">
              <a:ext uri="{FF2B5EF4-FFF2-40B4-BE49-F238E27FC236}">
                <a16:creationId xmlns:a16="http://schemas.microsoft.com/office/drawing/2014/main" id="{C19FDDAE-5A7D-4908-873C-3C8D2182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a424aa1bf42423f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5ba9f0fd3584289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4dda11156254f4b"/>
              </a:rPr>
              <a:t>Skills 資源庫 ↗</a:t>
            </a:r>
          </a:p>
        </p:txBody>
      </p:sp>
      <p:sp>
        <p:nvSpPr>
          <p:cNvPr id="20" name="shape-2350">
            <a:extLst xmlns:a="http://schemas.openxmlformats.org/drawingml/2006/main">
              <a:ext uri="{FF2B5EF4-FFF2-40B4-BE49-F238E27FC236}">
                <a16:creationId xmlns:a16="http://schemas.microsoft.com/office/drawing/2014/main" id="{C3D5F8A5-1470-4730-A7B3-9212D37C5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7dce411f984ec4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2351">
            <a:extLst xmlns:a="http://schemas.openxmlformats.org/drawingml/2006/main">
              <a:ext uri="{FF2B5EF4-FFF2-40B4-BE49-F238E27FC236}">
                <a16:creationId xmlns:a16="http://schemas.microsoft.com/office/drawing/2014/main" id="{4B01BE1B-8B04-4FD0-B7F2-86DDD846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6d1f510822456f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2352">
            <a:extLst xmlns:a="http://schemas.openxmlformats.org/drawingml/2006/main">
              <a:ext uri="{FF2B5EF4-FFF2-40B4-BE49-F238E27FC236}">
                <a16:creationId xmlns:a16="http://schemas.microsoft.com/office/drawing/2014/main" id="{9680EE8C-BB3E-4751-A985-9438976B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5ea8e0ae14e3a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2353">
            <a:extLst xmlns:a="http://schemas.openxmlformats.org/drawingml/2006/main">
              <a:ext uri="{FF2B5EF4-FFF2-40B4-BE49-F238E27FC236}">
                <a16:creationId xmlns:a16="http://schemas.microsoft.com/office/drawing/2014/main" id="{50DF9882-AE3F-4A7B-83A4-1EE48065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1039112270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1837">
            <a:extLst xmlns:a="http://schemas.openxmlformats.org/drawingml/2006/main">
              <a:ext uri="{FF2B5EF4-FFF2-40B4-BE49-F238E27FC236}">
                <a16:creationId xmlns:a16="http://schemas.microsoft.com/office/drawing/2014/main" id="{6CB2D86C-4019-4DBE-B778-6283F9F2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CROSS-AGENT TEST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9E2748C-4C01-42BE-B284-B3C223AE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同一個 Skill，做兩輪交叉測試</a:t>
            </a:r>
          </a:p>
        </p:txBody>
      </p:sp>
      <p:cxnSp>
        <p:nvCxnSpPr>
          <p:cNvPr id="32" name="shape-183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39">
            <a:extLst xmlns:a="http://schemas.openxmlformats.org/drawingml/2006/main">
              <a:ext uri="{FF2B5EF4-FFF2-40B4-BE49-F238E27FC236}">
                <a16:creationId xmlns:a16="http://schemas.microsoft.com/office/drawing/2014/main" id="{919B6F73-AE26-469E-8343-8781B50B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D8D72C7-13B7-400A-9F03-3139CEED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shape-1840">
            <a:extLst xmlns:a="http://schemas.openxmlformats.org/drawingml/2006/main">
              <a:ext uri="{FF2B5EF4-FFF2-40B4-BE49-F238E27FC236}">
                <a16:creationId xmlns:a16="http://schemas.microsoft.com/office/drawing/2014/main" id="{945BD7D0-7AE0-472F-B385-D26B5A8A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841">
            <a:extLst xmlns:a="http://schemas.openxmlformats.org/drawingml/2006/main">
              <a:ext uri="{FF2B5EF4-FFF2-40B4-BE49-F238E27FC236}">
                <a16:creationId xmlns:a16="http://schemas.microsoft.com/office/drawing/2014/main" id="{A2629EE3-5311-4388-8878-D1BA0D80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842">
            <a:extLst xmlns:a="http://schemas.openxmlformats.org/drawingml/2006/main">
              <a:ext uri="{FF2B5EF4-FFF2-40B4-BE49-F238E27FC236}">
                <a16:creationId xmlns:a16="http://schemas.microsoft.com/office/drawing/2014/main" id="{7BBD9843-D7E5-4130-9BFB-9C7CB2002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觸發</a:t>
            </a:r>
          </a:p>
        </p:txBody>
      </p:sp>
      <p:sp>
        <p:nvSpPr>
          <p:cNvPr id="9" name="text-1843">
            <a:extLst xmlns:a="http://schemas.openxmlformats.org/drawingml/2006/main">
              <a:ext uri="{FF2B5EF4-FFF2-40B4-BE49-F238E27FC236}">
                <a16:creationId xmlns:a16="http://schemas.microsoft.com/office/drawing/2014/main" id="{E6F895F5-2F17-43F4-A2BC-7935C03B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與 Codex 是否都能從 description 判斷何時使用？</a:t>
            </a:r>
          </a:p>
        </p:txBody>
      </p:sp>
      <p:sp>
        <p:nvSpPr>
          <p:cNvPr id="10" name="shape-1844">
            <a:extLst xmlns:a="http://schemas.openxmlformats.org/drawingml/2006/main">
              <a:ext uri="{FF2B5EF4-FFF2-40B4-BE49-F238E27FC236}">
                <a16:creationId xmlns:a16="http://schemas.microsoft.com/office/drawing/2014/main" id="{08FB6181-C9F1-49CE-8B55-689FC50A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845">
            <a:extLst xmlns:a="http://schemas.openxmlformats.org/drawingml/2006/main">
              <a:ext uri="{FF2B5EF4-FFF2-40B4-BE49-F238E27FC236}">
                <a16:creationId xmlns:a16="http://schemas.microsoft.com/office/drawing/2014/main" id="{7CD65C83-1DC2-4666-9A51-16EDD7BAF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846">
            <a:extLst xmlns:a="http://schemas.openxmlformats.org/drawingml/2006/main">
              <a:ext uri="{FF2B5EF4-FFF2-40B4-BE49-F238E27FC236}">
                <a16:creationId xmlns:a16="http://schemas.microsoft.com/office/drawing/2014/main" id="{3E766BF7-9557-4BFE-BEE2-01647C84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步驟</a:t>
            </a:r>
          </a:p>
        </p:txBody>
      </p:sp>
      <p:sp>
        <p:nvSpPr>
          <p:cNvPr id="13" name="text-1847">
            <a:extLst xmlns:a="http://schemas.openxmlformats.org/drawingml/2006/main">
              <a:ext uri="{FF2B5EF4-FFF2-40B4-BE49-F238E27FC236}">
                <a16:creationId xmlns:a16="http://schemas.microsoft.com/office/drawing/2014/main" id="{52B29320-444F-4C70-979E-4E7A311FC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是否按相同順序處理，或清楚說明環境差異？</a:t>
            </a:r>
          </a:p>
        </p:txBody>
      </p:sp>
      <p:sp>
        <p:nvSpPr>
          <p:cNvPr id="14" name="shape-1848">
            <a:extLst xmlns:a="http://schemas.openxmlformats.org/drawingml/2006/main">
              <a:ext uri="{FF2B5EF4-FFF2-40B4-BE49-F238E27FC236}">
                <a16:creationId xmlns:a16="http://schemas.microsoft.com/office/drawing/2014/main" id="{38E7CBDB-2E6F-4844-855E-375D3D8A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849">
            <a:extLst xmlns:a="http://schemas.openxmlformats.org/drawingml/2006/main">
              <a:ext uri="{FF2B5EF4-FFF2-40B4-BE49-F238E27FC236}">
                <a16:creationId xmlns:a16="http://schemas.microsoft.com/office/drawing/2014/main" id="{E0D36F48-2AFC-4890-BE93-5DE890C3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850">
            <a:extLst xmlns:a="http://schemas.openxmlformats.org/drawingml/2006/main">
              <a:ext uri="{FF2B5EF4-FFF2-40B4-BE49-F238E27FC236}">
                <a16:creationId xmlns:a16="http://schemas.microsoft.com/office/drawing/2014/main" id="{88AAF3E4-646B-4A07-BAD5-5735EBE4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護欄</a:t>
            </a:r>
          </a:p>
        </p:txBody>
      </p:sp>
      <p:sp>
        <p:nvSpPr>
          <p:cNvPr id="17" name="text-1851">
            <a:extLst xmlns:a="http://schemas.openxmlformats.org/drawingml/2006/main">
              <a:ext uri="{FF2B5EF4-FFF2-40B4-BE49-F238E27FC236}">
                <a16:creationId xmlns:a16="http://schemas.microsoft.com/office/drawing/2014/main" id="{55BA797B-C5BC-4630-B3F0-178702E0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是否都在發布、刪除、寄送或改權限前停下？</a:t>
            </a:r>
          </a:p>
        </p:txBody>
      </p:sp>
      <p:sp>
        <p:nvSpPr>
          <p:cNvPr id="18" name="shape-1852">
            <a:extLst xmlns:a="http://schemas.openxmlformats.org/drawingml/2006/main">
              <a:ext uri="{FF2B5EF4-FFF2-40B4-BE49-F238E27FC236}">
                <a16:creationId xmlns:a16="http://schemas.microsoft.com/office/drawing/2014/main" id="{F282DD9A-50B4-4DF8-BCA4-E2CAB7C6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853">
            <a:extLst xmlns:a="http://schemas.openxmlformats.org/drawingml/2006/main">
              <a:ext uri="{FF2B5EF4-FFF2-40B4-BE49-F238E27FC236}">
                <a16:creationId xmlns:a16="http://schemas.microsoft.com/office/drawing/2014/main" id="{EB936C56-9889-46F4-976A-7C806AE5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854">
            <a:extLst xmlns:a="http://schemas.openxmlformats.org/drawingml/2006/main">
              <a:ext uri="{FF2B5EF4-FFF2-40B4-BE49-F238E27FC236}">
                <a16:creationId xmlns:a16="http://schemas.microsoft.com/office/drawing/2014/main" id="{A47289CB-E0F3-4B53-B905-4BCC7260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21" name="text-1855">
            <a:extLst xmlns:a="http://schemas.openxmlformats.org/drawingml/2006/main">
              <a:ext uri="{FF2B5EF4-FFF2-40B4-BE49-F238E27FC236}">
                <a16:creationId xmlns:a16="http://schemas.microsoft.com/office/drawing/2014/main" id="{960CB868-149C-4F8F-A18F-E07B157E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是否都回報通過、失敗與未確認，而非只說完成？</a:t>
            </a:r>
          </a:p>
        </p:txBody>
      </p:sp>
      <p:sp>
        <p:nvSpPr>
          <p:cNvPr id="22" name="text-2257">
            <a:extLst xmlns:a="http://schemas.openxmlformats.org/drawingml/2006/main">
              <a:ext uri="{FF2B5EF4-FFF2-40B4-BE49-F238E27FC236}">
                <a16:creationId xmlns:a16="http://schemas.microsoft.com/office/drawing/2014/main" id="{081C6319-FC90-4A94-AE30-E3474ABE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1961f2f4f934049"/>
              </a:rPr>
              <a:t>Antigravity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5303378d4634763"/>
              </a:rPr>
              <a:t>Codex Skills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8ae0edcc5374d24"/>
              </a:rPr>
              <a:t>Skills 資源庫 ↗</a:t>
            </a:r>
          </a:p>
        </p:txBody>
      </p:sp>
      <p:sp>
        <p:nvSpPr>
          <p:cNvPr id="23" name="shape-2354">
            <a:extLst xmlns:a="http://schemas.openxmlformats.org/drawingml/2006/main">
              <a:ext uri="{FF2B5EF4-FFF2-40B4-BE49-F238E27FC236}">
                <a16:creationId xmlns:a16="http://schemas.microsoft.com/office/drawing/2014/main" id="{E03AE282-60D4-4F2C-8A77-0A2966E6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0c449388e24d2f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2355">
            <a:extLst xmlns:a="http://schemas.openxmlformats.org/drawingml/2006/main">
              <a:ext uri="{FF2B5EF4-FFF2-40B4-BE49-F238E27FC236}">
                <a16:creationId xmlns:a16="http://schemas.microsoft.com/office/drawing/2014/main" id="{94D30D21-8BAB-4FBB-B241-8E1BEDB1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5466e9259e4ed2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7" name="text-2356">
            <a:extLst xmlns:a="http://schemas.openxmlformats.org/drawingml/2006/main">
              <a:ext uri="{FF2B5EF4-FFF2-40B4-BE49-F238E27FC236}">
                <a16:creationId xmlns:a16="http://schemas.microsoft.com/office/drawing/2014/main" id="{C90BD2A9-6880-478A-807F-0BDF5CD2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0403a13b274316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2357">
            <a:extLst xmlns:a="http://schemas.openxmlformats.org/drawingml/2006/main">
              <a:ext uri="{FF2B5EF4-FFF2-40B4-BE49-F238E27FC236}">
                <a16:creationId xmlns:a16="http://schemas.microsoft.com/office/drawing/2014/main" id="{C48127E2-488B-437A-96AC-1EF0C5B2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Skills 資源庫</a:t>
            </a:r>
          </a:p>
        </p:txBody>
      </p:sp>
    </p:spTree>
    <p:extLst>
      <p:ext uri="{BB962C8B-B14F-4D97-AF65-F5344CB8AC3E}">
        <p14:creationId xmlns:p14="http://schemas.microsoft.com/office/powerpoint/2010/main" val="566792033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856">
            <a:extLst xmlns:a="http://schemas.openxmlformats.org/drawingml/2006/main">
              <a:ext uri="{FF2B5EF4-FFF2-40B4-BE49-F238E27FC236}">
                <a16:creationId xmlns:a16="http://schemas.microsoft.com/office/drawing/2014/main" id="{3BFEF425-7BDC-4C17-BB43-23211FAF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" name="text-1857">
            <a:extLst xmlns:a="http://schemas.openxmlformats.org/drawingml/2006/main">
              <a:ext uri="{FF2B5EF4-FFF2-40B4-BE49-F238E27FC236}">
                <a16:creationId xmlns:a16="http://schemas.microsoft.com/office/drawing/2014/main" id="{9C2D606D-53F8-4DD3-B14F-B821A6B5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分析學生資料</a:t>
            </a:r>
          </a:p>
        </p:txBody>
      </p:sp>
      <p:sp>
        <p:nvSpPr>
          <p:cNvPr id="3" name="text-1858">
            <a:extLst xmlns:a="http://schemas.openxmlformats.org/drawingml/2006/main">
              <a:ext uri="{FF2B5EF4-FFF2-40B4-BE49-F238E27FC236}">
                <a16:creationId xmlns:a16="http://schemas.microsoft.com/office/drawing/2014/main" id="{A7829F53-2E04-4A3D-9ABD-FCAE173C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把選擇題統計與簡答題編碼分流處理，再用人工複核與一致性檢查，把 AI 變成研究助理而不是黑箱評分者。</a:t>
            </a:r>
          </a:p>
        </p:txBody>
      </p:sp>
      <p:sp>
        <p:nvSpPr>
          <p:cNvPr id="4" name="shape-1859">
            <a:extLst xmlns:a="http://schemas.openxmlformats.org/drawingml/2006/main">
              <a:ext uri="{FF2B5EF4-FFF2-40B4-BE49-F238E27FC236}">
                <a16:creationId xmlns:a16="http://schemas.microsoft.com/office/drawing/2014/main" id="{49A6D771-31B3-481D-82A8-A8165D9AF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860">
            <a:extLst xmlns:a="http://schemas.openxmlformats.org/drawingml/2006/main">
              <a:ext uri="{FF2B5EF4-FFF2-40B4-BE49-F238E27FC236}">
                <a16:creationId xmlns:a16="http://schemas.microsoft.com/office/drawing/2014/main" id="{837BD379-E489-4E5E-9F51-C0BB165A1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8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7" name="text-1862">
            <a:extLst xmlns:a="http://schemas.openxmlformats.org/drawingml/2006/main">
              <a:ext uri="{FF2B5EF4-FFF2-40B4-BE49-F238E27FC236}">
                <a16:creationId xmlns:a16="http://schemas.microsoft.com/office/drawing/2014/main" id="{CFD102B4-0B66-4CA4-8648-6B57AAB6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7E22DF5-910F-4E90-B7AB-C2D627F6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9" name="text-2259">
            <a:extLst xmlns:a="http://schemas.openxmlformats.org/drawingml/2006/main">
              <a:ext uri="{FF2B5EF4-FFF2-40B4-BE49-F238E27FC236}">
                <a16:creationId xmlns:a16="http://schemas.microsoft.com/office/drawing/2014/main" id="{99ABC000-FEAF-4A96-81F8-AF70FE77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ecce1802d0f4585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496ca7194e94dd7"/>
              </a:rPr>
              <a:t>Codex ↗</a:t>
            </a:r>
          </a:p>
        </p:txBody>
      </p:sp>
      <p:sp>
        <p:nvSpPr>
          <p:cNvPr id="10" name="shape-2360">
            <a:extLst xmlns:a="http://schemas.openxmlformats.org/drawingml/2006/main">
              <a:ext uri="{FF2B5EF4-FFF2-40B4-BE49-F238E27FC236}">
                <a16:creationId xmlns:a16="http://schemas.microsoft.com/office/drawing/2014/main" id="{70A961E3-C107-4328-8F39-384BCAFE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2d4c54aa174b3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2361">
            <a:extLst xmlns:a="http://schemas.openxmlformats.org/drawingml/2006/main">
              <a:ext uri="{FF2B5EF4-FFF2-40B4-BE49-F238E27FC236}">
                <a16:creationId xmlns:a16="http://schemas.microsoft.com/office/drawing/2014/main" id="{48CF9014-2C83-4F9E-B128-6F65A0F45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db56812ec444b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2362">
            <a:extLst xmlns:a="http://schemas.openxmlformats.org/drawingml/2006/main">
              <a:ext uri="{FF2B5EF4-FFF2-40B4-BE49-F238E27FC236}">
                <a16:creationId xmlns:a16="http://schemas.microsoft.com/office/drawing/2014/main" id="{1982B2D1-2A69-4C12-928F-7E301E00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1169294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863">
            <a:extLst xmlns:a="http://schemas.openxmlformats.org/drawingml/2006/main">
              <a:ext uri="{FF2B5EF4-FFF2-40B4-BE49-F238E27FC236}">
                <a16:creationId xmlns:a16="http://schemas.microsoft.com/office/drawing/2014/main" id="{A02B01B7-15B1-48E7-A9E9-6994637E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TWO DATA LANES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CFC878-F68D-4DBB-875D-3E77C672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先分流：選擇題算表現，簡答題讀理解證據</a:t>
            </a:r>
          </a:p>
        </p:txBody>
      </p:sp>
      <p:cxnSp>
        <p:nvCxnSpPr>
          <p:cNvPr id="31" name="shape-18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65">
            <a:extLst xmlns:a="http://schemas.openxmlformats.org/drawingml/2006/main">
              <a:ext uri="{FF2B5EF4-FFF2-40B4-BE49-F238E27FC236}">
                <a16:creationId xmlns:a16="http://schemas.microsoft.com/office/drawing/2014/main" id="{6BBE4DFD-923C-408D-9B8F-0A1D1E56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77BDEE-03E7-4BF9-8D2A-7F2F51D0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sp>
        <p:nvSpPr>
          <p:cNvPr id="6" name="shape-1866">
            <a:extLst xmlns:a="http://schemas.openxmlformats.org/drawingml/2006/main">
              <a:ext uri="{FF2B5EF4-FFF2-40B4-BE49-F238E27FC236}">
                <a16:creationId xmlns:a16="http://schemas.microsoft.com/office/drawing/2014/main" id="{43B93326-121B-4284-B1B9-6DCCBE667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867">
            <a:extLst xmlns:a="http://schemas.openxmlformats.org/drawingml/2006/main">
              <a:ext uri="{FF2B5EF4-FFF2-40B4-BE49-F238E27FC236}">
                <a16:creationId xmlns:a16="http://schemas.microsoft.com/office/drawing/2014/main" id="{F03369E9-0326-4020-AFE3-04B4226F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868">
            <a:extLst xmlns:a="http://schemas.openxmlformats.org/drawingml/2006/main">
              <a:ext uri="{FF2B5EF4-FFF2-40B4-BE49-F238E27FC236}">
                <a16:creationId xmlns:a16="http://schemas.microsoft.com/office/drawing/2014/main" id="{2B302659-3C8C-4F0F-A53E-0B486048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選擇題／結構化資料</a:t>
            </a:r>
          </a:p>
        </p:txBody>
      </p:sp>
      <p:sp>
        <p:nvSpPr>
          <p:cNvPr id="9" name="text-1869">
            <a:extLst xmlns:a="http://schemas.openxmlformats.org/drawingml/2006/main">
              <a:ext uri="{FF2B5EF4-FFF2-40B4-BE49-F238E27FC236}">
                <a16:creationId xmlns:a16="http://schemas.microsoft.com/office/drawing/2014/main" id="{06ED3998-5E29-4B96-B9DE-D5B9D506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答案鍵比對與缺漏檢查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全班、分組與題目答對率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干擾選項分布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異常值與資料品質標記</a:t>
            </a:r>
          </a:p>
        </p:txBody>
      </p:sp>
      <p:sp>
        <p:nvSpPr>
          <p:cNvPr id="10" name="text-1870">
            <a:extLst xmlns:a="http://schemas.openxmlformats.org/drawingml/2006/main">
              <a:ext uri="{FF2B5EF4-FFF2-40B4-BE49-F238E27FC236}">
                <a16:creationId xmlns:a16="http://schemas.microsoft.com/office/drawing/2014/main" id="{4110AF27-00BC-4780-A6FF-E7C7FA77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簡答題／文字資料</a:t>
            </a:r>
          </a:p>
        </p:txBody>
      </p:sp>
      <p:sp>
        <p:nvSpPr>
          <p:cNvPr id="11" name="text-1871">
            <a:extLst xmlns:a="http://schemas.openxmlformats.org/drawingml/2006/main">
              <a:ext uri="{FF2B5EF4-FFF2-40B4-BE49-F238E27FC236}">
                <a16:creationId xmlns:a16="http://schemas.microsoft.com/office/drawing/2014/main" id="{BF583E4E-5458-47B0-859D-91512E91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先定義逐題編碼規準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保留支持編碼的文字證據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初編＋信心與待複核旗標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人工獨立抽查與處理歧異</a:t>
            </a:r>
          </a:p>
        </p:txBody>
      </p:sp>
      <p:sp>
        <p:nvSpPr>
          <p:cNvPr id="12" name="text-1872">
            <a:extLst xmlns:a="http://schemas.openxmlformats.org/drawingml/2006/main">
              <a:ext uri="{FF2B5EF4-FFF2-40B4-BE49-F238E27FC236}">
                <a16:creationId xmlns:a16="http://schemas.microsoft.com/office/drawing/2014/main" id="{A04A8130-E00C-4540-9A1F-31DC3554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答案鍵</a:t>
            </a:r>
          </a:p>
        </p:txBody>
      </p:sp>
      <p:sp>
        <p:nvSpPr>
          <p:cNvPr id="13" name="text-1873">
            <a:extLst xmlns:a="http://schemas.openxmlformats.org/drawingml/2006/main">
              <a:ext uri="{FF2B5EF4-FFF2-40B4-BE49-F238E27FC236}">
                <a16:creationId xmlns:a16="http://schemas.microsoft.com/office/drawing/2014/main" id="{F53FCC8B-EEA4-4C15-9BAC-834296E6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統計</a:t>
            </a:r>
          </a:p>
        </p:txBody>
      </p:sp>
      <p:sp>
        <p:nvSpPr>
          <p:cNvPr id="14" name="text-1874">
            <a:extLst xmlns:a="http://schemas.openxmlformats.org/drawingml/2006/main">
              <a:ext uri="{FF2B5EF4-FFF2-40B4-BE49-F238E27FC236}">
                <a16:creationId xmlns:a16="http://schemas.microsoft.com/office/drawing/2014/main" id="{82BA0CA4-0558-4977-B3D0-A07D1C99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群體趨勢</a:t>
            </a:r>
          </a:p>
        </p:txBody>
      </p:sp>
      <p:cxnSp>
        <p:nvCxnSpPr>
          <p:cNvPr id="4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38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sp>
        <p:nvSpPr>
          <p:cNvPr id="17" name="text-1875">
            <a:extLst xmlns:a="http://schemas.openxmlformats.org/drawingml/2006/main">
              <a:ext uri="{FF2B5EF4-FFF2-40B4-BE49-F238E27FC236}">
                <a16:creationId xmlns:a16="http://schemas.microsoft.com/office/drawing/2014/main" id="{0B82B6AB-2FA2-4C36-943F-B6F8AED2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編碼規準</a:t>
            </a:r>
          </a:p>
        </p:txBody>
      </p:sp>
      <p:sp>
        <p:nvSpPr>
          <p:cNvPr id="18" name="text-1876">
            <a:extLst xmlns:a="http://schemas.openxmlformats.org/drawingml/2006/main">
              <a:ext uri="{FF2B5EF4-FFF2-40B4-BE49-F238E27FC236}">
                <a16:creationId xmlns:a16="http://schemas.microsoft.com/office/drawing/2014/main" id="{6D8082C8-5694-4B3B-864E-CCF488C2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AI 初編</a:t>
            </a:r>
          </a:p>
        </p:txBody>
      </p:sp>
      <p:sp>
        <p:nvSpPr>
          <p:cNvPr id="19" name="text-1877">
            <a:extLst xmlns:a="http://schemas.openxmlformats.org/drawingml/2006/main">
              <a:ext uri="{FF2B5EF4-FFF2-40B4-BE49-F238E27FC236}">
                <a16:creationId xmlns:a16="http://schemas.microsoft.com/office/drawing/2014/main" id="{A06DA6B4-907F-4149-8719-69964590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cxnSp>
        <p:nvCxnSpPr>
          <p:cNvPr id="4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677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9F94"/>
            </a:solidFill>
            <a:prstDash val="soli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201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22" name="text-1878">
            <a:extLst xmlns:a="http://schemas.openxmlformats.org/drawingml/2006/main">
              <a:ext uri="{FF2B5EF4-FFF2-40B4-BE49-F238E27FC236}">
                <a16:creationId xmlns:a16="http://schemas.microsoft.com/office/drawing/2014/main" id="{350DAAFC-1B47-481C-8A13-25B374A2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兩條資料流，最後在報告層匯合；不要用同一套規則硬套</a:t>
            </a:r>
          </a:p>
        </p:txBody>
      </p:sp>
      <p:sp>
        <p:nvSpPr>
          <p:cNvPr id="23" name="text-2260">
            <a:extLst xmlns:a="http://schemas.openxmlformats.org/drawingml/2006/main">
              <a:ext uri="{FF2B5EF4-FFF2-40B4-BE49-F238E27FC236}">
                <a16:creationId xmlns:a16="http://schemas.microsoft.com/office/drawing/2014/main" id="{71E9EA67-373E-4AD9-BC9C-02B36A14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10221ae397648ac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098e9167b845c2"/>
              </a:rPr>
              <a:t>Codex ↗</a:t>
            </a:r>
          </a:p>
        </p:txBody>
      </p:sp>
      <p:sp>
        <p:nvSpPr>
          <p:cNvPr id="24" name="shape-2363">
            <a:extLst xmlns:a="http://schemas.openxmlformats.org/drawingml/2006/main">
              <a:ext uri="{FF2B5EF4-FFF2-40B4-BE49-F238E27FC236}">
                <a16:creationId xmlns:a16="http://schemas.microsoft.com/office/drawing/2014/main" id="{C5EF18A2-5809-4DB6-9726-4E2A2588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987154b79a4d4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6" name="text-2364">
            <a:extLst xmlns:a="http://schemas.openxmlformats.org/drawingml/2006/main">
              <a:ext uri="{FF2B5EF4-FFF2-40B4-BE49-F238E27FC236}">
                <a16:creationId xmlns:a16="http://schemas.microsoft.com/office/drawing/2014/main" id="{379F2F4C-7B7F-414D-9EAA-15F1B5586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173876daa449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8" name="text-2365">
            <a:extLst xmlns:a="http://schemas.openxmlformats.org/drawingml/2006/main">
              <a:ext uri="{FF2B5EF4-FFF2-40B4-BE49-F238E27FC236}">
                <a16:creationId xmlns:a16="http://schemas.microsoft.com/office/drawing/2014/main" id="{944831CB-A1FF-4F7D-8A15-82A60ECF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79840831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text-1879">
            <a:extLst xmlns:a="http://schemas.openxmlformats.org/drawingml/2006/main">
              <a:ext uri="{FF2B5EF4-FFF2-40B4-BE49-F238E27FC236}">
                <a16:creationId xmlns:a16="http://schemas.microsoft.com/office/drawing/2014/main" id="{89994982-6FEE-49AE-8C4B-5DD470C4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EVIDENCE PIPELINE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7F7067-8CD3-4BDE-9FED-348EB5FE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七步研究流程：從原始資料到可追查報告</a:t>
            </a:r>
          </a:p>
        </p:txBody>
      </p:sp>
      <p:cxnSp>
        <p:nvCxnSpPr>
          <p:cNvPr id="56" name="shape-188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81">
            <a:extLst xmlns:a="http://schemas.openxmlformats.org/drawingml/2006/main">
              <a:ext uri="{FF2B5EF4-FFF2-40B4-BE49-F238E27FC236}">
                <a16:creationId xmlns:a16="http://schemas.microsoft.com/office/drawing/2014/main" id="{2C22CA5A-3E27-404A-A20E-42FF9ECC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A76BF43-A17B-47E0-88F9-26976DC0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1882">
            <a:extLst xmlns:a="http://schemas.openxmlformats.org/drawingml/2006/main">
              <a:ext uri="{FF2B5EF4-FFF2-40B4-BE49-F238E27FC236}">
                <a16:creationId xmlns:a16="http://schemas.microsoft.com/office/drawing/2014/main" id="{1A3C752E-01ED-40BB-8395-F61E6B12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883">
            <a:extLst xmlns:a="http://schemas.openxmlformats.org/drawingml/2006/main">
              <a:ext uri="{FF2B5EF4-FFF2-40B4-BE49-F238E27FC236}">
                <a16:creationId xmlns:a16="http://schemas.microsoft.com/office/drawing/2014/main" id="{7CC692F5-8A8C-4A63-ACAD-537738599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884">
            <a:extLst xmlns:a="http://schemas.openxmlformats.org/drawingml/2006/main">
              <a:ext uri="{FF2B5EF4-FFF2-40B4-BE49-F238E27FC236}">
                <a16:creationId xmlns:a16="http://schemas.microsoft.com/office/drawing/2014/main" id="{6351B7FC-7422-4D4B-9FD4-2866403F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885">
            <a:extLst xmlns:a="http://schemas.openxmlformats.org/drawingml/2006/main">
              <a:ext uri="{FF2B5EF4-FFF2-40B4-BE49-F238E27FC236}">
                <a16:creationId xmlns:a16="http://schemas.microsoft.com/office/drawing/2014/main" id="{3181FF48-ACD4-47BD-A681-3C2D07D3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去識別</a:t>
            </a:r>
          </a:p>
        </p:txBody>
      </p:sp>
      <p:sp>
        <p:nvSpPr>
          <p:cNvPr id="10" name="text-1886">
            <a:extLst xmlns:a="http://schemas.openxmlformats.org/drawingml/2006/main">
              <a:ext uri="{FF2B5EF4-FFF2-40B4-BE49-F238E27FC236}">
                <a16:creationId xmlns:a16="http://schemas.microsoft.com/office/drawing/2014/main" id="{6F185AFA-CE1D-4557-A4E1-F54030CD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移除姓名與直接識別欄位</a:t>
            </a:r>
          </a:p>
        </p:txBody>
      </p:sp>
      <p:sp>
        <p:nvSpPr>
          <p:cNvPr id="11" name="text-1887">
            <a:extLst xmlns:a="http://schemas.openxmlformats.org/drawingml/2006/main">
              <a:ext uri="{FF2B5EF4-FFF2-40B4-BE49-F238E27FC236}">
                <a16:creationId xmlns:a16="http://schemas.microsoft.com/office/drawing/2014/main" id="{02AA0568-1649-4D87-85C0-2BFB58D0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888">
            <a:extLst xmlns:a="http://schemas.openxmlformats.org/drawingml/2006/main">
              <a:ext uri="{FF2B5EF4-FFF2-40B4-BE49-F238E27FC236}">
                <a16:creationId xmlns:a16="http://schemas.microsoft.com/office/drawing/2014/main" id="{3ABD89D8-2EEC-497E-B5D2-A28C65D06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889">
            <a:extLst xmlns:a="http://schemas.openxmlformats.org/drawingml/2006/main">
              <a:ext uri="{FF2B5EF4-FFF2-40B4-BE49-F238E27FC236}">
                <a16:creationId xmlns:a16="http://schemas.microsoft.com/office/drawing/2014/main" id="{4A074EA1-71CB-4076-A98E-96998A68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890">
            <a:extLst xmlns:a="http://schemas.openxmlformats.org/drawingml/2006/main">
              <a:ext uri="{FF2B5EF4-FFF2-40B4-BE49-F238E27FC236}">
                <a16:creationId xmlns:a16="http://schemas.microsoft.com/office/drawing/2014/main" id="{8745E47D-FBC9-449C-A0CD-4B98B002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891">
            <a:extLst xmlns:a="http://schemas.openxmlformats.org/drawingml/2006/main">
              <a:ext uri="{FF2B5EF4-FFF2-40B4-BE49-F238E27FC236}">
                <a16:creationId xmlns:a16="http://schemas.microsoft.com/office/drawing/2014/main" id="{824B8C5D-DBB2-48B9-805B-B0CD79DFF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資料字典</a:t>
            </a:r>
          </a:p>
        </p:txBody>
      </p:sp>
      <p:sp>
        <p:nvSpPr>
          <p:cNvPr id="16" name="text-1892">
            <a:extLst xmlns:a="http://schemas.openxmlformats.org/drawingml/2006/main">
              <a:ext uri="{FF2B5EF4-FFF2-40B4-BE49-F238E27FC236}">
                <a16:creationId xmlns:a16="http://schemas.microsoft.com/office/drawing/2014/main" id="{EF522171-A74B-478C-A70A-BFABCEFF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欄位、答案鍵、缺失值</a:t>
            </a:r>
          </a:p>
        </p:txBody>
      </p:sp>
      <p:sp>
        <p:nvSpPr>
          <p:cNvPr id="17" name="text-1893">
            <a:extLst xmlns:a="http://schemas.openxmlformats.org/drawingml/2006/main">
              <a:ext uri="{FF2B5EF4-FFF2-40B4-BE49-F238E27FC236}">
                <a16:creationId xmlns:a16="http://schemas.microsoft.com/office/drawing/2014/main" id="{9A7407D3-9AD3-4FA9-A4D3-062DBE9F8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894">
            <a:extLst xmlns:a="http://schemas.openxmlformats.org/drawingml/2006/main">
              <a:ext uri="{FF2B5EF4-FFF2-40B4-BE49-F238E27FC236}">
                <a16:creationId xmlns:a16="http://schemas.microsoft.com/office/drawing/2014/main" id="{DDDE016B-C3CB-4529-9AD5-FE722FF3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895">
            <a:extLst xmlns:a="http://schemas.openxmlformats.org/drawingml/2006/main">
              <a:ext uri="{FF2B5EF4-FFF2-40B4-BE49-F238E27FC236}">
                <a16:creationId xmlns:a16="http://schemas.microsoft.com/office/drawing/2014/main" id="{77A35510-1448-4533-A21A-1F180459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896">
            <a:extLst xmlns:a="http://schemas.openxmlformats.org/drawingml/2006/main">
              <a:ext uri="{FF2B5EF4-FFF2-40B4-BE49-F238E27FC236}">
                <a16:creationId xmlns:a16="http://schemas.microsoft.com/office/drawing/2014/main" id="{D85D47A2-D723-4D29-9D0E-932071C1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897">
            <a:extLst xmlns:a="http://schemas.openxmlformats.org/drawingml/2006/main">
              <a:ext uri="{FF2B5EF4-FFF2-40B4-BE49-F238E27FC236}">
                <a16:creationId xmlns:a16="http://schemas.microsoft.com/office/drawing/2014/main" id="{A93D9BEA-D5A8-4D6A-819E-09D407D6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品質檢查</a:t>
            </a:r>
          </a:p>
        </p:txBody>
      </p:sp>
      <p:sp>
        <p:nvSpPr>
          <p:cNvPr id="22" name="text-1898">
            <a:extLst xmlns:a="http://schemas.openxmlformats.org/drawingml/2006/main">
              <a:ext uri="{FF2B5EF4-FFF2-40B4-BE49-F238E27FC236}">
                <a16:creationId xmlns:a16="http://schemas.microsoft.com/office/drawing/2014/main" id="{C6A1BADE-9805-441C-BA9F-73A75091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重複、空白、非法值</a:t>
            </a:r>
          </a:p>
        </p:txBody>
      </p:sp>
      <p:sp>
        <p:nvSpPr>
          <p:cNvPr id="23" name="text-1899">
            <a:extLst xmlns:a="http://schemas.openxmlformats.org/drawingml/2006/main">
              <a:ext uri="{FF2B5EF4-FFF2-40B4-BE49-F238E27FC236}">
                <a16:creationId xmlns:a16="http://schemas.microsoft.com/office/drawing/2014/main" id="{9CD67A2A-0AC7-47A9-AC6F-D4692E9A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900">
            <a:extLst xmlns:a="http://schemas.openxmlformats.org/drawingml/2006/main">
              <a:ext uri="{FF2B5EF4-FFF2-40B4-BE49-F238E27FC236}">
                <a16:creationId xmlns:a16="http://schemas.microsoft.com/office/drawing/2014/main" id="{531AEDFE-2DDB-414D-8F92-D0A0B07E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901">
            <a:extLst xmlns:a="http://schemas.openxmlformats.org/drawingml/2006/main">
              <a:ext uri="{FF2B5EF4-FFF2-40B4-BE49-F238E27FC236}">
                <a16:creationId xmlns:a16="http://schemas.microsoft.com/office/drawing/2014/main" id="{2752AFB9-D185-484E-8265-046B97765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902">
            <a:extLst xmlns:a="http://schemas.openxmlformats.org/drawingml/2006/main">
              <a:ext uri="{FF2B5EF4-FFF2-40B4-BE49-F238E27FC236}">
                <a16:creationId xmlns:a16="http://schemas.microsoft.com/office/drawing/2014/main" id="{5D56F118-631A-4E51-A131-4177071E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903">
            <a:extLst xmlns:a="http://schemas.openxmlformats.org/drawingml/2006/main">
              <a:ext uri="{FF2B5EF4-FFF2-40B4-BE49-F238E27FC236}">
                <a16:creationId xmlns:a16="http://schemas.microsoft.com/office/drawing/2014/main" id="{DF16693D-D160-4677-91A3-62E3BB94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選擇題</a:t>
            </a:r>
          </a:p>
        </p:txBody>
      </p:sp>
      <p:sp>
        <p:nvSpPr>
          <p:cNvPr id="28" name="text-1904">
            <a:extLst xmlns:a="http://schemas.openxmlformats.org/drawingml/2006/main">
              <a:ext uri="{FF2B5EF4-FFF2-40B4-BE49-F238E27FC236}">
                <a16:creationId xmlns:a16="http://schemas.microsoft.com/office/drawing/2014/main" id="{FCC0067A-9A32-4C66-B638-C5E3DFD9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答對率與選項分布</a:t>
            </a:r>
          </a:p>
        </p:txBody>
      </p:sp>
      <p:sp>
        <p:nvSpPr>
          <p:cNvPr id="29" name="text-1905">
            <a:extLst xmlns:a="http://schemas.openxmlformats.org/drawingml/2006/main">
              <a:ext uri="{FF2B5EF4-FFF2-40B4-BE49-F238E27FC236}">
                <a16:creationId xmlns:a16="http://schemas.microsoft.com/office/drawing/2014/main" id="{636922D6-4C23-49E2-AE91-A18A1D8E1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906">
            <a:extLst xmlns:a="http://schemas.openxmlformats.org/drawingml/2006/main">
              <a:ext uri="{FF2B5EF4-FFF2-40B4-BE49-F238E27FC236}">
                <a16:creationId xmlns:a16="http://schemas.microsoft.com/office/drawing/2014/main" id="{1B84BB91-88D0-466C-B0E5-12B618E1A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907">
            <a:extLst xmlns:a="http://schemas.openxmlformats.org/drawingml/2006/main">
              <a:ext uri="{FF2B5EF4-FFF2-40B4-BE49-F238E27FC236}">
                <a16:creationId xmlns:a16="http://schemas.microsoft.com/office/drawing/2014/main" id="{28CF013E-4917-4D27-BBC3-0691935A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908">
            <a:extLst xmlns:a="http://schemas.openxmlformats.org/drawingml/2006/main">
              <a:ext uri="{FF2B5EF4-FFF2-40B4-BE49-F238E27FC236}">
                <a16:creationId xmlns:a16="http://schemas.microsoft.com/office/drawing/2014/main" id="{4B817455-B8B7-4873-99CB-1698B0AB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909">
            <a:extLst xmlns:a="http://schemas.openxmlformats.org/drawingml/2006/main">
              <a:ext uri="{FF2B5EF4-FFF2-40B4-BE49-F238E27FC236}">
                <a16:creationId xmlns:a16="http://schemas.microsoft.com/office/drawing/2014/main" id="{2F4C1B9E-5219-46C8-8C11-8BDB6EF5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簡答初編</a:t>
            </a:r>
          </a:p>
        </p:txBody>
      </p:sp>
      <p:sp>
        <p:nvSpPr>
          <p:cNvPr id="34" name="text-1910">
            <a:extLst xmlns:a="http://schemas.openxmlformats.org/drawingml/2006/main">
              <a:ext uri="{FF2B5EF4-FFF2-40B4-BE49-F238E27FC236}">
                <a16:creationId xmlns:a16="http://schemas.microsoft.com/office/drawing/2014/main" id="{9CC489C7-A17A-4146-8966-C8A6EB8C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依規準＋文字證據</a:t>
            </a:r>
          </a:p>
        </p:txBody>
      </p:sp>
      <p:sp>
        <p:nvSpPr>
          <p:cNvPr id="35" name="text-1911">
            <a:extLst xmlns:a="http://schemas.openxmlformats.org/drawingml/2006/main">
              <a:ext uri="{FF2B5EF4-FFF2-40B4-BE49-F238E27FC236}">
                <a16:creationId xmlns:a16="http://schemas.microsoft.com/office/drawing/2014/main" id="{5863F3E2-6BB3-44DF-A89E-31742423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6" name="shape-1912">
            <a:extLst xmlns:a="http://schemas.openxmlformats.org/drawingml/2006/main">
              <a:ext uri="{FF2B5EF4-FFF2-40B4-BE49-F238E27FC236}">
                <a16:creationId xmlns:a16="http://schemas.microsoft.com/office/drawing/2014/main" id="{D42B8D81-F37A-4FE0-A457-DBA8A8FF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7" name="shape-1913">
            <a:extLst xmlns:a="http://schemas.openxmlformats.org/drawingml/2006/main">
              <a:ext uri="{FF2B5EF4-FFF2-40B4-BE49-F238E27FC236}">
                <a16:creationId xmlns:a16="http://schemas.microsoft.com/office/drawing/2014/main" id="{01D758E2-9D05-4673-A98F-374AC1AA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1914">
            <a:extLst xmlns:a="http://schemas.openxmlformats.org/drawingml/2006/main">
              <a:ext uri="{FF2B5EF4-FFF2-40B4-BE49-F238E27FC236}">
                <a16:creationId xmlns:a16="http://schemas.microsoft.com/office/drawing/2014/main" id="{E2D1D07F-D24F-4D0C-BFA2-3506A2BB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39" name="text-1915">
            <a:extLst xmlns:a="http://schemas.openxmlformats.org/drawingml/2006/main">
              <a:ext uri="{FF2B5EF4-FFF2-40B4-BE49-F238E27FC236}">
                <a16:creationId xmlns:a16="http://schemas.microsoft.com/office/drawing/2014/main" id="{0A32E15D-A18D-4F7D-BDF7-F6973726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sp>
        <p:nvSpPr>
          <p:cNvPr id="40" name="text-1916">
            <a:extLst xmlns:a="http://schemas.openxmlformats.org/drawingml/2006/main">
              <a:ext uri="{FF2B5EF4-FFF2-40B4-BE49-F238E27FC236}">
                <a16:creationId xmlns:a16="http://schemas.microsoft.com/office/drawing/2014/main" id="{2AFD77B4-1AA6-48E1-8C80-88D25868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盲評抽查與歧異討論</a:t>
            </a:r>
          </a:p>
        </p:txBody>
      </p:sp>
      <p:sp>
        <p:nvSpPr>
          <p:cNvPr id="41" name="text-1917">
            <a:extLst xmlns:a="http://schemas.openxmlformats.org/drawingml/2006/main">
              <a:ext uri="{FF2B5EF4-FFF2-40B4-BE49-F238E27FC236}">
                <a16:creationId xmlns:a16="http://schemas.microsoft.com/office/drawing/2014/main" id="{58D646D8-2FC5-49F7-BEE8-4FC03B71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918">
            <a:extLst xmlns:a="http://schemas.openxmlformats.org/drawingml/2006/main">
              <a:ext uri="{FF2B5EF4-FFF2-40B4-BE49-F238E27FC236}">
                <a16:creationId xmlns:a16="http://schemas.microsoft.com/office/drawing/2014/main" id="{0A8F29BE-C175-4935-886D-0A2790E04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43" name="shape-1919">
            <a:extLst xmlns:a="http://schemas.openxmlformats.org/drawingml/2006/main">
              <a:ext uri="{FF2B5EF4-FFF2-40B4-BE49-F238E27FC236}">
                <a16:creationId xmlns:a16="http://schemas.microsoft.com/office/drawing/2014/main" id="{88DF987F-97F7-4601-9F25-EAE0DA62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text-1920">
            <a:extLst xmlns:a="http://schemas.openxmlformats.org/drawingml/2006/main">
              <a:ext uri="{FF2B5EF4-FFF2-40B4-BE49-F238E27FC236}">
                <a16:creationId xmlns:a16="http://schemas.microsoft.com/office/drawing/2014/main" id="{21DBCAB5-83E8-4761-876B-2C53630C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45" name="text-1921">
            <a:extLst xmlns:a="http://schemas.openxmlformats.org/drawingml/2006/main">
              <a:ext uri="{FF2B5EF4-FFF2-40B4-BE49-F238E27FC236}">
                <a16:creationId xmlns:a16="http://schemas.microsoft.com/office/drawing/2014/main" id="{356D28ED-9199-4DB4-9582-17CE1DA9B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彙整報告</a:t>
            </a:r>
          </a:p>
        </p:txBody>
      </p:sp>
      <p:sp>
        <p:nvSpPr>
          <p:cNvPr id="46" name="text-1922">
            <a:extLst xmlns:a="http://schemas.openxmlformats.org/drawingml/2006/main">
              <a:ext uri="{FF2B5EF4-FFF2-40B4-BE49-F238E27FC236}">
                <a16:creationId xmlns:a16="http://schemas.microsoft.com/office/drawing/2014/main" id="{0AE1FC49-17B5-4309-B880-EE1F5BFE9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群體趨勢、限制、未確認</a:t>
            </a:r>
          </a:p>
        </p:txBody>
      </p:sp>
      <p:sp>
        <p:nvSpPr>
          <p:cNvPr id="47" name="text-1923">
            <a:extLst xmlns:a="http://schemas.openxmlformats.org/drawingml/2006/main">
              <a:ext uri="{FF2B5EF4-FFF2-40B4-BE49-F238E27FC236}">
                <a16:creationId xmlns:a16="http://schemas.microsoft.com/office/drawing/2014/main" id="{FB6230A6-5500-4F3B-BE92-20771197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48" name="text-2261">
            <a:extLst xmlns:a="http://schemas.openxmlformats.org/drawingml/2006/main">
              <a:ext uri="{FF2B5EF4-FFF2-40B4-BE49-F238E27FC236}">
                <a16:creationId xmlns:a16="http://schemas.microsoft.com/office/drawing/2014/main" id="{8838A7D4-EE42-401B-9121-1DB7A37F8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3426acb494b4248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9456de6cbfe4a9b"/>
              </a:rPr>
              <a:t>Codex ↗</a:t>
            </a:r>
          </a:p>
        </p:txBody>
      </p:sp>
      <p:sp>
        <p:nvSpPr>
          <p:cNvPr id="49" name="shape-2366">
            <a:extLst xmlns:a="http://schemas.openxmlformats.org/drawingml/2006/main">
              <a:ext uri="{FF2B5EF4-FFF2-40B4-BE49-F238E27FC236}">
                <a16:creationId xmlns:a16="http://schemas.microsoft.com/office/drawing/2014/main" id="{C9F10817-1A55-4C14-9722-DF8135F6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5f857e52174ac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1" name="text-2367">
            <a:extLst xmlns:a="http://schemas.openxmlformats.org/drawingml/2006/main">
              <a:ext uri="{FF2B5EF4-FFF2-40B4-BE49-F238E27FC236}">
                <a16:creationId xmlns:a16="http://schemas.microsoft.com/office/drawing/2014/main" id="{A8A4EC44-E6F2-4D38-9E2B-D1306082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6b930259594cd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3" name="text-2368">
            <a:extLst xmlns:a="http://schemas.openxmlformats.org/drawingml/2006/main">
              <a:ext uri="{FF2B5EF4-FFF2-40B4-BE49-F238E27FC236}">
                <a16:creationId xmlns:a16="http://schemas.microsoft.com/office/drawing/2014/main" id="{BE6FB0B3-34A4-470F-B113-8B5CDA3FE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7647073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924">
            <a:extLst xmlns:a="http://schemas.openxmlformats.org/drawingml/2006/main">
              <a:ext uri="{FF2B5EF4-FFF2-40B4-BE49-F238E27FC236}">
                <a16:creationId xmlns:a16="http://schemas.microsoft.com/office/drawing/2014/main" id="{8706D1A0-05A6-4B5C-AF50-12981953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HUMAN-SCORED · AI PARALLEL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091D58D-B94B-4400-BAAC-A1DCFD98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初編不等於正式評分：PIRLS 2026 給我們的訊號</a:t>
            </a:r>
          </a:p>
        </p:txBody>
      </p:sp>
      <p:cxnSp>
        <p:nvCxnSpPr>
          <p:cNvPr id="30" name="shape-192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926">
            <a:extLst xmlns:a="http://schemas.openxmlformats.org/drawingml/2006/main">
              <a:ext uri="{FF2B5EF4-FFF2-40B4-BE49-F238E27FC236}">
                <a16:creationId xmlns:a16="http://schemas.microsoft.com/office/drawing/2014/main" id="{1A101954-4F87-44B5-AEB4-51DEE054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B388D5E-89A8-4E70-94D7-2949F1EF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45</a:t>
            </a:r>
          </a:p>
        </p:txBody>
      </p:sp>
      <p:sp>
        <p:nvSpPr>
          <p:cNvPr id="6" name="shape-1927">
            <a:extLst xmlns:a="http://schemas.openxmlformats.org/drawingml/2006/main">
              <a:ext uri="{FF2B5EF4-FFF2-40B4-BE49-F238E27FC236}">
                <a16:creationId xmlns:a16="http://schemas.microsoft.com/office/drawing/2014/main" id="{74020F48-E54A-4305-B930-ABEDDDA7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928">
            <a:extLst xmlns:a="http://schemas.openxmlformats.org/drawingml/2006/main">
              <a:ext uri="{FF2B5EF4-FFF2-40B4-BE49-F238E27FC236}">
                <a16:creationId xmlns:a16="http://schemas.microsoft.com/office/drawing/2014/main" id="{1BD2E96D-B813-491E-AD58-68CC0199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</a:t>
            </a:r>
          </a:p>
        </p:txBody>
      </p:sp>
      <p:sp>
        <p:nvSpPr>
          <p:cNvPr id="8" name="text-1929">
            <a:extLst xmlns:a="http://schemas.openxmlformats.org/drawingml/2006/main">
              <a:ext uri="{FF2B5EF4-FFF2-40B4-BE49-F238E27FC236}">
                <a16:creationId xmlns:a16="http://schemas.microsoft.com/office/drawing/2014/main" id="{767FE3FB-AA6E-4DC2-B937-0B84A0EB1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人工仍是主流程</a:t>
            </a:r>
          </a:p>
        </p:txBody>
      </p:sp>
      <p:sp>
        <p:nvSpPr>
          <p:cNvPr id="9" name="text-1930">
            <a:extLst xmlns:a="http://schemas.openxmlformats.org/drawingml/2006/main">
              <a:ext uri="{FF2B5EF4-FFF2-40B4-BE49-F238E27FC236}">
                <a16:creationId xmlns:a16="http://schemas.microsoft.com/office/drawing/2014/main" id="{664BBF18-F1B0-4BA4-8B2B-7BDFB800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PIRLS 2026 的 constructed-response 項目規劃由各國人工評分。</a:t>
            </a:r>
          </a:p>
        </p:txBody>
      </p:sp>
      <p:sp>
        <p:nvSpPr>
          <p:cNvPr id="10" name="shape-1931">
            <a:extLst xmlns:a="http://schemas.openxmlformats.org/drawingml/2006/main">
              <a:ext uri="{FF2B5EF4-FFF2-40B4-BE49-F238E27FC236}">
                <a16:creationId xmlns:a16="http://schemas.microsoft.com/office/drawing/2014/main" id="{70EFD42C-CEA7-42EE-97AC-0C1B8E34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932">
            <a:extLst xmlns:a="http://schemas.openxmlformats.org/drawingml/2006/main">
              <a:ext uri="{FF2B5EF4-FFF2-40B4-BE49-F238E27FC236}">
                <a16:creationId xmlns:a16="http://schemas.microsoft.com/office/drawing/2014/main" id="{39B71D2D-5C0F-4CC6-BC18-378DECA4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AI</a:t>
            </a:r>
          </a:p>
        </p:txBody>
      </p:sp>
      <p:sp>
        <p:nvSpPr>
          <p:cNvPr id="12" name="text-1933">
            <a:extLst xmlns:a="http://schemas.openxmlformats.org/drawingml/2006/main">
              <a:ext uri="{FF2B5EF4-FFF2-40B4-BE49-F238E27FC236}">
                <a16:creationId xmlns:a16="http://schemas.microsoft.com/office/drawing/2014/main" id="{E393F8B7-10B6-4A56-B87E-A4A80CF8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平行研究</a:t>
            </a:r>
          </a:p>
        </p:txBody>
      </p:sp>
      <p:sp>
        <p:nvSpPr>
          <p:cNvPr id="13" name="text-1934">
            <a:extLst xmlns:a="http://schemas.openxmlformats.org/drawingml/2006/main">
              <a:ext uri="{FF2B5EF4-FFF2-40B4-BE49-F238E27FC236}">
                <a16:creationId xmlns:a16="http://schemas.microsoft.com/office/drawing/2014/main" id="{A3AC0726-3698-4028-BF9A-B367D0ED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其中 40% 題目規劃同步以 LLM／NLP 方法進行平行評分研究。</a:t>
            </a:r>
          </a:p>
        </p:txBody>
      </p:sp>
      <p:sp>
        <p:nvSpPr>
          <p:cNvPr id="14" name="shape-1935">
            <a:extLst xmlns:a="http://schemas.openxmlformats.org/drawingml/2006/main">
              <a:ext uri="{FF2B5EF4-FFF2-40B4-BE49-F238E27FC236}">
                <a16:creationId xmlns:a16="http://schemas.microsoft.com/office/drawing/2014/main" id="{A365FA0F-B939-4432-8997-43DB8372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936">
            <a:extLst xmlns:a="http://schemas.openxmlformats.org/drawingml/2006/main">
              <a:ext uri="{FF2B5EF4-FFF2-40B4-BE49-F238E27FC236}">
                <a16:creationId xmlns:a16="http://schemas.microsoft.com/office/drawing/2014/main" id="{DA1981CE-7C4F-45B1-B753-7401F50C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</a:t>
            </a:r>
          </a:p>
        </p:txBody>
      </p:sp>
      <p:sp>
        <p:nvSpPr>
          <p:cNvPr id="16" name="text-1937">
            <a:extLst xmlns:a="http://schemas.openxmlformats.org/drawingml/2006/main">
              <a:ext uri="{FF2B5EF4-FFF2-40B4-BE49-F238E27FC236}">
                <a16:creationId xmlns:a16="http://schemas.microsoft.com/office/drawing/2014/main" id="{A6435D8E-F1E8-45E9-97EF-4755F253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不是只看準確率</a:t>
            </a:r>
          </a:p>
        </p:txBody>
      </p:sp>
      <p:sp>
        <p:nvSpPr>
          <p:cNvPr id="17" name="text-1938">
            <a:extLst xmlns:a="http://schemas.openxmlformats.org/drawingml/2006/main">
              <a:ext uri="{FF2B5EF4-FFF2-40B4-BE49-F238E27FC236}">
                <a16:creationId xmlns:a16="http://schemas.microsoft.com/office/drawing/2014/main" id="{996A77CD-82C1-4FBB-A22B-0199F2DE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還要關注資料隱私、安全、跨國與跨語言一致性。</a:t>
            </a:r>
          </a:p>
        </p:txBody>
      </p:sp>
      <p:sp>
        <p:nvSpPr>
          <p:cNvPr id="18" name="shape-1939">
            <a:extLst xmlns:a="http://schemas.openxmlformats.org/drawingml/2006/main">
              <a:ext uri="{FF2B5EF4-FFF2-40B4-BE49-F238E27FC236}">
                <a16:creationId xmlns:a16="http://schemas.microsoft.com/office/drawing/2014/main" id="{417C384A-30DD-4E7F-9034-3F682BAF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940">
            <a:extLst xmlns:a="http://schemas.openxmlformats.org/drawingml/2006/main">
              <a:ext uri="{FF2B5EF4-FFF2-40B4-BE49-F238E27FC236}">
                <a16:creationId xmlns:a16="http://schemas.microsoft.com/office/drawing/2014/main" id="{93B71870-9A4F-49DD-AD0B-1E587A0F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</a:t>
            </a:r>
          </a:p>
        </p:txBody>
      </p:sp>
      <p:sp>
        <p:nvSpPr>
          <p:cNvPr id="20" name="text-1941">
            <a:extLst xmlns:a="http://schemas.openxmlformats.org/drawingml/2006/main">
              <a:ext uri="{FF2B5EF4-FFF2-40B4-BE49-F238E27FC236}">
                <a16:creationId xmlns:a16="http://schemas.microsoft.com/office/drawing/2014/main" id="{1076A562-D0F8-4714-BC03-00674081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逐題評估</a:t>
            </a:r>
          </a:p>
        </p:txBody>
      </p:sp>
      <p:sp>
        <p:nvSpPr>
          <p:cNvPr id="21" name="text-1942">
            <a:extLst xmlns:a="http://schemas.openxmlformats.org/drawingml/2006/main">
              <a:ext uri="{FF2B5EF4-FFF2-40B4-BE49-F238E27FC236}">
                <a16:creationId xmlns:a16="http://schemas.microsoft.com/office/drawing/2014/main" id="{AD7ACE23-B93A-423E-990A-B51596BE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自動評分效果會依題目、語言與回答型態而變，需逐題驗證。</a:t>
            </a:r>
          </a:p>
        </p:txBody>
      </p:sp>
      <p:sp>
        <p:nvSpPr>
          <p:cNvPr id="22" name="text-2262">
            <a:extLst xmlns:a="http://schemas.openxmlformats.org/drawingml/2006/main">
              <a:ext uri="{FF2B5EF4-FFF2-40B4-BE49-F238E27FC236}">
                <a16:creationId xmlns:a16="http://schemas.microsoft.com/office/drawing/2014/main" id="{1D02426A-F15D-4BA4-B40A-ED08AE78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dcc5a602e364ecb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b44c60a9314191"/>
              </a:rPr>
              <a:t>Codex ↗</a:t>
            </a:r>
          </a:p>
        </p:txBody>
      </p:sp>
      <p:sp>
        <p:nvSpPr>
          <p:cNvPr id="23" name="shape-2369">
            <a:extLst xmlns:a="http://schemas.openxmlformats.org/drawingml/2006/main">
              <a:ext uri="{FF2B5EF4-FFF2-40B4-BE49-F238E27FC236}">
                <a16:creationId xmlns:a16="http://schemas.microsoft.com/office/drawing/2014/main" id="{16EFC090-B064-4310-9641-1D7DD274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e4c82bc30b4205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370">
            <a:extLst xmlns:a="http://schemas.openxmlformats.org/drawingml/2006/main">
              <a:ext uri="{FF2B5EF4-FFF2-40B4-BE49-F238E27FC236}">
                <a16:creationId xmlns:a16="http://schemas.microsoft.com/office/drawing/2014/main" id="{FF562388-06E2-4087-A0E1-4AF9CF16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340e5ee9b04a4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371">
            <a:extLst xmlns:a="http://schemas.openxmlformats.org/drawingml/2006/main">
              <a:ext uri="{FF2B5EF4-FFF2-40B4-BE49-F238E27FC236}">
                <a16:creationId xmlns:a16="http://schemas.microsoft.com/office/drawing/2014/main" id="{E426C79B-4702-4B65-BC31-B32FE9CF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549859804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943">
            <a:extLst xmlns:a="http://schemas.openxmlformats.org/drawingml/2006/main">
              <a:ext uri="{FF2B5EF4-FFF2-40B4-BE49-F238E27FC236}">
                <a16:creationId xmlns:a16="http://schemas.microsoft.com/office/drawing/2014/main" id="{D6509DDE-B5C8-40C2-988C-680484FB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DATA &amp; CODING QUALITY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A494A8-CEF5-45E1-9627-41FC224B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報告前的四項品質檢核</a:t>
            </a:r>
          </a:p>
        </p:txBody>
      </p:sp>
      <p:cxnSp>
        <p:nvCxnSpPr>
          <p:cNvPr id="38" name="shape-19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945">
            <a:extLst xmlns:a="http://schemas.openxmlformats.org/drawingml/2006/main">
              <a:ext uri="{FF2B5EF4-FFF2-40B4-BE49-F238E27FC236}">
                <a16:creationId xmlns:a16="http://schemas.microsoft.com/office/drawing/2014/main" id="{6F1F0661-1D71-4A8B-B2A3-B1B0DDE3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AF12751-A1B5-4201-9BDC-660E89DA3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46</a:t>
            </a:r>
          </a:p>
        </p:txBody>
      </p:sp>
      <p:sp>
        <p:nvSpPr>
          <p:cNvPr id="6" name="shape-1946">
            <a:extLst xmlns:a="http://schemas.openxmlformats.org/drawingml/2006/main">
              <a:ext uri="{FF2B5EF4-FFF2-40B4-BE49-F238E27FC236}">
                <a16:creationId xmlns:a16="http://schemas.microsoft.com/office/drawing/2014/main" id="{E739AE80-1406-4D08-A653-268F5078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947">
            <a:extLst xmlns:a="http://schemas.openxmlformats.org/drawingml/2006/main">
              <a:ext uri="{FF2B5EF4-FFF2-40B4-BE49-F238E27FC236}">
                <a16:creationId xmlns:a16="http://schemas.microsoft.com/office/drawing/2014/main" id="{E6D1EFD2-0FA9-4EAB-82A4-3C2CB92F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948">
            <a:extLst xmlns:a="http://schemas.openxmlformats.org/drawingml/2006/main">
              <a:ext uri="{FF2B5EF4-FFF2-40B4-BE49-F238E27FC236}">
                <a16:creationId xmlns:a16="http://schemas.microsoft.com/office/drawing/2014/main" id="{4F7B7A21-CEDD-479E-8BB5-5217A367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資料完整性</a:t>
            </a:r>
          </a:p>
        </p:txBody>
      </p:sp>
      <p:sp>
        <p:nvSpPr>
          <p:cNvPr id="9" name="text-1949">
            <a:extLst xmlns:a="http://schemas.openxmlformats.org/drawingml/2006/main">
              <a:ext uri="{FF2B5EF4-FFF2-40B4-BE49-F238E27FC236}">
                <a16:creationId xmlns:a16="http://schemas.microsoft.com/office/drawing/2014/main" id="{86EED5DD-905C-463E-A013-E4F71503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列出缺漏、重複、非法選項與無法解析的文字，不要自動補答案。</a:t>
            </a:r>
          </a:p>
        </p:txBody>
      </p:sp>
      <p:sp>
        <p:nvSpPr>
          <p:cNvPr id="10" name="shape-1950">
            <a:extLst xmlns:a="http://schemas.openxmlformats.org/drawingml/2006/main">
              <a:ext uri="{FF2B5EF4-FFF2-40B4-BE49-F238E27FC236}">
                <a16:creationId xmlns:a16="http://schemas.microsoft.com/office/drawing/2014/main" id="{5AF09779-2AC9-47A0-A868-0EEC7E6E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951">
            <a:extLst xmlns:a="http://schemas.openxmlformats.org/drawingml/2006/main">
              <a:ext uri="{FF2B5EF4-FFF2-40B4-BE49-F238E27FC236}">
                <a16:creationId xmlns:a16="http://schemas.microsoft.com/office/drawing/2014/main" id="{75156F6B-992F-447C-86E1-55C5A33D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952">
            <a:extLst xmlns:a="http://schemas.openxmlformats.org/drawingml/2006/main">
              <a:ext uri="{FF2B5EF4-FFF2-40B4-BE49-F238E27FC236}">
                <a16:creationId xmlns:a16="http://schemas.microsoft.com/office/drawing/2014/main" id="{AB584858-C179-4FD7-B7E3-1DAD90B2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逐題可追查</a:t>
            </a:r>
          </a:p>
        </p:txBody>
      </p:sp>
      <p:sp>
        <p:nvSpPr>
          <p:cNvPr id="13" name="text-1953">
            <a:extLst xmlns:a="http://schemas.openxmlformats.org/drawingml/2006/main">
              <a:ext uri="{FF2B5EF4-FFF2-40B4-BE49-F238E27FC236}">
                <a16:creationId xmlns:a16="http://schemas.microsoft.com/office/drawing/2014/main" id="{7F4F3D58-036E-412F-9F6B-1B5C72B57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每個簡答編碼都保留 evidence excerpt 與 rationale。</a:t>
            </a:r>
          </a:p>
        </p:txBody>
      </p:sp>
      <p:sp>
        <p:nvSpPr>
          <p:cNvPr id="14" name="shape-1954">
            <a:extLst xmlns:a="http://schemas.openxmlformats.org/drawingml/2006/main">
              <a:ext uri="{FF2B5EF4-FFF2-40B4-BE49-F238E27FC236}">
                <a16:creationId xmlns:a16="http://schemas.microsoft.com/office/drawing/2014/main" id="{90AF0D62-39B3-45FE-8B6A-CACE2E6B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955">
            <a:extLst xmlns:a="http://schemas.openxmlformats.org/drawingml/2006/main">
              <a:ext uri="{FF2B5EF4-FFF2-40B4-BE49-F238E27FC236}">
                <a16:creationId xmlns:a16="http://schemas.microsoft.com/office/drawing/2014/main" id="{0E6FE513-A9D3-438E-A7C9-601A6280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956">
            <a:extLst xmlns:a="http://schemas.openxmlformats.org/drawingml/2006/main">
              <a:ext uri="{FF2B5EF4-FFF2-40B4-BE49-F238E27FC236}">
                <a16:creationId xmlns:a16="http://schemas.microsoft.com/office/drawing/2014/main" id="{49756DA7-9187-47DC-9686-38366A54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一致性</a:t>
            </a:r>
          </a:p>
        </p:txBody>
      </p:sp>
      <p:sp>
        <p:nvSpPr>
          <p:cNvPr id="17" name="text-1957">
            <a:extLst xmlns:a="http://schemas.openxmlformats.org/drawingml/2006/main">
              <a:ext uri="{FF2B5EF4-FFF2-40B4-BE49-F238E27FC236}">
                <a16:creationId xmlns:a16="http://schemas.microsoft.com/office/drawing/2014/main" id="{CDD85EA0-0D20-4BDC-807B-8EABEE58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比較 AI 與人工代碼，集中檢視不一致、低信心與邊界案例。</a:t>
            </a:r>
          </a:p>
        </p:txBody>
      </p:sp>
      <p:sp>
        <p:nvSpPr>
          <p:cNvPr id="18" name="shape-1958">
            <a:extLst xmlns:a="http://schemas.openxmlformats.org/drawingml/2006/main">
              <a:ext uri="{FF2B5EF4-FFF2-40B4-BE49-F238E27FC236}">
                <a16:creationId xmlns:a16="http://schemas.microsoft.com/office/drawing/2014/main" id="{CC5E6CA1-1809-4380-AC8D-92CBD603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959">
            <a:extLst xmlns:a="http://schemas.openxmlformats.org/drawingml/2006/main">
              <a:ext uri="{FF2B5EF4-FFF2-40B4-BE49-F238E27FC236}">
                <a16:creationId xmlns:a16="http://schemas.microsoft.com/office/drawing/2014/main" id="{594B5267-DFCB-43B9-AFC4-1653A5A9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960">
            <a:extLst xmlns:a="http://schemas.openxmlformats.org/drawingml/2006/main">
              <a:ext uri="{FF2B5EF4-FFF2-40B4-BE49-F238E27FC236}">
                <a16:creationId xmlns:a16="http://schemas.microsoft.com/office/drawing/2014/main" id="{FA6F9CC8-684E-49A5-B35A-8ED07115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報告邊界</a:t>
            </a:r>
          </a:p>
        </p:txBody>
      </p:sp>
      <p:sp>
        <p:nvSpPr>
          <p:cNvPr id="21" name="text-1961">
            <a:extLst xmlns:a="http://schemas.openxmlformats.org/drawingml/2006/main">
              <a:ext uri="{FF2B5EF4-FFF2-40B4-BE49-F238E27FC236}">
                <a16:creationId xmlns:a16="http://schemas.microsoft.com/office/drawing/2014/main" id="{799FDD13-1B15-41D0-B01F-65503E84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以群體趨勢協助教學診斷，不用未驗證的 AI 分數做高風險個人決策。</a:t>
            </a:r>
          </a:p>
        </p:txBody>
      </p:sp>
      <p:sp>
        <p:nvSpPr>
          <p:cNvPr id="22" name="text-1962">
            <a:extLst xmlns:a="http://schemas.openxmlformats.org/drawingml/2006/main">
              <a:ext uri="{FF2B5EF4-FFF2-40B4-BE49-F238E27FC236}">
                <a16:creationId xmlns:a16="http://schemas.microsoft.com/office/drawing/2014/main" id="{576F1317-8FB0-491D-AEA4-076EF616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資料完整</a:t>
            </a:r>
          </a:p>
        </p:txBody>
      </p:sp>
      <p:sp>
        <p:nvSpPr>
          <p:cNvPr id="23" name="text-1963">
            <a:extLst xmlns:a="http://schemas.openxmlformats.org/drawingml/2006/main">
              <a:ext uri="{FF2B5EF4-FFF2-40B4-BE49-F238E27FC236}">
                <a16:creationId xmlns:a16="http://schemas.microsoft.com/office/drawing/2014/main" id="{A8907F80-C450-4246-BB28-92DAFE4C7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證據可追查</a:t>
            </a:r>
          </a:p>
        </p:txBody>
      </p:sp>
      <p:sp>
        <p:nvSpPr>
          <p:cNvPr id="24" name="text-1964">
            <a:extLst xmlns:a="http://schemas.openxmlformats.org/drawingml/2006/main">
              <a:ext uri="{FF2B5EF4-FFF2-40B4-BE49-F238E27FC236}">
                <a16:creationId xmlns:a16="http://schemas.microsoft.com/office/drawing/2014/main" id="{5C7DE2F2-B6D2-474E-93A8-FED796D3E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AI／人一致性</a:t>
            </a:r>
          </a:p>
        </p:txBody>
      </p:sp>
      <p:sp>
        <p:nvSpPr>
          <p:cNvPr id="25" name="text-1965">
            <a:extLst xmlns:a="http://schemas.openxmlformats.org/drawingml/2006/main">
              <a:ext uri="{FF2B5EF4-FFF2-40B4-BE49-F238E27FC236}">
                <a16:creationId xmlns:a16="http://schemas.microsoft.com/office/drawing/2014/main" id="{7FB210E0-EB1B-47F4-9FC6-417865BA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✓ 報告有邊界</a:t>
            </a:r>
          </a:p>
        </p:txBody>
      </p:sp>
      <p:cxnSp>
        <p:nvCxnSpPr>
          <p:cNvPr id="6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8956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61975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439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29" name="text-1966">
            <a:extLst xmlns:a="http://schemas.openxmlformats.org/drawingml/2006/main">
              <a:ext uri="{FF2B5EF4-FFF2-40B4-BE49-F238E27FC236}">
                <a16:creationId xmlns:a16="http://schemas.microsoft.com/office/drawing/2014/main" id="{1792E07C-080F-4CA2-83F1-3A96ADF67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57850"/>
            <a:ext cx="640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四道閘門都通過，才進入研究報告；否則標示未確認</a:t>
            </a:r>
          </a:p>
        </p:txBody>
      </p:sp>
      <p:sp>
        <p:nvSpPr>
          <p:cNvPr id="30" name="text-2263">
            <a:extLst xmlns:a="http://schemas.openxmlformats.org/drawingml/2006/main">
              <a:ext uri="{FF2B5EF4-FFF2-40B4-BE49-F238E27FC236}">
                <a16:creationId xmlns:a16="http://schemas.microsoft.com/office/drawing/2014/main" id="{CC3E6D2F-6DA5-4840-ADB3-D8C89099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c18fa2443214ac4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2064b6f400441be"/>
              </a:rPr>
              <a:t>Codex ↗</a:t>
            </a:r>
          </a:p>
        </p:txBody>
      </p:sp>
      <p:sp>
        <p:nvSpPr>
          <p:cNvPr id="31" name="shape-2372">
            <a:extLst xmlns:a="http://schemas.openxmlformats.org/drawingml/2006/main">
              <a:ext uri="{FF2B5EF4-FFF2-40B4-BE49-F238E27FC236}">
                <a16:creationId xmlns:a16="http://schemas.microsoft.com/office/drawing/2014/main" id="{F1F0BADB-6D4B-4194-91C7-556DAFD3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6d34fbad824dc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2373">
            <a:extLst xmlns:a="http://schemas.openxmlformats.org/drawingml/2006/main">
              <a:ext uri="{FF2B5EF4-FFF2-40B4-BE49-F238E27FC236}">
                <a16:creationId xmlns:a16="http://schemas.microsoft.com/office/drawing/2014/main" id="{85E7E24F-E587-4834-A218-3C24A62A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20a3f497074ae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2374">
            <a:extLst xmlns:a="http://schemas.openxmlformats.org/drawingml/2006/main">
              <a:ext uri="{FF2B5EF4-FFF2-40B4-BE49-F238E27FC236}">
                <a16:creationId xmlns:a16="http://schemas.microsoft.com/office/drawing/2014/main" id="{0640C76D-2C30-4C95-9EA1-9C8C54B9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689643200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967">
            <a:extLst xmlns:a="http://schemas.openxmlformats.org/drawingml/2006/main">
              <a:ext uri="{FF2B5EF4-FFF2-40B4-BE49-F238E27FC236}">
                <a16:creationId xmlns:a16="http://schemas.microsoft.com/office/drawing/2014/main" id="{5169BB57-578E-4EDD-8E7B-0FFCA4FF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F0DCFB2-3171-4D8B-8915-80A2A035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D｜PIRLS 風格合成資料分析</a:t>
            </a:r>
          </a:p>
        </p:txBody>
      </p:sp>
      <p:cxnSp>
        <p:nvCxnSpPr>
          <p:cNvPr id="27" name="shape-19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969">
            <a:extLst xmlns:a="http://schemas.openxmlformats.org/drawingml/2006/main">
              <a:ext uri="{FF2B5EF4-FFF2-40B4-BE49-F238E27FC236}">
                <a16:creationId xmlns:a16="http://schemas.microsoft.com/office/drawing/2014/main" id="{DC55372F-17EC-4736-BACB-8E7F608B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8EC470-6D8B-4E1F-BC62-7B8B8FA7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47</a:t>
            </a:r>
          </a:p>
        </p:txBody>
      </p:sp>
      <p:sp>
        <p:nvSpPr>
          <p:cNvPr id="6" name="text-1970">
            <a:extLst xmlns:a="http://schemas.openxmlformats.org/drawingml/2006/main">
              <a:ext uri="{FF2B5EF4-FFF2-40B4-BE49-F238E27FC236}">
                <a16:creationId xmlns:a16="http://schemas.microsoft.com/office/drawing/2014/main" id="{0B8BC396-893D-4C58-A861-8010AC2C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971">
            <a:extLst xmlns:a="http://schemas.openxmlformats.org/drawingml/2006/main">
              <a:ext uri="{FF2B5EF4-FFF2-40B4-BE49-F238E27FC236}">
                <a16:creationId xmlns:a16="http://schemas.microsoft.com/office/drawing/2014/main" id="{F256E93F-B4E5-4DB5-ABAD-6B60A736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972">
            <a:extLst xmlns:a="http://schemas.openxmlformats.org/drawingml/2006/main">
              <a:ext uri="{FF2B5EF4-FFF2-40B4-BE49-F238E27FC236}">
                <a16:creationId xmlns:a16="http://schemas.microsoft.com/office/drawing/2014/main" id="{8DF657D5-DC76-42F6-AAA5-F6BB0F75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973">
            <a:extLst xmlns:a="http://schemas.openxmlformats.org/drawingml/2006/main">
              <a:ext uri="{FF2B5EF4-FFF2-40B4-BE49-F238E27FC236}">
                <a16:creationId xmlns:a16="http://schemas.microsoft.com/office/drawing/2014/main" id="{4D2009ED-96DB-441C-9B91-9A0F0013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載入 CSV、答案鍵與簡答題編碼規準</a:t>
            </a:r>
          </a:p>
        </p:txBody>
      </p:sp>
      <p:sp>
        <p:nvSpPr>
          <p:cNvPr id="10" name="text-1974">
            <a:extLst xmlns:a="http://schemas.openxmlformats.org/drawingml/2006/main">
              <a:ext uri="{FF2B5EF4-FFF2-40B4-BE49-F238E27FC236}">
                <a16:creationId xmlns:a16="http://schemas.microsoft.com/office/drawing/2014/main" id="{54A812F3-0DA9-46CF-A644-E17A0659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975">
            <a:extLst xmlns:a="http://schemas.openxmlformats.org/drawingml/2006/main">
              <a:ext uri="{FF2B5EF4-FFF2-40B4-BE49-F238E27FC236}">
                <a16:creationId xmlns:a16="http://schemas.microsoft.com/office/drawing/2014/main" id="{E57AB8E7-98E9-45EA-B947-FC073699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先做缺漏與非法值檢查</a:t>
            </a:r>
          </a:p>
        </p:txBody>
      </p:sp>
      <p:sp>
        <p:nvSpPr>
          <p:cNvPr id="12" name="text-1976">
            <a:extLst xmlns:a="http://schemas.openxmlformats.org/drawingml/2006/main">
              <a:ext uri="{FF2B5EF4-FFF2-40B4-BE49-F238E27FC236}">
                <a16:creationId xmlns:a16="http://schemas.microsoft.com/office/drawing/2014/main" id="{BD15F175-FE08-45C2-AA9D-328192A0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977">
            <a:extLst xmlns:a="http://schemas.openxmlformats.org/drawingml/2006/main">
              <a:ext uri="{FF2B5EF4-FFF2-40B4-BE49-F238E27FC236}">
                <a16:creationId xmlns:a16="http://schemas.microsoft.com/office/drawing/2014/main" id="{489A88D1-448E-4E11-9873-91D0FB85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計算選擇題答對率與選項分布</a:t>
            </a:r>
          </a:p>
        </p:txBody>
      </p:sp>
      <p:sp>
        <p:nvSpPr>
          <p:cNvPr id="14" name="text-1978">
            <a:extLst xmlns:a="http://schemas.openxmlformats.org/drawingml/2006/main">
              <a:ext uri="{FF2B5EF4-FFF2-40B4-BE49-F238E27FC236}">
                <a16:creationId xmlns:a16="http://schemas.microsoft.com/office/drawing/2014/main" id="{C9024CB7-77A9-4C8E-835A-86DB0DB3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979">
            <a:extLst xmlns:a="http://schemas.openxmlformats.org/drawingml/2006/main">
              <a:ext uri="{FF2B5EF4-FFF2-40B4-BE49-F238E27FC236}">
                <a16:creationId xmlns:a16="http://schemas.microsoft.com/office/drawing/2014/main" id="{62EE0151-5A9B-4E5D-879E-7956B5DE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讓 AI 初編簡答並與講師參考編碼比較</a:t>
            </a:r>
          </a:p>
        </p:txBody>
      </p:sp>
      <p:sp>
        <p:nvSpPr>
          <p:cNvPr id="16" name="shape-1980">
            <a:extLst xmlns:a="http://schemas.openxmlformats.org/drawingml/2006/main">
              <a:ext uri="{FF2B5EF4-FFF2-40B4-BE49-F238E27FC236}">
                <a16:creationId xmlns:a16="http://schemas.microsoft.com/office/drawing/2014/main" id="{E62AD869-5233-4465-84DE-A8E6B86F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981">
            <a:extLst xmlns:a="http://schemas.openxmlformats.org/drawingml/2006/main">
              <a:ext uri="{FF2B5EF4-FFF2-40B4-BE49-F238E27FC236}">
                <a16:creationId xmlns:a16="http://schemas.microsoft.com/office/drawing/2014/main" id="{C9529882-8DC9-4096-AF85-9F4C6B3D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982">
            <a:extLst xmlns:a="http://schemas.openxmlformats.org/drawingml/2006/main">
              <a:ext uri="{FF2B5EF4-FFF2-40B4-BE49-F238E27FC236}">
                <a16:creationId xmlns:a16="http://schemas.microsoft.com/office/drawing/2014/main" id="{34E97E68-1ED3-40CF-AA89-00180E4B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不含真實個資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選擇題與簡答題分流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列出所有不一致案例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報告標示限制與未確認</a:t>
            </a:r>
          </a:p>
        </p:txBody>
      </p:sp>
      <p:sp>
        <p:nvSpPr>
          <p:cNvPr id="19" name="text-2264">
            <a:extLst xmlns:a="http://schemas.openxmlformats.org/drawingml/2006/main">
              <a:ext uri="{FF2B5EF4-FFF2-40B4-BE49-F238E27FC236}">
                <a16:creationId xmlns:a16="http://schemas.microsoft.com/office/drawing/2014/main" id="{5A09444C-F022-4005-9EF8-7F22D1036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da296c9cf82413a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1f89b5d7eee4a68"/>
              </a:rPr>
              <a:t>Codex ↗</a:t>
            </a:r>
          </a:p>
        </p:txBody>
      </p:sp>
      <p:sp>
        <p:nvSpPr>
          <p:cNvPr id="20" name="shape-2375">
            <a:extLst xmlns:a="http://schemas.openxmlformats.org/drawingml/2006/main">
              <a:ext uri="{FF2B5EF4-FFF2-40B4-BE49-F238E27FC236}">
                <a16:creationId xmlns:a16="http://schemas.microsoft.com/office/drawing/2014/main" id="{5F691F46-0B74-4B45-88D9-F9C8FA6C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90cd491d1d486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2376">
            <a:extLst xmlns:a="http://schemas.openxmlformats.org/drawingml/2006/main">
              <a:ext uri="{FF2B5EF4-FFF2-40B4-BE49-F238E27FC236}">
                <a16:creationId xmlns:a16="http://schemas.microsoft.com/office/drawing/2014/main" id="{C7E983B0-94BD-413F-A4E5-5AE48B73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1ce9b969fa406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2377">
            <a:extLst xmlns:a="http://schemas.openxmlformats.org/drawingml/2006/main">
              <a:ext uri="{FF2B5EF4-FFF2-40B4-BE49-F238E27FC236}">
                <a16:creationId xmlns:a16="http://schemas.microsoft.com/office/drawing/2014/main" id="{19FFD809-72FF-4E1E-BCB1-5738A8A4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00705408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983">
            <a:extLst xmlns:a="http://schemas.openxmlformats.org/drawingml/2006/main">
              <a:ext uri="{FF2B5EF4-FFF2-40B4-BE49-F238E27FC236}">
                <a16:creationId xmlns:a16="http://schemas.microsoft.com/office/drawing/2014/main" id="{980D66EC-C9FB-46D9-8B02-47F71241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ADVANCED USE CASES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5B94686-645D-49F7-996B-A7B588EE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大學教學的 Agent Skills 應用地圖</a:t>
            </a:r>
          </a:p>
        </p:txBody>
      </p:sp>
      <p:cxnSp>
        <p:nvCxnSpPr>
          <p:cNvPr id="38" name="shape-198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985">
            <a:extLst xmlns:a="http://schemas.openxmlformats.org/drawingml/2006/main">
              <a:ext uri="{FF2B5EF4-FFF2-40B4-BE49-F238E27FC236}">
                <a16:creationId xmlns:a16="http://schemas.microsoft.com/office/drawing/2014/main" id="{2420AE78-A00B-4E39-AF69-82AF9A88A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917E81D-7425-47D7-B2A7-85E31E1D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48</a:t>
            </a:r>
          </a:p>
        </p:txBody>
      </p:sp>
      <p:sp>
        <p:nvSpPr>
          <p:cNvPr id="6" name="shape-1986">
            <a:extLst xmlns:a="http://schemas.openxmlformats.org/drawingml/2006/main">
              <a:ext uri="{FF2B5EF4-FFF2-40B4-BE49-F238E27FC236}">
                <a16:creationId xmlns:a16="http://schemas.microsoft.com/office/drawing/2014/main" id="{60ABBAEF-0D7A-44BE-B0BB-62474EDBA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987">
            <a:extLst xmlns:a="http://schemas.openxmlformats.org/drawingml/2006/main">
              <a:ext uri="{FF2B5EF4-FFF2-40B4-BE49-F238E27FC236}">
                <a16:creationId xmlns:a16="http://schemas.microsoft.com/office/drawing/2014/main" id="{F48C50DB-72EC-4726-8D5E-2E881C8F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988">
            <a:extLst xmlns:a="http://schemas.openxmlformats.org/drawingml/2006/main">
              <a:ext uri="{FF2B5EF4-FFF2-40B4-BE49-F238E27FC236}">
                <a16:creationId xmlns:a16="http://schemas.microsoft.com/office/drawing/2014/main" id="{7C17E2CF-673C-45BD-A66C-3530D1DC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課程設計</a:t>
            </a:r>
          </a:p>
        </p:txBody>
      </p:sp>
      <p:sp>
        <p:nvSpPr>
          <p:cNvPr id="9" name="text-1989">
            <a:extLst xmlns:a="http://schemas.openxmlformats.org/drawingml/2006/main">
              <a:ext uri="{FF2B5EF4-FFF2-40B4-BE49-F238E27FC236}">
                <a16:creationId xmlns:a16="http://schemas.microsoft.com/office/drawing/2014/main" id="{802C0E23-0465-4F8D-8248-BF8F5CD6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課綱一致性、學習目標與評量對齊、週次負荷檢核。</a:t>
            </a:r>
          </a:p>
        </p:txBody>
      </p:sp>
      <p:sp>
        <p:nvSpPr>
          <p:cNvPr id="10" name="shape-1990">
            <a:extLst xmlns:a="http://schemas.openxmlformats.org/drawingml/2006/main">
              <a:ext uri="{FF2B5EF4-FFF2-40B4-BE49-F238E27FC236}">
                <a16:creationId xmlns:a16="http://schemas.microsoft.com/office/drawing/2014/main" id="{71D383A2-2C65-4EAB-B72B-49344ED4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991">
            <a:extLst xmlns:a="http://schemas.openxmlformats.org/drawingml/2006/main">
              <a:ext uri="{FF2B5EF4-FFF2-40B4-BE49-F238E27FC236}">
                <a16:creationId xmlns:a16="http://schemas.microsoft.com/office/drawing/2014/main" id="{D83E9EBB-6315-46DA-BCA7-8DB03B24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992">
            <a:extLst xmlns:a="http://schemas.openxmlformats.org/drawingml/2006/main">
              <a:ext uri="{FF2B5EF4-FFF2-40B4-BE49-F238E27FC236}">
                <a16:creationId xmlns:a16="http://schemas.microsoft.com/office/drawing/2014/main" id="{518BD6C0-F893-45CB-B47B-A1D444A5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研究與閱讀</a:t>
            </a:r>
          </a:p>
        </p:txBody>
      </p:sp>
      <p:sp>
        <p:nvSpPr>
          <p:cNvPr id="13" name="text-1993">
            <a:extLst xmlns:a="http://schemas.openxmlformats.org/drawingml/2006/main">
              <a:ext uri="{FF2B5EF4-FFF2-40B4-BE49-F238E27FC236}">
                <a16:creationId xmlns:a16="http://schemas.microsoft.com/office/drawing/2014/main" id="{36C7DAF4-815F-4002-B135-4FB3E385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文獻整理、觀點矩陣、研究限制與引用追查。</a:t>
            </a:r>
          </a:p>
        </p:txBody>
      </p:sp>
      <p:sp>
        <p:nvSpPr>
          <p:cNvPr id="14" name="shape-1994">
            <a:extLst xmlns:a="http://schemas.openxmlformats.org/drawingml/2006/main">
              <a:ext uri="{FF2B5EF4-FFF2-40B4-BE49-F238E27FC236}">
                <a16:creationId xmlns:a16="http://schemas.microsoft.com/office/drawing/2014/main" id="{520D04CD-DD98-40A2-8795-29C55BFB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995">
            <a:extLst xmlns:a="http://schemas.openxmlformats.org/drawingml/2006/main">
              <a:ext uri="{FF2B5EF4-FFF2-40B4-BE49-F238E27FC236}">
                <a16:creationId xmlns:a16="http://schemas.microsoft.com/office/drawing/2014/main" id="{C39FD9D6-C632-43FF-BDB8-36203121E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996">
            <a:extLst xmlns:a="http://schemas.openxmlformats.org/drawingml/2006/main">
              <a:ext uri="{FF2B5EF4-FFF2-40B4-BE49-F238E27FC236}">
                <a16:creationId xmlns:a16="http://schemas.microsoft.com/office/drawing/2014/main" id="{DFEFA056-B1C4-498F-9A68-B189BE750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教材製作</a:t>
            </a:r>
          </a:p>
        </p:txBody>
      </p:sp>
      <p:sp>
        <p:nvSpPr>
          <p:cNvPr id="17" name="text-1997">
            <a:extLst xmlns:a="http://schemas.openxmlformats.org/drawingml/2006/main">
              <a:ext uri="{FF2B5EF4-FFF2-40B4-BE49-F238E27FC236}">
                <a16:creationId xmlns:a16="http://schemas.microsoft.com/office/drawing/2014/main" id="{02654694-0198-41EE-8AA7-647F3EE4F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簡報、互動網站、圖表、字幕與多格式轉換。</a:t>
            </a:r>
          </a:p>
        </p:txBody>
      </p:sp>
      <p:sp>
        <p:nvSpPr>
          <p:cNvPr id="18" name="shape-1998">
            <a:extLst xmlns:a="http://schemas.openxmlformats.org/drawingml/2006/main">
              <a:ext uri="{FF2B5EF4-FFF2-40B4-BE49-F238E27FC236}">
                <a16:creationId xmlns:a16="http://schemas.microsoft.com/office/drawing/2014/main" id="{5917E533-035F-4CFC-B12A-5D20DD61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999">
            <a:extLst xmlns:a="http://schemas.openxmlformats.org/drawingml/2006/main">
              <a:ext uri="{FF2B5EF4-FFF2-40B4-BE49-F238E27FC236}">
                <a16:creationId xmlns:a16="http://schemas.microsoft.com/office/drawing/2014/main" id="{34857E0D-5597-47FF-A712-CF57A0BF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000">
            <a:extLst xmlns:a="http://schemas.openxmlformats.org/drawingml/2006/main">
              <a:ext uri="{FF2B5EF4-FFF2-40B4-BE49-F238E27FC236}">
                <a16:creationId xmlns:a16="http://schemas.microsoft.com/office/drawing/2014/main" id="{21BF3CE4-2DC3-4739-9A4F-BC35A700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學習支持</a:t>
            </a:r>
          </a:p>
        </p:txBody>
      </p:sp>
      <p:sp>
        <p:nvSpPr>
          <p:cNvPr id="21" name="text-2001">
            <a:extLst xmlns:a="http://schemas.openxmlformats.org/drawingml/2006/main">
              <a:ext uri="{FF2B5EF4-FFF2-40B4-BE49-F238E27FC236}">
                <a16:creationId xmlns:a16="http://schemas.microsoft.com/office/drawing/2014/main" id="{4F5E25CD-3AD3-40F0-9888-4BA8AFF5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形成性回饋、差異化支架、常見迷思與練習生成。</a:t>
            </a:r>
          </a:p>
        </p:txBody>
      </p:sp>
      <p:sp>
        <p:nvSpPr>
          <p:cNvPr id="22" name="shape-2002">
            <a:extLst xmlns:a="http://schemas.openxmlformats.org/drawingml/2006/main">
              <a:ext uri="{FF2B5EF4-FFF2-40B4-BE49-F238E27FC236}">
                <a16:creationId xmlns:a16="http://schemas.microsoft.com/office/drawing/2014/main" id="{C570A116-8654-4315-B52C-9FA0AF71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2003">
            <a:extLst xmlns:a="http://schemas.openxmlformats.org/drawingml/2006/main">
              <a:ext uri="{FF2B5EF4-FFF2-40B4-BE49-F238E27FC236}">
                <a16:creationId xmlns:a16="http://schemas.microsoft.com/office/drawing/2014/main" id="{EF14D428-7098-42CA-B327-FBB9CE64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24" name="text-2004">
            <a:extLst xmlns:a="http://schemas.openxmlformats.org/drawingml/2006/main">
              <a:ext uri="{FF2B5EF4-FFF2-40B4-BE49-F238E27FC236}">
                <a16:creationId xmlns:a16="http://schemas.microsoft.com/office/drawing/2014/main" id="{8058CCB0-15FD-4247-B774-AA819586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品質保證</a:t>
            </a:r>
          </a:p>
        </p:txBody>
      </p:sp>
      <p:sp>
        <p:nvSpPr>
          <p:cNvPr id="25" name="text-2005">
            <a:extLst xmlns:a="http://schemas.openxmlformats.org/drawingml/2006/main">
              <a:ext uri="{FF2B5EF4-FFF2-40B4-BE49-F238E27FC236}">
                <a16:creationId xmlns:a16="http://schemas.microsoft.com/office/drawing/2014/main" id="{4F0F2529-AEBC-4B3F-ABAF-A2F56A9F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RWD、無障礙、連結、內容依據與版本檢查。</a:t>
            </a:r>
          </a:p>
        </p:txBody>
      </p:sp>
      <p:sp>
        <p:nvSpPr>
          <p:cNvPr id="26" name="shape-2006">
            <a:extLst xmlns:a="http://schemas.openxmlformats.org/drawingml/2006/main">
              <a:ext uri="{FF2B5EF4-FFF2-40B4-BE49-F238E27FC236}">
                <a16:creationId xmlns:a16="http://schemas.microsoft.com/office/drawing/2014/main" id="{F4839555-1279-46A5-9BCA-B920DDA5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2007">
            <a:extLst xmlns:a="http://schemas.openxmlformats.org/drawingml/2006/main">
              <a:ext uri="{FF2B5EF4-FFF2-40B4-BE49-F238E27FC236}">
                <a16:creationId xmlns:a16="http://schemas.microsoft.com/office/drawing/2014/main" id="{EB6834D2-13F2-4950-84BD-CCD29654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28" name="text-2008">
            <a:extLst xmlns:a="http://schemas.openxmlformats.org/drawingml/2006/main">
              <a:ext uri="{FF2B5EF4-FFF2-40B4-BE49-F238E27FC236}">
                <a16:creationId xmlns:a16="http://schemas.microsoft.com/office/drawing/2014/main" id="{D04C9F1F-AAD4-4623-BA29-6E2251B5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部署交付</a:t>
            </a:r>
          </a:p>
        </p:txBody>
      </p:sp>
      <p:sp>
        <p:nvSpPr>
          <p:cNvPr id="29" name="text-2009">
            <a:extLst xmlns:a="http://schemas.openxmlformats.org/drawingml/2006/main">
              <a:ext uri="{FF2B5EF4-FFF2-40B4-BE49-F238E27FC236}">
                <a16:creationId xmlns:a16="http://schemas.microsoft.com/office/drawing/2014/main" id="{F7D86638-5BD3-4AFD-80C2-A3F0DE0B0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Sites、Pages、文件、測試證據與團隊交接。</a:t>
            </a:r>
          </a:p>
        </p:txBody>
      </p:sp>
      <p:sp>
        <p:nvSpPr>
          <p:cNvPr id="30" name="text-2265">
            <a:extLst xmlns:a="http://schemas.openxmlformats.org/drawingml/2006/main">
              <a:ext uri="{FF2B5EF4-FFF2-40B4-BE49-F238E27FC236}">
                <a16:creationId xmlns:a16="http://schemas.microsoft.com/office/drawing/2014/main" id="{94B769FE-65F1-4179-A215-E24A2E085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30a45a92af54a4f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fe7a629c1e8498d"/>
              </a:rPr>
              <a:t>Codex ↗</a:t>
            </a:r>
          </a:p>
        </p:txBody>
      </p:sp>
      <p:sp>
        <p:nvSpPr>
          <p:cNvPr id="31" name="shape-2378">
            <a:extLst xmlns:a="http://schemas.openxmlformats.org/drawingml/2006/main">
              <a:ext uri="{FF2B5EF4-FFF2-40B4-BE49-F238E27FC236}">
                <a16:creationId xmlns:a16="http://schemas.microsoft.com/office/drawing/2014/main" id="{7F058BB5-358C-49C6-80C4-07D2F412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0bb06d85c04fc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2379">
            <a:extLst xmlns:a="http://schemas.openxmlformats.org/drawingml/2006/main">
              <a:ext uri="{FF2B5EF4-FFF2-40B4-BE49-F238E27FC236}">
                <a16:creationId xmlns:a16="http://schemas.microsoft.com/office/drawing/2014/main" id="{9B51AAF0-1F68-44EF-8032-EB0AE147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69549ad0d54a4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2380">
            <a:extLst xmlns:a="http://schemas.openxmlformats.org/drawingml/2006/main">
              <a:ext uri="{FF2B5EF4-FFF2-40B4-BE49-F238E27FC236}">
                <a16:creationId xmlns:a16="http://schemas.microsoft.com/office/drawing/2014/main" id="{22D89977-D882-4D1E-A6CD-24CE8D5F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2538933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2010">
            <a:extLst xmlns:a="http://schemas.openxmlformats.org/drawingml/2006/main">
              <a:ext uri="{FF2B5EF4-FFF2-40B4-BE49-F238E27FC236}">
                <a16:creationId xmlns:a16="http://schemas.microsoft.com/office/drawing/2014/main" id="{730BDB1B-DBDD-44DD-904E-0AB83AF0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GUARDRAILS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E694B0-3AE6-4F82-BE00-279B468B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教育現場安全護欄：先寫進 Skill，再交給 Agent</a:t>
            </a:r>
          </a:p>
        </p:txBody>
      </p:sp>
      <p:cxnSp>
        <p:nvCxnSpPr>
          <p:cNvPr id="30" name="shape-201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012">
            <a:extLst xmlns:a="http://schemas.openxmlformats.org/drawingml/2006/main">
              <a:ext uri="{FF2B5EF4-FFF2-40B4-BE49-F238E27FC236}">
                <a16:creationId xmlns:a16="http://schemas.microsoft.com/office/drawing/2014/main" id="{117F2C15-34B1-45C5-98B9-F8AE3274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F59C95-C7D7-4E72-8971-1299043E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49</a:t>
            </a:r>
          </a:p>
        </p:txBody>
      </p:sp>
      <p:sp>
        <p:nvSpPr>
          <p:cNvPr id="6" name="shape-2013">
            <a:extLst xmlns:a="http://schemas.openxmlformats.org/drawingml/2006/main">
              <a:ext uri="{FF2B5EF4-FFF2-40B4-BE49-F238E27FC236}">
                <a16:creationId xmlns:a16="http://schemas.microsoft.com/office/drawing/2014/main" id="{66A938D6-CD1B-43F1-A0F8-600E96FF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2014">
            <a:extLst xmlns:a="http://schemas.openxmlformats.org/drawingml/2006/main">
              <a:ext uri="{FF2B5EF4-FFF2-40B4-BE49-F238E27FC236}">
                <a16:creationId xmlns:a16="http://schemas.microsoft.com/office/drawing/2014/main" id="{31D23B53-15A0-4C89-8BF6-B540FA4C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015">
            <a:extLst xmlns:a="http://schemas.openxmlformats.org/drawingml/2006/main">
              <a:ext uri="{FF2B5EF4-FFF2-40B4-BE49-F238E27FC236}">
                <a16:creationId xmlns:a16="http://schemas.microsoft.com/office/drawing/2014/main" id="{CEAAE24C-05F5-4F28-A244-CFA22653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個資最小化</a:t>
            </a:r>
          </a:p>
        </p:txBody>
      </p:sp>
      <p:sp>
        <p:nvSpPr>
          <p:cNvPr id="9" name="text-2016">
            <a:extLst xmlns:a="http://schemas.openxmlformats.org/drawingml/2006/main">
              <a:ext uri="{FF2B5EF4-FFF2-40B4-BE49-F238E27FC236}">
                <a16:creationId xmlns:a16="http://schemas.microsoft.com/office/drawing/2014/main" id="{21DE90D7-AE9C-4DEF-AF69-C75D1C1D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先匿名化；不把學生姓名、成績、信箱與研究資料放入公開工作區。</a:t>
            </a:r>
          </a:p>
        </p:txBody>
      </p:sp>
      <p:sp>
        <p:nvSpPr>
          <p:cNvPr id="10" name="shape-2017">
            <a:extLst xmlns:a="http://schemas.openxmlformats.org/drawingml/2006/main">
              <a:ext uri="{FF2B5EF4-FFF2-40B4-BE49-F238E27FC236}">
                <a16:creationId xmlns:a16="http://schemas.microsoft.com/office/drawing/2014/main" id="{5CD17A53-1E81-4B65-8AE2-1D7E484B9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2018">
            <a:extLst xmlns:a="http://schemas.openxmlformats.org/drawingml/2006/main">
              <a:ext uri="{FF2B5EF4-FFF2-40B4-BE49-F238E27FC236}">
                <a16:creationId xmlns:a16="http://schemas.microsoft.com/office/drawing/2014/main" id="{9360B2E9-2206-48D4-8F36-2CC5163A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019">
            <a:extLst xmlns:a="http://schemas.openxmlformats.org/drawingml/2006/main">
              <a:ext uri="{FF2B5EF4-FFF2-40B4-BE49-F238E27FC236}">
                <a16:creationId xmlns:a16="http://schemas.microsoft.com/office/drawing/2014/main" id="{6EBCCBA9-4243-473B-9868-489E9198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來源與版權</a:t>
            </a:r>
          </a:p>
        </p:txBody>
      </p:sp>
      <p:sp>
        <p:nvSpPr>
          <p:cNvPr id="13" name="text-2020">
            <a:extLst xmlns:a="http://schemas.openxmlformats.org/drawingml/2006/main">
              <a:ext uri="{FF2B5EF4-FFF2-40B4-BE49-F238E27FC236}">
                <a16:creationId xmlns:a16="http://schemas.microsoft.com/office/drawing/2014/main" id="{6DD84601-6C75-49DB-9698-F8F05483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保留引用、授權與來源邊界；生成不等於可任意公開。</a:t>
            </a:r>
          </a:p>
        </p:txBody>
      </p:sp>
      <p:sp>
        <p:nvSpPr>
          <p:cNvPr id="14" name="shape-2021">
            <a:extLst xmlns:a="http://schemas.openxmlformats.org/drawingml/2006/main">
              <a:ext uri="{FF2B5EF4-FFF2-40B4-BE49-F238E27FC236}">
                <a16:creationId xmlns:a16="http://schemas.microsoft.com/office/drawing/2014/main" id="{E9E74A1D-2C64-43A2-A12A-B70D4C9E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2022">
            <a:extLst xmlns:a="http://schemas.openxmlformats.org/drawingml/2006/main">
              <a:ext uri="{FF2B5EF4-FFF2-40B4-BE49-F238E27FC236}">
                <a16:creationId xmlns:a16="http://schemas.microsoft.com/office/drawing/2014/main" id="{C562EEB0-9D9E-4A2F-AAA0-110F839C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023">
            <a:extLst xmlns:a="http://schemas.openxmlformats.org/drawingml/2006/main">
              <a:ext uri="{FF2B5EF4-FFF2-40B4-BE49-F238E27FC236}">
                <a16:creationId xmlns:a16="http://schemas.microsoft.com/office/drawing/2014/main" id="{6700A6A9-E97D-47DC-9685-A41846B6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人工決策</a:t>
            </a:r>
          </a:p>
        </p:txBody>
      </p:sp>
      <p:sp>
        <p:nvSpPr>
          <p:cNvPr id="17" name="text-2024">
            <a:extLst xmlns:a="http://schemas.openxmlformats.org/drawingml/2006/main">
              <a:ext uri="{FF2B5EF4-FFF2-40B4-BE49-F238E27FC236}">
                <a16:creationId xmlns:a16="http://schemas.microsoft.com/office/drawing/2014/main" id="{5E0A8108-CF30-4E14-A307-8F223327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評分、倫理、輔導與正式行政決定，由人負責並保留紀錄。</a:t>
            </a:r>
          </a:p>
        </p:txBody>
      </p:sp>
      <p:sp>
        <p:nvSpPr>
          <p:cNvPr id="18" name="shape-2025">
            <a:extLst xmlns:a="http://schemas.openxmlformats.org/drawingml/2006/main">
              <a:ext uri="{FF2B5EF4-FFF2-40B4-BE49-F238E27FC236}">
                <a16:creationId xmlns:a16="http://schemas.microsoft.com/office/drawing/2014/main" id="{5E29B225-FE2D-4051-B4C1-DA4F0DC31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2026">
            <a:extLst xmlns:a="http://schemas.openxmlformats.org/drawingml/2006/main">
              <a:ext uri="{FF2B5EF4-FFF2-40B4-BE49-F238E27FC236}">
                <a16:creationId xmlns:a16="http://schemas.microsoft.com/office/drawing/2014/main" id="{80AC52A4-26E1-4B70-80A5-A1510C74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027">
            <a:extLst xmlns:a="http://schemas.openxmlformats.org/drawingml/2006/main">
              <a:ext uri="{FF2B5EF4-FFF2-40B4-BE49-F238E27FC236}">
                <a16:creationId xmlns:a16="http://schemas.microsoft.com/office/drawing/2014/main" id="{8979DCE0-14DE-41D6-B133-49D9B86B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可逆優先</a:t>
            </a:r>
          </a:p>
        </p:txBody>
      </p:sp>
      <p:sp>
        <p:nvSpPr>
          <p:cNvPr id="21" name="text-2028">
            <a:extLst xmlns:a="http://schemas.openxmlformats.org/drawingml/2006/main">
              <a:ext uri="{FF2B5EF4-FFF2-40B4-BE49-F238E27FC236}">
                <a16:creationId xmlns:a16="http://schemas.microsoft.com/office/drawing/2014/main" id="{D1EC6BE5-BF49-4BF6-8E59-BEB4381A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先分析、預覽、備份；發布、刪除與改權限需要明確確認。</a:t>
            </a:r>
          </a:p>
        </p:txBody>
      </p:sp>
      <p:sp>
        <p:nvSpPr>
          <p:cNvPr id="22" name="text-2266">
            <a:extLst xmlns:a="http://schemas.openxmlformats.org/drawingml/2006/main">
              <a:ext uri="{FF2B5EF4-FFF2-40B4-BE49-F238E27FC236}">
                <a16:creationId xmlns:a16="http://schemas.microsoft.com/office/drawing/2014/main" id="{4D7FB677-F46A-4973-B36E-8196A5A7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0499e6965d34298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99098791b8447eb"/>
              </a:rPr>
              <a:t>Codex ↗</a:t>
            </a:r>
          </a:p>
        </p:txBody>
      </p:sp>
      <p:sp>
        <p:nvSpPr>
          <p:cNvPr id="23" name="shape-2381">
            <a:extLst xmlns:a="http://schemas.openxmlformats.org/drawingml/2006/main">
              <a:ext uri="{FF2B5EF4-FFF2-40B4-BE49-F238E27FC236}">
                <a16:creationId xmlns:a16="http://schemas.microsoft.com/office/drawing/2014/main" id="{D29B50B1-D55B-4BEA-9136-AE0F25D1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306b33b72452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382">
            <a:extLst xmlns:a="http://schemas.openxmlformats.org/drawingml/2006/main">
              <a:ext uri="{FF2B5EF4-FFF2-40B4-BE49-F238E27FC236}">
                <a16:creationId xmlns:a16="http://schemas.microsoft.com/office/drawing/2014/main" id="{30CCF00F-0494-44E8-BE63-988424F6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b9c6f35f3f485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383">
            <a:extLst xmlns:a="http://schemas.openxmlformats.org/drawingml/2006/main">
              <a:ext uri="{FF2B5EF4-FFF2-40B4-BE49-F238E27FC236}">
                <a16:creationId xmlns:a16="http://schemas.microsoft.com/office/drawing/2014/main" id="{02E488AC-0DF3-4B84-822E-106600F7F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96217606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2029">
            <a:extLst xmlns:a="http://schemas.openxmlformats.org/drawingml/2006/main">
              <a:ext uri="{FF2B5EF4-FFF2-40B4-BE49-F238E27FC236}">
                <a16:creationId xmlns:a16="http://schemas.microsoft.com/office/drawing/2014/main" id="{403D7254-1521-4365-8A12-C923C215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C22CA5-B01A-4286-9357-800466BC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整合挑戰｜讓 Agent 回應一個可驗證的痛點</a:t>
            </a:r>
          </a:p>
        </p:txBody>
      </p:sp>
      <p:cxnSp>
        <p:nvCxnSpPr>
          <p:cNvPr id="27" name="shape-203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031">
            <a:extLst xmlns:a="http://schemas.openxmlformats.org/drawingml/2006/main">
              <a:ext uri="{FF2B5EF4-FFF2-40B4-BE49-F238E27FC236}">
                <a16:creationId xmlns:a16="http://schemas.microsoft.com/office/drawing/2014/main" id="{0AD51CFC-AAEC-442E-8069-8C423CF7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2F682A8-C3E5-4B1F-B866-CE359978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50</a:t>
            </a:r>
          </a:p>
        </p:txBody>
      </p:sp>
      <p:sp>
        <p:nvSpPr>
          <p:cNvPr id="6" name="text-2032">
            <a:extLst xmlns:a="http://schemas.openxmlformats.org/drawingml/2006/main">
              <a:ext uri="{FF2B5EF4-FFF2-40B4-BE49-F238E27FC236}">
                <a16:creationId xmlns:a16="http://schemas.microsoft.com/office/drawing/2014/main" id="{71EE1435-45A8-4230-B506-AD2FC7DF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2033">
            <a:extLst xmlns:a="http://schemas.openxmlformats.org/drawingml/2006/main">
              <a:ext uri="{FF2B5EF4-FFF2-40B4-BE49-F238E27FC236}">
                <a16:creationId xmlns:a16="http://schemas.microsoft.com/office/drawing/2014/main" id="{C4AD4645-EFA4-4D99-82D2-A75CE6262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2034">
            <a:extLst xmlns:a="http://schemas.openxmlformats.org/drawingml/2006/main">
              <a:ext uri="{FF2B5EF4-FFF2-40B4-BE49-F238E27FC236}">
                <a16:creationId xmlns:a16="http://schemas.microsoft.com/office/drawing/2014/main" id="{A290B334-A514-4BC2-8FDE-DF2D28E9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035">
            <a:extLst xmlns:a="http://schemas.openxmlformats.org/drawingml/2006/main">
              <a:ext uri="{FF2B5EF4-FFF2-40B4-BE49-F238E27FC236}">
                <a16:creationId xmlns:a16="http://schemas.microsoft.com/office/drawing/2014/main" id="{84ADD15F-C29F-4F5D-A18F-9A84ABA6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啟用剛完成的 Skill</a:t>
            </a:r>
          </a:p>
        </p:txBody>
      </p:sp>
      <p:sp>
        <p:nvSpPr>
          <p:cNvPr id="10" name="text-2036">
            <a:extLst xmlns:a="http://schemas.openxmlformats.org/drawingml/2006/main">
              <a:ext uri="{FF2B5EF4-FFF2-40B4-BE49-F238E27FC236}">
                <a16:creationId xmlns:a16="http://schemas.microsoft.com/office/drawing/2014/main" id="{5634CFDD-AF71-489F-AA9E-7DAEAAAA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2037">
            <a:extLst xmlns:a="http://schemas.openxmlformats.org/drawingml/2006/main">
              <a:ext uri="{FF2B5EF4-FFF2-40B4-BE49-F238E27FC236}">
                <a16:creationId xmlns:a16="http://schemas.microsoft.com/office/drawing/2014/main" id="{9FD8EA32-5D9D-4D0B-8CC6-FED817A4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對上午作品或合成資料提出一項真實教學／研究痛點任務</a:t>
            </a:r>
          </a:p>
        </p:txBody>
      </p:sp>
      <p:sp>
        <p:nvSpPr>
          <p:cNvPr id="12" name="text-2038">
            <a:extLst xmlns:a="http://schemas.openxmlformats.org/drawingml/2006/main">
              <a:ext uri="{FF2B5EF4-FFF2-40B4-BE49-F238E27FC236}">
                <a16:creationId xmlns:a16="http://schemas.microsoft.com/office/drawing/2014/main" id="{29B6CC1D-F2BE-4132-B489-1DCBD6E2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2039">
            <a:extLst xmlns:a="http://schemas.openxmlformats.org/drawingml/2006/main">
              <a:ext uri="{FF2B5EF4-FFF2-40B4-BE49-F238E27FC236}">
                <a16:creationId xmlns:a16="http://schemas.microsoft.com/office/drawing/2014/main" id="{A9ED0B0D-E6E1-46A1-96E3-91247FC96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要求 Agent 實作並驗證</a:t>
            </a:r>
          </a:p>
        </p:txBody>
      </p:sp>
      <p:sp>
        <p:nvSpPr>
          <p:cNvPr id="14" name="text-2040">
            <a:extLst xmlns:a="http://schemas.openxmlformats.org/drawingml/2006/main">
              <a:ext uri="{FF2B5EF4-FFF2-40B4-BE49-F238E27FC236}">
                <a16:creationId xmlns:a16="http://schemas.microsoft.com/office/drawing/2014/main" id="{39BEF1F0-B9A5-401C-812A-D9D0CB38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2041">
            <a:extLst xmlns:a="http://schemas.openxmlformats.org/drawingml/2006/main">
              <a:ext uri="{FF2B5EF4-FFF2-40B4-BE49-F238E27FC236}">
                <a16:creationId xmlns:a16="http://schemas.microsoft.com/office/drawing/2014/main" id="{B38C786B-DB8E-434A-A242-AF1A2447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準備 90 秒成果與證據</a:t>
            </a:r>
          </a:p>
        </p:txBody>
      </p:sp>
      <p:sp>
        <p:nvSpPr>
          <p:cNvPr id="16" name="shape-2042">
            <a:extLst xmlns:a="http://schemas.openxmlformats.org/drawingml/2006/main">
              <a:ext uri="{FF2B5EF4-FFF2-40B4-BE49-F238E27FC236}">
                <a16:creationId xmlns:a16="http://schemas.microsoft.com/office/drawing/2014/main" id="{FCC681AC-537D-424F-8EB8-833C5A6E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2043">
            <a:extLst xmlns:a="http://schemas.openxmlformats.org/drawingml/2006/main">
              <a:ext uri="{FF2B5EF4-FFF2-40B4-BE49-F238E27FC236}">
                <a16:creationId xmlns:a16="http://schemas.microsoft.com/office/drawing/2014/main" id="{D624C027-8A63-4B6A-924A-B7219321B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2044">
            <a:extLst xmlns:a="http://schemas.openxmlformats.org/drawingml/2006/main">
              <a:ext uri="{FF2B5EF4-FFF2-40B4-BE49-F238E27FC236}">
                <a16:creationId xmlns:a16="http://schemas.microsoft.com/office/drawing/2014/main" id="{DFACF9F6-0200-4487-90C5-8BF71CBF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Skill 有被正確觸發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成果可開啟或可檢查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至少一個驗證證據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說明一項人工決定</a:t>
            </a:r>
          </a:p>
        </p:txBody>
      </p:sp>
      <p:sp>
        <p:nvSpPr>
          <p:cNvPr id="19" name="text-2267">
            <a:extLst xmlns:a="http://schemas.openxmlformats.org/drawingml/2006/main">
              <a:ext uri="{FF2B5EF4-FFF2-40B4-BE49-F238E27FC236}">
                <a16:creationId xmlns:a16="http://schemas.microsoft.com/office/drawing/2014/main" id="{15CF8061-3025-4C40-AEB3-0974DDC8A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e2f34bf09e64f20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45dc312f2114773"/>
              </a:rPr>
              <a:t>Codex ↗</a:t>
            </a:r>
          </a:p>
        </p:txBody>
      </p:sp>
      <p:sp>
        <p:nvSpPr>
          <p:cNvPr id="20" name="shape-2384">
            <a:extLst xmlns:a="http://schemas.openxmlformats.org/drawingml/2006/main">
              <a:ext uri="{FF2B5EF4-FFF2-40B4-BE49-F238E27FC236}">
                <a16:creationId xmlns:a16="http://schemas.microsoft.com/office/drawing/2014/main" id="{F68EA681-674D-4B0B-861C-742FD2F7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3ffdedd38f444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2385">
            <a:extLst xmlns:a="http://schemas.openxmlformats.org/drawingml/2006/main">
              <a:ext uri="{FF2B5EF4-FFF2-40B4-BE49-F238E27FC236}">
                <a16:creationId xmlns:a16="http://schemas.microsoft.com/office/drawing/2014/main" id="{BA387817-D9B0-49D6-8B29-B19465F00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4bed1d366e476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2386">
            <a:extLst xmlns:a="http://schemas.openxmlformats.org/drawingml/2006/main">
              <a:ext uri="{FF2B5EF4-FFF2-40B4-BE49-F238E27FC236}">
                <a16:creationId xmlns:a16="http://schemas.microsoft.com/office/drawing/2014/main" id="{2839893F-6B24-4796-9239-159FE87F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624229565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2045">
            <a:extLst xmlns:a="http://schemas.openxmlformats.org/drawingml/2006/main">
              <a:ext uri="{FF2B5EF4-FFF2-40B4-BE49-F238E27FC236}">
                <a16:creationId xmlns:a16="http://schemas.microsoft.com/office/drawing/2014/main" id="{D2BF2AF8-7D04-42E0-B1C3-3A609626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PEER REVIEW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37B4027-0B7D-4275-9E7D-487EE055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同儕回饋只看四件事</a:t>
            </a:r>
          </a:p>
        </p:txBody>
      </p:sp>
      <p:cxnSp>
        <p:nvCxnSpPr>
          <p:cNvPr id="30" name="shape-204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047">
            <a:extLst xmlns:a="http://schemas.openxmlformats.org/drawingml/2006/main">
              <a:ext uri="{FF2B5EF4-FFF2-40B4-BE49-F238E27FC236}">
                <a16:creationId xmlns:a16="http://schemas.microsoft.com/office/drawing/2014/main" id="{733688C8-DD5D-4399-8457-CB9C3CFB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3B14C1C-658E-4003-9AA3-553D9ABF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51</a:t>
            </a:r>
          </a:p>
        </p:txBody>
      </p:sp>
      <p:sp>
        <p:nvSpPr>
          <p:cNvPr id="6" name="shape-2048">
            <a:extLst xmlns:a="http://schemas.openxmlformats.org/drawingml/2006/main">
              <a:ext uri="{FF2B5EF4-FFF2-40B4-BE49-F238E27FC236}">
                <a16:creationId xmlns:a16="http://schemas.microsoft.com/office/drawing/2014/main" id="{E24670DD-DFFC-4907-9426-394AC595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2049">
            <a:extLst xmlns:a="http://schemas.openxmlformats.org/drawingml/2006/main">
              <a:ext uri="{FF2B5EF4-FFF2-40B4-BE49-F238E27FC236}">
                <a16:creationId xmlns:a16="http://schemas.microsoft.com/office/drawing/2014/main" id="{0A72682B-B93C-4092-89F6-A4DFA209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050">
            <a:extLst xmlns:a="http://schemas.openxmlformats.org/drawingml/2006/main">
              <a:ext uri="{FF2B5EF4-FFF2-40B4-BE49-F238E27FC236}">
                <a16:creationId xmlns:a16="http://schemas.microsoft.com/office/drawing/2014/main" id="{0147590E-F0A7-452E-82FE-4AA4ACDD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價值</a:t>
            </a:r>
          </a:p>
        </p:txBody>
      </p:sp>
      <p:sp>
        <p:nvSpPr>
          <p:cNvPr id="9" name="text-2051">
            <a:extLst xmlns:a="http://schemas.openxmlformats.org/drawingml/2006/main">
              <a:ext uri="{FF2B5EF4-FFF2-40B4-BE49-F238E27FC236}">
                <a16:creationId xmlns:a16="http://schemas.microsoft.com/office/drawing/2014/main" id="{518EC29C-5198-48EC-B3F1-55E1FE26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這個 Agent 任務是否回應真實教學／研究痛點？</a:t>
            </a:r>
          </a:p>
        </p:txBody>
      </p:sp>
      <p:sp>
        <p:nvSpPr>
          <p:cNvPr id="10" name="shape-2052">
            <a:extLst xmlns:a="http://schemas.openxmlformats.org/drawingml/2006/main">
              <a:ext uri="{FF2B5EF4-FFF2-40B4-BE49-F238E27FC236}">
                <a16:creationId xmlns:a16="http://schemas.microsoft.com/office/drawing/2014/main" id="{D847B48B-59A6-4592-941B-7B6B5D18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2053">
            <a:extLst xmlns:a="http://schemas.openxmlformats.org/drawingml/2006/main">
              <a:ext uri="{FF2B5EF4-FFF2-40B4-BE49-F238E27FC236}">
                <a16:creationId xmlns:a16="http://schemas.microsoft.com/office/drawing/2014/main" id="{61066BAD-ABC2-4AA8-8C52-BAC0BEBF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054">
            <a:extLst xmlns:a="http://schemas.openxmlformats.org/drawingml/2006/main">
              <a:ext uri="{FF2B5EF4-FFF2-40B4-BE49-F238E27FC236}">
                <a16:creationId xmlns:a16="http://schemas.microsoft.com/office/drawing/2014/main" id="{144CB3DB-5817-4435-819B-B3CBA9AC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清楚</a:t>
            </a:r>
          </a:p>
        </p:txBody>
      </p:sp>
      <p:sp>
        <p:nvSpPr>
          <p:cNvPr id="13" name="text-2055">
            <a:extLst xmlns:a="http://schemas.openxmlformats.org/drawingml/2006/main">
              <a:ext uri="{FF2B5EF4-FFF2-40B4-BE49-F238E27FC236}">
                <a16:creationId xmlns:a16="http://schemas.microsoft.com/office/drawing/2014/main" id="{3C8A6161-F237-4316-ACB1-3409460D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陌生人是否能理解 Skill 的觸發時機與流程？</a:t>
            </a:r>
          </a:p>
        </p:txBody>
      </p:sp>
      <p:sp>
        <p:nvSpPr>
          <p:cNvPr id="14" name="shape-2056">
            <a:extLst xmlns:a="http://schemas.openxmlformats.org/drawingml/2006/main">
              <a:ext uri="{FF2B5EF4-FFF2-40B4-BE49-F238E27FC236}">
                <a16:creationId xmlns:a16="http://schemas.microsoft.com/office/drawing/2014/main" id="{89541616-68A1-48C9-9B12-4AD354C8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2057">
            <a:extLst xmlns:a="http://schemas.openxmlformats.org/drawingml/2006/main">
              <a:ext uri="{FF2B5EF4-FFF2-40B4-BE49-F238E27FC236}">
                <a16:creationId xmlns:a16="http://schemas.microsoft.com/office/drawing/2014/main" id="{9ADC4DC2-081C-4553-A2BB-975636D3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058">
            <a:extLst xmlns:a="http://schemas.openxmlformats.org/drawingml/2006/main">
              <a:ext uri="{FF2B5EF4-FFF2-40B4-BE49-F238E27FC236}">
                <a16:creationId xmlns:a16="http://schemas.microsoft.com/office/drawing/2014/main" id="{EB56D7D1-0E3B-49D9-82AB-BF941039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17" name="text-2059">
            <a:extLst xmlns:a="http://schemas.openxmlformats.org/drawingml/2006/main">
              <a:ext uri="{FF2B5EF4-FFF2-40B4-BE49-F238E27FC236}">
                <a16:creationId xmlns:a16="http://schemas.microsoft.com/office/drawing/2014/main" id="{12BAB61C-D89C-4C2D-89AA-DF30F01A7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完成宣告是否有檔案、測試、畫面或引用支持？</a:t>
            </a:r>
          </a:p>
        </p:txBody>
      </p:sp>
      <p:sp>
        <p:nvSpPr>
          <p:cNvPr id="18" name="shape-2060">
            <a:extLst xmlns:a="http://schemas.openxmlformats.org/drawingml/2006/main">
              <a:ext uri="{FF2B5EF4-FFF2-40B4-BE49-F238E27FC236}">
                <a16:creationId xmlns:a16="http://schemas.microsoft.com/office/drawing/2014/main" id="{B2B6F599-462E-40FD-915B-9CB8CD90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2061">
            <a:extLst xmlns:a="http://schemas.openxmlformats.org/drawingml/2006/main">
              <a:ext uri="{FF2B5EF4-FFF2-40B4-BE49-F238E27FC236}">
                <a16:creationId xmlns:a16="http://schemas.microsoft.com/office/drawing/2014/main" id="{36AF2B9F-4608-4F11-94EA-EB291482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062">
            <a:extLst xmlns:a="http://schemas.openxmlformats.org/drawingml/2006/main">
              <a:ext uri="{FF2B5EF4-FFF2-40B4-BE49-F238E27FC236}">
                <a16:creationId xmlns:a16="http://schemas.microsoft.com/office/drawing/2014/main" id="{2EAB6A1B-2072-49C4-9114-6CD5D6F1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21" name="text-2063">
            <a:extLst xmlns:a="http://schemas.openxmlformats.org/drawingml/2006/main">
              <a:ext uri="{FF2B5EF4-FFF2-40B4-BE49-F238E27FC236}">
                <a16:creationId xmlns:a16="http://schemas.microsoft.com/office/drawing/2014/main" id="{35736700-21DB-4F61-8387-D4B7C7E5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是否知道哪些動作需確認、哪些結果仍未確認？</a:t>
            </a:r>
          </a:p>
        </p:txBody>
      </p:sp>
      <p:sp>
        <p:nvSpPr>
          <p:cNvPr id="22" name="text-2268">
            <a:extLst xmlns:a="http://schemas.openxmlformats.org/drawingml/2006/main">
              <a:ext uri="{FF2B5EF4-FFF2-40B4-BE49-F238E27FC236}">
                <a16:creationId xmlns:a16="http://schemas.microsoft.com/office/drawing/2014/main" id="{D7643631-51D5-4F7A-ADEF-33B14FFA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86c72b44d4b48c3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3d9aaa5ab64db6"/>
              </a:rPr>
              <a:t>Codex ↗</a:t>
            </a:r>
          </a:p>
        </p:txBody>
      </p:sp>
      <p:sp>
        <p:nvSpPr>
          <p:cNvPr id="23" name="shape-2387">
            <a:extLst xmlns:a="http://schemas.openxmlformats.org/drawingml/2006/main">
              <a:ext uri="{FF2B5EF4-FFF2-40B4-BE49-F238E27FC236}">
                <a16:creationId xmlns:a16="http://schemas.microsoft.com/office/drawing/2014/main" id="{DC7AAFA1-EA00-4BD7-A9B6-29963225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1a9b5daee640f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2388">
            <a:extLst xmlns:a="http://schemas.openxmlformats.org/drawingml/2006/main">
              <a:ext uri="{FF2B5EF4-FFF2-40B4-BE49-F238E27FC236}">
                <a16:creationId xmlns:a16="http://schemas.microsoft.com/office/drawing/2014/main" id="{79B40C74-D05C-44BF-8118-CE120570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82b5fadeda433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2389">
            <a:extLst xmlns:a="http://schemas.openxmlformats.org/drawingml/2006/main">
              <a:ext uri="{FF2B5EF4-FFF2-40B4-BE49-F238E27FC236}">
                <a16:creationId xmlns:a16="http://schemas.microsoft.com/office/drawing/2014/main" id="{C40B4314-0877-4872-BE49-89F66E029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387248953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064">
            <a:extLst xmlns:a="http://schemas.openxmlformats.org/drawingml/2006/main">
              <a:ext uri="{FF2B5EF4-FFF2-40B4-BE49-F238E27FC236}">
                <a16:creationId xmlns:a16="http://schemas.microsoft.com/office/drawing/2014/main" id="{BCE395AC-EBB2-47E9-9968-6B76FF7DF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NEXT 30 DAYS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425632B-3B6F-4A39-8314-4603999B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30 天導入計畫：小步驗證，留下可重用資產</a:t>
            </a:r>
          </a:p>
        </p:txBody>
      </p:sp>
      <p:cxnSp>
        <p:nvCxnSpPr>
          <p:cNvPr id="35" name="shape-206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066">
            <a:extLst xmlns:a="http://schemas.openxmlformats.org/drawingml/2006/main">
              <a:ext uri="{FF2B5EF4-FFF2-40B4-BE49-F238E27FC236}">
                <a16:creationId xmlns:a16="http://schemas.microsoft.com/office/drawing/2014/main" id="{2CCD3BA7-778D-448E-8ACD-66B535D4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AADAD90-4392-40A1-8CF4-8E8CD749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52</a:t>
            </a:r>
          </a:p>
        </p:txBody>
      </p:sp>
      <p:sp>
        <p:nvSpPr>
          <p:cNvPr id="6" name="shape-2067">
            <a:extLst xmlns:a="http://schemas.openxmlformats.org/drawingml/2006/main">
              <a:ext uri="{FF2B5EF4-FFF2-40B4-BE49-F238E27FC236}">
                <a16:creationId xmlns:a16="http://schemas.microsoft.com/office/drawing/2014/main" id="{E2351D95-F0C2-4575-BAA1-AC7803F21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pe-2068">
            <a:extLst xmlns:a="http://schemas.openxmlformats.org/drawingml/2006/main">
              <a:ext uri="{FF2B5EF4-FFF2-40B4-BE49-F238E27FC236}">
                <a16:creationId xmlns:a16="http://schemas.microsoft.com/office/drawing/2014/main" id="{3D879446-3D06-471C-85B1-F2DE0E33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069">
            <a:extLst xmlns:a="http://schemas.openxmlformats.org/drawingml/2006/main">
              <a:ext uri="{FF2B5EF4-FFF2-40B4-BE49-F238E27FC236}">
                <a16:creationId xmlns:a16="http://schemas.microsoft.com/office/drawing/2014/main" id="{C8D969F2-FB0E-40B2-9205-9F87908C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1 週</a:t>
            </a:r>
          </a:p>
        </p:txBody>
      </p:sp>
      <p:sp>
        <p:nvSpPr>
          <p:cNvPr id="9" name="text-2070">
            <a:extLst xmlns:a="http://schemas.openxmlformats.org/drawingml/2006/main">
              <a:ext uri="{FF2B5EF4-FFF2-40B4-BE49-F238E27FC236}">
                <a16:creationId xmlns:a16="http://schemas.microsoft.com/office/drawing/2014/main" id="{8E414A71-80F3-4CDF-88AF-6C5BBBA2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選任務</a:t>
            </a:r>
          </a:p>
        </p:txBody>
      </p:sp>
      <p:sp>
        <p:nvSpPr>
          <p:cNvPr id="10" name="text-2071">
            <a:extLst xmlns:a="http://schemas.openxmlformats.org/drawingml/2006/main">
              <a:ext uri="{FF2B5EF4-FFF2-40B4-BE49-F238E27FC236}">
                <a16:creationId xmlns:a16="http://schemas.microsoft.com/office/drawing/2014/main" id="{90EEE9CD-DE0B-4AC2-B6D4-11FD2CDA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高頻、耗時、可驗證</a:t>
            </a:r>
          </a:p>
        </p:txBody>
      </p:sp>
      <p:sp>
        <p:nvSpPr>
          <p:cNvPr id="11" name="shape-2072">
            <a:extLst xmlns:a="http://schemas.openxmlformats.org/drawingml/2006/main">
              <a:ext uri="{FF2B5EF4-FFF2-40B4-BE49-F238E27FC236}">
                <a16:creationId xmlns:a16="http://schemas.microsoft.com/office/drawing/2014/main" id="{172AD8D0-2D3E-4093-9B07-9FDFB7F0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2073">
            <a:extLst xmlns:a="http://schemas.openxmlformats.org/drawingml/2006/main">
              <a:ext uri="{FF2B5EF4-FFF2-40B4-BE49-F238E27FC236}">
                <a16:creationId xmlns:a16="http://schemas.microsoft.com/office/drawing/2014/main" id="{46BB8CA0-25B6-401E-90EB-0E2B527EF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2 週</a:t>
            </a:r>
          </a:p>
        </p:txBody>
      </p:sp>
      <p:sp>
        <p:nvSpPr>
          <p:cNvPr id="13" name="text-2074">
            <a:extLst xmlns:a="http://schemas.openxmlformats.org/drawingml/2006/main">
              <a:ext uri="{FF2B5EF4-FFF2-40B4-BE49-F238E27FC236}">
                <a16:creationId xmlns:a16="http://schemas.microsoft.com/office/drawing/2014/main" id="{FB780741-5D47-46F9-87F6-BD71D7B2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試流程</a:t>
            </a:r>
          </a:p>
        </p:txBody>
      </p:sp>
      <p:sp>
        <p:nvSpPr>
          <p:cNvPr id="14" name="text-2075">
            <a:extLst xmlns:a="http://schemas.openxmlformats.org/drawingml/2006/main">
              <a:ext uri="{FF2B5EF4-FFF2-40B4-BE49-F238E27FC236}">
                <a16:creationId xmlns:a16="http://schemas.microsoft.com/office/drawing/2014/main" id="{393DBF6D-7990-441B-A9EF-DE628F8A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自己跑 3 次</a:t>
            </a:r>
          </a:p>
        </p:txBody>
      </p:sp>
      <p:sp>
        <p:nvSpPr>
          <p:cNvPr id="15" name="shape-2076">
            <a:extLst xmlns:a="http://schemas.openxmlformats.org/drawingml/2006/main">
              <a:ext uri="{FF2B5EF4-FFF2-40B4-BE49-F238E27FC236}">
                <a16:creationId xmlns:a16="http://schemas.microsoft.com/office/drawing/2014/main" id="{1DE78890-AB12-416B-BBB4-0E481B44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2077">
            <a:extLst xmlns:a="http://schemas.openxmlformats.org/drawingml/2006/main">
              <a:ext uri="{FF2B5EF4-FFF2-40B4-BE49-F238E27FC236}">
                <a16:creationId xmlns:a16="http://schemas.microsoft.com/office/drawing/2014/main" id="{38EB7C2E-07E2-4E81-89A3-4DBD45C9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3 週</a:t>
            </a:r>
          </a:p>
        </p:txBody>
      </p:sp>
      <p:sp>
        <p:nvSpPr>
          <p:cNvPr id="17" name="text-2078">
            <a:extLst xmlns:a="http://schemas.openxmlformats.org/drawingml/2006/main">
              <a:ext uri="{FF2B5EF4-FFF2-40B4-BE49-F238E27FC236}">
                <a16:creationId xmlns:a16="http://schemas.microsoft.com/office/drawing/2014/main" id="{4D841DC6-8228-4614-BFAF-FB8FFCC6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給同儕</a:t>
            </a:r>
          </a:p>
        </p:txBody>
      </p:sp>
      <p:sp>
        <p:nvSpPr>
          <p:cNvPr id="18" name="text-2079">
            <a:extLst xmlns:a="http://schemas.openxmlformats.org/drawingml/2006/main">
              <a:ext uri="{FF2B5EF4-FFF2-40B4-BE49-F238E27FC236}">
                <a16:creationId xmlns:a16="http://schemas.microsoft.com/office/drawing/2014/main" id="{B3920685-30A6-40FB-B286-FED5F0E6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找 1 人盲測</a:t>
            </a:r>
          </a:p>
        </p:txBody>
      </p:sp>
      <p:sp>
        <p:nvSpPr>
          <p:cNvPr id="19" name="shape-2080">
            <a:extLst xmlns:a="http://schemas.openxmlformats.org/drawingml/2006/main">
              <a:ext uri="{FF2B5EF4-FFF2-40B4-BE49-F238E27FC236}">
                <a16:creationId xmlns:a16="http://schemas.microsoft.com/office/drawing/2014/main" id="{5AED528E-01AE-4B02-8223-3114B04F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081">
            <a:extLst xmlns:a="http://schemas.openxmlformats.org/drawingml/2006/main">
              <a:ext uri="{FF2B5EF4-FFF2-40B4-BE49-F238E27FC236}">
                <a16:creationId xmlns:a16="http://schemas.microsoft.com/office/drawing/2014/main" id="{1014B175-4281-4C4C-9642-1FCEFA8F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4 週</a:t>
            </a:r>
          </a:p>
        </p:txBody>
      </p:sp>
      <p:sp>
        <p:nvSpPr>
          <p:cNvPr id="21" name="text-2082">
            <a:extLst xmlns:a="http://schemas.openxmlformats.org/drawingml/2006/main">
              <a:ext uri="{FF2B5EF4-FFF2-40B4-BE49-F238E27FC236}">
                <a16:creationId xmlns:a16="http://schemas.microsoft.com/office/drawing/2014/main" id="{0C99004A-FDCB-41A5-9ED2-5E6A7BA3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修 Skill</a:t>
            </a:r>
          </a:p>
        </p:txBody>
      </p:sp>
      <p:sp>
        <p:nvSpPr>
          <p:cNvPr id="22" name="text-2083">
            <a:extLst xmlns:a="http://schemas.openxmlformats.org/drawingml/2006/main">
              <a:ext uri="{FF2B5EF4-FFF2-40B4-BE49-F238E27FC236}">
                <a16:creationId xmlns:a16="http://schemas.microsoft.com/office/drawing/2014/main" id="{42B77746-7AA8-4ADB-8B02-463B043E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補規則與範例</a:t>
            </a:r>
          </a:p>
        </p:txBody>
      </p:sp>
      <p:sp>
        <p:nvSpPr>
          <p:cNvPr id="23" name="shape-2084">
            <a:extLst xmlns:a="http://schemas.openxmlformats.org/drawingml/2006/main">
              <a:ext uri="{FF2B5EF4-FFF2-40B4-BE49-F238E27FC236}">
                <a16:creationId xmlns:a16="http://schemas.microsoft.com/office/drawing/2014/main" id="{5A04BED3-4F94-434B-8554-E6BC6A6E8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2085">
            <a:extLst xmlns:a="http://schemas.openxmlformats.org/drawingml/2006/main">
              <a:ext uri="{FF2B5EF4-FFF2-40B4-BE49-F238E27FC236}">
                <a16:creationId xmlns:a16="http://schemas.microsoft.com/office/drawing/2014/main" id="{370EEB01-9682-477E-8DC7-C83F657F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30 天</a:t>
            </a:r>
          </a:p>
        </p:txBody>
      </p:sp>
      <p:sp>
        <p:nvSpPr>
          <p:cNvPr id="25" name="text-2086">
            <a:extLst xmlns:a="http://schemas.openxmlformats.org/drawingml/2006/main">
              <a:ext uri="{FF2B5EF4-FFF2-40B4-BE49-F238E27FC236}">
                <a16:creationId xmlns:a16="http://schemas.microsoft.com/office/drawing/2014/main" id="{9AB93BA6-8CDA-4C59-9EE6-14305C98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決定</a:t>
            </a:r>
          </a:p>
        </p:txBody>
      </p:sp>
      <p:sp>
        <p:nvSpPr>
          <p:cNvPr id="26" name="text-2087">
            <a:extLst xmlns:a="http://schemas.openxmlformats.org/drawingml/2006/main">
              <a:ext uri="{FF2B5EF4-FFF2-40B4-BE49-F238E27FC236}">
                <a16:creationId xmlns:a16="http://schemas.microsoft.com/office/drawing/2014/main" id="{0AA25EE0-628C-47BA-B102-8A33D7649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採用、修改或淘汰</a:t>
            </a:r>
          </a:p>
        </p:txBody>
      </p:sp>
      <p:sp>
        <p:nvSpPr>
          <p:cNvPr id="27" name="text-2269">
            <a:extLst xmlns:a="http://schemas.openxmlformats.org/drawingml/2006/main">
              <a:ext uri="{FF2B5EF4-FFF2-40B4-BE49-F238E27FC236}">
                <a16:creationId xmlns:a16="http://schemas.microsoft.com/office/drawing/2014/main" id="{E57F6464-558F-4D6E-9464-DBEE7733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2dcf5b1a24f4299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0a73d216bb84070"/>
              </a:rPr>
              <a:t>Codex ↗</a:t>
            </a:r>
          </a:p>
        </p:txBody>
      </p:sp>
      <p:sp>
        <p:nvSpPr>
          <p:cNvPr id="28" name="shape-2390">
            <a:extLst xmlns:a="http://schemas.openxmlformats.org/drawingml/2006/main">
              <a:ext uri="{FF2B5EF4-FFF2-40B4-BE49-F238E27FC236}">
                <a16:creationId xmlns:a16="http://schemas.microsoft.com/office/drawing/2014/main" id="{FA4E8F07-3D03-4A3B-8A79-0BCBDD93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4f246c023416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0" name="text-2391">
            <a:extLst xmlns:a="http://schemas.openxmlformats.org/drawingml/2006/main">
              <a:ext uri="{FF2B5EF4-FFF2-40B4-BE49-F238E27FC236}">
                <a16:creationId xmlns:a16="http://schemas.microsoft.com/office/drawing/2014/main" id="{51B52D3F-8BE6-494D-973B-3BB287BB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c5887da2d748d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2" name="text-2392">
            <a:extLst xmlns:a="http://schemas.openxmlformats.org/drawingml/2006/main">
              <a:ext uri="{FF2B5EF4-FFF2-40B4-BE49-F238E27FC236}">
                <a16:creationId xmlns:a16="http://schemas.microsoft.com/office/drawing/2014/main" id="{489396BA-03B4-4434-BE91-141D1339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486077910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088">
            <a:extLst xmlns:a="http://schemas.openxmlformats.org/drawingml/2006/main">
              <a:ext uri="{FF2B5EF4-FFF2-40B4-BE49-F238E27FC236}">
                <a16:creationId xmlns:a16="http://schemas.microsoft.com/office/drawing/2014/main" id="{77E75F48-EDB0-427F-B335-73D47705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FROM ASSISTANT TO SUPERPOWER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9D25D11-3544-46A8-8FDF-833A3FD5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時代：我們像擁有了超能力</a:t>
            </a:r>
          </a:p>
        </p:txBody>
      </p:sp>
      <p:cxnSp>
        <p:nvCxnSpPr>
          <p:cNvPr id="24" name="shape-20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090">
            <a:extLst xmlns:a="http://schemas.openxmlformats.org/drawingml/2006/main">
              <a:ext uri="{FF2B5EF4-FFF2-40B4-BE49-F238E27FC236}">
                <a16:creationId xmlns:a16="http://schemas.microsoft.com/office/drawing/2014/main" id="{AC101C8B-7004-4646-9F08-12554D6C8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FED17B5-8595-49CC-9558-B8F0CF53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53</a:t>
            </a:r>
          </a:p>
        </p:txBody>
      </p:sp>
      <p:sp>
        <p:nvSpPr>
          <p:cNvPr id="6" name="shape-2091">
            <a:extLst xmlns:a="http://schemas.openxmlformats.org/drawingml/2006/main">
              <a:ext uri="{FF2B5EF4-FFF2-40B4-BE49-F238E27FC236}">
                <a16:creationId xmlns:a16="http://schemas.microsoft.com/office/drawing/2014/main" id="{BF45B6B2-761D-4606-8055-C1AAE8DD8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2092">
            <a:extLst xmlns:a="http://schemas.openxmlformats.org/drawingml/2006/main">
              <a:ext uri="{FF2B5EF4-FFF2-40B4-BE49-F238E27FC236}">
                <a16:creationId xmlns:a16="http://schemas.microsoft.com/office/drawing/2014/main" id="{1B9477EF-3DA8-4C1F-A291-7609994A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093">
            <a:extLst xmlns:a="http://schemas.openxmlformats.org/drawingml/2006/main">
              <a:ext uri="{FF2B5EF4-FFF2-40B4-BE49-F238E27FC236}">
                <a16:creationId xmlns:a16="http://schemas.microsoft.com/office/drawing/2014/main" id="{EB285DA9-0AEC-4372-87E3-02FB548D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能力被放大</a:t>
            </a:r>
          </a:p>
        </p:txBody>
      </p:sp>
      <p:sp>
        <p:nvSpPr>
          <p:cNvPr id="9" name="text-2094">
            <a:extLst xmlns:a="http://schemas.openxmlformats.org/drawingml/2006/main">
              <a:ext uri="{FF2B5EF4-FFF2-40B4-BE49-F238E27FC236}">
                <a16:creationId xmlns:a16="http://schemas.microsoft.com/office/drawing/2014/main" id="{68F84814-60D7-48BE-A542-41E5C697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完成以前想不到自己做得到的事，從執行者變成能推進整個工作的人。</a:t>
            </a:r>
          </a:p>
        </p:txBody>
      </p:sp>
      <p:sp>
        <p:nvSpPr>
          <p:cNvPr id="10" name="shape-2095">
            <a:extLst xmlns:a="http://schemas.openxmlformats.org/drawingml/2006/main">
              <a:ext uri="{FF2B5EF4-FFF2-40B4-BE49-F238E27FC236}">
                <a16:creationId xmlns:a16="http://schemas.microsoft.com/office/drawing/2014/main" id="{1CA789B3-34B3-435C-814A-A52C57DB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2096">
            <a:extLst xmlns:a="http://schemas.openxmlformats.org/drawingml/2006/main">
              <a:ext uri="{FF2B5EF4-FFF2-40B4-BE49-F238E27FC236}">
                <a16:creationId xmlns:a16="http://schemas.microsoft.com/office/drawing/2014/main" id="{DFBB867F-781C-45E8-92E1-5DAC28AB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097">
            <a:extLst xmlns:a="http://schemas.openxmlformats.org/drawingml/2006/main">
              <a:ext uri="{FF2B5EF4-FFF2-40B4-BE49-F238E27FC236}">
                <a16:creationId xmlns:a16="http://schemas.microsoft.com/office/drawing/2014/main" id="{F233DC57-7756-4C6C-8468-554F8F24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新的可能感</a:t>
            </a:r>
          </a:p>
        </p:txBody>
      </p:sp>
      <p:sp>
        <p:nvSpPr>
          <p:cNvPr id="13" name="text-2098">
            <a:extLst xmlns:a="http://schemas.openxmlformats.org/drawingml/2006/main">
              <a:ext uri="{FF2B5EF4-FFF2-40B4-BE49-F238E27FC236}">
                <a16:creationId xmlns:a16="http://schemas.microsoft.com/office/drawing/2014/main" id="{8B44ED0F-555A-4771-A010-256BDE38A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「沒有你做不到的事，只有你想不到的事」成為一種強烈的行動感。</a:t>
            </a:r>
          </a:p>
        </p:txBody>
      </p:sp>
      <p:sp>
        <p:nvSpPr>
          <p:cNvPr id="14" name="shape-2099">
            <a:extLst xmlns:a="http://schemas.openxmlformats.org/drawingml/2006/main">
              <a:ext uri="{FF2B5EF4-FFF2-40B4-BE49-F238E27FC236}">
                <a16:creationId xmlns:a16="http://schemas.microsoft.com/office/drawing/2014/main" id="{5F9E24FC-166F-4BDD-8947-68446D2C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2100">
            <a:extLst xmlns:a="http://schemas.openxmlformats.org/drawingml/2006/main">
              <a:ext uri="{FF2B5EF4-FFF2-40B4-BE49-F238E27FC236}">
                <a16:creationId xmlns:a16="http://schemas.microsoft.com/office/drawing/2014/main" id="{7A634FDD-32F2-4666-B00B-7BB696E8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101">
            <a:extLst xmlns:a="http://schemas.openxmlformats.org/drawingml/2006/main">
              <a:ext uri="{FF2B5EF4-FFF2-40B4-BE49-F238E27FC236}">
                <a16:creationId xmlns:a16="http://schemas.microsoft.com/office/drawing/2014/main" id="{96145D70-3BFB-4674-AF5F-BB9C5BDD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一個人也能做大事</a:t>
            </a:r>
          </a:p>
        </p:txBody>
      </p:sp>
      <p:sp>
        <p:nvSpPr>
          <p:cNvPr id="17" name="text-2102">
            <a:extLst xmlns:a="http://schemas.openxmlformats.org/drawingml/2006/main">
              <a:ext uri="{FF2B5EF4-FFF2-40B4-BE49-F238E27FC236}">
                <a16:creationId xmlns:a16="http://schemas.microsoft.com/office/drawing/2014/main" id="{A6919622-2231-4D9C-BA20-4BF25BD2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講者觀察：一人公司、一人獨角獸的想像，正被 Agent 重新打開。</a:t>
            </a:r>
          </a:p>
        </p:txBody>
      </p:sp>
      <p:sp>
        <p:nvSpPr>
          <p:cNvPr id="18" name="shape-2103">
            <a:extLst xmlns:a="http://schemas.openxmlformats.org/drawingml/2006/main">
              <a:ext uri="{FF2B5EF4-FFF2-40B4-BE49-F238E27FC236}">
                <a16:creationId xmlns:a16="http://schemas.microsoft.com/office/drawing/2014/main" id="{0E4B5B6E-9D25-4157-B7E5-69992A33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2104">
            <a:extLst xmlns:a="http://schemas.openxmlformats.org/drawingml/2006/main">
              <a:ext uri="{FF2B5EF4-FFF2-40B4-BE49-F238E27FC236}">
                <a16:creationId xmlns:a16="http://schemas.microsoft.com/office/drawing/2014/main" id="{B4968FF9-A906-4700-ACF2-A2BE6EC2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105">
            <a:extLst xmlns:a="http://schemas.openxmlformats.org/drawingml/2006/main">
              <a:ext uri="{FF2B5EF4-FFF2-40B4-BE49-F238E27FC236}">
                <a16:creationId xmlns:a16="http://schemas.microsoft.com/office/drawing/2014/main" id="{F656C552-8A85-444C-8828-E44A00DF6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能力不等於責任全包</a:t>
            </a:r>
          </a:p>
        </p:txBody>
      </p:sp>
      <p:sp>
        <p:nvSpPr>
          <p:cNvPr id="21" name="text-2106">
            <a:extLst xmlns:a="http://schemas.openxmlformats.org/drawingml/2006/main">
              <a:ext uri="{FF2B5EF4-FFF2-40B4-BE49-F238E27FC236}">
                <a16:creationId xmlns:a16="http://schemas.microsoft.com/office/drawing/2014/main" id="{27710889-29F1-458B-98A0-4663C0E4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力量變大之後，更要重新決定哪些事值得做、哪些事可以放下。</a:t>
            </a:r>
          </a:p>
        </p:txBody>
      </p:sp>
    </p:spTree>
    <p:extLst>
      <p:ext uri="{BB962C8B-B14F-4D97-AF65-F5344CB8AC3E}">
        <p14:creationId xmlns:p14="http://schemas.microsoft.com/office/powerpoint/2010/main" val="1664346832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2107">
            <a:extLst xmlns:a="http://schemas.openxmlformats.org/drawingml/2006/main">
              <a:ext uri="{FF2B5EF4-FFF2-40B4-BE49-F238E27FC236}">
                <a16:creationId xmlns:a16="http://schemas.microsoft.com/office/drawing/2014/main" id="{C67A99FE-A49C-4EC7-9C0D-3282A064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DISCOVERY &amp; DOPAMINE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8665C6-136C-4E55-875F-9693FC04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從「做不到」到「我可以」：一人公司的多巴胺時代</a:t>
            </a:r>
          </a:p>
        </p:txBody>
      </p:sp>
      <p:cxnSp>
        <p:nvCxnSpPr>
          <p:cNvPr id="14" name="shape-210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109">
            <a:extLst xmlns:a="http://schemas.openxmlformats.org/drawingml/2006/main">
              <a:ext uri="{FF2B5EF4-FFF2-40B4-BE49-F238E27FC236}">
                <a16:creationId xmlns:a16="http://schemas.microsoft.com/office/drawing/2014/main" id="{6ED51EF1-63E1-482E-B8A9-913992044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DA2E41D-7BCC-44E6-BAB7-9742824B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54</a:t>
            </a:r>
          </a:p>
        </p:txBody>
      </p:sp>
      <p:sp>
        <p:nvSpPr>
          <p:cNvPr id="6" name="shape-2110">
            <a:extLst xmlns:a="http://schemas.openxmlformats.org/drawingml/2006/main">
              <a:ext uri="{FF2B5EF4-FFF2-40B4-BE49-F238E27FC236}">
                <a16:creationId xmlns:a16="http://schemas.microsoft.com/office/drawing/2014/main" id="{37A857A1-CA73-4361-9122-E13B3C78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2111">
            <a:extLst xmlns:a="http://schemas.openxmlformats.org/drawingml/2006/main">
              <a:ext uri="{FF2B5EF4-FFF2-40B4-BE49-F238E27FC236}">
                <a16:creationId xmlns:a16="http://schemas.microsoft.com/office/drawing/2014/main" id="{D6B3F630-753E-48A1-9755-FE7A2EF3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2112">
            <a:extLst xmlns:a="http://schemas.openxmlformats.org/drawingml/2006/main">
              <a:ext uri="{FF2B5EF4-FFF2-40B4-BE49-F238E27FC236}">
                <a16:creationId xmlns:a16="http://schemas.microsoft.com/office/drawing/2014/main" id="{02147C39-86C2-4480-8000-6B1A88522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被打開的新大陸</a:t>
            </a:r>
          </a:p>
        </p:txBody>
      </p:sp>
      <p:sp>
        <p:nvSpPr>
          <p:cNvPr id="9" name="text-2113">
            <a:extLst xmlns:a="http://schemas.openxmlformats.org/drawingml/2006/main">
              <a:ext uri="{FF2B5EF4-FFF2-40B4-BE49-F238E27FC236}">
                <a16:creationId xmlns:a16="http://schemas.microsoft.com/office/drawing/2014/main" id="{28AB3B3D-CAB1-480F-A3C4-5A9BC833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以前沒有 AI 的時候，我們常做到這裡就好。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有了 AI Agent，原本以為做不到的事，忽然可以拆解、委派、測試，再一步步完成。</a:t>
            </a:r>
          </a:p>
        </p:txBody>
      </p:sp>
      <p:sp>
        <p:nvSpPr>
          <p:cNvPr id="10" name="text-2114">
            <a:extLst xmlns:a="http://schemas.openxmlformats.org/drawingml/2006/main">
              <a:ext uri="{FF2B5EF4-FFF2-40B4-BE49-F238E27FC236}">
                <a16:creationId xmlns:a16="http://schemas.microsoft.com/office/drawing/2014/main" id="{870DEDE5-6A4C-4310-BECE-A98DDC76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能力變強的代價</a:t>
            </a:r>
          </a:p>
        </p:txBody>
      </p:sp>
      <p:sp>
        <p:nvSpPr>
          <p:cNvPr id="11" name="text-2115">
            <a:extLst xmlns:a="http://schemas.openxmlformats.org/drawingml/2006/main">
              <a:ext uri="{FF2B5EF4-FFF2-40B4-BE49-F238E27FC236}">
                <a16:creationId xmlns:a16="http://schemas.microsoft.com/office/drawing/2014/main" id="{17881E9E-2796-4CA1-9BF8-9354A568E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發現自己還能做更多，會產生強烈的成就感與興奮感。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但如果沒有停下來重新選擇，可能把每一個新可能都變成新的待辦事項。</a:t>
            </a:r>
          </a:p>
        </p:txBody>
      </p:sp>
    </p:spTree>
    <p:extLst>
      <p:ext uri="{BB962C8B-B14F-4D97-AF65-F5344CB8AC3E}">
        <p14:creationId xmlns:p14="http://schemas.microsoft.com/office/powerpoint/2010/main" val="1079882110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116">
            <a:extLst xmlns:a="http://schemas.openxmlformats.org/drawingml/2006/main">
              <a:ext uri="{FF2B5EF4-FFF2-40B4-BE49-F238E27FC236}">
                <a16:creationId xmlns:a16="http://schemas.microsoft.com/office/drawing/2014/main" id="{07409CEA-038E-47E4-86F7-C92B0278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THE PRODUCTIVITY PARADOX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E3DEBF-E0F8-4651-9074-B7235195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效率提升 20 倍，為什麼人反而更忙？</a:t>
            </a:r>
          </a:p>
        </p:txBody>
      </p:sp>
      <p:cxnSp>
        <p:nvCxnSpPr>
          <p:cNvPr id="24" name="shape-211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118">
            <a:extLst xmlns:a="http://schemas.openxmlformats.org/drawingml/2006/main">
              <a:ext uri="{FF2B5EF4-FFF2-40B4-BE49-F238E27FC236}">
                <a16:creationId xmlns:a16="http://schemas.microsoft.com/office/drawing/2014/main" id="{1A8AACDF-F80F-4708-B885-8A224C10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865FC15-93FE-4C1C-A3B1-9633ED370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55</a:t>
            </a:r>
          </a:p>
        </p:txBody>
      </p:sp>
      <p:sp>
        <p:nvSpPr>
          <p:cNvPr id="6" name="shape-2119">
            <a:extLst xmlns:a="http://schemas.openxmlformats.org/drawingml/2006/main">
              <a:ext uri="{FF2B5EF4-FFF2-40B4-BE49-F238E27FC236}">
                <a16:creationId xmlns:a16="http://schemas.microsoft.com/office/drawing/2014/main" id="{2C1A4F41-C748-4F6C-95D6-3A784638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2120">
            <a:extLst xmlns:a="http://schemas.openxmlformats.org/drawingml/2006/main">
              <a:ext uri="{FF2B5EF4-FFF2-40B4-BE49-F238E27FC236}">
                <a16:creationId xmlns:a16="http://schemas.microsoft.com/office/drawing/2014/main" id="{0CF48BF1-0012-4588-8363-2C0A4CDC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121">
            <a:extLst xmlns:a="http://schemas.openxmlformats.org/drawingml/2006/main">
              <a:ext uri="{FF2B5EF4-FFF2-40B4-BE49-F238E27FC236}">
                <a16:creationId xmlns:a16="http://schemas.microsoft.com/office/drawing/2014/main" id="{A1F73413-5685-491B-B310-5F810F28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時間真的變多了</a:t>
            </a:r>
          </a:p>
        </p:txBody>
      </p:sp>
      <p:sp>
        <p:nvSpPr>
          <p:cNvPr id="9" name="text-2122">
            <a:extLst xmlns:a="http://schemas.openxmlformats.org/drawingml/2006/main">
              <a:ext uri="{FF2B5EF4-FFF2-40B4-BE49-F238E27FC236}">
                <a16:creationId xmlns:a16="http://schemas.microsoft.com/office/drawing/2014/main" id="{6C6660E1-37F5-451B-BB9B-0BC54670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一件事可能只需要原本 1/10 甚至 1/20 的時間，效率提升至少 20 倍。</a:t>
            </a:r>
          </a:p>
        </p:txBody>
      </p:sp>
      <p:sp>
        <p:nvSpPr>
          <p:cNvPr id="10" name="shape-2123">
            <a:extLst xmlns:a="http://schemas.openxmlformats.org/drawingml/2006/main">
              <a:ext uri="{FF2B5EF4-FFF2-40B4-BE49-F238E27FC236}">
                <a16:creationId xmlns:a16="http://schemas.microsoft.com/office/drawing/2014/main" id="{DE97CB5C-02A7-461E-83A4-A8BF8CC2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2124">
            <a:extLst xmlns:a="http://schemas.openxmlformats.org/drawingml/2006/main">
              <a:ext uri="{FF2B5EF4-FFF2-40B4-BE49-F238E27FC236}">
                <a16:creationId xmlns:a16="http://schemas.microsoft.com/office/drawing/2014/main" id="{5C868610-8F80-4623-BF35-4C63428DE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125">
            <a:extLst xmlns:a="http://schemas.openxmlformats.org/drawingml/2006/main">
              <a:ext uri="{FF2B5EF4-FFF2-40B4-BE49-F238E27FC236}">
                <a16:creationId xmlns:a16="http://schemas.microsoft.com/office/drawing/2014/main" id="{B1CC61A2-0F70-464B-9220-EAB67F6C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任務也跟著膨脹</a:t>
            </a:r>
          </a:p>
        </p:txBody>
      </p:sp>
      <p:sp>
        <p:nvSpPr>
          <p:cNvPr id="13" name="text-2126">
            <a:extLst xmlns:a="http://schemas.openxmlformats.org/drawingml/2006/main">
              <a:ext uri="{FF2B5EF4-FFF2-40B4-BE49-F238E27FC236}">
                <a16:creationId xmlns:a16="http://schemas.microsoft.com/office/drawing/2014/main" id="{9F024FC7-0980-4099-9EF6-77E61F81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省下來的時間，常被拿去安排更多優化、改良、版本與新點子。</a:t>
            </a:r>
          </a:p>
        </p:txBody>
      </p:sp>
      <p:sp>
        <p:nvSpPr>
          <p:cNvPr id="14" name="shape-2127">
            <a:extLst xmlns:a="http://schemas.openxmlformats.org/drawingml/2006/main">
              <a:ext uri="{FF2B5EF4-FFF2-40B4-BE49-F238E27FC236}">
                <a16:creationId xmlns:a16="http://schemas.microsoft.com/office/drawing/2014/main" id="{737ECDBF-B014-4F08-9275-885A258D4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2128">
            <a:extLst xmlns:a="http://schemas.openxmlformats.org/drawingml/2006/main">
              <a:ext uri="{FF2B5EF4-FFF2-40B4-BE49-F238E27FC236}">
                <a16:creationId xmlns:a16="http://schemas.microsoft.com/office/drawing/2014/main" id="{4965B95E-2901-4831-BAE8-9294E60B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129">
            <a:extLst xmlns:a="http://schemas.openxmlformats.org/drawingml/2006/main">
              <a:ext uri="{FF2B5EF4-FFF2-40B4-BE49-F238E27FC236}">
                <a16:creationId xmlns:a16="http://schemas.microsoft.com/office/drawing/2014/main" id="{C7D5E85B-3ACE-4D08-AD13-B417960C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忙不是 Agent 的錯</a:t>
            </a:r>
          </a:p>
        </p:txBody>
      </p:sp>
      <p:sp>
        <p:nvSpPr>
          <p:cNvPr id="17" name="text-2130">
            <a:extLst xmlns:a="http://schemas.openxmlformats.org/drawingml/2006/main">
              <a:ext uri="{FF2B5EF4-FFF2-40B4-BE49-F238E27FC236}">
                <a16:creationId xmlns:a16="http://schemas.microsoft.com/office/drawing/2014/main" id="{1A843A86-52F5-4849-A4AD-2C39C382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真正需要檢查的是：我們是否把所有能做的事，都誤認成應該做的事？</a:t>
            </a:r>
          </a:p>
        </p:txBody>
      </p:sp>
      <p:sp>
        <p:nvSpPr>
          <p:cNvPr id="18" name="shape-2131">
            <a:extLst xmlns:a="http://schemas.openxmlformats.org/drawingml/2006/main">
              <a:ext uri="{FF2B5EF4-FFF2-40B4-BE49-F238E27FC236}">
                <a16:creationId xmlns:a16="http://schemas.microsoft.com/office/drawing/2014/main" id="{AEC51980-A033-4A68-927C-5927828C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2132">
            <a:extLst xmlns:a="http://schemas.openxmlformats.org/drawingml/2006/main">
              <a:ext uri="{FF2B5EF4-FFF2-40B4-BE49-F238E27FC236}">
                <a16:creationId xmlns:a16="http://schemas.microsoft.com/office/drawing/2014/main" id="{D788C45A-C684-4084-ABB8-46A44843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133">
            <a:extLst xmlns:a="http://schemas.openxmlformats.org/drawingml/2006/main">
              <a:ext uri="{FF2B5EF4-FFF2-40B4-BE49-F238E27FC236}">
                <a16:creationId xmlns:a16="http://schemas.microsoft.com/office/drawing/2014/main" id="{CB72206F-CB0B-4A88-BEF5-731B7915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重新定義完成</a:t>
            </a:r>
          </a:p>
        </p:txBody>
      </p:sp>
      <p:sp>
        <p:nvSpPr>
          <p:cNvPr id="21" name="text-2134">
            <a:extLst xmlns:a="http://schemas.openxmlformats.org/drawingml/2006/main">
              <a:ext uri="{FF2B5EF4-FFF2-40B4-BE49-F238E27FC236}">
                <a16:creationId xmlns:a16="http://schemas.microsoft.com/office/drawing/2014/main" id="{8DBD3EDD-ADDF-468A-B0A4-D529556A8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完成不只是做得更快，也包括知道何時停止、休息與把時間交還給生活。</a:t>
            </a:r>
          </a:p>
        </p:txBody>
      </p:sp>
    </p:spTree>
    <p:extLst>
      <p:ext uri="{BB962C8B-B14F-4D97-AF65-F5344CB8AC3E}">
        <p14:creationId xmlns:p14="http://schemas.microsoft.com/office/powerpoint/2010/main" val="55704934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2135">
            <a:extLst xmlns:a="http://schemas.openxmlformats.org/drawingml/2006/main">
              <a:ext uri="{FF2B5EF4-FFF2-40B4-BE49-F238E27FC236}">
                <a16:creationId xmlns:a16="http://schemas.microsoft.com/office/drawing/2014/main" id="{1B88C953-92FF-4E4C-AB92-5B085070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WHO IS HARNESSING WHOM?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080FA2-9A57-42C0-951E-17634AA9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誰在駕馭誰？Harness 的人生反思</a:t>
            </a:r>
          </a:p>
        </p:txBody>
      </p:sp>
      <p:cxnSp>
        <p:nvCxnSpPr>
          <p:cNvPr id="14" name="shape-21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137">
            <a:extLst xmlns:a="http://schemas.openxmlformats.org/drawingml/2006/main">
              <a:ext uri="{FF2B5EF4-FFF2-40B4-BE49-F238E27FC236}">
                <a16:creationId xmlns:a16="http://schemas.microsoft.com/office/drawing/2014/main" id="{A19A2203-2D2B-407A-A144-34A16ACC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67B071A-9907-411D-93D7-8DF2DBD5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56</a:t>
            </a:r>
          </a:p>
        </p:txBody>
      </p:sp>
      <p:sp>
        <p:nvSpPr>
          <p:cNvPr id="6" name="shape-2138">
            <a:extLst xmlns:a="http://schemas.openxmlformats.org/drawingml/2006/main">
              <a:ext uri="{FF2B5EF4-FFF2-40B4-BE49-F238E27FC236}">
                <a16:creationId xmlns:a16="http://schemas.microsoft.com/office/drawing/2014/main" id="{B1157C76-E536-4DD8-9319-66BE80C1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2139">
            <a:extLst xmlns:a="http://schemas.openxmlformats.org/drawingml/2006/main">
              <a:ext uri="{FF2B5EF4-FFF2-40B4-BE49-F238E27FC236}">
                <a16:creationId xmlns:a16="http://schemas.microsoft.com/office/drawing/2014/main" id="{B9B36945-E9FF-4DDC-BA2D-56AA529B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2140">
            <a:extLst xmlns:a="http://schemas.openxmlformats.org/drawingml/2006/main">
              <a:ext uri="{FF2B5EF4-FFF2-40B4-BE49-F238E27FC236}">
                <a16:creationId xmlns:a16="http://schemas.microsoft.com/office/drawing/2014/main" id="{2BF060EC-777A-4200-9CC9-6A96A209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我們原本的說法</a:t>
            </a:r>
          </a:p>
        </p:txBody>
      </p:sp>
      <p:sp>
        <p:nvSpPr>
          <p:cNvPr id="9" name="text-2141">
            <a:extLst xmlns:a="http://schemas.openxmlformats.org/drawingml/2006/main">
              <a:ext uri="{FF2B5EF4-FFF2-40B4-BE49-F238E27FC236}">
                <a16:creationId xmlns:a16="http://schemas.microsoft.com/office/drawing/2014/main" id="{45F64C74-9E94-499E-AC1A-684037C0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我們說要 harness Agent：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駕馭它、指派它、讓它長時間不中斷地完成工作。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人的目標、界線與最後決定，應該留在人的手上。</a:t>
            </a:r>
          </a:p>
        </p:txBody>
      </p:sp>
      <p:sp>
        <p:nvSpPr>
          <p:cNvPr id="10" name="text-2142">
            <a:extLst xmlns:a="http://schemas.openxmlformats.org/drawingml/2006/main">
              <a:ext uri="{FF2B5EF4-FFF2-40B4-BE49-F238E27FC236}">
                <a16:creationId xmlns:a16="http://schemas.microsoft.com/office/drawing/2014/main" id="{91493A81-9E25-4B94-8FF8-2CE5F8FFC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可能發生的反轉</a:t>
            </a:r>
          </a:p>
        </p:txBody>
      </p:sp>
      <p:sp>
        <p:nvSpPr>
          <p:cNvPr id="11" name="text-2143">
            <a:extLst xmlns:a="http://schemas.openxmlformats.org/drawingml/2006/main">
              <a:ext uri="{FF2B5EF4-FFF2-40B4-BE49-F238E27FC236}">
                <a16:creationId xmlns:a16="http://schemas.microsoft.com/office/drawing/2014/main" id="{013C155A-3020-4ECC-BC08-17746AB8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如果 Agent 讓我們攬下更多任務，日夜追逐下一個優化，明明是我們在使用工具，生活卻開始被工具的可能性牽著走。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這就是「誰在駕馭誰？」的提醒。</a:t>
            </a:r>
          </a:p>
        </p:txBody>
      </p:sp>
    </p:spTree>
    <p:extLst>
      <p:ext uri="{BB962C8B-B14F-4D97-AF65-F5344CB8AC3E}">
        <p14:creationId xmlns:p14="http://schemas.microsoft.com/office/powerpoint/2010/main" val="976508854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144">
            <a:extLst xmlns:a="http://schemas.openxmlformats.org/drawingml/2006/main">
              <a:ext uri="{FF2B5EF4-FFF2-40B4-BE49-F238E27FC236}">
                <a16:creationId xmlns:a16="http://schemas.microsoft.com/office/drawing/2014/main" id="{1C4A0FF2-0897-4CF1-956D-4BBE6F9D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POWER &amp; EMOTIONAL VALUE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5D4567-0A71-4E5E-BC4C-0A084E78E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帶來強大能力，也帶來情緒價值</a:t>
            </a:r>
          </a:p>
        </p:txBody>
      </p:sp>
      <p:cxnSp>
        <p:nvCxnSpPr>
          <p:cNvPr id="24" name="shape-214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146">
            <a:extLst xmlns:a="http://schemas.openxmlformats.org/drawingml/2006/main">
              <a:ext uri="{FF2B5EF4-FFF2-40B4-BE49-F238E27FC236}">
                <a16:creationId xmlns:a16="http://schemas.microsoft.com/office/drawing/2014/main" id="{80C983D3-AB4C-4DCA-A63D-716653EA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5927B6E-FE10-42D9-BCB4-5C7AE8A0D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57</a:t>
            </a:r>
          </a:p>
        </p:txBody>
      </p:sp>
      <p:sp>
        <p:nvSpPr>
          <p:cNvPr id="6" name="shape-2147">
            <a:extLst xmlns:a="http://schemas.openxmlformats.org/drawingml/2006/main">
              <a:ext uri="{FF2B5EF4-FFF2-40B4-BE49-F238E27FC236}">
                <a16:creationId xmlns:a16="http://schemas.microsoft.com/office/drawing/2014/main" id="{BE1DF4DD-A951-47DF-86C5-D8C502AE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2148">
            <a:extLst xmlns:a="http://schemas.openxmlformats.org/drawingml/2006/main">
              <a:ext uri="{FF2B5EF4-FFF2-40B4-BE49-F238E27FC236}">
                <a16:creationId xmlns:a16="http://schemas.microsoft.com/office/drawing/2014/main" id="{9749812D-CE2C-4BED-859B-6FCBA120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149">
            <a:extLst xmlns:a="http://schemas.openxmlformats.org/drawingml/2006/main">
              <a:ext uri="{FF2B5EF4-FFF2-40B4-BE49-F238E27FC236}">
                <a16:creationId xmlns:a16="http://schemas.microsoft.com/office/drawing/2014/main" id="{252B7786-F30A-4A0F-96DE-671A36C5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不用先是主管</a:t>
            </a:r>
          </a:p>
        </p:txBody>
      </p:sp>
      <p:sp>
        <p:nvSpPr>
          <p:cNvPr id="9" name="text-2150">
            <a:extLst xmlns:a="http://schemas.openxmlformats.org/drawingml/2006/main">
              <a:ext uri="{FF2B5EF4-FFF2-40B4-BE49-F238E27FC236}">
                <a16:creationId xmlns:a16="http://schemas.microsoft.com/office/drawing/2014/main" id="{E9058CCD-1D08-4C55-926E-4D0C8AE1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即使是基層員工或教師，也能像一位很會分派工作的主管，指派任務、拆解工作與追蹤進度。</a:t>
            </a:r>
          </a:p>
        </p:txBody>
      </p:sp>
      <p:sp>
        <p:nvSpPr>
          <p:cNvPr id="10" name="shape-2151">
            <a:extLst xmlns:a="http://schemas.openxmlformats.org/drawingml/2006/main">
              <a:ext uri="{FF2B5EF4-FFF2-40B4-BE49-F238E27FC236}">
                <a16:creationId xmlns:a16="http://schemas.microsoft.com/office/drawing/2014/main" id="{849BDD87-2485-486B-84BC-01E8DA7EC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2152">
            <a:extLst xmlns:a="http://schemas.openxmlformats.org/drawingml/2006/main">
              <a:ext uri="{FF2B5EF4-FFF2-40B4-BE49-F238E27FC236}">
                <a16:creationId xmlns:a16="http://schemas.microsoft.com/office/drawing/2014/main" id="{C81491F5-412A-49CE-B181-37042EF2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153">
            <a:extLst xmlns:a="http://schemas.openxmlformats.org/drawingml/2006/main">
              <a:ext uri="{FF2B5EF4-FFF2-40B4-BE49-F238E27FC236}">
                <a16:creationId xmlns:a16="http://schemas.microsoft.com/office/drawing/2014/main" id="{00AC1218-A90D-41E0-88DF-1ADE0AAC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隨時回應與陪伴</a:t>
            </a:r>
          </a:p>
        </p:txBody>
      </p:sp>
      <p:sp>
        <p:nvSpPr>
          <p:cNvPr id="13" name="text-2154">
            <a:extLst xmlns:a="http://schemas.openxmlformats.org/drawingml/2006/main">
              <a:ext uri="{FF2B5EF4-FFF2-40B4-BE49-F238E27FC236}">
                <a16:creationId xmlns:a16="http://schemas.microsoft.com/office/drawing/2014/main" id="{F4F3838D-BE7D-4931-9F69-661A5E4F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在使用者的體感中，AI 常能即時回應、鼓勵與陪伴，讓人覺得自己能完成好多事。</a:t>
            </a:r>
          </a:p>
        </p:txBody>
      </p:sp>
      <p:sp>
        <p:nvSpPr>
          <p:cNvPr id="14" name="shape-2155">
            <a:extLst xmlns:a="http://schemas.openxmlformats.org/drawingml/2006/main">
              <a:ext uri="{FF2B5EF4-FFF2-40B4-BE49-F238E27FC236}">
                <a16:creationId xmlns:a16="http://schemas.microsoft.com/office/drawing/2014/main" id="{D1064722-1CC9-4FEF-ABC8-EE6EFDB9C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2156">
            <a:extLst xmlns:a="http://schemas.openxmlformats.org/drawingml/2006/main">
              <a:ext uri="{FF2B5EF4-FFF2-40B4-BE49-F238E27FC236}">
                <a16:creationId xmlns:a16="http://schemas.microsoft.com/office/drawing/2014/main" id="{33FDCAC3-F866-4FA5-A640-EACAA3DE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157">
            <a:extLst xmlns:a="http://schemas.openxmlformats.org/drawingml/2006/main">
              <a:ext uri="{FF2B5EF4-FFF2-40B4-BE49-F238E27FC236}">
                <a16:creationId xmlns:a16="http://schemas.microsoft.com/office/drawing/2014/main" id="{8C450801-2FBF-47D0-9848-09B292B5D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正面回饋很有力量</a:t>
            </a:r>
          </a:p>
        </p:txBody>
      </p:sp>
      <p:sp>
        <p:nvSpPr>
          <p:cNvPr id="17" name="text-2158">
            <a:extLst xmlns:a="http://schemas.openxmlformats.org/drawingml/2006/main">
              <a:ext uri="{FF2B5EF4-FFF2-40B4-BE49-F238E27FC236}">
                <a16:creationId xmlns:a16="http://schemas.microsoft.com/office/drawing/2014/main" id="{0A80E39A-0D78-4A5D-92FF-B08E8840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它不會像真實同事一樣抱怨或離職；但「AI 永遠給正面情緒價值」是使用感受，不是無條件保證。</a:t>
            </a:r>
          </a:p>
        </p:txBody>
      </p:sp>
      <p:sp>
        <p:nvSpPr>
          <p:cNvPr id="18" name="shape-2159">
            <a:extLst xmlns:a="http://schemas.openxmlformats.org/drawingml/2006/main">
              <a:ext uri="{FF2B5EF4-FFF2-40B4-BE49-F238E27FC236}">
                <a16:creationId xmlns:a16="http://schemas.microsoft.com/office/drawing/2014/main" id="{C279E6D0-B673-45CF-A2D7-A6CE42984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2160">
            <a:extLst xmlns:a="http://schemas.openxmlformats.org/drawingml/2006/main">
              <a:ext uri="{FF2B5EF4-FFF2-40B4-BE49-F238E27FC236}">
                <a16:creationId xmlns:a16="http://schemas.microsoft.com/office/drawing/2014/main" id="{798B81C9-07B4-48E2-8CD4-9F0E5EADE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161">
            <a:extLst xmlns:a="http://schemas.openxmlformats.org/drawingml/2006/main">
              <a:ext uri="{FF2B5EF4-FFF2-40B4-BE49-F238E27FC236}">
                <a16:creationId xmlns:a16="http://schemas.microsoft.com/office/drawing/2014/main" id="{7E35FD84-C4B3-4A12-B856-D350A3FB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人仍要負責關係</a:t>
            </a:r>
          </a:p>
        </p:txBody>
      </p:sp>
      <p:sp>
        <p:nvSpPr>
          <p:cNvPr id="21" name="text-2162">
            <a:extLst xmlns:a="http://schemas.openxmlformats.org/drawingml/2006/main">
              <a:ext uri="{FF2B5EF4-FFF2-40B4-BE49-F238E27FC236}">
                <a16:creationId xmlns:a16="http://schemas.microsoft.com/office/drawing/2014/main" id="{957788EB-E65F-4D6D-8883-0F2E5E57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 AI 當成工作夥伴，不把家人、同儕與專業判斷交給它代替。</a:t>
            </a:r>
          </a:p>
        </p:txBody>
      </p:sp>
    </p:spTree>
    <p:extLst>
      <p:ext uri="{BB962C8B-B14F-4D97-AF65-F5344CB8AC3E}">
        <p14:creationId xmlns:p14="http://schemas.microsoft.com/office/powerpoint/2010/main" val="736609633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2163">
            <a:extLst xmlns:a="http://schemas.openxmlformats.org/drawingml/2006/main">
              <a:ext uri="{FF2B5EF4-FFF2-40B4-BE49-F238E27FC236}">
                <a16:creationId xmlns:a16="http://schemas.microsoft.com/office/drawing/2014/main" id="{21A031E8-13C4-4476-9BCF-0E7A77F0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TIME RETURNED TO LIFE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A19DFD-662F-4020-AC17-5ABAD0DA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把省下的時間還給人生：素養教育的所在</a:t>
            </a:r>
          </a:p>
        </p:txBody>
      </p:sp>
      <p:cxnSp>
        <p:nvCxnSpPr>
          <p:cNvPr id="38" name="shape-21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165">
            <a:extLst xmlns:a="http://schemas.openxmlformats.org/drawingml/2006/main">
              <a:ext uri="{FF2B5EF4-FFF2-40B4-BE49-F238E27FC236}">
                <a16:creationId xmlns:a16="http://schemas.microsoft.com/office/drawing/2014/main" id="{2E50E64A-45EB-4FCE-8E51-61278078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4994819-E85C-4942-9405-8D8E85CC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58</a:t>
            </a:r>
          </a:p>
        </p:txBody>
      </p:sp>
      <p:sp>
        <p:nvSpPr>
          <p:cNvPr id="6" name="shape-2166">
            <a:extLst xmlns:a="http://schemas.openxmlformats.org/drawingml/2006/main">
              <a:ext uri="{FF2B5EF4-FFF2-40B4-BE49-F238E27FC236}">
                <a16:creationId xmlns:a16="http://schemas.microsoft.com/office/drawing/2014/main" id="{14B10CF2-84D6-4147-B35F-83FE2C399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2167">
            <a:extLst xmlns:a="http://schemas.openxmlformats.org/drawingml/2006/main">
              <a:ext uri="{FF2B5EF4-FFF2-40B4-BE49-F238E27FC236}">
                <a16:creationId xmlns:a16="http://schemas.microsoft.com/office/drawing/2014/main" id="{1C8452D4-20BA-4A9C-9FA4-60520CA3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168">
            <a:extLst xmlns:a="http://schemas.openxmlformats.org/drawingml/2006/main">
              <a:ext uri="{FF2B5EF4-FFF2-40B4-BE49-F238E27FC236}">
                <a16:creationId xmlns:a16="http://schemas.microsoft.com/office/drawing/2014/main" id="{8E640735-58DD-49D2-A580-4B8B65AD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169">
            <a:extLst xmlns:a="http://schemas.openxmlformats.org/drawingml/2006/main">
              <a:ext uri="{FF2B5EF4-FFF2-40B4-BE49-F238E27FC236}">
                <a16:creationId xmlns:a16="http://schemas.microsoft.com/office/drawing/2014/main" id="{18C86ED7-3B3E-41A3-89E3-0D7DA771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培養興趣</a:t>
            </a:r>
          </a:p>
        </p:txBody>
      </p:sp>
      <p:sp>
        <p:nvSpPr>
          <p:cNvPr id="10" name="text-2170">
            <a:extLst xmlns:a="http://schemas.openxmlformats.org/drawingml/2006/main">
              <a:ext uri="{FF2B5EF4-FFF2-40B4-BE49-F238E27FC236}">
                <a16:creationId xmlns:a16="http://schemas.microsoft.com/office/drawing/2014/main" id="{FA4C9167-30A9-4EE7-B40C-4348DD77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探索工作與教學之外，過去沒有時間嘗試的路。</a:t>
            </a:r>
          </a:p>
        </p:txBody>
      </p:sp>
      <p:sp>
        <p:nvSpPr>
          <p:cNvPr id="11" name="text-2171">
            <a:extLst xmlns:a="http://schemas.openxmlformats.org/drawingml/2006/main">
              <a:ext uri="{FF2B5EF4-FFF2-40B4-BE49-F238E27FC236}">
                <a16:creationId xmlns:a16="http://schemas.microsoft.com/office/drawing/2014/main" id="{0E8B134D-446D-4AA7-AE81-85A17DC2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2172">
            <a:extLst xmlns:a="http://schemas.openxmlformats.org/drawingml/2006/main">
              <a:ext uri="{FF2B5EF4-FFF2-40B4-BE49-F238E27FC236}">
                <a16:creationId xmlns:a16="http://schemas.microsoft.com/office/drawing/2014/main" id="{40F74795-C1EC-49F5-8706-85D48897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2173">
            <a:extLst xmlns:a="http://schemas.openxmlformats.org/drawingml/2006/main">
              <a:ext uri="{FF2B5EF4-FFF2-40B4-BE49-F238E27FC236}">
                <a16:creationId xmlns:a16="http://schemas.microsoft.com/office/drawing/2014/main" id="{9159C46A-0A95-4B97-B0FB-59236845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174">
            <a:extLst xmlns:a="http://schemas.openxmlformats.org/drawingml/2006/main">
              <a:ext uri="{FF2B5EF4-FFF2-40B4-BE49-F238E27FC236}">
                <a16:creationId xmlns:a16="http://schemas.microsoft.com/office/drawing/2014/main" id="{7371C5EE-36F8-4507-9B56-6F75A84B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175">
            <a:extLst xmlns:a="http://schemas.openxmlformats.org/drawingml/2006/main">
              <a:ext uri="{FF2B5EF4-FFF2-40B4-BE49-F238E27FC236}">
                <a16:creationId xmlns:a16="http://schemas.microsoft.com/office/drawing/2014/main" id="{6E274A9C-876F-49DB-8E29-67927A31E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陪伴家人</a:t>
            </a:r>
          </a:p>
        </p:txBody>
      </p:sp>
      <p:sp>
        <p:nvSpPr>
          <p:cNvPr id="16" name="text-2176">
            <a:extLst xmlns:a="http://schemas.openxmlformats.org/drawingml/2006/main">
              <a:ext uri="{FF2B5EF4-FFF2-40B4-BE49-F238E27FC236}">
                <a16:creationId xmlns:a16="http://schemas.microsoft.com/office/drawing/2014/main" id="{8186A43B-61A9-4F9D-ACA2-FC7225AC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陪伴孩子與家人，參與孩子的成長過程。</a:t>
            </a:r>
          </a:p>
        </p:txBody>
      </p:sp>
      <p:sp>
        <p:nvSpPr>
          <p:cNvPr id="17" name="text-2177">
            <a:extLst xmlns:a="http://schemas.openxmlformats.org/drawingml/2006/main">
              <a:ext uri="{FF2B5EF4-FFF2-40B4-BE49-F238E27FC236}">
                <a16:creationId xmlns:a16="http://schemas.microsoft.com/office/drawing/2014/main" id="{D51BD051-BA44-4946-A545-6B574B3D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178">
            <a:extLst xmlns:a="http://schemas.openxmlformats.org/drawingml/2006/main">
              <a:ext uri="{FF2B5EF4-FFF2-40B4-BE49-F238E27FC236}">
                <a16:creationId xmlns:a16="http://schemas.microsoft.com/office/drawing/2014/main" id="{A00213F8-34B2-4B45-B1BA-4EA20291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2179">
            <a:extLst xmlns:a="http://schemas.openxmlformats.org/drawingml/2006/main">
              <a:ext uri="{FF2B5EF4-FFF2-40B4-BE49-F238E27FC236}">
                <a16:creationId xmlns:a16="http://schemas.microsoft.com/office/drawing/2014/main" id="{AD3D1946-F318-4961-98AA-83C31B48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180">
            <a:extLst xmlns:a="http://schemas.openxmlformats.org/drawingml/2006/main">
              <a:ext uri="{FF2B5EF4-FFF2-40B4-BE49-F238E27FC236}">
                <a16:creationId xmlns:a16="http://schemas.microsoft.com/office/drawing/2014/main" id="{911ACAE5-5A53-4B67-80A3-0811DE490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181">
            <a:extLst xmlns:a="http://schemas.openxmlformats.org/drawingml/2006/main">
              <a:ext uri="{FF2B5EF4-FFF2-40B4-BE49-F238E27FC236}">
                <a16:creationId xmlns:a16="http://schemas.microsoft.com/office/drawing/2014/main" id="{0D4576D0-BCC6-4EB6-8A1A-2E64B112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深入交流</a:t>
            </a:r>
          </a:p>
        </p:txBody>
      </p:sp>
      <p:sp>
        <p:nvSpPr>
          <p:cNvPr id="22" name="text-2182">
            <a:extLst xmlns:a="http://schemas.openxmlformats.org/drawingml/2006/main">
              <a:ext uri="{FF2B5EF4-FFF2-40B4-BE49-F238E27FC236}">
                <a16:creationId xmlns:a16="http://schemas.microsoft.com/office/drawing/2014/main" id="{0DBA6B15-14EB-4C3D-9CCD-AE2849A63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和同儕、同事好好聊天，重新建立理解與信任。</a:t>
            </a:r>
          </a:p>
        </p:txBody>
      </p:sp>
      <p:sp>
        <p:nvSpPr>
          <p:cNvPr id="23" name="text-2183">
            <a:extLst xmlns:a="http://schemas.openxmlformats.org/drawingml/2006/main">
              <a:ext uri="{FF2B5EF4-FFF2-40B4-BE49-F238E27FC236}">
                <a16:creationId xmlns:a16="http://schemas.microsoft.com/office/drawing/2014/main" id="{974AAE38-D50C-4C72-9FE8-B6032750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184">
            <a:extLst xmlns:a="http://schemas.openxmlformats.org/drawingml/2006/main">
              <a:ext uri="{FF2B5EF4-FFF2-40B4-BE49-F238E27FC236}">
                <a16:creationId xmlns:a16="http://schemas.microsoft.com/office/drawing/2014/main" id="{DC714A01-50CF-4830-8C4B-CA090AEE7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2185">
            <a:extLst xmlns:a="http://schemas.openxmlformats.org/drawingml/2006/main">
              <a:ext uri="{FF2B5EF4-FFF2-40B4-BE49-F238E27FC236}">
                <a16:creationId xmlns:a16="http://schemas.microsoft.com/office/drawing/2014/main" id="{F5DBE348-75BB-4CAD-B600-8611CC28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2186">
            <a:extLst xmlns:a="http://schemas.openxmlformats.org/drawingml/2006/main">
              <a:ext uri="{FF2B5EF4-FFF2-40B4-BE49-F238E27FC236}">
                <a16:creationId xmlns:a16="http://schemas.microsoft.com/office/drawing/2014/main" id="{2FAEE39E-871E-4D75-913B-23D75C0C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2187">
            <a:extLst xmlns:a="http://schemas.openxmlformats.org/drawingml/2006/main">
              <a:ext uri="{FF2B5EF4-FFF2-40B4-BE49-F238E27FC236}">
                <a16:creationId xmlns:a16="http://schemas.microsoft.com/office/drawing/2014/main" id="{C185E1CB-FAD8-4F34-BC89-6BBAC56B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發展志向</a:t>
            </a:r>
          </a:p>
        </p:txBody>
      </p:sp>
      <p:sp>
        <p:nvSpPr>
          <p:cNvPr id="28" name="text-2188">
            <a:extLst xmlns:a="http://schemas.openxmlformats.org/drawingml/2006/main">
              <a:ext uri="{FF2B5EF4-FFF2-40B4-BE49-F238E27FC236}">
                <a16:creationId xmlns:a16="http://schemas.microsoft.com/office/drawing/2014/main" id="{44E8B1F8-2537-4E3A-A2B0-E37FFE4B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把時間投入職涯發展、個人興趣與真正重要的目標。</a:t>
            </a:r>
          </a:p>
        </p:txBody>
      </p:sp>
      <p:sp>
        <p:nvSpPr>
          <p:cNvPr id="29" name="text-2189">
            <a:extLst xmlns:a="http://schemas.openxmlformats.org/drawingml/2006/main">
              <a:ext uri="{FF2B5EF4-FFF2-40B4-BE49-F238E27FC236}">
                <a16:creationId xmlns:a16="http://schemas.microsoft.com/office/drawing/2014/main" id="{1C010666-56F8-4AC6-983F-C0ED49221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2190">
            <a:extLst xmlns:a="http://schemas.openxmlformats.org/drawingml/2006/main">
              <a:ext uri="{FF2B5EF4-FFF2-40B4-BE49-F238E27FC236}">
                <a16:creationId xmlns:a16="http://schemas.microsoft.com/office/drawing/2014/main" id="{70D3084B-40CC-49C2-ADEB-6C3E7D3D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2191">
            <a:extLst xmlns:a="http://schemas.openxmlformats.org/drawingml/2006/main">
              <a:ext uri="{FF2B5EF4-FFF2-40B4-BE49-F238E27FC236}">
                <a16:creationId xmlns:a16="http://schemas.microsoft.com/office/drawing/2014/main" id="{9400F9ED-2355-4849-9DC7-069B21CF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2192">
            <a:extLst xmlns:a="http://schemas.openxmlformats.org/drawingml/2006/main">
              <a:ext uri="{FF2B5EF4-FFF2-40B4-BE49-F238E27FC236}">
                <a16:creationId xmlns:a16="http://schemas.microsoft.com/office/drawing/2014/main" id="{152E40FA-D69F-410B-BE35-6132F376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2193">
            <a:extLst xmlns:a="http://schemas.openxmlformats.org/drawingml/2006/main">
              <a:ext uri="{FF2B5EF4-FFF2-40B4-BE49-F238E27FC236}">
                <a16:creationId xmlns:a16="http://schemas.microsoft.com/office/drawing/2014/main" id="{E2FD4B83-CEBE-49C4-B740-9114A14C5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內化成生活</a:t>
            </a:r>
          </a:p>
        </p:txBody>
      </p:sp>
      <p:sp>
        <p:nvSpPr>
          <p:cNvPr id="34" name="text-2194">
            <a:extLst xmlns:a="http://schemas.openxmlformats.org/drawingml/2006/main">
              <a:ext uri="{FF2B5EF4-FFF2-40B4-BE49-F238E27FC236}">
                <a16:creationId xmlns:a16="http://schemas.microsoft.com/office/drawing/2014/main" id="{D7C855F2-3827-4746-A380-88668121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讓 AI 能力服務人的關係、成長與人生意義。</a:t>
            </a:r>
          </a:p>
        </p:txBody>
      </p:sp>
      <p:sp>
        <p:nvSpPr>
          <p:cNvPr id="35" name="text-2195">
            <a:extLst xmlns:a="http://schemas.openxmlformats.org/drawingml/2006/main">
              <a:ext uri="{FF2B5EF4-FFF2-40B4-BE49-F238E27FC236}">
                <a16:creationId xmlns:a16="http://schemas.microsoft.com/office/drawing/2014/main" id="{8EDE3740-AB01-4E77-BC52-43065DE0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132488356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text-2196">
            <a:extLst xmlns:a="http://schemas.openxmlformats.org/drawingml/2006/main">
              <a:ext uri="{FF2B5EF4-FFF2-40B4-BE49-F238E27FC236}">
                <a16:creationId xmlns:a16="http://schemas.microsoft.com/office/drawing/2014/main" id="{2276F28C-2286-486F-A169-3FD6C297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8E3CB7-8FBF-4E8B-84E8-B0625E81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下午資源書籤</a:t>
            </a:r>
          </a:p>
        </p:txBody>
      </p:sp>
      <p:cxnSp>
        <p:nvCxnSpPr>
          <p:cNvPr id="45" name="shape-219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2198">
            <a:extLst xmlns:a="http://schemas.openxmlformats.org/drawingml/2006/main">
              <a:ext uri="{FF2B5EF4-FFF2-40B4-BE49-F238E27FC236}">
                <a16:creationId xmlns:a16="http://schemas.microsoft.com/office/drawing/2014/main" id="{DF62ED88-C715-41D0-BDE5-EB9642C2C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7B32F9C-9CCB-4493-B089-92271A70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59</a:t>
            </a:r>
          </a:p>
        </p:txBody>
      </p:sp>
      <p:sp>
        <p:nvSpPr>
          <p:cNvPr id="6" name="shape-2199">
            <a:extLst xmlns:a="http://schemas.openxmlformats.org/drawingml/2006/main">
              <a:ext uri="{FF2B5EF4-FFF2-40B4-BE49-F238E27FC236}">
                <a16:creationId xmlns:a16="http://schemas.microsoft.com/office/drawing/2014/main" id="{D0D215A3-DAE6-4962-86B0-B2D84612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2200">
            <a:extLst xmlns:a="http://schemas.openxmlformats.org/drawingml/2006/main">
              <a:ext uri="{FF2B5EF4-FFF2-40B4-BE49-F238E27FC236}">
                <a16:creationId xmlns:a16="http://schemas.microsoft.com/office/drawing/2014/main" id="{2CCC2A40-D2FB-4D3D-9415-F015E8D5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研習資源導航</a:t>
            </a:r>
          </a:p>
        </p:txBody>
      </p:sp>
      <p:sp>
        <p:nvSpPr>
          <p:cNvPr id="8" name="text-2201">
            <a:extLst xmlns:a="http://schemas.openxmlformats.org/drawingml/2006/main">
              <a:ext uri="{FF2B5EF4-FFF2-40B4-BE49-F238E27FC236}">
                <a16:creationId xmlns:a16="http://schemas.microsoft.com/office/drawing/2014/main" id="{6D7A6D51-7E21-4259-92EB-A3651881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2688c64a5a74ecc"/>
              </a:rPr>
              <a:t>公開網站資源 ↗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88166106a549af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2202">
            <a:extLst xmlns:a="http://schemas.openxmlformats.org/drawingml/2006/main">
              <a:ext uri="{FF2B5EF4-FFF2-40B4-BE49-F238E27FC236}">
                <a16:creationId xmlns:a16="http://schemas.microsoft.com/office/drawing/2014/main" id="{90E7B37E-929F-472D-9E09-8442BFEB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2203">
            <a:extLst xmlns:a="http://schemas.openxmlformats.org/drawingml/2006/main">
              <a:ext uri="{FF2B5EF4-FFF2-40B4-BE49-F238E27FC236}">
                <a16:creationId xmlns:a16="http://schemas.microsoft.com/office/drawing/2014/main" id="{D3AF2CA1-0501-49B4-B1CE-8039B220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 Google Antigravity</a:t>
            </a:r>
          </a:p>
        </p:txBody>
      </p:sp>
      <p:sp>
        <p:nvSpPr>
          <p:cNvPr id="12" name="text-2204">
            <a:extLst xmlns:a="http://schemas.openxmlformats.org/drawingml/2006/main">
              <a:ext uri="{FF2B5EF4-FFF2-40B4-BE49-F238E27FC236}">
                <a16:creationId xmlns:a16="http://schemas.microsoft.com/office/drawing/2014/main" id="{7ABB63A0-21BB-41AD-8914-588B16E5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4bce7d2b54b4ac6"/>
              </a:rPr>
              <a:t>公開網站資源 ↗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653d4f1264583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2205">
            <a:extLst xmlns:a="http://schemas.openxmlformats.org/drawingml/2006/main">
              <a:ext uri="{FF2B5EF4-FFF2-40B4-BE49-F238E27FC236}">
                <a16:creationId xmlns:a16="http://schemas.microsoft.com/office/drawing/2014/main" id="{D4BB5C0E-5D37-4B4B-97FC-B30A9A78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2206">
            <a:extLst xmlns:a="http://schemas.openxmlformats.org/drawingml/2006/main">
              <a:ext uri="{FF2B5EF4-FFF2-40B4-BE49-F238E27FC236}">
                <a16:creationId xmlns:a16="http://schemas.microsoft.com/office/drawing/2014/main" id="{C9D13A16-BFEC-4432-A4CA-993492DD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 Codex</a:t>
            </a:r>
          </a:p>
        </p:txBody>
      </p:sp>
      <p:sp>
        <p:nvSpPr>
          <p:cNvPr id="16" name="text-2207">
            <a:extLst xmlns:a="http://schemas.openxmlformats.org/drawingml/2006/main">
              <a:ext uri="{FF2B5EF4-FFF2-40B4-BE49-F238E27FC236}">
                <a16:creationId xmlns:a16="http://schemas.microsoft.com/office/drawing/2014/main" id="{91BE5C8D-66B5-4DE8-91E0-948F4F9D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112dc19c26f4928"/>
              </a:rPr>
              <a:t>公開網站資源 ↗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8f7c6872f04d74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2208">
            <a:extLst xmlns:a="http://schemas.openxmlformats.org/drawingml/2006/main">
              <a:ext uri="{FF2B5EF4-FFF2-40B4-BE49-F238E27FC236}">
                <a16:creationId xmlns:a16="http://schemas.microsoft.com/office/drawing/2014/main" id="{8B1EAB69-0B5F-4BB1-BA3C-85AF46EE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2209">
            <a:extLst xmlns:a="http://schemas.openxmlformats.org/drawingml/2006/main">
              <a:ext uri="{FF2B5EF4-FFF2-40B4-BE49-F238E27FC236}">
                <a16:creationId xmlns:a16="http://schemas.microsoft.com/office/drawing/2014/main" id="{11532412-8875-47D6-B9CB-7DAEC9C4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 Claude</a:t>
            </a:r>
          </a:p>
        </p:txBody>
      </p:sp>
      <p:sp>
        <p:nvSpPr>
          <p:cNvPr id="20" name="text-2210">
            <a:extLst xmlns:a="http://schemas.openxmlformats.org/drawingml/2006/main">
              <a:ext uri="{FF2B5EF4-FFF2-40B4-BE49-F238E27FC236}">
                <a16:creationId xmlns:a16="http://schemas.microsoft.com/office/drawing/2014/main" id="{DEF01462-9345-44E8-AD3F-2B4DAEBC0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f35742407784b4c"/>
              </a:rPr>
              <a:t>公開網站資源 ↗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4b900a3c5b437d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2211">
            <a:extLst xmlns:a="http://schemas.openxmlformats.org/drawingml/2006/main">
              <a:ext uri="{FF2B5EF4-FFF2-40B4-BE49-F238E27FC236}">
                <a16:creationId xmlns:a16="http://schemas.microsoft.com/office/drawing/2014/main" id="{90099F01-2D40-45FA-A392-570759B7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2212">
            <a:extLst xmlns:a="http://schemas.openxmlformats.org/drawingml/2006/main">
              <a:ext uri="{FF2B5EF4-FFF2-40B4-BE49-F238E27FC236}">
                <a16:creationId xmlns:a16="http://schemas.microsoft.com/office/drawing/2014/main" id="{4F063099-40A2-4253-B899-0C811B33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 官方教學</a:t>
            </a:r>
          </a:p>
        </p:txBody>
      </p:sp>
      <p:sp>
        <p:nvSpPr>
          <p:cNvPr id="24" name="text-2213">
            <a:extLst xmlns:a="http://schemas.openxmlformats.org/drawingml/2006/main">
              <a:ext uri="{FF2B5EF4-FFF2-40B4-BE49-F238E27FC236}">
                <a16:creationId xmlns:a16="http://schemas.microsoft.com/office/drawing/2014/main" id="{1DCADA64-4507-4C4B-86CB-4E5C670B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4b6c942685345f1"/>
              </a:rPr>
              <a:t>公開網站資源 ↗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ab96f4da1846a2"/>
          <a:stretch xmlns:a="http://schemas.openxmlformats.org/drawingml/2006/main"/>
        </p:blipFill>
        <p:spPr>
          <a:xfrm xmlns:a="http://schemas.openxmlformats.org/drawingml/2006/main">
            <a:off x="49530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2214">
            <a:extLst xmlns:a="http://schemas.openxmlformats.org/drawingml/2006/main">
              <a:ext uri="{FF2B5EF4-FFF2-40B4-BE49-F238E27FC236}">
                <a16:creationId xmlns:a16="http://schemas.microsoft.com/office/drawing/2014/main" id="{5328BC18-90E1-4CF9-904C-36F4B497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2215">
            <a:extLst xmlns:a="http://schemas.openxmlformats.org/drawingml/2006/main">
              <a:ext uri="{FF2B5EF4-FFF2-40B4-BE49-F238E27FC236}">
                <a16:creationId xmlns:a16="http://schemas.microsoft.com/office/drawing/2014/main" id="{A6AACFC7-F3B8-4935-96DC-979786A3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 資源庫：三師爸與國際公開 Skills</a:t>
            </a:r>
          </a:p>
        </p:txBody>
      </p:sp>
      <p:sp>
        <p:nvSpPr>
          <p:cNvPr id="28" name="text-2216">
            <a:extLst xmlns:a="http://schemas.openxmlformats.org/drawingml/2006/main">
              <a:ext uri="{FF2B5EF4-FFF2-40B4-BE49-F238E27FC236}">
                <a16:creationId xmlns:a16="http://schemas.microsoft.com/office/drawing/2014/main" id="{45DFF191-2EC6-463D-B9F9-A7D94907C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c308b2a50a044bd"/>
              </a:rPr>
              <a:t>公開網站資源 ↗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dd21313286425a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2217">
            <a:extLst xmlns:a="http://schemas.openxmlformats.org/drawingml/2006/main">
              <a:ext uri="{FF2B5EF4-FFF2-40B4-BE49-F238E27FC236}">
                <a16:creationId xmlns:a16="http://schemas.microsoft.com/office/drawing/2014/main" id="{0EA56909-F69C-4F59-9900-07E0BD37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text-2218">
            <a:extLst xmlns:a="http://schemas.openxmlformats.org/drawingml/2006/main">
              <a:ext uri="{FF2B5EF4-FFF2-40B4-BE49-F238E27FC236}">
                <a16:creationId xmlns:a16="http://schemas.microsoft.com/office/drawing/2014/main" id="{746E3DD4-4BCC-4208-8EEB-0F83EB3A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提示詞快捷面板</a:t>
            </a:r>
          </a:p>
        </p:txBody>
      </p:sp>
      <p:sp>
        <p:nvSpPr>
          <p:cNvPr id="32" name="text-2219">
            <a:extLst xmlns:a="http://schemas.openxmlformats.org/drawingml/2006/main">
              <a:ext uri="{FF2B5EF4-FFF2-40B4-BE49-F238E27FC236}">
                <a16:creationId xmlns:a16="http://schemas.microsoft.com/office/drawing/2014/main" id="{5033D377-A15A-4643-99E3-11028ACF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79c5524e1784314"/>
              </a:rPr>
              <a:t>公開網站資源 ↗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1d559924b84b9f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2220">
            <a:extLst xmlns:a="http://schemas.openxmlformats.org/drawingml/2006/main">
              <a:ext uri="{FF2B5EF4-FFF2-40B4-BE49-F238E27FC236}">
                <a16:creationId xmlns:a16="http://schemas.microsoft.com/office/drawing/2014/main" id="{285A1184-8865-4437-9EA9-89913551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5" name="text-2221">
            <a:extLst xmlns:a="http://schemas.openxmlformats.org/drawingml/2006/main">
              <a:ext uri="{FF2B5EF4-FFF2-40B4-BE49-F238E27FC236}">
                <a16:creationId xmlns:a16="http://schemas.microsoft.com/office/drawing/2014/main" id="{EE0BB354-8F9F-4A64-9FEC-6C266A15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  <p:sp>
        <p:nvSpPr>
          <p:cNvPr id="36" name="text-2222">
            <a:extLst xmlns:a="http://schemas.openxmlformats.org/drawingml/2006/main">
              <a:ext uri="{FF2B5EF4-FFF2-40B4-BE49-F238E27FC236}">
                <a16:creationId xmlns:a16="http://schemas.microsoft.com/office/drawing/2014/main" id="{4BFE2FA5-5031-4CAA-8B01-B92CE2C9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2aa5abff47b494a"/>
              </a:rPr>
              <a:t>公開網站資源 ↗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6fff7a3564ae9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shape-2223">
            <a:extLst xmlns:a="http://schemas.openxmlformats.org/drawingml/2006/main">
              <a:ext uri="{FF2B5EF4-FFF2-40B4-BE49-F238E27FC236}">
                <a16:creationId xmlns:a16="http://schemas.microsoft.com/office/drawing/2014/main" id="{9D0569C2-D8B1-449F-9CD2-C95A851B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9" name="text-2224">
            <a:extLst xmlns:a="http://schemas.openxmlformats.org/drawingml/2006/main">
              <a:ext uri="{FF2B5EF4-FFF2-40B4-BE49-F238E27FC236}">
                <a16:creationId xmlns:a16="http://schemas.microsoft.com/office/drawing/2014/main" id="{0A89E2A8-2FDC-4346-A5BC-7F055C2D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PIRLS 2026 評分規劃</a:t>
            </a:r>
          </a:p>
        </p:txBody>
      </p:sp>
      <p:sp>
        <p:nvSpPr>
          <p:cNvPr id="40" name="text-2225">
            <a:extLst xmlns:a="http://schemas.openxmlformats.org/drawingml/2006/main">
              <a:ext uri="{FF2B5EF4-FFF2-40B4-BE49-F238E27FC236}">
                <a16:creationId xmlns:a16="http://schemas.microsoft.com/office/drawing/2014/main" id="{25E2701F-9E70-4870-9E68-93DFC0A6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c79db38af574003"/>
              </a:rPr>
              <a:t>公開網站資源 ↗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a5cfd4cc1148cc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2" name="text-2226">
            <a:extLst xmlns:a="http://schemas.openxmlformats.org/drawingml/2006/main">
              <a:ext uri="{FF2B5EF4-FFF2-40B4-BE49-F238E27FC236}">
                <a16:creationId xmlns:a16="http://schemas.microsoft.com/office/drawing/2014/main" id="{7F48C662-20F1-4C05-8096-9689561E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38850"/>
            <a:ext cx="1116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好的教學與研究 Agent 不只會做事；它會在正確邊界內做事，並留下你能檢查的證據。</a:t>
            </a:r>
          </a:p>
        </p:txBody>
      </p:sp>
    </p:spTree>
    <p:extLst>
      <p:ext uri="{BB962C8B-B14F-4D97-AF65-F5344CB8AC3E}">
        <p14:creationId xmlns:p14="http://schemas.microsoft.com/office/powerpoint/2010/main" val="1604978542"/>
      </p:ext>
    </p:extLst>
  </p:cSld>
</p:sld>
</file>

<file path=ppt/theme/theme1.xml><?xml version="1.0" encoding="utf-8"?>
<a:theme xmlns:a="http://schemas.openxmlformats.org/drawingml/2006/main" name="ChatGPT">
  <a:themeElements>
    <a:clrScheme name="NCU Afternoon">
      <a:dk1>
        <a:srgbClr val="0F1E2E"/>
      </a:dk1>
      <a:lt1>
        <a:srgbClr val="FFFFFF"/>
      </a:lt1>
      <a:dk2>
        <a:srgbClr val="F0F4F8"/>
      </a:dk2>
      <a:lt2>
        <a:srgbClr val="E2EDF8"/>
      </a:lt2>
      <a:accent1>
        <a:srgbClr val="1B64DA"/>
      </a:accent1>
      <a:accent2>
        <a:srgbClr val="FF6B4A"/>
      </a:accent2>
      <a:accent3>
        <a:srgbClr val="0E9F94"/>
      </a:accent3>
      <a:accent4>
        <a:srgbClr val="6366F1"/>
      </a:accent4>
      <a:accent5>
        <a:srgbClr val="F59E0B"/>
      </a:accent5>
      <a:accent6>
        <a:srgbClr val="10B981"/>
      </a:accent6>
      <a:hlink>
        <a:srgbClr val="1B64DA"/>
      </a:hlink>
      <a:folHlink>
        <a:srgbClr val="6366F1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2026-08-24T23:38:14.0490000Z</dcterms:created>
  <dcterms:modified xsi:type="dcterms:W3CDTF">2026-08-24T23:38:14.0490000Z</dcterms:modified>
</coreProperties>
</file>