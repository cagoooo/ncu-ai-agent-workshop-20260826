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7030dafd2c43ed" /><Relationship Type="http://schemas.openxmlformats.org/officeDocument/2006/relationships/extended-properties" Target="/docProps/app.xml" Id="R4ae945afd03249d7" /><Relationship Type="http://schemas.openxmlformats.org/officeDocument/2006/relationships/officeDocument" Target="/ppt/presentation.xml" Id="R33e4d8953ece43a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bed8f6adf5643a7"/>
  </p:sldMasterIdLst>
  <p:notesMasterIdLst>
    <p:notesMasterId xmlns:r="http://schemas.openxmlformats.org/officeDocument/2006/relationships" r:id="R9c19b5e35f6149fe"/>
  </p:notesMasterIdLst>
  <p:sldIdLst>
    <p:sldId xmlns:r="http://schemas.openxmlformats.org/officeDocument/2006/relationships" id="256" r:id="Ra1d0989982224b9a"/>
    <p:sldId xmlns:r="http://schemas.openxmlformats.org/officeDocument/2006/relationships" id="257" r:id="R6fc47604605147c6"/>
    <p:sldId xmlns:r="http://schemas.openxmlformats.org/officeDocument/2006/relationships" id="258" r:id="R74d15005577f4055"/>
    <p:sldId xmlns:r="http://schemas.openxmlformats.org/officeDocument/2006/relationships" id="259" r:id="Rb9f10c68cb8f43e1"/>
    <p:sldId xmlns:r="http://schemas.openxmlformats.org/officeDocument/2006/relationships" id="260" r:id="R347e34a595694331"/>
    <p:sldId xmlns:r="http://schemas.openxmlformats.org/officeDocument/2006/relationships" id="261" r:id="R67b8ae3d33bf4ee5"/>
    <p:sldId xmlns:r="http://schemas.openxmlformats.org/officeDocument/2006/relationships" id="262" r:id="Re71858debc1748a3"/>
    <p:sldId xmlns:r="http://schemas.openxmlformats.org/officeDocument/2006/relationships" id="263" r:id="Rdeb4786786724dd3"/>
    <p:sldId xmlns:r="http://schemas.openxmlformats.org/officeDocument/2006/relationships" id="264" r:id="R4630313a68394dc4"/>
    <p:sldId xmlns:r="http://schemas.openxmlformats.org/officeDocument/2006/relationships" id="265" r:id="Re1144559277f464c"/>
    <p:sldId xmlns:r="http://schemas.openxmlformats.org/officeDocument/2006/relationships" id="266" r:id="R7d6fe6ebad6b48e2"/>
    <p:sldId xmlns:r="http://schemas.openxmlformats.org/officeDocument/2006/relationships" id="267" r:id="R0fe5a1af4bde44e1"/>
    <p:sldId xmlns:r="http://schemas.openxmlformats.org/officeDocument/2006/relationships" id="268" r:id="R032beffdc8c24127"/>
    <p:sldId xmlns:r="http://schemas.openxmlformats.org/officeDocument/2006/relationships" id="269" r:id="R4cd6a3aaa07c4f9f"/>
    <p:sldId xmlns:r="http://schemas.openxmlformats.org/officeDocument/2006/relationships" id="270" r:id="R111dcade54cd407a"/>
    <p:sldId xmlns:r="http://schemas.openxmlformats.org/officeDocument/2006/relationships" id="271" r:id="Rcc141cf5d054416f"/>
    <p:sldId xmlns:r="http://schemas.openxmlformats.org/officeDocument/2006/relationships" id="272" r:id="Rb0dc7fd2e72a4b6c"/>
    <p:sldId xmlns:r="http://schemas.openxmlformats.org/officeDocument/2006/relationships" id="273" r:id="Ra3612ee7963a4099"/>
    <p:sldId xmlns:r="http://schemas.openxmlformats.org/officeDocument/2006/relationships" id="274" r:id="R781cc05cc8c047d3"/>
    <p:sldId xmlns:r="http://schemas.openxmlformats.org/officeDocument/2006/relationships" id="275" r:id="R169e7f32e09744e9"/>
    <p:sldId xmlns:r="http://schemas.openxmlformats.org/officeDocument/2006/relationships" id="276" r:id="Rd43cc3a1b5ac41ee"/>
    <p:sldId xmlns:r="http://schemas.openxmlformats.org/officeDocument/2006/relationships" id="277" r:id="R91d1ad567c454998"/>
    <p:sldId xmlns:r="http://schemas.openxmlformats.org/officeDocument/2006/relationships" id="278" r:id="R72d2e8929f744f5b"/>
    <p:sldId xmlns:r="http://schemas.openxmlformats.org/officeDocument/2006/relationships" id="279" r:id="R2d6295d6f7ed4083"/>
    <p:sldId xmlns:r="http://schemas.openxmlformats.org/officeDocument/2006/relationships" id="280" r:id="R5fdde29980314970"/>
    <p:sldId xmlns:r="http://schemas.openxmlformats.org/officeDocument/2006/relationships" id="281" r:id="R967525e2585f4610"/>
    <p:sldId xmlns:r="http://schemas.openxmlformats.org/officeDocument/2006/relationships" id="282" r:id="Rb8b28a4580af4710"/>
    <p:sldId xmlns:r="http://schemas.openxmlformats.org/officeDocument/2006/relationships" id="283" r:id="R2f84c2081d564082"/>
    <p:sldId xmlns:r="http://schemas.openxmlformats.org/officeDocument/2006/relationships" id="284" r:id="R07ae50a70c0b466e"/>
    <p:sldId xmlns:r="http://schemas.openxmlformats.org/officeDocument/2006/relationships" id="285" r:id="R260f289a02cc4e93"/>
    <p:sldId xmlns:r="http://schemas.openxmlformats.org/officeDocument/2006/relationships" id="286" r:id="R7cca65ff327c4d94"/>
    <p:sldId xmlns:r="http://schemas.openxmlformats.org/officeDocument/2006/relationships" id="287" r:id="R8ea83830915947d2"/>
    <p:sldId xmlns:r="http://schemas.openxmlformats.org/officeDocument/2006/relationships" id="288" r:id="R35e7d9de905440bd"/>
    <p:sldId xmlns:r="http://schemas.openxmlformats.org/officeDocument/2006/relationships" id="289" r:id="Rac2b70a84e524727"/>
    <p:sldId xmlns:r="http://schemas.openxmlformats.org/officeDocument/2006/relationships" id="290" r:id="R0620ac96e3aa4b91"/>
    <p:sldId xmlns:r="http://schemas.openxmlformats.org/officeDocument/2006/relationships" id="291" r:id="R99d2c1da37c2402c"/>
    <p:sldId xmlns:r="http://schemas.openxmlformats.org/officeDocument/2006/relationships" id="292" r:id="Rd2be5f87a23f4720"/>
    <p:sldId xmlns:r="http://schemas.openxmlformats.org/officeDocument/2006/relationships" id="293" r:id="R210ce5eb0e154b04"/>
    <p:sldId xmlns:r="http://schemas.openxmlformats.org/officeDocument/2006/relationships" id="294" r:id="R10be3a35389a42de"/>
    <p:sldId xmlns:r="http://schemas.openxmlformats.org/officeDocument/2006/relationships" id="295" r:id="Rb9c55377267a4731"/>
    <p:sldId xmlns:r="http://schemas.openxmlformats.org/officeDocument/2006/relationships" id="296" r:id="Rb8278c364c474304"/>
    <p:sldId xmlns:r="http://schemas.openxmlformats.org/officeDocument/2006/relationships" id="297" r:id="Rb77deee68f694362"/>
    <p:sldId xmlns:r="http://schemas.openxmlformats.org/officeDocument/2006/relationships" id="298" r:id="R85d763e32d2c4e39"/>
    <p:sldId xmlns:r="http://schemas.openxmlformats.org/officeDocument/2006/relationships" id="299" r:id="Red59b2932525400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4cb6d59cc3d41ec" /><Relationship Type="http://schemas.openxmlformats.org/officeDocument/2006/relationships/slideMaster" Target="/ppt/slideMasters/slideMaster1.xml" Id="R0bed8f6adf5643a7" /><Relationship Type="http://schemas.openxmlformats.org/officeDocument/2006/relationships/notesMaster" Target="/ppt/notesMasters/notesMaster1.xml" Id="R9c19b5e35f6149fe" /><Relationship Type="http://schemas.openxmlformats.org/officeDocument/2006/relationships/presProps" Target="/ppt/presProps.xml" Id="R62cc46bec52143d7" /><Relationship Type="http://schemas.openxmlformats.org/officeDocument/2006/relationships/tableStyles" Target="/ppt/tableStyles.xml" Id="R7dff1acc27284c23" /><Relationship Type="http://schemas.openxmlformats.org/officeDocument/2006/relationships/slide" Target="/ppt/slides/slide1.xml" Id="Ra1d0989982224b9a" /><Relationship Type="http://schemas.openxmlformats.org/officeDocument/2006/relationships/slide" Target="/ppt/slides/slide2.xml" Id="R6fc47604605147c6" /><Relationship Type="http://schemas.openxmlformats.org/officeDocument/2006/relationships/slide" Target="/ppt/slides/slide3.xml" Id="R74d15005577f4055" /><Relationship Type="http://schemas.openxmlformats.org/officeDocument/2006/relationships/slide" Target="/ppt/slides/slide4.xml" Id="Rb9f10c68cb8f43e1" /><Relationship Type="http://schemas.openxmlformats.org/officeDocument/2006/relationships/slide" Target="/ppt/slides/slide5.xml" Id="R347e34a595694331" /><Relationship Type="http://schemas.openxmlformats.org/officeDocument/2006/relationships/slide" Target="/ppt/slides/slide6.xml" Id="R67b8ae3d33bf4ee5" /><Relationship Type="http://schemas.openxmlformats.org/officeDocument/2006/relationships/slide" Target="/ppt/slides/slide7.xml" Id="Re71858debc1748a3" /><Relationship Type="http://schemas.openxmlformats.org/officeDocument/2006/relationships/slide" Target="/ppt/slides/slide8.xml" Id="Rdeb4786786724dd3" /><Relationship Type="http://schemas.openxmlformats.org/officeDocument/2006/relationships/slide" Target="/ppt/slides/slide9.xml" Id="R4630313a68394dc4" /><Relationship Type="http://schemas.openxmlformats.org/officeDocument/2006/relationships/slide" Target="/ppt/slides/slide10.xml" Id="Re1144559277f464c" /><Relationship Type="http://schemas.openxmlformats.org/officeDocument/2006/relationships/slide" Target="/ppt/slides/slide11.xml" Id="R7d6fe6ebad6b48e2" /><Relationship Type="http://schemas.openxmlformats.org/officeDocument/2006/relationships/slide" Target="/ppt/slides/slide12.xml" Id="R0fe5a1af4bde44e1" /><Relationship Type="http://schemas.openxmlformats.org/officeDocument/2006/relationships/slide" Target="/ppt/slides/slide13.xml" Id="R032beffdc8c24127" /><Relationship Type="http://schemas.openxmlformats.org/officeDocument/2006/relationships/slide" Target="/ppt/slides/slide14.xml" Id="R4cd6a3aaa07c4f9f" /><Relationship Type="http://schemas.openxmlformats.org/officeDocument/2006/relationships/slide" Target="/ppt/slides/slide15.xml" Id="R111dcade54cd407a" /><Relationship Type="http://schemas.openxmlformats.org/officeDocument/2006/relationships/slide" Target="/ppt/slides/slide16.xml" Id="Rcc141cf5d054416f" /><Relationship Type="http://schemas.openxmlformats.org/officeDocument/2006/relationships/slide" Target="/ppt/slides/slide17.xml" Id="Rb0dc7fd2e72a4b6c" /><Relationship Type="http://schemas.openxmlformats.org/officeDocument/2006/relationships/slide" Target="/ppt/slides/slide18.xml" Id="Ra3612ee7963a4099" /><Relationship Type="http://schemas.openxmlformats.org/officeDocument/2006/relationships/slide" Target="/ppt/slides/slide19.xml" Id="R781cc05cc8c047d3" /><Relationship Type="http://schemas.openxmlformats.org/officeDocument/2006/relationships/slide" Target="/ppt/slides/slide20.xml" Id="R169e7f32e09744e9" /><Relationship Type="http://schemas.openxmlformats.org/officeDocument/2006/relationships/slide" Target="/ppt/slides/slide21.xml" Id="Rd43cc3a1b5ac41ee" /><Relationship Type="http://schemas.openxmlformats.org/officeDocument/2006/relationships/slide" Target="/ppt/slides/slide22.xml" Id="R91d1ad567c454998" /><Relationship Type="http://schemas.openxmlformats.org/officeDocument/2006/relationships/slide" Target="/ppt/slides/slide23.xml" Id="R72d2e8929f744f5b" /><Relationship Type="http://schemas.openxmlformats.org/officeDocument/2006/relationships/slide" Target="/ppt/slides/slide24.xml" Id="R2d6295d6f7ed4083" /><Relationship Type="http://schemas.openxmlformats.org/officeDocument/2006/relationships/slide" Target="/ppt/slides/slide25.xml" Id="R5fdde29980314970" /><Relationship Type="http://schemas.openxmlformats.org/officeDocument/2006/relationships/slide" Target="/ppt/slides/slide26.xml" Id="R967525e2585f4610" /><Relationship Type="http://schemas.openxmlformats.org/officeDocument/2006/relationships/slide" Target="/ppt/slides/slide27.xml" Id="Rb8b28a4580af4710" /><Relationship Type="http://schemas.openxmlformats.org/officeDocument/2006/relationships/slide" Target="/ppt/slides/slide28.xml" Id="R2f84c2081d564082" /><Relationship Type="http://schemas.openxmlformats.org/officeDocument/2006/relationships/slide" Target="/ppt/slides/slide29.xml" Id="R07ae50a70c0b466e" /><Relationship Type="http://schemas.openxmlformats.org/officeDocument/2006/relationships/slide" Target="/ppt/slides/slide30.xml" Id="R260f289a02cc4e93" /><Relationship Type="http://schemas.openxmlformats.org/officeDocument/2006/relationships/slide" Target="/ppt/slides/slide31.xml" Id="R7cca65ff327c4d94" /><Relationship Type="http://schemas.openxmlformats.org/officeDocument/2006/relationships/slide" Target="/ppt/slides/slide32.xml" Id="R8ea83830915947d2" /><Relationship Type="http://schemas.openxmlformats.org/officeDocument/2006/relationships/slide" Target="/ppt/slides/slide33.xml" Id="R35e7d9de905440bd" /><Relationship Type="http://schemas.openxmlformats.org/officeDocument/2006/relationships/slide" Target="/ppt/slides/slide34.xml" Id="Rac2b70a84e524727" /><Relationship Type="http://schemas.openxmlformats.org/officeDocument/2006/relationships/slide" Target="/ppt/slides/slide35.xml" Id="R0620ac96e3aa4b91" /><Relationship Type="http://schemas.openxmlformats.org/officeDocument/2006/relationships/slide" Target="/ppt/slides/slide36.xml" Id="R99d2c1da37c2402c" /><Relationship Type="http://schemas.openxmlformats.org/officeDocument/2006/relationships/slide" Target="/ppt/slides/slide37.xml" Id="Rd2be5f87a23f4720" /><Relationship Type="http://schemas.openxmlformats.org/officeDocument/2006/relationships/slide" Target="/ppt/slides/slide38.xml" Id="R210ce5eb0e154b04" /><Relationship Type="http://schemas.openxmlformats.org/officeDocument/2006/relationships/slide" Target="/ppt/slides/slide39.xml" Id="R10be3a35389a42de" /><Relationship Type="http://schemas.openxmlformats.org/officeDocument/2006/relationships/slide" Target="/ppt/slides/slide40.xml" Id="Rb9c55377267a4731" /><Relationship Type="http://schemas.openxmlformats.org/officeDocument/2006/relationships/slide" Target="/ppt/slides/slide41.xml" Id="Rb8278c364c474304" /><Relationship Type="http://schemas.openxmlformats.org/officeDocument/2006/relationships/slide" Target="/ppt/slides/slide42.xml" Id="Rb77deee68f694362" /><Relationship Type="http://schemas.openxmlformats.org/officeDocument/2006/relationships/slide" Target="/ppt/slides/slide43.xml" Id="R85d763e32d2c4e39" /><Relationship Type="http://schemas.openxmlformats.org/officeDocument/2006/relationships/slide" Target="/ppt/slides/slide44.xml" Id="Red59b2932525400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2e81ff35bb9496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be705658144fed" /><Relationship Type="http://schemas.openxmlformats.org/officeDocument/2006/relationships/notesMaster" Target="/ppt/notesMasters/notesMaster1.xml" Id="R988bf0cdbfe14d6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ffdb60832a4eb7" /><Relationship Type="http://schemas.openxmlformats.org/officeDocument/2006/relationships/notesMaster" Target="/ppt/notesMasters/notesMaster1.xml" Id="R2fc385e2b67445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fd1ed2979b64582" /><Relationship Type="http://schemas.openxmlformats.org/officeDocument/2006/relationships/notesMaster" Target="/ppt/notesMasters/notesMaster1.xml" Id="Re6148cfd21e74a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c251885a6ec4b6e" /><Relationship Type="http://schemas.openxmlformats.org/officeDocument/2006/relationships/notesMaster" Target="/ppt/notesMasters/notesMaster1.xml" Id="Rf6e9b9e2851040b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4f8bf2fbc64c8c" /><Relationship Type="http://schemas.openxmlformats.org/officeDocument/2006/relationships/notesMaster" Target="/ppt/notesMasters/notesMaster1.xml" Id="R4817846ef86844a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97182dd1e9f4f33" /><Relationship Type="http://schemas.openxmlformats.org/officeDocument/2006/relationships/notesMaster" Target="/ppt/notesMasters/notesMaster1.xml" Id="Rae70437afda847c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2841adbe7484662" /><Relationship Type="http://schemas.openxmlformats.org/officeDocument/2006/relationships/notesMaster" Target="/ppt/notesMasters/notesMaster1.xml" Id="R6b1c188a1ea54c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427cbb17ede459e" /><Relationship Type="http://schemas.openxmlformats.org/officeDocument/2006/relationships/notesMaster" Target="/ppt/notesMasters/notesMaster1.xml" Id="R5a380f4841d84b2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adc684b58524a9f" /><Relationship Type="http://schemas.openxmlformats.org/officeDocument/2006/relationships/notesMaster" Target="/ppt/notesMasters/notesMaster1.xml" Id="Rb77c475f1ecd498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c7e9c65c8644c1e" /><Relationship Type="http://schemas.openxmlformats.org/officeDocument/2006/relationships/notesMaster" Target="/ppt/notesMasters/notesMaster1.xml" Id="R065fb76dfdf549e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ed2044ac8454823" /><Relationship Type="http://schemas.openxmlformats.org/officeDocument/2006/relationships/notesMaster" Target="/ppt/notesMasters/notesMaster1.xml" Id="R184a5c66e9224bf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c3d66f7fd1a4388" /><Relationship Type="http://schemas.openxmlformats.org/officeDocument/2006/relationships/notesMaster" Target="/ppt/notesMasters/notesMaster1.xml" Id="R8ecb1fc1f6364a6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2fdf83edb774d3a" /><Relationship Type="http://schemas.openxmlformats.org/officeDocument/2006/relationships/notesMaster" Target="/ppt/notesMasters/notesMaster1.xml" Id="Rbdcc98439534484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9f1a974884e4b41" /><Relationship Type="http://schemas.openxmlformats.org/officeDocument/2006/relationships/notesMaster" Target="/ppt/notesMasters/notesMaster1.xml" Id="R883556ddeeb040f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5bae82098e84621" /><Relationship Type="http://schemas.openxmlformats.org/officeDocument/2006/relationships/notesMaster" Target="/ppt/notesMasters/notesMaster1.xml" Id="Raeb32553817d47a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b22269bd4604970" /><Relationship Type="http://schemas.openxmlformats.org/officeDocument/2006/relationships/notesMaster" Target="/ppt/notesMasters/notesMaster1.xml" Id="R5216ba7f2a424c3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dc79df8eb244a0b" /><Relationship Type="http://schemas.openxmlformats.org/officeDocument/2006/relationships/notesMaster" Target="/ppt/notesMasters/notesMaster1.xml" Id="R24dcc6a1830541f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bbb2d7f34204351" /><Relationship Type="http://schemas.openxmlformats.org/officeDocument/2006/relationships/notesMaster" Target="/ppt/notesMasters/notesMaster1.xml" Id="Ra8e010dcea0e4af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76f4b9746054426" /><Relationship Type="http://schemas.openxmlformats.org/officeDocument/2006/relationships/notesMaster" Target="/ppt/notesMasters/notesMaster1.xml" Id="R74178b547b26450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939c74fb3b5438d" /><Relationship Type="http://schemas.openxmlformats.org/officeDocument/2006/relationships/notesMaster" Target="/ppt/notesMasters/notesMaster1.xml" Id="R7213bb700f2b407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fe73e234ae845d7" /><Relationship Type="http://schemas.openxmlformats.org/officeDocument/2006/relationships/notesMaster" Target="/ppt/notesMasters/notesMaster1.xml" Id="Rc8765f4668e946f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39f519a9cf94614" /><Relationship Type="http://schemas.openxmlformats.org/officeDocument/2006/relationships/notesMaster" Target="/ppt/notesMasters/notesMaster1.xml" Id="Rce98cdefe1a1491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3ad787f840a4164" /><Relationship Type="http://schemas.openxmlformats.org/officeDocument/2006/relationships/notesMaster" Target="/ppt/notesMasters/notesMaster1.xml" Id="R4b99bad1d21b48ec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10ad220a06d4095" /><Relationship Type="http://schemas.openxmlformats.org/officeDocument/2006/relationships/notesMaster" Target="/ppt/notesMasters/notesMaster1.xml" Id="Rbe5b09b5b55d47c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22bf36502024ad1" /><Relationship Type="http://schemas.openxmlformats.org/officeDocument/2006/relationships/notesMaster" Target="/ppt/notesMasters/notesMaster1.xml" Id="Ra5a76b896c2e4d7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685a5cc5cee483d" /><Relationship Type="http://schemas.openxmlformats.org/officeDocument/2006/relationships/notesMaster" Target="/ppt/notesMasters/notesMaster1.xml" Id="R99bc8764aa5e4ec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de6d05dbf754374" /><Relationship Type="http://schemas.openxmlformats.org/officeDocument/2006/relationships/notesMaster" Target="/ppt/notesMasters/notesMaster1.xml" Id="R8ee2d3b649d8413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163553ef8484fee" /><Relationship Type="http://schemas.openxmlformats.org/officeDocument/2006/relationships/notesMaster" Target="/ppt/notesMasters/notesMaster1.xml" Id="R07be08520e984f3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429c2a3c8784e44" /><Relationship Type="http://schemas.openxmlformats.org/officeDocument/2006/relationships/notesMaster" Target="/ppt/notesMasters/notesMaster1.xml" Id="R3cc361698b0e4bf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2fc6c95ea7f4235" /><Relationship Type="http://schemas.openxmlformats.org/officeDocument/2006/relationships/notesMaster" Target="/ppt/notesMasters/notesMaster1.xml" Id="R1278ee50edec406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70c2856d474464c" /><Relationship Type="http://schemas.openxmlformats.org/officeDocument/2006/relationships/notesMaster" Target="/ppt/notesMasters/notesMaster1.xml" Id="R4f63e4774f324cb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7e539bcef5b47fc" /><Relationship Type="http://schemas.openxmlformats.org/officeDocument/2006/relationships/notesMaster" Target="/ppt/notesMasters/notesMaster1.xml" Id="R28782caa697441f6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9c7c09de51f54c8e" /><Relationship Type="http://schemas.openxmlformats.org/officeDocument/2006/relationships/notesMaster" Target="/ppt/notesMasters/notesMaster1.xml" Id="Rf3649711254d4ae7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59ec13567c684444" /><Relationship Type="http://schemas.openxmlformats.org/officeDocument/2006/relationships/notesMaster" Target="/ppt/notesMasters/notesMaster1.xml" Id="Re02c8379dc7b4d96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8af08ef6c6a64456" /><Relationship Type="http://schemas.openxmlformats.org/officeDocument/2006/relationships/notesMaster" Target="/ppt/notesMasters/notesMaster1.xml" Id="R89120f886ed145e9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40de69f91db4bed" /><Relationship Type="http://schemas.openxmlformats.org/officeDocument/2006/relationships/notesMaster" Target="/ppt/notesMasters/notesMaster1.xml" Id="Ra770fd3ad436412b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fe2039a3baff4712" /><Relationship Type="http://schemas.openxmlformats.org/officeDocument/2006/relationships/notesMaster" Target="/ppt/notesMasters/notesMaster1.xml" Id="Re3ca3243169f4283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69c7b7a04d4e40e5" /><Relationship Type="http://schemas.openxmlformats.org/officeDocument/2006/relationships/notesMaster" Target="/ppt/notesMasters/notesMaster1.xml" Id="R1d39283952074752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920cd8faa944541" /><Relationship Type="http://schemas.openxmlformats.org/officeDocument/2006/relationships/notesMaster" Target="/ppt/notesMasters/notesMaster1.xml" Id="R5bd29235658e48d7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23ab2eba86b64fd0" /><Relationship Type="http://schemas.openxmlformats.org/officeDocument/2006/relationships/notesMaster" Target="/ppt/notesMasters/notesMaster1.xml" Id="Re5b0b424a2334d3b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29c0df36fb094d8a" /><Relationship Type="http://schemas.openxmlformats.org/officeDocument/2006/relationships/notesMaster" Target="/ppt/notesMasters/notesMaster1.xml" Id="R2aba6f1e5227448a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48b86ea3fcaf4af1" /><Relationship Type="http://schemas.openxmlformats.org/officeDocument/2006/relationships/notesMaster" Target="/ppt/notesMasters/notesMaster1.xml" Id="Ra3237f9637684c67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5b8e859e715d41ad" /><Relationship Type="http://schemas.openxmlformats.org/officeDocument/2006/relationships/notesMaster" Target="/ppt/notesMasters/notesMaster1.xml" Id="R3181c5d34c024ab9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9832f92b6ccb4214" /><Relationship Type="http://schemas.openxmlformats.org/officeDocument/2006/relationships/notesMaster" Target="/ppt/notesMasters/notesMaster1.xml" Id="R49ec1b521a49405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開場先說明：今天的重點不是把所有按鈕看過一遍，而是每位參與者都完成可帶回課堂的成果。邀請大家先選定一門課程，以及一個真實的教學／研究痛點與問題。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說明下午不是程式設計課，而是任務設計、權限判斷與成果驗證課。沒有 Google 訂閱的參與者可在 Codex 完成主要任務，Antigravity 採同組共作。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提醒每一段都沿用上午作品與同一個教學／研究痛點與問題。參與者不需要重新發想題目。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用一個例子說明：『告訴我如何改網站』是對話；『依我的規則產出設計建議』是助理；『讀取專案、修改、測試、交付』才是 Agent 任務。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要求參與者之後每次都問：Agent 的完成證據在哪裡？若只有一段漂亮說明，工作還沒有完成。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先讀取與分析通常風險較低；公開、刪除與替人做決策需要明確授權。請參與者把『需要我確認後才做』寫入任務限制。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請每組建立一個專案資料夾，放入上午成果、需求說明與素材。Agent 需要可讀的工作區，不要只靠聊天記憶。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這三個案例分別支援學生資料、PIRLS 評量與 Agent Skills 的實作討論。先判斷輸入資料、規則與驗收，再決定交給哪個 Agent。本次資料依據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https://cagoooo.github.io/Akai/tool/73/</a:t>
            </a:r>
          </a:p>
          <a:p xmlns:a="http://schemas.openxmlformats.org/drawingml/2006/main">
            <a:r>
              <a:t>- https://cagoooo.github.io/filter/</a:t>
            </a:r>
          </a:p>
          <a:p xmlns:a="http://schemas.openxmlformats.org/drawingml/2006/main">
            <a:r>
              <a:t>- https://cagoooo.github.io/Akai/tool/87/</a:t>
            </a:r>
          </a:p>
          <a:p xmlns:a="http://schemas.openxmlformats.org/drawingml/2006/main">
            <a:r>
              <a:t>- https://cagoooo.github.io/pirls-questioncraft/</a:t>
            </a:r>
          </a:p>
          <a:p xmlns:a="http://schemas.openxmlformats.org/drawingml/2006/main">
            <a:r>
              <a:t>- https://cagoooo.github.io/Akai/tool/103/</a:t>
            </a:r>
          </a:p>
          <a:p xmlns:a="http://schemas.openxmlformats.org/drawingml/2006/main">
            <a:r>
              <a:t>- https://cagoooo.github.io/PlayRight/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三個案例分別對應研究資料、無障礙檢核與規準式 AI 審查。請參與者比較：哪些步驟能交給 Agent，哪些判斷必須保留人工責任。本次資料依據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https://cagoooo.github.io/Akai/tool/105/</a:t>
            </a:r>
          </a:p>
          <a:p xmlns:a="http://schemas.openxmlformats.org/drawingml/2006/main">
            <a:r>
              <a:t>- https://cagoooo.github.io/taic-edu/</a:t>
            </a:r>
          </a:p>
          <a:p xmlns:a="http://schemas.openxmlformats.org/drawingml/2006/main">
            <a:r>
              <a:t>- https://cagoooo.github.io/Akai/tool/123/</a:t>
            </a:r>
          </a:p>
          <a:p xmlns:a="http://schemas.openxmlformats.org/drawingml/2006/main">
            <a:r>
              <a:t>- https://cagoooo.github.io/smes-web-migration/</a:t>
            </a:r>
          </a:p>
          <a:p xmlns:a="http://schemas.openxmlformats.org/drawingml/2006/main">
            <a:r>
              <a:t>- https://cagoooo.github.io/Akai/tool/88/</a:t>
            </a:r>
          </a:p>
          <a:p xmlns:a="http://schemas.openxmlformats.org/drawingml/2006/main">
            <a:r>
              <a:t>- https://cagoooo.github.io/JHScurriculum/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章節轉場。Antigravity 實作以同組共作為主，實際可用功能依現場帳號方案與管理政策為準。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將 Antigravity 描述為可啟動、監看與協調 AI agents 活動的中央指揮中心。教學上最重要的是任務與驗收，而不是介面按鈕。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示範先請 Agent 閱讀並摘要專案，不立即修改。讓參與者建立『先觀察，再授權』的操作節奏。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請每組照四句話改成自己的任務。若任務無法在 20 分鐘內驗收，先縮小範圍。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示範任務可選：修正 RWD、加入一個形成性回饋、改善無障礙標籤。刻意要求 Agent 不要發布，讓權限邊界可見。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請參與者對示範結果追問：『你實際跑了什麼？』『哪一項沒有驗證？』培養證據導向，而不是相信完成宣告。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每組只做一項改善。若工具不可用，觀察員可用任務簡報與驗收規準進行紙上模擬，之後在 Codex 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轉場：下午用同一個任務進入 Codex，比較工作方式與成果證據，而不是比較誰的回答比較像人。桌面版 ChatGPT Voice 可在 Work／Codex 中直接口述、插話與追問進度；模型與方案會變動，本次仍以 GPT-5.6 Luna＋Max 作為講師的成本效益示範取向。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示範如何把一個模糊要求改成可驗證任務。強調 Codex 可以處理檔案與專案工作，桌面版也能用 Voice 口述任務；使用者仍需界定範圍、麥克風與工作區權限。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這段可直接複製給 Codex，再把目標換成各組需求。若 Agent 建議超出範圍，先縮小任務，不要一路追加。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六欄不是要寫長文，而是讓 Agent 有足夠上下文完成閉環。請每組把剛才四句任務補成六欄。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若不希望修改原檔，先複製到練習資料夾或明確要求只讀分析。可用 GPT-5.6 Luna 並開啟 Max 強度作為成本效益示範；操作完用一句話回答：哪個工具的工作回報最容易查證？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阿凱老師的『人生交往學』選型心法：</a:t>
            </a:r>
          </a:p>
          <a:p xmlns:a="http://schemas.openxmlformats.org/drawingml/2006/main">
            <a:r>
              <a:t>1. Gemini Antigravity 就像熱血年輕弟弟，Flash 3.6 到 3.7 速度快了人家 20 倍以上，給指令秒回且衝勁十足，但缺點是一頭熱無法持久，適合衝刺型任務。</a:t>
            </a:r>
          </a:p>
          <a:p xmlns:a="http://schemas.openxmlformats.org/drawingml/2006/main">
            <a:r>
              <a:t>2. Claude 就像成熟穩重的伴侶進入婚姻生活，極度沉穩、代碼輸出讓人完全放心不用擔心出錯，但沒有突發驚喜，Token 燒完就得等下週重置。</a:t>
            </a:r>
          </a:p>
          <a:p xmlns:a="http://schemas.openxmlformats.org/drawingml/2006/main">
            <a:r>
              <a:t>3. Codex 介於兩者之間且變化性最大，個性可切換 1.5 倍速，最讓人喜歡的是常有機會被重置、獲得 100% 回檔驚喜讓你繼續接關！</a:t>
            </a:r>
          </a:p>
          <a:p xmlns:a="http://schemas.openxmlformats.org/drawingml/2006/main">
            <a:r>
              <a:t>選 Agent 不是看名氣，而是依當下的任務緊急度、複雜度與回檔需求挑選合適的夥伴。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https://www.anthropic.com/news/claude-sonnet-5</a:t>
            </a:r>
          </a:p>
          <a:p xmlns:a="http://schemas.openxmlformats.org/drawingml/2006/main">
            <a:r>
              <a:t>- https://www.anthropic.com/news/claude-opus-4-8</a:t>
            </a:r>
          </a:p>
          <a:p xmlns:a="http://schemas.openxmlformats.org/drawingml/2006/main">
            <a:r>
              <a:t>- https://www.anthropic.com/news/claude-fable-5-mythos-5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https://ai.google.dev/gemini-api/docs/models/gemini-3.6-flash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轉場：提示詞解決這一次；Skill 保存一套可重複、可維護、可驗證的做法。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強調 Skill 是輕量、開放的 Agent 能力擴充格式，並以按需載入減少上下文飽和與工具膨脹。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這是使用者提供的真實提示詞庫：目前畫面顯示 51 筆、9 大分類。現場每組先挑一筆最常用的，不從空白開始。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https://cagoooo.github.io/ncu-ai-agent-workshop-20260826/04_%E5%AF%A6%E4%BD%9C%E5%B7%A5%E5%85%B7/%E6%8F%90%E7%A4%BA%E8%A9%9E%E5%BF%AB%E6%8D%B7%E9%9D%A2%E6%9D%BF_%E7%A0%94%E7%BF%92%E7%94%A8.html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四問有三個『是』就值得做 Skill；只有一個『是』，先留在提示詞面板。避免把每句常用語都包成 Skill。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每組從六例或完整提示詞庫選一個。升級時一定要補上：輸入材料、步驟、禁止事項、驗收條件與需要人工確認的動作。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不是每個 Skill 都要四個資料夾。先從 SKILL.md 開始，只有當內容能降低重複、提高穩定性時才增加 references、scripts 或 assets。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本工作坊採跨平台相容規格：YAML frontmatter 只放 name 與 description。正文用命令式步驟，並把人工授權邊界寫明。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比喻成課程平台：首頁只放導航，進入單元才讀教學內容，需要時才下載附件。Skill 不應把整個知識庫一次塞進主文。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建議兩人分工：一人當 Skill 作者，一人當陌生使用者。測試者不看原提示詞，只用自然語句提出需求，觀察 Agent 是否正確啟用流程。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把測試結果記成兩欄，不要求輸出一模一樣；要求核心規則、授權邊界與驗收一致。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這一段使用工作坊自製的 PIRLS 風格合成資料，不是真實學生資料，也不是正式 PIRLS 題目。重點是 AI 輔助研究流程、編碼可靠性與資料治理。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選擇題與簡答題需要不同分析方法。不要讓 AI 先自由閱讀所有回覆再自行發明分類；先建立資料字典、答案鍵與逐題 scoring guide。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https://www.iea.nl/publications/teachers-resources/putting-pirls-use-classrooms-across-globe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要求每一步保留輸入、輸出與狀態。簡答初編的輸出至少包含 student_id、ai_code、evidence_excerpt、rationale、confidence、needs_human_review。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這張不是主張直接把正式評分交給 AI，而是說明國際評量也採『人工主流程＋AI 平行研究』的審慎路徑。工作坊內只做研究性初編與群體分析。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正式研究可再加入雙評分者、抽樣比例與一致性統計。PIRLS／TIMSS 技術流程重視明確 scoring guides、評分訓練與獨立雙評以記錄 reliability。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https://timssandpirls.bc.edu/timss2019/methods/pdf/TIMSS-2019-MP-Technical-Report.pdf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練習檔位於成果資料夾：PIRLS風格_學生資料_AI分析練習.csv、PIRLS風格_簡答題編碼規準.txt；最後才提供講師用人工參考編碼。禁止一開始把參考答案交給 AI。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請每位教授圈一個 30 天內最想驗證的領域。選擇標準是高頻、耗時、可檢查，不是最炫。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請各組在自己的 Skill 加上一條最重要的安全規則。學生資料 Skill 必須明確要求去識別化、資料最小化、人工複核與用途限制。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可選任務：課程網站上線前總檢、閱讀資料互動導讀、字幕品質檢查、GitHub Pages 部署計畫、PIRLS 風格學生資料分析。今天不要求公開發布。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秒展示，回饋者用四項各給一個勾或問號。若是學生資料案例，再加問：資料是否去識別？AI 編碼是否有人工複核？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請每位教授寫下：哪一門課、哪一個任務、成功的量化或質化證據、哪一天回顧。學生資料任務要先用合成或去識別資料驗證。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../START_HERE_研習資源導航.html</a:t>
            </a:r>
          </a:p>
          <a:p xmlns:a="http://schemas.openxmlformats.org/drawingml/2006/main">
            <a:r>
              <a:t>- https://antigravity.google/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https://claude.ai/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../04_實作工具/提示詞快捷面板_研習用.html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e8364ab00f422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b1c2b277c044f7" /><Relationship Type="http://schemas.openxmlformats.org/officeDocument/2006/relationships/slideLayout" Target="/ppt/slideLayouts/slideLayout1.xml" Id="R83b272423be949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b272423be949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9425e357a44d1b" /><Relationship Type="http://schemas.openxmlformats.org/officeDocument/2006/relationships/image" Target="/ppt/media/image.png" Id="Rb90b2d65546b4260" /><Relationship Type="http://schemas.openxmlformats.org/officeDocument/2006/relationships/notesSlide" Target="/ppt/notesSlides/notesSlide1.xml" Id="Re52d38e7215441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cf3988024e4e4c" /><Relationship Type="http://schemas.openxmlformats.org/officeDocument/2006/relationships/notesSlide" Target="/ppt/notesSlides/notesSlide2.xml" Id="Re5d1a283b12e420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3f459b653d43df" /><Relationship Type="http://schemas.openxmlformats.org/officeDocument/2006/relationships/notesSlide" Target="/ppt/notesSlides/notesSlide3.xml" Id="R038e22964d7c4a9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2568fe8bb14ccf" /><Relationship Type="http://schemas.openxmlformats.org/officeDocument/2006/relationships/notesSlide" Target="/ppt/notesSlides/notesSlide4.xml" Id="Rd0b8ad6f31a545b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6698c3c86d450c" /><Relationship Type="http://schemas.openxmlformats.org/officeDocument/2006/relationships/notesSlide" Target="/ppt/notesSlides/notesSlide5.xml" Id="Rf0894fcc62de47c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178b1acc0a4daa" /><Relationship Type="http://schemas.openxmlformats.org/officeDocument/2006/relationships/notesSlide" Target="/ppt/notesSlides/notesSlide6.xml" Id="Rca83133641e046a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df56fdb25848f8" /><Relationship Type="http://schemas.openxmlformats.org/officeDocument/2006/relationships/notesSlide" Target="/ppt/notesSlides/notesSlide7.xml" Id="Re6cd6cc32b3a474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ca08865fea4b36" /><Relationship Type="http://schemas.openxmlformats.org/officeDocument/2006/relationships/hyperlink" Target="https://cagoooo.github.io/Akai/tool/73/" TargetMode="External" Id="Redc5b01269eb4136" /><Relationship Type="http://schemas.openxmlformats.org/officeDocument/2006/relationships/image" Target="/ppt/media/image2.png" Id="Rbfb732b8822e435b" /><Relationship Type="http://schemas.openxmlformats.org/officeDocument/2006/relationships/hyperlink" Target="https://cagoooo.github.io/filter/" TargetMode="External" Id="R15a6e6b583f540a7" /><Relationship Type="http://schemas.openxmlformats.org/officeDocument/2006/relationships/image" Target="/ppt/media/image3.png" Id="R1434775eb6e64282" /><Relationship Type="http://schemas.openxmlformats.org/officeDocument/2006/relationships/hyperlink" Target="https://cagoooo.github.io/Akai/tool/87/" TargetMode="External" Id="R0301fe9e528849a0" /><Relationship Type="http://schemas.openxmlformats.org/officeDocument/2006/relationships/image" Target="/ppt/media/image4.png" Id="Re2af770fa25c4413" /><Relationship Type="http://schemas.openxmlformats.org/officeDocument/2006/relationships/hyperlink" Target="https://cagoooo.github.io/pirls-questioncraft/" TargetMode="External" Id="Raaa7d678dad04880" /><Relationship Type="http://schemas.openxmlformats.org/officeDocument/2006/relationships/image" Target="/ppt/media/image5.png" Id="R0841cc95ebeb4a57" /><Relationship Type="http://schemas.openxmlformats.org/officeDocument/2006/relationships/hyperlink" Target="https://cagoooo.github.io/Akai/tool/103/" TargetMode="External" Id="R33c7cd8999784f2b" /><Relationship Type="http://schemas.openxmlformats.org/officeDocument/2006/relationships/image" Target="/ppt/media/image6.png" Id="Rc2e4d9b08f254cff" /><Relationship Type="http://schemas.openxmlformats.org/officeDocument/2006/relationships/hyperlink" Target="https://cagoooo.github.io/PlayRight/" TargetMode="External" Id="Rbc1d6e9b42294764" /><Relationship Type="http://schemas.openxmlformats.org/officeDocument/2006/relationships/image" Target="/ppt/media/image7.png" Id="R024e1d836c494d70" /><Relationship Type="http://schemas.openxmlformats.org/officeDocument/2006/relationships/notesSlide" Target="/ppt/notesSlides/notesSlide8.xml" Id="R7151bddc2b3541b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8590e699344e4e" /><Relationship Type="http://schemas.openxmlformats.org/officeDocument/2006/relationships/hyperlink" Target="https://cagoooo.github.io/Akai/tool/105/" TargetMode="External" Id="R4e317b39732540fb" /><Relationship Type="http://schemas.openxmlformats.org/officeDocument/2006/relationships/image" Target="/ppt/media/image8.png" Id="R7004a94181c84a54" /><Relationship Type="http://schemas.openxmlformats.org/officeDocument/2006/relationships/hyperlink" Target="https://cagoooo.github.io/taic-edu/" TargetMode="External" Id="R769305d143b44573" /><Relationship Type="http://schemas.openxmlformats.org/officeDocument/2006/relationships/image" Target="/ppt/media/image9.png" Id="R4545ab564a7e49b7" /><Relationship Type="http://schemas.openxmlformats.org/officeDocument/2006/relationships/hyperlink" Target="https://cagoooo.github.io/Akai/tool/123/" TargetMode="External" Id="Rb34d49e8c6834d22" /><Relationship Type="http://schemas.openxmlformats.org/officeDocument/2006/relationships/image" Target="/ppt/media/image10.png" Id="R24b25efaa3ee4873" /><Relationship Type="http://schemas.openxmlformats.org/officeDocument/2006/relationships/hyperlink" Target="https://cagoooo.github.io/smes-web-migration/" TargetMode="External" Id="R5245f14207124247" /><Relationship Type="http://schemas.openxmlformats.org/officeDocument/2006/relationships/image" Target="/ppt/media/image11.png" Id="R8b16a077f21f49df" /><Relationship Type="http://schemas.openxmlformats.org/officeDocument/2006/relationships/hyperlink" Target="https://cagoooo.github.io/Akai/tool/88/" TargetMode="External" Id="R05e32a45e1364571" /><Relationship Type="http://schemas.openxmlformats.org/officeDocument/2006/relationships/image" Target="/ppt/media/image12.png" Id="R00311eaf12814fa4" /><Relationship Type="http://schemas.openxmlformats.org/officeDocument/2006/relationships/hyperlink" Target="https://cagoooo.github.io/JHScurriculum/" TargetMode="External" Id="Re230fd29496148fc" /><Relationship Type="http://schemas.openxmlformats.org/officeDocument/2006/relationships/image" Target="/ppt/media/image13.png" Id="R6d3e2856fbb741a8" /><Relationship Type="http://schemas.openxmlformats.org/officeDocument/2006/relationships/notesSlide" Target="/ppt/notesSlides/notesSlide9.xml" Id="R33fd660e0d194d0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781e4dc88243a8" /><Relationship Type="http://schemas.openxmlformats.org/officeDocument/2006/relationships/hyperlink" Target="https://antigravity.google/" TargetMode="External" Id="R58156cf0ae1e4710" /><Relationship Type="http://schemas.openxmlformats.org/officeDocument/2006/relationships/image" Target="/ppt/media/image14.png" Id="R153bd3aceb4e41fb" /><Relationship Type="http://schemas.openxmlformats.org/officeDocument/2006/relationships/notesSlide" Target="/ppt/notesSlides/notesSlide10.xml" Id="R42ec8df45f374e3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31cfe6d301493e" /><Relationship Type="http://schemas.openxmlformats.org/officeDocument/2006/relationships/hyperlink" Target="https://antigravity.google/" TargetMode="External" Id="R51cf300b63054238" /><Relationship Type="http://schemas.openxmlformats.org/officeDocument/2006/relationships/image" Target="/ppt/media/image15.png" Id="R82f4cb860d924a27" /><Relationship Type="http://schemas.openxmlformats.org/officeDocument/2006/relationships/notesSlide" Target="/ppt/notesSlides/notesSlide11.xml" Id="R41a0f571e4ef46c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b2c448a0c649c8" /><Relationship Type="http://schemas.openxmlformats.org/officeDocument/2006/relationships/hyperlink" Target="https://antigravity.google/" TargetMode="External" Id="R2030e6110320439d" /><Relationship Type="http://schemas.openxmlformats.org/officeDocument/2006/relationships/image" Target="/ppt/media/image16.png" Id="R2492e1a9c9b74c3e" /><Relationship Type="http://schemas.openxmlformats.org/officeDocument/2006/relationships/notesSlide" Target="/ppt/notesSlides/notesSlide12.xml" Id="Rdeab5c8bb925437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bf7f4edc3243e9" /><Relationship Type="http://schemas.openxmlformats.org/officeDocument/2006/relationships/hyperlink" Target="https://antigravity.google/" TargetMode="External" Id="R4d43503b8928449e" /><Relationship Type="http://schemas.openxmlformats.org/officeDocument/2006/relationships/image" Target="/ppt/media/image17.png" Id="R694504e2fe764fcf" /><Relationship Type="http://schemas.openxmlformats.org/officeDocument/2006/relationships/notesSlide" Target="/ppt/notesSlides/notesSlide13.xml" Id="R5ea40c9e2c3f4cf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e69f1b1cda4b2c" /><Relationship Type="http://schemas.openxmlformats.org/officeDocument/2006/relationships/hyperlink" Target="https://antigravity.google/" TargetMode="External" Id="R2189a7152af04b79" /><Relationship Type="http://schemas.openxmlformats.org/officeDocument/2006/relationships/image" Target="/ppt/media/image18.png" Id="R20fa0dc7ccbb4af4" /><Relationship Type="http://schemas.openxmlformats.org/officeDocument/2006/relationships/notesSlide" Target="/ppt/notesSlides/notesSlide14.xml" Id="Rf266a838681f4a2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cca68faf18415e" /><Relationship Type="http://schemas.openxmlformats.org/officeDocument/2006/relationships/hyperlink" Target="https://antigravity.google/" TargetMode="External" Id="R0486c9bbb2bd40e8" /><Relationship Type="http://schemas.openxmlformats.org/officeDocument/2006/relationships/image" Target="/ppt/media/image19.png" Id="Ra6bf600f5478427d" /><Relationship Type="http://schemas.openxmlformats.org/officeDocument/2006/relationships/notesSlide" Target="/ppt/notesSlides/notesSlide15.xml" Id="Rf10049ee1dae428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81f34252d14213" /><Relationship Type="http://schemas.openxmlformats.org/officeDocument/2006/relationships/hyperlink" Target="https://antigravity.google/" TargetMode="External" Id="Rf6a2745ae3174a2d" /><Relationship Type="http://schemas.openxmlformats.org/officeDocument/2006/relationships/image" Target="/ppt/media/image20.png" Id="R49da359e48014a2e" /><Relationship Type="http://schemas.openxmlformats.org/officeDocument/2006/relationships/notesSlide" Target="/ppt/notesSlides/notesSlide16.xml" Id="Ra1330920bba04f5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18792bcf2c4242" /><Relationship Type="http://schemas.openxmlformats.org/officeDocument/2006/relationships/hyperlink" Target="https://chatgpt.com/codex/" TargetMode="External" Id="Rf97864e8b7484e91" /><Relationship Type="http://schemas.openxmlformats.org/officeDocument/2006/relationships/image" Target="/ppt/media/image21.png" Id="Rf024ff6c2d054d7f" /><Relationship Type="http://schemas.openxmlformats.org/officeDocument/2006/relationships/notesSlide" Target="/ppt/notesSlides/notesSlide17.xml" Id="R82af562415e04c7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7cb67ee00e4426" /><Relationship Type="http://schemas.openxmlformats.org/officeDocument/2006/relationships/hyperlink" Target="https://chatgpt.com/codex/" TargetMode="External" Id="Ra3f14da62a004e9d" /><Relationship Type="http://schemas.openxmlformats.org/officeDocument/2006/relationships/image" Target="/ppt/media/image22.png" Id="R4f0d3d84deeb4047" /><Relationship Type="http://schemas.openxmlformats.org/officeDocument/2006/relationships/notesSlide" Target="/ppt/notesSlides/notesSlide18.xml" Id="R9a83a88e42ce419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e190ed0cd248ec" /><Relationship Type="http://schemas.openxmlformats.org/officeDocument/2006/relationships/hyperlink" Target="https://chatgpt.com/codex/" TargetMode="External" Id="Rab6b05c2386d4a2a" /><Relationship Type="http://schemas.openxmlformats.org/officeDocument/2006/relationships/image" Target="/ppt/media/image23.png" Id="R7cdc3939a457402a" /><Relationship Type="http://schemas.openxmlformats.org/officeDocument/2006/relationships/notesSlide" Target="/ppt/notesSlides/notesSlide19.xml" Id="Rc75773f73851408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9fcc22539941f9" /><Relationship Type="http://schemas.openxmlformats.org/officeDocument/2006/relationships/hyperlink" Target="https://chatgpt.com/codex/" TargetMode="External" Id="R242eedddbb3a4c9f" /><Relationship Type="http://schemas.openxmlformats.org/officeDocument/2006/relationships/image" Target="/ppt/media/image24.png" Id="R053f0c98c68a4b66" /><Relationship Type="http://schemas.openxmlformats.org/officeDocument/2006/relationships/notesSlide" Target="/ppt/notesSlides/notesSlide20.xml" Id="R1d06cf1ac8bd4e7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a727ea7ea147ed" /><Relationship Type="http://schemas.openxmlformats.org/officeDocument/2006/relationships/hyperlink" Target="https://chatgpt.com/codex/" TargetMode="External" Id="R8dc7cf8cf7dd40c4" /><Relationship Type="http://schemas.openxmlformats.org/officeDocument/2006/relationships/image" Target="/ppt/media/image25.png" Id="Rcbd708cc1b104295" /><Relationship Type="http://schemas.openxmlformats.org/officeDocument/2006/relationships/notesSlide" Target="/ppt/notesSlides/notesSlide21.xml" Id="R351044c58d354da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dc475634c241a3" /><Relationship Type="http://schemas.openxmlformats.org/officeDocument/2006/relationships/hyperlink" Target="https://antigravity.google/" TargetMode="External" Id="R789997019fa44464" /><Relationship Type="http://schemas.openxmlformats.org/officeDocument/2006/relationships/hyperlink" Target="https://chatgpt.com/codex/" TargetMode="External" Id="R2fea6fc4a9f041e0" /><Relationship Type="http://schemas.openxmlformats.org/officeDocument/2006/relationships/hyperlink" Target="https://claude.ai/" TargetMode="External" Id="Ra16a456b6b5b4bc6" /><Relationship Type="http://schemas.openxmlformats.org/officeDocument/2006/relationships/image" Target="/ppt/media/image26.png" Id="R97c6ae5109294e58" /><Relationship Type="http://schemas.openxmlformats.org/officeDocument/2006/relationships/image" Target="/ppt/media/image27.png" Id="R80f67e5fbe7d4015" /><Relationship Type="http://schemas.openxmlformats.org/officeDocument/2006/relationships/image" Target="/ppt/media/image28.png" Id="R1ffcd5d0e97e43f8" /><Relationship Type="http://schemas.openxmlformats.org/officeDocument/2006/relationships/notesSlide" Target="/ppt/notesSlides/notesSlide22.xml" Id="R820bda679ba4477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b9cc51d40c4d98" /><Relationship Type="http://schemas.openxmlformats.org/officeDocument/2006/relationships/hyperlink" Target="https://codelabs.developers.google.com/getting-started-with-antigravity-skills" TargetMode="External" Id="R5f08d8119e334ce5" /><Relationship Type="http://schemas.openxmlformats.org/officeDocument/2006/relationships/hyperlink" Target="https://learn.chatgpt.com/docs/build-skills" TargetMode="External" Id="Rb3c86ed5bac24bf0" /><Relationship Type="http://schemas.openxmlformats.org/officeDocument/2006/relationships/image" Target="/ppt/media/image29.png" Id="Re3dbdf92fa9f4394" /><Relationship Type="http://schemas.openxmlformats.org/officeDocument/2006/relationships/image" Target="/ppt/media/image30.png" Id="R7bd28db12779440b" /><Relationship Type="http://schemas.openxmlformats.org/officeDocument/2006/relationships/notesSlide" Target="/ppt/notesSlides/notesSlide23.xml" Id="R609a31d38ed64fd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c5bd2929b845fe" /><Relationship Type="http://schemas.openxmlformats.org/officeDocument/2006/relationships/hyperlink" Target="https://codelabs.developers.google.com/getting-started-with-antigravity-skills" TargetMode="External" Id="R7c3bebba8d054123" /><Relationship Type="http://schemas.openxmlformats.org/officeDocument/2006/relationships/hyperlink" Target="https://learn.chatgpt.com/docs/build-skills" TargetMode="External" Id="Rb03765bc40214b93" /><Relationship Type="http://schemas.openxmlformats.org/officeDocument/2006/relationships/image" Target="/ppt/media/image31.png" Id="Rc77e9d7b91004878" /><Relationship Type="http://schemas.openxmlformats.org/officeDocument/2006/relationships/image" Target="/ppt/media/image32.png" Id="Re0a486b49b4246f7" /><Relationship Type="http://schemas.openxmlformats.org/officeDocument/2006/relationships/notesSlide" Target="/ppt/notesSlides/notesSlide24.xml" Id="R7d26b45e0fba492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69778afd33411e" /><Relationship Type="http://schemas.openxmlformats.org/officeDocument/2006/relationships/image" Target="/ppt/media/image33.png" Id="R68b93278181c4916" /><Relationship Type="http://schemas.openxmlformats.org/officeDocument/2006/relationships/hyperlink" Target="../04_&#23526;&#20316;&#24037;&#20855;/&#25552;&#31034;&#35422;&#24555;&#25463;&#38754;&#26495;_&#30740;&#32722;&#29992;.html" TargetMode="External" Id="Rb5459e38a1b54c35" /><Relationship Type="http://schemas.openxmlformats.org/officeDocument/2006/relationships/image" Target="/ppt/media/image34.png" Id="R4b85c258d33a4980" /><Relationship Type="http://schemas.openxmlformats.org/officeDocument/2006/relationships/notesSlide" Target="/ppt/notesSlides/notesSlide25.xml" Id="Re123e9037f364d4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3f361d6c534bad" /><Relationship Type="http://schemas.openxmlformats.org/officeDocument/2006/relationships/hyperlink" Target="https://codelabs.developers.google.com/getting-started-with-antigravity-skills" TargetMode="External" Id="R66e626b293da4064" /><Relationship Type="http://schemas.openxmlformats.org/officeDocument/2006/relationships/hyperlink" Target="https://learn.chatgpt.com/docs/build-skills" TargetMode="External" Id="R31dd3b93a9b94852" /><Relationship Type="http://schemas.openxmlformats.org/officeDocument/2006/relationships/image" Target="/ppt/media/image35.png" Id="R50acf67cd65541dc" /><Relationship Type="http://schemas.openxmlformats.org/officeDocument/2006/relationships/image" Target="/ppt/media/image36.png" Id="R8a349896f48e4bb8" /><Relationship Type="http://schemas.openxmlformats.org/officeDocument/2006/relationships/notesSlide" Target="/ppt/notesSlides/notesSlide26.xml" Id="R689c369404e74c7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c1368fac064954" /><Relationship Type="http://schemas.openxmlformats.org/officeDocument/2006/relationships/hyperlink" Target="https://codelabs.developers.google.com/getting-started-with-antigravity-skills" TargetMode="External" Id="R3bfde8c3945a4200" /><Relationship Type="http://schemas.openxmlformats.org/officeDocument/2006/relationships/hyperlink" Target="https://learn.chatgpt.com/docs/build-skills" TargetMode="External" Id="R2c1109ae7b6b4b33" /><Relationship Type="http://schemas.openxmlformats.org/officeDocument/2006/relationships/image" Target="/ppt/media/image37.png" Id="R378a05a942034f0e" /><Relationship Type="http://schemas.openxmlformats.org/officeDocument/2006/relationships/image" Target="/ppt/media/image38.png" Id="Re9f7577a41584201" /><Relationship Type="http://schemas.openxmlformats.org/officeDocument/2006/relationships/notesSlide" Target="/ppt/notesSlides/notesSlide27.xml" Id="R4aabc3b8c7bd417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fe595f15d94ff2" /><Relationship Type="http://schemas.openxmlformats.org/officeDocument/2006/relationships/hyperlink" Target="https://codelabs.developers.google.com/getting-started-with-antigravity-skills" TargetMode="External" Id="Re8761fd559cd480a" /><Relationship Type="http://schemas.openxmlformats.org/officeDocument/2006/relationships/hyperlink" Target="https://learn.chatgpt.com/docs/build-skills" TargetMode="External" Id="R9cab1fc1490540a9" /><Relationship Type="http://schemas.openxmlformats.org/officeDocument/2006/relationships/image" Target="/ppt/media/image39.png" Id="R8aa47c3f2772453c" /><Relationship Type="http://schemas.openxmlformats.org/officeDocument/2006/relationships/image" Target="/ppt/media/image40.png" Id="R7ef5b1703b4547a3" /><Relationship Type="http://schemas.openxmlformats.org/officeDocument/2006/relationships/notesSlide" Target="/ppt/notesSlides/notesSlide28.xml" Id="R957a62a60ddc49d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f0ca36982b4306" /><Relationship Type="http://schemas.openxmlformats.org/officeDocument/2006/relationships/hyperlink" Target="https://codelabs.developers.google.com/getting-started-with-antigravity-skills" TargetMode="External" Id="R3754c2881cfb4186" /><Relationship Type="http://schemas.openxmlformats.org/officeDocument/2006/relationships/hyperlink" Target="https://learn.chatgpt.com/docs/build-skills" TargetMode="External" Id="Rea1f234bee78401d" /><Relationship Type="http://schemas.openxmlformats.org/officeDocument/2006/relationships/image" Target="/ppt/media/image41.png" Id="R5ad65a9f888b4874" /><Relationship Type="http://schemas.openxmlformats.org/officeDocument/2006/relationships/image" Target="/ppt/media/image42.png" Id="Re5e996520233400b" /><Relationship Type="http://schemas.openxmlformats.org/officeDocument/2006/relationships/notesSlide" Target="/ppt/notesSlides/notesSlide29.xml" Id="Rdde824b8fde8477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7d9dfe02e74f30" /><Relationship Type="http://schemas.openxmlformats.org/officeDocument/2006/relationships/hyperlink" Target="https://codelabs.developers.google.com/getting-started-with-antigravity-skills" TargetMode="External" Id="R446130c0e9e34103" /><Relationship Type="http://schemas.openxmlformats.org/officeDocument/2006/relationships/hyperlink" Target="https://learn.chatgpt.com/docs/build-skills" TargetMode="External" Id="R6806f2d4278343d9" /><Relationship Type="http://schemas.openxmlformats.org/officeDocument/2006/relationships/image" Target="/ppt/media/image43.png" Id="Re930e798d21a407d" /><Relationship Type="http://schemas.openxmlformats.org/officeDocument/2006/relationships/image" Target="/ppt/media/image44.png" Id="R21e84cf697db4e70" /><Relationship Type="http://schemas.openxmlformats.org/officeDocument/2006/relationships/notesSlide" Target="/ppt/notesSlides/notesSlide30.xml" Id="R76d0b90841dd4e8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3826071a1f43b5" /><Relationship Type="http://schemas.openxmlformats.org/officeDocument/2006/relationships/hyperlink" Target="https://codelabs.developers.google.com/getting-started-with-antigravity-skills" TargetMode="External" Id="R7cae8b74a5fc4572" /><Relationship Type="http://schemas.openxmlformats.org/officeDocument/2006/relationships/hyperlink" Target="https://learn.chatgpt.com/docs/build-skills" TargetMode="External" Id="Rf6f3c6e8d7e14d9d" /><Relationship Type="http://schemas.openxmlformats.org/officeDocument/2006/relationships/image" Target="/ppt/media/image45.png" Id="Rf341cca620664b92" /><Relationship Type="http://schemas.openxmlformats.org/officeDocument/2006/relationships/image" Target="/ppt/media/image46.png" Id="R3cc9f0c402ae4640" /><Relationship Type="http://schemas.openxmlformats.org/officeDocument/2006/relationships/notesSlide" Target="/ppt/notesSlides/notesSlide31.xml" Id="R4f0a87206cdd4074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62611a51eb446e" /><Relationship Type="http://schemas.openxmlformats.org/officeDocument/2006/relationships/hyperlink" Target="https://codelabs.developers.google.com/getting-started-with-antigravity-skills" TargetMode="External" Id="Rdc8c0ef6c8fe4b3c" /><Relationship Type="http://schemas.openxmlformats.org/officeDocument/2006/relationships/hyperlink" Target="https://learn.chatgpt.com/docs/build-skills" TargetMode="External" Id="R799dbc06fffa4cde" /><Relationship Type="http://schemas.openxmlformats.org/officeDocument/2006/relationships/image" Target="/ppt/media/image47.png" Id="Re08bd2ba32ca425e" /><Relationship Type="http://schemas.openxmlformats.org/officeDocument/2006/relationships/image" Target="/ppt/media/image48.png" Id="Re8cbea64d9ad439a" /><Relationship Type="http://schemas.openxmlformats.org/officeDocument/2006/relationships/notesSlide" Target="/ppt/notesSlides/notesSlide32.xml" Id="R9da6a7fdacb54878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7f7f5204424ebc" /><Relationship Type="http://schemas.openxmlformats.org/officeDocument/2006/relationships/hyperlink" Target="https://antigravity.google/" TargetMode="External" Id="R9bae11979fbe45da" /><Relationship Type="http://schemas.openxmlformats.org/officeDocument/2006/relationships/hyperlink" Target="https://chatgpt.com/codex/" TargetMode="External" Id="R80914ae01bff4909" /><Relationship Type="http://schemas.openxmlformats.org/officeDocument/2006/relationships/image" Target="/ppt/media/image49.png" Id="Red4e9be5c7fe4a63" /><Relationship Type="http://schemas.openxmlformats.org/officeDocument/2006/relationships/image" Target="/ppt/media/image50.png" Id="R3219312f8897465b" /><Relationship Type="http://schemas.openxmlformats.org/officeDocument/2006/relationships/notesSlide" Target="/ppt/notesSlides/notesSlide33.xml" Id="R2ed97857f90f426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e7de952cbd4745" /><Relationship Type="http://schemas.openxmlformats.org/officeDocument/2006/relationships/hyperlink" Target="https://antigravity.google/" TargetMode="External" Id="R0a5b05a18b0f458d" /><Relationship Type="http://schemas.openxmlformats.org/officeDocument/2006/relationships/hyperlink" Target="https://chatgpt.com/codex/" TargetMode="External" Id="Rf651122a2ef3402a" /><Relationship Type="http://schemas.openxmlformats.org/officeDocument/2006/relationships/image" Target="/ppt/media/image51.png" Id="R993c3cba555f4427" /><Relationship Type="http://schemas.openxmlformats.org/officeDocument/2006/relationships/image" Target="/ppt/media/image52.png" Id="R4a728bf0d2e44ffd" /><Relationship Type="http://schemas.openxmlformats.org/officeDocument/2006/relationships/notesSlide" Target="/ppt/notesSlides/notesSlide34.xml" Id="R585590365bc04f9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6e52940fba44a7" /><Relationship Type="http://schemas.openxmlformats.org/officeDocument/2006/relationships/hyperlink" Target="https://antigravity.google/" TargetMode="External" Id="R96057734c3274f1e" /><Relationship Type="http://schemas.openxmlformats.org/officeDocument/2006/relationships/hyperlink" Target="https://chatgpt.com/codex/" TargetMode="External" Id="Rb133ae5bcb6247d7" /><Relationship Type="http://schemas.openxmlformats.org/officeDocument/2006/relationships/image" Target="/ppt/media/image53.png" Id="Rc753d980cd6c4232" /><Relationship Type="http://schemas.openxmlformats.org/officeDocument/2006/relationships/image" Target="/ppt/media/image54.png" Id="R7f35ca3fc3c1413b" /><Relationship Type="http://schemas.openxmlformats.org/officeDocument/2006/relationships/notesSlide" Target="/ppt/notesSlides/notesSlide35.xml" Id="R835cb533c53742f4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0cf1569e3249c7" /><Relationship Type="http://schemas.openxmlformats.org/officeDocument/2006/relationships/hyperlink" Target="https://antigravity.google/" TargetMode="External" Id="R1bcbb81a39774723" /><Relationship Type="http://schemas.openxmlformats.org/officeDocument/2006/relationships/hyperlink" Target="https://chatgpt.com/codex/" TargetMode="External" Id="R012df036900a44c7" /><Relationship Type="http://schemas.openxmlformats.org/officeDocument/2006/relationships/image" Target="/ppt/media/image55.png" Id="R09fa6626fbf44e90" /><Relationship Type="http://schemas.openxmlformats.org/officeDocument/2006/relationships/image" Target="/ppt/media/image56.png" Id="R04398d5e21804f3d" /><Relationship Type="http://schemas.openxmlformats.org/officeDocument/2006/relationships/notesSlide" Target="/ppt/notesSlides/notesSlide36.xml" Id="Rf805cdc064444cb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8fe570da38457c" /><Relationship Type="http://schemas.openxmlformats.org/officeDocument/2006/relationships/hyperlink" Target="https://antigravity.google/" TargetMode="External" Id="R39d47979d01b472d" /><Relationship Type="http://schemas.openxmlformats.org/officeDocument/2006/relationships/hyperlink" Target="https://chatgpt.com/codex/" TargetMode="External" Id="Ra96db1d55e6d4c42" /><Relationship Type="http://schemas.openxmlformats.org/officeDocument/2006/relationships/image" Target="/ppt/media/image57.png" Id="R42df41b5739047c5" /><Relationship Type="http://schemas.openxmlformats.org/officeDocument/2006/relationships/image" Target="/ppt/media/image58.png" Id="R7e56ea42226742cf" /><Relationship Type="http://schemas.openxmlformats.org/officeDocument/2006/relationships/notesSlide" Target="/ppt/notesSlides/notesSlide37.xml" Id="R5c0eaad7429b4b5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663f465d3f4a26" /><Relationship Type="http://schemas.openxmlformats.org/officeDocument/2006/relationships/hyperlink" Target="https://antigravity.google/" TargetMode="External" Id="R970053c7a6824045" /><Relationship Type="http://schemas.openxmlformats.org/officeDocument/2006/relationships/hyperlink" Target="https://chatgpt.com/codex/" TargetMode="External" Id="R8b8203f8824d4e25" /><Relationship Type="http://schemas.openxmlformats.org/officeDocument/2006/relationships/image" Target="/ppt/media/image59.png" Id="R7bae074eac8f454c" /><Relationship Type="http://schemas.openxmlformats.org/officeDocument/2006/relationships/image" Target="/ppt/media/image60.png" Id="R85016e70d1594628" /><Relationship Type="http://schemas.openxmlformats.org/officeDocument/2006/relationships/notesSlide" Target="/ppt/notesSlides/notesSlide38.xml" Id="Rc5f3b8e65de2480e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51167144f140cc" /><Relationship Type="http://schemas.openxmlformats.org/officeDocument/2006/relationships/hyperlink" Target="https://antigravity.google/" TargetMode="External" Id="Re6c078c26f1c460c" /><Relationship Type="http://schemas.openxmlformats.org/officeDocument/2006/relationships/hyperlink" Target="https://chatgpt.com/codex/" TargetMode="External" Id="R9f6a06a85d424ce4" /><Relationship Type="http://schemas.openxmlformats.org/officeDocument/2006/relationships/image" Target="/ppt/media/image61.png" Id="Rdfdd5b3802444580" /><Relationship Type="http://schemas.openxmlformats.org/officeDocument/2006/relationships/image" Target="/ppt/media/image62.png" Id="R664ed25df3494a9d" /><Relationship Type="http://schemas.openxmlformats.org/officeDocument/2006/relationships/notesSlide" Target="/ppt/notesSlides/notesSlide39.xml" Id="R154ff0208c3043b9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4961207d564965" /><Relationship Type="http://schemas.openxmlformats.org/officeDocument/2006/relationships/hyperlink" Target="https://antigravity.google/" TargetMode="External" Id="R5c84de918800446f" /><Relationship Type="http://schemas.openxmlformats.org/officeDocument/2006/relationships/hyperlink" Target="https://chatgpt.com/codex/" TargetMode="External" Id="R7eee9c4b87444643" /><Relationship Type="http://schemas.openxmlformats.org/officeDocument/2006/relationships/image" Target="/ppt/media/image63.png" Id="R326cfb9fb35542ba" /><Relationship Type="http://schemas.openxmlformats.org/officeDocument/2006/relationships/image" Target="/ppt/media/image64.png" Id="R9e5d2e33c18d4ff1" /><Relationship Type="http://schemas.openxmlformats.org/officeDocument/2006/relationships/notesSlide" Target="/ppt/notesSlides/notesSlide40.xml" Id="Rfafee3f84eff4183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dbffcd1f644328" /><Relationship Type="http://schemas.openxmlformats.org/officeDocument/2006/relationships/hyperlink" Target="https://antigravity.google/" TargetMode="External" Id="R4d1594e9e0c44f85" /><Relationship Type="http://schemas.openxmlformats.org/officeDocument/2006/relationships/hyperlink" Target="https://chatgpt.com/codex/" TargetMode="External" Id="R1b5ab47773624f78" /><Relationship Type="http://schemas.openxmlformats.org/officeDocument/2006/relationships/image" Target="/ppt/media/image65.png" Id="R3af6c1c7e0044245" /><Relationship Type="http://schemas.openxmlformats.org/officeDocument/2006/relationships/image" Target="/ppt/media/image66.png" Id="R1351a37c30114b98" /><Relationship Type="http://schemas.openxmlformats.org/officeDocument/2006/relationships/notesSlide" Target="/ppt/notesSlides/notesSlide41.xml" Id="R595a6ae958044c4b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6ff94984c145b5" /><Relationship Type="http://schemas.openxmlformats.org/officeDocument/2006/relationships/hyperlink" Target="https://antigravity.google/" TargetMode="External" Id="R00753cc98dcb4864" /><Relationship Type="http://schemas.openxmlformats.org/officeDocument/2006/relationships/hyperlink" Target="https://chatgpt.com/codex/" TargetMode="External" Id="R7b2809aaec714a91" /><Relationship Type="http://schemas.openxmlformats.org/officeDocument/2006/relationships/image" Target="/ppt/media/image67.png" Id="Re5fa9fc22dae460b" /><Relationship Type="http://schemas.openxmlformats.org/officeDocument/2006/relationships/image" Target="/ppt/media/image68.png" Id="Re33494876b6448ad" /><Relationship Type="http://schemas.openxmlformats.org/officeDocument/2006/relationships/notesSlide" Target="/ppt/notesSlides/notesSlide42.xml" Id="Rbaab32791ac84862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65171f4d8143fb" /><Relationship Type="http://schemas.openxmlformats.org/officeDocument/2006/relationships/hyperlink" Target="https://antigravity.google/" TargetMode="External" Id="R1c62b20641f646ba" /><Relationship Type="http://schemas.openxmlformats.org/officeDocument/2006/relationships/hyperlink" Target="https://chatgpt.com/codex/" TargetMode="External" Id="R560a6448e1a24a61" /><Relationship Type="http://schemas.openxmlformats.org/officeDocument/2006/relationships/image" Target="/ppt/media/image69.png" Id="R95c613ea026d4484" /><Relationship Type="http://schemas.openxmlformats.org/officeDocument/2006/relationships/image" Target="/ppt/media/image70.png" Id="R60bb82488a194963" /><Relationship Type="http://schemas.openxmlformats.org/officeDocument/2006/relationships/notesSlide" Target="/ppt/notesSlides/notesSlide43.xml" Id="R930db2f97e01408f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7717624e2a4e40" /><Relationship Type="http://schemas.openxmlformats.org/officeDocument/2006/relationships/hyperlink" Target="../START_HERE_&#30740;&#32722;&#36039;&#28304;&#23566;&#33322;.html" TargetMode="External" Id="R730cb4dc112746d4" /><Relationship Type="http://schemas.openxmlformats.org/officeDocument/2006/relationships/image" Target="/ppt/media/image71.png" Id="R1b30d818cbc641eb" /><Relationship Type="http://schemas.openxmlformats.org/officeDocument/2006/relationships/hyperlink" Target="https://antigravity.google/" TargetMode="External" Id="Ra2198527c0f24858" /><Relationship Type="http://schemas.openxmlformats.org/officeDocument/2006/relationships/image" Target="/ppt/media/image72.png" Id="R6c7ade4ebd25434f" /><Relationship Type="http://schemas.openxmlformats.org/officeDocument/2006/relationships/hyperlink" Target="https://chatgpt.com/codex/" TargetMode="External" Id="R028f71587f7640af" /><Relationship Type="http://schemas.openxmlformats.org/officeDocument/2006/relationships/image" Target="/ppt/media/image73.png" Id="R4d12eff920754668" /><Relationship Type="http://schemas.openxmlformats.org/officeDocument/2006/relationships/hyperlink" Target="https://claude.ai/" TargetMode="External" Id="R3da5773fc707436e" /><Relationship Type="http://schemas.openxmlformats.org/officeDocument/2006/relationships/image" Target="/ppt/media/image74.png" Id="R8640c0a0bf7a443c" /><Relationship Type="http://schemas.openxmlformats.org/officeDocument/2006/relationships/hyperlink" Target="https://codelabs.developers.google.com/getting-started-with-antigravity-skills" TargetMode="External" Id="Rf1ac5ec57183427d" /><Relationship Type="http://schemas.openxmlformats.org/officeDocument/2006/relationships/image" Target="/ppt/media/image75.png" Id="R7465f9a7efd044af" /><Relationship Type="http://schemas.openxmlformats.org/officeDocument/2006/relationships/hyperlink" Target="../04_&#23526;&#20316;&#24037;&#20855;/&#25552;&#31034;&#35422;&#24555;&#25463;&#38754;&#26495;_&#30740;&#32722;&#29992;.html" TargetMode="External" Id="R48fd318ddf1844d5" /><Relationship Type="http://schemas.openxmlformats.org/officeDocument/2006/relationships/image" Target="/ppt/media/image76.png" Id="R242f530054ef4d5a" /><Relationship Type="http://schemas.openxmlformats.org/officeDocument/2006/relationships/hyperlink" Target="https://cagoooo.github.io/Akai/" TargetMode="External" Id="R9c917000bcd649dc" /><Relationship Type="http://schemas.openxmlformats.org/officeDocument/2006/relationships/image" Target="/ppt/media/image77.png" Id="Rd7b7c35c7881428d" /><Relationship Type="http://schemas.openxmlformats.org/officeDocument/2006/relationships/hyperlink" Target="https://www.iea.nl/sites/default/files/2025-10/GA66_PIRLS%202026.pdf" TargetMode="External" Id="R5fa35ffad073493e" /><Relationship Type="http://schemas.openxmlformats.org/officeDocument/2006/relationships/image" Target="/ppt/media/image78.png" Id="R5d8c3e9f11bc42b6" /><Relationship Type="http://schemas.openxmlformats.org/officeDocument/2006/relationships/notesSlide" Target="/ppt/notesSlides/notesSlide44.xml" Id="R4a613d69848c408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0b2d65546b426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841">
            <a:extLst xmlns:a="http://schemas.openxmlformats.org/drawingml/2006/main">
              <a:ext uri="{FF2B5EF4-FFF2-40B4-BE49-F238E27FC236}">
                <a16:creationId xmlns:a16="http://schemas.microsoft.com/office/drawing/2014/main" id="{14D4F451-AB8A-492F-8A55-25F8F48F8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842">
            <a:extLst xmlns:a="http://schemas.openxmlformats.org/drawingml/2006/main">
              <a:ext uri="{FF2B5EF4-FFF2-40B4-BE49-F238E27FC236}">
                <a16:creationId xmlns:a16="http://schemas.microsoft.com/office/drawing/2014/main" id="{E306B4A2-EB85-40A0-B0FE-EECA7E80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843">
            <a:extLst xmlns:a="http://schemas.openxmlformats.org/drawingml/2006/main">
              <a:ext uri="{FF2B5EF4-FFF2-40B4-BE49-F238E27FC236}">
                <a16:creationId xmlns:a16="http://schemas.microsoft.com/office/drawing/2014/main" id="{43051AE4-3D91-4753-BD12-201FA51D5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下午場｜13:00–16:00</a:t>
            </a:r>
          </a:p>
        </p:txBody>
      </p:sp>
      <p:sp>
        <p:nvSpPr>
          <p:cNvPr id="5" name="text-844">
            <a:extLst xmlns:a="http://schemas.openxmlformats.org/drawingml/2006/main">
              <a:ext uri="{FF2B5EF4-FFF2-40B4-BE49-F238E27FC236}">
                <a16:creationId xmlns:a16="http://schemas.microsoft.com/office/drawing/2014/main" id="{184FBEE7-8B49-49DA-8ADF-EB88F763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04950"/>
            <a:ext cx="46291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打造會做事的 AI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教學與研究夥伴：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Antigravity／Codex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Claude／Agent Skills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資料分析實戰</a:t>
            </a:r>
          </a:p>
        </p:txBody>
      </p:sp>
      <p:sp>
        <p:nvSpPr>
          <p:cNvPr id="6" name="shape-845">
            <a:extLst xmlns:a="http://schemas.openxmlformats.org/drawingml/2006/main">
              <a:ext uri="{FF2B5EF4-FFF2-40B4-BE49-F238E27FC236}">
                <a16:creationId xmlns:a16="http://schemas.microsoft.com/office/drawing/2014/main" id="{E917328B-25F8-475F-9EE0-D5E4A3766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846">
            <a:extLst xmlns:a="http://schemas.openxmlformats.org/drawingml/2006/main">
              <a:ext uri="{FF2B5EF4-FFF2-40B4-BE49-F238E27FC236}">
                <a16:creationId xmlns:a16="http://schemas.microsoft.com/office/drawing/2014/main" id="{F63F6820-7B77-4E2E-9F5C-B846F8E7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29150"/>
            <a:ext cx="4629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847">
            <a:extLst xmlns:a="http://schemas.openxmlformats.org/drawingml/2006/main">
              <a:ext uri="{FF2B5EF4-FFF2-40B4-BE49-F238E27FC236}">
                <a16:creationId xmlns:a16="http://schemas.microsoft.com/office/drawing/2014/main" id="{3B260C3A-1929-4D00-89DF-07AD2307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8788908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848">
            <a:extLst xmlns:a="http://schemas.openxmlformats.org/drawingml/2006/main">
              <a:ext uri="{FF2B5EF4-FFF2-40B4-BE49-F238E27FC236}">
                <a16:creationId xmlns:a16="http://schemas.microsoft.com/office/drawing/2014/main" id="{083A545D-7B54-4245-B11D-53DC58A34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23DE20F-AF89-48DF-B71C-A6D897CE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下午離開前，你會有四項成果</a:t>
            </a:r>
          </a:p>
        </p:txBody>
      </p:sp>
      <p:cxnSp>
        <p:nvCxnSpPr>
          <p:cNvPr id="24" name="shape-84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50">
            <a:extLst xmlns:a="http://schemas.openxmlformats.org/drawingml/2006/main">
              <a:ext uri="{FF2B5EF4-FFF2-40B4-BE49-F238E27FC236}">
                <a16:creationId xmlns:a16="http://schemas.microsoft.com/office/drawing/2014/main" id="{D011B068-04EB-46ED-BED4-7F7B0D93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028B834-4EF5-4739-A63C-412E10AA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851">
            <a:extLst xmlns:a="http://schemas.openxmlformats.org/drawingml/2006/main">
              <a:ext uri="{FF2B5EF4-FFF2-40B4-BE49-F238E27FC236}">
                <a16:creationId xmlns:a16="http://schemas.microsoft.com/office/drawing/2014/main" id="{6BC4AE44-C592-4813-A39A-FA314DBD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852">
            <a:extLst xmlns:a="http://schemas.openxmlformats.org/drawingml/2006/main">
              <a:ext uri="{FF2B5EF4-FFF2-40B4-BE49-F238E27FC236}">
                <a16:creationId xmlns:a16="http://schemas.microsoft.com/office/drawing/2014/main" id="{DD6E54E2-6DA6-4DEB-AC14-860BDAB1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853">
            <a:extLst xmlns:a="http://schemas.openxmlformats.org/drawingml/2006/main">
              <a:ext uri="{FF2B5EF4-FFF2-40B4-BE49-F238E27FC236}">
                <a16:creationId xmlns:a16="http://schemas.microsoft.com/office/drawing/2014/main" id="{FD6983F3-BD86-4153-B647-D339B475A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看懂 Agent</a:t>
            </a:r>
          </a:p>
        </p:txBody>
      </p:sp>
      <p:sp>
        <p:nvSpPr>
          <p:cNvPr id="9" name="text-854">
            <a:extLst xmlns:a="http://schemas.openxmlformats.org/drawingml/2006/main">
              <a:ext uri="{FF2B5EF4-FFF2-40B4-BE49-F238E27FC236}">
                <a16:creationId xmlns:a16="http://schemas.microsoft.com/office/drawing/2014/main" id="{1E4AEF17-3CA6-4FBD-9FC6-1F35BC1B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能分辨對話、助理與 Agent，知道何時必須人在迴路。</a:t>
            </a:r>
          </a:p>
        </p:txBody>
      </p:sp>
      <p:sp>
        <p:nvSpPr>
          <p:cNvPr id="10" name="shape-855">
            <a:extLst xmlns:a="http://schemas.openxmlformats.org/drawingml/2006/main">
              <a:ext uri="{FF2B5EF4-FFF2-40B4-BE49-F238E27FC236}">
                <a16:creationId xmlns:a16="http://schemas.microsoft.com/office/drawing/2014/main" id="{F3DD56DB-C3CC-47C9-89C5-FB9A9845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856">
            <a:extLst xmlns:a="http://schemas.openxmlformats.org/drawingml/2006/main">
              <a:ext uri="{FF2B5EF4-FFF2-40B4-BE49-F238E27FC236}">
                <a16:creationId xmlns:a16="http://schemas.microsoft.com/office/drawing/2014/main" id="{EA729CE5-5B28-496F-A8BD-FA40CEF2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857">
            <a:extLst xmlns:a="http://schemas.openxmlformats.org/drawingml/2006/main">
              <a:ext uri="{FF2B5EF4-FFF2-40B4-BE49-F238E27FC236}">
                <a16:creationId xmlns:a16="http://schemas.microsoft.com/office/drawing/2014/main" id="{05E5120E-8BD9-470F-B31D-F6C2B5820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建立工具策略</a:t>
            </a:r>
          </a:p>
        </p:txBody>
      </p:sp>
      <p:sp>
        <p:nvSpPr>
          <p:cNvPr id="13" name="text-858">
            <a:extLst xmlns:a="http://schemas.openxmlformats.org/drawingml/2006/main">
              <a:ext uri="{FF2B5EF4-FFF2-40B4-BE49-F238E27FC236}">
                <a16:creationId xmlns:a16="http://schemas.microsoft.com/office/drawing/2014/main" id="{0385361F-258C-4485-AD12-5FCAB882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比較 Antigravity、Codex 與 Claude，依任務、額度與驗收證據選擇工具。</a:t>
            </a:r>
          </a:p>
        </p:txBody>
      </p:sp>
      <p:sp>
        <p:nvSpPr>
          <p:cNvPr id="14" name="shape-859">
            <a:extLst xmlns:a="http://schemas.openxmlformats.org/drawingml/2006/main">
              <a:ext uri="{FF2B5EF4-FFF2-40B4-BE49-F238E27FC236}">
                <a16:creationId xmlns:a16="http://schemas.microsoft.com/office/drawing/2014/main" id="{0DF2CC82-1E41-4439-B5C0-D57343161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860">
            <a:extLst xmlns:a="http://schemas.openxmlformats.org/drawingml/2006/main">
              <a:ext uri="{FF2B5EF4-FFF2-40B4-BE49-F238E27FC236}">
                <a16:creationId xmlns:a16="http://schemas.microsoft.com/office/drawing/2014/main" id="{1DDDCF1A-A12F-4B15-A88D-9D96D37CE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861">
            <a:extLst xmlns:a="http://schemas.openxmlformats.org/drawingml/2006/main">
              <a:ext uri="{FF2B5EF4-FFF2-40B4-BE49-F238E27FC236}">
                <a16:creationId xmlns:a16="http://schemas.microsoft.com/office/drawing/2014/main" id="{43053F3D-2D24-4A98-8428-DF6C8FC8B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完成一個 Skill</a:t>
            </a:r>
          </a:p>
        </p:txBody>
      </p:sp>
      <p:sp>
        <p:nvSpPr>
          <p:cNvPr id="17" name="text-862">
            <a:extLst xmlns:a="http://schemas.openxmlformats.org/drawingml/2006/main">
              <a:ext uri="{FF2B5EF4-FFF2-40B4-BE49-F238E27FC236}">
                <a16:creationId xmlns:a16="http://schemas.microsoft.com/office/drawing/2014/main" id="{6FDC09C6-0093-413D-9249-64226561F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把教學或研究提示詞升級成可重複、可測試的工作流程。</a:t>
            </a:r>
          </a:p>
        </p:txBody>
      </p:sp>
      <p:sp>
        <p:nvSpPr>
          <p:cNvPr id="18" name="shape-863">
            <a:extLst xmlns:a="http://schemas.openxmlformats.org/drawingml/2006/main">
              <a:ext uri="{FF2B5EF4-FFF2-40B4-BE49-F238E27FC236}">
                <a16:creationId xmlns:a16="http://schemas.microsoft.com/office/drawing/2014/main" id="{6DD2A8AC-DC6F-4763-9CF4-BC51EB3FF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864">
            <a:extLst xmlns:a="http://schemas.openxmlformats.org/drawingml/2006/main">
              <a:ext uri="{FF2B5EF4-FFF2-40B4-BE49-F238E27FC236}">
                <a16:creationId xmlns:a16="http://schemas.microsoft.com/office/drawing/2014/main" id="{A640E366-0290-4441-A0C5-6269E351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865">
            <a:extLst xmlns:a="http://schemas.openxmlformats.org/drawingml/2006/main">
              <a:ext uri="{FF2B5EF4-FFF2-40B4-BE49-F238E27FC236}">
                <a16:creationId xmlns:a16="http://schemas.microsoft.com/office/drawing/2014/main" id="{50925BDD-2C60-47BA-A402-601A35C0E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完成資料分析</a:t>
            </a:r>
          </a:p>
        </p:txBody>
      </p:sp>
      <p:sp>
        <p:nvSpPr>
          <p:cNvPr id="21" name="text-866">
            <a:extLst xmlns:a="http://schemas.openxmlformats.org/drawingml/2006/main">
              <a:ext uri="{FF2B5EF4-FFF2-40B4-BE49-F238E27FC236}">
                <a16:creationId xmlns:a16="http://schemas.microsoft.com/office/drawing/2014/main" id="{E1C5A107-4CEF-4B66-B568-E9174FE5D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以合成資料練習選擇題統計、簡答初編與人工複核。</a:t>
            </a:r>
          </a:p>
        </p:txBody>
      </p:sp>
    </p:spTree>
    <p:extLst>
      <p:ext uri="{BB962C8B-B14F-4D97-AF65-F5344CB8AC3E}">
        <p14:creationId xmlns:p14="http://schemas.microsoft.com/office/powerpoint/2010/main" val="8417180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867">
            <a:extLst xmlns:a="http://schemas.openxmlformats.org/drawingml/2006/main">
              <a:ext uri="{FF2B5EF4-FFF2-40B4-BE49-F238E27FC236}">
                <a16:creationId xmlns:a16="http://schemas.microsoft.com/office/drawing/2014/main" id="{18C0860C-7EF6-40AB-94B4-448813CE4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B90D8B1-9AE8-483E-A0CD-97CAE7096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 180 分鐘：從操作到可重複流程</a:t>
            </a:r>
          </a:p>
        </p:txBody>
      </p:sp>
      <p:cxnSp>
        <p:nvCxnSpPr>
          <p:cNvPr id="41" name="shape-86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69">
            <a:extLst xmlns:a="http://schemas.openxmlformats.org/drawingml/2006/main">
              <a:ext uri="{FF2B5EF4-FFF2-40B4-BE49-F238E27FC236}">
                <a16:creationId xmlns:a16="http://schemas.microsoft.com/office/drawing/2014/main" id="{A208A214-434F-4DDB-8F24-A1C7F9E5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D609F54-C34A-4418-99D3-11D0C9C77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cxnSp>
        <p:nvCxnSpPr>
          <p:cNvPr id="44" name="shape-870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shape-871">
            <a:extLst xmlns:a="http://schemas.openxmlformats.org/drawingml/2006/main">
              <a:ext uri="{FF2B5EF4-FFF2-40B4-BE49-F238E27FC236}">
                <a16:creationId xmlns:a16="http://schemas.microsoft.com/office/drawing/2014/main" id="{670FA688-DB4E-46AC-8C95-783A7E38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872">
            <a:extLst xmlns:a="http://schemas.openxmlformats.org/drawingml/2006/main">
              <a:ext uri="{FF2B5EF4-FFF2-40B4-BE49-F238E27FC236}">
                <a16:creationId xmlns:a16="http://schemas.microsoft.com/office/drawing/2014/main" id="{84808E7F-806A-4592-B205-5CCD7A21D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00–20</a:t>
            </a:r>
          </a:p>
        </p:txBody>
      </p:sp>
      <p:sp>
        <p:nvSpPr>
          <p:cNvPr id="9" name="text-873">
            <a:extLst xmlns:a="http://schemas.openxmlformats.org/drawingml/2006/main">
              <a:ext uri="{FF2B5EF4-FFF2-40B4-BE49-F238E27FC236}">
                <a16:creationId xmlns:a16="http://schemas.microsoft.com/office/drawing/2014/main" id="{30E09D28-8763-42CA-83D7-F6E5060C6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觀念</a:t>
            </a:r>
          </a:p>
        </p:txBody>
      </p:sp>
      <p:sp>
        <p:nvSpPr>
          <p:cNvPr id="10" name="text-874">
            <a:extLst xmlns:a="http://schemas.openxmlformats.org/drawingml/2006/main">
              <a:ext uri="{FF2B5EF4-FFF2-40B4-BE49-F238E27FC236}">
                <a16:creationId xmlns:a16="http://schemas.microsoft.com/office/drawing/2014/main" id="{198E1329-7298-4912-A230-C84A1B70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能力與風險</a:t>
            </a:r>
          </a:p>
        </p:txBody>
      </p:sp>
      <p:sp>
        <p:nvSpPr>
          <p:cNvPr id="11" name="shape-875">
            <a:extLst xmlns:a="http://schemas.openxmlformats.org/drawingml/2006/main">
              <a:ext uri="{FF2B5EF4-FFF2-40B4-BE49-F238E27FC236}">
                <a16:creationId xmlns:a16="http://schemas.microsoft.com/office/drawing/2014/main" id="{AA214EA3-96D7-4797-8049-EB43604A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876">
            <a:extLst xmlns:a="http://schemas.openxmlformats.org/drawingml/2006/main">
              <a:ext uri="{FF2B5EF4-FFF2-40B4-BE49-F238E27FC236}">
                <a16:creationId xmlns:a16="http://schemas.microsoft.com/office/drawing/2014/main" id="{164FA6E9-0B42-4410-8EA8-0B9FCF7F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20–45</a:t>
            </a:r>
          </a:p>
        </p:txBody>
      </p:sp>
      <p:sp>
        <p:nvSpPr>
          <p:cNvPr id="13" name="text-877">
            <a:extLst xmlns:a="http://schemas.openxmlformats.org/drawingml/2006/main">
              <a:ext uri="{FF2B5EF4-FFF2-40B4-BE49-F238E27FC236}">
                <a16:creationId xmlns:a16="http://schemas.microsoft.com/office/drawing/2014/main" id="{8762570C-1D52-486D-9BD2-A68A87D7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14" name="text-878">
            <a:extLst xmlns:a="http://schemas.openxmlformats.org/drawingml/2006/main">
              <a:ext uri="{FF2B5EF4-FFF2-40B4-BE49-F238E27FC236}">
                <a16:creationId xmlns:a16="http://schemas.microsoft.com/office/drawing/2014/main" id="{5DF2CDF2-9663-4A20-89A2-31220768E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任務與證據</a:t>
            </a:r>
          </a:p>
        </p:txBody>
      </p:sp>
      <p:sp>
        <p:nvSpPr>
          <p:cNvPr id="15" name="shape-879">
            <a:extLst xmlns:a="http://schemas.openxmlformats.org/drawingml/2006/main">
              <a:ext uri="{FF2B5EF4-FFF2-40B4-BE49-F238E27FC236}">
                <a16:creationId xmlns:a16="http://schemas.microsoft.com/office/drawing/2014/main" id="{D4626286-CC71-4C58-B394-4E7F48D7A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880">
            <a:extLst xmlns:a="http://schemas.openxmlformats.org/drawingml/2006/main">
              <a:ext uri="{FF2B5EF4-FFF2-40B4-BE49-F238E27FC236}">
                <a16:creationId xmlns:a16="http://schemas.microsoft.com/office/drawing/2014/main" id="{FBA59B11-1C1F-4A28-A728-E63B8E992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45–70</a:t>
            </a:r>
          </a:p>
        </p:txBody>
      </p:sp>
      <p:sp>
        <p:nvSpPr>
          <p:cNvPr id="17" name="text-881">
            <a:extLst xmlns:a="http://schemas.openxmlformats.org/drawingml/2006/main">
              <a:ext uri="{FF2B5EF4-FFF2-40B4-BE49-F238E27FC236}">
                <a16:creationId xmlns:a16="http://schemas.microsoft.com/office/drawing/2014/main" id="{C8D0A580-0D42-49DE-A372-E68035664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  <p:sp>
        <p:nvSpPr>
          <p:cNvPr id="18" name="text-882">
            <a:extLst xmlns:a="http://schemas.openxmlformats.org/drawingml/2006/main">
              <a:ext uri="{FF2B5EF4-FFF2-40B4-BE49-F238E27FC236}">
                <a16:creationId xmlns:a16="http://schemas.microsoft.com/office/drawing/2014/main" id="{1DE96D35-0158-4B2E-8A06-246B7F53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模型與成本</a:t>
            </a:r>
          </a:p>
        </p:txBody>
      </p:sp>
      <p:sp>
        <p:nvSpPr>
          <p:cNvPr id="19" name="shape-883">
            <a:extLst xmlns:a="http://schemas.openxmlformats.org/drawingml/2006/main">
              <a:ext uri="{FF2B5EF4-FFF2-40B4-BE49-F238E27FC236}">
                <a16:creationId xmlns:a16="http://schemas.microsoft.com/office/drawing/2014/main" id="{9772005C-00BC-415A-ABA9-AFBA3CCC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884">
            <a:extLst xmlns:a="http://schemas.openxmlformats.org/drawingml/2006/main">
              <a:ext uri="{FF2B5EF4-FFF2-40B4-BE49-F238E27FC236}">
                <a16:creationId xmlns:a16="http://schemas.microsoft.com/office/drawing/2014/main" id="{2FE9B82C-652A-467E-AD58-9C198926C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70–95</a:t>
            </a:r>
          </a:p>
        </p:txBody>
      </p:sp>
      <p:sp>
        <p:nvSpPr>
          <p:cNvPr id="21" name="text-885">
            <a:extLst xmlns:a="http://schemas.openxmlformats.org/drawingml/2006/main">
              <a:ext uri="{FF2B5EF4-FFF2-40B4-BE49-F238E27FC236}">
                <a16:creationId xmlns:a16="http://schemas.microsoft.com/office/drawing/2014/main" id="{689FA7D8-E9C7-4BC1-8F64-479C3C4EE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22" name="text-886">
            <a:extLst xmlns:a="http://schemas.openxmlformats.org/drawingml/2006/main">
              <a:ext uri="{FF2B5EF4-FFF2-40B4-BE49-F238E27FC236}">
                <a16:creationId xmlns:a16="http://schemas.microsoft.com/office/drawing/2014/main" id="{B22123EC-4D19-423B-B2E5-7973229DA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實作工作流</a:t>
            </a:r>
          </a:p>
        </p:txBody>
      </p:sp>
      <p:sp>
        <p:nvSpPr>
          <p:cNvPr id="23" name="shape-887">
            <a:extLst xmlns:a="http://schemas.openxmlformats.org/drawingml/2006/main">
              <a:ext uri="{FF2B5EF4-FFF2-40B4-BE49-F238E27FC236}">
                <a16:creationId xmlns:a16="http://schemas.microsoft.com/office/drawing/2014/main" id="{5C95755E-A3DE-4459-B4A7-35B376B4A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888">
            <a:extLst xmlns:a="http://schemas.openxmlformats.org/drawingml/2006/main">
              <a:ext uri="{FF2B5EF4-FFF2-40B4-BE49-F238E27FC236}">
                <a16:creationId xmlns:a16="http://schemas.microsoft.com/office/drawing/2014/main" id="{2F3D8388-F726-4352-B7EC-0A0D3FA5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95–105</a:t>
            </a:r>
          </a:p>
        </p:txBody>
      </p:sp>
      <p:sp>
        <p:nvSpPr>
          <p:cNvPr id="25" name="text-889">
            <a:extLst xmlns:a="http://schemas.openxmlformats.org/drawingml/2006/main">
              <a:ext uri="{FF2B5EF4-FFF2-40B4-BE49-F238E27FC236}">
                <a16:creationId xmlns:a16="http://schemas.microsoft.com/office/drawing/2014/main" id="{D1C02A77-D79D-4875-A449-C6C3BD544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6" name="text-890">
            <a:extLst xmlns:a="http://schemas.openxmlformats.org/drawingml/2006/main">
              <a:ext uri="{FF2B5EF4-FFF2-40B4-BE49-F238E27FC236}">
                <a16:creationId xmlns:a16="http://schemas.microsoft.com/office/drawing/2014/main" id="{B478F71B-85AD-4E00-9C2C-6CF04061A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整理成果</a:t>
            </a:r>
          </a:p>
        </p:txBody>
      </p:sp>
      <p:sp>
        <p:nvSpPr>
          <p:cNvPr id="27" name="shape-891">
            <a:extLst xmlns:a="http://schemas.openxmlformats.org/drawingml/2006/main">
              <a:ext uri="{FF2B5EF4-FFF2-40B4-BE49-F238E27FC236}">
                <a16:creationId xmlns:a16="http://schemas.microsoft.com/office/drawing/2014/main" id="{F0ECF426-B8FF-46C8-984E-BCB6DE1B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892">
            <a:extLst xmlns:a="http://schemas.openxmlformats.org/drawingml/2006/main">
              <a:ext uri="{FF2B5EF4-FFF2-40B4-BE49-F238E27FC236}">
                <a16:creationId xmlns:a16="http://schemas.microsoft.com/office/drawing/2014/main" id="{B95A9A5E-D356-4F5C-9D60-198452F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105–140</a:t>
            </a:r>
          </a:p>
        </p:txBody>
      </p:sp>
      <p:sp>
        <p:nvSpPr>
          <p:cNvPr id="29" name="text-893">
            <a:extLst xmlns:a="http://schemas.openxmlformats.org/drawingml/2006/main">
              <a:ext uri="{FF2B5EF4-FFF2-40B4-BE49-F238E27FC236}">
                <a16:creationId xmlns:a16="http://schemas.microsoft.com/office/drawing/2014/main" id="{B4795902-B087-446F-99F4-EC2F32DAE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0" name="text-894">
            <a:extLst xmlns:a="http://schemas.openxmlformats.org/drawingml/2006/main">
              <a:ext uri="{FF2B5EF4-FFF2-40B4-BE49-F238E27FC236}">
                <a16:creationId xmlns:a16="http://schemas.microsoft.com/office/drawing/2014/main" id="{EEF3925C-E1A7-4252-9A9E-07A846A5B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提示詞升級</a:t>
            </a:r>
          </a:p>
        </p:txBody>
      </p:sp>
      <p:sp>
        <p:nvSpPr>
          <p:cNvPr id="31" name="shape-895">
            <a:extLst xmlns:a="http://schemas.openxmlformats.org/drawingml/2006/main">
              <a:ext uri="{FF2B5EF4-FFF2-40B4-BE49-F238E27FC236}">
                <a16:creationId xmlns:a16="http://schemas.microsoft.com/office/drawing/2014/main" id="{B0336D78-A102-4264-871F-EC4A6C939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896">
            <a:extLst xmlns:a="http://schemas.openxmlformats.org/drawingml/2006/main">
              <a:ext uri="{FF2B5EF4-FFF2-40B4-BE49-F238E27FC236}">
                <a16:creationId xmlns:a16="http://schemas.microsoft.com/office/drawing/2014/main" id="{9D4F73E6-7D69-4FE4-932F-ADE18032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140–160</a:t>
            </a:r>
          </a:p>
        </p:txBody>
      </p:sp>
      <p:sp>
        <p:nvSpPr>
          <p:cNvPr id="33" name="text-897">
            <a:extLst xmlns:a="http://schemas.openxmlformats.org/drawingml/2006/main">
              <a:ext uri="{FF2B5EF4-FFF2-40B4-BE49-F238E27FC236}">
                <a16:creationId xmlns:a16="http://schemas.microsoft.com/office/drawing/2014/main" id="{F3C5DD96-89ED-4237-8E74-AFC6F6C01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學生資料</a:t>
            </a:r>
          </a:p>
        </p:txBody>
      </p:sp>
      <p:sp>
        <p:nvSpPr>
          <p:cNvPr id="34" name="text-898">
            <a:extLst xmlns:a="http://schemas.openxmlformats.org/drawingml/2006/main">
              <a:ext uri="{FF2B5EF4-FFF2-40B4-BE49-F238E27FC236}">
                <a16:creationId xmlns:a16="http://schemas.microsoft.com/office/drawing/2014/main" id="{D5962529-683A-49A8-8E23-279395EEE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PIRLS 風格分析</a:t>
            </a:r>
          </a:p>
        </p:txBody>
      </p:sp>
      <p:sp>
        <p:nvSpPr>
          <p:cNvPr id="35" name="shape-899">
            <a:extLst xmlns:a="http://schemas.openxmlformats.org/drawingml/2006/main">
              <a:ext uri="{FF2B5EF4-FFF2-40B4-BE49-F238E27FC236}">
                <a16:creationId xmlns:a16="http://schemas.microsoft.com/office/drawing/2014/main" id="{44018D9D-8D8D-4CED-9812-36970D8A9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text-900">
            <a:extLst xmlns:a="http://schemas.openxmlformats.org/drawingml/2006/main">
              <a:ext uri="{FF2B5EF4-FFF2-40B4-BE49-F238E27FC236}">
                <a16:creationId xmlns:a16="http://schemas.microsoft.com/office/drawing/2014/main" id="{B5CD71ED-56DA-4B3F-9E60-2F715861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160–180</a:t>
            </a:r>
          </a:p>
        </p:txBody>
      </p:sp>
      <p:sp>
        <p:nvSpPr>
          <p:cNvPr id="37" name="text-901">
            <a:extLst xmlns:a="http://schemas.openxmlformats.org/drawingml/2006/main">
              <a:ext uri="{FF2B5EF4-FFF2-40B4-BE49-F238E27FC236}">
                <a16:creationId xmlns:a16="http://schemas.microsoft.com/office/drawing/2014/main" id="{3C9FDBE6-241A-4429-A174-348136B5F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整合分享</a:t>
            </a:r>
          </a:p>
        </p:txBody>
      </p:sp>
      <p:sp>
        <p:nvSpPr>
          <p:cNvPr id="38" name="text-902">
            <a:extLst xmlns:a="http://schemas.openxmlformats.org/drawingml/2006/main">
              <a:ext uri="{FF2B5EF4-FFF2-40B4-BE49-F238E27FC236}">
                <a16:creationId xmlns:a16="http://schemas.microsoft.com/office/drawing/2014/main" id="{72687620-6CA9-415C-B6CA-1BBAE6550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可驗證交付</a:t>
            </a:r>
          </a:p>
        </p:txBody>
      </p:sp>
    </p:spTree>
    <p:extLst>
      <p:ext uri="{BB962C8B-B14F-4D97-AF65-F5344CB8AC3E}">
        <p14:creationId xmlns:p14="http://schemas.microsoft.com/office/powerpoint/2010/main" val="1505444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903">
            <a:extLst xmlns:a="http://schemas.openxmlformats.org/drawingml/2006/main">
              <a:ext uri="{FF2B5EF4-FFF2-40B4-BE49-F238E27FC236}">
                <a16:creationId xmlns:a16="http://schemas.microsoft.com/office/drawing/2014/main" id="{9FB8BE2C-1231-4D38-9409-9FCF8A69B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CAPABILITY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17751F7-95E5-4477-9DDF-E58528EB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對話、助理、Agent：差別在能否推進工作</a:t>
            </a:r>
          </a:p>
        </p:txBody>
      </p:sp>
      <p:cxnSp>
        <p:nvCxnSpPr>
          <p:cNvPr id="32" name="shape-90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05">
            <a:extLst xmlns:a="http://schemas.openxmlformats.org/drawingml/2006/main">
              <a:ext uri="{FF2B5EF4-FFF2-40B4-BE49-F238E27FC236}">
                <a16:creationId xmlns:a16="http://schemas.microsoft.com/office/drawing/2014/main" id="{556530C8-6073-49B1-B23D-5B23A2EC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D35F9C9-AA20-4EB3-AD52-94BF1BA19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906">
            <a:extLst xmlns:a="http://schemas.openxmlformats.org/drawingml/2006/main">
              <a:ext uri="{FF2B5EF4-FFF2-40B4-BE49-F238E27FC236}">
                <a16:creationId xmlns:a16="http://schemas.microsoft.com/office/drawing/2014/main" id="{9C8A64CA-6969-4533-A7A7-FDE04E94D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907">
            <a:extLst xmlns:a="http://schemas.openxmlformats.org/drawingml/2006/main">
              <a:ext uri="{FF2B5EF4-FFF2-40B4-BE49-F238E27FC236}">
                <a16:creationId xmlns:a16="http://schemas.microsoft.com/office/drawing/2014/main" id="{B5F30541-79A8-4D5B-9E92-ACD3F7F3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908">
            <a:extLst xmlns:a="http://schemas.openxmlformats.org/drawingml/2006/main">
              <a:ext uri="{FF2B5EF4-FFF2-40B4-BE49-F238E27FC236}">
                <a16:creationId xmlns:a16="http://schemas.microsoft.com/office/drawing/2014/main" id="{C0B0E3F0-0C7C-45CE-BA88-84B46F2F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909">
            <a:extLst xmlns:a="http://schemas.openxmlformats.org/drawingml/2006/main">
              <a:ext uri="{FF2B5EF4-FFF2-40B4-BE49-F238E27FC236}">
                <a16:creationId xmlns:a16="http://schemas.microsoft.com/office/drawing/2014/main" id="{F5A1DECA-0CA7-4339-A719-E13A53456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對話</a:t>
            </a:r>
          </a:p>
        </p:txBody>
      </p:sp>
      <p:sp>
        <p:nvSpPr>
          <p:cNvPr id="10" name="text-910">
            <a:extLst xmlns:a="http://schemas.openxmlformats.org/drawingml/2006/main">
              <a:ext uri="{FF2B5EF4-FFF2-40B4-BE49-F238E27FC236}">
                <a16:creationId xmlns:a16="http://schemas.microsoft.com/office/drawing/2014/main" id="{2392CA18-09B1-41AD-8F13-55C25436E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回答、解釋、發想</a:t>
            </a:r>
          </a:p>
        </p:txBody>
      </p:sp>
      <p:sp>
        <p:nvSpPr>
          <p:cNvPr id="11" name="text-911">
            <a:extLst xmlns:a="http://schemas.openxmlformats.org/drawingml/2006/main">
              <a:ext uri="{FF2B5EF4-FFF2-40B4-BE49-F238E27FC236}">
                <a16:creationId xmlns:a16="http://schemas.microsoft.com/office/drawing/2014/main" id="{0DFE1F47-DFB5-4D83-8A4A-181E6BF90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912">
            <a:extLst xmlns:a="http://schemas.openxmlformats.org/drawingml/2006/main">
              <a:ext uri="{FF2B5EF4-FFF2-40B4-BE49-F238E27FC236}">
                <a16:creationId xmlns:a16="http://schemas.microsoft.com/office/drawing/2014/main" id="{59221C8B-51C3-4FCA-BF03-5C402B4B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913">
            <a:extLst xmlns:a="http://schemas.openxmlformats.org/drawingml/2006/main">
              <a:ext uri="{FF2B5EF4-FFF2-40B4-BE49-F238E27FC236}">
                <a16:creationId xmlns:a16="http://schemas.microsoft.com/office/drawing/2014/main" id="{31957FAB-4778-4AD1-A5FD-04E50DBC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914">
            <a:extLst xmlns:a="http://schemas.openxmlformats.org/drawingml/2006/main">
              <a:ext uri="{FF2B5EF4-FFF2-40B4-BE49-F238E27FC236}">
                <a16:creationId xmlns:a16="http://schemas.microsoft.com/office/drawing/2014/main" id="{4FDA7E28-2036-4839-A438-E596AD2C1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915">
            <a:extLst xmlns:a="http://schemas.openxmlformats.org/drawingml/2006/main">
              <a:ext uri="{FF2B5EF4-FFF2-40B4-BE49-F238E27FC236}">
                <a16:creationId xmlns:a16="http://schemas.microsoft.com/office/drawing/2014/main" id="{61AD8528-2D0C-4CFE-8259-48BF80E7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助理</a:t>
            </a:r>
          </a:p>
        </p:txBody>
      </p:sp>
      <p:sp>
        <p:nvSpPr>
          <p:cNvPr id="16" name="text-916">
            <a:extLst xmlns:a="http://schemas.openxmlformats.org/drawingml/2006/main">
              <a:ext uri="{FF2B5EF4-FFF2-40B4-BE49-F238E27FC236}">
                <a16:creationId xmlns:a16="http://schemas.microsoft.com/office/drawing/2014/main" id="{39471213-33A9-4F49-9E9C-E440429AE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固定角色與格式</a:t>
            </a:r>
          </a:p>
        </p:txBody>
      </p:sp>
      <p:sp>
        <p:nvSpPr>
          <p:cNvPr id="17" name="text-917">
            <a:extLst xmlns:a="http://schemas.openxmlformats.org/drawingml/2006/main">
              <a:ext uri="{FF2B5EF4-FFF2-40B4-BE49-F238E27FC236}">
                <a16:creationId xmlns:a16="http://schemas.microsoft.com/office/drawing/2014/main" id="{EA4D45F3-0C71-42C9-B413-3B085339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918">
            <a:extLst xmlns:a="http://schemas.openxmlformats.org/drawingml/2006/main">
              <a:ext uri="{FF2B5EF4-FFF2-40B4-BE49-F238E27FC236}">
                <a16:creationId xmlns:a16="http://schemas.microsoft.com/office/drawing/2014/main" id="{658747CF-5C5A-497E-8DB3-B5938031D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919">
            <a:extLst xmlns:a="http://schemas.openxmlformats.org/drawingml/2006/main">
              <a:ext uri="{FF2B5EF4-FFF2-40B4-BE49-F238E27FC236}">
                <a16:creationId xmlns:a16="http://schemas.microsoft.com/office/drawing/2014/main" id="{800410CD-FDB6-4992-BD0B-7131F324B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920">
            <a:extLst xmlns:a="http://schemas.openxmlformats.org/drawingml/2006/main">
              <a:ext uri="{FF2B5EF4-FFF2-40B4-BE49-F238E27FC236}">
                <a16:creationId xmlns:a16="http://schemas.microsoft.com/office/drawing/2014/main" id="{3B73764D-342B-4E63-8BF2-67AF4ED1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921">
            <a:extLst xmlns:a="http://schemas.openxmlformats.org/drawingml/2006/main">
              <a:ext uri="{FF2B5EF4-FFF2-40B4-BE49-F238E27FC236}">
                <a16:creationId xmlns:a16="http://schemas.microsoft.com/office/drawing/2014/main" id="{20F7468F-491B-446C-ABB5-A3311888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</a:t>
            </a:r>
          </a:p>
        </p:txBody>
      </p:sp>
      <p:sp>
        <p:nvSpPr>
          <p:cNvPr id="22" name="text-922">
            <a:extLst xmlns:a="http://schemas.openxmlformats.org/drawingml/2006/main">
              <a:ext uri="{FF2B5EF4-FFF2-40B4-BE49-F238E27FC236}">
                <a16:creationId xmlns:a16="http://schemas.microsoft.com/office/drawing/2014/main" id="{A17E2C1C-DCCC-48A8-9F93-82FAE520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讀取環境、規劃、使用工具</a:t>
            </a:r>
          </a:p>
        </p:txBody>
      </p:sp>
      <p:sp>
        <p:nvSpPr>
          <p:cNvPr id="23" name="text-923">
            <a:extLst xmlns:a="http://schemas.openxmlformats.org/drawingml/2006/main">
              <a:ext uri="{FF2B5EF4-FFF2-40B4-BE49-F238E27FC236}">
                <a16:creationId xmlns:a16="http://schemas.microsoft.com/office/drawing/2014/main" id="{01A4EE05-867D-48DC-BCC1-90789725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924">
            <a:extLst xmlns:a="http://schemas.openxmlformats.org/drawingml/2006/main">
              <a:ext uri="{FF2B5EF4-FFF2-40B4-BE49-F238E27FC236}">
                <a16:creationId xmlns:a16="http://schemas.microsoft.com/office/drawing/2014/main" id="{E8CC59D5-964D-4C7D-AB15-AD0ED0B4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925">
            <a:extLst xmlns:a="http://schemas.openxmlformats.org/drawingml/2006/main">
              <a:ext uri="{FF2B5EF4-FFF2-40B4-BE49-F238E27FC236}">
                <a16:creationId xmlns:a16="http://schemas.microsoft.com/office/drawing/2014/main" id="{FFE16D38-32E9-4411-8E7A-90340296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926">
            <a:extLst xmlns:a="http://schemas.openxmlformats.org/drawingml/2006/main">
              <a:ext uri="{FF2B5EF4-FFF2-40B4-BE49-F238E27FC236}">
                <a16:creationId xmlns:a16="http://schemas.microsoft.com/office/drawing/2014/main" id="{B0602267-A739-4778-8AC6-602C89DC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927">
            <a:extLst xmlns:a="http://schemas.openxmlformats.org/drawingml/2006/main">
              <a:ext uri="{FF2B5EF4-FFF2-40B4-BE49-F238E27FC236}">
                <a16:creationId xmlns:a16="http://schemas.microsoft.com/office/drawing/2014/main" id="{A62BF82A-85CA-4DCE-808E-A5BCEED1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可信 Agent</a:t>
            </a:r>
          </a:p>
        </p:txBody>
      </p:sp>
      <p:sp>
        <p:nvSpPr>
          <p:cNvPr id="28" name="text-928">
            <a:extLst xmlns:a="http://schemas.openxmlformats.org/drawingml/2006/main">
              <a:ext uri="{FF2B5EF4-FFF2-40B4-BE49-F238E27FC236}">
                <a16:creationId xmlns:a16="http://schemas.microsoft.com/office/drawing/2014/main" id="{88CE466B-779F-44B5-984F-8273FB34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驗證結果、回報限制、等待授權</a:t>
            </a:r>
          </a:p>
        </p:txBody>
      </p:sp>
      <p:sp>
        <p:nvSpPr>
          <p:cNvPr id="29" name="text-929">
            <a:extLst xmlns:a="http://schemas.openxmlformats.org/drawingml/2006/main">
              <a:ext uri="{FF2B5EF4-FFF2-40B4-BE49-F238E27FC236}">
                <a16:creationId xmlns:a16="http://schemas.microsoft.com/office/drawing/2014/main" id="{01375F95-5191-4C4B-9BEC-7965C65E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3992713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930">
            <a:extLst xmlns:a="http://schemas.openxmlformats.org/drawingml/2006/main">
              <a:ext uri="{FF2B5EF4-FFF2-40B4-BE49-F238E27FC236}">
                <a16:creationId xmlns:a16="http://schemas.microsoft.com/office/drawing/2014/main" id="{487C0073-2821-469A-B3BE-CE34603F4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LOOP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7A04B51-1916-48C6-9F8B-9338677C7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五步循環：完成，不是只產生</a:t>
            </a:r>
          </a:p>
        </p:txBody>
      </p:sp>
      <p:cxnSp>
        <p:nvCxnSpPr>
          <p:cNvPr id="38" name="shape-93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32">
            <a:extLst xmlns:a="http://schemas.openxmlformats.org/drawingml/2006/main">
              <a:ext uri="{FF2B5EF4-FFF2-40B4-BE49-F238E27FC236}">
                <a16:creationId xmlns:a16="http://schemas.microsoft.com/office/drawing/2014/main" id="{1DF5210A-1271-47B5-8085-06F181D17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F8121B3-8A66-4651-8666-1F18075BA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933">
            <a:extLst xmlns:a="http://schemas.openxmlformats.org/drawingml/2006/main">
              <a:ext uri="{FF2B5EF4-FFF2-40B4-BE49-F238E27FC236}">
                <a16:creationId xmlns:a16="http://schemas.microsoft.com/office/drawing/2014/main" id="{EA26B632-D5A9-4124-B656-364BC948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934">
            <a:extLst xmlns:a="http://schemas.openxmlformats.org/drawingml/2006/main">
              <a:ext uri="{FF2B5EF4-FFF2-40B4-BE49-F238E27FC236}">
                <a16:creationId xmlns:a16="http://schemas.microsoft.com/office/drawing/2014/main" id="{10460A86-B32C-494D-A2B5-1DD82A0B9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935">
            <a:extLst xmlns:a="http://schemas.openxmlformats.org/drawingml/2006/main">
              <a:ext uri="{FF2B5EF4-FFF2-40B4-BE49-F238E27FC236}">
                <a16:creationId xmlns:a16="http://schemas.microsoft.com/office/drawing/2014/main" id="{3E2AE5BB-8D44-4CE8-B6D3-62D70129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936">
            <a:extLst xmlns:a="http://schemas.openxmlformats.org/drawingml/2006/main">
              <a:ext uri="{FF2B5EF4-FFF2-40B4-BE49-F238E27FC236}">
                <a16:creationId xmlns:a16="http://schemas.microsoft.com/office/drawing/2014/main" id="{937C629E-674F-451A-B012-36DE8E8D0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10" name="text-937">
            <a:extLst xmlns:a="http://schemas.openxmlformats.org/drawingml/2006/main">
              <a:ext uri="{FF2B5EF4-FFF2-40B4-BE49-F238E27FC236}">
                <a16:creationId xmlns:a16="http://schemas.microsoft.com/office/drawing/2014/main" id="{52EAB77F-E549-4716-B796-817C369D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確認目標與環境</a:t>
            </a:r>
          </a:p>
        </p:txBody>
      </p:sp>
      <p:sp>
        <p:nvSpPr>
          <p:cNvPr id="11" name="text-938">
            <a:extLst xmlns:a="http://schemas.openxmlformats.org/drawingml/2006/main">
              <a:ext uri="{FF2B5EF4-FFF2-40B4-BE49-F238E27FC236}">
                <a16:creationId xmlns:a16="http://schemas.microsoft.com/office/drawing/2014/main" id="{ED0630D5-4E2E-4378-82F1-CBDC94EEF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939">
            <a:extLst xmlns:a="http://schemas.openxmlformats.org/drawingml/2006/main">
              <a:ext uri="{FF2B5EF4-FFF2-40B4-BE49-F238E27FC236}">
                <a16:creationId xmlns:a16="http://schemas.microsoft.com/office/drawing/2014/main" id="{641CDB45-30DB-4589-91AF-6ADE2E3A6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940">
            <a:extLst xmlns:a="http://schemas.openxmlformats.org/drawingml/2006/main">
              <a:ext uri="{FF2B5EF4-FFF2-40B4-BE49-F238E27FC236}">
                <a16:creationId xmlns:a16="http://schemas.microsoft.com/office/drawing/2014/main" id="{2160910F-71F9-4990-9B95-62876DE7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941">
            <a:extLst xmlns:a="http://schemas.openxmlformats.org/drawingml/2006/main">
              <a:ext uri="{FF2B5EF4-FFF2-40B4-BE49-F238E27FC236}">
                <a16:creationId xmlns:a16="http://schemas.microsoft.com/office/drawing/2014/main" id="{E2DC136F-C7F7-4101-B79E-C98AA5B67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942">
            <a:extLst xmlns:a="http://schemas.openxmlformats.org/drawingml/2006/main">
              <a:ext uri="{FF2B5EF4-FFF2-40B4-BE49-F238E27FC236}">
                <a16:creationId xmlns:a16="http://schemas.microsoft.com/office/drawing/2014/main" id="{A38A6F0F-D7C7-4270-AF1C-B96B855E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規劃</a:t>
            </a:r>
          </a:p>
        </p:txBody>
      </p:sp>
      <p:sp>
        <p:nvSpPr>
          <p:cNvPr id="16" name="text-943">
            <a:extLst xmlns:a="http://schemas.openxmlformats.org/drawingml/2006/main">
              <a:ext uri="{FF2B5EF4-FFF2-40B4-BE49-F238E27FC236}">
                <a16:creationId xmlns:a16="http://schemas.microsoft.com/office/drawing/2014/main" id="{E841EEB7-179E-4D08-A585-E3171ADDA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拆解步驟與風險</a:t>
            </a:r>
          </a:p>
        </p:txBody>
      </p:sp>
      <p:sp>
        <p:nvSpPr>
          <p:cNvPr id="17" name="text-944">
            <a:extLst xmlns:a="http://schemas.openxmlformats.org/drawingml/2006/main">
              <a:ext uri="{FF2B5EF4-FFF2-40B4-BE49-F238E27FC236}">
                <a16:creationId xmlns:a16="http://schemas.microsoft.com/office/drawing/2014/main" id="{2C383952-8308-43E5-9B7A-0434F36D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945">
            <a:extLst xmlns:a="http://schemas.openxmlformats.org/drawingml/2006/main">
              <a:ext uri="{FF2B5EF4-FFF2-40B4-BE49-F238E27FC236}">
                <a16:creationId xmlns:a16="http://schemas.microsoft.com/office/drawing/2014/main" id="{EBB562A3-F1C2-4C01-A0AC-38D7E006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946">
            <a:extLst xmlns:a="http://schemas.openxmlformats.org/drawingml/2006/main">
              <a:ext uri="{FF2B5EF4-FFF2-40B4-BE49-F238E27FC236}">
                <a16:creationId xmlns:a16="http://schemas.microsoft.com/office/drawing/2014/main" id="{50D22D42-3761-45AF-9B21-16D6F9AD6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947">
            <a:extLst xmlns:a="http://schemas.openxmlformats.org/drawingml/2006/main">
              <a:ext uri="{FF2B5EF4-FFF2-40B4-BE49-F238E27FC236}">
                <a16:creationId xmlns:a16="http://schemas.microsoft.com/office/drawing/2014/main" id="{9C9FB5F4-DB63-43EC-8EDA-8496863B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948">
            <a:extLst xmlns:a="http://schemas.openxmlformats.org/drawingml/2006/main">
              <a:ext uri="{FF2B5EF4-FFF2-40B4-BE49-F238E27FC236}">
                <a16:creationId xmlns:a16="http://schemas.microsoft.com/office/drawing/2014/main" id="{AA104657-BE30-4E15-9945-65500764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執行</a:t>
            </a:r>
          </a:p>
        </p:txBody>
      </p:sp>
      <p:sp>
        <p:nvSpPr>
          <p:cNvPr id="22" name="text-949">
            <a:extLst xmlns:a="http://schemas.openxmlformats.org/drawingml/2006/main">
              <a:ext uri="{FF2B5EF4-FFF2-40B4-BE49-F238E27FC236}">
                <a16:creationId xmlns:a16="http://schemas.microsoft.com/office/drawing/2014/main" id="{0875C5C3-2A9F-4438-91D6-55DBC8285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讀檔、寫檔、使用工具</a:t>
            </a:r>
          </a:p>
        </p:txBody>
      </p:sp>
      <p:sp>
        <p:nvSpPr>
          <p:cNvPr id="23" name="text-950">
            <a:extLst xmlns:a="http://schemas.openxmlformats.org/drawingml/2006/main">
              <a:ext uri="{FF2B5EF4-FFF2-40B4-BE49-F238E27FC236}">
                <a16:creationId xmlns:a16="http://schemas.microsoft.com/office/drawing/2014/main" id="{0F8D8CF6-4168-4D5B-B240-7A1BD110B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951">
            <a:extLst xmlns:a="http://schemas.openxmlformats.org/drawingml/2006/main">
              <a:ext uri="{FF2B5EF4-FFF2-40B4-BE49-F238E27FC236}">
                <a16:creationId xmlns:a16="http://schemas.microsoft.com/office/drawing/2014/main" id="{E38DF5EB-1BE5-4EEF-A1C8-0A23555F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952">
            <a:extLst xmlns:a="http://schemas.openxmlformats.org/drawingml/2006/main">
              <a:ext uri="{FF2B5EF4-FFF2-40B4-BE49-F238E27FC236}">
                <a16:creationId xmlns:a16="http://schemas.microsoft.com/office/drawing/2014/main" id="{754AD7CF-7A0E-43C0-BC0B-547E09E0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953">
            <a:extLst xmlns:a="http://schemas.openxmlformats.org/drawingml/2006/main">
              <a:ext uri="{FF2B5EF4-FFF2-40B4-BE49-F238E27FC236}">
                <a16:creationId xmlns:a16="http://schemas.microsoft.com/office/drawing/2014/main" id="{F475B2DB-25D9-4C8F-BE1E-DE1A412B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954">
            <a:extLst xmlns:a="http://schemas.openxmlformats.org/drawingml/2006/main">
              <a:ext uri="{FF2B5EF4-FFF2-40B4-BE49-F238E27FC236}">
                <a16:creationId xmlns:a16="http://schemas.microsoft.com/office/drawing/2014/main" id="{A39A9236-3474-40C7-8D81-A12A076B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驗證</a:t>
            </a:r>
          </a:p>
        </p:txBody>
      </p:sp>
      <p:sp>
        <p:nvSpPr>
          <p:cNvPr id="28" name="text-955">
            <a:extLst xmlns:a="http://schemas.openxmlformats.org/drawingml/2006/main">
              <a:ext uri="{FF2B5EF4-FFF2-40B4-BE49-F238E27FC236}">
                <a16:creationId xmlns:a16="http://schemas.microsoft.com/office/drawing/2014/main" id="{31A0359B-70B0-46B6-85F4-7696C998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測試、畫面、差異</a:t>
            </a:r>
          </a:p>
        </p:txBody>
      </p:sp>
      <p:sp>
        <p:nvSpPr>
          <p:cNvPr id="29" name="text-956">
            <a:extLst xmlns:a="http://schemas.openxmlformats.org/drawingml/2006/main">
              <a:ext uri="{FF2B5EF4-FFF2-40B4-BE49-F238E27FC236}">
                <a16:creationId xmlns:a16="http://schemas.microsoft.com/office/drawing/2014/main" id="{82D6F63C-9FC7-4EE6-9E75-AFE3C3C00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957">
            <a:extLst xmlns:a="http://schemas.openxmlformats.org/drawingml/2006/main">
              <a:ext uri="{FF2B5EF4-FFF2-40B4-BE49-F238E27FC236}">
                <a16:creationId xmlns:a16="http://schemas.microsoft.com/office/drawing/2014/main" id="{D28EF1EE-1464-4EB0-B7FF-92A37D462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958">
            <a:extLst xmlns:a="http://schemas.openxmlformats.org/drawingml/2006/main">
              <a:ext uri="{FF2B5EF4-FFF2-40B4-BE49-F238E27FC236}">
                <a16:creationId xmlns:a16="http://schemas.microsoft.com/office/drawing/2014/main" id="{4FC2A12E-1E21-4347-A6FD-70E6DC4C2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959">
            <a:extLst xmlns:a="http://schemas.openxmlformats.org/drawingml/2006/main">
              <a:ext uri="{FF2B5EF4-FFF2-40B4-BE49-F238E27FC236}">
                <a16:creationId xmlns:a16="http://schemas.microsoft.com/office/drawing/2014/main" id="{BAE9AD7F-B409-4982-8064-86BFC8EC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960">
            <a:extLst xmlns:a="http://schemas.openxmlformats.org/drawingml/2006/main">
              <a:ext uri="{FF2B5EF4-FFF2-40B4-BE49-F238E27FC236}">
                <a16:creationId xmlns:a16="http://schemas.microsoft.com/office/drawing/2014/main" id="{343E2B18-7B76-4F62-89D2-23044143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961">
            <a:extLst xmlns:a="http://schemas.openxmlformats.org/drawingml/2006/main">
              <a:ext uri="{FF2B5EF4-FFF2-40B4-BE49-F238E27FC236}">
                <a16:creationId xmlns:a16="http://schemas.microsoft.com/office/drawing/2014/main" id="{6C73A0FD-556D-48F5-AB8E-BEA2A873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成果、限制、下一步</a:t>
            </a:r>
          </a:p>
        </p:txBody>
      </p:sp>
      <p:sp>
        <p:nvSpPr>
          <p:cNvPr id="35" name="text-962">
            <a:extLst xmlns:a="http://schemas.openxmlformats.org/drawingml/2006/main">
              <a:ext uri="{FF2B5EF4-FFF2-40B4-BE49-F238E27FC236}">
                <a16:creationId xmlns:a16="http://schemas.microsoft.com/office/drawing/2014/main" id="{683FFEE7-1ED3-4BCA-83AE-F522C2C4E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9749428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963">
            <a:extLst xmlns:a="http://schemas.openxmlformats.org/drawingml/2006/main">
              <a:ext uri="{FF2B5EF4-FFF2-40B4-BE49-F238E27FC236}">
                <a16:creationId xmlns:a16="http://schemas.microsoft.com/office/drawing/2014/main" id="{ED395E29-2961-49BA-A121-1B851A0EA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HUMAN CONTROL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5A687E5-80E8-4067-92A4-76362057D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人在迴路：三種情況一定要停一下</a:t>
            </a:r>
          </a:p>
        </p:txBody>
      </p:sp>
      <p:cxnSp>
        <p:nvCxnSpPr>
          <p:cNvPr id="20" name="shape-9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65">
            <a:extLst xmlns:a="http://schemas.openxmlformats.org/drawingml/2006/main">
              <a:ext uri="{FF2B5EF4-FFF2-40B4-BE49-F238E27FC236}">
                <a16:creationId xmlns:a16="http://schemas.microsoft.com/office/drawing/2014/main" id="{1664C657-D889-4FC6-B779-AAC59AE0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A665324-EC09-432E-A703-8D0C1D0C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966">
            <a:extLst xmlns:a="http://schemas.openxmlformats.org/drawingml/2006/main">
              <a:ext uri="{FF2B5EF4-FFF2-40B4-BE49-F238E27FC236}">
                <a16:creationId xmlns:a16="http://schemas.microsoft.com/office/drawing/2014/main" id="{8E642E57-7894-45E1-838C-5358C0DE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967">
            <a:extLst xmlns:a="http://schemas.openxmlformats.org/drawingml/2006/main">
              <a:ext uri="{FF2B5EF4-FFF2-40B4-BE49-F238E27FC236}">
                <a16:creationId xmlns:a16="http://schemas.microsoft.com/office/drawing/2014/main" id="{CED917EE-6A98-42C6-B954-8A1BE32B6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STOP</a:t>
            </a:r>
          </a:p>
        </p:txBody>
      </p:sp>
      <p:sp>
        <p:nvSpPr>
          <p:cNvPr id="8" name="text-968">
            <a:extLst xmlns:a="http://schemas.openxmlformats.org/drawingml/2006/main">
              <a:ext uri="{FF2B5EF4-FFF2-40B4-BE49-F238E27FC236}">
                <a16:creationId xmlns:a16="http://schemas.microsoft.com/office/drawing/2014/main" id="{EB2D389A-9E93-437E-9F59-ECD40626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不可逆</a:t>
            </a:r>
          </a:p>
        </p:txBody>
      </p:sp>
      <p:sp>
        <p:nvSpPr>
          <p:cNvPr id="9" name="text-969">
            <a:extLst xmlns:a="http://schemas.openxmlformats.org/drawingml/2006/main">
              <a:ext uri="{FF2B5EF4-FFF2-40B4-BE49-F238E27FC236}">
                <a16:creationId xmlns:a16="http://schemas.microsoft.com/office/drawing/2014/main" id="{E58896D3-55D5-441A-B5DD-6455192A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刪除、覆寫、公開發布、寄信、上傳、改權限。</a:t>
            </a:r>
          </a:p>
        </p:txBody>
      </p:sp>
      <p:sp>
        <p:nvSpPr>
          <p:cNvPr id="10" name="shape-970">
            <a:extLst xmlns:a="http://schemas.openxmlformats.org/drawingml/2006/main">
              <a:ext uri="{FF2B5EF4-FFF2-40B4-BE49-F238E27FC236}">
                <a16:creationId xmlns:a16="http://schemas.microsoft.com/office/drawing/2014/main" id="{CADA206A-1444-4290-99D2-A1DB92F02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971">
            <a:extLst xmlns:a="http://schemas.openxmlformats.org/drawingml/2006/main">
              <a:ext uri="{FF2B5EF4-FFF2-40B4-BE49-F238E27FC236}">
                <a16:creationId xmlns:a16="http://schemas.microsoft.com/office/drawing/2014/main" id="{BA4B436F-CC5D-4369-BBB3-574B7E729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SAFE</a:t>
            </a:r>
          </a:p>
        </p:txBody>
      </p:sp>
      <p:sp>
        <p:nvSpPr>
          <p:cNvPr id="12" name="text-972">
            <a:extLst xmlns:a="http://schemas.openxmlformats.org/drawingml/2006/main">
              <a:ext uri="{FF2B5EF4-FFF2-40B4-BE49-F238E27FC236}">
                <a16:creationId xmlns:a16="http://schemas.microsoft.com/office/drawing/2014/main" id="{5269A468-C8EE-4672-801F-E1B0F955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敏感</a:t>
            </a:r>
          </a:p>
        </p:txBody>
      </p:sp>
      <p:sp>
        <p:nvSpPr>
          <p:cNvPr id="13" name="text-973">
            <a:extLst xmlns:a="http://schemas.openxmlformats.org/drawingml/2006/main">
              <a:ext uri="{FF2B5EF4-FFF2-40B4-BE49-F238E27FC236}">
                <a16:creationId xmlns:a16="http://schemas.microsoft.com/office/drawing/2014/main" id="{A7F6FCAD-DB7A-495A-820B-7513C279C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學生個資、成績、未公開研究、帳號與金鑰。</a:t>
            </a:r>
          </a:p>
        </p:txBody>
      </p:sp>
      <p:sp>
        <p:nvSpPr>
          <p:cNvPr id="14" name="shape-974">
            <a:extLst xmlns:a="http://schemas.openxmlformats.org/drawingml/2006/main">
              <a:ext uri="{FF2B5EF4-FFF2-40B4-BE49-F238E27FC236}">
                <a16:creationId xmlns:a16="http://schemas.microsoft.com/office/drawing/2014/main" id="{512C5CAE-06F3-47F8-A64B-B27CFD328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975">
            <a:extLst xmlns:a="http://schemas.openxmlformats.org/drawingml/2006/main">
              <a:ext uri="{FF2B5EF4-FFF2-40B4-BE49-F238E27FC236}">
                <a16:creationId xmlns:a16="http://schemas.microsoft.com/office/drawing/2014/main" id="{B20598F0-D63D-4D69-AD8F-16CEA44C7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ASK</a:t>
            </a:r>
          </a:p>
        </p:txBody>
      </p:sp>
      <p:sp>
        <p:nvSpPr>
          <p:cNvPr id="16" name="text-976">
            <a:extLst xmlns:a="http://schemas.openxmlformats.org/drawingml/2006/main">
              <a:ext uri="{FF2B5EF4-FFF2-40B4-BE49-F238E27FC236}">
                <a16:creationId xmlns:a16="http://schemas.microsoft.com/office/drawing/2014/main" id="{3F1AAA08-15AC-4E35-8114-DF899DE9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高影響</a:t>
            </a:r>
          </a:p>
        </p:txBody>
      </p:sp>
      <p:sp>
        <p:nvSpPr>
          <p:cNvPr id="17" name="text-977">
            <a:extLst xmlns:a="http://schemas.openxmlformats.org/drawingml/2006/main">
              <a:ext uri="{FF2B5EF4-FFF2-40B4-BE49-F238E27FC236}">
                <a16:creationId xmlns:a16="http://schemas.microsoft.com/office/drawing/2014/main" id="{E8FB7E0B-2C47-49E3-8178-887B4095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正式評量、行政決策、倫理或專業判斷。</a:t>
            </a:r>
          </a:p>
        </p:txBody>
      </p:sp>
    </p:spTree>
    <p:extLst>
      <p:ext uri="{BB962C8B-B14F-4D97-AF65-F5344CB8AC3E}">
        <p14:creationId xmlns:p14="http://schemas.microsoft.com/office/powerpoint/2010/main" val="7876311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978">
            <a:extLst xmlns:a="http://schemas.openxmlformats.org/drawingml/2006/main">
              <a:ext uri="{FF2B5EF4-FFF2-40B4-BE49-F238E27FC236}">
                <a16:creationId xmlns:a16="http://schemas.microsoft.com/office/drawing/2014/main" id="{A9D235F1-EFC6-4996-ABAA-706E9D43D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CONTINUITY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B9C863E-DEDC-465D-8DA1-6F3AF928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下午不重做：直接升級上午成果</a:t>
            </a:r>
          </a:p>
        </p:txBody>
      </p:sp>
      <p:cxnSp>
        <p:nvCxnSpPr>
          <p:cNvPr id="20" name="shape-97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80">
            <a:extLst xmlns:a="http://schemas.openxmlformats.org/drawingml/2006/main">
              <a:ext uri="{FF2B5EF4-FFF2-40B4-BE49-F238E27FC236}">
                <a16:creationId xmlns:a16="http://schemas.microsoft.com/office/drawing/2014/main" id="{262CC17F-2647-4939-9F0E-B0660AFF1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467CFBF-DA24-4399-9F3F-3DC9C771B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6" name="shape-981">
            <a:extLst xmlns:a="http://schemas.openxmlformats.org/drawingml/2006/main">
              <a:ext uri="{FF2B5EF4-FFF2-40B4-BE49-F238E27FC236}">
                <a16:creationId xmlns:a16="http://schemas.microsoft.com/office/drawing/2014/main" id="{DBEA67C7-C33B-47C1-8A48-62D4C667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982">
            <a:extLst xmlns:a="http://schemas.openxmlformats.org/drawingml/2006/main">
              <a:ext uri="{FF2B5EF4-FFF2-40B4-BE49-F238E27FC236}">
                <a16:creationId xmlns:a16="http://schemas.microsoft.com/office/drawing/2014/main" id="{94346F2A-EC73-4C07-9BD6-A5E25114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983">
            <a:extLst xmlns:a="http://schemas.openxmlformats.org/drawingml/2006/main">
              <a:ext uri="{FF2B5EF4-FFF2-40B4-BE49-F238E27FC236}">
                <a16:creationId xmlns:a16="http://schemas.microsoft.com/office/drawing/2014/main" id="{7CFB8979-19E8-4768-A749-6A5A17529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上午已有</a:t>
            </a:r>
          </a:p>
        </p:txBody>
      </p:sp>
      <p:sp>
        <p:nvSpPr>
          <p:cNvPr id="9" name="text-984">
            <a:extLst xmlns:a="http://schemas.openxmlformats.org/drawingml/2006/main">
              <a:ext uri="{FF2B5EF4-FFF2-40B4-BE49-F238E27FC236}">
                <a16:creationId xmlns:a16="http://schemas.microsoft.com/office/drawing/2014/main" id="{CD79FED3-77E4-4933-BFD8-DCCAE1895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Gemini Notebook 來源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Gem 教學方法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Canvas 互動原型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部署或分享連結</a:t>
            </a:r>
          </a:p>
        </p:txBody>
      </p:sp>
      <p:sp>
        <p:nvSpPr>
          <p:cNvPr id="10" name="text-985">
            <a:extLst xmlns:a="http://schemas.openxmlformats.org/drawingml/2006/main">
              <a:ext uri="{FF2B5EF4-FFF2-40B4-BE49-F238E27FC236}">
                <a16:creationId xmlns:a16="http://schemas.microsoft.com/office/drawing/2014/main" id="{3EE546A7-E4D0-493F-AAD3-4F7FD494E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下午新增</a:t>
            </a:r>
          </a:p>
        </p:txBody>
      </p:sp>
      <p:sp>
        <p:nvSpPr>
          <p:cNvPr id="11" name="text-986">
            <a:extLst xmlns:a="http://schemas.openxmlformats.org/drawingml/2006/main">
              <a:ext uri="{FF2B5EF4-FFF2-40B4-BE49-F238E27FC236}">
                <a16:creationId xmlns:a16="http://schemas.microsoft.com/office/drawing/2014/main" id="{C38280DF-7A03-4391-847B-5A0A78DF7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專案資料夾與任務簡報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修改與測試證據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可重複使用的 Skill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跨工具驗證紀錄</a:t>
            </a:r>
          </a:p>
        </p:txBody>
      </p:sp>
      <p:sp>
        <p:nvSpPr>
          <p:cNvPr id="12" name="text-987">
            <a:extLst xmlns:a="http://schemas.openxmlformats.org/drawingml/2006/main">
              <a:ext uri="{FF2B5EF4-FFF2-40B4-BE49-F238E27FC236}">
                <a16:creationId xmlns:a16="http://schemas.microsoft.com/office/drawing/2014/main" id="{36AF87F3-BD76-4FA5-B769-096FD184A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上午成果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來源、Gem、Canvas、連結</a:t>
            </a:r>
          </a:p>
        </p:txBody>
      </p:sp>
      <p:sp>
        <p:nvSpPr>
          <p:cNvPr id="13" name="text-988">
            <a:extLst xmlns:a="http://schemas.openxmlformats.org/drawingml/2006/main">
              <a:ext uri="{FF2B5EF4-FFF2-40B4-BE49-F238E27FC236}">
                <a16:creationId xmlns:a16="http://schemas.microsoft.com/office/drawing/2014/main" id="{62130CCF-85FF-4EAE-8DDF-7341E451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同一個問題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繼續往下做</a:t>
            </a:r>
          </a:p>
        </p:txBody>
      </p:sp>
      <p:sp>
        <p:nvSpPr>
          <p:cNvPr id="14" name="text-989">
            <a:extLst xmlns:a="http://schemas.openxmlformats.org/drawingml/2006/main">
              <a:ext uri="{FF2B5EF4-FFF2-40B4-BE49-F238E27FC236}">
                <a16:creationId xmlns:a16="http://schemas.microsoft.com/office/drawing/2014/main" id="{07E986CD-773D-45AB-A9D8-CEE2A935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下午升級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任務、Skill、證據、驗證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181350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286625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17" name="text-990">
            <a:extLst xmlns:a="http://schemas.openxmlformats.org/drawingml/2006/main">
              <a:ext uri="{FF2B5EF4-FFF2-40B4-BE49-F238E27FC236}">
                <a16:creationId xmlns:a16="http://schemas.microsoft.com/office/drawing/2014/main" id="{FD83F6F9-0DBF-438D-83DB-4CEB1580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61975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不是重做，而是把作品變成可重複流程</a:t>
            </a:r>
          </a:p>
        </p:txBody>
      </p:sp>
    </p:spTree>
    <p:extLst>
      <p:ext uri="{BB962C8B-B14F-4D97-AF65-F5344CB8AC3E}">
        <p14:creationId xmlns:p14="http://schemas.microsoft.com/office/powerpoint/2010/main" val="42962112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991">
            <a:extLst xmlns:a="http://schemas.openxmlformats.org/drawingml/2006/main">
              <a:ext uri="{FF2B5EF4-FFF2-40B4-BE49-F238E27FC236}">
                <a16:creationId xmlns:a16="http://schemas.microsoft.com/office/drawing/2014/main" id="{709B45E8-20EF-4A4E-93E2-FF9CC9E3E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1147C23-7EB8-4821-9A3F-D87778C7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阿凱老師實戰案例導航｜資料與 Agent Skills</a:t>
            </a:r>
          </a:p>
        </p:txBody>
      </p:sp>
      <p:cxnSp>
        <p:nvCxnSpPr>
          <p:cNvPr id="33" name="shape-99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93">
            <a:extLst xmlns:a="http://schemas.openxmlformats.org/drawingml/2006/main">
              <a:ext uri="{FF2B5EF4-FFF2-40B4-BE49-F238E27FC236}">
                <a16:creationId xmlns:a16="http://schemas.microsoft.com/office/drawing/2014/main" id="{D702ED3F-4C63-4DCD-9B3B-6E012DC1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99E7317-9333-4DDC-9AD3-39F3C32F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text-994">
            <a:extLst xmlns:a="http://schemas.openxmlformats.org/drawingml/2006/main">
              <a:ext uri="{FF2B5EF4-FFF2-40B4-BE49-F238E27FC236}">
                <a16:creationId xmlns:a16="http://schemas.microsoft.com/office/drawing/2014/main" id="{7948FD4A-E5AA-47B5-9D90-69A2378E9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從學生表現分析、PIRLS 評量設計到 Web Agent 技能，觀察可驗證的工作流程。</a:t>
            </a:r>
          </a:p>
        </p:txBody>
      </p:sp>
      <p:sp>
        <p:nvSpPr>
          <p:cNvPr id="7" name="shape-995">
            <a:extLst xmlns:a="http://schemas.openxmlformats.org/drawingml/2006/main">
              <a:ext uri="{FF2B5EF4-FFF2-40B4-BE49-F238E27FC236}">
                <a16:creationId xmlns:a16="http://schemas.microsoft.com/office/drawing/2014/main" id="{A05B593E-42CF-4222-9951-A00F2DBB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996">
            <a:extLst xmlns:a="http://schemas.openxmlformats.org/drawingml/2006/main">
              <a:ext uri="{FF2B5EF4-FFF2-40B4-BE49-F238E27FC236}">
                <a16:creationId xmlns:a16="http://schemas.microsoft.com/office/drawing/2014/main" id="{7D4E0B56-BEB9-485F-8953-7E8CAC90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#73 · 學生資料分析</a:t>
            </a:r>
          </a:p>
        </p:txBody>
      </p:sp>
      <p:sp>
        <p:nvSpPr>
          <p:cNvPr id="9" name="text-997">
            <a:extLst xmlns:a="http://schemas.openxmlformats.org/drawingml/2006/main">
              <a:ext uri="{FF2B5EF4-FFF2-40B4-BE49-F238E27FC236}">
                <a16:creationId xmlns:a16="http://schemas.microsoft.com/office/drawing/2014/main" id="{5C953360-430E-4C78-9F34-20D6D4525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國小期中考成績篩選工具</a:t>
            </a:r>
          </a:p>
        </p:txBody>
      </p:sp>
      <p:sp>
        <p:nvSpPr>
          <p:cNvPr id="10" name="text-998">
            <a:extLst xmlns:a="http://schemas.openxmlformats.org/drawingml/2006/main">
              <a:ext uri="{FF2B5EF4-FFF2-40B4-BE49-F238E27FC236}">
                <a16:creationId xmlns:a16="http://schemas.microsoft.com/office/drawing/2014/main" id="{AAF6C548-4A91-460E-BFD2-9BEC3ACC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快速查看成績分布與篩選結果，作為結構化學生資料分析的入門案例。</a:t>
            </a:r>
          </a:p>
        </p:txBody>
      </p:sp>
      <p:sp>
        <p:nvSpPr>
          <p:cNvPr id="11" name="text-999">
            <a:extLst xmlns:a="http://schemas.openxmlformats.org/drawingml/2006/main">
              <a:ext uri="{FF2B5EF4-FFF2-40B4-BE49-F238E27FC236}">
                <a16:creationId xmlns:a16="http://schemas.microsoft.com/office/drawing/2014/main" id="{B6E31FE9-B0B5-4151-94AA-E4729776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dc5b01269eb4136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b732b8822e435b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000">
            <a:extLst xmlns:a="http://schemas.openxmlformats.org/drawingml/2006/main">
              <a:ext uri="{FF2B5EF4-FFF2-40B4-BE49-F238E27FC236}">
                <a16:creationId xmlns:a16="http://schemas.microsoft.com/office/drawing/2014/main" id="{80F1FEDB-CFB6-4A13-A680-D91C394B8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5a6e6b583f540a7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34775eb6e64282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001">
            <a:extLst xmlns:a="http://schemas.openxmlformats.org/drawingml/2006/main">
              <a:ext uri="{FF2B5EF4-FFF2-40B4-BE49-F238E27FC236}">
                <a16:creationId xmlns:a16="http://schemas.microsoft.com/office/drawing/2014/main" id="{86DAC3BD-0691-443B-90B5-D960B8F9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6" name="text-1002">
            <a:extLst xmlns:a="http://schemas.openxmlformats.org/drawingml/2006/main">
              <a:ext uri="{FF2B5EF4-FFF2-40B4-BE49-F238E27FC236}">
                <a16:creationId xmlns:a16="http://schemas.microsoft.com/office/drawing/2014/main" id="{05D3D7CB-127C-41E6-B869-F3BF160BD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#87 · PIRLS 評量</a:t>
            </a:r>
          </a:p>
        </p:txBody>
      </p:sp>
      <p:sp>
        <p:nvSpPr>
          <p:cNvPr id="17" name="text-1003">
            <a:extLst xmlns:a="http://schemas.openxmlformats.org/drawingml/2006/main">
              <a:ext uri="{FF2B5EF4-FFF2-40B4-BE49-F238E27FC236}">
                <a16:creationId xmlns:a16="http://schemas.microsoft.com/office/drawing/2014/main" id="{0A54C4F8-7A8C-4CA8-A764-3403BDD0C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PIRLS 閱讀理解生成站 PRO</a:t>
            </a:r>
          </a:p>
        </p:txBody>
      </p:sp>
      <p:sp>
        <p:nvSpPr>
          <p:cNvPr id="18" name="text-1004">
            <a:extLst xmlns:a="http://schemas.openxmlformats.org/drawingml/2006/main">
              <a:ext uri="{FF2B5EF4-FFF2-40B4-BE49-F238E27FC236}">
                <a16:creationId xmlns:a16="http://schemas.microsoft.com/office/drawing/2014/main" id="{8AF538AE-17F9-41DF-A65F-E85BFC148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依四層次生成提問與答案說明，銜接評量設計、規準與人工檢核。</a:t>
            </a:r>
          </a:p>
        </p:txBody>
      </p:sp>
      <p:sp>
        <p:nvSpPr>
          <p:cNvPr id="19" name="text-1005">
            <a:extLst xmlns:a="http://schemas.openxmlformats.org/drawingml/2006/main">
              <a:ext uri="{FF2B5EF4-FFF2-40B4-BE49-F238E27FC236}">
                <a16:creationId xmlns:a16="http://schemas.microsoft.com/office/drawing/2014/main" id="{54D08210-8DC8-4B78-911F-6130DD77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301fe9e528849a0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af770fa25c4413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006">
            <a:extLst xmlns:a="http://schemas.openxmlformats.org/drawingml/2006/main">
              <a:ext uri="{FF2B5EF4-FFF2-40B4-BE49-F238E27FC236}">
                <a16:creationId xmlns:a16="http://schemas.microsoft.com/office/drawing/2014/main" id="{3AC61FFE-897A-44DE-8CA9-1F513D4A3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aa7d678dad04880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41cc95ebeb4a57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007">
            <a:extLst xmlns:a="http://schemas.openxmlformats.org/drawingml/2006/main">
              <a:ext uri="{FF2B5EF4-FFF2-40B4-BE49-F238E27FC236}">
                <a16:creationId xmlns:a16="http://schemas.microsoft.com/office/drawing/2014/main" id="{BF25811B-B59B-4AE8-991B-BD5FE24F7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4" name="text-1008">
            <a:extLst xmlns:a="http://schemas.openxmlformats.org/drawingml/2006/main">
              <a:ext uri="{FF2B5EF4-FFF2-40B4-BE49-F238E27FC236}">
                <a16:creationId xmlns:a16="http://schemas.microsoft.com/office/drawing/2014/main" id="{06398E8A-8AD5-434A-8135-70B108C0E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#103 · 提示詞與 Skill</a:t>
            </a:r>
          </a:p>
        </p:txBody>
      </p:sp>
      <p:sp>
        <p:nvSpPr>
          <p:cNvPr id="25" name="text-1009">
            <a:extLst xmlns:a="http://schemas.openxmlformats.org/drawingml/2006/main">
              <a:ext uri="{FF2B5EF4-FFF2-40B4-BE49-F238E27FC236}">
                <a16:creationId xmlns:a16="http://schemas.microsoft.com/office/drawing/2014/main" id="{0EE59354-1F89-44D0-BA9A-173CEE2AE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Agent 的 Web 技能雙引擎</a:t>
            </a:r>
          </a:p>
        </p:txBody>
      </p:sp>
      <p:sp>
        <p:nvSpPr>
          <p:cNvPr id="26" name="text-1010">
            <a:extLst xmlns:a="http://schemas.openxmlformats.org/drawingml/2006/main">
              <a:ext uri="{FF2B5EF4-FFF2-40B4-BE49-F238E27FC236}">
                <a16:creationId xmlns:a16="http://schemas.microsoft.com/office/drawing/2014/main" id="{7DE11E0E-7F1E-4BA0-95EE-0C583CBB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用 Playwright × Webwright 解釋 Agent 如何規劃、操作並回報證據。</a:t>
            </a:r>
          </a:p>
        </p:txBody>
      </p:sp>
      <p:sp>
        <p:nvSpPr>
          <p:cNvPr id="27" name="text-1011">
            <a:extLst xmlns:a="http://schemas.openxmlformats.org/drawingml/2006/main">
              <a:ext uri="{FF2B5EF4-FFF2-40B4-BE49-F238E27FC236}">
                <a16:creationId xmlns:a16="http://schemas.microsoft.com/office/drawing/2014/main" id="{FD38B29E-7442-4E89-BB60-A7162B801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3c7cd8999784f2b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e4d9b08f254cff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012">
            <a:extLst xmlns:a="http://schemas.openxmlformats.org/drawingml/2006/main">
              <a:ext uri="{FF2B5EF4-FFF2-40B4-BE49-F238E27FC236}">
                <a16:creationId xmlns:a16="http://schemas.microsoft.com/office/drawing/2014/main" id="{9B1201FE-5892-4957-8737-5C89EB889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c1d6e9b42294764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4e1d836c494d70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20238501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013">
            <a:extLst xmlns:a="http://schemas.openxmlformats.org/drawingml/2006/main">
              <a:ext uri="{FF2B5EF4-FFF2-40B4-BE49-F238E27FC236}">
                <a16:creationId xmlns:a16="http://schemas.microsoft.com/office/drawing/2014/main" id="{15259964-FB2F-4BF6-B7CA-A267EF17D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7605D8F-B014-4848-AE59-EDD75A0D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阿凱老師實戰案例導航｜研究與驗證</a:t>
            </a:r>
          </a:p>
        </p:txBody>
      </p:sp>
      <p:cxnSp>
        <p:nvCxnSpPr>
          <p:cNvPr id="33" name="shape-101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15">
            <a:extLst xmlns:a="http://schemas.openxmlformats.org/drawingml/2006/main">
              <a:ext uri="{FF2B5EF4-FFF2-40B4-BE49-F238E27FC236}">
                <a16:creationId xmlns:a16="http://schemas.microsoft.com/office/drawing/2014/main" id="{605D712B-B103-4062-98F2-1A5978692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DACE2CD-127B-4532-A0C4-2685B47E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text-1016">
            <a:extLst xmlns:a="http://schemas.openxmlformats.org/drawingml/2006/main">
              <a:ext uri="{FF2B5EF4-FFF2-40B4-BE49-F238E27FC236}">
                <a16:creationId xmlns:a16="http://schemas.microsoft.com/office/drawing/2014/main" id="{077A7E1D-FA8C-43D8-8C5E-5F5DA5B8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把資料來源、審查規準、無障礙檢測與人工覆核組成可追查的 Agent 流程。</a:t>
            </a:r>
          </a:p>
        </p:txBody>
      </p:sp>
      <p:sp>
        <p:nvSpPr>
          <p:cNvPr id="7" name="shape-1017">
            <a:extLst xmlns:a="http://schemas.openxmlformats.org/drawingml/2006/main">
              <a:ext uri="{FF2B5EF4-FFF2-40B4-BE49-F238E27FC236}">
                <a16:creationId xmlns:a16="http://schemas.microsoft.com/office/drawing/2014/main" id="{543B9906-08D7-4308-971C-AD4E5DF5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018">
            <a:extLst xmlns:a="http://schemas.openxmlformats.org/drawingml/2006/main">
              <a:ext uri="{FF2B5EF4-FFF2-40B4-BE49-F238E27FC236}">
                <a16:creationId xmlns:a16="http://schemas.microsoft.com/office/drawing/2014/main" id="{E93CE509-2FB7-45D1-AC0D-1E3CB1F0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#105 · 研究工作流程</a:t>
            </a:r>
          </a:p>
        </p:txBody>
      </p:sp>
      <p:sp>
        <p:nvSpPr>
          <p:cNvPr id="9" name="text-1019">
            <a:extLst xmlns:a="http://schemas.openxmlformats.org/drawingml/2006/main">
              <a:ext uri="{FF2B5EF4-FFF2-40B4-BE49-F238E27FC236}">
                <a16:creationId xmlns:a16="http://schemas.microsoft.com/office/drawing/2014/main" id="{891C668A-F7CA-4250-8BB7-59C833F18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臺灣主權 AI 訓練語料庫</a:t>
            </a:r>
          </a:p>
        </p:txBody>
      </p:sp>
      <p:sp>
        <p:nvSpPr>
          <p:cNvPr id="10" name="text-1020">
            <a:extLst xmlns:a="http://schemas.openxmlformats.org/drawingml/2006/main">
              <a:ext uri="{FF2B5EF4-FFF2-40B4-BE49-F238E27FC236}">
                <a16:creationId xmlns:a16="http://schemas.microsoft.com/office/drawing/2014/main" id="{81F9BF99-9473-48D4-B036-B683003FE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4,554 筆開放語料依主題、課綱與授權整理，再轉化成教學研究素材。</a:t>
            </a:r>
          </a:p>
        </p:txBody>
      </p:sp>
      <p:sp>
        <p:nvSpPr>
          <p:cNvPr id="11" name="text-1021">
            <a:extLst xmlns:a="http://schemas.openxmlformats.org/drawingml/2006/main">
              <a:ext uri="{FF2B5EF4-FFF2-40B4-BE49-F238E27FC236}">
                <a16:creationId xmlns:a16="http://schemas.microsoft.com/office/drawing/2014/main" id="{C4EC05D7-4D52-4F40-B068-CDDE2BB7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e317b39732540fb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04a94181c84a54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022">
            <a:extLst xmlns:a="http://schemas.openxmlformats.org/drawingml/2006/main">
              <a:ext uri="{FF2B5EF4-FFF2-40B4-BE49-F238E27FC236}">
                <a16:creationId xmlns:a16="http://schemas.microsoft.com/office/drawing/2014/main" id="{C3E5CC9B-7878-49C2-9CA3-81EC448AC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69305d143b44573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45ab564a7e49b7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023">
            <a:extLst xmlns:a="http://schemas.openxmlformats.org/drawingml/2006/main">
              <a:ext uri="{FF2B5EF4-FFF2-40B4-BE49-F238E27FC236}">
                <a16:creationId xmlns:a16="http://schemas.microsoft.com/office/drawing/2014/main" id="{DE678660-1563-4779-968B-C11FD5EF2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6" name="text-1024">
            <a:extLst xmlns:a="http://schemas.openxmlformats.org/drawingml/2006/main">
              <a:ext uri="{FF2B5EF4-FFF2-40B4-BE49-F238E27FC236}">
                <a16:creationId xmlns:a16="http://schemas.microsoft.com/office/drawing/2014/main" id="{26BDD002-AC72-4431-888D-3487F9BD5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#123 · RWD／無障礙</a:t>
            </a:r>
          </a:p>
        </p:txBody>
      </p:sp>
      <p:sp>
        <p:nvSpPr>
          <p:cNvPr id="17" name="text-1025">
            <a:extLst xmlns:a="http://schemas.openxmlformats.org/drawingml/2006/main">
              <a:ext uri="{FF2B5EF4-FFF2-40B4-BE49-F238E27FC236}">
                <a16:creationId xmlns:a16="http://schemas.microsoft.com/office/drawing/2014/main" id="{9EB024B1-67EF-4139-9027-6151C2B3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校網無障礙 AA 遷移操作平台</a:t>
            </a:r>
          </a:p>
        </p:txBody>
      </p:sp>
      <p:sp>
        <p:nvSpPr>
          <p:cNvPr id="18" name="text-1026">
            <a:extLst xmlns:a="http://schemas.openxmlformats.org/drawingml/2006/main">
              <a:ext uri="{FF2B5EF4-FFF2-40B4-BE49-F238E27FC236}">
                <a16:creationId xmlns:a16="http://schemas.microsoft.com/office/drawing/2014/main" id="{356BB863-68FB-4D99-BD44-AD49A443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12 步遷移清單、對比度檢查與送審雷區，示範可驗證工作流程。</a:t>
            </a:r>
          </a:p>
        </p:txBody>
      </p:sp>
      <p:sp>
        <p:nvSpPr>
          <p:cNvPr id="19" name="text-1027">
            <a:extLst xmlns:a="http://schemas.openxmlformats.org/drawingml/2006/main">
              <a:ext uri="{FF2B5EF4-FFF2-40B4-BE49-F238E27FC236}">
                <a16:creationId xmlns:a16="http://schemas.microsoft.com/office/drawing/2014/main" id="{D583096A-CFAA-4784-BC77-1CEF2AAD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34d49e8c6834d22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b25efaa3ee4873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028">
            <a:extLst xmlns:a="http://schemas.openxmlformats.org/drawingml/2006/main">
              <a:ext uri="{FF2B5EF4-FFF2-40B4-BE49-F238E27FC236}">
                <a16:creationId xmlns:a16="http://schemas.microsoft.com/office/drawing/2014/main" id="{52FBC3D0-1EDA-436D-9F4F-E5C07660A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245f14207124247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16a077f21f49df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029">
            <a:extLst xmlns:a="http://schemas.openxmlformats.org/drawingml/2006/main">
              <a:ext uri="{FF2B5EF4-FFF2-40B4-BE49-F238E27FC236}">
                <a16:creationId xmlns:a16="http://schemas.microsoft.com/office/drawing/2014/main" id="{3870E1C1-B430-4D71-BA81-5D0F73936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4" name="text-1030">
            <a:extLst xmlns:a="http://schemas.openxmlformats.org/drawingml/2006/main">
              <a:ext uri="{FF2B5EF4-FFF2-40B4-BE49-F238E27FC236}">
                <a16:creationId xmlns:a16="http://schemas.microsoft.com/office/drawing/2014/main" id="{BD1B437D-5BD3-4F04-B3B2-E136A7F45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#88 · Agent 驗證</a:t>
            </a:r>
          </a:p>
        </p:txBody>
      </p:sp>
      <p:sp>
        <p:nvSpPr>
          <p:cNvPr id="25" name="text-1031">
            <a:extLst xmlns:a="http://schemas.openxmlformats.org/drawingml/2006/main">
              <a:ext uri="{FF2B5EF4-FFF2-40B4-BE49-F238E27FC236}">
                <a16:creationId xmlns:a16="http://schemas.microsoft.com/office/drawing/2014/main" id="{9EE190CF-55A6-4E8D-A4E7-FCED1C676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國中課程計畫 AI 審查工具</a:t>
            </a:r>
          </a:p>
        </p:txBody>
      </p:sp>
      <p:sp>
        <p:nvSpPr>
          <p:cNvPr id="26" name="text-1032">
            <a:extLst xmlns:a="http://schemas.openxmlformats.org/drawingml/2006/main">
              <a:ext uri="{FF2B5EF4-FFF2-40B4-BE49-F238E27FC236}">
                <a16:creationId xmlns:a16="http://schemas.microsoft.com/office/drawing/2014/main" id="{E6C36F1C-16AF-4A3B-8D50-ED2C015B5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 40+ 審查標準逐項比對 PDF，示範規則、證據與人工覆核。</a:t>
            </a:r>
          </a:p>
        </p:txBody>
      </p:sp>
      <p:sp>
        <p:nvSpPr>
          <p:cNvPr id="27" name="text-1033">
            <a:extLst xmlns:a="http://schemas.openxmlformats.org/drawingml/2006/main">
              <a:ext uri="{FF2B5EF4-FFF2-40B4-BE49-F238E27FC236}">
                <a16:creationId xmlns:a16="http://schemas.microsoft.com/office/drawing/2014/main" id="{AD277E55-DA52-4661-AFBD-BBAACB13E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5e32a45e1364571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311eaf12814fa4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034">
            <a:extLst xmlns:a="http://schemas.openxmlformats.org/drawingml/2006/main">
              <a:ext uri="{FF2B5EF4-FFF2-40B4-BE49-F238E27FC236}">
                <a16:creationId xmlns:a16="http://schemas.microsoft.com/office/drawing/2014/main" id="{FFD0648A-B8DF-4A0A-8320-92C8E7995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230fd29496148fc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3e2856fbb741a8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6811507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35">
            <a:extLst xmlns:a="http://schemas.openxmlformats.org/drawingml/2006/main">
              <a:ext uri="{FF2B5EF4-FFF2-40B4-BE49-F238E27FC236}">
                <a16:creationId xmlns:a16="http://schemas.microsoft.com/office/drawing/2014/main" id="{78A6F16B-D11F-4A05-912D-56992335F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1036">
            <a:extLst xmlns:a="http://schemas.openxmlformats.org/drawingml/2006/main">
              <a:ext uri="{FF2B5EF4-FFF2-40B4-BE49-F238E27FC236}">
                <a16:creationId xmlns:a16="http://schemas.microsoft.com/office/drawing/2014/main" id="{851CE156-EBBE-424F-BA32-A7B5E1E2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3" name="text-1037">
            <a:extLst xmlns:a="http://schemas.openxmlformats.org/drawingml/2006/main">
              <a:ext uri="{FF2B5EF4-FFF2-40B4-BE49-F238E27FC236}">
                <a16:creationId xmlns:a16="http://schemas.microsoft.com/office/drawing/2014/main" id="{BFFA9334-836B-4196-8ED7-4A9D9BC27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把工作區變成 Agent 的中央指揮中心：交付任務、監看計畫、檢查產物與驗證證據。</a:t>
            </a:r>
          </a:p>
        </p:txBody>
      </p:sp>
      <p:sp>
        <p:nvSpPr>
          <p:cNvPr id="4" name="shape-1038">
            <a:extLst xmlns:a="http://schemas.openxmlformats.org/drawingml/2006/main">
              <a:ext uri="{FF2B5EF4-FFF2-40B4-BE49-F238E27FC236}">
                <a16:creationId xmlns:a16="http://schemas.microsoft.com/office/drawing/2014/main" id="{871F3501-AEE7-442F-9105-0F7BE6ED1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039">
            <a:extLst xmlns:a="http://schemas.openxmlformats.org/drawingml/2006/main">
              <a:ext uri="{FF2B5EF4-FFF2-40B4-BE49-F238E27FC236}">
                <a16:creationId xmlns:a16="http://schemas.microsoft.com/office/drawing/2014/main" id="{E6C8A8BC-6768-4FAF-9CE6-5BDA1236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1040">
            <a:extLst xmlns:a="http://schemas.openxmlformats.org/drawingml/2006/main">
              <a:ext uri="{FF2B5EF4-FFF2-40B4-BE49-F238E27FC236}">
                <a16:creationId xmlns:a16="http://schemas.microsoft.com/office/drawing/2014/main" id="{BDBFA772-612C-427F-8BF8-7C9392A35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7" name="text-1041">
            <a:extLst xmlns:a="http://schemas.openxmlformats.org/drawingml/2006/main">
              <a:ext uri="{FF2B5EF4-FFF2-40B4-BE49-F238E27FC236}">
                <a16:creationId xmlns:a16="http://schemas.microsoft.com/office/drawing/2014/main" id="{1A3B5A16-43F2-4529-A1D8-671448C4A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✦</a:t>
            </a:r>
          </a:p>
        </p:txBody>
      </p:sp>
      <p:sp>
        <p:nvSpPr>
          <p:cNvPr id="8" name="text-1042">
            <a:extLst xmlns:a="http://schemas.openxmlformats.org/drawingml/2006/main">
              <a:ext uri="{FF2B5EF4-FFF2-40B4-BE49-F238E27FC236}">
                <a16:creationId xmlns:a16="http://schemas.microsoft.com/office/drawing/2014/main" id="{2E31DB84-1A0A-415B-B442-E887DD5B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9" name="text-1043">
            <a:extLst xmlns:a="http://schemas.openxmlformats.org/drawingml/2006/main">
              <a:ext uri="{FF2B5EF4-FFF2-40B4-BE49-F238E27FC236}">
                <a16:creationId xmlns:a16="http://schemas.microsoft.com/office/drawing/2014/main" id="{DE28711B-D30E-49AE-B813-F749920C3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Google Agent 工作區</a:t>
            </a:r>
          </a:p>
        </p:txBody>
      </p:sp>
      <p:cxnSp>
        <p:nvCxnSpPr>
          <p:cNvPr id="26" name="shape-104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11" name="text-1045">
            <a:extLst xmlns:a="http://schemas.openxmlformats.org/drawingml/2006/main">
              <a:ext uri="{FF2B5EF4-FFF2-40B4-BE49-F238E27FC236}">
                <a16:creationId xmlns:a16="http://schemas.microsoft.com/office/drawing/2014/main" id="{C4E79266-2C36-42B0-9D88-C00762EF6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B9ADCA3-C5BB-465A-9611-C82B54FA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13" name="text-1712">
            <a:extLst xmlns:a="http://schemas.openxmlformats.org/drawingml/2006/main">
              <a:ext uri="{FF2B5EF4-FFF2-40B4-BE49-F238E27FC236}">
                <a16:creationId xmlns:a16="http://schemas.microsoft.com/office/drawing/2014/main" id="{361105C2-9AB3-45A5-92C8-E4D7099F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8156cf0ae1e4710"/>
              </a:rPr>
              <a:t>開啟 Antigravity ↗</a:t>
            </a:r>
          </a:p>
        </p:txBody>
      </p:sp>
      <p:sp>
        <p:nvSpPr>
          <p:cNvPr id="14" name="shape-1746">
            <a:extLst xmlns:a="http://schemas.openxmlformats.org/drawingml/2006/main">
              <a:ext uri="{FF2B5EF4-FFF2-40B4-BE49-F238E27FC236}">
                <a16:creationId xmlns:a16="http://schemas.microsoft.com/office/drawing/2014/main" id="{F64B51F4-3908-47F4-BAD3-C34B78003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3bd3aceb4e41f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747">
            <a:extLst xmlns:a="http://schemas.openxmlformats.org/drawingml/2006/main">
              <a:ext uri="{FF2B5EF4-FFF2-40B4-BE49-F238E27FC236}">
                <a16:creationId xmlns:a16="http://schemas.microsoft.com/office/drawing/2014/main" id="{9160F1B0-0D8A-4225-92B6-18C0EF941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3860280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1046">
            <a:extLst xmlns:a="http://schemas.openxmlformats.org/drawingml/2006/main">
              <a:ext uri="{FF2B5EF4-FFF2-40B4-BE49-F238E27FC236}">
                <a16:creationId xmlns:a16="http://schemas.microsoft.com/office/drawing/2014/main" id="{C605D505-4F47-417D-B6F0-22CD433D7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AGENTIC DEVELOPMENT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50D49BD-BC23-4DA4-A23A-F5682817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Antigravity：不是更大的聊天框</a:t>
            </a:r>
          </a:p>
        </p:txBody>
      </p:sp>
      <p:cxnSp>
        <p:nvCxnSpPr>
          <p:cNvPr id="18" name="shape-104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48">
            <a:extLst xmlns:a="http://schemas.openxmlformats.org/drawingml/2006/main">
              <a:ext uri="{FF2B5EF4-FFF2-40B4-BE49-F238E27FC236}">
                <a16:creationId xmlns:a16="http://schemas.microsoft.com/office/drawing/2014/main" id="{EA89A12C-4BCD-43BB-9EFC-FEC5EF0A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E0EA0F2-675B-4B4E-90A1-9158F7A17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6" name="shape-1049">
            <a:extLst xmlns:a="http://schemas.openxmlformats.org/drawingml/2006/main">
              <a:ext uri="{FF2B5EF4-FFF2-40B4-BE49-F238E27FC236}">
                <a16:creationId xmlns:a16="http://schemas.microsoft.com/office/drawing/2014/main" id="{C9194882-5823-441B-B84E-91E43BEE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050">
            <a:extLst xmlns:a="http://schemas.openxmlformats.org/drawingml/2006/main">
              <a:ext uri="{FF2B5EF4-FFF2-40B4-BE49-F238E27FC236}">
                <a16:creationId xmlns:a16="http://schemas.microsoft.com/office/drawing/2014/main" id="{ECBB4D29-8FE2-419E-A782-16F710803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051">
            <a:extLst xmlns:a="http://schemas.openxmlformats.org/drawingml/2006/main">
              <a:ext uri="{FF2B5EF4-FFF2-40B4-BE49-F238E27FC236}">
                <a16:creationId xmlns:a16="http://schemas.microsoft.com/office/drawing/2014/main" id="{EEF70F3A-9ADA-4B51-AC77-A9C17BC2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你提供</a:t>
            </a:r>
          </a:p>
        </p:txBody>
      </p:sp>
      <p:sp>
        <p:nvSpPr>
          <p:cNvPr id="9" name="text-1052">
            <a:extLst xmlns:a="http://schemas.openxmlformats.org/drawingml/2006/main">
              <a:ext uri="{FF2B5EF4-FFF2-40B4-BE49-F238E27FC236}">
                <a16:creationId xmlns:a16="http://schemas.microsoft.com/office/drawing/2014/main" id="{ED61D177-FC19-42B2-822B-8965775E4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工作區與檔案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清楚的任務與限制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可驗收的完成條件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必要的授權</a:t>
            </a:r>
          </a:p>
        </p:txBody>
      </p:sp>
      <p:sp>
        <p:nvSpPr>
          <p:cNvPr id="10" name="text-1053">
            <a:extLst xmlns:a="http://schemas.openxmlformats.org/drawingml/2006/main">
              <a:ext uri="{FF2B5EF4-FFF2-40B4-BE49-F238E27FC236}">
                <a16:creationId xmlns:a16="http://schemas.microsoft.com/office/drawing/2014/main" id="{1769B19F-23E0-4AB0-980C-6CB435B41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推進</a:t>
            </a:r>
          </a:p>
        </p:txBody>
      </p:sp>
      <p:sp>
        <p:nvSpPr>
          <p:cNvPr id="11" name="text-1054">
            <a:extLst xmlns:a="http://schemas.openxmlformats.org/drawingml/2006/main">
              <a:ext uri="{FF2B5EF4-FFF2-40B4-BE49-F238E27FC236}">
                <a16:creationId xmlns:a16="http://schemas.microsoft.com/office/drawing/2014/main" id="{9581C6BB-5618-4CD7-9246-6197A32DB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建立計畫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使用檔案與工具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修改、執行與檢查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回報成果與阻礙</a:t>
            </a:r>
          </a:p>
        </p:txBody>
      </p:sp>
      <p:sp>
        <p:nvSpPr>
          <p:cNvPr id="12" name="text-1713">
            <a:extLst xmlns:a="http://schemas.openxmlformats.org/drawingml/2006/main">
              <a:ext uri="{FF2B5EF4-FFF2-40B4-BE49-F238E27FC236}">
                <a16:creationId xmlns:a16="http://schemas.microsoft.com/office/drawing/2014/main" id="{F87442C8-FB6F-492E-AC18-8F4E7A6F8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1cf300b63054238"/>
              </a:rPr>
              <a:t>開啟 Antigravity ↗</a:t>
            </a:r>
          </a:p>
        </p:txBody>
      </p:sp>
      <p:sp>
        <p:nvSpPr>
          <p:cNvPr id="13" name="shape-1748">
            <a:extLst xmlns:a="http://schemas.openxmlformats.org/drawingml/2006/main">
              <a:ext uri="{FF2B5EF4-FFF2-40B4-BE49-F238E27FC236}">
                <a16:creationId xmlns:a16="http://schemas.microsoft.com/office/drawing/2014/main" id="{16FD83C0-0447-430A-8C62-E8F1D1400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f4cb860d924a2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1749">
            <a:extLst xmlns:a="http://schemas.openxmlformats.org/drawingml/2006/main">
              <a:ext uri="{FF2B5EF4-FFF2-40B4-BE49-F238E27FC236}">
                <a16:creationId xmlns:a16="http://schemas.microsoft.com/office/drawing/2014/main" id="{2992981B-0B5A-4744-A876-3DCE3EC7C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3328879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055">
            <a:extLst xmlns:a="http://schemas.openxmlformats.org/drawingml/2006/main">
              <a:ext uri="{FF2B5EF4-FFF2-40B4-BE49-F238E27FC236}">
                <a16:creationId xmlns:a16="http://schemas.microsoft.com/office/drawing/2014/main" id="{A21FDE19-22CC-4FF3-B60B-01FE7712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WORKSPACE ORIENTATION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55A0D67-5C29-4473-8F33-49911010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進入工作區，先看四個地方</a:t>
            </a:r>
          </a:p>
        </p:txBody>
      </p:sp>
      <p:cxnSp>
        <p:nvCxnSpPr>
          <p:cNvPr id="28" name="shape-105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57">
            <a:extLst xmlns:a="http://schemas.openxmlformats.org/drawingml/2006/main">
              <a:ext uri="{FF2B5EF4-FFF2-40B4-BE49-F238E27FC236}">
                <a16:creationId xmlns:a16="http://schemas.microsoft.com/office/drawing/2014/main" id="{8BE31BF4-1BEA-481A-AFCD-4C268FBA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B31F373-2ACC-4798-B379-AEF5EDF97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1058">
            <a:extLst xmlns:a="http://schemas.openxmlformats.org/drawingml/2006/main">
              <a:ext uri="{FF2B5EF4-FFF2-40B4-BE49-F238E27FC236}">
                <a16:creationId xmlns:a16="http://schemas.microsoft.com/office/drawing/2014/main" id="{1B180603-F32F-4A03-885E-5B270360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059">
            <a:extLst xmlns:a="http://schemas.openxmlformats.org/drawingml/2006/main">
              <a:ext uri="{FF2B5EF4-FFF2-40B4-BE49-F238E27FC236}">
                <a16:creationId xmlns:a16="http://schemas.microsoft.com/office/drawing/2014/main" id="{C2DA4857-E1D9-469C-BF71-11DB9F5C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060">
            <a:extLst xmlns:a="http://schemas.openxmlformats.org/drawingml/2006/main">
              <a:ext uri="{FF2B5EF4-FFF2-40B4-BE49-F238E27FC236}">
                <a16:creationId xmlns:a16="http://schemas.microsoft.com/office/drawing/2014/main" id="{EAA5F246-892A-464B-87AE-0B3A2E1E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檔案</a:t>
            </a:r>
          </a:p>
        </p:txBody>
      </p:sp>
      <p:sp>
        <p:nvSpPr>
          <p:cNvPr id="9" name="text-1061">
            <a:extLst xmlns:a="http://schemas.openxmlformats.org/drawingml/2006/main">
              <a:ext uri="{FF2B5EF4-FFF2-40B4-BE49-F238E27FC236}">
                <a16:creationId xmlns:a16="http://schemas.microsoft.com/office/drawing/2014/main" id="{D620791D-52FD-460E-9CA8-061C24AA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Agent 能看到哪些素材？是否把敏感檔案放錯位置？</a:t>
            </a:r>
          </a:p>
        </p:txBody>
      </p:sp>
      <p:sp>
        <p:nvSpPr>
          <p:cNvPr id="10" name="shape-1062">
            <a:extLst xmlns:a="http://schemas.openxmlformats.org/drawingml/2006/main">
              <a:ext uri="{FF2B5EF4-FFF2-40B4-BE49-F238E27FC236}">
                <a16:creationId xmlns:a16="http://schemas.microsoft.com/office/drawing/2014/main" id="{CE778696-18D1-4909-B264-E729D753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063">
            <a:extLst xmlns:a="http://schemas.openxmlformats.org/drawingml/2006/main">
              <a:ext uri="{FF2B5EF4-FFF2-40B4-BE49-F238E27FC236}">
                <a16:creationId xmlns:a16="http://schemas.microsoft.com/office/drawing/2014/main" id="{36E42E7B-1D8A-45A6-AAEB-6517FABF4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064">
            <a:extLst xmlns:a="http://schemas.openxmlformats.org/drawingml/2006/main">
              <a:ext uri="{FF2B5EF4-FFF2-40B4-BE49-F238E27FC236}">
                <a16:creationId xmlns:a16="http://schemas.microsoft.com/office/drawing/2014/main" id="{174983B1-D650-4FD3-A2AF-B00C5E7B7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任務</a:t>
            </a:r>
          </a:p>
        </p:txBody>
      </p:sp>
      <p:sp>
        <p:nvSpPr>
          <p:cNvPr id="13" name="text-1065">
            <a:extLst xmlns:a="http://schemas.openxmlformats.org/drawingml/2006/main">
              <a:ext uri="{FF2B5EF4-FFF2-40B4-BE49-F238E27FC236}">
                <a16:creationId xmlns:a16="http://schemas.microsoft.com/office/drawing/2014/main" id="{19094EDD-D200-4DC3-BBE6-AA7EE10E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目標是否單一、具體，且能在本工作區完成？</a:t>
            </a:r>
          </a:p>
        </p:txBody>
      </p:sp>
      <p:sp>
        <p:nvSpPr>
          <p:cNvPr id="14" name="shape-1066">
            <a:extLst xmlns:a="http://schemas.openxmlformats.org/drawingml/2006/main">
              <a:ext uri="{FF2B5EF4-FFF2-40B4-BE49-F238E27FC236}">
                <a16:creationId xmlns:a16="http://schemas.microsoft.com/office/drawing/2014/main" id="{E5E08F1C-3340-413C-B8FC-CE6B628B7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067">
            <a:extLst xmlns:a="http://schemas.openxmlformats.org/drawingml/2006/main">
              <a:ext uri="{FF2B5EF4-FFF2-40B4-BE49-F238E27FC236}">
                <a16:creationId xmlns:a16="http://schemas.microsoft.com/office/drawing/2014/main" id="{00BD548F-184D-4D9E-B02A-E75488E53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068">
            <a:extLst xmlns:a="http://schemas.openxmlformats.org/drawingml/2006/main">
              <a:ext uri="{FF2B5EF4-FFF2-40B4-BE49-F238E27FC236}">
                <a16:creationId xmlns:a16="http://schemas.microsoft.com/office/drawing/2014/main" id="{644402C6-ED97-448F-8F09-FE349BAA8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計畫</a:t>
            </a:r>
          </a:p>
        </p:txBody>
      </p:sp>
      <p:sp>
        <p:nvSpPr>
          <p:cNvPr id="17" name="text-1069">
            <a:extLst xmlns:a="http://schemas.openxmlformats.org/drawingml/2006/main">
              <a:ext uri="{FF2B5EF4-FFF2-40B4-BE49-F238E27FC236}">
                <a16:creationId xmlns:a16="http://schemas.microsoft.com/office/drawing/2014/main" id="{AAEA6C86-D958-48CD-A281-B9AF358C7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步驟是否合理？哪一步需要授權或外部資訊？</a:t>
            </a:r>
          </a:p>
        </p:txBody>
      </p:sp>
      <p:sp>
        <p:nvSpPr>
          <p:cNvPr id="18" name="shape-1070">
            <a:extLst xmlns:a="http://schemas.openxmlformats.org/drawingml/2006/main">
              <a:ext uri="{FF2B5EF4-FFF2-40B4-BE49-F238E27FC236}">
                <a16:creationId xmlns:a16="http://schemas.microsoft.com/office/drawing/2014/main" id="{2E67B8C4-D845-4F32-B9E4-FBC01D3A4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071">
            <a:extLst xmlns:a="http://schemas.openxmlformats.org/drawingml/2006/main">
              <a:ext uri="{FF2B5EF4-FFF2-40B4-BE49-F238E27FC236}">
                <a16:creationId xmlns:a16="http://schemas.microsoft.com/office/drawing/2014/main" id="{D3A9E37E-FA83-46EF-AF5E-25C72CB71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072">
            <a:extLst xmlns:a="http://schemas.openxmlformats.org/drawingml/2006/main">
              <a:ext uri="{FF2B5EF4-FFF2-40B4-BE49-F238E27FC236}">
                <a16:creationId xmlns:a16="http://schemas.microsoft.com/office/drawing/2014/main" id="{0F4ADA33-D766-442B-880B-BF50F6DC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結果</a:t>
            </a:r>
          </a:p>
        </p:txBody>
      </p:sp>
      <p:sp>
        <p:nvSpPr>
          <p:cNvPr id="21" name="text-1073">
            <a:extLst xmlns:a="http://schemas.openxmlformats.org/drawingml/2006/main">
              <a:ext uri="{FF2B5EF4-FFF2-40B4-BE49-F238E27FC236}">
                <a16:creationId xmlns:a16="http://schemas.microsoft.com/office/drawing/2014/main" id="{4771410B-059D-430C-9C76-3E8CBD00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有哪些變更、測試、畫面與仍未確認的項目？</a:t>
            </a:r>
          </a:p>
        </p:txBody>
      </p:sp>
      <p:sp>
        <p:nvSpPr>
          <p:cNvPr id="22" name="text-1714">
            <a:extLst xmlns:a="http://schemas.openxmlformats.org/drawingml/2006/main">
              <a:ext uri="{FF2B5EF4-FFF2-40B4-BE49-F238E27FC236}">
                <a16:creationId xmlns:a16="http://schemas.microsoft.com/office/drawing/2014/main" id="{4023EBB3-E346-4011-836E-B87B861F7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030e6110320439d"/>
              </a:rPr>
              <a:t>開啟 Antigravity ↗</a:t>
            </a:r>
          </a:p>
        </p:txBody>
      </p:sp>
      <p:sp>
        <p:nvSpPr>
          <p:cNvPr id="23" name="shape-1750">
            <a:extLst xmlns:a="http://schemas.openxmlformats.org/drawingml/2006/main">
              <a:ext uri="{FF2B5EF4-FFF2-40B4-BE49-F238E27FC236}">
                <a16:creationId xmlns:a16="http://schemas.microsoft.com/office/drawing/2014/main" id="{1EB05E4A-3456-49B5-95A0-92A6662D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92e1a9c9b74c3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751">
            <a:extLst xmlns:a="http://schemas.openxmlformats.org/drawingml/2006/main">
              <a:ext uri="{FF2B5EF4-FFF2-40B4-BE49-F238E27FC236}">
                <a16:creationId xmlns:a16="http://schemas.microsoft.com/office/drawing/2014/main" id="{62AF3FD9-AAC0-486C-9330-3C600897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95050299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074">
            <a:extLst xmlns:a="http://schemas.openxmlformats.org/drawingml/2006/main">
              <a:ext uri="{FF2B5EF4-FFF2-40B4-BE49-F238E27FC236}">
                <a16:creationId xmlns:a16="http://schemas.microsoft.com/office/drawing/2014/main" id="{AA88E6D9-4C2E-41A2-9286-0A1FA8E3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TASK BRIEF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44AE5B3-CA54-48AB-BF54-CE63F006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第一個 Agent 任務：四句話就能清楚</a:t>
            </a:r>
          </a:p>
        </p:txBody>
      </p:sp>
      <p:cxnSp>
        <p:nvCxnSpPr>
          <p:cNvPr id="28" name="shape-107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76">
            <a:extLst xmlns:a="http://schemas.openxmlformats.org/drawingml/2006/main">
              <a:ext uri="{FF2B5EF4-FFF2-40B4-BE49-F238E27FC236}">
                <a16:creationId xmlns:a16="http://schemas.microsoft.com/office/drawing/2014/main" id="{B55261CE-D85F-4B27-AEDF-95A980030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38FA71F-659F-479B-93CF-56C788A0D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1077">
            <a:extLst xmlns:a="http://schemas.openxmlformats.org/drawingml/2006/main">
              <a:ext uri="{FF2B5EF4-FFF2-40B4-BE49-F238E27FC236}">
                <a16:creationId xmlns:a16="http://schemas.microsoft.com/office/drawing/2014/main" id="{C5ED0887-E727-4ECA-AC80-B7715747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078">
            <a:extLst xmlns:a="http://schemas.openxmlformats.org/drawingml/2006/main">
              <a:ext uri="{FF2B5EF4-FFF2-40B4-BE49-F238E27FC236}">
                <a16:creationId xmlns:a16="http://schemas.microsoft.com/office/drawing/2014/main" id="{19AAFE71-2F6C-4D3B-995F-8E0B5CDB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079">
            <a:extLst xmlns:a="http://schemas.openxmlformats.org/drawingml/2006/main">
              <a:ext uri="{FF2B5EF4-FFF2-40B4-BE49-F238E27FC236}">
                <a16:creationId xmlns:a16="http://schemas.microsoft.com/office/drawing/2014/main" id="{F25D349C-79F6-4C8C-9C0B-0B761060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目標</a:t>
            </a:r>
          </a:p>
        </p:txBody>
      </p:sp>
      <p:sp>
        <p:nvSpPr>
          <p:cNvPr id="9" name="text-1080">
            <a:extLst xmlns:a="http://schemas.openxmlformats.org/drawingml/2006/main">
              <a:ext uri="{FF2B5EF4-FFF2-40B4-BE49-F238E27FC236}">
                <a16:creationId xmlns:a16="http://schemas.microsoft.com/office/drawing/2014/main" id="{7C2569F4-C479-40AA-B513-A8D7331F2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把上午 Canvas 原型改善成可在手機使用的教學活動。</a:t>
            </a:r>
          </a:p>
        </p:txBody>
      </p:sp>
      <p:sp>
        <p:nvSpPr>
          <p:cNvPr id="10" name="shape-1081">
            <a:extLst xmlns:a="http://schemas.openxmlformats.org/drawingml/2006/main">
              <a:ext uri="{FF2B5EF4-FFF2-40B4-BE49-F238E27FC236}">
                <a16:creationId xmlns:a16="http://schemas.microsoft.com/office/drawing/2014/main" id="{282AADB5-3F11-40AF-B0E6-CCF0919B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082">
            <a:extLst xmlns:a="http://schemas.openxmlformats.org/drawingml/2006/main">
              <a:ext uri="{FF2B5EF4-FFF2-40B4-BE49-F238E27FC236}">
                <a16:creationId xmlns:a16="http://schemas.microsoft.com/office/drawing/2014/main" id="{67124113-21B0-4A17-A8E2-469A557E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083">
            <a:extLst xmlns:a="http://schemas.openxmlformats.org/drawingml/2006/main">
              <a:ext uri="{FF2B5EF4-FFF2-40B4-BE49-F238E27FC236}">
                <a16:creationId xmlns:a16="http://schemas.microsoft.com/office/drawing/2014/main" id="{F714B112-3482-462F-A447-766D4BB9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素材</a:t>
            </a:r>
          </a:p>
        </p:txBody>
      </p:sp>
      <p:sp>
        <p:nvSpPr>
          <p:cNvPr id="13" name="text-1084">
            <a:extLst xmlns:a="http://schemas.openxmlformats.org/drawingml/2006/main">
              <a:ext uri="{FF2B5EF4-FFF2-40B4-BE49-F238E27FC236}">
                <a16:creationId xmlns:a16="http://schemas.microsoft.com/office/drawing/2014/main" id="{78C82827-7072-434D-8C34-CBA6E188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使用指定資料夾、截圖、課程文字與現有程式碼。</a:t>
            </a:r>
          </a:p>
        </p:txBody>
      </p:sp>
      <p:sp>
        <p:nvSpPr>
          <p:cNvPr id="14" name="shape-1085">
            <a:extLst xmlns:a="http://schemas.openxmlformats.org/drawingml/2006/main">
              <a:ext uri="{FF2B5EF4-FFF2-40B4-BE49-F238E27FC236}">
                <a16:creationId xmlns:a16="http://schemas.microsoft.com/office/drawing/2014/main" id="{1A01AF5C-F7F1-4C87-91A5-B05CFBC4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086">
            <a:extLst xmlns:a="http://schemas.openxmlformats.org/drawingml/2006/main">
              <a:ext uri="{FF2B5EF4-FFF2-40B4-BE49-F238E27FC236}">
                <a16:creationId xmlns:a16="http://schemas.microsoft.com/office/drawing/2014/main" id="{D36697CD-EFC7-48BF-AC43-8DCBB6EE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087">
            <a:extLst xmlns:a="http://schemas.openxmlformats.org/drawingml/2006/main">
              <a:ext uri="{FF2B5EF4-FFF2-40B4-BE49-F238E27FC236}">
                <a16:creationId xmlns:a16="http://schemas.microsoft.com/office/drawing/2014/main" id="{BB1A3206-3E9E-4ECE-8E6E-71AAF2B2D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限制</a:t>
            </a:r>
          </a:p>
        </p:txBody>
      </p:sp>
      <p:sp>
        <p:nvSpPr>
          <p:cNvPr id="17" name="text-1088">
            <a:extLst xmlns:a="http://schemas.openxmlformats.org/drawingml/2006/main">
              <a:ext uri="{FF2B5EF4-FFF2-40B4-BE49-F238E27FC236}">
                <a16:creationId xmlns:a16="http://schemas.microsoft.com/office/drawing/2014/main" id="{D82310C5-2D45-44C2-8149-F3407BA6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不改核心內容、不放個資、不新增付費服務、不直接公開。</a:t>
            </a:r>
          </a:p>
        </p:txBody>
      </p:sp>
      <p:sp>
        <p:nvSpPr>
          <p:cNvPr id="18" name="shape-1089">
            <a:extLst xmlns:a="http://schemas.openxmlformats.org/drawingml/2006/main">
              <a:ext uri="{FF2B5EF4-FFF2-40B4-BE49-F238E27FC236}">
                <a16:creationId xmlns:a16="http://schemas.microsoft.com/office/drawing/2014/main" id="{9F5CDFC3-AA76-4098-8EB4-11855AD1F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090">
            <a:extLst xmlns:a="http://schemas.openxmlformats.org/drawingml/2006/main">
              <a:ext uri="{FF2B5EF4-FFF2-40B4-BE49-F238E27FC236}">
                <a16:creationId xmlns:a16="http://schemas.microsoft.com/office/drawing/2014/main" id="{A212D5F0-F497-4D54-AE69-211F83E2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091">
            <a:extLst xmlns:a="http://schemas.openxmlformats.org/drawingml/2006/main">
              <a:ext uri="{FF2B5EF4-FFF2-40B4-BE49-F238E27FC236}">
                <a16:creationId xmlns:a16="http://schemas.microsoft.com/office/drawing/2014/main" id="{9065041C-E049-40DC-9D02-2DD11EBA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驗收</a:t>
            </a:r>
          </a:p>
        </p:txBody>
      </p:sp>
      <p:sp>
        <p:nvSpPr>
          <p:cNvPr id="21" name="text-1092">
            <a:extLst xmlns:a="http://schemas.openxmlformats.org/drawingml/2006/main">
              <a:ext uri="{FF2B5EF4-FFF2-40B4-BE49-F238E27FC236}">
                <a16:creationId xmlns:a16="http://schemas.microsoft.com/office/drawing/2014/main" id="{5B3FDF6C-1541-499C-A77C-5EC69F85B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完成桌機與手機測試，提供修改摘要與畫面證據。</a:t>
            </a:r>
          </a:p>
        </p:txBody>
      </p:sp>
      <p:sp>
        <p:nvSpPr>
          <p:cNvPr id="22" name="text-1715">
            <a:extLst xmlns:a="http://schemas.openxmlformats.org/drawingml/2006/main">
              <a:ext uri="{FF2B5EF4-FFF2-40B4-BE49-F238E27FC236}">
                <a16:creationId xmlns:a16="http://schemas.microsoft.com/office/drawing/2014/main" id="{BF325BAC-447E-4AC1-9038-A9A86964E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d43503b8928449e"/>
              </a:rPr>
              <a:t>開啟 Antigravity ↗</a:t>
            </a:r>
          </a:p>
        </p:txBody>
      </p:sp>
      <p:sp>
        <p:nvSpPr>
          <p:cNvPr id="23" name="shape-1752">
            <a:extLst xmlns:a="http://schemas.openxmlformats.org/drawingml/2006/main">
              <a:ext uri="{FF2B5EF4-FFF2-40B4-BE49-F238E27FC236}">
                <a16:creationId xmlns:a16="http://schemas.microsoft.com/office/drawing/2014/main" id="{5BFA9C1A-DC25-4F09-95D7-A5D5533B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4504e2fe764fcf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753">
            <a:extLst xmlns:a="http://schemas.openxmlformats.org/drawingml/2006/main">
              <a:ext uri="{FF2B5EF4-FFF2-40B4-BE49-F238E27FC236}">
                <a16:creationId xmlns:a16="http://schemas.microsoft.com/office/drawing/2014/main" id="{4C322410-3AB6-4357-B750-77F9C598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5477071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text-1093">
            <a:extLst xmlns:a="http://schemas.openxmlformats.org/drawingml/2006/main">
              <a:ext uri="{FF2B5EF4-FFF2-40B4-BE49-F238E27FC236}">
                <a16:creationId xmlns:a16="http://schemas.microsoft.com/office/drawing/2014/main" id="{9D196750-C7FA-4A7F-AFF6-5D7AFB66B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LIVE DEMO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2D71921-C258-4FE8-B891-FA45C22F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示範：請 Agent 改作品，但保留控制權</a:t>
            </a:r>
          </a:p>
        </p:txBody>
      </p:sp>
      <p:cxnSp>
        <p:nvCxnSpPr>
          <p:cNvPr id="59" name="shape-109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95">
            <a:extLst xmlns:a="http://schemas.openxmlformats.org/drawingml/2006/main">
              <a:ext uri="{FF2B5EF4-FFF2-40B4-BE49-F238E27FC236}">
                <a16:creationId xmlns:a16="http://schemas.microsoft.com/office/drawing/2014/main" id="{24B7BC93-7406-4C75-A625-C91FCBCDA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28E182B-7837-44D5-9D2A-BDD5AE75F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1096">
            <a:extLst xmlns:a="http://schemas.openxmlformats.org/drawingml/2006/main">
              <a:ext uri="{FF2B5EF4-FFF2-40B4-BE49-F238E27FC236}">
                <a16:creationId xmlns:a16="http://schemas.microsoft.com/office/drawing/2014/main" id="{B18081F5-D3E2-458E-8FBD-158EB0DA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097">
            <a:extLst xmlns:a="http://schemas.openxmlformats.org/drawingml/2006/main">
              <a:ext uri="{FF2B5EF4-FFF2-40B4-BE49-F238E27FC236}">
                <a16:creationId xmlns:a16="http://schemas.microsoft.com/office/drawing/2014/main" id="{B1884FB0-F07A-4560-B83E-AFA95278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098">
            <a:extLst xmlns:a="http://schemas.openxmlformats.org/drawingml/2006/main">
              <a:ext uri="{FF2B5EF4-FFF2-40B4-BE49-F238E27FC236}">
                <a16:creationId xmlns:a16="http://schemas.microsoft.com/office/drawing/2014/main" id="{3CF093C0-1E67-4246-8D20-24691033F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099">
            <a:extLst xmlns:a="http://schemas.openxmlformats.org/drawingml/2006/main">
              <a:ext uri="{FF2B5EF4-FFF2-40B4-BE49-F238E27FC236}">
                <a16:creationId xmlns:a16="http://schemas.microsoft.com/office/drawing/2014/main" id="{411DCDB9-F7DB-4D0C-B098-7D80C59E1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1100">
            <a:extLst xmlns:a="http://schemas.openxmlformats.org/drawingml/2006/main">
              <a:ext uri="{FF2B5EF4-FFF2-40B4-BE49-F238E27FC236}">
                <a16:creationId xmlns:a16="http://schemas.microsoft.com/office/drawing/2014/main" id="{B85EBD52-DACA-45AC-AF0F-84FB7B7F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說明結構與問題</a:t>
            </a:r>
          </a:p>
        </p:txBody>
      </p:sp>
      <p:sp>
        <p:nvSpPr>
          <p:cNvPr id="11" name="text-1101">
            <a:extLst xmlns:a="http://schemas.openxmlformats.org/drawingml/2006/main">
              <a:ext uri="{FF2B5EF4-FFF2-40B4-BE49-F238E27FC236}">
                <a16:creationId xmlns:a16="http://schemas.microsoft.com/office/drawing/2014/main" id="{63D6572B-4E60-438F-BFEB-DB463B9E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102">
            <a:extLst xmlns:a="http://schemas.openxmlformats.org/drawingml/2006/main">
              <a:ext uri="{FF2B5EF4-FFF2-40B4-BE49-F238E27FC236}">
                <a16:creationId xmlns:a16="http://schemas.microsoft.com/office/drawing/2014/main" id="{BE8F4706-73BF-4E2A-B4CD-762BAB8A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103">
            <a:extLst xmlns:a="http://schemas.openxmlformats.org/drawingml/2006/main">
              <a:ext uri="{FF2B5EF4-FFF2-40B4-BE49-F238E27FC236}">
                <a16:creationId xmlns:a16="http://schemas.microsoft.com/office/drawing/2014/main" id="{A080A609-CB36-47AD-9BE0-0D4036015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104">
            <a:extLst xmlns:a="http://schemas.openxmlformats.org/drawingml/2006/main">
              <a:ext uri="{FF2B5EF4-FFF2-40B4-BE49-F238E27FC236}">
                <a16:creationId xmlns:a16="http://schemas.microsoft.com/office/drawing/2014/main" id="{D5E5A8B3-BA44-440F-AAC3-F57B7107E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105">
            <a:extLst xmlns:a="http://schemas.openxmlformats.org/drawingml/2006/main">
              <a:ext uri="{FF2B5EF4-FFF2-40B4-BE49-F238E27FC236}">
                <a16:creationId xmlns:a16="http://schemas.microsoft.com/office/drawing/2014/main" id="{5534B27E-854F-4B7F-9B99-0EEF43836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提計畫</a:t>
            </a:r>
          </a:p>
        </p:txBody>
      </p:sp>
      <p:sp>
        <p:nvSpPr>
          <p:cNvPr id="16" name="text-1106">
            <a:extLst xmlns:a="http://schemas.openxmlformats.org/drawingml/2006/main">
              <a:ext uri="{FF2B5EF4-FFF2-40B4-BE49-F238E27FC236}">
                <a16:creationId xmlns:a16="http://schemas.microsoft.com/office/drawing/2014/main" id="{468C5F66-856C-49D7-BB22-B76D2A59F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列修改與不修改</a:t>
            </a:r>
          </a:p>
        </p:txBody>
      </p:sp>
      <p:sp>
        <p:nvSpPr>
          <p:cNvPr id="17" name="text-1107">
            <a:extLst xmlns:a="http://schemas.openxmlformats.org/drawingml/2006/main">
              <a:ext uri="{FF2B5EF4-FFF2-40B4-BE49-F238E27FC236}">
                <a16:creationId xmlns:a16="http://schemas.microsoft.com/office/drawing/2014/main" id="{9B3BD9E5-732C-4C76-ABCF-30F83B88D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108">
            <a:extLst xmlns:a="http://schemas.openxmlformats.org/drawingml/2006/main">
              <a:ext uri="{FF2B5EF4-FFF2-40B4-BE49-F238E27FC236}">
                <a16:creationId xmlns:a16="http://schemas.microsoft.com/office/drawing/2014/main" id="{224B8FF9-390C-42D1-BC50-FE42EBE0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109">
            <a:extLst xmlns:a="http://schemas.openxmlformats.org/drawingml/2006/main">
              <a:ext uri="{FF2B5EF4-FFF2-40B4-BE49-F238E27FC236}">
                <a16:creationId xmlns:a16="http://schemas.microsoft.com/office/drawing/2014/main" id="{AA4C9318-62A5-486A-A997-7C19D5DF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110">
            <a:extLst xmlns:a="http://schemas.openxmlformats.org/drawingml/2006/main">
              <a:ext uri="{FF2B5EF4-FFF2-40B4-BE49-F238E27FC236}">
                <a16:creationId xmlns:a16="http://schemas.microsoft.com/office/drawing/2014/main" id="{6A593160-484F-4378-8CA1-071225968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111">
            <a:extLst xmlns:a="http://schemas.openxmlformats.org/drawingml/2006/main">
              <a:ext uri="{FF2B5EF4-FFF2-40B4-BE49-F238E27FC236}">
                <a16:creationId xmlns:a16="http://schemas.microsoft.com/office/drawing/2014/main" id="{B3E49FE1-BA37-43FF-B9C4-5B952E0B3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</a:t>
            </a:r>
          </a:p>
        </p:txBody>
      </p:sp>
      <p:sp>
        <p:nvSpPr>
          <p:cNvPr id="22" name="text-1112">
            <a:extLst xmlns:a="http://schemas.openxmlformats.org/drawingml/2006/main">
              <a:ext uri="{FF2B5EF4-FFF2-40B4-BE49-F238E27FC236}">
                <a16:creationId xmlns:a16="http://schemas.microsoft.com/office/drawing/2014/main" id="{0AEFB8FE-CF75-4635-9480-AFCD334F5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只改同意範圍</a:t>
            </a:r>
          </a:p>
        </p:txBody>
      </p:sp>
      <p:sp>
        <p:nvSpPr>
          <p:cNvPr id="23" name="text-1113">
            <a:extLst xmlns:a="http://schemas.openxmlformats.org/drawingml/2006/main">
              <a:ext uri="{FF2B5EF4-FFF2-40B4-BE49-F238E27FC236}">
                <a16:creationId xmlns:a16="http://schemas.microsoft.com/office/drawing/2014/main" id="{F6BC1E6C-8808-44F4-A8EE-96CB93BC3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114">
            <a:extLst xmlns:a="http://schemas.openxmlformats.org/drawingml/2006/main">
              <a:ext uri="{FF2B5EF4-FFF2-40B4-BE49-F238E27FC236}">
                <a16:creationId xmlns:a16="http://schemas.microsoft.com/office/drawing/2014/main" id="{7A7FDCAB-66AC-4D9E-B6D8-B6268A28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115">
            <a:extLst xmlns:a="http://schemas.openxmlformats.org/drawingml/2006/main">
              <a:ext uri="{FF2B5EF4-FFF2-40B4-BE49-F238E27FC236}">
                <a16:creationId xmlns:a16="http://schemas.microsoft.com/office/drawing/2014/main" id="{9C68C588-BAC6-4DB1-9A8F-3FC442D7A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116">
            <a:extLst xmlns:a="http://schemas.openxmlformats.org/drawingml/2006/main">
              <a:ext uri="{FF2B5EF4-FFF2-40B4-BE49-F238E27FC236}">
                <a16:creationId xmlns:a16="http://schemas.microsoft.com/office/drawing/2014/main" id="{9744A25C-2E01-4C5F-A925-17BB2D85C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117">
            <a:extLst xmlns:a="http://schemas.openxmlformats.org/drawingml/2006/main">
              <a:ext uri="{FF2B5EF4-FFF2-40B4-BE49-F238E27FC236}">
                <a16:creationId xmlns:a16="http://schemas.microsoft.com/office/drawing/2014/main" id="{ED62855D-4894-43D2-ACD7-E8B2722C1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測試</a:t>
            </a:r>
          </a:p>
        </p:txBody>
      </p:sp>
      <p:sp>
        <p:nvSpPr>
          <p:cNvPr id="28" name="text-1118">
            <a:extLst xmlns:a="http://schemas.openxmlformats.org/drawingml/2006/main">
              <a:ext uri="{FF2B5EF4-FFF2-40B4-BE49-F238E27FC236}">
                <a16:creationId xmlns:a16="http://schemas.microsoft.com/office/drawing/2014/main" id="{DE9AB657-798B-4D02-867D-F48862CD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桌機與手機流程</a:t>
            </a:r>
          </a:p>
        </p:txBody>
      </p:sp>
      <p:sp>
        <p:nvSpPr>
          <p:cNvPr id="29" name="text-1119">
            <a:extLst xmlns:a="http://schemas.openxmlformats.org/drawingml/2006/main">
              <a:ext uri="{FF2B5EF4-FFF2-40B4-BE49-F238E27FC236}">
                <a16:creationId xmlns:a16="http://schemas.microsoft.com/office/drawing/2014/main" id="{6A6A8F35-8B75-4971-8E64-866AB87E7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120">
            <a:extLst xmlns:a="http://schemas.openxmlformats.org/drawingml/2006/main">
              <a:ext uri="{FF2B5EF4-FFF2-40B4-BE49-F238E27FC236}">
                <a16:creationId xmlns:a16="http://schemas.microsoft.com/office/drawing/2014/main" id="{0679493C-2E46-4503-9BC0-D3390E2A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121">
            <a:extLst xmlns:a="http://schemas.openxmlformats.org/drawingml/2006/main">
              <a:ext uri="{FF2B5EF4-FFF2-40B4-BE49-F238E27FC236}">
                <a16:creationId xmlns:a16="http://schemas.microsoft.com/office/drawing/2014/main" id="{752CC0E5-DD78-470D-9B07-62A10B783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122">
            <a:extLst xmlns:a="http://schemas.openxmlformats.org/drawingml/2006/main">
              <a:ext uri="{FF2B5EF4-FFF2-40B4-BE49-F238E27FC236}">
                <a16:creationId xmlns:a16="http://schemas.microsoft.com/office/drawing/2014/main" id="{29E320BC-6FA1-43BB-A5D3-6D15EAF6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123">
            <a:extLst xmlns:a="http://schemas.openxmlformats.org/drawingml/2006/main">
              <a:ext uri="{FF2B5EF4-FFF2-40B4-BE49-F238E27FC236}">
                <a16:creationId xmlns:a16="http://schemas.microsoft.com/office/drawing/2014/main" id="{916EED7E-1F80-4F4C-AAD4-2B5F6756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1124">
            <a:extLst xmlns:a="http://schemas.openxmlformats.org/drawingml/2006/main">
              <a:ext uri="{FF2B5EF4-FFF2-40B4-BE49-F238E27FC236}">
                <a16:creationId xmlns:a16="http://schemas.microsoft.com/office/drawing/2014/main" id="{4D8640D8-E715-4393-8B9C-CE595FA1D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差異、證據、限制</a:t>
            </a:r>
          </a:p>
        </p:txBody>
      </p:sp>
      <p:sp>
        <p:nvSpPr>
          <p:cNvPr id="35" name="shape-1125">
            <a:extLst xmlns:a="http://schemas.openxmlformats.org/drawingml/2006/main">
              <a:ext uri="{FF2B5EF4-FFF2-40B4-BE49-F238E27FC236}">
                <a16:creationId xmlns:a16="http://schemas.microsoft.com/office/drawing/2014/main" id="{572C4E67-0CF9-4EB8-861D-81D4DFF4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67300"/>
            <a:ext cx="111633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02B43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36" name="text-1126">
            <a:extLst xmlns:a="http://schemas.openxmlformats.org/drawingml/2006/main">
              <a:ext uri="{FF2B5EF4-FFF2-40B4-BE49-F238E27FC236}">
                <a16:creationId xmlns:a16="http://schemas.microsoft.com/office/drawing/2014/main" id="{B5E2230E-EEED-4C84-ADCF-D4703B22E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人在迴路</a:t>
            </a:r>
          </a:p>
        </p:txBody>
      </p:sp>
      <p:sp>
        <p:nvSpPr>
          <p:cNvPr id="37" name="text-1127">
            <a:extLst xmlns:a="http://schemas.openxmlformats.org/drawingml/2006/main">
              <a:ext uri="{FF2B5EF4-FFF2-40B4-BE49-F238E27FC236}">
                <a16:creationId xmlns:a16="http://schemas.microsoft.com/office/drawing/2014/main" id="{8AFF6A40-6C66-49F8-BC9E-B53FDF677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1497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7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Agent 可以推進，但最後的範圍與發布決定仍由人保留</a:t>
            </a:r>
          </a:p>
        </p:txBody>
      </p:sp>
      <p:sp>
        <p:nvSpPr>
          <p:cNvPr id="38" name="shape-1128">
            <a:extLst xmlns:a="http://schemas.openxmlformats.org/drawingml/2006/main">
              <a:ext uri="{FF2B5EF4-FFF2-40B4-BE49-F238E27FC236}">
                <a16:creationId xmlns:a16="http://schemas.microsoft.com/office/drawing/2014/main" id="{DDF99154-161F-42B2-86D4-E680FCAD3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55A7FF"/>
            </a:solidFill>
            <a:prstDash val="solid"/>
          </a:ln>
        </p:spPr>
      </p:sp>
      <p:sp>
        <p:nvSpPr>
          <p:cNvPr id="39" name="text-1129">
            <a:extLst xmlns:a="http://schemas.openxmlformats.org/drawingml/2006/main">
              <a:ext uri="{FF2B5EF4-FFF2-40B4-BE49-F238E27FC236}">
                <a16:creationId xmlns:a16="http://schemas.microsoft.com/office/drawing/2014/main" id="{481B2F66-36DE-4A79-AB65-AA54C4A4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提案</a:t>
            </a:r>
          </a:p>
        </p:txBody>
      </p:sp>
      <p:sp>
        <p:nvSpPr>
          <p:cNvPr id="40" name="text-1130">
            <a:extLst xmlns:a="http://schemas.openxmlformats.org/drawingml/2006/main">
              <a:ext uri="{FF2B5EF4-FFF2-40B4-BE49-F238E27FC236}">
                <a16:creationId xmlns:a16="http://schemas.microsoft.com/office/drawing/2014/main" id="{F46463F5-A22B-4D21-9A42-F140944F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先看計畫</a:t>
            </a:r>
          </a:p>
        </p:txBody>
      </p:sp>
      <p:sp>
        <p:nvSpPr>
          <p:cNvPr id="41" name="text-1131">
            <a:extLst xmlns:a="http://schemas.openxmlformats.org/drawingml/2006/main">
              <a:ext uri="{FF2B5EF4-FFF2-40B4-BE49-F238E27FC236}">
                <a16:creationId xmlns:a16="http://schemas.microsoft.com/office/drawing/2014/main" id="{7C0B9476-5072-4223-BF47-F1F1857F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132">
            <a:extLst xmlns:a="http://schemas.openxmlformats.org/drawingml/2006/main">
              <a:ext uri="{FF2B5EF4-FFF2-40B4-BE49-F238E27FC236}">
                <a16:creationId xmlns:a16="http://schemas.microsoft.com/office/drawing/2014/main" id="{BBAC3EF7-157F-47E7-A9BD-463C4FF69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2CD2C7"/>
            </a:solidFill>
            <a:prstDash val="solid"/>
          </a:ln>
        </p:spPr>
      </p:sp>
      <p:sp>
        <p:nvSpPr>
          <p:cNvPr id="43" name="text-1133">
            <a:extLst xmlns:a="http://schemas.openxmlformats.org/drawingml/2006/main">
              <a:ext uri="{FF2B5EF4-FFF2-40B4-BE49-F238E27FC236}">
                <a16:creationId xmlns:a16="http://schemas.microsoft.com/office/drawing/2014/main" id="{7874B2ED-71B2-4E27-B793-671848F8F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教師核准</a:t>
            </a:r>
          </a:p>
        </p:txBody>
      </p:sp>
      <p:sp>
        <p:nvSpPr>
          <p:cNvPr id="44" name="text-1134">
            <a:extLst xmlns:a="http://schemas.openxmlformats.org/drawingml/2006/main">
              <a:ext uri="{FF2B5EF4-FFF2-40B4-BE49-F238E27FC236}">
                <a16:creationId xmlns:a16="http://schemas.microsoft.com/office/drawing/2014/main" id="{37D11E55-9AFF-49EC-9BE4-9E3C4CB31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確認範圍</a:t>
            </a:r>
          </a:p>
        </p:txBody>
      </p:sp>
      <p:sp>
        <p:nvSpPr>
          <p:cNvPr id="45" name="text-1135">
            <a:extLst xmlns:a="http://schemas.openxmlformats.org/drawingml/2006/main">
              <a:ext uri="{FF2B5EF4-FFF2-40B4-BE49-F238E27FC236}">
                <a16:creationId xmlns:a16="http://schemas.microsoft.com/office/drawing/2014/main" id="{A51AC513-6FF7-4185-B087-61D7D6887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6" name="shape-1136">
            <a:extLst xmlns:a="http://schemas.openxmlformats.org/drawingml/2006/main">
              <a:ext uri="{FF2B5EF4-FFF2-40B4-BE49-F238E27FC236}">
                <a16:creationId xmlns:a16="http://schemas.microsoft.com/office/drawing/2014/main" id="{EECB197C-EC1D-4DDC-9C4E-FAFF8FD7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FF806D"/>
            </a:solidFill>
            <a:prstDash val="solid"/>
          </a:ln>
        </p:spPr>
      </p:sp>
      <p:sp>
        <p:nvSpPr>
          <p:cNvPr id="47" name="text-1137">
            <a:extLst xmlns:a="http://schemas.openxmlformats.org/drawingml/2006/main">
              <a:ext uri="{FF2B5EF4-FFF2-40B4-BE49-F238E27FC236}">
                <a16:creationId xmlns:a16="http://schemas.microsoft.com/office/drawing/2014/main" id="{43D5480C-3838-401C-92E6-909B3536C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測試驗證</a:t>
            </a:r>
          </a:p>
        </p:txBody>
      </p:sp>
      <p:sp>
        <p:nvSpPr>
          <p:cNvPr id="48" name="text-1138">
            <a:extLst xmlns:a="http://schemas.openxmlformats.org/drawingml/2006/main">
              <a:ext uri="{FF2B5EF4-FFF2-40B4-BE49-F238E27FC236}">
                <a16:creationId xmlns:a16="http://schemas.microsoft.com/office/drawing/2014/main" id="{09D0CD47-5AE4-4E79-8056-080AF293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桌機 × 手機</a:t>
            </a:r>
          </a:p>
        </p:txBody>
      </p:sp>
      <p:sp>
        <p:nvSpPr>
          <p:cNvPr id="49" name="text-1139">
            <a:extLst xmlns:a="http://schemas.openxmlformats.org/drawingml/2006/main">
              <a:ext uri="{FF2B5EF4-FFF2-40B4-BE49-F238E27FC236}">
                <a16:creationId xmlns:a16="http://schemas.microsoft.com/office/drawing/2014/main" id="{C8AC142A-F988-4213-9553-27A945D8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50" name="shape-1140">
            <a:extLst xmlns:a="http://schemas.openxmlformats.org/drawingml/2006/main">
              <a:ext uri="{FF2B5EF4-FFF2-40B4-BE49-F238E27FC236}">
                <a16:creationId xmlns:a16="http://schemas.microsoft.com/office/drawing/2014/main" id="{1098A919-420D-44F5-9A6B-BC545DDF2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AFC1D2"/>
            </a:solidFill>
            <a:prstDash val="solid"/>
          </a:ln>
        </p:spPr>
      </p:sp>
      <p:sp>
        <p:nvSpPr>
          <p:cNvPr id="51" name="text-1141">
            <a:extLst xmlns:a="http://schemas.openxmlformats.org/drawingml/2006/main">
              <a:ext uri="{FF2B5EF4-FFF2-40B4-BE49-F238E27FC236}">
                <a16:creationId xmlns:a16="http://schemas.microsoft.com/office/drawing/2014/main" id="{4BBA7653-7C89-451E-9E13-7DB7A9E2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再決定交付</a:t>
            </a:r>
          </a:p>
        </p:txBody>
      </p:sp>
      <p:sp>
        <p:nvSpPr>
          <p:cNvPr id="52" name="text-1142">
            <a:extLst xmlns:a="http://schemas.openxmlformats.org/drawingml/2006/main">
              <a:ext uri="{FF2B5EF4-FFF2-40B4-BE49-F238E27FC236}">
                <a16:creationId xmlns:a16="http://schemas.microsoft.com/office/drawing/2014/main" id="{19B1A448-73F7-4C8B-B471-4A24E296A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差異・證據・限制</a:t>
            </a:r>
          </a:p>
        </p:txBody>
      </p:sp>
      <p:sp>
        <p:nvSpPr>
          <p:cNvPr id="53" name="text-1716">
            <a:extLst xmlns:a="http://schemas.openxmlformats.org/drawingml/2006/main">
              <a:ext uri="{FF2B5EF4-FFF2-40B4-BE49-F238E27FC236}">
                <a16:creationId xmlns:a16="http://schemas.microsoft.com/office/drawing/2014/main" id="{67013F0A-E5C4-4FD0-8EE6-C2B65D2D1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189a7152af04b79"/>
              </a:rPr>
              <a:t>開啟 Antigravity ↗</a:t>
            </a:r>
          </a:p>
        </p:txBody>
      </p:sp>
      <p:sp>
        <p:nvSpPr>
          <p:cNvPr id="54" name="shape-1754">
            <a:extLst xmlns:a="http://schemas.openxmlformats.org/drawingml/2006/main">
              <a:ext uri="{FF2B5EF4-FFF2-40B4-BE49-F238E27FC236}">
                <a16:creationId xmlns:a16="http://schemas.microsoft.com/office/drawing/2014/main" id="{23B89247-0DF4-4A7E-99DB-F0752E38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fa0dc7ccbb4af4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56" name="text-1755">
            <a:extLst xmlns:a="http://schemas.openxmlformats.org/drawingml/2006/main">
              <a:ext uri="{FF2B5EF4-FFF2-40B4-BE49-F238E27FC236}">
                <a16:creationId xmlns:a16="http://schemas.microsoft.com/office/drawing/2014/main" id="{0E529459-90A9-4947-854E-34880132A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34103897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143">
            <a:extLst xmlns:a="http://schemas.openxmlformats.org/drawingml/2006/main">
              <a:ext uri="{FF2B5EF4-FFF2-40B4-BE49-F238E27FC236}">
                <a16:creationId xmlns:a16="http://schemas.microsoft.com/office/drawing/2014/main" id="{DD52BFCF-B908-4CF8-8058-D496439BA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EVIDENCE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92D70D3-3791-479A-A2DB-FA5393CEC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的完成證據：四樣少一樣就要追問</a:t>
            </a:r>
          </a:p>
        </p:txBody>
      </p:sp>
      <p:cxnSp>
        <p:nvCxnSpPr>
          <p:cNvPr id="28" name="shape-114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45">
            <a:extLst xmlns:a="http://schemas.openxmlformats.org/drawingml/2006/main">
              <a:ext uri="{FF2B5EF4-FFF2-40B4-BE49-F238E27FC236}">
                <a16:creationId xmlns:a16="http://schemas.microsoft.com/office/drawing/2014/main" id="{60B571E3-F19F-40A5-80F7-86571CF00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158909E-CE91-4D17-B2D4-C8A6B6EE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shape-1146">
            <a:extLst xmlns:a="http://schemas.openxmlformats.org/drawingml/2006/main">
              <a:ext uri="{FF2B5EF4-FFF2-40B4-BE49-F238E27FC236}">
                <a16:creationId xmlns:a16="http://schemas.microsoft.com/office/drawing/2014/main" id="{5049A081-7127-4A03-BF5F-5F22FB25B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147">
            <a:extLst xmlns:a="http://schemas.openxmlformats.org/drawingml/2006/main">
              <a:ext uri="{FF2B5EF4-FFF2-40B4-BE49-F238E27FC236}">
                <a16:creationId xmlns:a16="http://schemas.microsoft.com/office/drawing/2014/main" id="{82B32A1C-2041-42D4-BB79-064D90FA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148">
            <a:extLst xmlns:a="http://schemas.openxmlformats.org/drawingml/2006/main">
              <a:ext uri="{FF2B5EF4-FFF2-40B4-BE49-F238E27FC236}">
                <a16:creationId xmlns:a16="http://schemas.microsoft.com/office/drawing/2014/main" id="{B69BBA3A-B071-424C-9485-40948C0CF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變更摘要</a:t>
            </a:r>
          </a:p>
        </p:txBody>
      </p:sp>
      <p:sp>
        <p:nvSpPr>
          <p:cNvPr id="9" name="text-1149">
            <a:extLst xmlns:a="http://schemas.openxmlformats.org/drawingml/2006/main">
              <a:ext uri="{FF2B5EF4-FFF2-40B4-BE49-F238E27FC236}">
                <a16:creationId xmlns:a16="http://schemas.microsoft.com/office/drawing/2014/main" id="{46FAF9FC-FE47-4584-B02F-97E39EB1F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改了哪些檔案、為什麼改、沒有改什麼。</a:t>
            </a:r>
          </a:p>
        </p:txBody>
      </p:sp>
      <p:sp>
        <p:nvSpPr>
          <p:cNvPr id="10" name="shape-1150">
            <a:extLst xmlns:a="http://schemas.openxmlformats.org/drawingml/2006/main">
              <a:ext uri="{FF2B5EF4-FFF2-40B4-BE49-F238E27FC236}">
                <a16:creationId xmlns:a16="http://schemas.microsoft.com/office/drawing/2014/main" id="{55C93312-8231-4367-A72D-CF33DEDA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151">
            <a:extLst xmlns:a="http://schemas.openxmlformats.org/drawingml/2006/main">
              <a:ext uri="{FF2B5EF4-FFF2-40B4-BE49-F238E27FC236}">
                <a16:creationId xmlns:a16="http://schemas.microsoft.com/office/drawing/2014/main" id="{CBEFFBEC-BC20-42B6-974C-4AB70D326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152">
            <a:extLst xmlns:a="http://schemas.openxmlformats.org/drawingml/2006/main">
              <a:ext uri="{FF2B5EF4-FFF2-40B4-BE49-F238E27FC236}">
                <a16:creationId xmlns:a16="http://schemas.microsoft.com/office/drawing/2014/main" id="{E25EAD3B-AED0-40A9-865E-B65E8729A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測試結果</a:t>
            </a:r>
          </a:p>
        </p:txBody>
      </p:sp>
      <p:sp>
        <p:nvSpPr>
          <p:cNvPr id="13" name="text-1153">
            <a:extLst xmlns:a="http://schemas.openxmlformats.org/drawingml/2006/main">
              <a:ext uri="{FF2B5EF4-FFF2-40B4-BE49-F238E27FC236}">
                <a16:creationId xmlns:a16="http://schemas.microsoft.com/office/drawing/2014/main" id="{FAC1B82A-A372-4A47-98D5-4E3442CB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實際執行哪些檢查，結果是通過、失敗或未執行。</a:t>
            </a:r>
          </a:p>
        </p:txBody>
      </p:sp>
      <p:sp>
        <p:nvSpPr>
          <p:cNvPr id="14" name="shape-1154">
            <a:extLst xmlns:a="http://schemas.openxmlformats.org/drawingml/2006/main">
              <a:ext uri="{FF2B5EF4-FFF2-40B4-BE49-F238E27FC236}">
                <a16:creationId xmlns:a16="http://schemas.microsoft.com/office/drawing/2014/main" id="{A510A7E9-1A83-4BF7-B67A-38E8202F1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155">
            <a:extLst xmlns:a="http://schemas.openxmlformats.org/drawingml/2006/main">
              <a:ext uri="{FF2B5EF4-FFF2-40B4-BE49-F238E27FC236}">
                <a16:creationId xmlns:a16="http://schemas.microsoft.com/office/drawing/2014/main" id="{A4244AC8-DAD3-4AB5-B132-21D20368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156">
            <a:extLst xmlns:a="http://schemas.openxmlformats.org/drawingml/2006/main">
              <a:ext uri="{FF2B5EF4-FFF2-40B4-BE49-F238E27FC236}">
                <a16:creationId xmlns:a16="http://schemas.microsoft.com/office/drawing/2014/main" id="{80F9FE1B-84D3-4FD9-A433-246E2E25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畫面證據</a:t>
            </a:r>
          </a:p>
        </p:txBody>
      </p:sp>
      <p:sp>
        <p:nvSpPr>
          <p:cNvPr id="17" name="text-1157">
            <a:extLst xmlns:a="http://schemas.openxmlformats.org/drawingml/2006/main">
              <a:ext uri="{FF2B5EF4-FFF2-40B4-BE49-F238E27FC236}">
                <a16:creationId xmlns:a16="http://schemas.microsoft.com/office/drawing/2014/main" id="{919E0B35-53F3-402A-A51D-3ACB6D7F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用實際截圖或預覽驗證，不只描述應該長什麼樣。</a:t>
            </a:r>
          </a:p>
        </p:txBody>
      </p:sp>
      <p:sp>
        <p:nvSpPr>
          <p:cNvPr id="18" name="shape-1158">
            <a:extLst xmlns:a="http://schemas.openxmlformats.org/drawingml/2006/main">
              <a:ext uri="{FF2B5EF4-FFF2-40B4-BE49-F238E27FC236}">
                <a16:creationId xmlns:a16="http://schemas.microsoft.com/office/drawing/2014/main" id="{A8F213D7-44FE-48B6-9F45-884971B1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159">
            <a:extLst xmlns:a="http://schemas.openxmlformats.org/drawingml/2006/main">
              <a:ext uri="{FF2B5EF4-FFF2-40B4-BE49-F238E27FC236}">
                <a16:creationId xmlns:a16="http://schemas.microsoft.com/office/drawing/2014/main" id="{49E49117-1864-49D6-9403-0E801B7D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160">
            <a:extLst xmlns:a="http://schemas.openxmlformats.org/drawingml/2006/main">
              <a:ext uri="{FF2B5EF4-FFF2-40B4-BE49-F238E27FC236}">
                <a16:creationId xmlns:a16="http://schemas.microsoft.com/office/drawing/2014/main" id="{90F85ACE-5B08-44EF-9D73-8D207D05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已知限制</a:t>
            </a:r>
          </a:p>
        </p:txBody>
      </p:sp>
      <p:sp>
        <p:nvSpPr>
          <p:cNvPr id="21" name="text-1161">
            <a:extLst xmlns:a="http://schemas.openxmlformats.org/drawingml/2006/main">
              <a:ext uri="{FF2B5EF4-FFF2-40B4-BE49-F238E27FC236}">
                <a16:creationId xmlns:a16="http://schemas.microsoft.com/office/drawing/2014/main" id="{0B80132A-F5CE-4167-8485-F31CF4324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哪些仍未確認、需要帳號、需要人工判斷或下一輪處理。</a:t>
            </a:r>
          </a:p>
        </p:txBody>
      </p:sp>
      <p:sp>
        <p:nvSpPr>
          <p:cNvPr id="22" name="text-1717">
            <a:extLst xmlns:a="http://schemas.openxmlformats.org/drawingml/2006/main">
              <a:ext uri="{FF2B5EF4-FFF2-40B4-BE49-F238E27FC236}">
                <a16:creationId xmlns:a16="http://schemas.microsoft.com/office/drawing/2014/main" id="{B70D2F1F-0968-48F0-B45A-DC2539EAC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486c9bbb2bd40e8"/>
              </a:rPr>
              <a:t>開啟 Antigravity ↗</a:t>
            </a:r>
          </a:p>
        </p:txBody>
      </p:sp>
      <p:sp>
        <p:nvSpPr>
          <p:cNvPr id="23" name="shape-1756">
            <a:extLst xmlns:a="http://schemas.openxmlformats.org/drawingml/2006/main">
              <a:ext uri="{FF2B5EF4-FFF2-40B4-BE49-F238E27FC236}">
                <a16:creationId xmlns:a16="http://schemas.microsoft.com/office/drawing/2014/main" id="{914592FE-2C7E-4EFB-A82F-00AA1244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bf600f5478427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757">
            <a:extLst xmlns:a="http://schemas.openxmlformats.org/drawingml/2006/main">
              <a:ext uri="{FF2B5EF4-FFF2-40B4-BE49-F238E27FC236}">
                <a16:creationId xmlns:a16="http://schemas.microsoft.com/office/drawing/2014/main" id="{032EBE9D-FCAF-46DF-BFBC-B49007EBE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68702136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162">
            <a:extLst xmlns:a="http://schemas.openxmlformats.org/drawingml/2006/main">
              <a:ext uri="{FF2B5EF4-FFF2-40B4-BE49-F238E27FC236}">
                <a16:creationId xmlns:a16="http://schemas.microsoft.com/office/drawing/2014/main" id="{ED54031A-866C-48CD-9060-F1CD33E5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8568A24-9AF6-4595-AB2C-AE12DB6E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A｜Antigravity 完成一個小而完整的任務</a:t>
            </a:r>
          </a:p>
        </p:txBody>
      </p:sp>
      <p:cxnSp>
        <p:nvCxnSpPr>
          <p:cNvPr id="25" name="shape-116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64">
            <a:extLst xmlns:a="http://schemas.openxmlformats.org/drawingml/2006/main">
              <a:ext uri="{FF2B5EF4-FFF2-40B4-BE49-F238E27FC236}">
                <a16:creationId xmlns:a16="http://schemas.microsoft.com/office/drawing/2014/main" id="{06757D3B-D35B-4A92-B0B9-B4CFEF19E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3E4DB08-9F0B-40D3-9980-B1D10BFF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text-1165">
            <a:extLst xmlns:a="http://schemas.openxmlformats.org/drawingml/2006/main">
              <a:ext uri="{FF2B5EF4-FFF2-40B4-BE49-F238E27FC236}">
                <a16:creationId xmlns:a16="http://schemas.microsoft.com/office/drawing/2014/main" id="{385D257B-8E02-4ABD-B185-E4FB0F4E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166">
            <a:extLst xmlns:a="http://schemas.openxmlformats.org/drawingml/2006/main">
              <a:ext uri="{FF2B5EF4-FFF2-40B4-BE49-F238E27FC236}">
                <a16:creationId xmlns:a16="http://schemas.microsoft.com/office/drawing/2014/main" id="{C5FA2FA9-9F8F-46E3-B8DD-BC0224181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167">
            <a:extLst xmlns:a="http://schemas.openxmlformats.org/drawingml/2006/main">
              <a:ext uri="{FF2B5EF4-FFF2-40B4-BE49-F238E27FC236}">
                <a16:creationId xmlns:a16="http://schemas.microsoft.com/office/drawing/2014/main" id="{8FC6513F-2D9C-4303-B98F-8C749335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168">
            <a:extLst xmlns:a="http://schemas.openxmlformats.org/drawingml/2006/main">
              <a:ext uri="{FF2B5EF4-FFF2-40B4-BE49-F238E27FC236}">
                <a16:creationId xmlns:a16="http://schemas.microsoft.com/office/drawing/2014/main" id="{8AAB3105-CCB5-4B00-A836-3AEEC86A7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交付四句任務簡報</a:t>
            </a:r>
          </a:p>
        </p:txBody>
      </p:sp>
      <p:sp>
        <p:nvSpPr>
          <p:cNvPr id="10" name="text-1169">
            <a:extLst xmlns:a="http://schemas.openxmlformats.org/drawingml/2006/main">
              <a:ext uri="{FF2B5EF4-FFF2-40B4-BE49-F238E27FC236}">
                <a16:creationId xmlns:a16="http://schemas.microsoft.com/office/drawing/2014/main" id="{8E64E4E4-0EBF-4165-80B3-F5088390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170">
            <a:extLst xmlns:a="http://schemas.openxmlformats.org/drawingml/2006/main">
              <a:ext uri="{FF2B5EF4-FFF2-40B4-BE49-F238E27FC236}">
                <a16:creationId xmlns:a16="http://schemas.microsoft.com/office/drawing/2014/main" id="{0BC65734-34A8-44D2-8A2E-D19A73DDC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先請 Agent 檢查並提出計畫</a:t>
            </a:r>
          </a:p>
        </p:txBody>
      </p:sp>
      <p:sp>
        <p:nvSpPr>
          <p:cNvPr id="12" name="text-1171">
            <a:extLst xmlns:a="http://schemas.openxmlformats.org/drawingml/2006/main">
              <a:ext uri="{FF2B5EF4-FFF2-40B4-BE49-F238E27FC236}">
                <a16:creationId xmlns:a16="http://schemas.microsoft.com/office/drawing/2014/main" id="{07CD74AB-5FAE-464A-9A02-E0C4B69BA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172">
            <a:extLst xmlns:a="http://schemas.openxmlformats.org/drawingml/2006/main">
              <a:ext uri="{FF2B5EF4-FFF2-40B4-BE49-F238E27FC236}">
                <a16:creationId xmlns:a16="http://schemas.microsoft.com/office/drawing/2014/main" id="{E8CAC5B2-1B65-4A30-A252-432AC39C2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確認範圍後執行</a:t>
            </a:r>
          </a:p>
        </p:txBody>
      </p:sp>
      <p:sp>
        <p:nvSpPr>
          <p:cNvPr id="14" name="text-1173">
            <a:extLst xmlns:a="http://schemas.openxmlformats.org/drawingml/2006/main">
              <a:ext uri="{FF2B5EF4-FFF2-40B4-BE49-F238E27FC236}">
                <a16:creationId xmlns:a16="http://schemas.microsoft.com/office/drawing/2014/main" id="{44CF9108-077F-46C8-9D69-CF20AB36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174">
            <a:extLst xmlns:a="http://schemas.openxmlformats.org/drawingml/2006/main">
              <a:ext uri="{FF2B5EF4-FFF2-40B4-BE49-F238E27FC236}">
                <a16:creationId xmlns:a16="http://schemas.microsoft.com/office/drawing/2014/main" id="{CE885190-8A7B-4CFE-BD7E-B1A8C90C1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取得變更、測試與限制</a:t>
            </a:r>
          </a:p>
        </p:txBody>
      </p:sp>
      <p:sp>
        <p:nvSpPr>
          <p:cNvPr id="16" name="shape-1175">
            <a:extLst xmlns:a="http://schemas.openxmlformats.org/drawingml/2006/main">
              <a:ext uri="{FF2B5EF4-FFF2-40B4-BE49-F238E27FC236}">
                <a16:creationId xmlns:a16="http://schemas.microsoft.com/office/drawing/2014/main" id="{70E5CEDB-8031-411A-A7AC-5F550F9B2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176">
            <a:extLst xmlns:a="http://schemas.openxmlformats.org/drawingml/2006/main">
              <a:ext uri="{FF2B5EF4-FFF2-40B4-BE49-F238E27FC236}">
                <a16:creationId xmlns:a16="http://schemas.microsoft.com/office/drawing/2014/main" id="{DA399822-FBD7-45BD-A226-13194C837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177">
            <a:extLst xmlns:a="http://schemas.openxmlformats.org/drawingml/2006/main">
              <a:ext uri="{FF2B5EF4-FFF2-40B4-BE49-F238E27FC236}">
                <a16:creationId xmlns:a16="http://schemas.microsoft.com/office/drawing/2014/main" id="{3ECAAA5C-70F9-405F-AAA7-509B86A71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任務單一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有實際產物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有至少一項驗證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沒有未授權發布</a:t>
            </a:r>
          </a:p>
        </p:txBody>
      </p:sp>
      <p:sp>
        <p:nvSpPr>
          <p:cNvPr id="19" name="text-1718">
            <a:extLst xmlns:a="http://schemas.openxmlformats.org/drawingml/2006/main">
              <a:ext uri="{FF2B5EF4-FFF2-40B4-BE49-F238E27FC236}">
                <a16:creationId xmlns:a16="http://schemas.microsoft.com/office/drawing/2014/main" id="{23FB42D5-E9F7-4287-837E-E36480A1C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6a2745ae3174a2d"/>
              </a:rPr>
              <a:t>開啟 Antigravity ↗</a:t>
            </a:r>
          </a:p>
        </p:txBody>
      </p:sp>
      <p:sp>
        <p:nvSpPr>
          <p:cNvPr id="20" name="shape-1758">
            <a:extLst xmlns:a="http://schemas.openxmlformats.org/drawingml/2006/main">
              <a:ext uri="{FF2B5EF4-FFF2-40B4-BE49-F238E27FC236}">
                <a16:creationId xmlns:a16="http://schemas.microsoft.com/office/drawing/2014/main" id="{BA4F4366-2A2C-4E85-9C7D-AEBC48CDC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da359e48014a2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759">
            <a:extLst xmlns:a="http://schemas.openxmlformats.org/drawingml/2006/main">
              <a:ext uri="{FF2B5EF4-FFF2-40B4-BE49-F238E27FC236}">
                <a16:creationId xmlns:a16="http://schemas.microsoft.com/office/drawing/2014/main" id="{ED3A7B63-35A2-4AF2-B9DE-73A96854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25770622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178">
            <a:extLst xmlns:a="http://schemas.openxmlformats.org/drawingml/2006/main">
              <a:ext uri="{FF2B5EF4-FFF2-40B4-BE49-F238E27FC236}">
                <a16:creationId xmlns:a16="http://schemas.microsoft.com/office/drawing/2014/main" id="{883F49AB-8564-4F4D-BA7F-18DB4EE73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1179">
            <a:extLst xmlns:a="http://schemas.openxmlformats.org/drawingml/2006/main">
              <a:ext uri="{FF2B5EF4-FFF2-40B4-BE49-F238E27FC236}">
                <a16:creationId xmlns:a16="http://schemas.microsoft.com/office/drawing/2014/main" id="{391A6167-DEA4-4013-8C5C-71ABDC143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3" name="text-1180">
            <a:extLst xmlns:a="http://schemas.openxmlformats.org/drawingml/2006/main">
              <a:ext uri="{FF2B5EF4-FFF2-40B4-BE49-F238E27FC236}">
                <a16:creationId xmlns:a16="http://schemas.microsoft.com/office/drawing/2014/main" id="{5A0306E7-D8C6-4292-B249-A640486C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ChatGPT Voice 可在桌面版 Work／Codex 中直接口述任務、追問進度與協調 Agent；Codex 也能讀取工作區脈絡、修改檔案、執行檢查並交付可追查成果。</a:t>
            </a:r>
          </a:p>
        </p:txBody>
      </p:sp>
      <p:sp>
        <p:nvSpPr>
          <p:cNvPr id="4" name="shape-1181">
            <a:extLst xmlns:a="http://schemas.openxmlformats.org/drawingml/2006/main">
              <a:ext uri="{FF2B5EF4-FFF2-40B4-BE49-F238E27FC236}">
                <a16:creationId xmlns:a16="http://schemas.microsoft.com/office/drawing/2014/main" id="{41B6A626-5A69-40D9-B5CC-F241BB6C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182">
            <a:extLst xmlns:a="http://schemas.openxmlformats.org/drawingml/2006/main">
              <a:ext uri="{FF2B5EF4-FFF2-40B4-BE49-F238E27FC236}">
                <a16:creationId xmlns:a16="http://schemas.microsoft.com/office/drawing/2014/main" id="{3D2E4800-C5E1-4FF3-AA36-2F5B56C59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1183">
            <a:extLst xmlns:a="http://schemas.openxmlformats.org/drawingml/2006/main">
              <a:ext uri="{FF2B5EF4-FFF2-40B4-BE49-F238E27FC236}">
                <a16:creationId xmlns:a16="http://schemas.microsoft.com/office/drawing/2014/main" id="{2E0C4CFB-3458-4029-9584-ADD4B626A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7" name="text-1184">
            <a:extLst xmlns:a="http://schemas.openxmlformats.org/drawingml/2006/main">
              <a:ext uri="{FF2B5EF4-FFF2-40B4-BE49-F238E27FC236}">
                <a16:creationId xmlns:a16="http://schemas.microsoft.com/office/drawing/2014/main" id="{186A0FBC-08F1-49BA-9764-E753414F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&lt;&gt;</a:t>
            </a:r>
          </a:p>
        </p:txBody>
      </p:sp>
      <p:sp>
        <p:nvSpPr>
          <p:cNvPr id="8" name="text-1185">
            <a:extLst xmlns:a="http://schemas.openxmlformats.org/drawingml/2006/main">
              <a:ext uri="{FF2B5EF4-FFF2-40B4-BE49-F238E27FC236}">
                <a16:creationId xmlns:a16="http://schemas.microsoft.com/office/drawing/2014/main" id="{DCDDF850-E63E-4385-9245-FDFAEB1D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9" name="text-1186">
            <a:extLst xmlns:a="http://schemas.openxmlformats.org/drawingml/2006/main">
              <a:ext uri="{FF2B5EF4-FFF2-40B4-BE49-F238E27FC236}">
                <a16:creationId xmlns:a16="http://schemas.microsoft.com/office/drawing/2014/main" id="{391F9EED-CDA3-4462-9079-7ADD9B42A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ChatGPT Agent 工作區</a:t>
            </a:r>
          </a:p>
        </p:txBody>
      </p:sp>
      <p:cxnSp>
        <p:nvCxnSpPr>
          <p:cNvPr id="26" name="shape-118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11" name="text-1188">
            <a:extLst xmlns:a="http://schemas.openxmlformats.org/drawingml/2006/main">
              <a:ext uri="{FF2B5EF4-FFF2-40B4-BE49-F238E27FC236}">
                <a16:creationId xmlns:a16="http://schemas.microsoft.com/office/drawing/2014/main" id="{57481AEF-55A8-4B0F-99D2-71925D7A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338B545-2CF3-49A4-AA38-708CCFD58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13" name="text-1719">
            <a:extLst xmlns:a="http://schemas.openxmlformats.org/drawingml/2006/main">
              <a:ext uri="{FF2B5EF4-FFF2-40B4-BE49-F238E27FC236}">
                <a16:creationId xmlns:a16="http://schemas.microsoft.com/office/drawing/2014/main" id="{EFEF0E18-3068-4B48-A932-1F7541C99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97864e8b7484e91"/>
              </a:rPr>
              <a:t>開啟 Codex ↗</a:t>
            </a:r>
          </a:p>
        </p:txBody>
      </p:sp>
      <p:sp>
        <p:nvSpPr>
          <p:cNvPr id="14" name="shape-1760">
            <a:extLst xmlns:a="http://schemas.openxmlformats.org/drawingml/2006/main">
              <a:ext uri="{FF2B5EF4-FFF2-40B4-BE49-F238E27FC236}">
                <a16:creationId xmlns:a16="http://schemas.microsoft.com/office/drawing/2014/main" id="{B8374350-0BE5-4273-8C2E-1A3523564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24ff6c2d054d7f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761">
            <a:extLst xmlns:a="http://schemas.openxmlformats.org/drawingml/2006/main">
              <a:ext uri="{FF2B5EF4-FFF2-40B4-BE49-F238E27FC236}">
                <a16:creationId xmlns:a16="http://schemas.microsoft.com/office/drawing/2014/main" id="{1DB9C062-3255-45D5-8123-5C7EBC50E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37234903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text-1189">
            <a:extLst xmlns:a="http://schemas.openxmlformats.org/drawingml/2006/main">
              <a:ext uri="{FF2B5EF4-FFF2-40B4-BE49-F238E27FC236}">
                <a16:creationId xmlns:a16="http://schemas.microsoft.com/office/drawing/2014/main" id="{96603AE1-2C33-494A-ABB5-E9311762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WORKFLOW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69E9B8B-C767-46C6-A564-D8116D27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 實作工作流：先定位，再修改</a:t>
            </a:r>
          </a:p>
        </p:txBody>
      </p:sp>
      <p:cxnSp>
        <p:nvCxnSpPr>
          <p:cNvPr id="42" name="shape-119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91">
            <a:extLst xmlns:a="http://schemas.openxmlformats.org/drawingml/2006/main">
              <a:ext uri="{FF2B5EF4-FFF2-40B4-BE49-F238E27FC236}">
                <a16:creationId xmlns:a16="http://schemas.microsoft.com/office/drawing/2014/main" id="{4C09168E-FF08-4BC5-8282-CCAFE43B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9130484-8DAB-4434-942C-C7648B58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1192">
            <a:extLst xmlns:a="http://schemas.openxmlformats.org/drawingml/2006/main">
              <a:ext uri="{FF2B5EF4-FFF2-40B4-BE49-F238E27FC236}">
                <a16:creationId xmlns:a16="http://schemas.microsoft.com/office/drawing/2014/main" id="{0AB96986-4DAE-4242-8A3A-E4C60CCC0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193">
            <a:extLst xmlns:a="http://schemas.openxmlformats.org/drawingml/2006/main">
              <a:ext uri="{FF2B5EF4-FFF2-40B4-BE49-F238E27FC236}">
                <a16:creationId xmlns:a16="http://schemas.microsoft.com/office/drawing/2014/main" id="{122640FE-01AD-4CB6-ADE9-B5660EAD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194">
            <a:extLst xmlns:a="http://schemas.openxmlformats.org/drawingml/2006/main">
              <a:ext uri="{FF2B5EF4-FFF2-40B4-BE49-F238E27FC236}">
                <a16:creationId xmlns:a16="http://schemas.microsoft.com/office/drawing/2014/main" id="{6F405B16-00D6-4117-8833-E6583AAB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195">
            <a:extLst xmlns:a="http://schemas.openxmlformats.org/drawingml/2006/main">
              <a:ext uri="{FF2B5EF4-FFF2-40B4-BE49-F238E27FC236}">
                <a16:creationId xmlns:a16="http://schemas.microsoft.com/office/drawing/2014/main" id="{96CF1A09-5A6F-48FA-94AE-E709DA7CA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開啟工作區／語音</a:t>
            </a:r>
          </a:p>
        </p:txBody>
      </p:sp>
      <p:sp>
        <p:nvSpPr>
          <p:cNvPr id="10" name="text-1196">
            <a:extLst xmlns:a="http://schemas.openxmlformats.org/drawingml/2006/main">
              <a:ext uri="{FF2B5EF4-FFF2-40B4-BE49-F238E27FC236}">
                <a16:creationId xmlns:a16="http://schemas.microsoft.com/office/drawing/2014/main" id="{C958DEF7-E6A8-4CC3-9BC8-0BAD879BC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素材、麥克風與權限</a:t>
            </a:r>
          </a:p>
        </p:txBody>
      </p:sp>
      <p:sp>
        <p:nvSpPr>
          <p:cNvPr id="11" name="text-1197">
            <a:extLst xmlns:a="http://schemas.openxmlformats.org/drawingml/2006/main">
              <a:ext uri="{FF2B5EF4-FFF2-40B4-BE49-F238E27FC236}">
                <a16:creationId xmlns:a16="http://schemas.microsoft.com/office/drawing/2014/main" id="{A0745189-4EC8-4C9E-9149-9D329754B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198">
            <a:extLst xmlns:a="http://schemas.openxmlformats.org/drawingml/2006/main">
              <a:ext uri="{FF2B5EF4-FFF2-40B4-BE49-F238E27FC236}">
                <a16:creationId xmlns:a16="http://schemas.microsoft.com/office/drawing/2014/main" id="{FDB7E155-3EE4-4095-AEA0-93630EE53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199">
            <a:extLst xmlns:a="http://schemas.openxmlformats.org/drawingml/2006/main">
              <a:ext uri="{FF2B5EF4-FFF2-40B4-BE49-F238E27FC236}">
                <a16:creationId xmlns:a16="http://schemas.microsoft.com/office/drawing/2014/main" id="{EA4B1FC4-5EFC-40FC-827F-8E00EA08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200">
            <a:extLst xmlns:a="http://schemas.openxmlformats.org/drawingml/2006/main">
              <a:ext uri="{FF2B5EF4-FFF2-40B4-BE49-F238E27FC236}">
                <a16:creationId xmlns:a16="http://schemas.microsoft.com/office/drawing/2014/main" id="{313658A5-A1E3-498F-BEA0-A761670A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201">
            <a:extLst xmlns:a="http://schemas.openxmlformats.org/drawingml/2006/main">
              <a:ext uri="{FF2B5EF4-FFF2-40B4-BE49-F238E27FC236}">
                <a16:creationId xmlns:a16="http://schemas.microsoft.com/office/drawing/2014/main" id="{864554CD-447A-4753-9783-2C9471A2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描述任務</a:t>
            </a:r>
          </a:p>
        </p:txBody>
      </p:sp>
      <p:sp>
        <p:nvSpPr>
          <p:cNvPr id="16" name="text-1202">
            <a:extLst xmlns:a="http://schemas.openxmlformats.org/drawingml/2006/main">
              <a:ext uri="{FF2B5EF4-FFF2-40B4-BE49-F238E27FC236}">
                <a16:creationId xmlns:a16="http://schemas.microsoft.com/office/drawing/2014/main" id="{6F4A2075-5590-4FFA-9209-6C235C53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目標、限制、驗收</a:t>
            </a:r>
          </a:p>
        </p:txBody>
      </p:sp>
      <p:sp>
        <p:nvSpPr>
          <p:cNvPr id="17" name="text-1203">
            <a:extLst xmlns:a="http://schemas.openxmlformats.org/drawingml/2006/main">
              <a:ext uri="{FF2B5EF4-FFF2-40B4-BE49-F238E27FC236}">
                <a16:creationId xmlns:a16="http://schemas.microsoft.com/office/drawing/2014/main" id="{3300ABDE-2290-4E01-970C-74200FD23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204">
            <a:extLst xmlns:a="http://schemas.openxmlformats.org/drawingml/2006/main">
              <a:ext uri="{FF2B5EF4-FFF2-40B4-BE49-F238E27FC236}">
                <a16:creationId xmlns:a16="http://schemas.microsoft.com/office/drawing/2014/main" id="{8D97C1D4-F928-424C-812A-4D490B3FA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205">
            <a:extLst xmlns:a="http://schemas.openxmlformats.org/drawingml/2006/main">
              <a:ext uri="{FF2B5EF4-FFF2-40B4-BE49-F238E27FC236}">
                <a16:creationId xmlns:a16="http://schemas.microsoft.com/office/drawing/2014/main" id="{E279A4DB-88A5-4953-B33E-972CF105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206">
            <a:extLst xmlns:a="http://schemas.openxmlformats.org/drawingml/2006/main">
              <a:ext uri="{FF2B5EF4-FFF2-40B4-BE49-F238E27FC236}">
                <a16:creationId xmlns:a16="http://schemas.microsoft.com/office/drawing/2014/main" id="{F3024068-4FE7-4087-9576-752B20807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207">
            <a:extLst xmlns:a="http://schemas.openxmlformats.org/drawingml/2006/main">
              <a:ext uri="{FF2B5EF4-FFF2-40B4-BE49-F238E27FC236}">
                <a16:creationId xmlns:a16="http://schemas.microsoft.com/office/drawing/2014/main" id="{C85B0517-08F4-42C1-AC45-B062F480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觀察進度</a:t>
            </a:r>
          </a:p>
        </p:txBody>
      </p:sp>
      <p:sp>
        <p:nvSpPr>
          <p:cNvPr id="22" name="text-1208">
            <a:extLst xmlns:a="http://schemas.openxmlformats.org/drawingml/2006/main">
              <a:ext uri="{FF2B5EF4-FFF2-40B4-BE49-F238E27FC236}">
                <a16:creationId xmlns:a16="http://schemas.microsoft.com/office/drawing/2014/main" id="{7888AFE9-BEA9-4B1B-8DBD-9C06AF2C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計畫、讀檔、工具使用</a:t>
            </a:r>
          </a:p>
        </p:txBody>
      </p:sp>
      <p:sp>
        <p:nvSpPr>
          <p:cNvPr id="23" name="text-1209">
            <a:extLst xmlns:a="http://schemas.openxmlformats.org/drawingml/2006/main">
              <a:ext uri="{FF2B5EF4-FFF2-40B4-BE49-F238E27FC236}">
                <a16:creationId xmlns:a16="http://schemas.microsoft.com/office/drawing/2014/main" id="{0921C2A1-4215-41AE-9A02-C508C4648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210">
            <a:extLst xmlns:a="http://schemas.openxmlformats.org/drawingml/2006/main">
              <a:ext uri="{FF2B5EF4-FFF2-40B4-BE49-F238E27FC236}">
                <a16:creationId xmlns:a16="http://schemas.microsoft.com/office/drawing/2014/main" id="{B1775EA3-A717-4D33-948C-F2A87C211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211">
            <a:extLst xmlns:a="http://schemas.openxmlformats.org/drawingml/2006/main">
              <a:ext uri="{FF2B5EF4-FFF2-40B4-BE49-F238E27FC236}">
                <a16:creationId xmlns:a16="http://schemas.microsoft.com/office/drawing/2014/main" id="{C843A16F-328A-4BCE-82DE-1DFAFB37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212">
            <a:extLst xmlns:a="http://schemas.openxmlformats.org/drawingml/2006/main">
              <a:ext uri="{FF2B5EF4-FFF2-40B4-BE49-F238E27FC236}">
                <a16:creationId xmlns:a16="http://schemas.microsoft.com/office/drawing/2014/main" id="{6F6B462A-4275-4504-B914-A44522ACA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213">
            <a:extLst xmlns:a="http://schemas.openxmlformats.org/drawingml/2006/main">
              <a:ext uri="{FF2B5EF4-FFF2-40B4-BE49-F238E27FC236}">
                <a16:creationId xmlns:a16="http://schemas.microsoft.com/office/drawing/2014/main" id="{8B30561D-8AFF-48F5-AA98-8E848C90C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檢查成果</a:t>
            </a:r>
          </a:p>
        </p:txBody>
      </p:sp>
      <p:sp>
        <p:nvSpPr>
          <p:cNvPr id="28" name="text-1214">
            <a:extLst xmlns:a="http://schemas.openxmlformats.org/drawingml/2006/main">
              <a:ext uri="{FF2B5EF4-FFF2-40B4-BE49-F238E27FC236}">
                <a16:creationId xmlns:a16="http://schemas.microsoft.com/office/drawing/2014/main" id="{CF1BFA65-60E2-437A-B30C-565AD9613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檔案、測試、畫面、差異</a:t>
            </a:r>
          </a:p>
        </p:txBody>
      </p:sp>
      <p:sp>
        <p:nvSpPr>
          <p:cNvPr id="29" name="text-1215">
            <a:extLst xmlns:a="http://schemas.openxmlformats.org/drawingml/2006/main">
              <a:ext uri="{FF2B5EF4-FFF2-40B4-BE49-F238E27FC236}">
                <a16:creationId xmlns:a16="http://schemas.microsoft.com/office/drawing/2014/main" id="{A9D19E4E-1584-4338-8610-3F313D71F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216">
            <a:extLst xmlns:a="http://schemas.openxmlformats.org/drawingml/2006/main">
              <a:ext uri="{FF2B5EF4-FFF2-40B4-BE49-F238E27FC236}">
                <a16:creationId xmlns:a16="http://schemas.microsoft.com/office/drawing/2014/main" id="{B5318A64-E4C3-4449-9A2B-56C1032DB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217">
            <a:extLst xmlns:a="http://schemas.openxmlformats.org/drawingml/2006/main">
              <a:ext uri="{FF2B5EF4-FFF2-40B4-BE49-F238E27FC236}">
                <a16:creationId xmlns:a16="http://schemas.microsoft.com/office/drawing/2014/main" id="{008EF882-C93C-4E72-9878-D147F789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218">
            <a:extLst xmlns:a="http://schemas.openxmlformats.org/drawingml/2006/main">
              <a:ext uri="{FF2B5EF4-FFF2-40B4-BE49-F238E27FC236}">
                <a16:creationId xmlns:a16="http://schemas.microsoft.com/office/drawing/2014/main" id="{439BF15E-B13D-4C83-AFFC-E8E99D401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219">
            <a:extLst xmlns:a="http://schemas.openxmlformats.org/drawingml/2006/main">
              <a:ext uri="{FF2B5EF4-FFF2-40B4-BE49-F238E27FC236}">
                <a16:creationId xmlns:a16="http://schemas.microsoft.com/office/drawing/2014/main" id="{AE8A6D3D-90D9-43DD-82A6-BC81DA37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決定下一步</a:t>
            </a:r>
          </a:p>
        </p:txBody>
      </p:sp>
      <p:sp>
        <p:nvSpPr>
          <p:cNvPr id="34" name="text-1220">
            <a:extLst xmlns:a="http://schemas.openxmlformats.org/drawingml/2006/main">
              <a:ext uri="{FF2B5EF4-FFF2-40B4-BE49-F238E27FC236}">
                <a16:creationId xmlns:a16="http://schemas.microsoft.com/office/drawing/2014/main" id="{A1059ABC-A3E3-47FC-A5FB-15D247EC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接受、修正或停止</a:t>
            </a:r>
          </a:p>
        </p:txBody>
      </p:sp>
      <p:sp>
        <p:nvSpPr>
          <p:cNvPr id="35" name="text-1221">
            <a:extLst xmlns:a="http://schemas.openxmlformats.org/drawingml/2006/main">
              <a:ext uri="{FF2B5EF4-FFF2-40B4-BE49-F238E27FC236}">
                <a16:creationId xmlns:a16="http://schemas.microsoft.com/office/drawing/2014/main" id="{9039C6A3-7ED7-4716-99B3-BC676100E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1720">
            <a:extLst xmlns:a="http://schemas.openxmlformats.org/drawingml/2006/main">
              <a:ext uri="{FF2B5EF4-FFF2-40B4-BE49-F238E27FC236}">
                <a16:creationId xmlns:a16="http://schemas.microsoft.com/office/drawing/2014/main" id="{85AA3B7D-E3A4-4DDC-ADC3-B0F03A05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3f14da62a004e9d"/>
              </a:rPr>
              <a:t>開啟 Codex ↗</a:t>
            </a:r>
          </a:p>
        </p:txBody>
      </p:sp>
      <p:sp>
        <p:nvSpPr>
          <p:cNvPr id="37" name="shape-1762">
            <a:extLst xmlns:a="http://schemas.openxmlformats.org/drawingml/2006/main">
              <a:ext uri="{FF2B5EF4-FFF2-40B4-BE49-F238E27FC236}">
                <a16:creationId xmlns:a16="http://schemas.microsoft.com/office/drawing/2014/main" id="{A8E12A38-D2CA-448C-9DFF-781AAE7E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0d3d84deeb404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9" name="text-1763">
            <a:extLst xmlns:a="http://schemas.openxmlformats.org/drawingml/2006/main">
              <a:ext uri="{FF2B5EF4-FFF2-40B4-BE49-F238E27FC236}">
                <a16:creationId xmlns:a16="http://schemas.microsoft.com/office/drawing/2014/main" id="{8E6F3F90-0246-4DA9-A527-875AB2DEF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87923388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222">
            <a:extLst xmlns:a="http://schemas.openxmlformats.org/drawingml/2006/main">
              <a:ext uri="{FF2B5EF4-FFF2-40B4-BE49-F238E27FC236}">
                <a16:creationId xmlns:a16="http://schemas.microsoft.com/office/drawing/2014/main" id="{C342365F-5CFC-41AA-A054-FF1FDACEB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937C74F-7AA1-4710-8BD3-3D5E6629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同一任務在 Codex 中這樣下達</a:t>
            </a:r>
          </a:p>
        </p:txBody>
      </p:sp>
      <p:cxnSp>
        <p:nvCxnSpPr>
          <p:cNvPr id="19" name="shape-122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24">
            <a:extLst xmlns:a="http://schemas.openxmlformats.org/drawingml/2006/main">
              <a:ext uri="{FF2B5EF4-FFF2-40B4-BE49-F238E27FC236}">
                <a16:creationId xmlns:a16="http://schemas.microsoft.com/office/drawing/2014/main" id="{E9C738D6-5E12-4E05-A0A5-86FD97566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0229390-E13A-43AE-9493-85C849151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6" name="text-1225">
            <a:extLst xmlns:a="http://schemas.openxmlformats.org/drawingml/2006/main">
              <a:ext uri="{FF2B5EF4-FFF2-40B4-BE49-F238E27FC236}">
                <a16:creationId xmlns:a16="http://schemas.microsoft.com/office/drawing/2014/main" id="{BE1B73CB-BD52-47E7-B85A-FC16A5FEE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50B1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目標：改善這個課程互動網站的手機操作體驗。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範圍：只處理目前工作區中的 HTML、CSS、JS。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限制：不更動教學內容、不新增外部服務、不發布。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檢查結構與手機畫面。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說明最重要的 3 個問題與修正計畫。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實作後跑可行的檢查。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回報修改檔案、驗證證據與未確認項目。</a:t>
            </a:r>
          </a:p>
        </p:txBody>
      </p:sp>
      <p:sp>
        <p:nvSpPr>
          <p:cNvPr id="7" name="text-1226">
            <a:extLst xmlns:a="http://schemas.openxmlformats.org/drawingml/2006/main">
              <a:ext uri="{FF2B5EF4-FFF2-40B4-BE49-F238E27FC236}">
                <a16:creationId xmlns:a16="http://schemas.microsoft.com/office/drawing/2014/main" id="{6FC8A93E-69DA-4228-9390-D2AC6223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明確邊界</a:t>
            </a:r>
          </a:p>
        </p:txBody>
      </p:sp>
      <p:sp>
        <p:nvSpPr>
          <p:cNvPr id="8" name="text-1227">
            <a:extLst xmlns:a="http://schemas.openxmlformats.org/drawingml/2006/main">
              <a:ext uri="{FF2B5EF4-FFF2-40B4-BE49-F238E27FC236}">
                <a16:creationId xmlns:a16="http://schemas.microsoft.com/office/drawing/2014/main" id="{5937DA6B-3699-4D4B-8DEE-2768D390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檔案與動作的範圍要具體。</a:t>
            </a:r>
          </a:p>
        </p:txBody>
      </p:sp>
      <p:sp>
        <p:nvSpPr>
          <p:cNvPr id="9" name="text-1228">
            <a:extLst xmlns:a="http://schemas.openxmlformats.org/drawingml/2006/main">
              <a:ext uri="{FF2B5EF4-FFF2-40B4-BE49-F238E27FC236}">
                <a16:creationId xmlns:a16="http://schemas.microsoft.com/office/drawing/2014/main" id="{444A2D93-9386-41CE-A24D-858F1BA7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1229">
            <a:extLst xmlns:a="http://schemas.openxmlformats.org/drawingml/2006/main">
              <a:ext uri="{FF2B5EF4-FFF2-40B4-BE49-F238E27FC236}">
                <a16:creationId xmlns:a16="http://schemas.microsoft.com/office/drawing/2014/main" id="{8486A446-90F8-45DF-B3BF-F783EB26C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讓 Agent 先讀環境，避免憑空重寫。</a:t>
            </a:r>
          </a:p>
        </p:txBody>
      </p:sp>
      <p:sp>
        <p:nvSpPr>
          <p:cNvPr id="11" name="text-1230">
            <a:extLst xmlns:a="http://schemas.openxmlformats.org/drawingml/2006/main">
              <a:ext uri="{FF2B5EF4-FFF2-40B4-BE49-F238E27FC236}">
                <a16:creationId xmlns:a16="http://schemas.microsoft.com/office/drawing/2014/main" id="{E33077DD-D328-42FF-AE76-A79540CEE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驗收可見</a:t>
            </a:r>
          </a:p>
        </p:txBody>
      </p:sp>
      <p:sp>
        <p:nvSpPr>
          <p:cNvPr id="12" name="text-1231">
            <a:extLst xmlns:a="http://schemas.openxmlformats.org/drawingml/2006/main">
              <a:ext uri="{FF2B5EF4-FFF2-40B4-BE49-F238E27FC236}">
                <a16:creationId xmlns:a16="http://schemas.microsoft.com/office/drawing/2014/main" id="{EA48D12F-979B-4BC4-B7E2-C8A333728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要求證據與未確認項目。</a:t>
            </a:r>
          </a:p>
        </p:txBody>
      </p:sp>
      <p:sp>
        <p:nvSpPr>
          <p:cNvPr id="13" name="text-1721">
            <a:extLst xmlns:a="http://schemas.openxmlformats.org/drawingml/2006/main">
              <a:ext uri="{FF2B5EF4-FFF2-40B4-BE49-F238E27FC236}">
                <a16:creationId xmlns:a16="http://schemas.microsoft.com/office/drawing/2014/main" id="{87A87764-DF82-436E-BD23-E84549C4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b6b05c2386d4a2a"/>
              </a:rPr>
              <a:t>開啟 Codex ↗</a:t>
            </a:r>
          </a:p>
        </p:txBody>
      </p:sp>
      <p:sp>
        <p:nvSpPr>
          <p:cNvPr id="14" name="shape-1764">
            <a:extLst xmlns:a="http://schemas.openxmlformats.org/drawingml/2006/main">
              <a:ext uri="{FF2B5EF4-FFF2-40B4-BE49-F238E27FC236}">
                <a16:creationId xmlns:a16="http://schemas.microsoft.com/office/drawing/2014/main" id="{0455CB81-8DCF-4000-853D-50FD75C61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dc3939a457402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765">
            <a:extLst xmlns:a="http://schemas.openxmlformats.org/drawingml/2006/main">
              <a:ext uri="{FF2B5EF4-FFF2-40B4-BE49-F238E27FC236}">
                <a16:creationId xmlns:a16="http://schemas.microsoft.com/office/drawing/2014/main" id="{ABF49965-4EC3-47B8-AAFD-95AFE4F93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47992267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1232">
            <a:extLst xmlns:a="http://schemas.openxmlformats.org/drawingml/2006/main">
              <a:ext uri="{FF2B5EF4-FFF2-40B4-BE49-F238E27FC236}">
                <a16:creationId xmlns:a16="http://schemas.microsoft.com/office/drawing/2014/main" id="{E1E66C8D-B019-497E-AC78-4D910568E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TASK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CEA3CB5-8623-40EB-B00E-42FA5367B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好任務簡報的六個欄位</a:t>
            </a:r>
          </a:p>
        </p:txBody>
      </p:sp>
      <p:cxnSp>
        <p:nvCxnSpPr>
          <p:cNvPr id="36" name="shape-123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34">
            <a:extLst xmlns:a="http://schemas.openxmlformats.org/drawingml/2006/main">
              <a:ext uri="{FF2B5EF4-FFF2-40B4-BE49-F238E27FC236}">
                <a16:creationId xmlns:a16="http://schemas.microsoft.com/office/drawing/2014/main" id="{C1AF58E2-B315-444F-B5A6-B3138A59A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8572038-112E-437B-B436-B6B4CFD0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1235">
            <a:extLst xmlns:a="http://schemas.openxmlformats.org/drawingml/2006/main">
              <a:ext uri="{FF2B5EF4-FFF2-40B4-BE49-F238E27FC236}">
                <a16:creationId xmlns:a16="http://schemas.microsoft.com/office/drawing/2014/main" id="{535B1929-8195-43C9-8C20-8D96B424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236">
            <a:extLst xmlns:a="http://schemas.openxmlformats.org/drawingml/2006/main">
              <a:ext uri="{FF2B5EF4-FFF2-40B4-BE49-F238E27FC236}">
                <a16:creationId xmlns:a16="http://schemas.microsoft.com/office/drawing/2014/main" id="{FC9F71EF-5BAF-4E8E-83B5-4B1E1C908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1237">
            <a:extLst xmlns:a="http://schemas.openxmlformats.org/drawingml/2006/main">
              <a:ext uri="{FF2B5EF4-FFF2-40B4-BE49-F238E27FC236}">
                <a16:creationId xmlns:a16="http://schemas.microsoft.com/office/drawing/2014/main" id="{9D4F0FBB-7A95-488B-BE43-74B1DDFD4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Why</a:t>
            </a:r>
          </a:p>
        </p:txBody>
      </p:sp>
      <p:sp>
        <p:nvSpPr>
          <p:cNvPr id="9" name="text-1238">
            <a:extLst xmlns:a="http://schemas.openxmlformats.org/drawingml/2006/main">
              <a:ext uri="{FF2B5EF4-FFF2-40B4-BE49-F238E27FC236}">
                <a16:creationId xmlns:a16="http://schemas.microsoft.com/office/drawing/2014/main" id="{CDAEA26B-17F0-45E2-8E0B-3912E7853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教學／研究痛點與使用者價值</a:t>
            </a:r>
          </a:p>
        </p:txBody>
      </p:sp>
      <p:sp>
        <p:nvSpPr>
          <p:cNvPr id="10" name="shape-1239">
            <a:extLst xmlns:a="http://schemas.openxmlformats.org/drawingml/2006/main">
              <a:ext uri="{FF2B5EF4-FFF2-40B4-BE49-F238E27FC236}">
                <a16:creationId xmlns:a16="http://schemas.microsoft.com/office/drawing/2014/main" id="{35720393-047C-4463-A36A-904801B7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240">
            <a:extLst xmlns:a="http://schemas.openxmlformats.org/drawingml/2006/main">
              <a:ext uri="{FF2B5EF4-FFF2-40B4-BE49-F238E27FC236}">
                <a16:creationId xmlns:a16="http://schemas.microsoft.com/office/drawing/2014/main" id="{CE44ED46-CDE2-4929-9290-B86C6DE52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1241">
            <a:extLst xmlns:a="http://schemas.openxmlformats.org/drawingml/2006/main">
              <a:ext uri="{FF2B5EF4-FFF2-40B4-BE49-F238E27FC236}">
                <a16:creationId xmlns:a16="http://schemas.microsoft.com/office/drawing/2014/main" id="{21445C76-1A61-4B1E-B8D5-B4592A56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What</a:t>
            </a:r>
          </a:p>
        </p:txBody>
      </p:sp>
      <p:sp>
        <p:nvSpPr>
          <p:cNvPr id="13" name="text-1242">
            <a:extLst xmlns:a="http://schemas.openxmlformats.org/drawingml/2006/main">
              <a:ext uri="{FF2B5EF4-FFF2-40B4-BE49-F238E27FC236}">
                <a16:creationId xmlns:a16="http://schemas.microsoft.com/office/drawing/2014/main" id="{254281BD-E532-4569-92E1-CC75CD77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要完成的具體成果</a:t>
            </a:r>
          </a:p>
        </p:txBody>
      </p:sp>
      <p:sp>
        <p:nvSpPr>
          <p:cNvPr id="14" name="shape-1243">
            <a:extLst xmlns:a="http://schemas.openxmlformats.org/drawingml/2006/main">
              <a:ext uri="{FF2B5EF4-FFF2-40B4-BE49-F238E27FC236}">
                <a16:creationId xmlns:a16="http://schemas.microsoft.com/office/drawing/2014/main" id="{FB7DA774-1075-4D16-A4F3-476CA148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244">
            <a:extLst xmlns:a="http://schemas.openxmlformats.org/drawingml/2006/main">
              <a:ext uri="{FF2B5EF4-FFF2-40B4-BE49-F238E27FC236}">
                <a16:creationId xmlns:a16="http://schemas.microsoft.com/office/drawing/2014/main" id="{13ECCDF3-8135-4E78-ACAE-A67861D2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1245">
            <a:extLst xmlns:a="http://schemas.openxmlformats.org/drawingml/2006/main">
              <a:ext uri="{FF2B5EF4-FFF2-40B4-BE49-F238E27FC236}">
                <a16:creationId xmlns:a16="http://schemas.microsoft.com/office/drawing/2014/main" id="{9902BEF3-7532-46CD-8E2D-E7E07AB91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Where</a:t>
            </a:r>
          </a:p>
        </p:txBody>
      </p:sp>
      <p:sp>
        <p:nvSpPr>
          <p:cNvPr id="17" name="text-1246">
            <a:extLst xmlns:a="http://schemas.openxmlformats.org/drawingml/2006/main">
              <a:ext uri="{FF2B5EF4-FFF2-40B4-BE49-F238E27FC236}">
                <a16:creationId xmlns:a16="http://schemas.microsoft.com/office/drawing/2014/main" id="{3974982A-0501-47FD-AEFD-E61519F8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工作區、檔案與資料來源</a:t>
            </a:r>
          </a:p>
        </p:txBody>
      </p:sp>
      <p:sp>
        <p:nvSpPr>
          <p:cNvPr id="18" name="shape-1247">
            <a:extLst xmlns:a="http://schemas.openxmlformats.org/drawingml/2006/main">
              <a:ext uri="{FF2B5EF4-FFF2-40B4-BE49-F238E27FC236}">
                <a16:creationId xmlns:a16="http://schemas.microsoft.com/office/drawing/2014/main" id="{6BD50E77-39FD-4A85-8802-2D3088F4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248">
            <a:extLst xmlns:a="http://schemas.openxmlformats.org/drawingml/2006/main">
              <a:ext uri="{FF2B5EF4-FFF2-40B4-BE49-F238E27FC236}">
                <a16:creationId xmlns:a16="http://schemas.microsoft.com/office/drawing/2014/main" id="{4BF179F6-7E01-40A6-903C-1D891E18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1249">
            <a:extLst xmlns:a="http://schemas.openxmlformats.org/drawingml/2006/main">
              <a:ext uri="{FF2B5EF4-FFF2-40B4-BE49-F238E27FC236}">
                <a16:creationId xmlns:a16="http://schemas.microsoft.com/office/drawing/2014/main" id="{A8AEFDA9-C6B8-4B4B-9523-39306C7BF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Limits</a:t>
            </a:r>
          </a:p>
        </p:txBody>
      </p:sp>
      <p:sp>
        <p:nvSpPr>
          <p:cNvPr id="21" name="text-1250">
            <a:extLst xmlns:a="http://schemas.openxmlformats.org/drawingml/2006/main">
              <a:ext uri="{FF2B5EF4-FFF2-40B4-BE49-F238E27FC236}">
                <a16:creationId xmlns:a16="http://schemas.microsoft.com/office/drawing/2014/main" id="{6BC992C9-CD29-4AAA-AE65-FDA850B4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不可改、不可公開、不可猜測</a:t>
            </a:r>
          </a:p>
        </p:txBody>
      </p:sp>
      <p:sp>
        <p:nvSpPr>
          <p:cNvPr id="22" name="shape-1251">
            <a:extLst xmlns:a="http://schemas.openxmlformats.org/drawingml/2006/main">
              <a:ext uri="{FF2B5EF4-FFF2-40B4-BE49-F238E27FC236}">
                <a16:creationId xmlns:a16="http://schemas.microsoft.com/office/drawing/2014/main" id="{76ED5FCB-3A5B-478C-AB5D-19559DD7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252">
            <a:extLst xmlns:a="http://schemas.openxmlformats.org/drawingml/2006/main">
              <a:ext uri="{FF2B5EF4-FFF2-40B4-BE49-F238E27FC236}">
                <a16:creationId xmlns:a16="http://schemas.microsoft.com/office/drawing/2014/main" id="{835C514E-A876-4951-958E-F59D23B76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4" name="text-1253">
            <a:extLst xmlns:a="http://schemas.openxmlformats.org/drawingml/2006/main">
              <a:ext uri="{FF2B5EF4-FFF2-40B4-BE49-F238E27FC236}">
                <a16:creationId xmlns:a16="http://schemas.microsoft.com/office/drawing/2014/main" id="{CF2C974D-E276-4F2B-AC97-18379A47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Checks</a:t>
            </a:r>
          </a:p>
        </p:txBody>
      </p:sp>
      <p:sp>
        <p:nvSpPr>
          <p:cNvPr id="25" name="text-1254">
            <a:extLst xmlns:a="http://schemas.openxmlformats.org/drawingml/2006/main">
              <a:ext uri="{FF2B5EF4-FFF2-40B4-BE49-F238E27FC236}">
                <a16:creationId xmlns:a16="http://schemas.microsoft.com/office/drawing/2014/main" id="{FCBA8E3C-0C27-41BE-90DF-43963C77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測試、畫面與內容檢核</a:t>
            </a:r>
          </a:p>
        </p:txBody>
      </p:sp>
      <p:sp>
        <p:nvSpPr>
          <p:cNvPr id="26" name="shape-1255">
            <a:extLst xmlns:a="http://schemas.openxmlformats.org/drawingml/2006/main">
              <a:ext uri="{FF2B5EF4-FFF2-40B4-BE49-F238E27FC236}">
                <a16:creationId xmlns:a16="http://schemas.microsoft.com/office/drawing/2014/main" id="{8BA10865-F8F2-4A63-83FB-FC5FCBCF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256">
            <a:extLst xmlns:a="http://schemas.openxmlformats.org/drawingml/2006/main">
              <a:ext uri="{FF2B5EF4-FFF2-40B4-BE49-F238E27FC236}">
                <a16:creationId xmlns:a16="http://schemas.microsoft.com/office/drawing/2014/main" id="{7BAA09FB-A1B7-40BF-A6F4-E43F9FC5A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28" name="text-1257">
            <a:extLst xmlns:a="http://schemas.openxmlformats.org/drawingml/2006/main">
              <a:ext uri="{FF2B5EF4-FFF2-40B4-BE49-F238E27FC236}">
                <a16:creationId xmlns:a16="http://schemas.microsoft.com/office/drawing/2014/main" id="{3EFE5BA6-66A9-43AF-B2D0-027C60F1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Handoff</a:t>
            </a:r>
          </a:p>
        </p:txBody>
      </p:sp>
      <p:sp>
        <p:nvSpPr>
          <p:cNvPr id="29" name="text-1258">
            <a:extLst xmlns:a="http://schemas.openxmlformats.org/drawingml/2006/main">
              <a:ext uri="{FF2B5EF4-FFF2-40B4-BE49-F238E27FC236}">
                <a16:creationId xmlns:a16="http://schemas.microsoft.com/office/drawing/2014/main" id="{D85EF884-63E4-4B86-B7BB-7D4E7B694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成果、差異、限制、下一步</a:t>
            </a:r>
          </a:p>
        </p:txBody>
      </p:sp>
      <p:sp>
        <p:nvSpPr>
          <p:cNvPr id="30" name="text-1722">
            <a:extLst xmlns:a="http://schemas.openxmlformats.org/drawingml/2006/main">
              <a:ext uri="{FF2B5EF4-FFF2-40B4-BE49-F238E27FC236}">
                <a16:creationId xmlns:a16="http://schemas.microsoft.com/office/drawing/2014/main" id="{FB81B50C-BC12-442A-B8FA-FD82FE43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42eedddbb3a4c9f"/>
              </a:rPr>
              <a:t>開啟 Codex ↗</a:t>
            </a:r>
          </a:p>
        </p:txBody>
      </p:sp>
      <p:sp>
        <p:nvSpPr>
          <p:cNvPr id="31" name="shape-1766">
            <a:extLst xmlns:a="http://schemas.openxmlformats.org/drawingml/2006/main">
              <a:ext uri="{FF2B5EF4-FFF2-40B4-BE49-F238E27FC236}">
                <a16:creationId xmlns:a16="http://schemas.microsoft.com/office/drawing/2014/main" id="{03B58263-68C0-4BEB-AB5D-0D23AC94E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3f0c98c68a4b6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1767">
            <a:extLst xmlns:a="http://schemas.openxmlformats.org/drawingml/2006/main">
              <a:ext uri="{FF2B5EF4-FFF2-40B4-BE49-F238E27FC236}">
                <a16:creationId xmlns:a16="http://schemas.microsoft.com/office/drawing/2014/main" id="{B3A6E419-0550-4015-A773-96037B7F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87711928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259">
            <a:extLst xmlns:a="http://schemas.openxmlformats.org/drawingml/2006/main">
              <a:ext uri="{FF2B5EF4-FFF2-40B4-BE49-F238E27FC236}">
                <a16:creationId xmlns:a16="http://schemas.microsoft.com/office/drawing/2014/main" id="{C24F5EC3-CE67-4E20-96DB-537E3BBA9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FF0E0A9-DE41-4CBF-928C-29A78224B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B｜Codex 完成同一任務</a:t>
            </a:r>
          </a:p>
        </p:txBody>
      </p:sp>
      <p:cxnSp>
        <p:nvCxnSpPr>
          <p:cNvPr id="25" name="shape-126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61">
            <a:extLst xmlns:a="http://schemas.openxmlformats.org/drawingml/2006/main">
              <a:ext uri="{FF2B5EF4-FFF2-40B4-BE49-F238E27FC236}">
                <a16:creationId xmlns:a16="http://schemas.microsoft.com/office/drawing/2014/main" id="{3CFCBDCB-2983-40A1-93A5-FAED2D3A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CA57AAC-3BEC-487E-9765-163775BE4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text-1262">
            <a:extLst xmlns:a="http://schemas.openxmlformats.org/drawingml/2006/main">
              <a:ext uri="{FF2B5EF4-FFF2-40B4-BE49-F238E27FC236}">
                <a16:creationId xmlns:a16="http://schemas.microsoft.com/office/drawing/2014/main" id="{33B4A8B6-83FD-4D0C-B1EF-4AF2C49F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263">
            <a:extLst xmlns:a="http://schemas.openxmlformats.org/drawingml/2006/main">
              <a:ext uri="{FF2B5EF4-FFF2-40B4-BE49-F238E27FC236}">
                <a16:creationId xmlns:a16="http://schemas.microsoft.com/office/drawing/2014/main" id="{F2681E5F-22C7-415E-942D-F9A545983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264">
            <a:extLst xmlns:a="http://schemas.openxmlformats.org/drawingml/2006/main">
              <a:ext uri="{FF2B5EF4-FFF2-40B4-BE49-F238E27FC236}">
                <a16:creationId xmlns:a16="http://schemas.microsoft.com/office/drawing/2014/main" id="{84CAABF8-8661-4688-94DE-92F16FF22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265">
            <a:extLst xmlns:a="http://schemas.openxmlformats.org/drawingml/2006/main">
              <a:ext uri="{FF2B5EF4-FFF2-40B4-BE49-F238E27FC236}">
                <a16:creationId xmlns:a16="http://schemas.microsoft.com/office/drawing/2014/main" id="{DE71430E-C073-4CB6-9526-3AFD145D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開啟上午成果的工作區</a:t>
            </a:r>
          </a:p>
        </p:txBody>
      </p:sp>
      <p:sp>
        <p:nvSpPr>
          <p:cNvPr id="10" name="text-1266">
            <a:extLst xmlns:a="http://schemas.openxmlformats.org/drawingml/2006/main">
              <a:ext uri="{FF2B5EF4-FFF2-40B4-BE49-F238E27FC236}">
                <a16:creationId xmlns:a16="http://schemas.microsoft.com/office/drawing/2014/main" id="{5506F4C3-D363-4140-89FC-BE293264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267">
            <a:extLst xmlns:a="http://schemas.openxmlformats.org/drawingml/2006/main">
              <a:ext uri="{FF2B5EF4-FFF2-40B4-BE49-F238E27FC236}">
                <a16:creationId xmlns:a16="http://schemas.microsoft.com/office/drawing/2014/main" id="{AAFEBC03-6731-4587-9F95-1ABFD8B0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貼上六欄任務簡報</a:t>
            </a:r>
          </a:p>
        </p:txBody>
      </p:sp>
      <p:sp>
        <p:nvSpPr>
          <p:cNvPr id="12" name="text-1268">
            <a:extLst xmlns:a="http://schemas.openxmlformats.org/drawingml/2006/main">
              <a:ext uri="{FF2B5EF4-FFF2-40B4-BE49-F238E27FC236}">
                <a16:creationId xmlns:a16="http://schemas.microsoft.com/office/drawing/2014/main" id="{C9BCFEB7-CF1D-4D01-A53C-BA055BC3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269">
            <a:extLst xmlns:a="http://schemas.openxmlformats.org/drawingml/2006/main">
              <a:ext uri="{FF2B5EF4-FFF2-40B4-BE49-F238E27FC236}">
                <a16:creationId xmlns:a16="http://schemas.microsoft.com/office/drawing/2014/main" id="{5D0DE8B2-5FE7-4278-93DB-763404D03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觀察 Agent 讀檔、規劃與執行</a:t>
            </a:r>
          </a:p>
        </p:txBody>
      </p:sp>
      <p:sp>
        <p:nvSpPr>
          <p:cNvPr id="14" name="text-1270">
            <a:extLst xmlns:a="http://schemas.openxmlformats.org/drawingml/2006/main">
              <a:ext uri="{FF2B5EF4-FFF2-40B4-BE49-F238E27FC236}">
                <a16:creationId xmlns:a16="http://schemas.microsoft.com/office/drawing/2014/main" id="{ACC9724D-323B-4487-A4D0-5DE0B173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271">
            <a:extLst xmlns:a="http://schemas.openxmlformats.org/drawingml/2006/main">
              <a:ext uri="{FF2B5EF4-FFF2-40B4-BE49-F238E27FC236}">
                <a16:creationId xmlns:a16="http://schemas.microsoft.com/office/drawing/2014/main" id="{9AC640F7-B3FE-46BB-9EEB-2BCDD9A1E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比較 Antigravity 與 Codex 的證據</a:t>
            </a:r>
          </a:p>
        </p:txBody>
      </p:sp>
      <p:sp>
        <p:nvSpPr>
          <p:cNvPr id="16" name="shape-1272">
            <a:extLst xmlns:a="http://schemas.openxmlformats.org/drawingml/2006/main">
              <a:ext uri="{FF2B5EF4-FFF2-40B4-BE49-F238E27FC236}">
                <a16:creationId xmlns:a16="http://schemas.microsoft.com/office/drawing/2014/main" id="{540C4E69-21A9-4BF0-AFF3-C2D21D486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273">
            <a:extLst xmlns:a="http://schemas.openxmlformats.org/drawingml/2006/main">
              <a:ext uri="{FF2B5EF4-FFF2-40B4-BE49-F238E27FC236}">
                <a16:creationId xmlns:a16="http://schemas.microsoft.com/office/drawing/2014/main" id="{A29051A6-272A-4F6C-9AE0-96761490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274">
            <a:extLst xmlns:a="http://schemas.openxmlformats.org/drawingml/2006/main">
              <a:ext uri="{FF2B5EF4-FFF2-40B4-BE49-F238E27FC236}">
                <a16:creationId xmlns:a16="http://schemas.microsoft.com/office/drawing/2014/main" id="{C5CF57D3-5BBA-4A8C-875A-CB46F594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有檔案變更或分析產物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有實際檢查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能說明差異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保留人工決定</a:t>
            </a:r>
          </a:p>
        </p:txBody>
      </p:sp>
      <p:sp>
        <p:nvSpPr>
          <p:cNvPr id="19" name="text-1723">
            <a:extLst xmlns:a="http://schemas.openxmlformats.org/drawingml/2006/main">
              <a:ext uri="{FF2B5EF4-FFF2-40B4-BE49-F238E27FC236}">
                <a16:creationId xmlns:a16="http://schemas.microsoft.com/office/drawing/2014/main" id="{E17A2F67-0D91-44BF-9960-3CC70C237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dc7cf8cf7dd40c4"/>
              </a:rPr>
              <a:t>開啟 Codex ↗</a:t>
            </a:r>
          </a:p>
        </p:txBody>
      </p:sp>
      <p:sp>
        <p:nvSpPr>
          <p:cNvPr id="20" name="shape-1768">
            <a:extLst xmlns:a="http://schemas.openxmlformats.org/drawingml/2006/main">
              <a:ext uri="{FF2B5EF4-FFF2-40B4-BE49-F238E27FC236}">
                <a16:creationId xmlns:a16="http://schemas.microsoft.com/office/drawing/2014/main" id="{467781D3-4E84-46E7-B85C-968AA0A4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d708cc1b104295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769">
            <a:extLst xmlns:a="http://schemas.openxmlformats.org/drawingml/2006/main">
              <a:ext uri="{FF2B5EF4-FFF2-40B4-BE49-F238E27FC236}">
                <a16:creationId xmlns:a16="http://schemas.microsoft.com/office/drawing/2014/main" id="{1C85B3C2-01C9-43CC-877B-1944E5B4C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10936925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275">
            <a:extLst xmlns:a="http://schemas.openxmlformats.org/drawingml/2006/main">
              <a:ext uri="{FF2B5EF4-FFF2-40B4-BE49-F238E27FC236}">
                <a16:creationId xmlns:a16="http://schemas.microsoft.com/office/drawing/2014/main" id="{37FCDCC0-E616-46E9-B841-F7C234012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PERSONALITY &amp; STRATEGY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CD52722-CAA3-4BC6-BADC-814589417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三大 Agent 的人生交往學：看個性、選伴侶、配任務</a:t>
            </a:r>
          </a:p>
        </p:txBody>
      </p:sp>
      <p:cxnSp>
        <p:nvCxnSpPr>
          <p:cNvPr id="31" name="shape-127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77">
            <a:extLst xmlns:a="http://schemas.openxmlformats.org/drawingml/2006/main">
              <a:ext uri="{FF2B5EF4-FFF2-40B4-BE49-F238E27FC236}">
                <a16:creationId xmlns:a16="http://schemas.microsoft.com/office/drawing/2014/main" id="{FFD793C3-6CF0-475B-A806-ECDD34B6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78177D1-AF99-4E1A-8A28-B584FCEC4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shape-1278">
            <a:extLst xmlns:a="http://schemas.openxmlformats.org/drawingml/2006/main">
              <a:ext uri="{FF2B5EF4-FFF2-40B4-BE49-F238E27FC236}">
                <a16:creationId xmlns:a16="http://schemas.microsoft.com/office/drawing/2014/main" id="{44E1C6CF-C7E6-4B8C-B334-E9F0FF864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279">
            <a:extLst xmlns:a="http://schemas.openxmlformats.org/drawingml/2006/main">
              <a:ext uri="{FF2B5EF4-FFF2-40B4-BE49-F238E27FC236}">
                <a16:creationId xmlns:a16="http://schemas.microsoft.com/office/drawing/2014/main" id="{1720C786-92B0-49D8-80D1-0D23C9E0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280">
            <a:extLst xmlns:a="http://schemas.openxmlformats.org/drawingml/2006/main">
              <a:ext uri="{FF2B5EF4-FFF2-40B4-BE49-F238E27FC236}">
                <a16:creationId xmlns:a16="http://schemas.microsoft.com/office/drawing/2014/main" id="{5E3713C3-23A4-4F35-B660-24904BEAD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</a:t>
            </a:r>
          </a:p>
        </p:txBody>
      </p:sp>
      <p:sp>
        <p:nvSpPr>
          <p:cNvPr id="9" name="text-1281">
            <a:extLst xmlns:a="http://schemas.openxmlformats.org/drawingml/2006/main">
              <a:ext uri="{FF2B5EF4-FFF2-40B4-BE49-F238E27FC236}">
                <a16:creationId xmlns:a16="http://schemas.microsoft.com/office/drawing/2014/main" id="{1A73B83D-9827-4C08-9931-DF5263BB4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Antigravity／Gemini</a:t>
            </a:r>
          </a:p>
        </p:txBody>
      </p:sp>
      <p:sp>
        <p:nvSpPr>
          <p:cNvPr id="10" name="text-1282">
            <a:extLst xmlns:a="http://schemas.openxmlformats.org/drawingml/2006/main">
              <a:ext uri="{FF2B5EF4-FFF2-40B4-BE49-F238E27FC236}">
                <a16:creationId xmlns:a16="http://schemas.microsoft.com/office/drawing/2014/main" id="{E2727141-2454-4C78-B80A-122ADC255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2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人設：熱血年輕弟弟，Flash 模型極速狂飆（速度快 20 倍以上）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優勢：指令秒回、成果驚豔、衝勁十足，快速迭代超爽快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特性：一頭熱不易持久，續航力有限（易觸碰冷卻輪數）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最適合：靈感衝刺、快速原型、短平快修復、小步快跑</a:t>
            </a:r>
          </a:p>
        </p:txBody>
      </p:sp>
      <p:sp>
        <p:nvSpPr>
          <p:cNvPr id="11" name="shape-1283">
            <a:extLst xmlns:a="http://schemas.openxmlformats.org/drawingml/2006/main">
              <a:ext uri="{FF2B5EF4-FFF2-40B4-BE49-F238E27FC236}">
                <a16:creationId xmlns:a16="http://schemas.microsoft.com/office/drawing/2014/main" id="{A233993A-2C3D-44F0-BA5D-860D5BB6A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2" name="shape-1284">
            <a:extLst xmlns:a="http://schemas.openxmlformats.org/drawingml/2006/main">
              <a:ext uri="{FF2B5EF4-FFF2-40B4-BE49-F238E27FC236}">
                <a16:creationId xmlns:a16="http://schemas.microsoft.com/office/drawing/2014/main" id="{AE594FAD-3CDB-47AF-BB0C-A53227095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1285">
            <a:extLst xmlns:a="http://schemas.openxmlformats.org/drawingml/2006/main">
              <a:ext uri="{FF2B5EF4-FFF2-40B4-BE49-F238E27FC236}">
                <a16:creationId xmlns:a16="http://schemas.microsoft.com/office/drawing/2014/main" id="{F5975EE5-9F5A-4825-A89C-E266EA8CD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9775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4" name="text-1286">
            <a:extLst xmlns:a="http://schemas.openxmlformats.org/drawingml/2006/main">
              <a:ext uri="{FF2B5EF4-FFF2-40B4-BE49-F238E27FC236}">
                <a16:creationId xmlns:a16="http://schemas.microsoft.com/office/drawing/2014/main" id="{944BF52F-A20B-4A5A-808D-00DD7A00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  <p:sp>
        <p:nvSpPr>
          <p:cNvPr id="15" name="text-1287">
            <a:extLst xmlns:a="http://schemas.openxmlformats.org/drawingml/2006/main">
              <a:ext uri="{FF2B5EF4-FFF2-40B4-BE49-F238E27FC236}">
                <a16:creationId xmlns:a16="http://schemas.microsoft.com/office/drawing/2014/main" id="{01E74E91-25F2-49D0-AAA8-00CDA709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2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人設：成熟穩重的終身伴侶，進入細水長流的婚姻穩定期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優勢：極致沉穩可靠，代碼與長鏈任務完全不用擔心翻車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特性：少突發驚喜，Token 燒完必須耐心等每週週期重置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最適合：大型系統重構、複雜多檔分析、關鍵高難度任務</a:t>
            </a:r>
          </a:p>
        </p:txBody>
      </p:sp>
      <p:sp>
        <p:nvSpPr>
          <p:cNvPr id="16" name="shape-1288">
            <a:extLst xmlns:a="http://schemas.openxmlformats.org/drawingml/2006/main">
              <a:ext uri="{FF2B5EF4-FFF2-40B4-BE49-F238E27FC236}">
                <a16:creationId xmlns:a16="http://schemas.microsoft.com/office/drawing/2014/main" id="{D5DEB275-1677-47DE-A66E-346F64E2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shape-1289">
            <a:extLst xmlns:a="http://schemas.openxmlformats.org/drawingml/2006/main">
              <a:ext uri="{FF2B5EF4-FFF2-40B4-BE49-F238E27FC236}">
                <a16:creationId xmlns:a16="http://schemas.microsoft.com/office/drawing/2014/main" id="{3C1916C3-E591-4E97-ABE5-0412CCD3D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1290">
            <a:extLst xmlns:a="http://schemas.openxmlformats.org/drawingml/2006/main">
              <a:ext uri="{FF2B5EF4-FFF2-40B4-BE49-F238E27FC236}">
                <a16:creationId xmlns:a16="http://schemas.microsoft.com/office/drawing/2014/main" id="{ED482FC1-F32B-4989-BD31-C087B7FB4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X</a:t>
            </a:r>
          </a:p>
        </p:txBody>
      </p:sp>
      <p:sp>
        <p:nvSpPr>
          <p:cNvPr id="19" name="text-1291">
            <a:extLst xmlns:a="http://schemas.openxmlformats.org/drawingml/2006/main">
              <a:ext uri="{FF2B5EF4-FFF2-40B4-BE49-F238E27FC236}">
                <a16:creationId xmlns:a16="http://schemas.microsoft.com/office/drawing/2014/main" id="{2D210A2F-614E-4DA0-AD21-AF59CAD57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Codex／ChatGPT</a:t>
            </a:r>
          </a:p>
        </p:txBody>
      </p:sp>
      <p:sp>
        <p:nvSpPr>
          <p:cNvPr id="20" name="text-1292">
            <a:extLst xmlns:a="http://schemas.openxmlformats.org/drawingml/2006/main">
              <a:ext uri="{FF2B5EF4-FFF2-40B4-BE49-F238E27FC236}">
                <a16:creationId xmlns:a16="http://schemas.microsoft.com/office/drawing/2014/main" id="{A4265C89-F5C2-4228-BC83-359ABE26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6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人設：變化性最大、彈性極高的情人，可切換 1.5 倍速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優勢：支援原生語音流暢口述，要快要穩隨心所欲靈活切換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亮點：常有重置驚喜與 100% 回檔彈性，讓你隨時接關做下去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最適合：日常研究輔助、互動工具、語音實作、頻繁試錯</a:t>
            </a:r>
          </a:p>
        </p:txBody>
      </p:sp>
      <p:sp>
        <p:nvSpPr>
          <p:cNvPr id="21" name="text-1724">
            <a:extLst xmlns:a="http://schemas.openxmlformats.org/drawingml/2006/main">
              <a:ext uri="{FF2B5EF4-FFF2-40B4-BE49-F238E27FC236}">
                <a16:creationId xmlns:a16="http://schemas.microsoft.com/office/drawing/2014/main" id="{EE22DB6C-53F3-430F-B271-2151CD68E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89997019fa44464"/>
              </a:rPr>
              <a:t>Antigravity ↗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fea6fc4a9f041e0"/>
              </a:rPr>
              <a:t>Codex ↗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16a456b6b5b4bc6"/>
              </a:rPr>
              <a:t>Claude ↗</a:t>
            </a:r>
          </a:p>
        </p:txBody>
      </p:sp>
      <p:sp>
        <p:nvSpPr>
          <p:cNvPr id="22" name="shape-1770">
            <a:extLst xmlns:a="http://schemas.openxmlformats.org/drawingml/2006/main">
              <a:ext uri="{FF2B5EF4-FFF2-40B4-BE49-F238E27FC236}">
                <a16:creationId xmlns:a16="http://schemas.microsoft.com/office/drawing/2014/main" id="{371BC2D4-66A0-488F-9969-D9154C24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c6ae5109294e58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1771">
            <a:extLst xmlns:a="http://schemas.openxmlformats.org/drawingml/2006/main">
              <a:ext uri="{FF2B5EF4-FFF2-40B4-BE49-F238E27FC236}">
                <a16:creationId xmlns:a16="http://schemas.microsoft.com/office/drawing/2014/main" id="{D7971422-3FA0-4DF6-AB58-2035E9ADF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f67e5fbe7d4015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1772">
            <a:extLst xmlns:a="http://schemas.openxmlformats.org/drawingml/2006/main">
              <a:ext uri="{FF2B5EF4-FFF2-40B4-BE49-F238E27FC236}">
                <a16:creationId xmlns:a16="http://schemas.microsoft.com/office/drawing/2014/main" id="{6D80E520-D229-481C-A075-B493ECE40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fcd5d0e97e43f8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8" name="text-1773">
            <a:extLst xmlns:a="http://schemas.openxmlformats.org/drawingml/2006/main">
              <a:ext uri="{FF2B5EF4-FFF2-40B4-BE49-F238E27FC236}">
                <a16:creationId xmlns:a16="http://schemas.microsoft.com/office/drawing/2014/main" id="{692F1519-BB60-468F-8B0E-E1220AF60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</p:spTree>
    <p:extLst>
      <p:ext uri="{BB962C8B-B14F-4D97-AF65-F5344CB8AC3E}">
        <p14:creationId xmlns:p14="http://schemas.microsoft.com/office/powerpoint/2010/main" val="213539057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293">
            <a:extLst xmlns:a="http://schemas.openxmlformats.org/drawingml/2006/main">
              <a:ext uri="{FF2B5EF4-FFF2-40B4-BE49-F238E27FC236}">
                <a16:creationId xmlns:a16="http://schemas.microsoft.com/office/drawing/2014/main" id="{8EF89AA1-4DE6-4BC5-9D2E-A485A4430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1294">
            <a:extLst xmlns:a="http://schemas.openxmlformats.org/drawingml/2006/main">
              <a:ext uri="{FF2B5EF4-FFF2-40B4-BE49-F238E27FC236}">
                <a16:creationId xmlns:a16="http://schemas.microsoft.com/office/drawing/2014/main" id="{C24423D9-7FC9-4401-BF01-473E1967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" name="text-1295">
            <a:extLst xmlns:a="http://schemas.openxmlformats.org/drawingml/2006/main">
              <a:ext uri="{FF2B5EF4-FFF2-40B4-BE49-F238E27FC236}">
                <a16:creationId xmlns:a16="http://schemas.microsoft.com/office/drawing/2014/main" id="{0053F928-6A92-408A-8801-6622F06DE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把反覆使用的提示詞、規則、範例與檢查方式，封裝成 Agent 需要時才載入的專業工作包。</a:t>
            </a:r>
          </a:p>
        </p:txBody>
      </p:sp>
      <p:sp>
        <p:nvSpPr>
          <p:cNvPr id="4" name="shape-1296">
            <a:extLst xmlns:a="http://schemas.openxmlformats.org/drawingml/2006/main">
              <a:ext uri="{FF2B5EF4-FFF2-40B4-BE49-F238E27FC236}">
                <a16:creationId xmlns:a16="http://schemas.microsoft.com/office/drawing/2014/main" id="{4C5B33F5-2D74-4676-A173-3700EB7FC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297">
            <a:extLst xmlns:a="http://schemas.openxmlformats.org/drawingml/2006/main">
              <a:ext uri="{FF2B5EF4-FFF2-40B4-BE49-F238E27FC236}">
                <a16:creationId xmlns:a16="http://schemas.microsoft.com/office/drawing/2014/main" id="{39A0396D-2959-4508-9EAB-E2846CF5D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29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1299">
            <a:extLst xmlns:a="http://schemas.openxmlformats.org/drawingml/2006/main">
              <a:ext uri="{FF2B5EF4-FFF2-40B4-BE49-F238E27FC236}">
                <a16:creationId xmlns:a16="http://schemas.microsoft.com/office/drawing/2014/main" id="{7E3935D7-CAB2-41F2-A48A-C87BD07B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6F5BE30-54D5-4629-AB37-D955836E8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9" name="text-1725">
            <a:extLst xmlns:a="http://schemas.openxmlformats.org/drawingml/2006/main">
              <a:ext uri="{FF2B5EF4-FFF2-40B4-BE49-F238E27FC236}">
                <a16:creationId xmlns:a16="http://schemas.microsoft.com/office/drawing/2014/main" id="{17D8B6B4-7D4A-485D-94B7-897A2059E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f08d8119e334ce5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3c86ed5bac24bf0"/>
              </a:rPr>
              <a:t>Codex Skills ↗</a:t>
            </a:r>
          </a:p>
        </p:txBody>
      </p:sp>
      <p:sp>
        <p:nvSpPr>
          <p:cNvPr id="10" name="shape-1774">
            <a:extLst xmlns:a="http://schemas.openxmlformats.org/drawingml/2006/main">
              <a:ext uri="{FF2B5EF4-FFF2-40B4-BE49-F238E27FC236}">
                <a16:creationId xmlns:a16="http://schemas.microsoft.com/office/drawing/2014/main" id="{7F1A3E22-508D-497D-937E-47877F713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dbdf92fa9f439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775">
            <a:extLst xmlns:a="http://schemas.openxmlformats.org/drawingml/2006/main">
              <a:ext uri="{FF2B5EF4-FFF2-40B4-BE49-F238E27FC236}">
                <a16:creationId xmlns:a16="http://schemas.microsoft.com/office/drawing/2014/main" id="{7106B30E-7CE9-4A82-A800-DEA081150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d28db12779440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1776">
            <a:extLst xmlns:a="http://schemas.openxmlformats.org/drawingml/2006/main">
              <a:ext uri="{FF2B5EF4-FFF2-40B4-BE49-F238E27FC236}">
                <a16:creationId xmlns:a16="http://schemas.microsoft.com/office/drawing/2014/main" id="{30E73A43-B856-4B94-BC96-92CAB3ECB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36314039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300">
            <a:extLst xmlns:a="http://schemas.openxmlformats.org/drawingml/2006/main">
              <a:ext uri="{FF2B5EF4-FFF2-40B4-BE49-F238E27FC236}">
                <a16:creationId xmlns:a16="http://schemas.microsoft.com/office/drawing/2014/main" id="{A7D13656-46A9-4423-AF63-BEE52FE56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REUSE WITHOUT CONTEXT BLOAT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5E55BDC-AF48-44CF-9E58-FAC162674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為什麼需要 Skill？</a:t>
            </a:r>
          </a:p>
        </p:txBody>
      </p:sp>
      <p:cxnSp>
        <p:nvCxnSpPr>
          <p:cNvPr id="20" name="shape-130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02">
            <a:extLst xmlns:a="http://schemas.openxmlformats.org/drawingml/2006/main">
              <a:ext uri="{FF2B5EF4-FFF2-40B4-BE49-F238E27FC236}">
                <a16:creationId xmlns:a16="http://schemas.microsoft.com/office/drawing/2014/main" id="{25018721-F514-485E-8D77-F31AD5F5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37F0E64-8661-49F6-8891-EFDC85E0E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1303">
            <a:extLst xmlns:a="http://schemas.openxmlformats.org/drawingml/2006/main">
              <a:ext uri="{FF2B5EF4-FFF2-40B4-BE49-F238E27FC236}">
                <a16:creationId xmlns:a16="http://schemas.microsoft.com/office/drawing/2014/main" id="{818F8E1A-EC85-43E8-B873-EE20FA647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304">
            <a:extLst xmlns:a="http://schemas.openxmlformats.org/drawingml/2006/main">
              <a:ext uri="{FF2B5EF4-FFF2-40B4-BE49-F238E27FC236}">
                <a16:creationId xmlns:a16="http://schemas.microsoft.com/office/drawing/2014/main" id="{24917A74-8B45-44AE-9802-9CE06BA5F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305">
            <a:extLst xmlns:a="http://schemas.openxmlformats.org/drawingml/2006/main">
              <a:ext uri="{FF2B5EF4-FFF2-40B4-BE49-F238E27FC236}">
                <a16:creationId xmlns:a16="http://schemas.microsoft.com/office/drawing/2014/main" id="{5374DDC3-E8FB-4A02-ADA1-2DB76F6E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每次貼長提示詞</a:t>
            </a:r>
          </a:p>
        </p:txBody>
      </p:sp>
      <p:sp>
        <p:nvSpPr>
          <p:cNvPr id="9" name="text-1306">
            <a:extLst xmlns:a="http://schemas.openxmlformats.org/drawingml/2006/main">
              <a:ext uri="{FF2B5EF4-FFF2-40B4-BE49-F238E27FC236}">
                <a16:creationId xmlns:a16="http://schemas.microsoft.com/office/drawing/2014/main" id="{C757B0A8-8FB5-43E1-B4C9-4FDAC3D92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容易漏貼規則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版本散落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範例與腳本混在對話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上下文被無關內容塞滿</a:t>
            </a:r>
          </a:p>
        </p:txBody>
      </p:sp>
      <p:sp>
        <p:nvSpPr>
          <p:cNvPr id="10" name="text-1307">
            <a:extLst xmlns:a="http://schemas.openxmlformats.org/drawingml/2006/main">
              <a:ext uri="{FF2B5EF4-FFF2-40B4-BE49-F238E27FC236}">
                <a16:creationId xmlns:a16="http://schemas.microsoft.com/office/drawing/2014/main" id="{DCBDF757-591A-4729-AEA5-1D93BF77E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按需載入 Skill</a:t>
            </a:r>
          </a:p>
        </p:txBody>
      </p:sp>
      <p:sp>
        <p:nvSpPr>
          <p:cNvPr id="11" name="text-1308">
            <a:extLst xmlns:a="http://schemas.openxmlformats.org/drawingml/2006/main">
              <a:ext uri="{FF2B5EF4-FFF2-40B4-BE49-F238E27FC236}">
                <a16:creationId xmlns:a16="http://schemas.microsoft.com/office/drawing/2014/main" id="{48BEB125-DD01-466B-A257-963B6E2C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先用名稱與描述判斷是否適用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需要時才讀完整流程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可附 references、scripts、assets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可測試、版控與共同維護</a:t>
            </a:r>
          </a:p>
        </p:txBody>
      </p:sp>
      <p:sp>
        <p:nvSpPr>
          <p:cNvPr id="12" name="text-1726">
            <a:extLst xmlns:a="http://schemas.openxmlformats.org/drawingml/2006/main">
              <a:ext uri="{FF2B5EF4-FFF2-40B4-BE49-F238E27FC236}">
                <a16:creationId xmlns:a16="http://schemas.microsoft.com/office/drawing/2014/main" id="{2CEB960B-60D1-414B-99E7-24074E14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c3bebba8d054123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03765bc40214b93"/>
              </a:rPr>
              <a:t>Codex Skills ↗</a:t>
            </a:r>
          </a:p>
        </p:txBody>
      </p:sp>
      <p:sp>
        <p:nvSpPr>
          <p:cNvPr id="13" name="shape-1777">
            <a:extLst xmlns:a="http://schemas.openxmlformats.org/drawingml/2006/main">
              <a:ext uri="{FF2B5EF4-FFF2-40B4-BE49-F238E27FC236}">
                <a16:creationId xmlns:a16="http://schemas.microsoft.com/office/drawing/2014/main" id="{DC169D3E-06FF-4A6B-B2C9-12C577546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7e9d7b9100487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5" name="text-1778">
            <a:extLst xmlns:a="http://schemas.openxmlformats.org/drawingml/2006/main">
              <a:ext uri="{FF2B5EF4-FFF2-40B4-BE49-F238E27FC236}">
                <a16:creationId xmlns:a16="http://schemas.microsoft.com/office/drawing/2014/main" id="{C26B30AD-4226-44D1-9AB5-EDD55624E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a486b49b4246f7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7" name="text-1779">
            <a:extLst xmlns:a="http://schemas.openxmlformats.org/drawingml/2006/main">
              <a:ext uri="{FF2B5EF4-FFF2-40B4-BE49-F238E27FC236}">
                <a16:creationId xmlns:a16="http://schemas.microsoft.com/office/drawing/2014/main" id="{C16DF4D3-54FD-4405-9273-FDE2B3A1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40860925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309">
            <a:extLst xmlns:a="http://schemas.openxmlformats.org/drawingml/2006/main">
              <a:ext uri="{FF2B5EF4-FFF2-40B4-BE49-F238E27FC236}">
                <a16:creationId xmlns:a16="http://schemas.microsoft.com/office/drawing/2014/main" id="{2A8C1719-706A-4128-95B2-9AB69943A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51 PROMPTS · 9 DOMAINS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BA1CE5E-8C46-4B7F-8F08-9F8E08E4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從提示詞快捷面板開始發想</a:t>
            </a:r>
          </a:p>
        </p:txBody>
      </p:sp>
      <p:cxnSp>
        <p:nvCxnSpPr>
          <p:cNvPr id="15" name="shape-131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11">
            <a:extLst xmlns:a="http://schemas.openxmlformats.org/drawingml/2006/main">
              <a:ext uri="{FF2B5EF4-FFF2-40B4-BE49-F238E27FC236}">
                <a16:creationId xmlns:a16="http://schemas.microsoft.com/office/drawing/2014/main" id="{09947B98-91D2-4294-AF90-9E75B42E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D3A9BE3-26AD-4E39-B002-B4086BB0E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b93278181c4916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312">
            <a:extLst xmlns:a="http://schemas.openxmlformats.org/drawingml/2006/main">
              <a:ext uri="{FF2B5EF4-FFF2-40B4-BE49-F238E27FC236}">
                <a16:creationId xmlns:a16="http://schemas.microsoft.com/office/drawing/2014/main" id="{F7D53289-CD2D-47FD-860A-C4F07633C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阿凱老師的提示詞快捷面板</a:t>
            </a:r>
          </a:p>
        </p:txBody>
      </p:sp>
      <p:sp>
        <p:nvSpPr>
          <p:cNvPr id="8" name="text-1313">
            <a:extLst xmlns:a="http://schemas.openxmlformats.org/drawingml/2006/main">
              <a:ext uri="{FF2B5EF4-FFF2-40B4-BE49-F238E27FC236}">
                <a16:creationId xmlns:a16="http://schemas.microsoft.com/office/drawing/2014/main" id="{243429F3-4046-4257-8B15-B523A4A3F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部署上線：Pages、Firebase、版本確認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網站設計：單檔網站、RWD、Google Sites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影音字幕：SRT、章節、短影片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圖像簡報、內容寫作、功能整合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技能文件、開發流程與常用片段</a:t>
            </a:r>
          </a:p>
        </p:txBody>
      </p:sp>
      <p:sp>
        <p:nvSpPr>
          <p:cNvPr id="9" name="text-1734">
            <a:extLst xmlns:a="http://schemas.openxmlformats.org/drawingml/2006/main">
              <a:ext uri="{FF2B5EF4-FFF2-40B4-BE49-F238E27FC236}">
                <a16:creationId xmlns:a16="http://schemas.microsoft.com/office/drawing/2014/main" id="{3C5EC7CB-76DC-4DCE-993C-5903FC5D0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5459e38a1b54c35"/>
              </a:rPr>
              <a:t>開啟提示詞面板 ↗</a:t>
            </a:r>
          </a:p>
        </p:txBody>
      </p:sp>
      <p:sp>
        <p:nvSpPr>
          <p:cNvPr id="10" name="shape-1801">
            <a:extLst xmlns:a="http://schemas.openxmlformats.org/drawingml/2006/main">
              <a:ext uri="{FF2B5EF4-FFF2-40B4-BE49-F238E27FC236}">
                <a16:creationId xmlns:a16="http://schemas.microsoft.com/office/drawing/2014/main" id="{80338C5B-15F9-4824-90AE-27324A27E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85c258d33a4980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1802">
            <a:extLst xmlns:a="http://schemas.openxmlformats.org/drawingml/2006/main">
              <a:ext uri="{FF2B5EF4-FFF2-40B4-BE49-F238E27FC236}">
                <a16:creationId xmlns:a16="http://schemas.microsoft.com/office/drawing/2014/main" id="{3B0D16F9-6C3A-4C68-B39B-41EA3FF6A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提示詞面板</a:t>
            </a:r>
          </a:p>
        </p:txBody>
      </p:sp>
    </p:spTree>
    <p:extLst>
      <p:ext uri="{BB962C8B-B14F-4D97-AF65-F5344CB8AC3E}">
        <p14:creationId xmlns:p14="http://schemas.microsoft.com/office/powerpoint/2010/main" val="164763158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314">
            <a:extLst xmlns:a="http://schemas.openxmlformats.org/drawingml/2006/main">
              <a:ext uri="{FF2B5EF4-FFF2-40B4-BE49-F238E27FC236}">
                <a16:creationId xmlns:a16="http://schemas.microsoft.com/office/drawing/2014/main" id="{7932BFB2-6B5A-4B2D-A1F1-29024D0D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PROMPT →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EB1E63D-57D2-4AB6-8CB9-ACD2DA09D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四問判斷：這個提示詞值得升級成 Skill 嗎？</a:t>
            </a:r>
          </a:p>
        </p:txBody>
      </p:sp>
      <p:cxnSp>
        <p:nvCxnSpPr>
          <p:cNvPr id="30" name="shape-131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16">
            <a:extLst xmlns:a="http://schemas.openxmlformats.org/drawingml/2006/main">
              <a:ext uri="{FF2B5EF4-FFF2-40B4-BE49-F238E27FC236}">
                <a16:creationId xmlns:a16="http://schemas.microsoft.com/office/drawing/2014/main" id="{B61D12AA-EDB5-4AD2-AC30-5E4AF004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E0ED737-A8C0-4DA8-9BB7-13E79D53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1317">
            <a:extLst xmlns:a="http://schemas.openxmlformats.org/drawingml/2006/main">
              <a:ext uri="{FF2B5EF4-FFF2-40B4-BE49-F238E27FC236}">
                <a16:creationId xmlns:a16="http://schemas.microsoft.com/office/drawing/2014/main" id="{24394843-8D2B-4332-97F3-AA62F421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318">
            <a:extLst xmlns:a="http://schemas.openxmlformats.org/drawingml/2006/main">
              <a:ext uri="{FF2B5EF4-FFF2-40B4-BE49-F238E27FC236}">
                <a16:creationId xmlns:a16="http://schemas.microsoft.com/office/drawing/2014/main" id="{368FA998-EDCD-42D7-852A-4A10CA2CD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</a:t>
            </a:r>
          </a:p>
        </p:txBody>
      </p:sp>
      <p:sp>
        <p:nvSpPr>
          <p:cNvPr id="8" name="text-1319">
            <a:extLst xmlns:a="http://schemas.openxmlformats.org/drawingml/2006/main">
              <a:ext uri="{FF2B5EF4-FFF2-40B4-BE49-F238E27FC236}">
                <a16:creationId xmlns:a16="http://schemas.microsoft.com/office/drawing/2014/main" id="{1B956210-ECFD-4AB4-995D-BD6F6EDB4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會重複嗎？</a:t>
            </a:r>
          </a:p>
        </p:txBody>
      </p:sp>
      <p:sp>
        <p:nvSpPr>
          <p:cNvPr id="9" name="text-1320">
            <a:extLst xmlns:a="http://schemas.openxmlformats.org/drawingml/2006/main">
              <a:ext uri="{FF2B5EF4-FFF2-40B4-BE49-F238E27FC236}">
                <a16:creationId xmlns:a16="http://schemas.microsoft.com/office/drawing/2014/main" id="{2AC08124-E16B-4058-B333-C7F1CF1C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一學期或一個團隊會反覆遇到，不是一次性要求。</a:t>
            </a:r>
          </a:p>
        </p:txBody>
      </p:sp>
      <p:sp>
        <p:nvSpPr>
          <p:cNvPr id="10" name="shape-1321">
            <a:extLst xmlns:a="http://schemas.openxmlformats.org/drawingml/2006/main">
              <a:ext uri="{FF2B5EF4-FFF2-40B4-BE49-F238E27FC236}">
                <a16:creationId xmlns:a16="http://schemas.microsoft.com/office/drawing/2014/main" id="{843E329C-38D5-41E7-BC91-340CD91B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322">
            <a:extLst xmlns:a="http://schemas.openxmlformats.org/drawingml/2006/main">
              <a:ext uri="{FF2B5EF4-FFF2-40B4-BE49-F238E27FC236}">
                <a16:creationId xmlns:a16="http://schemas.microsoft.com/office/drawing/2014/main" id="{861C28B5-EBA7-42FD-AD5F-F6122F736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</a:t>
            </a:r>
          </a:p>
        </p:txBody>
      </p:sp>
      <p:sp>
        <p:nvSpPr>
          <p:cNvPr id="12" name="text-1323">
            <a:extLst xmlns:a="http://schemas.openxmlformats.org/drawingml/2006/main">
              <a:ext uri="{FF2B5EF4-FFF2-40B4-BE49-F238E27FC236}">
                <a16:creationId xmlns:a16="http://schemas.microsoft.com/office/drawing/2014/main" id="{14558356-A9BB-49BE-B34C-BACF0F2BB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流程穩定嗎？</a:t>
            </a:r>
          </a:p>
        </p:txBody>
      </p:sp>
      <p:sp>
        <p:nvSpPr>
          <p:cNvPr id="13" name="text-1324">
            <a:extLst xmlns:a="http://schemas.openxmlformats.org/drawingml/2006/main">
              <a:ext uri="{FF2B5EF4-FFF2-40B4-BE49-F238E27FC236}">
                <a16:creationId xmlns:a16="http://schemas.microsoft.com/office/drawing/2014/main" id="{BC616D6D-0CC2-4A81-A7B0-6CF65778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大部分步驟、限制與輸出欄位可固定。</a:t>
            </a:r>
          </a:p>
        </p:txBody>
      </p:sp>
      <p:sp>
        <p:nvSpPr>
          <p:cNvPr id="14" name="shape-1325">
            <a:extLst xmlns:a="http://schemas.openxmlformats.org/drawingml/2006/main">
              <a:ext uri="{FF2B5EF4-FFF2-40B4-BE49-F238E27FC236}">
                <a16:creationId xmlns:a16="http://schemas.microsoft.com/office/drawing/2014/main" id="{74E3BFFD-C1A4-4F62-BDF6-E6469298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326">
            <a:extLst xmlns:a="http://schemas.openxmlformats.org/drawingml/2006/main">
              <a:ext uri="{FF2B5EF4-FFF2-40B4-BE49-F238E27FC236}">
                <a16:creationId xmlns:a16="http://schemas.microsoft.com/office/drawing/2014/main" id="{E0E65202-8F0B-416F-8291-F59606BEC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V</a:t>
            </a:r>
          </a:p>
        </p:txBody>
      </p:sp>
      <p:sp>
        <p:nvSpPr>
          <p:cNvPr id="16" name="text-1327">
            <a:extLst xmlns:a="http://schemas.openxmlformats.org/drawingml/2006/main">
              <a:ext uri="{FF2B5EF4-FFF2-40B4-BE49-F238E27FC236}">
                <a16:creationId xmlns:a16="http://schemas.microsoft.com/office/drawing/2014/main" id="{743131D9-F19B-489E-91D2-0ABE3FE47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能驗證嗎？</a:t>
            </a:r>
          </a:p>
        </p:txBody>
      </p:sp>
      <p:sp>
        <p:nvSpPr>
          <p:cNvPr id="17" name="text-1328">
            <a:extLst xmlns:a="http://schemas.openxmlformats.org/drawingml/2006/main">
              <a:ext uri="{FF2B5EF4-FFF2-40B4-BE49-F238E27FC236}">
                <a16:creationId xmlns:a16="http://schemas.microsoft.com/office/drawing/2014/main" id="{97E35C3E-4D74-4094-A29C-DDA373F2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有可檢查的完成條件，而非只憑喜好。</a:t>
            </a:r>
          </a:p>
        </p:txBody>
      </p:sp>
      <p:sp>
        <p:nvSpPr>
          <p:cNvPr id="18" name="shape-1329">
            <a:extLst xmlns:a="http://schemas.openxmlformats.org/drawingml/2006/main">
              <a:ext uri="{FF2B5EF4-FFF2-40B4-BE49-F238E27FC236}">
                <a16:creationId xmlns:a16="http://schemas.microsoft.com/office/drawing/2014/main" id="{27991B81-AF86-4436-BFC8-A9EDC9BE8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330">
            <a:extLst xmlns:a="http://schemas.openxmlformats.org/drawingml/2006/main">
              <a:ext uri="{FF2B5EF4-FFF2-40B4-BE49-F238E27FC236}">
                <a16:creationId xmlns:a16="http://schemas.microsoft.com/office/drawing/2014/main" id="{642157F5-5C74-4623-91A7-5414F702D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</a:t>
            </a:r>
          </a:p>
        </p:txBody>
      </p:sp>
      <p:sp>
        <p:nvSpPr>
          <p:cNvPr id="20" name="text-1331">
            <a:extLst xmlns:a="http://schemas.openxmlformats.org/drawingml/2006/main">
              <a:ext uri="{FF2B5EF4-FFF2-40B4-BE49-F238E27FC236}">
                <a16:creationId xmlns:a16="http://schemas.microsoft.com/office/drawing/2014/main" id="{763CB3C3-3D02-4C57-AD89-CCAED7FF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能維護嗎？</a:t>
            </a:r>
          </a:p>
        </p:txBody>
      </p:sp>
      <p:sp>
        <p:nvSpPr>
          <p:cNvPr id="21" name="text-1332">
            <a:extLst xmlns:a="http://schemas.openxmlformats.org/drawingml/2006/main">
              <a:ext uri="{FF2B5EF4-FFF2-40B4-BE49-F238E27FC236}">
                <a16:creationId xmlns:a16="http://schemas.microsoft.com/office/drawing/2014/main" id="{5044C7D6-26A6-4C9D-A202-ADF290A1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範例、規則與腳本可以更新、版控與交接。</a:t>
            </a:r>
          </a:p>
        </p:txBody>
      </p:sp>
      <p:sp>
        <p:nvSpPr>
          <p:cNvPr id="22" name="text-1727">
            <a:extLst xmlns:a="http://schemas.openxmlformats.org/drawingml/2006/main">
              <a:ext uri="{FF2B5EF4-FFF2-40B4-BE49-F238E27FC236}">
                <a16:creationId xmlns:a16="http://schemas.microsoft.com/office/drawing/2014/main" id="{6AB9A9BA-7066-4946-85BA-A1055F052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6e626b293da4064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1dd3b93a9b94852"/>
              </a:rPr>
              <a:t>Codex Skills ↗</a:t>
            </a:r>
          </a:p>
        </p:txBody>
      </p:sp>
      <p:sp>
        <p:nvSpPr>
          <p:cNvPr id="23" name="shape-1780">
            <a:extLst xmlns:a="http://schemas.openxmlformats.org/drawingml/2006/main">
              <a:ext uri="{FF2B5EF4-FFF2-40B4-BE49-F238E27FC236}">
                <a16:creationId xmlns:a16="http://schemas.microsoft.com/office/drawing/2014/main" id="{4B4A80CA-E9C3-4CAB-ABE1-56585BCD6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acf67cd65541d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781">
            <a:extLst xmlns:a="http://schemas.openxmlformats.org/drawingml/2006/main">
              <a:ext uri="{FF2B5EF4-FFF2-40B4-BE49-F238E27FC236}">
                <a16:creationId xmlns:a16="http://schemas.microsoft.com/office/drawing/2014/main" id="{ECEB8258-42A6-4BCB-AC73-FE143A362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349896f48e4bb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782">
            <a:extLst xmlns:a="http://schemas.openxmlformats.org/drawingml/2006/main">
              <a:ext uri="{FF2B5EF4-FFF2-40B4-BE49-F238E27FC236}">
                <a16:creationId xmlns:a16="http://schemas.microsoft.com/office/drawing/2014/main" id="{ED4ACBFE-421C-414E-8B37-03987464D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26454653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333">
            <a:extLst xmlns:a="http://schemas.openxmlformats.org/drawingml/2006/main">
              <a:ext uri="{FF2B5EF4-FFF2-40B4-BE49-F238E27FC236}">
                <a16:creationId xmlns:a16="http://schemas.microsoft.com/office/drawing/2014/main" id="{B87D2CBC-799E-4659-B9FE-5C5716A13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CREATIVE STARTERS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4889369-C1BE-42EB-B3F1-ECB20102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六個真實提示詞，如何升級成 Skill</a:t>
            </a:r>
          </a:p>
        </p:txBody>
      </p:sp>
      <p:cxnSp>
        <p:nvCxnSpPr>
          <p:cNvPr id="38" name="shape-133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35">
            <a:extLst xmlns:a="http://schemas.openxmlformats.org/drawingml/2006/main">
              <a:ext uri="{FF2B5EF4-FFF2-40B4-BE49-F238E27FC236}">
                <a16:creationId xmlns:a16="http://schemas.microsoft.com/office/drawing/2014/main" id="{E3AA8B14-104E-40EF-80D2-D44C379C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0797497-E683-4403-B1CF-F12BC5EF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1336">
            <a:extLst xmlns:a="http://schemas.openxmlformats.org/drawingml/2006/main">
              <a:ext uri="{FF2B5EF4-FFF2-40B4-BE49-F238E27FC236}">
                <a16:creationId xmlns:a16="http://schemas.microsoft.com/office/drawing/2014/main" id="{49D05D18-D741-4FE5-A3D3-E862D088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337">
            <a:extLst xmlns:a="http://schemas.openxmlformats.org/drawingml/2006/main">
              <a:ext uri="{FF2B5EF4-FFF2-40B4-BE49-F238E27FC236}">
                <a16:creationId xmlns:a16="http://schemas.microsoft.com/office/drawing/2014/main" id="{335DDF49-38B3-4584-8729-25325531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WEB</a:t>
            </a:r>
          </a:p>
        </p:txBody>
      </p:sp>
      <p:sp>
        <p:nvSpPr>
          <p:cNvPr id="8" name="text-1338">
            <a:extLst xmlns:a="http://schemas.openxmlformats.org/drawingml/2006/main">
              <a:ext uri="{FF2B5EF4-FFF2-40B4-BE49-F238E27FC236}">
                <a16:creationId xmlns:a16="http://schemas.microsoft.com/office/drawing/2014/main" id="{9490C9E9-7B06-45AB-8817-0909B6346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/onepage</a:t>
            </a:r>
          </a:p>
        </p:txBody>
      </p:sp>
      <p:sp>
        <p:nvSpPr>
          <p:cNvPr id="9" name="text-1339">
            <a:extLst xmlns:a="http://schemas.openxmlformats.org/drawingml/2006/main">
              <a:ext uri="{FF2B5EF4-FFF2-40B4-BE49-F238E27FC236}">
                <a16:creationId xmlns:a16="http://schemas.microsoft.com/office/drawing/2014/main" id="{3ABA6358-43B0-4658-B5B9-0C816BC99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單檔互動網站 → 課程資源頁產製＋RWD＋連結檢查。</a:t>
            </a:r>
          </a:p>
        </p:txBody>
      </p:sp>
      <p:sp>
        <p:nvSpPr>
          <p:cNvPr id="10" name="shape-1340">
            <a:extLst xmlns:a="http://schemas.openxmlformats.org/drawingml/2006/main">
              <a:ext uri="{FF2B5EF4-FFF2-40B4-BE49-F238E27FC236}">
                <a16:creationId xmlns:a16="http://schemas.microsoft.com/office/drawing/2014/main" id="{6455C273-EFF5-413D-9971-CF72D754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341">
            <a:extLst xmlns:a="http://schemas.openxmlformats.org/drawingml/2006/main">
              <a:ext uri="{FF2B5EF4-FFF2-40B4-BE49-F238E27FC236}">
                <a16:creationId xmlns:a16="http://schemas.microsoft.com/office/drawing/2014/main" id="{F6259BC6-B470-4587-A553-98A3084AE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PPT</a:t>
            </a:r>
          </a:p>
        </p:txBody>
      </p:sp>
      <p:sp>
        <p:nvSpPr>
          <p:cNvPr id="12" name="text-1342">
            <a:extLst xmlns:a="http://schemas.openxmlformats.org/drawingml/2006/main">
              <a:ext uri="{FF2B5EF4-FFF2-40B4-BE49-F238E27FC236}">
                <a16:creationId xmlns:a16="http://schemas.microsoft.com/office/drawing/2014/main" id="{DF1EA990-14C7-4CF7-8AFD-AD72BD16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/ppt</a:t>
            </a:r>
          </a:p>
        </p:txBody>
      </p:sp>
      <p:sp>
        <p:nvSpPr>
          <p:cNvPr id="13" name="text-1343">
            <a:extLst xmlns:a="http://schemas.openxmlformats.org/drawingml/2006/main">
              <a:ext uri="{FF2B5EF4-FFF2-40B4-BE49-F238E27FC236}">
                <a16:creationId xmlns:a16="http://schemas.microsoft.com/office/drawing/2014/main" id="{11A25B6C-5785-43F9-9A76-2889D72FB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溫馨簡報 → 來源整理＋頁面結構＋逐頁渲染檢核。</a:t>
            </a:r>
          </a:p>
        </p:txBody>
      </p:sp>
      <p:sp>
        <p:nvSpPr>
          <p:cNvPr id="14" name="shape-1344">
            <a:extLst xmlns:a="http://schemas.openxmlformats.org/drawingml/2006/main">
              <a:ext uri="{FF2B5EF4-FFF2-40B4-BE49-F238E27FC236}">
                <a16:creationId xmlns:a16="http://schemas.microsoft.com/office/drawing/2014/main" id="{35F24FED-4EA8-4300-82A2-FE858D794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345">
            <a:extLst xmlns:a="http://schemas.openxmlformats.org/drawingml/2006/main">
              <a:ext uri="{FF2B5EF4-FFF2-40B4-BE49-F238E27FC236}">
                <a16:creationId xmlns:a16="http://schemas.microsoft.com/office/drawing/2014/main" id="{7B9EA765-C272-41FE-9624-DE53E568C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SRT</a:t>
            </a:r>
          </a:p>
        </p:txBody>
      </p:sp>
      <p:sp>
        <p:nvSpPr>
          <p:cNvPr id="16" name="text-1346">
            <a:extLst xmlns:a="http://schemas.openxmlformats.org/drawingml/2006/main">
              <a:ext uri="{FF2B5EF4-FFF2-40B4-BE49-F238E27FC236}">
                <a16:creationId xmlns:a16="http://schemas.microsoft.com/office/drawing/2014/main" id="{0EB2BC98-6544-48E2-AFAC-C7830F9E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/srt</a:t>
            </a:r>
          </a:p>
        </p:txBody>
      </p:sp>
      <p:sp>
        <p:nvSpPr>
          <p:cNvPr id="17" name="text-1347">
            <a:extLst xmlns:a="http://schemas.openxmlformats.org/drawingml/2006/main">
              <a:ext uri="{FF2B5EF4-FFF2-40B4-BE49-F238E27FC236}">
                <a16:creationId xmlns:a16="http://schemas.microsoft.com/office/drawing/2014/main" id="{B9A57A5E-EFBE-496E-9B45-9D26EB889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SRT 字幕 → 語音轉錄＋專名校正＋空白切斷＋格式測試。</a:t>
            </a:r>
          </a:p>
        </p:txBody>
      </p:sp>
      <p:sp>
        <p:nvSpPr>
          <p:cNvPr id="18" name="shape-1348">
            <a:extLst xmlns:a="http://schemas.openxmlformats.org/drawingml/2006/main">
              <a:ext uri="{FF2B5EF4-FFF2-40B4-BE49-F238E27FC236}">
                <a16:creationId xmlns:a16="http://schemas.microsoft.com/office/drawing/2014/main" id="{6EA4CBA6-0B95-496D-8F0D-C064F5F48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349">
            <a:extLst xmlns:a="http://schemas.openxmlformats.org/drawingml/2006/main">
              <a:ext uri="{FF2B5EF4-FFF2-40B4-BE49-F238E27FC236}">
                <a16:creationId xmlns:a16="http://schemas.microsoft.com/office/drawing/2014/main" id="{0E24E6B2-67AB-4205-8AF8-485C9B84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QA</a:t>
            </a:r>
          </a:p>
        </p:txBody>
      </p:sp>
      <p:sp>
        <p:nvSpPr>
          <p:cNvPr id="20" name="text-1350">
            <a:extLst xmlns:a="http://schemas.openxmlformats.org/drawingml/2006/main">
              <a:ext uri="{FF2B5EF4-FFF2-40B4-BE49-F238E27FC236}">
                <a16:creationId xmlns:a16="http://schemas.microsoft.com/office/drawing/2014/main" id="{0655656D-4093-4E09-B16F-6AF324B64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/audit</a:t>
            </a:r>
          </a:p>
        </p:txBody>
      </p:sp>
      <p:sp>
        <p:nvSpPr>
          <p:cNvPr id="21" name="text-1351">
            <a:extLst xmlns:a="http://schemas.openxmlformats.org/drawingml/2006/main">
              <a:ext uri="{FF2B5EF4-FFF2-40B4-BE49-F238E27FC236}">
                <a16:creationId xmlns:a16="http://schemas.microsoft.com/office/drawing/2014/main" id="{4B639C7C-33A2-4ACF-8139-F35829C1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資料夾總檢 → 唯讀盤點＋風險分類＋移植建議＋交接文件。</a:t>
            </a:r>
          </a:p>
        </p:txBody>
      </p:sp>
      <p:sp>
        <p:nvSpPr>
          <p:cNvPr id="22" name="shape-1352">
            <a:extLst xmlns:a="http://schemas.openxmlformats.org/drawingml/2006/main">
              <a:ext uri="{FF2B5EF4-FFF2-40B4-BE49-F238E27FC236}">
                <a16:creationId xmlns:a16="http://schemas.microsoft.com/office/drawing/2014/main" id="{2AA30C24-3233-4D84-8D2C-09716F4F8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353">
            <a:extLst xmlns:a="http://schemas.openxmlformats.org/drawingml/2006/main">
              <a:ext uri="{FF2B5EF4-FFF2-40B4-BE49-F238E27FC236}">
                <a16:creationId xmlns:a16="http://schemas.microsoft.com/office/drawing/2014/main" id="{C41AA1EE-0378-4969-A530-4BA5A9A2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DEP</a:t>
            </a:r>
          </a:p>
        </p:txBody>
      </p:sp>
      <p:sp>
        <p:nvSpPr>
          <p:cNvPr id="24" name="text-1354">
            <a:extLst xmlns:a="http://schemas.openxmlformats.org/drawingml/2006/main">
              <a:ext uri="{FF2B5EF4-FFF2-40B4-BE49-F238E27FC236}">
                <a16:creationId xmlns:a16="http://schemas.microsoft.com/office/drawing/2014/main" id="{3E107D10-21AD-419F-9FA8-55AD0D12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/pages</a:t>
            </a:r>
          </a:p>
        </p:txBody>
      </p:sp>
      <p:sp>
        <p:nvSpPr>
          <p:cNvPr id="25" name="text-1355">
            <a:extLst xmlns:a="http://schemas.openxmlformats.org/drawingml/2006/main">
              <a:ext uri="{FF2B5EF4-FFF2-40B4-BE49-F238E27FC236}">
                <a16:creationId xmlns:a16="http://schemas.microsoft.com/office/drawing/2014/main" id="{CD07811F-D6C7-4574-988A-3FDC7B0D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GitHub Pages → 建置設定＋部署＋公開網址驗證。</a:t>
            </a:r>
          </a:p>
        </p:txBody>
      </p:sp>
      <p:sp>
        <p:nvSpPr>
          <p:cNvPr id="26" name="shape-1356">
            <a:extLst xmlns:a="http://schemas.openxmlformats.org/drawingml/2006/main">
              <a:ext uri="{FF2B5EF4-FFF2-40B4-BE49-F238E27FC236}">
                <a16:creationId xmlns:a16="http://schemas.microsoft.com/office/drawing/2014/main" id="{76B3FE6F-1048-4B7C-AB4F-7164A1389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357">
            <a:extLst xmlns:a="http://schemas.openxmlformats.org/drawingml/2006/main">
              <a:ext uri="{FF2B5EF4-FFF2-40B4-BE49-F238E27FC236}">
                <a16:creationId xmlns:a16="http://schemas.microsoft.com/office/drawing/2014/main" id="{A85250F8-8D23-47FD-A191-0C0BF573C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7D4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META</a:t>
            </a:r>
          </a:p>
        </p:txBody>
      </p:sp>
      <p:sp>
        <p:nvSpPr>
          <p:cNvPr id="28" name="text-1358">
            <a:extLst xmlns:a="http://schemas.openxmlformats.org/drawingml/2006/main">
              <a:ext uri="{FF2B5EF4-FFF2-40B4-BE49-F238E27FC236}">
                <a16:creationId xmlns:a16="http://schemas.microsoft.com/office/drawing/2014/main" id="{96E61695-1CB9-4F24-AA46-18ED11F4C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/skill</a:t>
            </a:r>
          </a:p>
        </p:txBody>
      </p:sp>
      <p:sp>
        <p:nvSpPr>
          <p:cNvPr id="29" name="text-1359">
            <a:extLst xmlns:a="http://schemas.openxmlformats.org/drawingml/2006/main">
              <a:ext uri="{FF2B5EF4-FFF2-40B4-BE49-F238E27FC236}">
                <a16:creationId xmlns:a16="http://schemas.microsoft.com/office/drawing/2014/main" id="{A4CED0B4-9AA4-478A-B15D-97A422A9C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成功案例 → 根因、步驟、觸發條件與回歸測試的知識保存。</a:t>
            </a:r>
          </a:p>
        </p:txBody>
      </p:sp>
      <p:sp>
        <p:nvSpPr>
          <p:cNvPr id="30" name="text-1728">
            <a:extLst xmlns:a="http://schemas.openxmlformats.org/drawingml/2006/main">
              <a:ext uri="{FF2B5EF4-FFF2-40B4-BE49-F238E27FC236}">
                <a16:creationId xmlns:a16="http://schemas.microsoft.com/office/drawing/2014/main" id="{E7EF90C6-FE7C-48F7-96C8-873943228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bfde8c3945a4200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c1109ae7b6b4b33"/>
              </a:rPr>
              <a:t>Codex Skills ↗</a:t>
            </a:r>
          </a:p>
        </p:txBody>
      </p:sp>
      <p:sp>
        <p:nvSpPr>
          <p:cNvPr id="31" name="shape-1783">
            <a:extLst xmlns:a="http://schemas.openxmlformats.org/drawingml/2006/main">
              <a:ext uri="{FF2B5EF4-FFF2-40B4-BE49-F238E27FC236}">
                <a16:creationId xmlns:a16="http://schemas.microsoft.com/office/drawing/2014/main" id="{B2C7E245-DCE6-4AE2-BF72-50F1451CD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8a05a942034f0e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784">
            <a:extLst xmlns:a="http://schemas.openxmlformats.org/drawingml/2006/main">
              <a:ext uri="{FF2B5EF4-FFF2-40B4-BE49-F238E27FC236}">
                <a16:creationId xmlns:a16="http://schemas.microsoft.com/office/drawing/2014/main" id="{DB217A26-BF3D-453D-A455-F687807D9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f7577a41584201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785">
            <a:extLst xmlns:a="http://schemas.openxmlformats.org/drawingml/2006/main">
              <a:ext uri="{FF2B5EF4-FFF2-40B4-BE49-F238E27FC236}">
                <a16:creationId xmlns:a16="http://schemas.microsoft.com/office/drawing/2014/main" id="{7032CF1E-7C46-4A65-B211-8BAD9BFB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86904627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360">
            <a:extLst xmlns:a="http://schemas.openxmlformats.org/drawingml/2006/main">
              <a:ext uri="{FF2B5EF4-FFF2-40B4-BE49-F238E27FC236}">
                <a16:creationId xmlns:a16="http://schemas.microsoft.com/office/drawing/2014/main" id="{F9D6B1EF-23DC-4AAA-B8D5-266B0FFF0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FOLDER ANATOMY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6B28A1A-481B-4402-B988-CFC4C2E4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 資料夾：主文保持短，細節分層放</a:t>
            </a:r>
          </a:p>
        </p:txBody>
      </p:sp>
      <p:cxnSp>
        <p:nvCxnSpPr>
          <p:cNvPr id="38" name="shape-13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62">
            <a:extLst xmlns:a="http://schemas.openxmlformats.org/drawingml/2006/main">
              <a:ext uri="{FF2B5EF4-FFF2-40B4-BE49-F238E27FC236}">
                <a16:creationId xmlns:a16="http://schemas.microsoft.com/office/drawing/2014/main" id="{D163EE56-F696-41CA-B3D7-4FE1E985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292B75B-FEB0-4E99-9638-300980CB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shape-1363">
            <a:extLst xmlns:a="http://schemas.openxmlformats.org/drawingml/2006/main">
              <a:ext uri="{FF2B5EF4-FFF2-40B4-BE49-F238E27FC236}">
                <a16:creationId xmlns:a16="http://schemas.microsoft.com/office/drawing/2014/main" id="{A195BA2D-05D3-436E-B225-8314A69A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364">
            <a:extLst xmlns:a="http://schemas.openxmlformats.org/drawingml/2006/main">
              <a:ext uri="{FF2B5EF4-FFF2-40B4-BE49-F238E27FC236}">
                <a16:creationId xmlns:a16="http://schemas.microsoft.com/office/drawing/2014/main" id="{E8E74213-8624-4494-A011-28A10FD5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365">
            <a:extLst xmlns:a="http://schemas.openxmlformats.org/drawingml/2006/main">
              <a:ext uri="{FF2B5EF4-FFF2-40B4-BE49-F238E27FC236}">
                <a16:creationId xmlns:a16="http://schemas.microsoft.com/office/drawing/2014/main" id="{6A14CEF8-A7D1-4A32-A8A1-A613CA9C7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366">
            <a:extLst xmlns:a="http://schemas.openxmlformats.org/drawingml/2006/main">
              <a:ext uri="{FF2B5EF4-FFF2-40B4-BE49-F238E27FC236}">
                <a16:creationId xmlns:a16="http://schemas.microsoft.com/office/drawing/2014/main" id="{AD4D72E1-A5B1-45BD-BD44-317EFEBB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10" name="text-1367">
            <a:extLst xmlns:a="http://schemas.openxmlformats.org/drawingml/2006/main">
              <a:ext uri="{FF2B5EF4-FFF2-40B4-BE49-F238E27FC236}">
                <a16:creationId xmlns:a16="http://schemas.microsoft.com/office/drawing/2014/main" id="{9162E12E-1256-4A19-9C7A-A216514F2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名稱、描述、核心流程</a:t>
            </a:r>
          </a:p>
        </p:txBody>
      </p:sp>
      <p:sp>
        <p:nvSpPr>
          <p:cNvPr id="11" name="text-1368">
            <a:extLst xmlns:a="http://schemas.openxmlformats.org/drawingml/2006/main">
              <a:ext uri="{FF2B5EF4-FFF2-40B4-BE49-F238E27FC236}">
                <a16:creationId xmlns:a16="http://schemas.microsoft.com/office/drawing/2014/main" id="{102DA42C-5D75-4597-84CA-33B0F7B92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369">
            <a:extLst xmlns:a="http://schemas.openxmlformats.org/drawingml/2006/main">
              <a:ext uri="{FF2B5EF4-FFF2-40B4-BE49-F238E27FC236}">
                <a16:creationId xmlns:a16="http://schemas.microsoft.com/office/drawing/2014/main" id="{C94BDA20-BCF2-4528-BBB9-C23C9CFB7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370">
            <a:extLst xmlns:a="http://schemas.openxmlformats.org/drawingml/2006/main">
              <a:ext uri="{FF2B5EF4-FFF2-40B4-BE49-F238E27FC236}">
                <a16:creationId xmlns:a16="http://schemas.microsoft.com/office/drawing/2014/main" id="{7782C96D-0DD9-46ED-AE69-DBA78F5ED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371">
            <a:extLst xmlns:a="http://schemas.openxmlformats.org/drawingml/2006/main">
              <a:ext uri="{FF2B5EF4-FFF2-40B4-BE49-F238E27FC236}">
                <a16:creationId xmlns:a16="http://schemas.microsoft.com/office/drawing/2014/main" id="{DA0A803F-436B-4573-836F-F4F027562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372">
            <a:extLst xmlns:a="http://schemas.openxmlformats.org/drawingml/2006/main">
              <a:ext uri="{FF2B5EF4-FFF2-40B4-BE49-F238E27FC236}">
                <a16:creationId xmlns:a16="http://schemas.microsoft.com/office/drawing/2014/main" id="{7F3DA044-74C8-4E48-8741-76DE56458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references/</a:t>
            </a:r>
          </a:p>
        </p:txBody>
      </p:sp>
      <p:sp>
        <p:nvSpPr>
          <p:cNvPr id="16" name="text-1373">
            <a:extLst xmlns:a="http://schemas.openxmlformats.org/drawingml/2006/main">
              <a:ext uri="{FF2B5EF4-FFF2-40B4-BE49-F238E27FC236}">
                <a16:creationId xmlns:a16="http://schemas.microsoft.com/office/drawing/2014/main" id="{ED39B916-5637-4CDF-8C6C-A956B7B38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規範、知識、長篇範例</a:t>
            </a:r>
          </a:p>
        </p:txBody>
      </p:sp>
      <p:sp>
        <p:nvSpPr>
          <p:cNvPr id="17" name="text-1374">
            <a:extLst xmlns:a="http://schemas.openxmlformats.org/drawingml/2006/main">
              <a:ext uri="{FF2B5EF4-FFF2-40B4-BE49-F238E27FC236}">
                <a16:creationId xmlns:a16="http://schemas.microsoft.com/office/drawing/2014/main" id="{BA2A09C9-55FB-49F6-92E1-F38D8C739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375">
            <a:extLst xmlns:a="http://schemas.openxmlformats.org/drawingml/2006/main">
              <a:ext uri="{FF2B5EF4-FFF2-40B4-BE49-F238E27FC236}">
                <a16:creationId xmlns:a16="http://schemas.microsoft.com/office/drawing/2014/main" id="{F924F7E3-7BE4-4F4B-9562-816E63A4A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376">
            <a:extLst xmlns:a="http://schemas.openxmlformats.org/drawingml/2006/main">
              <a:ext uri="{FF2B5EF4-FFF2-40B4-BE49-F238E27FC236}">
                <a16:creationId xmlns:a16="http://schemas.microsoft.com/office/drawing/2014/main" id="{8532505D-0B93-47F4-BCD1-CD504FF3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377">
            <a:extLst xmlns:a="http://schemas.openxmlformats.org/drawingml/2006/main">
              <a:ext uri="{FF2B5EF4-FFF2-40B4-BE49-F238E27FC236}">
                <a16:creationId xmlns:a16="http://schemas.microsoft.com/office/drawing/2014/main" id="{0B7FD47D-278A-4028-9CC7-E3860193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378">
            <a:extLst xmlns:a="http://schemas.openxmlformats.org/drawingml/2006/main">
              <a:ext uri="{FF2B5EF4-FFF2-40B4-BE49-F238E27FC236}">
                <a16:creationId xmlns:a16="http://schemas.microsoft.com/office/drawing/2014/main" id="{D65A19FF-076A-44BF-9E3D-71243386E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scripts/</a:t>
            </a:r>
          </a:p>
        </p:txBody>
      </p:sp>
      <p:sp>
        <p:nvSpPr>
          <p:cNvPr id="22" name="text-1379">
            <a:extLst xmlns:a="http://schemas.openxmlformats.org/drawingml/2006/main">
              <a:ext uri="{FF2B5EF4-FFF2-40B4-BE49-F238E27FC236}">
                <a16:creationId xmlns:a16="http://schemas.microsoft.com/office/drawing/2014/main" id="{0F45E1C6-811F-4575-827A-74DDCCFD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可重複執行的檢查與轉換</a:t>
            </a:r>
          </a:p>
        </p:txBody>
      </p:sp>
      <p:sp>
        <p:nvSpPr>
          <p:cNvPr id="23" name="text-1380">
            <a:extLst xmlns:a="http://schemas.openxmlformats.org/drawingml/2006/main">
              <a:ext uri="{FF2B5EF4-FFF2-40B4-BE49-F238E27FC236}">
                <a16:creationId xmlns:a16="http://schemas.microsoft.com/office/drawing/2014/main" id="{6B1401DA-E007-4D5F-8FCA-3F091C6F8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381">
            <a:extLst xmlns:a="http://schemas.openxmlformats.org/drawingml/2006/main">
              <a:ext uri="{FF2B5EF4-FFF2-40B4-BE49-F238E27FC236}">
                <a16:creationId xmlns:a16="http://schemas.microsoft.com/office/drawing/2014/main" id="{61109804-6555-416A-AEF6-89929E30D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382">
            <a:extLst xmlns:a="http://schemas.openxmlformats.org/drawingml/2006/main">
              <a:ext uri="{FF2B5EF4-FFF2-40B4-BE49-F238E27FC236}">
                <a16:creationId xmlns:a16="http://schemas.microsoft.com/office/drawing/2014/main" id="{4649836F-AD42-474F-B16F-6B35D98E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383">
            <a:extLst xmlns:a="http://schemas.openxmlformats.org/drawingml/2006/main">
              <a:ext uri="{FF2B5EF4-FFF2-40B4-BE49-F238E27FC236}">
                <a16:creationId xmlns:a16="http://schemas.microsoft.com/office/drawing/2014/main" id="{F24B2D84-C56B-47CF-A728-4161AA9BA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384">
            <a:extLst xmlns:a="http://schemas.openxmlformats.org/drawingml/2006/main">
              <a:ext uri="{FF2B5EF4-FFF2-40B4-BE49-F238E27FC236}">
                <a16:creationId xmlns:a16="http://schemas.microsoft.com/office/drawing/2014/main" id="{C37A37EC-E532-4DD8-8F44-805320637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assets/</a:t>
            </a:r>
          </a:p>
        </p:txBody>
      </p:sp>
      <p:sp>
        <p:nvSpPr>
          <p:cNvPr id="28" name="text-1385">
            <a:extLst xmlns:a="http://schemas.openxmlformats.org/drawingml/2006/main">
              <a:ext uri="{FF2B5EF4-FFF2-40B4-BE49-F238E27FC236}">
                <a16:creationId xmlns:a16="http://schemas.microsoft.com/office/drawing/2014/main" id="{CA4873DB-7976-4C82-AFD5-B8D7B14D3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範本、圖片、輸出骨架</a:t>
            </a:r>
          </a:p>
        </p:txBody>
      </p:sp>
      <p:sp>
        <p:nvSpPr>
          <p:cNvPr id="29" name="text-1386">
            <a:extLst xmlns:a="http://schemas.openxmlformats.org/drawingml/2006/main">
              <a:ext uri="{FF2B5EF4-FFF2-40B4-BE49-F238E27FC236}">
                <a16:creationId xmlns:a16="http://schemas.microsoft.com/office/drawing/2014/main" id="{41FCDC25-B188-4BD6-A6AE-F7E9791BB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1729">
            <a:extLst xmlns:a="http://schemas.openxmlformats.org/drawingml/2006/main">
              <a:ext uri="{FF2B5EF4-FFF2-40B4-BE49-F238E27FC236}">
                <a16:creationId xmlns:a16="http://schemas.microsoft.com/office/drawing/2014/main" id="{F790C4F3-E9B0-423D-8C66-B23FE5C44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8761fd559cd480a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cab1fc1490540a9"/>
              </a:rPr>
              <a:t>Codex Skills ↗</a:t>
            </a:r>
          </a:p>
        </p:txBody>
      </p:sp>
      <p:sp>
        <p:nvSpPr>
          <p:cNvPr id="31" name="shape-1786">
            <a:extLst xmlns:a="http://schemas.openxmlformats.org/drawingml/2006/main">
              <a:ext uri="{FF2B5EF4-FFF2-40B4-BE49-F238E27FC236}">
                <a16:creationId xmlns:a16="http://schemas.microsoft.com/office/drawing/2014/main" id="{9882E8F5-DA8C-4A18-996F-AE097661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a47c3f2772453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787">
            <a:extLst xmlns:a="http://schemas.openxmlformats.org/drawingml/2006/main">
              <a:ext uri="{FF2B5EF4-FFF2-40B4-BE49-F238E27FC236}">
                <a16:creationId xmlns:a16="http://schemas.microsoft.com/office/drawing/2014/main" id="{43B5F76E-C5E3-4E36-BE2A-BD9133B62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f5b1703b4547a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788">
            <a:extLst xmlns:a="http://schemas.openxmlformats.org/drawingml/2006/main">
              <a:ext uri="{FF2B5EF4-FFF2-40B4-BE49-F238E27FC236}">
                <a16:creationId xmlns:a16="http://schemas.microsoft.com/office/drawing/2014/main" id="{3C1866CE-AF46-49AE-BAFE-57111544A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5326227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1387">
            <a:extLst xmlns:a="http://schemas.openxmlformats.org/drawingml/2006/main">
              <a:ext uri="{FF2B5EF4-FFF2-40B4-BE49-F238E27FC236}">
                <a16:creationId xmlns:a16="http://schemas.microsoft.com/office/drawing/2014/main" id="{2F7C4812-E726-4E4D-A7FE-06B2428DE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FB14C65-675C-4B53-9264-BC0278AF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跨平台 SKILL.md：最小而清楚</a:t>
            </a:r>
          </a:p>
        </p:txBody>
      </p:sp>
      <p:cxnSp>
        <p:nvCxnSpPr>
          <p:cNvPr id="21" name="shape-138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89">
            <a:extLst xmlns:a="http://schemas.openxmlformats.org/drawingml/2006/main">
              <a:ext uri="{FF2B5EF4-FFF2-40B4-BE49-F238E27FC236}">
                <a16:creationId xmlns:a16="http://schemas.microsoft.com/office/drawing/2014/main" id="{9BEFA43E-8247-4AAE-B847-154FCDE45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BBAD7FE-0E3B-454B-957A-690E9936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text-1390">
            <a:extLst xmlns:a="http://schemas.openxmlformats.org/drawingml/2006/main">
              <a:ext uri="{FF2B5EF4-FFF2-40B4-BE49-F238E27FC236}">
                <a16:creationId xmlns:a16="http://schemas.microsoft.com/office/drawing/2014/main" id="{D100D0CE-367E-4133-BFFF-576ED866D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50B1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name: course-site-quality-check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description: 檢查課程網站的手機版、無障礙、連結與部署狀態；當使用者要求網站上線前總檢時使用。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# 課程網站上線前總檢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先唯讀檢查現況，不直接發布。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依序檢查手機版、鍵盤操作、連結與隱私。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對每項標示：通過／失敗／未確認。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只有在使用者明確授權後才部署。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5. 交付檢查表、證據與下一步。</a:t>
            </a:r>
          </a:p>
        </p:txBody>
      </p:sp>
      <p:sp>
        <p:nvSpPr>
          <p:cNvPr id="7" name="text-1391">
            <a:extLst xmlns:a="http://schemas.openxmlformats.org/drawingml/2006/main">
              <a:ext uri="{FF2B5EF4-FFF2-40B4-BE49-F238E27FC236}">
                <a16:creationId xmlns:a16="http://schemas.microsoft.com/office/drawing/2014/main" id="{E84D7538-7649-41A5-A6C5-91E6B8EE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Frontmatter</a:t>
            </a:r>
          </a:p>
        </p:txBody>
      </p:sp>
      <p:sp>
        <p:nvSpPr>
          <p:cNvPr id="8" name="text-1392">
            <a:extLst xmlns:a="http://schemas.openxmlformats.org/drawingml/2006/main">
              <a:ext uri="{FF2B5EF4-FFF2-40B4-BE49-F238E27FC236}">
                <a16:creationId xmlns:a16="http://schemas.microsoft.com/office/drawing/2014/main" id="{44EC9B42-7727-419F-8D1C-9446A2BB6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為跨 Antigravity 與 Codex 使用，只保留 name、description。</a:t>
            </a:r>
          </a:p>
        </p:txBody>
      </p:sp>
      <p:sp>
        <p:nvSpPr>
          <p:cNvPr id="9" name="text-1393">
            <a:extLst xmlns:a="http://schemas.openxmlformats.org/drawingml/2006/main">
              <a:ext uri="{FF2B5EF4-FFF2-40B4-BE49-F238E27FC236}">
                <a16:creationId xmlns:a16="http://schemas.microsoft.com/office/drawing/2014/main" id="{DE5C4F32-5766-481B-ADC1-003111A1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描述要能觸發</a:t>
            </a:r>
          </a:p>
        </p:txBody>
      </p:sp>
      <p:sp>
        <p:nvSpPr>
          <p:cNvPr id="10" name="text-1394">
            <a:extLst xmlns:a="http://schemas.openxmlformats.org/drawingml/2006/main">
              <a:ext uri="{FF2B5EF4-FFF2-40B4-BE49-F238E27FC236}">
                <a16:creationId xmlns:a16="http://schemas.microsoft.com/office/drawing/2014/main" id="{4C36AC8F-8D57-4C14-A795-9853764CD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寫清楚何時使用，以及它解決什麼工作。</a:t>
            </a:r>
          </a:p>
        </p:txBody>
      </p:sp>
      <p:sp>
        <p:nvSpPr>
          <p:cNvPr id="11" name="text-1395">
            <a:extLst xmlns:a="http://schemas.openxmlformats.org/drawingml/2006/main">
              <a:ext uri="{FF2B5EF4-FFF2-40B4-BE49-F238E27FC236}">
                <a16:creationId xmlns:a16="http://schemas.microsoft.com/office/drawing/2014/main" id="{EEE7FD5D-378C-455E-AA97-C8A6C0CF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流程要能驗收</a:t>
            </a:r>
          </a:p>
        </p:txBody>
      </p:sp>
      <p:sp>
        <p:nvSpPr>
          <p:cNvPr id="12" name="text-1396">
            <a:extLst xmlns:a="http://schemas.openxmlformats.org/drawingml/2006/main">
              <a:ext uri="{FF2B5EF4-FFF2-40B4-BE49-F238E27FC236}">
                <a16:creationId xmlns:a16="http://schemas.microsoft.com/office/drawing/2014/main" id="{F447C67A-C6B4-4771-BFE2-DA557D7FB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步驟、狀態與授權邊界都可檢查。</a:t>
            </a:r>
          </a:p>
        </p:txBody>
      </p:sp>
      <p:sp>
        <p:nvSpPr>
          <p:cNvPr id="13" name="text-1730">
            <a:extLst xmlns:a="http://schemas.openxmlformats.org/drawingml/2006/main">
              <a:ext uri="{FF2B5EF4-FFF2-40B4-BE49-F238E27FC236}">
                <a16:creationId xmlns:a16="http://schemas.microsoft.com/office/drawing/2014/main" id="{6FE4DC3A-DFC2-4153-94CB-BFA9E6304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754c2881cfb4186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a1f234bee78401d"/>
              </a:rPr>
              <a:t>Codex Skills ↗</a:t>
            </a:r>
          </a:p>
        </p:txBody>
      </p:sp>
      <p:sp>
        <p:nvSpPr>
          <p:cNvPr id="14" name="shape-1789">
            <a:extLst xmlns:a="http://schemas.openxmlformats.org/drawingml/2006/main">
              <a:ext uri="{FF2B5EF4-FFF2-40B4-BE49-F238E27FC236}">
                <a16:creationId xmlns:a16="http://schemas.microsoft.com/office/drawing/2014/main" id="{DDB41DEA-3D2F-4002-86AE-5B11CC19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d65a9f888b487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6" name="text-1790">
            <a:extLst xmlns:a="http://schemas.openxmlformats.org/drawingml/2006/main">
              <a:ext uri="{FF2B5EF4-FFF2-40B4-BE49-F238E27FC236}">
                <a16:creationId xmlns:a16="http://schemas.microsoft.com/office/drawing/2014/main" id="{26592657-8A44-4D6D-86E7-FA5AD6CED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e996520233400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8" name="text-1791">
            <a:extLst xmlns:a="http://schemas.openxmlformats.org/drawingml/2006/main">
              <a:ext uri="{FF2B5EF4-FFF2-40B4-BE49-F238E27FC236}">
                <a16:creationId xmlns:a16="http://schemas.microsoft.com/office/drawing/2014/main" id="{60639A4E-367A-4EDC-8EA7-B15C5158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44714174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text-1397">
            <a:extLst xmlns:a="http://schemas.openxmlformats.org/drawingml/2006/main">
              <a:ext uri="{FF2B5EF4-FFF2-40B4-BE49-F238E27FC236}">
                <a16:creationId xmlns:a16="http://schemas.microsoft.com/office/drawing/2014/main" id="{029AA1E2-A4E4-4859-B875-61E7B1B40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PROGRESSIVE DISCLOSURE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DAD6ADF-03B6-4B04-9FC8-60AF58F5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漸進式揭露：Agent 需要時才讀細節</a:t>
            </a:r>
          </a:p>
        </p:txBody>
      </p:sp>
      <p:cxnSp>
        <p:nvCxnSpPr>
          <p:cNvPr id="34" name="shape-139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99">
            <a:extLst xmlns:a="http://schemas.openxmlformats.org/drawingml/2006/main">
              <a:ext uri="{FF2B5EF4-FFF2-40B4-BE49-F238E27FC236}">
                <a16:creationId xmlns:a16="http://schemas.microsoft.com/office/drawing/2014/main" id="{5CDD7CB4-3B1A-4AA2-8AE2-3503031A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BB0B542-F5F9-4D5A-AB23-5F54CA5A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1400">
            <a:extLst xmlns:a="http://schemas.openxmlformats.org/drawingml/2006/main">
              <a:ext uri="{FF2B5EF4-FFF2-40B4-BE49-F238E27FC236}">
                <a16:creationId xmlns:a16="http://schemas.microsoft.com/office/drawing/2014/main" id="{7387ECD3-3B98-494E-8B5D-DBBDDAA4F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01">
            <a:extLst xmlns:a="http://schemas.openxmlformats.org/drawingml/2006/main">
              <a:ext uri="{FF2B5EF4-FFF2-40B4-BE49-F238E27FC236}">
                <a16:creationId xmlns:a16="http://schemas.microsoft.com/office/drawing/2014/main" id="{4E2BD66F-B003-4477-9A06-BFC71B309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02">
            <a:extLst xmlns:a="http://schemas.openxmlformats.org/drawingml/2006/main">
              <a:ext uri="{FF2B5EF4-FFF2-40B4-BE49-F238E27FC236}">
                <a16:creationId xmlns:a16="http://schemas.microsoft.com/office/drawing/2014/main" id="{3DBCA298-06C2-424F-9861-A21AF269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第一層：描述</a:t>
            </a:r>
          </a:p>
        </p:txBody>
      </p:sp>
      <p:sp>
        <p:nvSpPr>
          <p:cNvPr id="9" name="text-1403">
            <a:extLst xmlns:a="http://schemas.openxmlformats.org/drawingml/2006/main">
              <a:ext uri="{FF2B5EF4-FFF2-40B4-BE49-F238E27FC236}">
                <a16:creationId xmlns:a16="http://schemas.microsoft.com/office/drawing/2014/main" id="{17065514-65C2-4DB7-BB5E-E87AE02E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Agent 先看名稱與 description，判斷是否適用。</a:t>
            </a:r>
          </a:p>
        </p:txBody>
      </p:sp>
      <p:sp>
        <p:nvSpPr>
          <p:cNvPr id="10" name="shape-1404">
            <a:extLst xmlns:a="http://schemas.openxmlformats.org/drawingml/2006/main">
              <a:ext uri="{FF2B5EF4-FFF2-40B4-BE49-F238E27FC236}">
                <a16:creationId xmlns:a16="http://schemas.microsoft.com/office/drawing/2014/main" id="{545E0BE5-BD7A-4965-A683-752E15B3B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05">
            <a:extLst xmlns:a="http://schemas.openxmlformats.org/drawingml/2006/main">
              <a:ext uri="{FF2B5EF4-FFF2-40B4-BE49-F238E27FC236}">
                <a16:creationId xmlns:a16="http://schemas.microsoft.com/office/drawing/2014/main" id="{F5DF7767-4C95-4206-B1C5-CC2A1E6F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06">
            <a:extLst xmlns:a="http://schemas.openxmlformats.org/drawingml/2006/main">
              <a:ext uri="{FF2B5EF4-FFF2-40B4-BE49-F238E27FC236}">
                <a16:creationId xmlns:a16="http://schemas.microsoft.com/office/drawing/2014/main" id="{BAFE4A5E-1095-4C75-B59A-10BF0A88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第二層：主流程</a:t>
            </a:r>
          </a:p>
        </p:txBody>
      </p:sp>
      <p:sp>
        <p:nvSpPr>
          <p:cNvPr id="13" name="text-1407">
            <a:extLst xmlns:a="http://schemas.openxmlformats.org/drawingml/2006/main">
              <a:ext uri="{FF2B5EF4-FFF2-40B4-BE49-F238E27FC236}">
                <a16:creationId xmlns:a16="http://schemas.microsoft.com/office/drawing/2014/main" id="{2B5C80A8-C930-4129-97AC-E05B777B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觸發後讀 SKILL.md，取得核心步驟與規則。</a:t>
            </a:r>
          </a:p>
        </p:txBody>
      </p:sp>
      <p:sp>
        <p:nvSpPr>
          <p:cNvPr id="14" name="shape-1408">
            <a:extLst xmlns:a="http://schemas.openxmlformats.org/drawingml/2006/main">
              <a:ext uri="{FF2B5EF4-FFF2-40B4-BE49-F238E27FC236}">
                <a16:creationId xmlns:a16="http://schemas.microsoft.com/office/drawing/2014/main" id="{BAEAD907-0F3D-4A2E-A542-F5FD0241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09">
            <a:extLst xmlns:a="http://schemas.openxmlformats.org/drawingml/2006/main">
              <a:ext uri="{FF2B5EF4-FFF2-40B4-BE49-F238E27FC236}">
                <a16:creationId xmlns:a16="http://schemas.microsoft.com/office/drawing/2014/main" id="{27BB2D10-D713-4690-9A33-D2BEA3DC4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10">
            <a:extLst xmlns:a="http://schemas.openxmlformats.org/drawingml/2006/main">
              <a:ext uri="{FF2B5EF4-FFF2-40B4-BE49-F238E27FC236}">
                <a16:creationId xmlns:a16="http://schemas.microsoft.com/office/drawing/2014/main" id="{514F2BE4-DF1D-4D9E-B59B-EEF031A17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第三層：附件</a:t>
            </a:r>
          </a:p>
        </p:txBody>
      </p:sp>
      <p:sp>
        <p:nvSpPr>
          <p:cNvPr id="17" name="text-1411">
            <a:extLst xmlns:a="http://schemas.openxmlformats.org/drawingml/2006/main">
              <a:ext uri="{FF2B5EF4-FFF2-40B4-BE49-F238E27FC236}">
                <a16:creationId xmlns:a16="http://schemas.microsoft.com/office/drawing/2014/main" id="{A198FDF9-EA2A-4043-9594-F184AF1D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任務需要時才讀 references、執行 scripts、取用 assets。</a:t>
            </a:r>
          </a:p>
        </p:txBody>
      </p:sp>
      <p:sp>
        <p:nvSpPr>
          <p:cNvPr id="18" name="text-1412">
            <a:extLst xmlns:a="http://schemas.openxmlformats.org/drawingml/2006/main">
              <a:ext uri="{FF2B5EF4-FFF2-40B4-BE49-F238E27FC236}">
                <a16:creationId xmlns:a16="http://schemas.microsoft.com/office/drawing/2014/main" id="{69780765-8BB3-4B5C-A99D-33F1BFCB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描述</a:t>
            </a:r>
          </a:p>
        </p:txBody>
      </p:sp>
      <p:sp>
        <p:nvSpPr>
          <p:cNvPr id="19" name="text-1413">
            <a:extLst xmlns:a="http://schemas.openxmlformats.org/drawingml/2006/main">
              <a:ext uri="{FF2B5EF4-FFF2-40B4-BE49-F238E27FC236}">
                <a16:creationId xmlns:a16="http://schemas.microsoft.com/office/drawing/2014/main" id="{BDF3CDFA-5987-439B-A8F1-0DCA4330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20" name="text-1414">
            <a:extLst xmlns:a="http://schemas.openxmlformats.org/drawingml/2006/main">
              <a:ext uri="{FF2B5EF4-FFF2-40B4-BE49-F238E27FC236}">
                <a16:creationId xmlns:a16="http://schemas.microsoft.com/office/drawing/2014/main" id="{D4CDA367-CC12-4D97-ABF8-EBD15095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附件</a:t>
            </a:r>
          </a:p>
        </p:txBody>
      </p:sp>
      <p:sp>
        <p:nvSpPr>
          <p:cNvPr id="21" name="text-1415">
            <a:extLst xmlns:a="http://schemas.openxmlformats.org/drawingml/2006/main">
              <a:ext uri="{FF2B5EF4-FFF2-40B4-BE49-F238E27FC236}">
                <a16:creationId xmlns:a16="http://schemas.microsoft.com/office/drawing/2014/main" id="{09B79D96-8AE7-4FCD-BA9C-A1FA975BD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可驗證成果</a:t>
            </a:r>
          </a:p>
        </p:txBody>
      </p:sp>
      <p:cxnSp>
        <p:nvCxnSpPr>
          <p:cNvPr id="53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628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54" name="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5295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55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962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5" name="text-1416">
            <a:extLst xmlns:a="http://schemas.openxmlformats.org/drawingml/2006/main">
              <a:ext uri="{FF2B5EF4-FFF2-40B4-BE49-F238E27FC236}">
                <a16:creationId xmlns:a16="http://schemas.microsoft.com/office/drawing/2014/main" id="{8BE5E5C5-1689-4297-8039-5E1E36D1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619750"/>
            <a:ext cx="560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按需載入，不把整個知識庫一次塞進主文</a:t>
            </a:r>
          </a:p>
        </p:txBody>
      </p:sp>
      <p:sp>
        <p:nvSpPr>
          <p:cNvPr id="26" name="text-1731">
            <a:extLst xmlns:a="http://schemas.openxmlformats.org/drawingml/2006/main">
              <a:ext uri="{FF2B5EF4-FFF2-40B4-BE49-F238E27FC236}">
                <a16:creationId xmlns:a16="http://schemas.microsoft.com/office/drawing/2014/main" id="{A10524F1-0D06-49C3-8A98-6E81EB366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46130c0e9e34103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806f2d4278343d9"/>
              </a:rPr>
              <a:t>Codex Skills ↗</a:t>
            </a:r>
          </a:p>
        </p:txBody>
      </p:sp>
      <p:sp>
        <p:nvSpPr>
          <p:cNvPr id="27" name="shape-1792">
            <a:extLst xmlns:a="http://schemas.openxmlformats.org/drawingml/2006/main">
              <a:ext uri="{FF2B5EF4-FFF2-40B4-BE49-F238E27FC236}">
                <a16:creationId xmlns:a16="http://schemas.microsoft.com/office/drawing/2014/main" id="{FDF4985D-AACD-4E59-ABB3-C39FE0852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30e798d21a407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9" name="text-1793">
            <a:extLst xmlns:a="http://schemas.openxmlformats.org/drawingml/2006/main">
              <a:ext uri="{FF2B5EF4-FFF2-40B4-BE49-F238E27FC236}">
                <a16:creationId xmlns:a16="http://schemas.microsoft.com/office/drawing/2014/main" id="{FCC908F9-D281-41EF-A9BE-3DC2FF36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e84cf697db4e7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1" name="text-1794">
            <a:extLst xmlns:a="http://schemas.openxmlformats.org/drawingml/2006/main">
              <a:ext uri="{FF2B5EF4-FFF2-40B4-BE49-F238E27FC236}">
                <a16:creationId xmlns:a16="http://schemas.microsoft.com/office/drawing/2014/main" id="{E81ABBC8-03C0-4E68-967C-55704794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84819246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417">
            <a:extLst xmlns:a="http://schemas.openxmlformats.org/drawingml/2006/main">
              <a:ext uri="{FF2B5EF4-FFF2-40B4-BE49-F238E27FC236}">
                <a16:creationId xmlns:a16="http://schemas.microsoft.com/office/drawing/2014/main" id="{36B5BBB3-48F4-4773-9879-8549D9118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A592282-ADFF-4F1B-8934-3F006F423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C｜把一筆提示詞升級成教育 Skill</a:t>
            </a:r>
          </a:p>
        </p:txBody>
      </p:sp>
      <p:cxnSp>
        <p:nvCxnSpPr>
          <p:cNvPr id="27" name="shape-141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19">
            <a:extLst xmlns:a="http://schemas.openxmlformats.org/drawingml/2006/main">
              <a:ext uri="{FF2B5EF4-FFF2-40B4-BE49-F238E27FC236}">
                <a16:creationId xmlns:a16="http://schemas.microsoft.com/office/drawing/2014/main" id="{132F35BE-6404-499B-AC04-26D6A829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0B675CF-5F45-41BC-86DB-25D32F2D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text-1420">
            <a:extLst xmlns:a="http://schemas.openxmlformats.org/drawingml/2006/main">
              <a:ext uri="{FF2B5EF4-FFF2-40B4-BE49-F238E27FC236}">
                <a16:creationId xmlns:a16="http://schemas.microsoft.com/office/drawing/2014/main" id="{878BABE1-85B0-476A-9DC1-DC8098D7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421">
            <a:extLst xmlns:a="http://schemas.openxmlformats.org/drawingml/2006/main">
              <a:ext uri="{FF2B5EF4-FFF2-40B4-BE49-F238E27FC236}">
                <a16:creationId xmlns:a16="http://schemas.microsoft.com/office/drawing/2014/main" id="{15C575F6-3FB3-45E5-AAB6-7E05BE629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422">
            <a:extLst xmlns:a="http://schemas.openxmlformats.org/drawingml/2006/main">
              <a:ext uri="{FF2B5EF4-FFF2-40B4-BE49-F238E27FC236}">
                <a16:creationId xmlns:a16="http://schemas.microsoft.com/office/drawing/2014/main" id="{142FE98F-8D9A-4725-8EBD-363262E55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23">
            <a:extLst xmlns:a="http://schemas.openxmlformats.org/drawingml/2006/main">
              <a:ext uri="{FF2B5EF4-FFF2-40B4-BE49-F238E27FC236}">
                <a16:creationId xmlns:a16="http://schemas.microsoft.com/office/drawing/2014/main" id="{8665799C-9384-454E-A75E-42FDC939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從快捷面板選一個高頻提示詞</a:t>
            </a:r>
          </a:p>
        </p:txBody>
      </p:sp>
      <p:sp>
        <p:nvSpPr>
          <p:cNvPr id="10" name="text-1424">
            <a:extLst xmlns:a="http://schemas.openxmlformats.org/drawingml/2006/main">
              <a:ext uri="{FF2B5EF4-FFF2-40B4-BE49-F238E27FC236}">
                <a16:creationId xmlns:a16="http://schemas.microsoft.com/office/drawing/2014/main" id="{3627130C-6767-4871-A8CA-A1262901E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425">
            <a:extLst xmlns:a="http://schemas.openxmlformats.org/drawingml/2006/main">
              <a:ext uri="{FF2B5EF4-FFF2-40B4-BE49-F238E27FC236}">
                <a16:creationId xmlns:a16="http://schemas.microsoft.com/office/drawing/2014/main" id="{688B60D8-0B85-4F43-AAC7-ED8710BAE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補齊輸入、步驟、限制與驗收</a:t>
            </a:r>
          </a:p>
        </p:txBody>
      </p:sp>
      <p:sp>
        <p:nvSpPr>
          <p:cNvPr id="12" name="text-1426">
            <a:extLst xmlns:a="http://schemas.openxmlformats.org/drawingml/2006/main">
              <a:ext uri="{FF2B5EF4-FFF2-40B4-BE49-F238E27FC236}">
                <a16:creationId xmlns:a16="http://schemas.microsoft.com/office/drawing/2014/main" id="{A592808E-E1DF-4A28-AB58-92CD3422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427">
            <a:extLst xmlns:a="http://schemas.openxmlformats.org/drawingml/2006/main">
              <a:ext uri="{FF2B5EF4-FFF2-40B4-BE49-F238E27FC236}">
                <a16:creationId xmlns:a16="http://schemas.microsoft.com/office/drawing/2014/main" id="{C0E7EAD4-D724-4F8E-943D-4CC77F18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建立資料夾與 SKILL.md</a:t>
            </a:r>
          </a:p>
        </p:txBody>
      </p:sp>
      <p:sp>
        <p:nvSpPr>
          <p:cNvPr id="14" name="text-1428">
            <a:extLst xmlns:a="http://schemas.openxmlformats.org/drawingml/2006/main">
              <a:ext uri="{FF2B5EF4-FFF2-40B4-BE49-F238E27FC236}">
                <a16:creationId xmlns:a16="http://schemas.microsoft.com/office/drawing/2014/main" id="{03223EAE-4798-4B5E-9748-014E3EE7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429">
            <a:extLst xmlns:a="http://schemas.openxmlformats.org/drawingml/2006/main">
              <a:ext uri="{FF2B5EF4-FFF2-40B4-BE49-F238E27FC236}">
                <a16:creationId xmlns:a16="http://schemas.microsoft.com/office/drawing/2014/main" id="{9E20F526-E0A2-45B5-8972-CCAD5A80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在 Agent 中用自然語句觸發並修正</a:t>
            </a:r>
          </a:p>
        </p:txBody>
      </p:sp>
      <p:sp>
        <p:nvSpPr>
          <p:cNvPr id="16" name="shape-1430">
            <a:extLst xmlns:a="http://schemas.openxmlformats.org/drawingml/2006/main">
              <a:ext uri="{FF2B5EF4-FFF2-40B4-BE49-F238E27FC236}">
                <a16:creationId xmlns:a16="http://schemas.microsoft.com/office/drawing/2014/main" id="{683B2E8D-855C-44F8-BB2D-E9772FA80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431">
            <a:extLst xmlns:a="http://schemas.openxmlformats.org/drawingml/2006/main">
              <a:ext uri="{FF2B5EF4-FFF2-40B4-BE49-F238E27FC236}">
                <a16:creationId xmlns:a16="http://schemas.microsoft.com/office/drawing/2014/main" id="{1B98059C-0B04-4C80-B5B8-6DA7A0FC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432">
            <a:extLst xmlns:a="http://schemas.openxmlformats.org/drawingml/2006/main">
              <a:ext uri="{FF2B5EF4-FFF2-40B4-BE49-F238E27FC236}">
                <a16:creationId xmlns:a16="http://schemas.microsoft.com/office/drawing/2014/main" id="{5049E670-20C8-4DBF-9C93-5FFE51A12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名稱與描述清楚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流程可重複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有至少一項驗收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需要授權的動作會停</a:t>
            </a:r>
          </a:p>
        </p:txBody>
      </p:sp>
      <p:sp>
        <p:nvSpPr>
          <p:cNvPr id="19" name="text-1732">
            <a:extLst xmlns:a="http://schemas.openxmlformats.org/drawingml/2006/main">
              <a:ext uri="{FF2B5EF4-FFF2-40B4-BE49-F238E27FC236}">
                <a16:creationId xmlns:a16="http://schemas.microsoft.com/office/drawing/2014/main" id="{3593FDB0-8D59-403E-BFEF-E0C0C8035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cae8b74a5fc4572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6f3c6e8d7e14d9d"/>
              </a:rPr>
              <a:t>Codex Skills ↗</a:t>
            </a:r>
          </a:p>
        </p:txBody>
      </p:sp>
      <p:sp>
        <p:nvSpPr>
          <p:cNvPr id="20" name="shape-1795">
            <a:extLst xmlns:a="http://schemas.openxmlformats.org/drawingml/2006/main">
              <a:ext uri="{FF2B5EF4-FFF2-40B4-BE49-F238E27FC236}">
                <a16:creationId xmlns:a16="http://schemas.microsoft.com/office/drawing/2014/main" id="{833E2615-40C7-4795-9660-FA03C07B7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41cca620664b92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796">
            <a:extLst xmlns:a="http://schemas.openxmlformats.org/drawingml/2006/main">
              <a:ext uri="{FF2B5EF4-FFF2-40B4-BE49-F238E27FC236}">
                <a16:creationId xmlns:a16="http://schemas.microsoft.com/office/drawing/2014/main" id="{E7C554B0-71BC-4995-B307-20C753FCC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c9f0c402ae464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797">
            <a:extLst xmlns:a="http://schemas.openxmlformats.org/drawingml/2006/main">
              <a:ext uri="{FF2B5EF4-FFF2-40B4-BE49-F238E27FC236}">
                <a16:creationId xmlns:a16="http://schemas.microsoft.com/office/drawing/2014/main" id="{F15A9F0D-14B4-42D6-8AEB-9759829EB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1954323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433">
            <a:extLst xmlns:a="http://schemas.openxmlformats.org/drawingml/2006/main">
              <a:ext uri="{FF2B5EF4-FFF2-40B4-BE49-F238E27FC236}">
                <a16:creationId xmlns:a16="http://schemas.microsoft.com/office/drawing/2014/main" id="{95A48D26-9C34-4CFB-9A66-9CFAD239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CROSS-AGENT TEST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6765A78-83A8-444F-95AC-21B6517BF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同一個 Skill，做兩輪交叉測試</a:t>
            </a:r>
          </a:p>
        </p:txBody>
      </p:sp>
      <p:cxnSp>
        <p:nvCxnSpPr>
          <p:cNvPr id="30" name="shape-143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35">
            <a:extLst xmlns:a="http://schemas.openxmlformats.org/drawingml/2006/main">
              <a:ext uri="{FF2B5EF4-FFF2-40B4-BE49-F238E27FC236}">
                <a16:creationId xmlns:a16="http://schemas.microsoft.com/office/drawing/2014/main" id="{242A4866-8996-4681-B60A-D8DC0B67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EEECA7-3746-4288-ADEB-384B81BEC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1436">
            <a:extLst xmlns:a="http://schemas.openxmlformats.org/drawingml/2006/main">
              <a:ext uri="{FF2B5EF4-FFF2-40B4-BE49-F238E27FC236}">
                <a16:creationId xmlns:a16="http://schemas.microsoft.com/office/drawing/2014/main" id="{48AA6040-CE78-48F9-AAA7-9894BD222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37">
            <a:extLst xmlns:a="http://schemas.openxmlformats.org/drawingml/2006/main">
              <a:ext uri="{FF2B5EF4-FFF2-40B4-BE49-F238E27FC236}">
                <a16:creationId xmlns:a16="http://schemas.microsoft.com/office/drawing/2014/main" id="{58775E78-CD8D-49AB-B1BC-A57977D6F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38">
            <a:extLst xmlns:a="http://schemas.openxmlformats.org/drawingml/2006/main">
              <a:ext uri="{FF2B5EF4-FFF2-40B4-BE49-F238E27FC236}">
                <a16:creationId xmlns:a16="http://schemas.microsoft.com/office/drawing/2014/main" id="{2731FFAC-859D-433B-91E0-CC1523A8E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觸發</a:t>
            </a:r>
          </a:p>
        </p:txBody>
      </p:sp>
      <p:sp>
        <p:nvSpPr>
          <p:cNvPr id="9" name="text-1439">
            <a:extLst xmlns:a="http://schemas.openxmlformats.org/drawingml/2006/main">
              <a:ext uri="{FF2B5EF4-FFF2-40B4-BE49-F238E27FC236}">
                <a16:creationId xmlns:a16="http://schemas.microsoft.com/office/drawing/2014/main" id="{155CEE6C-5ADF-4140-B4B1-E6D23D707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與 Codex 是否都能從 description 判斷何時使用？</a:t>
            </a:r>
          </a:p>
        </p:txBody>
      </p:sp>
      <p:sp>
        <p:nvSpPr>
          <p:cNvPr id="10" name="shape-1440">
            <a:extLst xmlns:a="http://schemas.openxmlformats.org/drawingml/2006/main">
              <a:ext uri="{FF2B5EF4-FFF2-40B4-BE49-F238E27FC236}">
                <a16:creationId xmlns:a16="http://schemas.microsoft.com/office/drawing/2014/main" id="{B253403C-8032-4349-8433-08AED85E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41">
            <a:extLst xmlns:a="http://schemas.openxmlformats.org/drawingml/2006/main">
              <a:ext uri="{FF2B5EF4-FFF2-40B4-BE49-F238E27FC236}">
                <a16:creationId xmlns:a16="http://schemas.microsoft.com/office/drawing/2014/main" id="{D7EBB97F-EF69-4256-9DC8-0B54A5506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42">
            <a:extLst xmlns:a="http://schemas.openxmlformats.org/drawingml/2006/main">
              <a:ext uri="{FF2B5EF4-FFF2-40B4-BE49-F238E27FC236}">
                <a16:creationId xmlns:a16="http://schemas.microsoft.com/office/drawing/2014/main" id="{6FCBA556-7DC6-4383-B528-020097789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步驟</a:t>
            </a:r>
          </a:p>
        </p:txBody>
      </p:sp>
      <p:sp>
        <p:nvSpPr>
          <p:cNvPr id="13" name="text-1443">
            <a:extLst xmlns:a="http://schemas.openxmlformats.org/drawingml/2006/main">
              <a:ext uri="{FF2B5EF4-FFF2-40B4-BE49-F238E27FC236}">
                <a16:creationId xmlns:a16="http://schemas.microsoft.com/office/drawing/2014/main" id="{4C067390-E9A4-4007-B37E-6270E2510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是否按相同順序處理，或清楚說明環境差異？</a:t>
            </a:r>
          </a:p>
        </p:txBody>
      </p:sp>
      <p:sp>
        <p:nvSpPr>
          <p:cNvPr id="14" name="shape-1444">
            <a:extLst xmlns:a="http://schemas.openxmlformats.org/drawingml/2006/main">
              <a:ext uri="{FF2B5EF4-FFF2-40B4-BE49-F238E27FC236}">
                <a16:creationId xmlns:a16="http://schemas.microsoft.com/office/drawing/2014/main" id="{1D9ECB23-5E6E-41BE-B383-0E96C1263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45">
            <a:extLst xmlns:a="http://schemas.openxmlformats.org/drawingml/2006/main">
              <a:ext uri="{FF2B5EF4-FFF2-40B4-BE49-F238E27FC236}">
                <a16:creationId xmlns:a16="http://schemas.microsoft.com/office/drawing/2014/main" id="{6FC03F94-D133-4F0F-9D35-2E3D93757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46">
            <a:extLst xmlns:a="http://schemas.openxmlformats.org/drawingml/2006/main">
              <a:ext uri="{FF2B5EF4-FFF2-40B4-BE49-F238E27FC236}">
                <a16:creationId xmlns:a16="http://schemas.microsoft.com/office/drawing/2014/main" id="{6A0A54F1-9591-4956-95BE-F35817D0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護欄</a:t>
            </a:r>
          </a:p>
        </p:txBody>
      </p:sp>
      <p:sp>
        <p:nvSpPr>
          <p:cNvPr id="17" name="text-1447">
            <a:extLst xmlns:a="http://schemas.openxmlformats.org/drawingml/2006/main">
              <a:ext uri="{FF2B5EF4-FFF2-40B4-BE49-F238E27FC236}">
                <a16:creationId xmlns:a16="http://schemas.microsoft.com/office/drawing/2014/main" id="{79F41F83-56EE-42F5-BA91-DE22D552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是否都在發布、刪除、寄送或改權限前停下？</a:t>
            </a:r>
          </a:p>
        </p:txBody>
      </p:sp>
      <p:sp>
        <p:nvSpPr>
          <p:cNvPr id="18" name="shape-1448">
            <a:extLst xmlns:a="http://schemas.openxmlformats.org/drawingml/2006/main">
              <a:ext uri="{FF2B5EF4-FFF2-40B4-BE49-F238E27FC236}">
                <a16:creationId xmlns:a16="http://schemas.microsoft.com/office/drawing/2014/main" id="{A4CEF337-E047-4818-BE00-2BF8D1DB1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49">
            <a:extLst xmlns:a="http://schemas.openxmlformats.org/drawingml/2006/main">
              <a:ext uri="{FF2B5EF4-FFF2-40B4-BE49-F238E27FC236}">
                <a16:creationId xmlns:a16="http://schemas.microsoft.com/office/drawing/2014/main" id="{F53A06C0-794D-45FC-B9A0-8E2339D2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50">
            <a:extLst xmlns:a="http://schemas.openxmlformats.org/drawingml/2006/main">
              <a:ext uri="{FF2B5EF4-FFF2-40B4-BE49-F238E27FC236}">
                <a16:creationId xmlns:a16="http://schemas.microsoft.com/office/drawing/2014/main" id="{BAF8A8D6-7DBA-4378-AB13-3C45FEA90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21" name="text-1451">
            <a:extLst xmlns:a="http://schemas.openxmlformats.org/drawingml/2006/main">
              <a:ext uri="{FF2B5EF4-FFF2-40B4-BE49-F238E27FC236}">
                <a16:creationId xmlns:a16="http://schemas.microsoft.com/office/drawing/2014/main" id="{24274A03-2C32-403E-97E8-E89D5F13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是否都回報通過、失敗與未確認，而非只說完成？</a:t>
            </a:r>
          </a:p>
        </p:txBody>
      </p:sp>
      <p:sp>
        <p:nvSpPr>
          <p:cNvPr id="22" name="text-1733">
            <a:extLst xmlns:a="http://schemas.openxmlformats.org/drawingml/2006/main">
              <a:ext uri="{FF2B5EF4-FFF2-40B4-BE49-F238E27FC236}">
                <a16:creationId xmlns:a16="http://schemas.microsoft.com/office/drawing/2014/main" id="{A030C2A2-496F-439E-A728-ADA757A1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c8c0ef6c8fe4b3c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99dbc06fffa4cde"/>
              </a:rPr>
              <a:t>Codex Skills ↗</a:t>
            </a:r>
          </a:p>
        </p:txBody>
      </p:sp>
      <p:sp>
        <p:nvSpPr>
          <p:cNvPr id="23" name="shape-1798">
            <a:extLst xmlns:a="http://schemas.openxmlformats.org/drawingml/2006/main">
              <a:ext uri="{FF2B5EF4-FFF2-40B4-BE49-F238E27FC236}">
                <a16:creationId xmlns:a16="http://schemas.microsoft.com/office/drawing/2014/main" id="{4504268A-5B76-417E-A0B1-DB316CA3B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8bd2ba32ca425e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799">
            <a:extLst xmlns:a="http://schemas.openxmlformats.org/drawingml/2006/main">
              <a:ext uri="{FF2B5EF4-FFF2-40B4-BE49-F238E27FC236}">
                <a16:creationId xmlns:a16="http://schemas.microsoft.com/office/drawing/2014/main" id="{BF10BCDE-A627-41E7-85F9-BF4A3A74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cbea64d9ad439a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800">
            <a:extLst xmlns:a="http://schemas.openxmlformats.org/drawingml/2006/main">
              <a:ext uri="{FF2B5EF4-FFF2-40B4-BE49-F238E27FC236}">
                <a16:creationId xmlns:a16="http://schemas.microsoft.com/office/drawing/2014/main" id="{3E8C11FC-F9E8-49CF-A647-65E3BDFFF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040810774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452">
            <a:extLst xmlns:a="http://schemas.openxmlformats.org/drawingml/2006/main">
              <a:ext uri="{FF2B5EF4-FFF2-40B4-BE49-F238E27FC236}">
                <a16:creationId xmlns:a16="http://schemas.microsoft.com/office/drawing/2014/main" id="{C6406E82-3D9C-46BE-A6A1-09DCDCAAE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" name="text-1453">
            <a:extLst xmlns:a="http://schemas.openxmlformats.org/drawingml/2006/main">
              <a:ext uri="{FF2B5EF4-FFF2-40B4-BE49-F238E27FC236}">
                <a16:creationId xmlns:a16="http://schemas.microsoft.com/office/drawing/2014/main" id="{C729F88C-F3D7-40A2-B3DB-A0BF797A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分析學生資料</a:t>
            </a:r>
          </a:p>
        </p:txBody>
      </p:sp>
      <p:sp>
        <p:nvSpPr>
          <p:cNvPr id="3" name="text-1454">
            <a:extLst xmlns:a="http://schemas.openxmlformats.org/drawingml/2006/main">
              <a:ext uri="{FF2B5EF4-FFF2-40B4-BE49-F238E27FC236}">
                <a16:creationId xmlns:a16="http://schemas.microsoft.com/office/drawing/2014/main" id="{463C582B-EA3B-431F-A23C-9473DCF3F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把選擇題統計與簡答題編碼分流處理，再用人工複核與一致性檢查，把 AI 變成研究助理而不是黑箱評分者。</a:t>
            </a:r>
          </a:p>
        </p:txBody>
      </p:sp>
      <p:sp>
        <p:nvSpPr>
          <p:cNvPr id="4" name="shape-1455">
            <a:extLst xmlns:a="http://schemas.openxmlformats.org/drawingml/2006/main">
              <a:ext uri="{FF2B5EF4-FFF2-40B4-BE49-F238E27FC236}">
                <a16:creationId xmlns:a16="http://schemas.microsoft.com/office/drawing/2014/main" id="{57190494-2F9E-4E72-A0D7-A8CD79701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456">
            <a:extLst xmlns:a="http://schemas.openxmlformats.org/drawingml/2006/main">
              <a:ext uri="{FF2B5EF4-FFF2-40B4-BE49-F238E27FC236}">
                <a16:creationId xmlns:a16="http://schemas.microsoft.com/office/drawing/2014/main" id="{800FD7BB-396E-4CB9-9AA4-652F840C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45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1458">
            <a:extLst xmlns:a="http://schemas.openxmlformats.org/drawingml/2006/main">
              <a:ext uri="{FF2B5EF4-FFF2-40B4-BE49-F238E27FC236}">
                <a16:creationId xmlns:a16="http://schemas.microsoft.com/office/drawing/2014/main" id="{49024DAE-82B4-45D4-B437-97A961C8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721AD4E-4C38-49BF-8B47-892462AF3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9" name="text-1735">
            <a:extLst xmlns:a="http://schemas.openxmlformats.org/drawingml/2006/main">
              <a:ext uri="{FF2B5EF4-FFF2-40B4-BE49-F238E27FC236}">
                <a16:creationId xmlns:a16="http://schemas.microsoft.com/office/drawing/2014/main" id="{8E887056-77DA-4734-BDF3-5FA359A4A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bae11979fbe45da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0914ae01bff4909"/>
              </a:rPr>
              <a:t>Codex ↗</a:t>
            </a:r>
          </a:p>
        </p:txBody>
      </p:sp>
      <p:sp>
        <p:nvSpPr>
          <p:cNvPr id="10" name="shape-1803">
            <a:extLst xmlns:a="http://schemas.openxmlformats.org/drawingml/2006/main">
              <a:ext uri="{FF2B5EF4-FFF2-40B4-BE49-F238E27FC236}">
                <a16:creationId xmlns:a16="http://schemas.microsoft.com/office/drawing/2014/main" id="{171AA804-5657-4316-BC12-C7282DDDA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4e9be5c7fe4a6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804">
            <a:extLst xmlns:a="http://schemas.openxmlformats.org/drawingml/2006/main">
              <a:ext uri="{FF2B5EF4-FFF2-40B4-BE49-F238E27FC236}">
                <a16:creationId xmlns:a16="http://schemas.microsoft.com/office/drawing/2014/main" id="{F42812F1-8DC3-40E9-B39C-1C20BD56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19312f8897465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1805">
            <a:extLst xmlns:a="http://schemas.openxmlformats.org/drawingml/2006/main">
              <a:ext uri="{FF2B5EF4-FFF2-40B4-BE49-F238E27FC236}">
                <a16:creationId xmlns:a16="http://schemas.microsoft.com/office/drawing/2014/main" id="{717A2744-6F69-4435-91FB-157296C70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94185932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459">
            <a:extLst xmlns:a="http://schemas.openxmlformats.org/drawingml/2006/main">
              <a:ext uri="{FF2B5EF4-FFF2-40B4-BE49-F238E27FC236}">
                <a16:creationId xmlns:a16="http://schemas.microsoft.com/office/drawing/2014/main" id="{D5B8AC74-41F2-4F5C-BAB3-AAA658092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TWO DATA LANES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1724555-5A45-48B1-8247-683E5209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先分流：選擇題算表現，簡答題讀理解證據</a:t>
            </a:r>
          </a:p>
        </p:txBody>
      </p:sp>
      <p:cxnSp>
        <p:nvCxnSpPr>
          <p:cNvPr id="31" name="shape-146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61">
            <a:extLst xmlns:a="http://schemas.openxmlformats.org/drawingml/2006/main">
              <a:ext uri="{FF2B5EF4-FFF2-40B4-BE49-F238E27FC236}">
                <a16:creationId xmlns:a16="http://schemas.microsoft.com/office/drawing/2014/main" id="{04B518C8-ED47-4A2B-8416-1B8F69EA4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AC9A000-022A-4872-A49A-7AA51C3B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shape-1462">
            <a:extLst xmlns:a="http://schemas.openxmlformats.org/drawingml/2006/main">
              <a:ext uri="{FF2B5EF4-FFF2-40B4-BE49-F238E27FC236}">
                <a16:creationId xmlns:a16="http://schemas.microsoft.com/office/drawing/2014/main" id="{1BFFB9E5-48ED-41A2-A0F8-3B9341BF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463">
            <a:extLst xmlns:a="http://schemas.openxmlformats.org/drawingml/2006/main">
              <a:ext uri="{FF2B5EF4-FFF2-40B4-BE49-F238E27FC236}">
                <a16:creationId xmlns:a16="http://schemas.microsoft.com/office/drawing/2014/main" id="{311996C5-2FF0-42D0-8D5D-79CD6E8F9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464">
            <a:extLst xmlns:a="http://schemas.openxmlformats.org/drawingml/2006/main">
              <a:ext uri="{FF2B5EF4-FFF2-40B4-BE49-F238E27FC236}">
                <a16:creationId xmlns:a16="http://schemas.microsoft.com/office/drawing/2014/main" id="{C1A1F745-C664-4605-AD7F-3B1A60171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選擇題／結構化資料</a:t>
            </a:r>
          </a:p>
        </p:txBody>
      </p:sp>
      <p:sp>
        <p:nvSpPr>
          <p:cNvPr id="9" name="text-1465">
            <a:extLst xmlns:a="http://schemas.openxmlformats.org/drawingml/2006/main">
              <a:ext uri="{FF2B5EF4-FFF2-40B4-BE49-F238E27FC236}">
                <a16:creationId xmlns:a16="http://schemas.microsoft.com/office/drawing/2014/main" id="{01D3EE07-1B8B-449B-8314-15D01EED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答案鍵比對與缺漏檢查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全班、分組與題目答對率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干擾選項分布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異常值與資料品質標記</a:t>
            </a:r>
          </a:p>
        </p:txBody>
      </p:sp>
      <p:sp>
        <p:nvSpPr>
          <p:cNvPr id="10" name="text-1466">
            <a:extLst xmlns:a="http://schemas.openxmlformats.org/drawingml/2006/main">
              <a:ext uri="{FF2B5EF4-FFF2-40B4-BE49-F238E27FC236}">
                <a16:creationId xmlns:a16="http://schemas.microsoft.com/office/drawing/2014/main" id="{7E03D29C-185F-4EB1-BA88-1AD862F01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簡答題／文字資料</a:t>
            </a:r>
          </a:p>
        </p:txBody>
      </p:sp>
      <p:sp>
        <p:nvSpPr>
          <p:cNvPr id="11" name="text-1467">
            <a:extLst xmlns:a="http://schemas.openxmlformats.org/drawingml/2006/main">
              <a:ext uri="{FF2B5EF4-FFF2-40B4-BE49-F238E27FC236}">
                <a16:creationId xmlns:a16="http://schemas.microsoft.com/office/drawing/2014/main" id="{4219DB6D-2C77-47DF-8474-A819AAB0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先定義逐題編碼規準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保留支持編碼的文字證據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初編＋信心與待複核旗標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人工獨立抽查與處理歧異</a:t>
            </a:r>
          </a:p>
        </p:txBody>
      </p:sp>
      <p:sp>
        <p:nvSpPr>
          <p:cNvPr id="12" name="text-1468">
            <a:extLst xmlns:a="http://schemas.openxmlformats.org/drawingml/2006/main">
              <a:ext uri="{FF2B5EF4-FFF2-40B4-BE49-F238E27FC236}">
                <a16:creationId xmlns:a16="http://schemas.microsoft.com/office/drawing/2014/main" id="{E48EA109-64A8-4DC8-A1D0-FAF17AF65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答案鍵</a:t>
            </a:r>
          </a:p>
        </p:txBody>
      </p:sp>
      <p:sp>
        <p:nvSpPr>
          <p:cNvPr id="13" name="text-1469">
            <a:extLst xmlns:a="http://schemas.openxmlformats.org/drawingml/2006/main">
              <a:ext uri="{FF2B5EF4-FFF2-40B4-BE49-F238E27FC236}">
                <a16:creationId xmlns:a16="http://schemas.microsoft.com/office/drawing/2014/main" id="{E4F2B398-D37F-4DAA-9D84-0804434E1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統計</a:t>
            </a:r>
          </a:p>
        </p:txBody>
      </p:sp>
      <p:sp>
        <p:nvSpPr>
          <p:cNvPr id="14" name="text-1470">
            <a:extLst xmlns:a="http://schemas.openxmlformats.org/drawingml/2006/main">
              <a:ext uri="{FF2B5EF4-FFF2-40B4-BE49-F238E27FC236}">
                <a16:creationId xmlns:a16="http://schemas.microsoft.com/office/drawing/2014/main" id="{B2AC8968-1CCB-40B0-9F12-4B206751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群體趨勢</a:t>
            </a:r>
          </a:p>
        </p:txBody>
      </p:sp>
      <p:cxnSp>
        <p:nvCxnSpPr>
          <p:cNvPr id="43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038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4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sp>
        <p:nvSpPr>
          <p:cNvPr id="17" name="text-1471">
            <a:extLst xmlns:a="http://schemas.openxmlformats.org/drawingml/2006/main">
              <a:ext uri="{FF2B5EF4-FFF2-40B4-BE49-F238E27FC236}">
                <a16:creationId xmlns:a16="http://schemas.microsoft.com/office/drawing/2014/main" id="{50DF6365-A13E-4BB5-9093-8DB67304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編碼規準</a:t>
            </a:r>
          </a:p>
        </p:txBody>
      </p:sp>
      <p:sp>
        <p:nvSpPr>
          <p:cNvPr id="18" name="text-1472">
            <a:extLst xmlns:a="http://schemas.openxmlformats.org/drawingml/2006/main">
              <a:ext uri="{FF2B5EF4-FFF2-40B4-BE49-F238E27FC236}">
                <a16:creationId xmlns:a16="http://schemas.microsoft.com/office/drawing/2014/main" id="{C1A3B7C5-7911-479A-8E96-EEFB548F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AI 初編</a:t>
            </a:r>
          </a:p>
        </p:txBody>
      </p:sp>
      <p:sp>
        <p:nvSpPr>
          <p:cNvPr id="19" name="text-1473">
            <a:extLst xmlns:a="http://schemas.openxmlformats.org/drawingml/2006/main">
              <a:ext uri="{FF2B5EF4-FFF2-40B4-BE49-F238E27FC236}">
                <a16:creationId xmlns:a16="http://schemas.microsoft.com/office/drawing/2014/main" id="{0C42D6E4-C688-4CA8-A674-2CB18741A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cxnSp>
        <p:nvCxnSpPr>
          <p:cNvPr id="48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677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CD2C7"/>
            </a:solidFill>
            <a:prstDash val="solid"/>
            <a:tailEnd type="arrow" w="sm" len="sm"/>
          </a:ln>
        </p:spPr>
      </p:cxnSp>
      <p:cxnSp>
        <p:nvCxnSpPr>
          <p:cNvPr id="49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9201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2" name="text-1474">
            <a:extLst xmlns:a="http://schemas.openxmlformats.org/drawingml/2006/main">
              <a:ext uri="{FF2B5EF4-FFF2-40B4-BE49-F238E27FC236}">
                <a16:creationId xmlns:a16="http://schemas.microsoft.com/office/drawing/2014/main" id="{9CC1AE05-E826-4572-861C-0C2728BF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兩條資料流，最後在報告層匯合；不要用同一套規則硬套</a:t>
            </a:r>
          </a:p>
        </p:txBody>
      </p:sp>
      <p:sp>
        <p:nvSpPr>
          <p:cNvPr id="23" name="text-1736">
            <a:extLst xmlns:a="http://schemas.openxmlformats.org/drawingml/2006/main">
              <a:ext uri="{FF2B5EF4-FFF2-40B4-BE49-F238E27FC236}">
                <a16:creationId xmlns:a16="http://schemas.microsoft.com/office/drawing/2014/main" id="{6A561A25-9913-42DE-9181-D4A1BA14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a5b05a18b0f458d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651122a2ef3402a"/>
              </a:rPr>
              <a:t>Codex ↗</a:t>
            </a:r>
          </a:p>
        </p:txBody>
      </p:sp>
      <p:sp>
        <p:nvSpPr>
          <p:cNvPr id="24" name="shape-1806">
            <a:extLst xmlns:a="http://schemas.openxmlformats.org/drawingml/2006/main">
              <a:ext uri="{FF2B5EF4-FFF2-40B4-BE49-F238E27FC236}">
                <a16:creationId xmlns:a16="http://schemas.microsoft.com/office/drawing/2014/main" id="{A3A97236-C9D1-43C1-AB18-0AE6B40C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3c3cba555f442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6" name="text-1807">
            <a:extLst xmlns:a="http://schemas.openxmlformats.org/drawingml/2006/main">
              <a:ext uri="{FF2B5EF4-FFF2-40B4-BE49-F238E27FC236}">
                <a16:creationId xmlns:a16="http://schemas.microsoft.com/office/drawing/2014/main" id="{4EBEB697-9283-4B28-ADBA-9C344EDB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728bf0d2e44ffd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8" name="text-1808">
            <a:extLst xmlns:a="http://schemas.openxmlformats.org/drawingml/2006/main">
              <a:ext uri="{FF2B5EF4-FFF2-40B4-BE49-F238E27FC236}">
                <a16:creationId xmlns:a16="http://schemas.microsoft.com/office/drawing/2014/main" id="{C7DC0EF4-D7B8-4B39-B207-B1C4E928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69335100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text-1475">
            <a:extLst xmlns:a="http://schemas.openxmlformats.org/drawingml/2006/main">
              <a:ext uri="{FF2B5EF4-FFF2-40B4-BE49-F238E27FC236}">
                <a16:creationId xmlns:a16="http://schemas.microsoft.com/office/drawing/2014/main" id="{D0B27CA5-E95C-4BFF-B029-ABD928770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EVIDENCE PIPELINE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2CE2138-5437-478F-B713-4AD9FA5F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七步研究流程：從原始資料到可追查報告</a:t>
            </a:r>
          </a:p>
        </p:txBody>
      </p:sp>
      <p:cxnSp>
        <p:nvCxnSpPr>
          <p:cNvPr id="56" name="shape-147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77">
            <a:extLst xmlns:a="http://schemas.openxmlformats.org/drawingml/2006/main">
              <a:ext uri="{FF2B5EF4-FFF2-40B4-BE49-F238E27FC236}">
                <a16:creationId xmlns:a16="http://schemas.microsoft.com/office/drawing/2014/main" id="{62E9D345-FCDD-4A3F-9887-99141148C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C874479-F111-4A1E-A7E0-61CED340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1478">
            <a:extLst xmlns:a="http://schemas.openxmlformats.org/drawingml/2006/main">
              <a:ext uri="{FF2B5EF4-FFF2-40B4-BE49-F238E27FC236}">
                <a16:creationId xmlns:a16="http://schemas.microsoft.com/office/drawing/2014/main" id="{61D4DDF9-D3C7-4112-B258-F954A034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479">
            <a:extLst xmlns:a="http://schemas.openxmlformats.org/drawingml/2006/main">
              <a:ext uri="{FF2B5EF4-FFF2-40B4-BE49-F238E27FC236}">
                <a16:creationId xmlns:a16="http://schemas.microsoft.com/office/drawing/2014/main" id="{D1214427-26C8-43D3-81CE-63914300E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480">
            <a:extLst xmlns:a="http://schemas.openxmlformats.org/drawingml/2006/main">
              <a:ext uri="{FF2B5EF4-FFF2-40B4-BE49-F238E27FC236}">
                <a16:creationId xmlns:a16="http://schemas.microsoft.com/office/drawing/2014/main" id="{0608F802-B1CE-40A4-A994-07E8173EA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81">
            <a:extLst xmlns:a="http://schemas.openxmlformats.org/drawingml/2006/main">
              <a:ext uri="{FF2B5EF4-FFF2-40B4-BE49-F238E27FC236}">
                <a16:creationId xmlns:a16="http://schemas.microsoft.com/office/drawing/2014/main" id="{09EA94B1-34B4-40F7-8704-2BF833ECA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去識別</a:t>
            </a:r>
          </a:p>
        </p:txBody>
      </p:sp>
      <p:sp>
        <p:nvSpPr>
          <p:cNvPr id="10" name="text-1482">
            <a:extLst xmlns:a="http://schemas.openxmlformats.org/drawingml/2006/main">
              <a:ext uri="{FF2B5EF4-FFF2-40B4-BE49-F238E27FC236}">
                <a16:creationId xmlns:a16="http://schemas.microsoft.com/office/drawing/2014/main" id="{6953385D-AA03-4FBD-A03B-8F293686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移除姓名與直接識別欄位</a:t>
            </a:r>
          </a:p>
        </p:txBody>
      </p:sp>
      <p:sp>
        <p:nvSpPr>
          <p:cNvPr id="11" name="text-1483">
            <a:extLst xmlns:a="http://schemas.openxmlformats.org/drawingml/2006/main">
              <a:ext uri="{FF2B5EF4-FFF2-40B4-BE49-F238E27FC236}">
                <a16:creationId xmlns:a16="http://schemas.microsoft.com/office/drawing/2014/main" id="{3B320D09-912D-472A-8DAD-E0979332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484">
            <a:extLst xmlns:a="http://schemas.openxmlformats.org/drawingml/2006/main">
              <a:ext uri="{FF2B5EF4-FFF2-40B4-BE49-F238E27FC236}">
                <a16:creationId xmlns:a16="http://schemas.microsoft.com/office/drawing/2014/main" id="{3608A772-36D9-4CF8-BCFF-F68439FD4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485">
            <a:extLst xmlns:a="http://schemas.openxmlformats.org/drawingml/2006/main">
              <a:ext uri="{FF2B5EF4-FFF2-40B4-BE49-F238E27FC236}">
                <a16:creationId xmlns:a16="http://schemas.microsoft.com/office/drawing/2014/main" id="{34E50A58-39B5-4802-8B8D-930BF448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486">
            <a:extLst xmlns:a="http://schemas.openxmlformats.org/drawingml/2006/main">
              <a:ext uri="{FF2B5EF4-FFF2-40B4-BE49-F238E27FC236}">
                <a16:creationId xmlns:a16="http://schemas.microsoft.com/office/drawing/2014/main" id="{277992D3-BA10-411B-822F-23A5C752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487">
            <a:extLst xmlns:a="http://schemas.openxmlformats.org/drawingml/2006/main">
              <a:ext uri="{FF2B5EF4-FFF2-40B4-BE49-F238E27FC236}">
                <a16:creationId xmlns:a16="http://schemas.microsoft.com/office/drawing/2014/main" id="{C1404975-3D24-4A61-A339-B626E6985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資料字典</a:t>
            </a:r>
          </a:p>
        </p:txBody>
      </p:sp>
      <p:sp>
        <p:nvSpPr>
          <p:cNvPr id="16" name="text-1488">
            <a:extLst xmlns:a="http://schemas.openxmlformats.org/drawingml/2006/main">
              <a:ext uri="{FF2B5EF4-FFF2-40B4-BE49-F238E27FC236}">
                <a16:creationId xmlns:a16="http://schemas.microsoft.com/office/drawing/2014/main" id="{5E63F826-9056-4371-B3EF-7CBF867A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欄位、答案鍵、缺失值</a:t>
            </a:r>
          </a:p>
        </p:txBody>
      </p:sp>
      <p:sp>
        <p:nvSpPr>
          <p:cNvPr id="17" name="text-1489">
            <a:extLst xmlns:a="http://schemas.openxmlformats.org/drawingml/2006/main">
              <a:ext uri="{FF2B5EF4-FFF2-40B4-BE49-F238E27FC236}">
                <a16:creationId xmlns:a16="http://schemas.microsoft.com/office/drawing/2014/main" id="{DAF7C53D-5F5C-4CE7-9821-9182A342E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490">
            <a:extLst xmlns:a="http://schemas.openxmlformats.org/drawingml/2006/main">
              <a:ext uri="{FF2B5EF4-FFF2-40B4-BE49-F238E27FC236}">
                <a16:creationId xmlns:a16="http://schemas.microsoft.com/office/drawing/2014/main" id="{DFE21F69-081F-4CB6-9736-3AE58A37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491">
            <a:extLst xmlns:a="http://schemas.openxmlformats.org/drawingml/2006/main">
              <a:ext uri="{FF2B5EF4-FFF2-40B4-BE49-F238E27FC236}">
                <a16:creationId xmlns:a16="http://schemas.microsoft.com/office/drawing/2014/main" id="{59158816-4D80-4845-BA39-8E316C1E6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492">
            <a:extLst xmlns:a="http://schemas.openxmlformats.org/drawingml/2006/main">
              <a:ext uri="{FF2B5EF4-FFF2-40B4-BE49-F238E27FC236}">
                <a16:creationId xmlns:a16="http://schemas.microsoft.com/office/drawing/2014/main" id="{577DA480-BC44-4B11-87D6-7BA922410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493">
            <a:extLst xmlns:a="http://schemas.openxmlformats.org/drawingml/2006/main">
              <a:ext uri="{FF2B5EF4-FFF2-40B4-BE49-F238E27FC236}">
                <a16:creationId xmlns:a16="http://schemas.microsoft.com/office/drawing/2014/main" id="{410D9E9C-AE87-419D-8C67-9ED418E0C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品質檢查</a:t>
            </a:r>
          </a:p>
        </p:txBody>
      </p:sp>
      <p:sp>
        <p:nvSpPr>
          <p:cNvPr id="22" name="text-1494">
            <a:extLst xmlns:a="http://schemas.openxmlformats.org/drawingml/2006/main">
              <a:ext uri="{FF2B5EF4-FFF2-40B4-BE49-F238E27FC236}">
                <a16:creationId xmlns:a16="http://schemas.microsoft.com/office/drawing/2014/main" id="{DD88E513-753A-4722-8170-4EEE1640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重複、空白、非法值</a:t>
            </a:r>
          </a:p>
        </p:txBody>
      </p:sp>
      <p:sp>
        <p:nvSpPr>
          <p:cNvPr id="23" name="text-1495">
            <a:extLst xmlns:a="http://schemas.openxmlformats.org/drawingml/2006/main">
              <a:ext uri="{FF2B5EF4-FFF2-40B4-BE49-F238E27FC236}">
                <a16:creationId xmlns:a16="http://schemas.microsoft.com/office/drawing/2014/main" id="{453D6120-483F-478B-BF66-A97F29ED7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496">
            <a:extLst xmlns:a="http://schemas.openxmlformats.org/drawingml/2006/main">
              <a:ext uri="{FF2B5EF4-FFF2-40B4-BE49-F238E27FC236}">
                <a16:creationId xmlns:a16="http://schemas.microsoft.com/office/drawing/2014/main" id="{7EF42B3F-7489-495A-8203-40B6C87C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497">
            <a:extLst xmlns:a="http://schemas.openxmlformats.org/drawingml/2006/main">
              <a:ext uri="{FF2B5EF4-FFF2-40B4-BE49-F238E27FC236}">
                <a16:creationId xmlns:a16="http://schemas.microsoft.com/office/drawing/2014/main" id="{097DFAAD-1288-47F7-8603-0C4D4908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498">
            <a:extLst xmlns:a="http://schemas.openxmlformats.org/drawingml/2006/main">
              <a:ext uri="{FF2B5EF4-FFF2-40B4-BE49-F238E27FC236}">
                <a16:creationId xmlns:a16="http://schemas.microsoft.com/office/drawing/2014/main" id="{8A1A98AB-A43A-46B8-A33E-C9AB91E5A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499">
            <a:extLst xmlns:a="http://schemas.openxmlformats.org/drawingml/2006/main">
              <a:ext uri="{FF2B5EF4-FFF2-40B4-BE49-F238E27FC236}">
                <a16:creationId xmlns:a16="http://schemas.microsoft.com/office/drawing/2014/main" id="{AAC5006C-3830-4A4E-AF33-FF22B937A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選擇題</a:t>
            </a:r>
          </a:p>
        </p:txBody>
      </p:sp>
      <p:sp>
        <p:nvSpPr>
          <p:cNvPr id="28" name="text-1500">
            <a:extLst xmlns:a="http://schemas.openxmlformats.org/drawingml/2006/main">
              <a:ext uri="{FF2B5EF4-FFF2-40B4-BE49-F238E27FC236}">
                <a16:creationId xmlns:a16="http://schemas.microsoft.com/office/drawing/2014/main" id="{F9F62925-8CD2-4F84-A0A6-205CF19AE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答對率與選項分布</a:t>
            </a:r>
          </a:p>
        </p:txBody>
      </p:sp>
      <p:sp>
        <p:nvSpPr>
          <p:cNvPr id="29" name="text-1501">
            <a:extLst xmlns:a="http://schemas.openxmlformats.org/drawingml/2006/main">
              <a:ext uri="{FF2B5EF4-FFF2-40B4-BE49-F238E27FC236}">
                <a16:creationId xmlns:a16="http://schemas.microsoft.com/office/drawing/2014/main" id="{9D8B88B2-4B84-4E46-A9E4-78C2CAC7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502">
            <a:extLst xmlns:a="http://schemas.openxmlformats.org/drawingml/2006/main">
              <a:ext uri="{FF2B5EF4-FFF2-40B4-BE49-F238E27FC236}">
                <a16:creationId xmlns:a16="http://schemas.microsoft.com/office/drawing/2014/main" id="{C8AD71C4-24C1-492A-BB1A-BF8EE7803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503">
            <a:extLst xmlns:a="http://schemas.openxmlformats.org/drawingml/2006/main">
              <a:ext uri="{FF2B5EF4-FFF2-40B4-BE49-F238E27FC236}">
                <a16:creationId xmlns:a16="http://schemas.microsoft.com/office/drawing/2014/main" id="{E2137647-2DC6-40DD-9954-28123A11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504">
            <a:extLst xmlns:a="http://schemas.openxmlformats.org/drawingml/2006/main">
              <a:ext uri="{FF2B5EF4-FFF2-40B4-BE49-F238E27FC236}">
                <a16:creationId xmlns:a16="http://schemas.microsoft.com/office/drawing/2014/main" id="{C3FDD181-CF3F-4364-A07C-3144183BC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505">
            <a:extLst xmlns:a="http://schemas.openxmlformats.org/drawingml/2006/main">
              <a:ext uri="{FF2B5EF4-FFF2-40B4-BE49-F238E27FC236}">
                <a16:creationId xmlns:a16="http://schemas.microsoft.com/office/drawing/2014/main" id="{4DFFF8F6-A5EF-47B4-B15B-58952E161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簡答初編</a:t>
            </a:r>
          </a:p>
        </p:txBody>
      </p:sp>
      <p:sp>
        <p:nvSpPr>
          <p:cNvPr id="34" name="text-1506">
            <a:extLst xmlns:a="http://schemas.openxmlformats.org/drawingml/2006/main">
              <a:ext uri="{FF2B5EF4-FFF2-40B4-BE49-F238E27FC236}">
                <a16:creationId xmlns:a16="http://schemas.microsoft.com/office/drawing/2014/main" id="{3F22B89B-FE88-475C-89C5-403661134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依規準＋文字證據</a:t>
            </a:r>
          </a:p>
        </p:txBody>
      </p:sp>
      <p:sp>
        <p:nvSpPr>
          <p:cNvPr id="35" name="text-1507">
            <a:extLst xmlns:a="http://schemas.openxmlformats.org/drawingml/2006/main">
              <a:ext uri="{FF2B5EF4-FFF2-40B4-BE49-F238E27FC236}">
                <a16:creationId xmlns:a16="http://schemas.microsoft.com/office/drawing/2014/main" id="{85416704-2ED7-477D-BEC2-EF628189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6" name="shape-1508">
            <a:extLst xmlns:a="http://schemas.openxmlformats.org/drawingml/2006/main">
              <a:ext uri="{FF2B5EF4-FFF2-40B4-BE49-F238E27FC236}">
                <a16:creationId xmlns:a16="http://schemas.microsoft.com/office/drawing/2014/main" id="{31FF35D9-5D6C-4A6F-831D-66D9D832B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7" name="shape-1509">
            <a:extLst xmlns:a="http://schemas.openxmlformats.org/drawingml/2006/main">
              <a:ext uri="{FF2B5EF4-FFF2-40B4-BE49-F238E27FC236}">
                <a16:creationId xmlns:a16="http://schemas.microsoft.com/office/drawing/2014/main" id="{8D168EA4-463F-4D65-901F-77E07D8C5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text-1510">
            <a:extLst xmlns:a="http://schemas.openxmlformats.org/drawingml/2006/main">
              <a:ext uri="{FF2B5EF4-FFF2-40B4-BE49-F238E27FC236}">
                <a16:creationId xmlns:a16="http://schemas.microsoft.com/office/drawing/2014/main" id="{92AE5D12-AEDE-4FC2-94CB-9585CE18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39" name="text-1511">
            <a:extLst xmlns:a="http://schemas.openxmlformats.org/drawingml/2006/main">
              <a:ext uri="{FF2B5EF4-FFF2-40B4-BE49-F238E27FC236}">
                <a16:creationId xmlns:a16="http://schemas.microsoft.com/office/drawing/2014/main" id="{5B4D45B8-FD35-44AE-BAB7-BA2AC038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sp>
        <p:nvSpPr>
          <p:cNvPr id="40" name="text-1512">
            <a:extLst xmlns:a="http://schemas.openxmlformats.org/drawingml/2006/main">
              <a:ext uri="{FF2B5EF4-FFF2-40B4-BE49-F238E27FC236}">
                <a16:creationId xmlns:a16="http://schemas.microsoft.com/office/drawing/2014/main" id="{9731DC6F-7BA6-461E-80E2-490D11E30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盲評抽查與歧異討論</a:t>
            </a:r>
          </a:p>
        </p:txBody>
      </p:sp>
      <p:sp>
        <p:nvSpPr>
          <p:cNvPr id="41" name="text-1513">
            <a:extLst xmlns:a="http://schemas.openxmlformats.org/drawingml/2006/main">
              <a:ext uri="{FF2B5EF4-FFF2-40B4-BE49-F238E27FC236}">
                <a16:creationId xmlns:a16="http://schemas.microsoft.com/office/drawing/2014/main" id="{DD094A3F-0FB4-42B4-BA4A-7B17CEF16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514">
            <a:extLst xmlns:a="http://schemas.openxmlformats.org/drawingml/2006/main">
              <a:ext uri="{FF2B5EF4-FFF2-40B4-BE49-F238E27FC236}">
                <a16:creationId xmlns:a16="http://schemas.microsoft.com/office/drawing/2014/main" id="{7C2FE972-B041-4FEA-B82D-AB7CDBBC3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43" name="shape-1515">
            <a:extLst xmlns:a="http://schemas.openxmlformats.org/drawingml/2006/main">
              <a:ext uri="{FF2B5EF4-FFF2-40B4-BE49-F238E27FC236}">
                <a16:creationId xmlns:a16="http://schemas.microsoft.com/office/drawing/2014/main" id="{DFEEF57A-9029-48AA-8138-107F403A5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text-1516">
            <a:extLst xmlns:a="http://schemas.openxmlformats.org/drawingml/2006/main">
              <a:ext uri="{FF2B5EF4-FFF2-40B4-BE49-F238E27FC236}">
                <a16:creationId xmlns:a16="http://schemas.microsoft.com/office/drawing/2014/main" id="{B3AAA243-3450-4519-9110-E58BDD807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7</a:t>
            </a:r>
          </a:p>
        </p:txBody>
      </p:sp>
      <p:sp>
        <p:nvSpPr>
          <p:cNvPr id="45" name="text-1517">
            <a:extLst xmlns:a="http://schemas.openxmlformats.org/drawingml/2006/main">
              <a:ext uri="{FF2B5EF4-FFF2-40B4-BE49-F238E27FC236}">
                <a16:creationId xmlns:a16="http://schemas.microsoft.com/office/drawing/2014/main" id="{117B3394-9F7B-4508-8567-044D12771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彙整報告</a:t>
            </a:r>
          </a:p>
        </p:txBody>
      </p:sp>
      <p:sp>
        <p:nvSpPr>
          <p:cNvPr id="46" name="text-1518">
            <a:extLst xmlns:a="http://schemas.openxmlformats.org/drawingml/2006/main">
              <a:ext uri="{FF2B5EF4-FFF2-40B4-BE49-F238E27FC236}">
                <a16:creationId xmlns:a16="http://schemas.microsoft.com/office/drawing/2014/main" id="{F30D854D-F160-480D-A9EB-A0B453A06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群體趨勢、限制、未確認</a:t>
            </a:r>
          </a:p>
        </p:txBody>
      </p:sp>
      <p:sp>
        <p:nvSpPr>
          <p:cNvPr id="47" name="text-1519">
            <a:extLst xmlns:a="http://schemas.openxmlformats.org/drawingml/2006/main">
              <a:ext uri="{FF2B5EF4-FFF2-40B4-BE49-F238E27FC236}">
                <a16:creationId xmlns:a16="http://schemas.microsoft.com/office/drawing/2014/main" id="{9D37CAF7-2174-43DE-912E-5CB0F7EC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48" name="text-1737">
            <a:extLst xmlns:a="http://schemas.openxmlformats.org/drawingml/2006/main">
              <a:ext uri="{FF2B5EF4-FFF2-40B4-BE49-F238E27FC236}">
                <a16:creationId xmlns:a16="http://schemas.microsoft.com/office/drawing/2014/main" id="{467D4855-2907-4BB4-8B25-45BBC982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6057734c3274f1e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133ae5bcb6247d7"/>
              </a:rPr>
              <a:t>Codex ↗</a:t>
            </a:r>
          </a:p>
        </p:txBody>
      </p:sp>
      <p:sp>
        <p:nvSpPr>
          <p:cNvPr id="49" name="shape-1809">
            <a:extLst xmlns:a="http://schemas.openxmlformats.org/drawingml/2006/main">
              <a:ext uri="{FF2B5EF4-FFF2-40B4-BE49-F238E27FC236}">
                <a16:creationId xmlns:a16="http://schemas.microsoft.com/office/drawing/2014/main" id="{534C28CB-5759-4626-95B5-4A59D6162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53d980cd6c4232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1" name="text-1810">
            <a:extLst xmlns:a="http://schemas.openxmlformats.org/drawingml/2006/main">
              <a:ext uri="{FF2B5EF4-FFF2-40B4-BE49-F238E27FC236}">
                <a16:creationId xmlns:a16="http://schemas.microsoft.com/office/drawing/2014/main" id="{2472E7B1-64CA-48B3-9437-4C65B8A8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35ca3fc3c1413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3" name="text-1811">
            <a:extLst xmlns:a="http://schemas.openxmlformats.org/drawingml/2006/main">
              <a:ext uri="{FF2B5EF4-FFF2-40B4-BE49-F238E27FC236}">
                <a16:creationId xmlns:a16="http://schemas.microsoft.com/office/drawing/2014/main" id="{60842AD9-76DB-44F4-AD0B-396EF304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411340051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520">
            <a:extLst xmlns:a="http://schemas.openxmlformats.org/drawingml/2006/main">
              <a:ext uri="{FF2B5EF4-FFF2-40B4-BE49-F238E27FC236}">
                <a16:creationId xmlns:a16="http://schemas.microsoft.com/office/drawing/2014/main" id="{DF424A51-549A-4F50-86CA-376213429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HUMAN-SCORED · AI PARALLEL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1AEA5AA-C69A-4FBC-B305-47E3DB232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初編不等於正式評分：PIRLS 2026 給我們的訊號</a:t>
            </a:r>
          </a:p>
        </p:txBody>
      </p:sp>
      <p:cxnSp>
        <p:nvCxnSpPr>
          <p:cNvPr id="30" name="shape-152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22">
            <a:extLst xmlns:a="http://schemas.openxmlformats.org/drawingml/2006/main">
              <a:ext uri="{FF2B5EF4-FFF2-40B4-BE49-F238E27FC236}">
                <a16:creationId xmlns:a16="http://schemas.microsoft.com/office/drawing/2014/main" id="{6E94CEBC-8715-43CA-B5ED-C4393F318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11FF8C6-C999-4E0D-9A07-E8502D66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6" name="shape-1523">
            <a:extLst xmlns:a="http://schemas.openxmlformats.org/drawingml/2006/main">
              <a:ext uri="{FF2B5EF4-FFF2-40B4-BE49-F238E27FC236}">
                <a16:creationId xmlns:a16="http://schemas.microsoft.com/office/drawing/2014/main" id="{F76F85A2-7107-4375-A5E6-CBE43F81A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24">
            <a:extLst xmlns:a="http://schemas.openxmlformats.org/drawingml/2006/main">
              <a:ext uri="{FF2B5EF4-FFF2-40B4-BE49-F238E27FC236}">
                <a16:creationId xmlns:a16="http://schemas.microsoft.com/office/drawing/2014/main" id="{605D4D61-7BC4-445C-A265-CA0A1186D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H</a:t>
            </a:r>
          </a:p>
        </p:txBody>
      </p:sp>
      <p:sp>
        <p:nvSpPr>
          <p:cNvPr id="8" name="text-1525">
            <a:extLst xmlns:a="http://schemas.openxmlformats.org/drawingml/2006/main">
              <a:ext uri="{FF2B5EF4-FFF2-40B4-BE49-F238E27FC236}">
                <a16:creationId xmlns:a16="http://schemas.microsoft.com/office/drawing/2014/main" id="{2AAFB2F8-55CE-4393-80AC-9E9A2E595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人工仍是主流程</a:t>
            </a:r>
          </a:p>
        </p:txBody>
      </p:sp>
      <p:sp>
        <p:nvSpPr>
          <p:cNvPr id="9" name="text-1526">
            <a:extLst xmlns:a="http://schemas.openxmlformats.org/drawingml/2006/main">
              <a:ext uri="{FF2B5EF4-FFF2-40B4-BE49-F238E27FC236}">
                <a16:creationId xmlns:a16="http://schemas.microsoft.com/office/drawing/2014/main" id="{6521B79E-6D4D-4D66-A6D3-9F07CDAED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PIRLS 2026 的 constructed-response 項目規劃由各國人工評分。</a:t>
            </a:r>
          </a:p>
        </p:txBody>
      </p:sp>
      <p:sp>
        <p:nvSpPr>
          <p:cNvPr id="10" name="shape-1527">
            <a:extLst xmlns:a="http://schemas.openxmlformats.org/drawingml/2006/main">
              <a:ext uri="{FF2B5EF4-FFF2-40B4-BE49-F238E27FC236}">
                <a16:creationId xmlns:a16="http://schemas.microsoft.com/office/drawing/2014/main" id="{A027A1A4-866A-44C9-9A43-D401D26C2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28">
            <a:extLst xmlns:a="http://schemas.openxmlformats.org/drawingml/2006/main">
              <a:ext uri="{FF2B5EF4-FFF2-40B4-BE49-F238E27FC236}">
                <a16:creationId xmlns:a16="http://schemas.microsoft.com/office/drawing/2014/main" id="{EB317D9F-638B-45C8-9F23-131C0286B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AI</a:t>
            </a:r>
          </a:p>
        </p:txBody>
      </p:sp>
      <p:sp>
        <p:nvSpPr>
          <p:cNvPr id="12" name="text-1529">
            <a:extLst xmlns:a="http://schemas.openxmlformats.org/drawingml/2006/main">
              <a:ext uri="{FF2B5EF4-FFF2-40B4-BE49-F238E27FC236}">
                <a16:creationId xmlns:a16="http://schemas.microsoft.com/office/drawing/2014/main" id="{AEE45B55-DBB4-4F98-968C-827B614FB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平行研究</a:t>
            </a:r>
          </a:p>
        </p:txBody>
      </p:sp>
      <p:sp>
        <p:nvSpPr>
          <p:cNvPr id="13" name="text-1530">
            <a:extLst xmlns:a="http://schemas.openxmlformats.org/drawingml/2006/main">
              <a:ext uri="{FF2B5EF4-FFF2-40B4-BE49-F238E27FC236}">
                <a16:creationId xmlns:a16="http://schemas.microsoft.com/office/drawing/2014/main" id="{64AEF555-10DE-4A84-8384-76E007347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其中 40% 題目規劃同步以 LLM／NLP 方法進行平行評分研究。</a:t>
            </a:r>
          </a:p>
        </p:txBody>
      </p:sp>
      <p:sp>
        <p:nvSpPr>
          <p:cNvPr id="14" name="shape-1531">
            <a:extLst xmlns:a="http://schemas.openxmlformats.org/drawingml/2006/main">
              <a:ext uri="{FF2B5EF4-FFF2-40B4-BE49-F238E27FC236}">
                <a16:creationId xmlns:a16="http://schemas.microsoft.com/office/drawing/2014/main" id="{92AF0423-F787-4156-946F-2FCDD1E0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32">
            <a:extLst xmlns:a="http://schemas.openxmlformats.org/drawingml/2006/main">
              <a:ext uri="{FF2B5EF4-FFF2-40B4-BE49-F238E27FC236}">
                <a16:creationId xmlns:a16="http://schemas.microsoft.com/office/drawing/2014/main" id="{F15E647A-569B-48E6-8D68-E83E05D08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</a:t>
            </a:r>
          </a:p>
        </p:txBody>
      </p:sp>
      <p:sp>
        <p:nvSpPr>
          <p:cNvPr id="16" name="text-1533">
            <a:extLst xmlns:a="http://schemas.openxmlformats.org/drawingml/2006/main">
              <a:ext uri="{FF2B5EF4-FFF2-40B4-BE49-F238E27FC236}">
                <a16:creationId xmlns:a16="http://schemas.microsoft.com/office/drawing/2014/main" id="{67736FEE-5B8C-471B-A655-41D95B023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不是只看準確率</a:t>
            </a:r>
          </a:p>
        </p:txBody>
      </p:sp>
      <p:sp>
        <p:nvSpPr>
          <p:cNvPr id="17" name="text-1534">
            <a:extLst xmlns:a="http://schemas.openxmlformats.org/drawingml/2006/main">
              <a:ext uri="{FF2B5EF4-FFF2-40B4-BE49-F238E27FC236}">
                <a16:creationId xmlns:a16="http://schemas.microsoft.com/office/drawing/2014/main" id="{35A18B41-FACF-4A46-8540-F599DF9F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還要關注資料隱私、安全、跨國與跨語言一致性。</a:t>
            </a:r>
          </a:p>
        </p:txBody>
      </p:sp>
      <p:sp>
        <p:nvSpPr>
          <p:cNvPr id="18" name="shape-1535">
            <a:extLst xmlns:a="http://schemas.openxmlformats.org/drawingml/2006/main">
              <a:ext uri="{FF2B5EF4-FFF2-40B4-BE49-F238E27FC236}">
                <a16:creationId xmlns:a16="http://schemas.microsoft.com/office/drawing/2014/main" id="{72B59DAE-8656-40F9-B94A-14C07CD2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36">
            <a:extLst xmlns:a="http://schemas.openxmlformats.org/drawingml/2006/main">
              <a:ext uri="{FF2B5EF4-FFF2-40B4-BE49-F238E27FC236}">
                <a16:creationId xmlns:a16="http://schemas.microsoft.com/office/drawing/2014/main" id="{1986D74B-25DC-469D-873D-8EDA92340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</a:t>
            </a:r>
          </a:p>
        </p:txBody>
      </p:sp>
      <p:sp>
        <p:nvSpPr>
          <p:cNvPr id="20" name="text-1537">
            <a:extLst xmlns:a="http://schemas.openxmlformats.org/drawingml/2006/main">
              <a:ext uri="{FF2B5EF4-FFF2-40B4-BE49-F238E27FC236}">
                <a16:creationId xmlns:a16="http://schemas.microsoft.com/office/drawing/2014/main" id="{45BFB926-C008-4386-BD95-C8D9A44B4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逐題評估</a:t>
            </a:r>
          </a:p>
        </p:txBody>
      </p:sp>
      <p:sp>
        <p:nvSpPr>
          <p:cNvPr id="21" name="text-1538">
            <a:extLst xmlns:a="http://schemas.openxmlformats.org/drawingml/2006/main">
              <a:ext uri="{FF2B5EF4-FFF2-40B4-BE49-F238E27FC236}">
                <a16:creationId xmlns:a16="http://schemas.microsoft.com/office/drawing/2014/main" id="{0CC3E459-B012-43EE-94C1-27EBFFEBC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自動評分效果會依題目、語言與回答型態而變，需逐題驗證。</a:t>
            </a:r>
          </a:p>
        </p:txBody>
      </p:sp>
      <p:sp>
        <p:nvSpPr>
          <p:cNvPr id="22" name="text-1738">
            <a:extLst xmlns:a="http://schemas.openxmlformats.org/drawingml/2006/main">
              <a:ext uri="{FF2B5EF4-FFF2-40B4-BE49-F238E27FC236}">
                <a16:creationId xmlns:a16="http://schemas.microsoft.com/office/drawing/2014/main" id="{154CDE6E-B724-49C7-94D9-F0956B362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bcbb81a39774723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12df036900a44c7"/>
              </a:rPr>
              <a:t>Codex ↗</a:t>
            </a:r>
          </a:p>
        </p:txBody>
      </p:sp>
      <p:sp>
        <p:nvSpPr>
          <p:cNvPr id="23" name="shape-1812">
            <a:extLst xmlns:a="http://schemas.openxmlformats.org/drawingml/2006/main">
              <a:ext uri="{FF2B5EF4-FFF2-40B4-BE49-F238E27FC236}">
                <a16:creationId xmlns:a16="http://schemas.microsoft.com/office/drawing/2014/main" id="{2EF7A8C4-2859-4938-9355-71301120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fa6626fbf44e9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813">
            <a:extLst xmlns:a="http://schemas.openxmlformats.org/drawingml/2006/main">
              <a:ext uri="{FF2B5EF4-FFF2-40B4-BE49-F238E27FC236}">
                <a16:creationId xmlns:a16="http://schemas.microsoft.com/office/drawing/2014/main" id="{812EAB75-7749-4105-BB5B-19F2D975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398d5e21804f3d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814">
            <a:extLst xmlns:a="http://schemas.openxmlformats.org/drawingml/2006/main">
              <a:ext uri="{FF2B5EF4-FFF2-40B4-BE49-F238E27FC236}">
                <a16:creationId xmlns:a16="http://schemas.microsoft.com/office/drawing/2014/main" id="{573A9AA5-F754-4E4C-B63D-ACBD8B78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93469530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539">
            <a:extLst xmlns:a="http://schemas.openxmlformats.org/drawingml/2006/main">
              <a:ext uri="{FF2B5EF4-FFF2-40B4-BE49-F238E27FC236}">
                <a16:creationId xmlns:a16="http://schemas.microsoft.com/office/drawing/2014/main" id="{8434BB38-A461-4E12-B4CA-A05B17A4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DATA &amp; CODING QUALITY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90CD73A-38F8-44C5-A7CE-B19248234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報告前的四項品質檢核</a:t>
            </a:r>
          </a:p>
        </p:txBody>
      </p:sp>
      <p:cxnSp>
        <p:nvCxnSpPr>
          <p:cNvPr id="38" name="shape-154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41">
            <a:extLst xmlns:a="http://schemas.openxmlformats.org/drawingml/2006/main">
              <a:ext uri="{FF2B5EF4-FFF2-40B4-BE49-F238E27FC236}">
                <a16:creationId xmlns:a16="http://schemas.microsoft.com/office/drawing/2014/main" id="{2A5DA7B1-B44C-4A91-AA19-E9D5FBF3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F45E59F-094A-4660-842B-20CBA6A54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sp>
        <p:nvSpPr>
          <p:cNvPr id="6" name="shape-1542">
            <a:extLst xmlns:a="http://schemas.openxmlformats.org/drawingml/2006/main">
              <a:ext uri="{FF2B5EF4-FFF2-40B4-BE49-F238E27FC236}">
                <a16:creationId xmlns:a16="http://schemas.microsoft.com/office/drawing/2014/main" id="{BFE1AEC1-E2E2-4D04-BAAE-3EE25A4B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43">
            <a:extLst xmlns:a="http://schemas.openxmlformats.org/drawingml/2006/main">
              <a:ext uri="{FF2B5EF4-FFF2-40B4-BE49-F238E27FC236}">
                <a16:creationId xmlns:a16="http://schemas.microsoft.com/office/drawing/2014/main" id="{1FD249F6-DEE0-479A-8B4E-CDB56776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544">
            <a:extLst xmlns:a="http://schemas.openxmlformats.org/drawingml/2006/main">
              <a:ext uri="{FF2B5EF4-FFF2-40B4-BE49-F238E27FC236}">
                <a16:creationId xmlns:a16="http://schemas.microsoft.com/office/drawing/2014/main" id="{9B3F5EA6-974C-4BB7-9B88-368C50CB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資料完整性</a:t>
            </a:r>
          </a:p>
        </p:txBody>
      </p:sp>
      <p:sp>
        <p:nvSpPr>
          <p:cNvPr id="9" name="text-1545">
            <a:extLst xmlns:a="http://schemas.openxmlformats.org/drawingml/2006/main">
              <a:ext uri="{FF2B5EF4-FFF2-40B4-BE49-F238E27FC236}">
                <a16:creationId xmlns:a16="http://schemas.microsoft.com/office/drawing/2014/main" id="{FA4C2A54-06D0-4C37-A614-757BDED0E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列出缺漏、重複、非法選項與無法解析的文字，不要自動補答案。</a:t>
            </a:r>
          </a:p>
        </p:txBody>
      </p:sp>
      <p:sp>
        <p:nvSpPr>
          <p:cNvPr id="10" name="shape-1546">
            <a:extLst xmlns:a="http://schemas.openxmlformats.org/drawingml/2006/main">
              <a:ext uri="{FF2B5EF4-FFF2-40B4-BE49-F238E27FC236}">
                <a16:creationId xmlns:a16="http://schemas.microsoft.com/office/drawing/2014/main" id="{69E590C9-2AB6-42B5-8A12-45E062B4D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47">
            <a:extLst xmlns:a="http://schemas.openxmlformats.org/drawingml/2006/main">
              <a:ext uri="{FF2B5EF4-FFF2-40B4-BE49-F238E27FC236}">
                <a16:creationId xmlns:a16="http://schemas.microsoft.com/office/drawing/2014/main" id="{4AAA9A6A-25A4-42DA-8212-3FAE989E3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48">
            <a:extLst xmlns:a="http://schemas.openxmlformats.org/drawingml/2006/main">
              <a:ext uri="{FF2B5EF4-FFF2-40B4-BE49-F238E27FC236}">
                <a16:creationId xmlns:a16="http://schemas.microsoft.com/office/drawing/2014/main" id="{6B20BCAD-6F4C-476E-8194-D36CA3E13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逐題可追查</a:t>
            </a:r>
          </a:p>
        </p:txBody>
      </p:sp>
      <p:sp>
        <p:nvSpPr>
          <p:cNvPr id="13" name="text-1549">
            <a:extLst xmlns:a="http://schemas.openxmlformats.org/drawingml/2006/main">
              <a:ext uri="{FF2B5EF4-FFF2-40B4-BE49-F238E27FC236}">
                <a16:creationId xmlns:a16="http://schemas.microsoft.com/office/drawing/2014/main" id="{4FDA6BBE-1D81-472A-9431-29300BF84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每個簡答編碼都保留 evidence excerpt 與 rationale。</a:t>
            </a:r>
          </a:p>
        </p:txBody>
      </p:sp>
      <p:sp>
        <p:nvSpPr>
          <p:cNvPr id="14" name="shape-1550">
            <a:extLst xmlns:a="http://schemas.openxmlformats.org/drawingml/2006/main">
              <a:ext uri="{FF2B5EF4-FFF2-40B4-BE49-F238E27FC236}">
                <a16:creationId xmlns:a16="http://schemas.microsoft.com/office/drawing/2014/main" id="{AD83BA06-AA9D-4CE0-9AEE-E3ACEF47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51">
            <a:extLst xmlns:a="http://schemas.openxmlformats.org/drawingml/2006/main">
              <a:ext uri="{FF2B5EF4-FFF2-40B4-BE49-F238E27FC236}">
                <a16:creationId xmlns:a16="http://schemas.microsoft.com/office/drawing/2014/main" id="{0708F2B7-846B-4DD3-AF0C-100B56DA8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52">
            <a:extLst xmlns:a="http://schemas.openxmlformats.org/drawingml/2006/main">
              <a:ext uri="{FF2B5EF4-FFF2-40B4-BE49-F238E27FC236}">
                <a16:creationId xmlns:a16="http://schemas.microsoft.com/office/drawing/2014/main" id="{A422EFDE-EDFD-4ECF-BAE1-6E47F2D9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一致性</a:t>
            </a:r>
          </a:p>
        </p:txBody>
      </p:sp>
      <p:sp>
        <p:nvSpPr>
          <p:cNvPr id="17" name="text-1553">
            <a:extLst xmlns:a="http://schemas.openxmlformats.org/drawingml/2006/main">
              <a:ext uri="{FF2B5EF4-FFF2-40B4-BE49-F238E27FC236}">
                <a16:creationId xmlns:a16="http://schemas.microsoft.com/office/drawing/2014/main" id="{414785EA-BFE7-4DCB-9E8D-7B193DBC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比較 AI 與人工代碼，集中檢視不一致、低信心與邊界案例。</a:t>
            </a:r>
          </a:p>
        </p:txBody>
      </p:sp>
      <p:sp>
        <p:nvSpPr>
          <p:cNvPr id="18" name="shape-1554">
            <a:extLst xmlns:a="http://schemas.openxmlformats.org/drawingml/2006/main">
              <a:ext uri="{FF2B5EF4-FFF2-40B4-BE49-F238E27FC236}">
                <a16:creationId xmlns:a16="http://schemas.microsoft.com/office/drawing/2014/main" id="{E8F50959-1771-4ACE-B64B-974372E7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55">
            <a:extLst xmlns:a="http://schemas.openxmlformats.org/drawingml/2006/main">
              <a:ext uri="{FF2B5EF4-FFF2-40B4-BE49-F238E27FC236}">
                <a16:creationId xmlns:a16="http://schemas.microsoft.com/office/drawing/2014/main" id="{6F8BD192-A0A7-4C78-8C5D-1E26D24FB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56">
            <a:extLst xmlns:a="http://schemas.openxmlformats.org/drawingml/2006/main">
              <a:ext uri="{FF2B5EF4-FFF2-40B4-BE49-F238E27FC236}">
                <a16:creationId xmlns:a16="http://schemas.microsoft.com/office/drawing/2014/main" id="{D7BBEA02-A532-44B2-A877-4157A302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報告邊界</a:t>
            </a:r>
          </a:p>
        </p:txBody>
      </p:sp>
      <p:sp>
        <p:nvSpPr>
          <p:cNvPr id="21" name="text-1557">
            <a:extLst xmlns:a="http://schemas.openxmlformats.org/drawingml/2006/main">
              <a:ext uri="{FF2B5EF4-FFF2-40B4-BE49-F238E27FC236}">
                <a16:creationId xmlns:a16="http://schemas.microsoft.com/office/drawing/2014/main" id="{DF6D1E69-F8D4-4419-AC90-3DCB914FD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以群體趨勢協助教學診斷，不用未驗證的 AI 分數做高風險個人決策。</a:t>
            </a:r>
          </a:p>
        </p:txBody>
      </p:sp>
      <p:sp>
        <p:nvSpPr>
          <p:cNvPr id="22" name="text-1558">
            <a:extLst xmlns:a="http://schemas.openxmlformats.org/drawingml/2006/main">
              <a:ext uri="{FF2B5EF4-FFF2-40B4-BE49-F238E27FC236}">
                <a16:creationId xmlns:a16="http://schemas.microsoft.com/office/drawing/2014/main" id="{3B591FB0-6A43-43BF-AE3F-DC87E57E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資料完整</a:t>
            </a:r>
          </a:p>
        </p:txBody>
      </p:sp>
      <p:sp>
        <p:nvSpPr>
          <p:cNvPr id="23" name="text-1559">
            <a:extLst xmlns:a="http://schemas.openxmlformats.org/drawingml/2006/main">
              <a:ext uri="{FF2B5EF4-FFF2-40B4-BE49-F238E27FC236}">
                <a16:creationId xmlns:a16="http://schemas.microsoft.com/office/drawing/2014/main" id="{F6CF7B5B-5788-4275-AAD1-D77385E5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證據可追查</a:t>
            </a:r>
          </a:p>
        </p:txBody>
      </p:sp>
      <p:sp>
        <p:nvSpPr>
          <p:cNvPr id="24" name="text-1560">
            <a:extLst xmlns:a="http://schemas.openxmlformats.org/drawingml/2006/main">
              <a:ext uri="{FF2B5EF4-FFF2-40B4-BE49-F238E27FC236}">
                <a16:creationId xmlns:a16="http://schemas.microsoft.com/office/drawing/2014/main" id="{835F8153-5B9D-4ED6-9525-505715B2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AI／人一致性</a:t>
            </a:r>
          </a:p>
        </p:txBody>
      </p:sp>
      <p:sp>
        <p:nvSpPr>
          <p:cNvPr id="25" name="text-1561">
            <a:extLst xmlns:a="http://schemas.openxmlformats.org/drawingml/2006/main">
              <a:ext uri="{FF2B5EF4-FFF2-40B4-BE49-F238E27FC236}">
                <a16:creationId xmlns:a16="http://schemas.microsoft.com/office/drawing/2014/main" id="{64880ED2-0F15-406C-8F1F-C3E9ADA8C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✓ 報告有邊界</a:t>
            </a:r>
          </a:p>
        </p:txBody>
      </p:sp>
      <p:cxnSp>
        <p:nvCxnSpPr>
          <p:cNvPr id="61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28956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62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61975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63" name=""/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83439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9" name="text-1562">
            <a:extLst xmlns:a="http://schemas.openxmlformats.org/drawingml/2006/main">
              <a:ext uri="{FF2B5EF4-FFF2-40B4-BE49-F238E27FC236}">
                <a16:creationId xmlns:a16="http://schemas.microsoft.com/office/drawing/2014/main" id="{E6B9FFA4-AC07-4300-864F-E27DA500A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657850"/>
            <a:ext cx="640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四道閘門都通過，才進入研究報告；否則標示未確認</a:t>
            </a:r>
          </a:p>
        </p:txBody>
      </p:sp>
      <p:sp>
        <p:nvSpPr>
          <p:cNvPr id="30" name="text-1739">
            <a:extLst xmlns:a="http://schemas.openxmlformats.org/drawingml/2006/main">
              <a:ext uri="{FF2B5EF4-FFF2-40B4-BE49-F238E27FC236}">
                <a16:creationId xmlns:a16="http://schemas.microsoft.com/office/drawing/2014/main" id="{4881164E-D47C-4660-BDBE-E9865AF4E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9d47979d01b472d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96db1d55e6d4c42"/>
              </a:rPr>
              <a:t>Codex ↗</a:t>
            </a:r>
          </a:p>
        </p:txBody>
      </p:sp>
      <p:sp>
        <p:nvSpPr>
          <p:cNvPr id="31" name="shape-1815">
            <a:extLst xmlns:a="http://schemas.openxmlformats.org/drawingml/2006/main">
              <a:ext uri="{FF2B5EF4-FFF2-40B4-BE49-F238E27FC236}">
                <a16:creationId xmlns:a16="http://schemas.microsoft.com/office/drawing/2014/main" id="{BE3499E6-781C-42A6-8A85-3A5970041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df41b5739047c5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816">
            <a:extLst xmlns:a="http://schemas.openxmlformats.org/drawingml/2006/main">
              <a:ext uri="{FF2B5EF4-FFF2-40B4-BE49-F238E27FC236}">
                <a16:creationId xmlns:a16="http://schemas.microsoft.com/office/drawing/2014/main" id="{28BB7945-6387-4423-A278-5A19B730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56ea42226742cf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817">
            <a:extLst xmlns:a="http://schemas.openxmlformats.org/drawingml/2006/main">
              <a:ext uri="{FF2B5EF4-FFF2-40B4-BE49-F238E27FC236}">
                <a16:creationId xmlns:a16="http://schemas.microsoft.com/office/drawing/2014/main" id="{1180F0A3-83A7-4969-91C1-7B02111DA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32877412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563">
            <a:extLst xmlns:a="http://schemas.openxmlformats.org/drawingml/2006/main">
              <a:ext uri="{FF2B5EF4-FFF2-40B4-BE49-F238E27FC236}">
                <a16:creationId xmlns:a16="http://schemas.microsoft.com/office/drawing/2014/main" id="{26A35340-3851-4564-93C0-4C93A434B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9E1219B-012F-4B04-8789-69A5D150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D｜PIRLS 風格合成資料分析</a:t>
            </a:r>
          </a:p>
        </p:txBody>
      </p:sp>
      <p:cxnSp>
        <p:nvCxnSpPr>
          <p:cNvPr id="27" name="shape-15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65">
            <a:extLst xmlns:a="http://schemas.openxmlformats.org/drawingml/2006/main">
              <a:ext uri="{FF2B5EF4-FFF2-40B4-BE49-F238E27FC236}">
                <a16:creationId xmlns:a16="http://schemas.microsoft.com/office/drawing/2014/main" id="{55D7AA05-F9FE-4BCA-B6AE-480BA83C1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E242A5A-1C02-4865-9E88-EA4F7DEAA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text-1566">
            <a:extLst xmlns:a="http://schemas.openxmlformats.org/drawingml/2006/main">
              <a:ext uri="{FF2B5EF4-FFF2-40B4-BE49-F238E27FC236}">
                <a16:creationId xmlns:a16="http://schemas.microsoft.com/office/drawing/2014/main" id="{46DEF344-1FB7-4E88-803A-23532BC6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20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567">
            <a:extLst xmlns:a="http://schemas.openxmlformats.org/drawingml/2006/main">
              <a:ext uri="{FF2B5EF4-FFF2-40B4-BE49-F238E27FC236}">
                <a16:creationId xmlns:a16="http://schemas.microsoft.com/office/drawing/2014/main" id="{8981EC9D-E4C2-4C68-A705-1DE8C6766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568">
            <a:extLst xmlns:a="http://schemas.openxmlformats.org/drawingml/2006/main">
              <a:ext uri="{FF2B5EF4-FFF2-40B4-BE49-F238E27FC236}">
                <a16:creationId xmlns:a16="http://schemas.microsoft.com/office/drawing/2014/main" id="{8064154D-F8E1-4DDA-9645-5F4848E4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569">
            <a:extLst xmlns:a="http://schemas.openxmlformats.org/drawingml/2006/main">
              <a:ext uri="{FF2B5EF4-FFF2-40B4-BE49-F238E27FC236}">
                <a16:creationId xmlns:a16="http://schemas.microsoft.com/office/drawing/2014/main" id="{BA4C0D39-7B16-4122-AC91-969E7D2C4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載入 CSV、答案鍵與簡答題編碼規準</a:t>
            </a:r>
          </a:p>
        </p:txBody>
      </p:sp>
      <p:sp>
        <p:nvSpPr>
          <p:cNvPr id="10" name="text-1570">
            <a:extLst xmlns:a="http://schemas.openxmlformats.org/drawingml/2006/main">
              <a:ext uri="{FF2B5EF4-FFF2-40B4-BE49-F238E27FC236}">
                <a16:creationId xmlns:a16="http://schemas.microsoft.com/office/drawing/2014/main" id="{3206EE6A-8F2F-492E-9056-345A0247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571">
            <a:extLst xmlns:a="http://schemas.openxmlformats.org/drawingml/2006/main">
              <a:ext uri="{FF2B5EF4-FFF2-40B4-BE49-F238E27FC236}">
                <a16:creationId xmlns:a16="http://schemas.microsoft.com/office/drawing/2014/main" id="{F81EB7AE-F568-4793-AB4E-73921BBC5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先做缺漏與非法值檢查</a:t>
            </a:r>
          </a:p>
        </p:txBody>
      </p:sp>
      <p:sp>
        <p:nvSpPr>
          <p:cNvPr id="12" name="text-1572">
            <a:extLst xmlns:a="http://schemas.openxmlformats.org/drawingml/2006/main">
              <a:ext uri="{FF2B5EF4-FFF2-40B4-BE49-F238E27FC236}">
                <a16:creationId xmlns:a16="http://schemas.microsoft.com/office/drawing/2014/main" id="{1B3F1253-5A5B-43AD-A72E-7FB67CC48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573">
            <a:extLst xmlns:a="http://schemas.openxmlformats.org/drawingml/2006/main">
              <a:ext uri="{FF2B5EF4-FFF2-40B4-BE49-F238E27FC236}">
                <a16:creationId xmlns:a16="http://schemas.microsoft.com/office/drawing/2014/main" id="{F154DB49-15B5-424E-9071-9BFFA86BB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計算選擇題答對率與選項分布</a:t>
            </a:r>
          </a:p>
        </p:txBody>
      </p:sp>
      <p:sp>
        <p:nvSpPr>
          <p:cNvPr id="14" name="text-1574">
            <a:extLst xmlns:a="http://schemas.openxmlformats.org/drawingml/2006/main">
              <a:ext uri="{FF2B5EF4-FFF2-40B4-BE49-F238E27FC236}">
                <a16:creationId xmlns:a16="http://schemas.microsoft.com/office/drawing/2014/main" id="{913FE086-426F-4295-89AE-ED35AED89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575">
            <a:extLst xmlns:a="http://schemas.openxmlformats.org/drawingml/2006/main">
              <a:ext uri="{FF2B5EF4-FFF2-40B4-BE49-F238E27FC236}">
                <a16:creationId xmlns:a16="http://schemas.microsoft.com/office/drawing/2014/main" id="{2AFAD1D1-A660-4EF0-9FF0-7A2C91271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讓 AI 初編簡答並與講師參考編碼比較</a:t>
            </a:r>
          </a:p>
        </p:txBody>
      </p:sp>
      <p:sp>
        <p:nvSpPr>
          <p:cNvPr id="16" name="shape-1576">
            <a:extLst xmlns:a="http://schemas.openxmlformats.org/drawingml/2006/main">
              <a:ext uri="{FF2B5EF4-FFF2-40B4-BE49-F238E27FC236}">
                <a16:creationId xmlns:a16="http://schemas.microsoft.com/office/drawing/2014/main" id="{EA6D527D-F649-4B7A-A22B-210D55A0D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577">
            <a:extLst xmlns:a="http://schemas.openxmlformats.org/drawingml/2006/main">
              <a:ext uri="{FF2B5EF4-FFF2-40B4-BE49-F238E27FC236}">
                <a16:creationId xmlns:a16="http://schemas.microsoft.com/office/drawing/2014/main" id="{299CCD30-9D72-489C-804D-96B6BA1ED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578">
            <a:extLst xmlns:a="http://schemas.openxmlformats.org/drawingml/2006/main">
              <a:ext uri="{FF2B5EF4-FFF2-40B4-BE49-F238E27FC236}">
                <a16:creationId xmlns:a16="http://schemas.microsoft.com/office/drawing/2014/main" id="{088898BF-C301-449A-B511-FA7FDD3D0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不含真實個資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選擇題與簡答題分流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列出所有不一致案例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報告標示限制與未確認</a:t>
            </a:r>
          </a:p>
        </p:txBody>
      </p:sp>
      <p:sp>
        <p:nvSpPr>
          <p:cNvPr id="19" name="text-1740">
            <a:extLst xmlns:a="http://schemas.openxmlformats.org/drawingml/2006/main">
              <a:ext uri="{FF2B5EF4-FFF2-40B4-BE49-F238E27FC236}">
                <a16:creationId xmlns:a16="http://schemas.microsoft.com/office/drawing/2014/main" id="{3D08F057-D891-4DAE-A8BA-BE23BE88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70053c7a6824045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b8203f8824d4e25"/>
              </a:rPr>
              <a:t>Codex ↗</a:t>
            </a:r>
          </a:p>
        </p:txBody>
      </p:sp>
      <p:sp>
        <p:nvSpPr>
          <p:cNvPr id="20" name="shape-1818">
            <a:extLst xmlns:a="http://schemas.openxmlformats.org/drawingml/2006/main">
              <a:ext uri="{FF2B5EF4-FFF2-40B4-BE49-F238E27FC236}">
                <a16:creationId xmlns:a16="http://schemas.microsoft.com/office/drawing/2014/main" id="{D5BE911D-7ED6-42E7-BB91-1CCB4420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ae074eac8f454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819">
            <a:extLst xmlns:a="http://schemas.openxmlformats.org/drawingml/2006/main">
              <a:ext uri="{FF2B5EF4-FFF2-40B4-BE49-F238E27FC236}">
                <a16:creationId xmlns:a16="http://schemas.microsoft.com/office/drawing/2014/main" id="{4796A0F9-3217-4BB0-A9D4-06CC5FC0C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016e70d159462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820">
            <a:extLst xmlns:a="http://schemas.openxmlformats.org/drawingml/2006/main">
              <a:ext uri="{FF2B5EF4-FFF2-40B4-BE49-F238E27FC236}">
                <a16:creationId xmlns:a16="http://schemas.microsoft.com/office/drawing/2014/main" id="{75F98445-E714-49A3-8C60-400B6B3C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40887294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579">
            <a:extLst xmlns:a="http://schemas.openxmlformats.org/drawingml/2006/main">
              <a:ext uri="{FF2B5EF4-FFF2-40B4-BE49-F238E27FC236}">
                <a16:creationId xmlns:a16="http://schemas.microsoft.com/office/drawing/2014/main" id="{955A36FB-4D73-41CB-BCB2-CD155AA1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ADVANCED USE CASES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355F6D9-FFD8-43ED-8207-A8B6E37BE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大學教學的 Agent Skills 應用地圖</a:t>
            </a:r>
          </a:p>
        </p:txBody>
      </p:sp>
      <p:cxnSp>
        <p:nvCxnSpPr>
          <p:cNvPr id="38" name="shape-158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81">
            <a:extLst xmlns:a="http://schemas.openxmlformats.org/drawingml/2006/main">
              <a:ext uri="{FF2B5EF4-FFF2-40B4-BE49-F238E27FC236}">
                <a16:creationId xmlns:a16="http://schemas.microsoft.com/office/drawing/2014/main" id="{070A1D4B-DA49-4E82-8D06-F6200670C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F303E0F-139A-4883-B96C-D9E206EAE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6" name="shape-1582">
            <a:extLst xmlns:a="http://schemas.openxmlformats.org/drawingml/2006/main">
              <a:ext uri="{FF2B5EF4-FFF2-40B4-BE49-F238E27FC236}">
                <a16:creationId xmlns:a16="http://schemas.microsoft.com/office/drawing/2014/main" id="{621F17CA-343D-4D33-8D74-EAE31964A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83">
            <a:extLst xmlns:a="http://schemas.openxmlformats.org/drawingml/2006/main">
              <a:ext uri="{FF2B5EF4-FFF2-40B4-BE49-F238E27FC236}">
                <a16:creationId xmlns:a16="http://schemas.microsoft.com/office/drawing/2014/main" id="{2C6E15D8-526A-484D-A6B0-66AB715C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584">
            <a:extLst xmlns:a="http://schemas.openxmlformats.org/drawingml/2006/main">
              <a:ext uri="{FF2B5EF4-FFF2-40B4-BE49-F238E27FC236}">
                <a16:creationId xmlns:a16="http://schemas.microsoft.com/office/drawing/2014/main" id="{8997C0A3-92E1-4B6B-AABB-46690E5F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課程設計</a:t>
            </a:r>
          </a:p>
        </p:txBody>
      </p:sp>
      <p:sp>
        <p:nvSpPr>
          <p:cNvPr id="9" name="text-1585">
            <a:extLst xmlns:a="http://schemas.openxmlformats.org/drawingml/2006/main">
              <a:ext uri="{FF2B5EF4-FFF2-40B4-BE49-F238E27FC236}">
                <a16:creationId xmlns:a16="http://schemas.microsoft.com/office/drawing/2014/main" id="{22499BFC-CC0A-4D43-9FA5-60AD8E234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課綱一致性、學習目標與評量對齊、週次負荷檢核。</a:t>
            </a:r>
          </a:p>
        </p:txBody>
      </p:sp>
      <p:sp>
        <p:nvSpPr>
          <p:cNvPr id="10" name="shape-1586">
            <a:extLst xmlns:a="http://schemas.openxmlformats.org/drawingml/2006/main">
              <a:ext uri="{FF2B5EF4-FFF2-40B4-BE49-F238E27FC236}">
                <a16:creationId xmlns:a16="http://schemas.microsoft.com/office/drawing/2014/main" id="{89F5C41E-3C47-48B0-817C-717F140EB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87">
            <a:extLst xmlns:a="http://schemas.openxmlformats.org/drawingml/2006/main">
              <a:ext uri="{FF2B5EF4-FFF2-40B4-BE49-F238E27FC236}">
                <a16:creationId xmlns:a16="http://schemas.microsoft.com/office/drawing/2014/main" id="{94BF569F-EA44-4CCD-A0FC-0C701C40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88">
            <a:extLst xmlns:a="http://schemas.openxmlformats.org/drawingml/2006/main">
              <a:ext uri="{FF2B5EF4-FFF2-40B4-BE49-F238E27FC236}">
                <a16:creationId xmlns:a16="http://schemas.microsoft.com/office/drawing/2014/main" id="{B54E1D0D-5BE7-43FD-AAF6-AEF3D039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研究與閱讀</a:t>
            </a:r>
          </a:p>
        </p:txBody>
      </p:sp>
      <p:sp>
        <p:nvSpPr>
          <p:cNvPr id="13" name="text-1589">
            <a:extLst xmlns:a="http://schemas.openxmlformats.org/drawingml/2006/main">
              <a:ext uri="{FF2B5EF4-FFF2-40B4-BE49-F238E27FC236}">
                <a16:creationId xmlns:a16="http://schemas.microsoft.com/office/drawing/2014/main" id="{15130DC3-AD37-49AA-A42D-5DBE28BB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文獻整理、觀點矩陣、研究限制與引用追查。</a:t>
            </a:r>
          </a:p>
        </p:txBody>
      </p:sp>
      <p:sp>
        <p:nvSpPr>
          <p:cNvPr id="14" name="shape-1590">
            <a:extLst xmlns:a="http://schemas.openxmlformats.org/drawingml/2006/main">
              <a:ext uri="{FF2B5EF4-FFF2-40B4-BE49-F238E27FC236}">
                <a16:creationId xmlns:a16="http://schemas.microsoft.com/office/drawing/2014/main" id="{AFD9F1F6-D2DD-43C8-8DBF-640A19C9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91">
            <a:extLst xmlns:a="http://schemas.openxmlformats.org/drawingml/2006/main">
              <a:ext uri="{FF2B5EF4-FFF2-40B4-BE49-F238E27FC236}">
                <a16:creationId xmlns:a16="http://schemas.microsoft.com/office/drawing/2014/main" id="{899BA649-079D-40AE-BB38-19267D4AC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92">
            <a:extLst xmlns:a="http://schemas.openxmlformats.org/drawingml/2006/main">
              <a:ext uri="{FF2B5EF4-FFF2-40B4-BE49-F238E27FC236}">
                <a16:creationId xmlns:a16="http://schemas.microsoft.com/office/drawing/2014/main" id="{D03DE2E8-7A39-4D98-9FB9-12EC87076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教材製作</a:t>
            </a:r>
          </a:p>
        </p:txBody>
      </p:sp>
      <p:sp>
        <p:nvSpPr>
          <p:cNvPr id="17" name="text-1593">
            <a:extLst xmlns:a="http://schemas.openxmlformats.org/drawingml/2006/main">
              <a:ext uri="{FF2B5EF4-FFF2-40B4-BE49-F238E27FC236}">
                <a16:creationId xmlns:a16="http://schemas.microsoft.com/office/drawing/2014/main" id="{AEE59CC3-EB1F-43DA-A33E-8EFF939B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簡報、互動網站、圖表、字幕與多格式轉換。</a:t>
            </a:r>
          </a:p>
        </p:txBody>
      </p:sp>
      <p:sp>
        <p:nvSpPr>
          <p:cNvPr id="18" name="shape-1594">
            <a:extLst xmlns:a="http://schemas.openxmlformats.org/drawingml/2006/main">
              <a:ext uri="{FF2B5EF4-FFF2-40B4-BE49-F238E27FC236}">
                <a16:creationId xmlns:a16="http://schemas.microsoft.com/office/drawing/2014/main" id="{062E9643-F784-45A0-8F4B-2D266692C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95">
            <a:extLst xmlns:a="http://schemas.openxmlformats.org/drawingml/2006/main">
              <a:ext uri="{FF2B5EF4-FFF2-40B4-BE49-F238E27FC236}">
                <a16:creationId xmlns:a16="http://schemas.microsoft.com/office/drawing/2014/main" id="{416AA5A1-AA68-4FAD-8821-58F336CE4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96">
            <a:extLst xmlns:a="http://schemas.openxmlformats.org/drawingml/2006/main">
              <a:ext uri="{FF2B5EF4-FFF2-40B4-BE49-F238E27FC236}">
                <a16:creationId xmlns:a16="http://schemas.microsoft.com/office/drawing/2014/main" id="{3AAB99AC-895F-4B93-983A-23EEE027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學習支持</a:t>
            </a:r>
          </a:p>
        </p:txBody>
      </p:sp>
      <p:sp>
        <p:nvSpPr>
          <p:cNvPr id="21" name="text-1597">
            <a:extLst xmlns:a="http://schemas.openxmlformats.org/drawingml/2006/main">
              <a:ext uri="{FF2B5EF4-FFF2-40B4-BE49-F238E27FC236}">
                <a16:creationId xmlns:a16="http://schemas.microsoft.com/office/drawing/2014/main" id="{539738E0-3B71-4490-B0A3-38574088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形成性回饋、差異化支架、常見迷思與練習生成。</a:t>
            </a:r>
          </a:p>
        </p:txBody>
      </p:sp>
      <p:sp>
        <p:nvSpPr>
          <p:cNvPr id="22" name="shape-1598">
            <a:extLst xmlns:a="http://schemas.openxmlformats.org/drawingml/2006/main">
              <a:ext uri="{FF2B5EF4-FFF2-40B4-BE49-F238E27FC236}">
                <a16:creationId xmlns:a16="http://schemas.microsoft.com/office/drawing/2014/main" id="{59A038F2-8E2F-42FB-86D9-993AF8B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599">
            <a:extLst xmlns:a="http://schemas.openxmlformats.org/drawingml/2006/main">
              <a:ext uri="{FF2B5EF4-FFF2-40B4-BE49-F238E27FC236}">
                <a16:creationId xmlns:a16="http://schemas.microsoft.com/office/drawing/2014/main" id="{F46D74CF-9D21-45D4-81C0-DDA4360FE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24" name="text-1600">
            <a:extLst xmlns:a="http://schemas.openxmlformats.org/drawingml/2006/main">
              <a:ext uri="{FF2B5EF4-FFF2-40B4-BE49-F238E27FC236}">
                <a16:creationId xmlns:a16="http://schemas.microsoft.com/office/drawing/2014/main" id="{23BE5823-297D-4CF2-9A39-EE8387C2E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品質保證</a:t>
            </a:r>
          </a:p>
        </p:txBody>
      </p:sp>
      <p:sp>
        <p:nvSpPr>
          <p:cNvPr id="25" name="text-1601">
            <a:extLst xmlns:a="http://schemas.openxmlformats.org/drawingml/2006/main">
              <a:ext uri="{FF2B5EF4-FFF2-40B4-BE49-F238E27FC236}">
                <a16:creationId xmlns:a16="http://schemas.microsoft.com/office/drawing/2014/main" id="{08CDEEC1-2A32-44CD-9E68-250F1C1D8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RWD、無障礙、連結、內容依據與版本檢查。</a:t>
            </a:r>
          </a:p>
        </p:txBody>
      </p:sp>
      <p:sp>
        <p:nvSpPr>
          <p:cNvPr id="26" name="shape-1602">
            <a:extLst xmlns:a="http://schemas.openxmlformats.org/drawingml/2006/main">
              <a:ext uri="{FF2B5EF4-FFF2-40B4-BE49-F238E27FC236}">
                <a16:creationId xmlns:a16="http://schemas.microsoft.com/office/drawing/2014/main" id="{5D8455B7-3A3F-4313-AAF8-3A5C5ADD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603">
            <a:extLst xmlns:a="http://schemas.openxmlformats.org/drawingml/2006/main">
              <a:ext uri="{FF2B5EF4-FFF2-40B4-BE49-F238E27FC236}">
                <a16:creationId xmlns:a16="http://schemas.microsoft.com/office/drawing/2014/main" id="{DBE22383-675E-44BF-A0C3-CE3929E1D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28" name="text-1604">
            <a:extLst xmlns:a="http://schemas.openxmlformats.org/drawingml/2006/main">
              <a:ext uri="{FF2B5EF4-FFF2-40B4-BE49-F238E27FC236}">
                <a16:creationId xmlns:a16="http://schemas.microsoft.com/office/drawing/2014/main" id="{4C97CC71-61A0-493F-926C-B561AFAD8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部署交付</a:t>
            </a:r>
          </a:p>
        </p:txBody>
      </p:sp>
      <p:sp>
        <p:nvSpPr>
          <p:cNvPr id="29" name="text-1605">
            <a:extLst xmlns:a="http://schemas.openxmlformats.org/drawingml/2006/main">
              <a:ext uri="{FF2B5EF4-FFF2-40B4-BE49-F238E27FC236}">
                <a16:creationId xmlns:a16="http://schemas.microsoft.com/office/drawing/2014/main" id="{B765924B-473D-4345-8534-6372A57A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Sites、Pages、文件、測試證據與團隊交接。</a:t>
            </a:r>
          </a:p>
        </p:txBody>
      </p:sp>
      <p:sp>
        <p:nvSpPr>
          <p:cNvPr id="30" name="text-1741">
            <a:extLst xmlns:a="http://schemas.openxmlformats.org/drawingml/2006/main">
              <a:ext uri="{FF2B5EF4-FFF2-40B4-BE49-F238E27FC236}">
                <a16:creationId xmlns:a16="http://schemas.microsoft.com/office/drawing/2014/main" id="{CB93B995-7061-4B91-9DA0-CD836E61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6c078c26f1c460c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f6a06a85d424ce4"/>
              </a:rPr>
              <a:t>Codex ↗</a:t>
            </a:r>
          </a:p>
        </p:txBody>
      </p:sp>
      <p:sp>
        <p:nvSpPr>
          <p:cNvPr id="31" name="shape-1821">
            <a:extLst xmlns:a="http://schemas.openxmlformats.org/drawingml/2006/main">
              <a:ext uri="{FF2B5EF4-FFF2-40B4-BE49-F238E27FC236}">
                <a16:creationId xmlns:a16="http://schemas.microsoft.com/office/drawing/2014/main" id="{F3AB6DE7-5FF7-484C-B991-E3A5E51D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dd5b380244458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822">
            <a:extLst xmlns:a="http://schemas.openxmlformats.org/drawingml/2006/main">
              <a:ext uri="{FF2B5EF4-FFF2-40B4-BE49-F238E27FC236}">
                <a16:creationId xmlns:a16="http://schemas.microsoft.com/office/drawing/2014/main" id="{346765DB-5E64-4AF9-ADDC-0C8D6DFA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ed25df3494a9d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823">
            <a:extLst xmlns:a="http://schemas.openxmlformats.org/drawingml/2006/main">
              <a:ext uri="{FF2B5EF4-FFF2-40B4-BE49-F238E27FC236}">
                <a16:creationId xmlns:a16="http://schemas.microsoft.com/office/drawing/2014/main" id="{4EFCF037-3B77-4F95-B9C9-648E2DFD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76702343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606">
            <a:extLst xmlns:a="http://schemas.openxmlformats.org/drawingml/2006/main">
              <a:ext uri="{FF2B5EF4-FFF2-40B4-BE49-F238E27FC236}">
                <a16:creationId xmlns:a16="http://schemas.microsoft.com/office/drawing/2014/main" id="{A0A30F4B-6889-45AD-8EDC-2C8B01BF4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GUARDRAILS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F9FE239-9125-4D05-A4F6-FB4A69F5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教育現場安全護欄：先寫進 Skill，再交給 Agent</a:t>
            </a:r>
          </a:p>
        </p:txBody>
      </p:sp>
      <p:cxnSp>
        <p:nvCxnSpPr>
          <p:cNvPr id="30" name="shape-160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608">
            <a:extLst xmlns:a="http://schemas.openxmlformats.org/drawingml/2006/main">
              <a:ext uri="{FF2B5EF4-FFF2-40B4-BE49-F238E27FC236}">
                <a16:creationId xmlns:a16="http://schemas.microsoft.com/office/drawing/2014/main" id="{86E76257-6309-4718-A309-CBA9560E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4F1E5EE-4A52-46FE-A42D-068D3F4BA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40</a:t>
            </a:r>
          </a:p>
        </p:txBody>
      </p:sp>
      <p:sp>
        <p:nvSpPr>
          <p:cNvPr id="6" name="shape-1609">
            <a:extLst xmlns:a="http://schemas.openxmlformats.org/drawingml/2006/main">
              <a:ext uri="{FF2B5EF4-FFF2-40B4-BE49-F238E27FC236}">
                <a16:creationId xmlns:a16="http://schemas.microsoft.com/office/drawing/2014/main" id="{934732CC-05AA-436E-B229-3C6C86A2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610">
            <a:extLst xmlns:a="http://schemas.openxmlformats.org/drawingml/2006/main">
              <a:ext uri="{FF2B5EF4-FFF2-40B4-BE49-F238E27FC236}">
                <a16:creationId xmlns:a16="http://schemas.microsoft.com/office/drawing/2014/main" id="{49AE763E-A312-4E92-B5FF-7CA833FEA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611">
            <a:extLst xmlns:a="http://schemas.openxmlformats.org/drawingml/2006/main">
              <a:ext uri="{FF2B5EF4-FFF2-40B4-BE49-F238E27FC236}">
                <a16:creationId xmlns:a16="http://schemas.microsoft.com/office/drawing/2014/main" id="{73853938-58C1-46ED-85BB-BC673CE9A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個資最小化</a:t>
            </a:r>
          </a:p>
        </p:txBody>
      </p:sp>
      <p:sp>
        <p:nvSpPr>
          <p:cNvPr id="9" name="text-1612">
            <a:extLst xmlns:a="http://schemas.openxmlformats.org/drawingml/2006/main">
              <a:ext uri="{FF2B5EF4-FFF2-40B4-BE49-F238E27FC236}">
                <a16:creationId xmlns:a16="http://schemas.microsoft.com/office/drawing/2014/main" id="{60A80BA8-8E38-45C5-9761-5B7E7748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先匿名化；不把學生姓名、成績、信箱與研究資料放入公開工作區。</a:t>
            </a:r>
          </a:p>
        </p:txBody>
      </p:sp>
      <p:sp>
        <p:nvSpPr>
          <p:cNvPr id="10" name="shape-1613">
            <a:extLst xmlns:a="http://schemas.openxmlformats.org/drawingml/2006/main">
              <a:ext uri="{FF2B5EF4-FFF2-40B4-BE49-F238E27FC236}">
                <a16:creationId xmlns:a16="http://schemas.microsoft.com/office/drawing/2014/main" id="{0D3DD4F0-D598-4A95-8D08-35571264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614">
            <a:extLst xmlns:a="http://schemas.openxmlformats.org/drawingml/2006/main">
              <a:ext uri="{FF2B5EF4-FFF2-40B4-BE49-F238E27FC236}">
                <a16:creationId xmlns:a16="http://schemas.microsoft.com/office/drawing/2014/main" id="{43FAC829-55A0-4507-B917-0DF2D1B1A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615">
            <a:extLst xmlns:a="http://schemas.openxmlformats.org/drawingml/2006/main">
              <a:ext uri="{FF2B5EF4-FFF2-40B4-BE49-F238E27FC236}">
                <a16:creationId xmlns:a16="http://schemas.microsoft.com/office/drawing/2014/main" id="{8D2087A2-E53F-40E0-B39C-B9F847330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來源與版權</a:t>
            </a:r>
          </a:p>
        </p:txBody>
      </p:sp>
      <p:sp>
        <p:nvSpPr>
          <p:cNvPr id="13" name="text-1616">
            <a:extLst xmlns:a="http://schemas.openxmlformats.org/drawingml/2006/main">
              <a:ext uri="{FF2B5EF4-FFF2-40B4-BE49-F238E27FC236}">
                <a16:creationId xmlns:a16="http://schemas.microsoft.com/office/drawing/2014/main" id="{0AC0F2B6-D221-421B-89F2-40F604D2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保留引用、授權與來源邊界；生成不等於可任意公開。</a:t>
            </a:r>
          </a:p>
        </p:txBody>
      </p:sp>
      <p:sp>
        <p:nvSpPr>
          <p:cNvPr id="14" name="shape-1617">
            <a:extLst xmlns:a="http://schemas.openxmlformats.org/drawingml/2006/main">
              <a:ext uri="{FF2B5EF4-FFF2-40B4-BE49-F238E27FC236}">
                <a16:creationId xmlns:a16="http://schemas.microsoft.com/office/drawing/2014/main" id="{1CAA5992-07D1-45EB-9997-0821AF830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618">
            <a:extLst xmlns:a="http://schemas.openxmlformats.org/drawingml/2006/main">
              <a:ext uri="{FF2B5EF4-FFF2-40B4-BE49-F238E27FC236}">
                <a16:creationId xmlns:a16="http://schemas.microsoft.com/office/drawing/2014/main" id="{7BF74166-75BC-4B2C-A9A5-BC62B395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619">
            <a:extLst xmlns:a="http://schemas.openxmlformats.org/drawingml/2006/main">
              <a:ext uri="{FF2B5EF4-FFF2-40B4-BE49-F238E27FC236}">
                <a16:creationId xmlns:a16="http://schemas.microsoft.com/office/drawing/2014/main" id="{40BDA065-8F38-44D0-9C82-2ADAC8F37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人工決策</a:t>
            </a:r>
          </a:p>
        </p:txBody>
      </p:sp>
      <p:sp>
        <p:nvSpPr>
          <p:cNvPr id="17" name="text-1620">
            <a:extLst xmlns:a="http://schemas.openxmlformats.org/drawingml/2006/main">
              <a:ext uri="{FF2B5EF4-FFF2-40B4-BE49-F238E27FC236}">
                <a16:creationId xmlns:a16="http://schemas.microsoft.com/office/drawing/2014/main" id="{AE54C733-E59E-4551-8D9F-E691C9EE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評分、倫理、輔導與正式行政決定，由人負責並保留紀錄。</a:t>
            </a:r>
          </a:p>
        </p:txBody>
      </p:sp>
      <p:sp>
        <p:nvSpPr>
          <p:cNvPr id="18" name="shape-1621">
            <a:extLst xmlns:a="http://schemas.openxmlformats.org/drawingml/2006/main">
              <a:ext uri="{FF2B5EF4-FFF2-40B4-BE49-F238E27FC236}">
                <a16:creationId xmlns:a16="http://schemas.microsoft.com/office/drawing/2014/main" id="{FEAC705F-FD15-48EE-A9A1-56A3424D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622">
            <a:extLst xmlns:a="http://schemas.openxmlformats.org/drawingml/2006/main">
              <a:ext uri="{FF2B5EF4-FFF2-40B4-BE49-F238E27FC236}">
                <a16:creationId xmlns:a16="http://schemas.microsoft.com/office/drawing/2014/main" id="{249DD39B-A29F-43B8-983C-2C99055BE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623">
            <a:extLst xmlns:a="http://schemas.openxmlformats.org/drawingml/2006/main">
              <a:ext uri="{FF2B5EF4-FFF2-40B4-BE49-F238E27FC236}">
                <a16:creationId xmlns:a16="http://schemas.microsoft.com/office/drawing/2014/main" id="{0CF9B154-5402-484B-8DEA-97DFBA7D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可逆優先</a:t>
            </a:r>
          </a:p>
        </p:txBody>
      </p:sp>
      <p:sp>
        <p:nvSpPr>
          <p:cNvPr id="21" name="text-1624">
            <a:extLst xmlns:a="http://schemas.openxmlformats.org/drawingml/2006/main">
              <a:ext uri="{FF2B5EF4-FFF2-40B4-BE49-F238E27FC236}">
                <a16:creationId xmlns:a16="http://schemas.microsoft.com/office/drawing/2014/main" id="{EE4104FF-19FD-452E-B51A-870F98E3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先分析、預覽、備份；發布、刪除與改權限需要明確確認。</a:t>
            </a:r>
          </a:p>
        </p:txBody>
      </p:sp>
      <p:sp>
        <p:nvSpPr>
          <p:cNvPr id="22" name="text-1742">
            <a:extLst xmlns:a="http://schemas.openxmlformats.org/drawingml/2006/main">
              <a:ext uri="{FF2B5EF4-FFF2-40B4-BE49-F238E27FC236}">
                <a16:creationId xmlns:a16="http://schemas.microsoft.com/office/drawing/2014/main" id="{E13A3ABB-8240-4806-9C7F-F30BF201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c84de918800446f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eee9c4b87444643"/>
              </a:rPr>
              <a:t>Codex ↗</a:t>
            </a:r>
          </a:p>
        </p:txBody>
      </p:sp>
      <p:sp>
        <p:nvSpPr>
          <p:cNvPr id="23" name="shape-1824">
            <a:extLst xmlns:a="http://schemas.openxmlformats.org/drawingml/2006/main">
              <a:ext uri="{FF2B5EF4-FFF2-40B4-BE49-F238E27FC236}">
                <a16:creationId xmlns:a16="http://schemas.microsoft.com/office/drawing/2014/main" id="{834F853A-5116-40CD-AD2A-385289B5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6cfb9fb35542ba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825">
            <a:extLst xmlns:a="http://schemas.openxmlformats.org/drawingml/2006/main">
              <a:ext uri="{FF2B5EF4-FFF2-40B4-BE49-F238E27FC236}">
                <a16:creationId xmlns:a16="http://schemas.microsoft.com/office/drawing/2014/main" id="{B7841FC6-12D2-4068-B963-4189CE6E7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5d2e33c18d4ff1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826">
            <a:extLst xmlns:a="http://schemas.openxmlformats.org/drawingml/2006/main">
              <a:ext uri="{FF2B5EF4-FFF2-40B4-BE49-F238E27FC236}">
                <a16:creationId xmlns:a16="http://schemas.microsoft.com/office/drawing/2014/main" id="{791105BF-FE6C-4030-9DE8-6ED7683E5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61088938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625">
            <a:extLst xmlns:a="http://schemas.openxmlformats.org/drawingml/2006/main">
              <a:ext uri="{FF2B5EF4-FFF2-40B4-BE49-F238E27FC236}">
                <a16:creationId xmlns:a16="http://schemas.microsoft.com/office/drawing/2014/main" id="{F7A52A11-54CF-4D6E-8317-4211F4105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B6DF3B0-ED69-49EC-A586-628C2370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整合挑戰｜讓 Agent 回應一個可驗證的痛點</a:t>
            </a:r>
          </a:p>
        </p:txBody>
      </p:sp>
      <p:cxnSp>
        <p:nvCxnSpPr>
          <p:cNvPr id="27" name="shape-162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627">
            <a:extLst xmlns:a="http://schemas.openxmlformats.org/drawingml/2006/main">
              <a:ext uri="{FF2B5EF4-FFF2-40B4-BE49-F238E27FC236}">
                <a16:creationId xmlns:a16="http://schemas.microsoft.com/office/drawing/2014/main" id="{D7A87E00-40B0-4F2D-A0FE-E2284C9F7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0E30C5D-6CFA-4827-AE63-E7AB17BFE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41</a:t>
            </a:r>
          </a:p>
        </p:txBody>
      </p:sp>
      <p:sp>
        <p:nvSpPr>
          <p:cNvPr id="6" name="text-1628">
            <a:extLst xmlns:a="http://schemas.openxmlformats.org/drawingml/2006/main">
              <a:ext uri="{FF2B5EF4-FFF2-40B4-BE49-F238E27FC236}">
                <a16:creationId xmlns:a16="http://schemas.microsoft.com/office/drawing/2014/main" id="{EE5F0CC7-FE9C-401C-BD4D-7838C1961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629">
            <a:extLst xmlns:a="http://schemas.openxmlformats.org/drawingml/2006/main">
              <a:ext uri="{FF2B5EF4-FFF2-40B4-BE49-F238E27FC236}">
                <a16:creationId xmlns:a16="http://schemas.microsoft.com/office/drawing/2014/main" id="{33322750-1E54-4302-926A-57A3BF6CC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630">
            <a:extLst xmlns:a="http://schemas.openxmlformats.org/drawingml/2006/main">
              <a:ext uri="{FF2B5EF4-FFF2-40B4-BE49-F238E27FC236}">
                <a16:creationId xmlns:a16="http://schemas.microsoft.com/office/drawing/2014/main" id="{7C78A00B-EDD7-4E4A-93A0-87DD4C46F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631">
            <a:extLst xmlns:a="http://schemas.openxmlformats.org/drawingml/2006/main">
              <a:ext uri="{FF2B5EF4-FFF2-40B4-BE49-F238E27FC236}">
                <a16:creationId xmlns:a16="http://schemas.microsoft.com/office/drawing/2014/main" id="{EBE0BFBD-2EB1-434F-AA36-B3D526C9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啟用剛完成的 Skill</a:t>
            </a:r>
          </a:p>
        </p:txBody>
      </p:sp>
      <p:sp>
        <p:nvSpPr>
          <p:cNvPr id="10" name="text-1632">
            <a:extLst xmlns:a="http://schemas.openxmlformats.org/drawingml/2006/main">
              <a:ext uri="{FF2B5EF4-FFF2-40B4-BE49-F238E27FC236}">
                <a16:creationId xmlns:a16="http://schemas.microsoft.com/office/drawing/2014/main" id="{D13485A8-01F7-4AED-800D-42EDBC331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633">
            <a:extLst xmlns:a="http://schemas.openxmlformats.org/drawingml/2006/main">
              <a:ext uri="{FF2B5EF4-FFF2-40B4-BE49-F238E27FC236}">
                <a16:creationId xmlns:a16="http://schemas.microsoft.com/office/drawing/2014/main" id="{80EBCED4-88B3-44F3-BAA1-92AD24D8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對上午作品或合成資料提出一項真實教學／研究痛點任務</a:t>
            </a:r>
          </a:p>
        </p:txBody>
      </p:sp>
      <p:sp>
        <p:nvSpPr>
          <p:cNvPr id="12" name="text-1634">
            <a:extLst xmlns:a="http://schemas.openxmlformats.org/drawingml/2006/main">
              <a:ext uri="{FF2B5EF4-FFF2-40B4-BE49-F238E27FC236}">
                <a16:creationId xmlns:a16="http://schemas.microsoft.com/office/drawing/2014/main" id="{2908F1DA-9EB5-4354-ABDE-576295573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635">
            <a:extLst xmlns:a="http://schemas.openxmlformats.org/drawingml/2006/main">
              <a:ext uri="{FF2B5EF4-FFF2-40B4-BE49-F238E27FC236}">
                <a16:creationId xmlns:a16="http://schemas.microsoft.com/office/drawing/2014/main" id="{E63F2F7E-F163-48EE-AA1C-7021D0CBA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要求 Agent 實作並驗證</a:t>
            </a:r>
          </a:p>
        </p:txBody>
      </p:sp>
      <p:sp>
        <p:nvSpPr>
          <p:cNvPr id="14" name="text-1636">
            <a:extLst xmlns:a="http://schemas.openxmlformats.org/drawingml/2006/main">
              <a:ext uri="{FF2B5EF4-FFF2-40B4-BE49-F238E27FC236}">
                <a16:creationId xmlns:a16="http://schemas.microsoft.com/office/drawing/2014/main" id="{A5C2B846-427F-4430-B8CA-CABD6C35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637">
            <a:extLst xmlns:a="http://schemas.openxmlformats.org/drawingml/2006/main">
              <a:ext uri="{FF2B5EF4-FFF2-40B4-BE49-F238E27FC236}">
                <a16:creationId xmlns:a16="http://schemas.microsoft.com/office/drawing/2014/main" id="{0EB57885-E2FC-4CA1-BCC4-6A35A0792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準備 90 秒成果與證據</a:t>
            </a:r>
          </a:p>
        </p:txBody>
      </p:sp>
      <p:sp>
        <p:nvSpPr>
          <p:cNvPr id="16" name="shape-1638">
            <a:extLst xmlns:a="http://schemas.openxmlformats.org/drawingml/2006/main">
              <a:ext uri="{FF2B5EF4-FFF2-40B4-BE49-F238E27FC236}">
                <a16:creationId xmlns:a16="http://schemas.microsoft.com/office/drawing/2014/main" id="{158CBD1A-02CF-4BCF-BD34-4F3244BD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639">
            <a:extLst xmlns:a="http://schemas.openxmlformats.org/drawingml/2006/main">
              <a:ext uri="{FF2B5EF4-FFF2-40B4-BE49-F238E27FC236}">
                <a16:creationId xmlns:a16="http://schemas.microsoft.com/office/drawing/2014/main" id="{8A1BD516-D8FB-40AE-9461-C100C6F0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640">
            <a:extLst xmlns:a="http://schemas.openxmlformats.org/drawingml/2006/main">
              <a:ext uri="{FF2B5EF4-FFF2-40B4-BE49-F238E27FC236}">
                <a16:creationId xmlns:a16="http://schemas.microsoft.com/office/drawing/2014/main" id="{D6963A7D-56DB-48BC-A3F9-63F594B9A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Skill 有被正確觸發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成果可開啟或可檢查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至少一個驗證證據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說明一項人工決定</a:t>
            </a:r>
          </a:p>
        </p:txBody>
      </p:sp>
      <p:sp>
        <p:nvSpPr>
          <p:cNvPr id="19" name="text-1743">
            <a:extLst xmlns:a="http://schemas.openxmlformats.org/drawingml/2006/main">
              <a:ext uri="{FF2B5EF4-FFF2-40B4-BE49-F238E27FC236}">
                <a16:creationId xmlns:a16="http://schemas.microsoft.com/office/drawing/2014/main" id="{C5E6F3BC-3E4D-4864-8BD8-DA579DAFB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d1594e9e0c44f85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b5ab47773624f78"/>
              </a:rPr>
              <a:t>Codex ↗</a:t>
            </a:r>
          </a:p>
        </p:txBody>
      </p:sp>
      <p:sp>
        <p:nvSpPr>
          <p:cNvPr id="20" name="shape-1827">
            <a:extLst xmlns:a="http://schemas.openxmlformats.org/drawingml/2006/main">
              <a:ext uri="{FF2B5EF4-FFF2-40B4-BE49-F238E27FC236}">
                <a16:creationId xmlns:a16="http://schemas.microsoft.com/office/drawing/2014/main" id="{EB348CF7-DE73-4C02-88AE-EEF7915DA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f6c1c7e0044245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828">
            <a:extLst xmlns:a="http://schemas.openxmlformats.org/drawingml/2006/main">
              <a:ext uri="{FF2B5EF4-FFF2-40B4-BE49-F238E27FC236}">
                <a16:creationId xmlns:a16="http://schemas.microsoft.com/office/drawing/2014/main" id="{D0CDA117-2D53-4377-B70E-101D6C77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51a37c30114b9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829">
            <a:extLst xmlns:a="http://schemas.openxmlformats.org/drawingml/2006/main">
              <a:ext uri="{FF2B5EF4-FFF2-40B4-BE49-F238E27FC236}">
                <a16:creationId xmlns:a16="http://schemas.microsoft.com/office/drawing/2014/main" id="{EB876F14-84E1-4AD1-ADEC-9044879F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479308442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641">
            <a:extLst xmlns:a="http://schemas.openxmlformats.org/drawingml/2006/main">
              <a:ext uri="{FF2B5EF4-FFF2-40B4-BE49-F238E27FC236}">
                <a16:creationId xmlns:a16="http://schemas.microsoft.com/office/drawing/2014/main" id="{93ED65D3-9E63-40B2-9263-00828A089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PEER REVIEW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8257F82-B816-4DE7-8B44-CD05D4883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同儕回饋只看四件事</a:t>
            </a:r>
          </a:p>
        </p:txBody>
      </p:sp>
      <p:cxnSp>
        <p:nvCxnSpPr>
          <p:cNvPr id="30" name="shape-16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643">
            <a:extLst xmlns:a="http://schemas.openxmlformats.org/drawingml/2006/main">
              <a:ext uri="{FF2B5EF4-FFF2-40B4-BE49-F238E27FC236}">
                <a16:creationId xmlns:a16="http://schemas.microsoft.com/office/drawing/2014/main" id="{BEA9E823-C66D-4076-A467-8DFD623D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1DBCEDE-CF3D-4EB5-A3A5-6403382DC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42</a:t>
            </a:r>
          </a:p>
        </p:txBody>
      </p:sp>
      <p:sp>
        <p:nvSpPr>
          <p:cNvPr id="6" name="shape-1644">
            <a:extLst xmlns:a="http://schemas.openxmlformats.org/drawingml/2006/main">
              <a:ext uri="{FF2B5EF4-FFF2-40B4-BE49-F238E27FC236}">
                <a16:creationId xmlns:a16="http://schemas.microsoft.com/office/drawing/2014/main" id="{D2111DF3-12F7-49DC-8212-6A8B085F6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645">
            <a:extLst xmlns:a="http://schemas.openxmlformats.org/drawingml/2006/main">
              <a:ext uri="{FF2B5EF4-FFF2-40B4-BE49-F238E27FC236}">
                <a16:creationId xmlns:a16="http://schemas.microsoft.com/office/drawing/2014/main" id="{68D00238-6CB9-4AF8-A441-16E52DF9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646">
            <a:extLst xmlns:a="http://schemas.openxmlformats.org/drawingml/2006/main">
              <a:ext uri="{FF2B5EF4-FFF2-40B4-BE49-F238E27FC236}">
                <a16:creationId xmlns:a16="http://schemas.microsoft.com/office/drawing/2014/main" id="{FCD164AD-4300-4223-BF1E-AED554DD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價值</a:t>
            </a:r>
          </a:p>
        </p:txBody>
      </p:sp>
      <p:sp>
        <p:nvSpPr>
          <p:cNvPr id="9" name="text-1647">
            <a:extLst xmlns:a="http://schemas.openxmlformats.org/drawingml/2006/main">
              <a:ext uri="{FF2B5EF4-FFF2-40B4-BE49-F238E27FC236}">
                <a16:creationId xmlns:a16="http://schemas.microsoft.com/office/drawing/2014/main" id="{06BB83CB-7883-4B8C-AD4B-900F9A2F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這個 Agent 任務是否回應真實教學／研究痛點？</a:t>
            </a:r>
          </a:p>
        </p:txBody>
      </p:sp>
      <p:sp>
        <p:nvSpPr>
          <p:cNvPr id="10" name="shape-1648">
            <a:extLst xmlns:a="http://schemas.openxmlformats.org/drawingml/2006/main">
              <a:ext uri="{FF2B5EF4-FFF2-40B4-BE49-F238E27FC236}">
                <a16:creationId xmlns:a16="http://schemas.microsoft.com/office/drawing/2014/main" id="{49126CFA-EE48-453C-A2E7-3C09C5027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649">
            <a:extLst xmlns:a="http://schemas.openxmlformats.org/drawingml/2006/main">
              <a:ext uri="{FF2B5EF4-FFF2-40B4-BE49-F238E27FC236}">
                <a16:creationId xmlns:a16="http://schemas.microsoft.com/office/drawing/2014/main" id="{B7568842-F313-4ADE-AAC8-BC4E0E9E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650">
            <a:extLst xmlns:a="http://schemas.openxmlformats.org/drawingml/2006/main">
              <a:ext uri="{FF2B5EF4-FFF2-40B4-BE49-F238E27FC236}">
                <a16:creationId xmlns:a16="http://schemas.microsoft.com/office/drawing/2014/main" id="{98360677-7E0D-4402-ACE0-84F2FF82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清楚</a:t>
            </a:r>
          </a:p>
        </p:txBody>
      </p:sp>
      <p:sp>
        <p:nvSpPr>
          <p:cNvPr id="13" name="text-1651">
            <a:extLst xmlns:a="http://schemas.openxmlformats.org/drawingml/2006/main">
              <a:ext uri="{FF2B5EF4-FFF2-40B4-BE49-F238E27FC236}">
                <a16:creationId xmlns:a16="http://schemas.microsoft.com/office/drawing/2014/main" id="{8BAE8CEA-1995-4D6F-8DD3-CF8E775D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陌生人是否能理解 Skill 的觸發時機與流程？</a:t>
            </a:r>
          </a:p>
        </p:txBody>
      </p:sp>
      <p:sp>
        <p:nvSpPr>
          <p:cNvPr id="14" name="shape-1652">
            <a:extLst xmlns:a="http://schemas.openxmlformats.org/drawingml/2006/main">
              <a:ext uri="{FF2B5EF4-FFF2-40B4-BE49-F238E27FC236}">
                <a16:creationId xmlns:a16="http://schemas.microsoft.com/office/drawing/2014/main" id="{C3E9B94D-37DF-4D2E-9554-58376EBB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653">
            <a:extLst xmlns:a="http://schemas.openxmlformats.org/drawingml/2006/main">
              <a:ext uri="{FF2B5EF4-FFF2-40B4-BE49-F238E27FC236}">
                <a16:creationId xmlns:a16="http://schemas.microsoft.com/office/drawing/2014/main" id="{CDFDDF8A-B643-4F3E-957E-3572C76D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654">
            <a:extLst xmlns:a="http://schemas.openxmlformats.org/drawingml/2006/main">
              <a:ext uri="{FF2B5EF4-FFF2-40B4-BE49-F238E27FC236}">
                <a16:creationId xmlns:a16="http://schemas.microsoft.com/office/drawing/2014/main" id="{5B7F0558-BE1A-45EE-BCE0-9F8E45C9B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17" name="text-1655">
            <a:extLst xmlns:a="http://schemas.openxmlformats.org/drawingml/2006/main">
              <a:ext uri="{FF2B5EF4-FFF2-40B4-BE49-F238E27FC236}">
                <a16:creationId xmlns:a16="http://schemas.microsoft.com/office/drawing/2014/main" id="{D790F21B-0302-41F4-9D6F-459781CAE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完成宣告是否有檔案、測試、畫面或引用支持？</a:t>
            </a:r>
          </a:p>
        </p:txBody>
      </p:sp>
      <p:sp>
        <p:nvSpPr>
          <p:cNvPr id="18" name="shape-1656">
            <a:extLst xmlns:a="http://schemas.openxmlformats.org/drawingml/2006/main">
              <a:ext uri="{FF2B5EF4-FFF2-40B4-BE49-F238E27FC236}">
                <a16:creationId xmlns:a16="http://schemas.microsoft.com/office/drawing/2014/main" id="{F9D0E402-D203-48BA-9AA0-BF21E5E2E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657">
            <a:extLst xmlns:a="http://schemas.openxmlformats.org/drawingml/2006/main">
              <a:ext uri="{FF2B5EF4-FFF2-40B4-BE49-F238E27FC236}">
                <a16:creationId xmlns:a16="http://schemas.microsoft.com/office/drawing/2014/main" id="{C646F965-ED5B-4F85-8935-23B260FD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658">
            <a:extLst xmlns:a="http://schemas.openxmlformats.org/drawingml/2006/main">
              <a:ext uri="{FF2B5EF4-FFF2-40B4-BE49-F238E27FC236}">
                <a16:creationId xmlns:a16="http://schemas.microsoft.com/office/drawing/2014/main" id="{E82DA95C-B1B9-4149-9967-353473959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21" name="text-1659">
            <a:extLst xmlns:a="http://schemas.openxmlformats.org/drawingml/2006/main">
              <a:ext uri="{FF2B5EF4-FFF2-40B4-BE49-F238E27FC236}">
                <a16:creationId xmlns:a16="http://schemas.microsoft.com/office/drawing/2014/main" id="{42F7771C-28A3-4529-B83F-8865C10BA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是否知道哪些動作需確認、哪些結果仍未確認？</a:t>
            </a:r>
          </a:p>
        </p:txBody>
      </p:sp>
      <p:sp>
        <p:nvSpPr>
          <p:cNvPr id="22" name="text-1744">
            <a:extLst xmlns:a="http://schemas.openxmlformats.org/drawingml/2006/main">
              <a:ext uri="{FF2B5EF4-FFF2-40B4-BE49-F238E27FC236}">
                <a16:creationId xmlns:a16="http://schemas.microsoft.com/office/drawing/2014/main" id="{16CC34DE-EF47-441B-9C56-5506D393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0753cc98dcb4864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b2809aaec714a91"/>
              </a:rPr>
              <a:t>Codex ↗</a:t>
            </a:r>
          </a:p>
        </p:txBody>
      </p:sp>
      <p:sp>
        <p:nvSpPr>
          <p:cNvPr id="23" name="shape-1830">
            <a:extLst xmlns:a="http://schemas.openxmlformats.org/drawingml/2006/main">
              <a:ext uri="{FF2B5EF4-FFF2-40B4-BE49-F238E27FC236}">
                <a16:creationId xmlns:a16="http://schemas.microsoft.com/office/drawing/2014/main" id="{C1D498C6-AFCF-4576-AB7F-1D06DD322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fa9fc22dae460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831">
            <a:extLst xmlns:a="http://schemas.openxmlformats.org/drawingml/2006/main">
              <a:ext uri="{FF2B5EF4-FFF2-40B4-BE49-F238E27FC236}">
                <a16:creationId xmlns:a16="http://schemas.microsoft.com/office/drawing/2014/main" id="{9AA6DD90-4437-4CDC-A46E-09F4DBB6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3494876b6448ad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832">
            <a:extLst xmlns:a="http://schemas.openxmlformats.org/drawingml/2006/main">
              <a:ext uri="{FF2B5EF4-FFF2-40B4-BE49-F238E27FC236}">
                <a16:creationId xmlns:a16="http://schemas.microsoft.com/office/drawing/2014/main" id="{3E4FAC80-3941-4D45-9154-DE3559DC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632382235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1660">
            <a:extLst xmlns:a="http://schemas.openxmlformats.org/drawingml/2006/main">
              <a:ext uri="{FF2B5EF4-FFF2-40B4-BE49-F238E27FC236}">
                <a16:creationId xmlns:a16="http://schemas.microsoft.com/office/drawing/2014/main" id="{DEA17448-3040-410A-B625-837E0E6A0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NEXT 30 DAYS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BB20C58-3D57-4E30-B357-291FE3AF2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30 天導入計畫：小步驗證，留下可重用資產</a:t>
            </a:r>
          </a:p>
        </p:txBody>
      </p:sp>
      <p:cxnSp>
        <p:nvCxnSpPr>
          <p:cNvPr id="35" name="shape-16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662">
            <a:extLst xmlns:a="http://schemas.openxmlformats.org/drawingml/2006/main">
              <a:ext uri="{FF2B5EF4-FFF2-40B4-BE49-F238E27FC236}">
                <a16:creationId xmlns:a16="http://schemas.microsoft.com/office/drawing/2014/main" id="{83F186FA-DB1B-4D76-930E-171E009C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3E941B0-E0EE-4467-B19A-2BA2521F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43</a:t>
            </a:r>
          </a:p>
        </p:txBody>
      </p:sp>
      <p:cxnSp>
        <p:nvCxnSpPr>
          <p:cNvPr id="38" name="shape-1663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shape-1664">
            <a:extLst xmlns:a="http://schemas.openxmlformats.org/drawingml/2006/main">
              <a:ext uri="{FF2B5EF4-FFF2-40B4-BE49-F238E27FC236}">
                <a16:creationId xmlns:a16="http://schemas.microsoft.com/office/drawing/2014/main" id="{D36BD926-68ED-408D-BA0A-B8241C1B6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665">
            <a:extLst xmlns:a="http://schemas.openxmlformats.org/drawingml/2006/main">
              <a:ext uri="{FF2B5EF4-FFF2-40B4-BE49-F238E27FC236}">
                <a16:creationId xmlns:a16="http://schemas.microsoft.com/office/drawing/2014/main" id="{75EBE995-A430-47B5-B41B-176BEF23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1 週</a:t>
            </a:r>
          </a:p>
        </p:txBody>
      </p:sp>
      <p:sp>
        <p:nvSpPr>
          <p:cNvPr id="9" name="text-1666">
            <a:extLst xmlns:a="http://schemas.openxmlformats.org/drawingml/2006/main">
              <a:ext uri="{FF2B5EF4-FFF2-40B4-BE49-F238E27FC236}">
                <a16:creationId xmlns:a16="http://schemas.microsoft.com/office/drawing/2014/main" id="{67387B7D-4ACE-4DFF-A58E-09FACEF7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選任務</a:t>
            </a:r>
          </a:p>
        </p:txBody>
      </p:sp>
      <p:sp>
        <p:nvSpPr>
          <p:cNvPr id="10" name="text-1667">
            <a:extLst xmlns:a="http://schemas.openxmlformats.org/drawingml/2006/main">
              <a:ext uri="{FF2B5EF4-FFF2-40B4-BE49-F238E27FC236}">
                <a16:creationId xmlns:a16="http://schemas.microsoft.com/office/drawing/2014/main" id="{D4B798F6-B9B9-497E-8B12-7E719541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高頻、耗時、可驗證</a:t>
            </a:r>
          </a:p>
        </p:txBody>
      </p:sp>
      <p:sp>
        <p:nvSpPr>
          <p:cNvPr id="11" name="shape-1668">
            <a:extLst xmlns:a="http://schemas.openxmlformats.org/drawingml/2006/main">
              <a:ext uri="{FF2B5EF4-FFF2-40B4-BE49-F238E27FC236}">
                <a16:creationId xmlns:a16="http://schemas.microsoft.com/office/drawing/2014/main" id="{3A96D1D4-8A60-43C9-9992-DD20DE240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669">
            <a:extLst xmlns:a="http://schemas.openxmlformats.org/drawingml/2006/main">
              <a:ext uri="{FF2B5EF4-FFF2-40B4-BE49-F238E27FC236}">
                <a16:creationId xmlns:a16="http://schemas.microsoft.com/office/drawing/2014/main" id="{55BD50DE-5EF1-4BBF-9A2C-A44CA9BBE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2 週</a:t>
            </a:r>
          </a:p>
        </p:txBody>
      </p:sp>
      <p:sp>
        <p:nvSpPr>
          <p:cNvPr id="13" name="text-1670">
            <a:extLst xmlns:a="http://schemas.openxmlformats.org/drawingml/2006/main">
              <a:ext uri="{FF2B5EF4-FFF2-40B4-BE49-F238E27FC236}">
                <a16:creationId xmlns:a16="http://schemas.microsoft.com/office/drawing/2014/main" id="{3E548088-A48C-4577-AD3D-279032BE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試流程</a:t>
            </a:r>
          </a:p>
        </p:txBody>
      </p:sp>
      <p:sp>
        <p:nvSpPr>
          <p:cNvPr id="14" name="text-1671">
            <a:extLst xmlns:a="http://schemas.openxmlformats.org/drawingml/2006/main">
              <a:ext uri="{FF2B5EF4-FFF2-40B4-BE49-F238E27FC236}">
                <a16:creationId xmlns:a16="http://schemas.microsoft.com/office/drawing/2014/main" id="{BD164601-6D4F-4CC6-9DDD-20B8E6BF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自己跑 3 次</a:t>
            </a:r>
          </a:p>
        </p:txBody>
      </p:sp>
      <p:sp>
        <p:nvSpPr>
          <p:cNvPr id="15" name="shape-1672">
            <a:extLst xmlns:a="http://schemas.openxmlformats.org/drawingml/2006/main">
              <a:ext uri="{FF2B5EF4-FFF2-40B4-BE49-F238E27FC236}">
                <a16:creationId xmlns:a16="http://schemas.microsoft.com/office/drawing/2014/main" id="{F2ACE052-8748-4F8D-A4E5-9F8255FC0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673">
            <a:extLst xmlns:a="http://schemas.openxmlformats.org/drawingml/2006/main">
              <a:ext uri="{FF2B5EF4-FFF2-40B4-BE49-F238E27FC236}">
                <a16:creationId xmlns:a16="http://schemas.microsoft.com/office/drawing/2014/main" id="{73FDA1EC-1EEF-4051-9F1F-CDF18D31F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3 週</a:t>
            </a:r>
          </a:p>
        </p:txBody>
      </p:sp>
      <p:sp>
        <p:nvSpPr>
          <p:cNvPr id="17" name="text-1674">
            <a:extLst xmlns:a="http://schemas.openxmlformats.org/drawingml/2006/main">
              <a:ext uri="{FF2B5EF4-FFF2-40B4-BE49-F238E27FC236}">
                <a16:creationId xmlns:a16="http://schemas.microsoft.com/office/drawing/2014/main" id="{EF21E9E5-A10A-4592-AFA9-0CC24274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給同儕</a:t>
            </a:r>
          </a:p>
        </p:txBody>
      </p:sp>
      <p:sp>
        <p:nvSpPr>
          <p:cNvPr id="18" name="text-1675">
            <a:extLst xmlns:a="http://schemas.openxmlformats.org/drawingml/2006/main">
              <a:ext uri="{FF2B5EF4-FFF2-40B4-BE49-F238E27FC236}">
                <a16:creationId xmlns:a16="http://schemas.microsoft.com/office/drawing/2014/main" id="{E3DED581-1822-4A90-9B75-EC50E5D0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找 1 人盲測</a:t>
            </a:r>
          </a:p>
        </p:txBody>
      </p:sp>
      <p:sp>
        <p:nvSpPr>
          <p:cNvPr id="19" name="shape-1676">
            <a:extLst xmlns:a="http://schemas.openxmlformats.org/drawingml/2006/main">
              <a:ext uri="{FF2B5EF4-FFF2-40B4-BE49-F238E27FC236}">
                <a16:creationId xmlns:a16="http://schemas.microsoft.com/office/drawing/2014/main" id="{14E1B56B-CD11-4891-8119-C294FE1CD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677">
            <a:extLst xmlns:a="http://schemas.openxmlformats.org/drawingml/2006/main">
              <a:ext uri="{FF2B5EF4-FFF2-40B4-BE49-F238E27FC236}">
                <a16:creationId xmlns:a16="http://schemas.microsoft.com/office/drawing/2014/main" id="{C8C0FE06-96C8-496C-84B2-10F805651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4 週</a:t>
            </a:r>
          </a:p>
        </p:txBody>
      </p:sp>
      <p:sp>
        <p:nvSpPr>
          <p:cNvPr id="21" name="text-1678">
            <a:extLst xmlns:a="http://schemas.openxmlformats.org/drawingml/2006/main">
              <a:ext uri="{FF2B5EF4-FFF2-40B4-BE49-F238E27FC236}">
                <a16:creationId xmlns:a16="http://schemas.microsoft.com/office/drawing/2014/main" id="{CD27A273-5953-41F6-BB97-894F8B234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修 Skill</a:t>
            </a:r>
          </a:p>
        </p:txBody>
      </p:sp>
      <p:sp>
        <p:nvSpPr>
          <p:cNvPr id="22" name="text-1679">
            <a:extLst xmlns:a="http://schemas.openxmlformats.org/drawingml/2006/main">
              <a:ext uri="{FF2B5EF4-FFF2-40B4-BE49-F238E27FC236}">
                <a16:creationId xmlns:a16="http://schemas.microsoft.com/office/drawing/2014/main" id="{2AE81A27-8362-44D4-BB69-75C0B1B6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補規則與範例</a:t>
            </a:r>
          </a:p>
        </p:txBody>
      </p:sp>
      <p:sp>
        <p:nvSpPr>
          <p:cNvPr id="23" name="shape-1680">
            <a:extLst xmlns:a="http://schemas.openxmlformats.org/drawingml/2006/main">
              <a:ext uri="{FF2B5EF4-FFF2-40B4-BE49-F238E27FC236}">
                <a16:creationId xmlns:a16="http://schemas.microsoft.com/office/drawing/2014/main" id="{A177DFE7-2EE3-40AE-98FA-9482603F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1681">
            <a:extLst xmlns:a="http://schemas.openxmlformats.org/drawingml/2006/main">
              <a:ext uri="{FF2B5EF4-FFF2-40B4-BE49-F238E27FC236}">
                <a16:creationId xmlns:a16="http://schemas.microsoft.com/office/drawing/2014/main" id="{3919F91A-21F6-49A5-A5E9-829A542E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30 天</a:t>
            </a:r>
          </a:p>
        </p:txBody>
      </p:sp>
      <p:sp>
        <p:nvSpPr>
          <p:cNvPr id="25" name="text-1682">
            <a:extLst xmlns:a="http://schemas.openxmlformats.org/drawingml/2006/main">
              <a:ext uri="{FF2B5EF4-FFF2-40B4-BE49-F238E27FC236}">
                <a16:creationId xmlns:a16="http://schemas.microsoft.com/office/drawing/2014/main" id="{965DE348-1F3E-4785-8125-A072F1D1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決定</a:t>
            </a:r>
          </a:p>
        </p:txBody>
      </p:sp>
      <p:sp>
        <p:nvSpPr>
          <p:cNvPr id="26" name="text-1683">
            <a:extLst xmlns:a="http://schemas.openxmlformats.org/drawingml/2006/main">
              <a:ext uri="{FF2B5EF4-FFF2-40B4-BE49-F238E27FC236}">
                <a16:creationId xmlns:a16="http://schemas.microsoft.com/office/drawing/2014/main" id="{838C0F06-9E57-4AE9-9805-3665624E9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採用、修改或淘汰</a:t>
            </a:r>
          </a:p>
        </p:txBody>
      </p:sp>
      <p:sp>
        <p:nvSpPr>
          <p:cNvPr id="27" name="text-1745">
            <a:extLst xmlns:a="http://schemas.openxmlformats.org/drawingml/2006/main">
              <a:ext uri="{FF2B5EF4-FFF2-40B4-BE49-F238E27FC236}">
                <a16:creationId xmlns:a16="http://schemas.microsoft.com/office/drawing/2014/main" id="{3E00DD79-4376-461A-B732-9D0694CE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c62b20641f646ba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60a6448e1a24a61"/>
              </a:rPr>
              <a:t>Codex ↗</a:t>
            </a:r>
          </a:p>
        </p:txBody>
      </p:sp>
      <p:sp>
        <p:nvSpPr>
          <p:cNvPr id="28" name="shape-1833">
            <a:extLst xmlns:a="http://schemas.openxmlformats.org/drawingml/2006/main">
              <a:ext uri="{FF2B5EF4-FFF2-40B4-BE49-F238E27FC236}">
                <a16:creationId xmlns:a16="http://schemas.microsoft.com/office/drawing/2014/main" id="{E0B02044-7096-4549-9268-AE915D89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c613ea026d448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0" name="text-1834">
            <a:extLst xmlns:a="http://schemas.openxmlformats.org/drawingml/2006/main">
              <a:ext uri="{FF2B5EF4-FFF2-40B4-BE49-F238E27FC236}">
                <a16:creationId xmlns:a16="http://schemas.microsoft.com/office/drawing/2014/main" id="{7ED1D0A0-0F01-4575-8772-C2AFCAAD8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bb82488a19496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2" name="text-1835">
            <a:extLst xmlns:a="http://schemas.openxmlformats.org/drawingml/2006/main">
              <a:ext uri="{FF2B5EF4-FFF2-40B4-BE49-F238E27FC236}">
                <a16:creationId xmlns:a16="http://schemas.microsoft.com/office/drawing/2014/main" id="{8D5E8C78-680D-4346-AC29-AA8C211F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3087353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1684">
            <a:extLst xmlns:a="http://schemas.openxmlformats.org/drawingml/2006/main">
              <a:ext uri="{FF2B5EF4-FFF2-40B4-BE49-F238E27FC236}">
                <a16:creationId xmlns:a16="http://schemas.microsoft.com/office/drawing/2014/main" id="{FD7F4464-A718-42F9-B396-455BF634A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6D9E089-2418-49A7-A6C3-A82F35A87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下午資源書籤</a:t>
            </a:r>
          </a:p>
        </p:txBody>
      </p:sp>
      <p:cxnSp>
        <p:nvCxnSpPr>
          <p:cNvPr id="41" name="shape-168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686">
            <a:extLst xmlns:a="http://schemas.openxmlformats.org/drawingml/2006/main">
              <a:ext uri="{FF2B5EF4-FFF2-40B4-BE49-F238E27FC236}">
                <a16:creationId xmlns:a16="http://schemas.microsoft.com/office/drawing/2014/main" id="{701C0A6B-67EA-4DE4-8314-D633154BE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C701819-177E-4D04-9D9C-0CC0CBBF8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44</a:t>
            </a:r>
          </a:p>
        </p:txBody>
      </p:sp>
      <p:sp>
        <p:nvSpPr>
          <p:cNvPr id="6" name="shape-1687">
            <a:extLst xmlns:a="http://schemas.openxmlformats.org/drawingml/2006/main">
              <a:ext uri="{FF2B5EF4-FFF2-40B4-BE49-F238E27FC236}">
                <a16:creationId xmlns:a16="http://schemas.microsoft.com/office/drawing/2014/main" id="{90BEBE31-6B84-4F61-9F03-3C5E6B1C3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688">
            <a:extLst xmlns:a="http://schemas.openxmlformats.org/drawingml/2006/main">
              <a:ext uri="{FF2B5EF4-FFF2-40B4-BE49-F238E27FC236}">
                <a16:creationId xmlns:a16="http://schemas.microsoft.com/office/drawing/2014/main" id="{110ED331-3B18-4CDA-967C-8F6B8E78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8" name="text-1689">
            <a:extLst xmlns:a="http://schemas.openxmlformats.org/drawingml/2006/main">
              <a:ext uri="{FF2B5EF4-FFF2-40B4-BE49-F238E27FC236}">
                <a16:creationId xmlns:a16="http://schemas.microsoft.com/office/drawing/2014/main" id="{834E323D-3010-42B6-8C5C-46187F63F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730cb4dc112746d4"/>
              </a:rPr>
              <a:t>../START_HERE_研習資源導航.html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30d818cbc641eb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1690">
            <a:extLst xmlns:a="http://schemas.openxmlformats.org/drawingml/2006/main">
              <a:ext uri="{FF2B5EF4-FFF2-40B4-BE49-F238E27FC236}">
                <a16:creationId xmlns:a16="http://schemas.microsoft.com/office/drawing/2014/main" id="{53ECF1B9-8237-42E3-9A13-7D8FF46C8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691">
            <a:extLst xmlns:a="http://schemas.openxmlformats.org/drawingml/2006/main">
              <a:ext uri="{FF2B5EF4-FFF2-40B4-BE49-F238E27FC236}">
                <a16:creationId xmlns:a16="http://schemas.microsoft.com/office/drawing/2014/main" id="{D866DE4B-B0BF-437A-B16C-8BB27F1C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Google Antigravity</a:t>
            </a:r>
          </a:p>
        </p:txBody>
      </p:sp>
      <p:sp>
        <p:nvSpPr>
          <p:cNvPr id="12" name="text-1692">
            <a:extLst xmlns:a="http://schemas.openxmlformats.org/drawingml/2006/main">
              <a:ext uri="{FF2B5EF4-FFF2-40B4-BE49-F238E27FC236}">
                <a16:creationId xmlns:a16="http://schemas.microsoft.com/office/drawing/2014/main" id="{0AC9D56A-3106-4676-8106-24A850716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a2198527c0f24858"/>
              </a:rPr>
              <a:t>https://antigravity.google/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7ade4ebd25434f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1693">
            <a:extLst xmlns:a="http://schemas.openxmlformats.org/drawingml/2006/main">
              <a:ext uri="{FF2B5EF4-FFF2-40B4-BE49-F238E27FC236}">
                <a16:creationId xmlns:a16="http://schemas.microsoft.com/office/drawing/2014/main" id="{7040E61B-E217-4786-9FA9-51C38F272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694">
            <a:extLst xmlns:a="http://schemas.openxmlformats.org/drawingml/2006/main">
              <a:ext uri="{FF2B5EF4-FFF2-40B4-BE49-F238E27FC236}">
                <a16:creationId xmlns:a16="http://schemas.microsoft.com/office/drawing/2014/main" id="{7022645D-02C1-4141-9B09-FDF8D82F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Codex</a:t>
            </a:r>
          </a:p>
        </p:txBody>
      </p:sp>
      <p:sp>
        <p:nvSpPr>
          <p:cNvPr id="16" name="text-1695">
            <a:extLst xmlns:a="http://schemas.openxmlformats.org/drawingml/2006/main">
              <a:ext uri="{FF2B5EF4-FFF2-40B4-BE49-F238E27FC236}">
                <a16:creationId xmlns:a16="http://schemas.microsoft.com/office/drawing/2014/main" id="{4EAACC56-71D5-416D-AFB6-7C9F6754B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028f71587f7640af"/>
              </a:rPr>
              <a:t>https://chatgpt.com/codex/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12eff920754668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1696">
            <a:extLst xmlns:a="http://schemas.openxmlformats.org/drawingml/2006/main">
              <a:ext uri="{FF2B5EF4-FFF2-40B4-BE49-F238E27FC236}">
                <a16:creationId xmlns:a16="http://schemas.microsoft.com/office/drawing/2014/main" id="{24BE21E9-4BA8-4EF5-AB03-DDB5DDBA2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697">
            <a:extLst xmlns:a="http://schemas.openxmlformats.org/drawingml/2006/main">
              <a:ext uri="{FF2B5EF4-FFF2-40B4-BE49-F238E27FC236}">
                <a16:creationId xmlns:a16="http://schemas.microsoft.com/office/drawing/2014/main" id="{FEF68E3D-7931-4D15-B560-26ABF3E0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Claude</a:t>
            </a:r>
          </a:p>
        </p:txBody>
      </p:sp>
      <p:sp>
        <p:nvSpPr>
          <p:cNvPr id="20" name="text-1698">
            <a:extLst xmlns:a="http://schemas.openxmlformats.org/drawingml/2006/main">
              <a:ext uri="{FF2B5EF4-FFF2-40B4-BE49-F238E27FC236}">
                <a16:creationId xmlns:a16="http://schemas.microsoft.com/office/drawing/2014/main" id="{8E623B28-E0B6-42F1-99DA-BC9C4062A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3da5773fc707436e"/>
              </a:rPr>
              <a:t>https://claude.ai/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40c0a0bf7a443c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1699">
            <a:extLst xmlns:a="http://schemas.openxmlformats.org/drawingml/2006/main">
              <a:ext uri="{FF2B5EF4-FFF2-40B4-BE49-F238E27FC236}">
                <a16:creationId xmlns:a16="http://schemas.microsoft.com/office/drawing/2014/main" id="{446C2431-FC44-4662-B4D4-6BE8A32DB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700">
            <a:extLst xmlns:a="http://schemas.openxmlformats.org/drawingml/2006/main">
              <a:ext uri="{FF2B5EF4-FFF2-40B4-BE49-F238E27FC236}">
                <a16:creationId xmlns:a16="http://schemas.microsoft.com/office/drawing/2014/main" id="{90079083-E62C-413A-8BBA-11F0AB839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 官方教學</a:t>
            </a:r>
          </a:p>
        </p:txBody>
      </p:sp>
      <p:sp>
        <p:nvSpPr>
          <p:cNvPr id="24" name="text-1701">
            <a:extLst xmlns:a="http://schemas.openxmlformats.org/drawingml/2006/main">
              <a:ext uri="{FF2B5EF4-FFF2-40B4-BE49-F238E27FC236}">
                <a16:creationId xmlns:a16="http://schemas.microsoft.com/office/drawing/2014/main" id="{F06D2E9E-22F2-4C36-AB5C-6DED8FCB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6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f1ac5ec57183427d"/>
              </a:rPr>
              <a:t>https://codelabs.developers.google.com/getting-started-with-antigravity-skills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65f9a7efd044af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1702">
            <a:extLst xmlns:a="http://schemas.openxmlformats.org/drawingml/2006/main">
              <a:ext uri="{FF2B5EF4-FFF2-40B4-BE49-F238E27FC236}">
                <a16:creationId xmlns:a16="http://schemas.microsoft.com/office/drawing/2014/main" id="{C39BC62A-781D-466A-848E-3DC05B9D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703">
            <a:extLst xmlns:a="http://schemas.openxmlformats.org/drawingml/2006/main">
              <a:ext uri="{FF2B5EF4-FFF2-40B4-BE49-F238E27FC236}">
                <a16:creationId xmlns:a16="http://schemas.microsoft.com/office/drawing/2014/main" id="{0C125A2E-6738-4C9E-80B5-BCCB5B40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提示詞快捷面板（同資料夾）</a:t>
            </a:r>
          </a:p>
        </p:txBody>
      </p:sp>
      <p:sp>
        <p:nvSpPr>
          <p:cNvPr id="28" name="text-1704">
            <a:extLst xmlns:a="http://schemas.openxmlformats.org/drawingml/2006/main">
              <a:ext uri="{FF2B5EF4-FFF2-40B4-BE49-F238E27FC236}">
                <a16:creationId xmlns:a16="http://schemas.microsoft.com/office/drawing/2014/main" id="{A07E494C-7BA5-4069-863C-2EF69EEF0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48fd318ddf1844d5"/>
              </a:rPr>
              <a:t>../04_實作工具/提示詞快捷面板_研習用.html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2f530054ef4d5a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1705">
            <a:extLst xmlns:a="http://schemas.openxmlformats.org/drawingml/2006/main">
              <a:ext uri="{FF2B5EF4-FFF2-40B4-BE49-F238E27FC236}">
                <a16:creationId xmlns:a16="http://schemas.microsoft.com/office/drawing/2014/main" id="{4DB8EAB0-DAE2-4A9A-90C3-297C2FFF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31" name="text-1706">
            <a:extLst xmlns:a="http://schemas.openxmlformats.org/drawingml/2006/main">
              <a:ext uri="{FF2B5EF4-FFF2-40B4-BE49-F238E27FC236}">
                <a16:creationId xmlns:a16="http://schemas.microsoft.com/office/drawing/2014/main" id="{70748160-D103-41DB-9340-17D3DA60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  <p:sp>
        <p:nvSpPr>
          <p:cNvPr id="32" name="text-1707">
            <a:extLst xmlns:a="http://schemas.openxmlformats.org/drawingml/2006/main">
              <a:ext uri="{FF2B5EF4-FFF2-40B4-BE49-F238E27FC236}">
                <a16:creationId xmlns:a16="http://schemas.microsoft.com/office/drawing/2014/main" id="{F65C17D3-4BF8-4690-8900-C8945B891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9c917000bcd649dc"/>
              </a:rPr>
              <a:t>https://cagoooo.github.io/Akai/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b7c35c7881428d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shape-1708">
            <a:extLst xmlns:a="http://schemas.openxmlformats.org/drawingml/2006/main">
              <a:ext uri="{FF2B5EF4-FFF2-40B4-BE49-F238E27FC236}">
                <a16:creationId xmlns:a16="http://schemas.microsoft.com/office/drawing/2014/main" id="{667F44A2-5369-4004-9B18-8AEB7E50F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35" name="text-1709">
            <a:extLst xmlns:a="http://schemas.openxmlformats.org/drawingml/2006/main">
              <a:ext uri="{FF2B5EF4-FFF2-40B4-BE49-F238E27FC236}">
                <a16:creationId xmlns:a16="http://schemas.microsoft.com/office/drawing/2014/main" id="{5306DABC-C0D0-4711-9B2D-64067858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PIRLS 2026 評分規劃</a:t>
            </a:r>
          </a:p>
        </p:txBody>
      </p:sp>
      <p:sp>
        <p:nvSpPr>
          <p:cNvPr id="36" name="text-1710">
            <a:extLst xmlns:a="http://schemas.openxmlformats.org/drawingml/2006/main">
              <a:ext uri="{FF2B5EF4-FFF2-40B4-BE49-F238E27FC236}">
                <a16:creationId xmlns:a16="http://schemas.microsoft.com/office/drawing/2014/main" id="{066B9E3E-AE91-42CB-A4C7-9BAD1E091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5fa35ffad073493e"/>
              </a:rPr>
              <a:t>https://www.iea.nl/sites/default/files/2025-10/GA66_PIRLS%202026.pdf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8c3e9f11bc42b6"/>
          <a:stretch xmlns:a="http://schemas.openxmlformats.org/drawingml/2006/main"/>
        </p:blipFill>
        <p:spPr>
          <a:xfrm xmlns:a="http://schemas.openxmlformats.org/drawingml/2006/main">
            <a:off x="105537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8" name="text-1711">
            <a:extLst xmlns:a="http://schemas.openxmlformats.org/drawingml/2006/main">
              <a:ext uri="{FF2B5EF4-FFF2-40B4-BE49-F238E27FC236}">
                <a16:creationId xmlns:a16="http://schemas.microsoft.com/office/drawing/2014/main" id="{943B27E6-D48D-4F14-B2DE-40A56181F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62550"/>
            <a:ext cx="1116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2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好的教學與研究 Agent 不只會做事；它會在正確邊界內做事，並留下你能檢查的證據。</a:t>
            </a:r>
          </a:p>
        </p:txBody>
      </p:sp>
    </p:spTree>
    <p:extLst>
      <p:ext uri="{BB962C8B-B14F-4D97-AF65-F5344CB8AC3E}">
        <p14:creationId xmlns:p14="http://schemas.microsoft.com/office/powerpoint/2010/main" val="1978042785"/>
      </p:ext>
    </p:extLst>
  </p:cSld>
</p:sld>
</file>

<file path=ppt/theme/theme1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2026-08-16T02:28:56.4800000Z</dcterms:created>
  <dcterms:modified xsi:type="dcterms:W3CDTF">2026-08-16T02:28:56.4800000Z</dcterms:modified>
</coreProperties>
</file>