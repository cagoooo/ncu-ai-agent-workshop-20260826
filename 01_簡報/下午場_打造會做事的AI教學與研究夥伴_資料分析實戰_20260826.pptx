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c8beb8357a4bb5" /><Relationship Type="http://schemas.openxmlformats.org/officeDocument/2006/relationships/extended-properties" Target="/docProps/app.xml" Id="Rbc2b7c3faa6249ec" /><Relationship Type="http://schemas.openxmlformats.org/officeDocument/2006/relationships/officeDocument" Target="/ppt/presentation.xml" Id="R7edc5940c7394f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7a19f7c07d4767"/>
  </p:sldMasterIdLst>
  <p:notesMasterIdLst>
    <p:notesMasterId xmlns:r="http://schemas.openxmlformats.org/officeDocument/2006/relationships" r:id="R5d6d2f0dd750472b"/>
  </p:notesMasterIdLst>
  <p:sldIdLst>
    <p:sldId xmlns:r="http://schemas.openxmlformats.org/officeDocument/2006/relationships" id="256" r:id="R27309ac341874dc4"/>
    <p:sldId xmlns:r="http://schemas.openxmlformats.org/officeDocument/2006/relationships" id="257" r:id="R9000864087284d71"/>
    <p:sldId xmlns:r="http://schemas.openxmlformats.org/officeDocument/2006/relationships" id="258" r:id="Rff834d0ff964497c"/>
    <p:sldId xmlns:r="http://schemas.openxmlformats.org/officeDocument/2006/relationships" id="259" r:id="R2417ec77a1f343df"/>
    <p:sldId xmlns:r="http://schemas.openxmlformats.org/officeDocument/2006/relationships" id="260" r:id="Rcd45b860b591412a"/>
    <p:sldId xmlns:r="http://schemas.openxmlformats.org/officeDocument/2006/relationships" id="261" r:id="R0dbf0c8861314a3e"/>
    <p:sldId xmlns:r="http://schemas.openxmlformats.org/officeDocument/2006/relationships" id="262" r:id="R6f06322478f249c0"/>
    <p:sldId xmlns:r="http://schemas.openxmlformats.org/officeDocument/2006/relationships" id="263" r:id="Rb3189992404441c7"/>
    <p:sldId xmlns:r="http://schemas.openxmlformats.org/officeDocument/2006/relationships" id="264" r:id="R774e7a46325741e7"/>
    <p:sldId xmlns:r="http://schemas.openxmlformats.org/officeDocument/2006/relationships" id="265" r:id="Rbb6d32026c494db0"/>
    <p:sldId xmlns:r="http://schemas.openxmlformats.org/officeDocument/2006/relationships" id="266" r:id="Ra9e58b397fda4471"/>
    <p:sldId xmlns:r="http://schemas.openxmlformats.org/officeDocument/2006/relationships" id="267" r:id="Reee9458ebdc74e5e"/>
    <p:sldId xmlns:r="http://schemas.openxmlformats.org/officeDocument/2006/relationships" id="268" r:id="Rbb4896baa2234653"/>
    <p:sldId xmlns:r="http://schemas.openxmlformats.org/officeDocument/2006/relationships" id="269" r:id="R12cf079916a848d5"/>
    <p:sldId xmlns:r="http://schemas.openxmlformats.org/officeDocument/2006/relationships" id="270" r:id="R1f805f1622a24dc7"/>
    <p:sldId xmlns:r="http://schemas.openxmlformats.org/officeDocument/2006/relationships" id="271" r:id="Rd0ea08b1b673468f"/>
    <p:sldId xmlns:r="http://schemas.openxmlformats.org/officeDocument/2006/relationships" id="272" r:id="R2be7049d4c6f4fc7"/>
    <p:sldId xmlns:r="http://schemas.openxmlformats.org/officeDocument/2006/relationships" id="273" r:id="R177a402d7d804ce5"/>
    <p:sldId xmlns:r="http://schemas.openxmlformats.org/officeDocument/2006/relationships" id="274" r:id="R1be3fd07eba8442b"/>
    <p:sldId xmlns:r="http://schemas.openxmlformats.org/officeDocument/2006/relationships" id="275" r:id="Rb5f4397654484863"/>
    <p:sldId xmlns:r="http://schemas.openxmlformats.org/officeDocument/2006/relationships" id="276" r:id="Rdcf5e08a80d54504"/>
    <p:sldId xmlns:r="http://schemas.openxmlformats.org/officeDocument/2006/relationships" id="277" r:id="R8794f841108e4728"/>
    <p:sldId xmlns:r="http://schemas.openxmlformats.org/officeDocument/2006/relationships" id="278" r:id="R78dbdfc191c44f2b"/>
    <p:sldId xmlns:r="http://schemas.openxmlformats.org/officeDocument/2006/relationships" id="279" r:id="Re9752923ac304d49"/>
    <p:sldId xmlns:r="http://schemas.openxmlformats.org/officeDocument/2006/relationships" id="280" r:id="Rd175b63fd0ef4c1d"/>
    <p:sldId xmlns:r="http://schemas.openxmlformats.org/officeDocument/2006/relationships" id="281" r:id="R464e6501e3654b59"/>
    <p:sldId xmlns:r="http://schemas.openxmlformats.org/officeDocument/2006/relationships" id="282" r:id="Rbe928a7cb49f45f5"/>
    <p:sldId xmlns:r="http://schemas.openxmlformats.org/officeDocument/2006/relationships" id="283" r:id="R7ccad9c4be8b488d"/>
    <p:sldId xmlns:r="http://schemas.openxmlformats.org/officeDocument/2006/relationships" id="284" r:id="R0d2f68effadc460f"/>
    <p:sldId xmlns:r="http://schemas.openxmlformats.org/officeDocument/2006/relationships" id="285" r:id="R7eff4cc0a8cd4142"/>
    <p:sldId xmlns:r="http://schemas.openxmlformats.org/officeDocument/2006/relationships" id="286" r:id="Rde90ffe910e14857"/>
    <p:sldId xmlns:r="http://schemas.openxmlformats.org/officeDocument/2006/relationships" id="287" r:id="R5eb347c768804841"/>
    <p:sldId xmlns:r="http://schemas.openxmlformats.org/officeDocument/2006/relationships" id="288" r:id="Rbc411e61e6a74b0c"/>
    <p:sldId xmlns:r="http://schemas.openxmlformats.org/officeDocument/2006/relationships" id="289" r:id="R4239fd5335944ef4"/>
    <p:sldId xmlns:r="http://schemas.openxmlformats.org/officeDocument/2006/relationships" id="290" r:id="R1d63448ffecc48e8"/>
    <p:sldId xmlns:r="http://schemas.openxmlformats.org/officeDocument/2006/relationships" id="291" r:id="R87e6583c599e46af"/>
    <p:sldId xmlns:r="http://schemas.openxmlformats.org/officeDocument/2006/relationships" id="292" r:id="R7ac1508fac37455b"/>
    <p:sldId xmlns:r="http://schemas.openxmlformats.org/officeDocument/2006/relationships" id="293" r:id="R93bc45e074cc4b27"/>
    <p:sldId xmlns:r="http://schemas.openxmlformats.org/officeDocument/2006/relationships" id="294" r:id="R694601340f0a4f8c"/>
    <p:sldId xmlns:r="http://schemas.openxmlformats.org/officeDocument/2006/relationships" id="295" r:id="Rdf4c22e0e36b42c5"/>
    <p:sldId xmlns:r="http://schemas.openxmlformats.org/officeDocument/2006/relationships" id="296" r:id="R661d2e72cbc24568"/>
    <p:sldId xmlns:r="http://schemas.openxmlformats.org/officeDocument/2006/relationships" id="297" r:id="R775cc3b825364221"/>
    <p:sldId xmlns:r="http://schemas.openxmlformats.org/officeDocument/2006/relationships" id="298" r:id="R061f3898c6b649ec"/>
    <p:sldId xmlns:r="http://schemas.openxmlformats.org/officeDocument/2006/relationships" id="299" r:id="Rac8119221d804aa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b9fe4cedcb4837" /><Relationship Type="http://schemas.openxmlformats.org/officeDocument/2006/relationships/slideMaster" Target="/ppt/slideMasters/slideMaster1.xml" Id="R167a19f7c07d4767" /><Relationship Type="http://schemas.openxmlformats.org/officeDocument/2006/relationships/notesMaster" Target="/ppt/notesMasters/notesMaster1.xml" Id="R5d6d2f0dd750472b" /><Relationship Type="http://schemas.openxmlformats.org/officeDocument/2006/relationships/presProps" Target="/ppt/presProps.xml" Id="R5f612e2c14fe41bd" /><Relationship Type="http://schemas.openxmlformats.org/officeDocument/2006/relationships/tableStyles" Target="/ppt/tableStyles.xml" Id="Rdc351d1caeae4327" /><Relationship Type="http://schemas.openxmlformats.org/officeDocument/2006/relationships/slide" Target="/ppt/slides/slide1.xml" Id="R27309ac341874dc4" /><Relationship Type="http://schemas.openxmlformats.org/officeDocument/2006/relationships/slide" Target="/ppt/slides/slide2.xml" Id="R9000864087284d71" /><Relationship Type="http://schemas.openxmlformats.org/officeDocument/2006/relationships/slide" Target="/ppt/slides/slide3.xml" Id="Rff834d0ff964497c" /><Relationship Type="http://schemas.openxmlformats.org/officeDocument/2006/relationships/slide" Target="/ppt/slides/slide4.xml" Id="R2417ec77a1f343df" /><Relationship Type="http://schemas.openxmlformats.org/officeDocument/2006/relationships/slide" Target="/ppt/slides/slide5.xml" Id="Rcd45b860b591412a" /><Relationship Type="http://schemas.openxmlformats.org/officeDocument/2006/relationships/slide" Target="/ppt/slides/slide6.xml" Id="R0dbf0c8861314a3e" /><Relationship Type="http://schemas.openxmlformats.org/officeDocument/2006/relationships/slide" Target="/ppt/slides/slide7.xml" Id="R6f06322478f249c0" /><Relationship Type="http://schemas.openxmlformats.org/officeDocument/2006/relationships/slide" Target="/ppt/slides/slide8.xml" Id="Rb3189992404441c7" /><Relationship Type="http://schemas.openxmlformats.org/officeDocument/2006/relationships/slide" Target="/ppt/slides/slide9.xml" Id="R774e7a46325741e7" /><Relationship Type="http://schemas.openxmlformats.org/officeDocument/2006/relationships/slide" Target="/ppt/slides/slide10.xml" Id="Rbb6d32026c494db0" /><Relationship Type="http://schemas.openxmlformats.org/officeDocument/2006/relationships/slide" Target="/ppt/slides/slide11.xml" Id="Ra9e58b397fda4471" /><Relationship Type="http://schemas.openxmlformats.org/officeDocument/2006/relationships/slide" Target="/ppt/slides/slide12.xml" Id="Reee9458ebdc74e5e" /><Relationship Type="http://schemas.openxmlformats.org/officeDocument/2006/relationships/slide" Target="/ppt/slides/slide13.xml" Id="Rbb4896baa2234653" /><Relationship Type="http://schemas.openxmlformats.org/officeDocument/2006/relationships/slide" Target="/ppt/slides/slide14.xml" Id="R12cf079916a848d5" /><Relationship Type="http://schemas.openxmlformats.org/officeDocument/2006/relationships/slide" Target="/ppt/slides/slide15.xml" Id="R1f805f1622a24dc7" /><Relationship Type="http://schemas.openxmlformats.org/officeDocument/2006/relationships/slide" Target="/ppt/slides/slide16.xml" Id="Rd0ea08b1b673468f" /><Relationship Type="http://schemas.openxmlformats.org/officeDocument/2006/relationships/slide" Target="/ppt/slides/slide17.xml" Id="R2be7049d4c6f4fc7" /><Relationship Type="http://schemas.openxmlformats.org/officeDocument/2006/relationships/slide" Target="/ppt/slides/slide18.xml" Id="R177a402d7d804ce5" /><Relationship Type="http://schemas.openxmlformats.org/officeDocument/2006/relationships/slide" Target="/ppt/slides/slide19.xml" Id="R1be3fd07eba8442b" /><Relationship Type="http://schemas.openxmlformats.org/officeDocument/2006/relationships/slide" Target="/ppt/slides/slide20.xml" Id="Rb5f4397654484863" /><Relationship Type="http://schemas.openxmlformats.org/officeDocument/2006/relationships/slide" Target="/ppt/slides/slide21.xml" Id="Rdcf5e08a80d54504" /><Relationship Type="http://schemas.openxmlformats.org/officeDocument/2006/relationships/slide" Target="/ppt/slides/slide22.xml" Id="R8794f841108e4728" /><Relationship Type="http://schemas.openxmlformats.org/officeDocument/2006/relationships/slide" Target="/ppt/slides/slide23.xml" Id="R78dbdfc191c44f2b" /><Relationship Type="http://schemas.openxmlformats.org/officeDocument/2006/relationships/slide" Target="/ppt/slides/slide24.xml" Id="Re9752923ac304d49" /><Relationship Type="http://schemas.openxmlformats.org/officeDocument/2006/relationships/slide" Target="/ppt/slides/slide25.xml" Id="Rd175b63fd0ef4c1d" /><Relationship Type="http://schemas.openxmlformats.org/officeDocument/2006/relationships/slide" Target="/ppt/slides/slide26.xml" Id="R464e6501e3654b59" /><Relationship Type="http://schemas.openxmlformats.org/officeDocument/2006/relationships/slide" Target="/ppt/slides/slide27.xml" Id="Rbe928a7cb49f45f5" /><Relationship Type="http://schemas.openxmlformats.org/officeDocument/2006/relationships/slide" Target="/ppt/slides/slide28.xml" Id="R7ccad9c4be8b488d" /><Relationship Type="http://schemas.openxmlformats.org/officeDocument/2006/relationships/slide" Target="/ppt/slides/slide29.xml" Id="R0d2f68effadc460f" /><Relationship Type="http://schemas.openxmlformats.org/officeDocument/2006/relationships/slide" Target="/ppt/slides/slide30.xml" Id="R7eff4cc0a8cd4142" /><Relationship Type="http://schemas.openxmlformats.org/officeDocument/2006/relationships/slide" Target="/ppt/slides/slide31.xml" Id="Rde90ffe910e14857" /><Relationship Type="http://schemas.openxmlformats.org/officeDocument/2006/relationships/slide" Target="/ppt/slides/slide32.xml" Id="R5eb347c768804841" /><Relationship Type="http://schemas.openxmlformats.org/officeDocument/2006/relationships/slide" Target="/ppt/slides/slide33.xml" Id="Rbc411e61e6a74b0c" /><Relationship Type="http://schemas.openxmlformats.org/officeDocument/2006/relationships/slide" Target="/ppt/slides/slide34.xml" Id="R4239fd5335944ef4" /><Relationship Type="http://schemas.openxmlformats.org/officeDocument/2006/relationships/slide" Target="/ppt/slides/slide35.xml" Id="R1d63448ffecc48e8" /><Relationship Type="http://schemas.openxmlformats.org/officeDocument/2006/relationships/slide" Target="/ppt/slides/slide36.xml" Id="R87e6583c599e46af" /><Relationship Type="http://schemas.openxmlformats.org/officeDocument/2006/relationships/slide" Target="/ppt/slides/slide37.xml" Id="R7ac1508fac37455b" /><Relationship Type="http://schemas.openxmlformats.org/officeDocument/2006/relationships/slide" Target="/ppt/slides/slide38.xml" Id="R93bc45e074cc4b27" /><Relationship Type="http://schemas.openxmlformats.org/officeDocument/2006/relationships/slide" Target="/ppt/slides/slide39.xml" Id="R694601340f0a4f8c" /><Relationship Type="http://schemas.openxmlformats.org/officeDocument/2006/relationships/slide" Target="/ppt/slides/slide40.xml" Id="Rdf4c22e0e36b42c5" /><Relationship Type="http://schemas.openxmlformats.org/officeDocument/2006/relationships/slide" Target="/ppt/slides/slide41.xml" Id="R661d2e72cbc24568" /><Relationship Type="http://schemas.openxmlformats.org/officeDocument/2006/relationships/slide" Target="/ppt/slides/slide42.xml" Id="R775cc3b825364221" /><Relationship Type="http://schemas.openxmlformats.org/officeDocument/2006/relationships/slide" Target="/ppt/slides/slide43.xml" Id="R061f3898c6b649ec" /><Relationship Type="http://schemas.openxmlformats.org/officeDocument/2006/relationships/slide" Target="/ppt/slides/slide44.xml" Id="Rac8119221d804a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7eb914ab1b41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059d82c7104b14" /><Relationship Type="http://schemas.openxmlformats.org/officeDocument/2006/relationships/notesMaster" Target="/ppt/notesMasters/notesMaster1.xml" Id="R3bb663e2cb604d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54f59485924470" /><Relationship Type="http://schemas.openxmlformats.org/officeDocument/2006/relationships/notesMaster" Target="/ppt/notesMasters/notesMaster1.xml" Id="Rc1c2fd96436a4e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be89e1b8ec4306" /><Relationship Type="http://schemas.openxmlformats.org/officeDocument/2006/relationships/notesMaster" Target="/ppt/notesMasters/notesMaster1.xml" Id="R71654dbd64cd44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c3fbd273664ef0" /><Relationship Type="http://schemas.openxmlformats.org/officeDocument/2006/relationships/notesMaster" Target="/ppt/notesMasters/notesMaster1.xml" Id="Rb1d46cd7572d43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0ddd17f923480a" /><Relationship Type="http://schemas.openxmlformats.org/officeDocument/2006/relationships/notesMaster" Target="/ppt/notesMasters/notesMaster1.xml" Id="R848516c53217455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0c682ee45a4fd9" /><Relationship Type="http://schemas.openxmlformats.org/officeDocument/2006/relationships/notesMaster" Target="/ppt/notesMasters/notesMaster1.xml" Id="Rc6dd4218f7374e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9dde483aae4feb" /><Relationship Type="http://schemas.openxmlformats.org/officeDocument/2006/relationships/notesMaster" Target="/ppt/notesMasters/notesMaster1.xml" Id="R4b0bbe11837e4c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be5e52a536344f2" /><Relationship Type="http://schemas.openxmlformats.org/officeDocument/2006/relationships/notesMaster" Target="/ppt/notesMasters/notesMaster1.xml" Id="Rb4cc1f2f55054a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f8af2d88da47f0" /><Relationship Type="http://schemas.openxmlformats.org/officeDocument/2006/relationships/notesMaster" Target="/ppt/notesMasters/notesMaster1.xml" Id="Rc5de4ea3cb65486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ee5d6f66f548dc" /><Relationship Type="http://schemas.openxmlformats.org/officeDocument/2006/relationships/notesMaster" Target="/ppt/notesMasters/notesMaster1.xml" Id="R83c69d0ba97e492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428d3765624596" /><Relationship Type="http://schemas.openxmlformats.org/officeDocument/2006/relationships/notesMaster" Target="/ppt/notesMasters/notesMaster1.xml" Id="Rded60dd428824b2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6f0b0fa5754d03" /><Relationship Type="http://schemas.openxmlformats.org/officeDocument/2006/relationships/notesMaster" Target="/ppt/notesMasters/notesMaster1.xml" Id="R3ef715d1abe04a9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393fe71adf4ce2" /><Relationship Type="http://schemas.openxmlformats.org/officeDocument/2006/relationships/notesMaster" Target="/ppt/notesMasters/notesMaster1.xml" Id="Rcdb9b9636934447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c8c5542757f4f9e" /><Relationship Type="http://schemas.openxmlformats.org/officeDocument/2006/relationships/notesMaster" Target="/ppt/notesMasters/notesMaster1.xml" Id="Ra10f9e44a1e641d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1b7f44184b44010" /><Relationship Type="http://schemas.openxmlformats.org/officeDocument/2006/relationships/notesMaster" Target="/ppt/notesMasters/notesMaster1.xml" Id="Rd28b4446fded41a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38cd02f11d24b9c" /><Relationship Type="http://schemas.openxmlformats.org/officeDocument/2006/relationships/notesMaster" Target="/ppt/notesMasters/notesMaster1.xml" Id="Re94c440fe42c43f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2519aa9eadf4eef" /><Relationship Type="http://schemas.openxmlformats.org/officeDocument/2006/relationships/notesMaster" Target="/ppt/notesMasters/notesMaster1.xml" Id="R84bfa09c21444a2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04c82d73cf748de" /><Relationship Type="http://schemas.openxmlformats.org/officeDocument/2006/relationships/notesMaster" Target="/ppt/notesMasters/notesMaster1.xml" Id="R854b255675184ba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9a84023d8a64fbe" /><Relationship Type="http://schemas.openxmlformats.org/officeDocument/2006/relationships/notesMaster" Target="/ppt/notesMasters/notesMaster1.xml" Id="R9c41f4ebf4f546b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45980363de0458b" /><Relationship Type="http://schemas.openxmlformats.org/officeDocument/2006/relationships/notesMaster" Target="/ppt/notesMasters/notesMaster1.xml" Id="R4b4b73ba847841d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3e477fd097648a6" /><Relationship Type="http://schemas.openxmlformats.org/officeDocument/2006/relationships/notesMaster" Target="/ppt/notesMasters/notesMaster1.xml" Id="R4abee9099caf4b3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c47015978c94f73" /><Relationship Type="http://schemas.openxmlformats.org/officeDocument/2006/relationships/notesMaster" Target="/ppt/notesMasters/notesMaster1.xml" Id="R4b619e8ff7cd40d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4e97ffa8e4942d8" /><Relationship Type="http://schemas.openxmlformats.org/officeDocument/2006/relationships/notesMaster" Target="/ppt/notesMasters/notesMaster1.xml" Id="R10d0653003184cc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086a763aa1c424f" /><Relationship Type="http://schemas.openxmlformats.org/officeDocument/2006/relationships/notesMaster" Target="/ppt/notesMasters/notesMaster1.xml" Id="Rae5e97aa2a6a4cb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6dc3a96a7144399" /><Relationship Type="http://schemas.openxmlformats.org/officeDocument/2006/relationships/notesMaster" Target="/ppt/notesMasters/notesMaster1.xml" Id="R1bd058d4abc74a2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a5b92230ac841a1" /><Relationship Type="http://schemas.openxmlformats.org/officeDocument/2006/relationships/notesMaster" Target="/ppt/notesMasters/notesMaster1.xml" Id="R4fe30bc3fc0946a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0224eaed688468b" /><Relationship Type="http://schemas.openxmlformats.org/officeDocument/2006/relationships/notesMaster" Target="/ppt/notesMasters/notesMaster1.xml" Id="R443526bb121c4a1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23fca8bfe4144ed" /><Relationship Type="http://schemas.openxmlformats.org/officeDocument/2006/relationships/notesMaster" Target="/ppt/notesMasters/notesMaster1.xml" Id="R76173131c28b455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43bfd63fe7e46a1" /><Relationship Type="http://schemas.openxmlformats.org/officeDocument/2006/relationships/notesMaster" Target="/ppt/notesMasters/notesMaster1.xml" Id="R581028cc2300485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54c95e96c9a4f3c" /><Relationship Type="http://schemas.openxmlformats.org/officeDocument/2006/relationships/notesMaster" Target="/ppt/notesMasters/notesMaster1.xml" Id="Rf6619d80792548b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b0d48216d0240f4" /><Relationship Type="http://schemas.openxmlformats.org/officeDocument/2006/relationships/notesMaster" Target="/ppt/notesMasters/notesMaster1.xml" Id="R8ed635f3f65e4f0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e64c95934834b99" /><Relationship Type="http://schemas.openxmlformats.org/officeDocument/2006/relationships/notesMaster" Target="/ppt/notesMasters/notesMaster1.xml" Id="R15e34e7e33c946d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f07a4e534b647c9" /><Relationship Type="http://schemas.openxmlformats.org/officeDocument/2006/relationships/notesMaster" Target="/ppt/notesMasters/notesMaster1.xml" Id="R083284774876408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b1462e830b5459f" /><Relationship Type="http://schemas.openxmlformats.org/officeDocument/2006/relationships/notesMaster" Target="/ppt/notesMasters/notesMaster1.xml" Id="R825c9766db52428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761dab2e6764ca4" /><Relationship Type="http://schemas.openxmlformats.org/officeDocument/2006/relationships/notesMaster" Target="/ppt/notesMasters/notesMaster1.xml" Id="Rd3ff6a1efbb34ed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f84aff5ba7048ee" /><Relationship Type="http://schemas.openxmlformats.org/officeDocument/2006/relationships/notesMaster" Target="/ppt/notesMasters/notesMaster1.xml" Id="Refa5a86756b346b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6cb6619c91d4e91" /><Relationship Type="http://schemas.openxmlformats.org/officeDocument/2006/relationships/notesMaster" Target="/ppt/notesMasters/notesMaster1.xml" Id="R52c71d9c9fc948c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7c3dfb000d94eae" /><Relationship Type="http://schemas.openxmlformats.org/officeDocument/2006/relationships/notesMaster" Target="/ppt/notesMasters/notesMaster1.xml" Id="Rb1f10aee04f24fe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5e80563a3b3b4899" /><Relationship Type="http://schemas.openxmlformats.org/officeDocument/2006/relationships/notesMaster" Target="/ppt/notesMasters/notesMaster1.xml" Id="R787bf875292b42b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e930be3c69048b2" /><Relationship Type="http://schemas.openxmlformats.org/officeDocument/2006/relationships/notesMaster" Target="/ppt/notesMasters/notesMaster1.xml" Id="R0a1aa9df8565440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dc7ec9a0dc145a2" /><Relationship Type="http://schemas.openxmlformats.org/officeDocument/2006/relationships/notesMaster" Target="/ppt/notesMasters/notesMaster1.xml" Id="R5d0aeb910db649d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6d76e54a8b3e4a26" /><Relationship Type="http://schemas.openxmlformats.org/officeDocument/2006/relationships/notesMaster" Target="/ppt/notesMasters/notesMaster1.xml" Id="R58ec4cafd7ea491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863c0f76ff94242" /><Relationship Type="http://schemas.openxmlformats.org/officeDocument/2006/relationships/notesMaster" Target="/ppt/notesMasters/notesMaster1.xml" Id="Rdbcecee92ee74f8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203e3749fa3540f6" /><Relationship Type="http://schemas.openxmlformats.org/officeDocument/2006/relationships/notesMaster" Target="/ppt/notesMasters/notesMaster1.xml" Id="Rffd90022a4ce45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提醒每一段都沿用上午作品與同一個教學／研究痛點與問題。參與者不需要重新發想題目。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轉場：下午用同一個任務進入 Codex，比較工作方式與成果證據，而不是比較誰的回答比較像人。桌面版 ChatGPT Voice 可在 Work／Codex 中直接口述、插話與追問進度；模型與方案會變動，本次仍以 GPT-5.6 Luna＋Max 作為講師的成本效益示範取向。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可以處理檔案與專案工作，桌面版也能用 Voice 口述任務；使用者仍需界定範圍、麥克風與工作區權限。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若不希望修改原檔，先複製到練習資料夾或明確要求只讀分析。可用 GPT-5.6 Luna 並開啟 Max 強度作為成本效益示範；操作完用一句話回答：哪個工具的工作回報最容易查證？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這張是工作坊的工具選擇框架，不是永久排名。Claude 的代碼穩定與 Token 消耗是講師實務觀察；Opus 5 僅在講師帳號當期可見時作為選項提示，官方可查的模型與能力、價格請以 Anthropic 最新公告為準。Codex 的 Luna 與 Max 取向依 OpenAI 官方模型與方案說明；Antigravity 的 Gemini 3.6 Flash 速度與額度依 Google 產品與帳號方案變化。免費 Antigravity 約三輪對話的限制是講師過往實測，不是官方保證。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https://www.anthropic.com/news/claude-sonnet-5</a:t>
            </a:r>
          </a:p>
          <a:p xmlns:a="http://schemas.openxmlformats.org/drawingml/2006/main">
            <a:r>
              <a:t>- https://www.anthropic.com/news/claude-opus-4-8</a:t>
            </a:r>
          </a:p>
          <a:p xmlns:a="http://schemas.openxmlformats.org/drawingml/2006/main">
            <a:r>
              <a:t>- https://www.anthropic.com/news/claude-fable-5-mythos-5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https://ai.google.dev/gemini-api/docs/models/gemini-3.6-flash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https://claude.ai/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a4c038bf0c43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ef1cf7b45e47c2" /><Relationship Type="http://schemas.openxmlformats.org/officeDocument/2006/relationships/slideLayout" Target="/ppt/slideLayouts/slideLayout1.xml" Id="Re1664e2ea876472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664e2ea876472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46c3abece4a08" /><Relationship Type="http://schemas.openxmlformats.org/officeDocument/2006/relationships/image" Target="/ppt/media/image.png" Id="R34bda8a05bb44528" /><Relationship Type="http://schemas.openxmlformats.org/officeDocument/2006/relationships/notesSlide" Target="/ppt/notesSlides/notesSlide1.xml" Id="R42b662949a784f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b1917227b4883" /><Relationship Type="http://schemas.openxmlformats.org/officeDocument/2006/relationships/notesSlide" Target="/ppt/notesSlides/notesSlide2.xml" Id="R620a1757374841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98334b69e24e27" /><Relationship Type="http://schemas.openxmlformats.org/officeDocument/2006/relationships/notesSlide" Target="/ppt/notesSlides/notesSlide3.xml" Id="R2458fe81b39949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f3d0c9a514ea3" /><Relationship Type="http://schemas.openxmlformats.org/officeDocument/2006/relationships/notesSlide" Target="/ppt/notesSlides/notesSlide4.xml" Id="Rb46d38699b3a44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dca3f2acc4a8a" /><Relationship Type="http://schemas.openxmlformats.org/officeDocument/2006/relationships/notesSlide" Target="/ppt/notesSlides/notesSlide5.xml" Id="Rdcaf344fb4c245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6b492181a42aa" /><Relationship Type="http://schemas.openxmlformats.org/officeDocument/2006/relationships/notesSlide" Target="/ppt/notesSlides/notesSlide6.xml" Id="R975452ac92f0406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f671ffbec4150" /><Relationship Type="http://schemas.openxmlformats.org/officeDocument/2006/relationships/notesSlide" Target="/ppt/notesSlides/notesSlide7.xml" Id="Rf78eb3a8e38042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23e1950df4ade" /><Relationship Type="http://schemas.openxmlformats.org/officeDocument/2006/relationships/hyperlink" Target="https://cagoooo.github.io/Akai/tool/73/" TargetMode="External" Id="Rd13c43cfbe824a6e" /><Relationship Type="http://schemas.openxmlformats.org/officeDocument/2006/relationships/image" Target="/ppt/media/image2.png" Id="R0775d3440a634dec" /><Relationship Type="http://schemas.openxmlformats.org/officeDocument/2006/relationships/hyperlink" Target="https://cagoooo.github.io/filter/" TargetMode="External" Id="R6c29f668ee5c49b4" /><Relationship Type="http://schemas.openxmlformats.org/officeDocument/2006/relationships/image" Target="/ppt/media/image3.png" Id="Rde8507e215334547" /><Relationship Type="http://schemas.openxmlformats.org/officeDocument/2006/relationships/hyperlink" Target="https://cagoooo.github.io/Akai/tool/87/" TargetMode="External" Id="R1479667929eb49ba" /><Relationship Type="http://schemas.openxmlformats.org/officeDocument/2006/relationships/image" Target="/ppt/media/image4.png" Id="Rc55a6fe0a65948bb" /><Relationship Type="http://schemas.openxmlformats.org/officeDocument/2006/relationships/hyperlink" Target="https://cagoooo.github.io/pirls-questioncraft/" TargetMode="External" Id="Rfa7eae5a5d924bf3" /><Relationship Type="http://schemas.openxmlformats.org/officeDocument/2006/relationships/image" Target="/ppt/media/image5.png" Id="R3ab3d5ba441c4c0a" /><Relationship Type="http://schemas.openxmlformats.org/officeDocument/2006/relationships/hyperlink" Target="https://cagoooo.github.io/Akai/tool/103/" TargetMode="External" Id="R0f95fcb3fb094546" /><Relationship Type="http://schemas.openxmlformats.org/officeDocument/2006/relationships/image" Target="/ppt/media/image6.png" Id="R225adb93b3a54391" /><Relationship Type="http://schemas.openxmlformats.org/officeDocument/2006/relationships/hyperlink" Target="https://cagoooo.github.io/PlayRight/" TargetMode="External" Id="R26e8ee62f64c41b9" /><Relationship Type="http://schemas.openxmlformats.org/officeDocument/2006/relationships/image" Target="/ppt/media/image7.png" Id="Rfb1f473d6aa84fcc" /><Relationship Type="http://schemas.openxmlformats.org/officeDocument/2006/relationships/notesSlide" Target="/ppt/notesSlides/notesSlide8.xml" Id="R90a3ed8b872643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eb3c3b6724906" /><Relationship Type="http://schemas.openxmlformats.org/officeDocument/2006/relationships/hyperlink" Target="https://cagoooo.github.io/Akai/tool/105/" TargetMode="External" Id="R6a18185c70ab4655" /><Relationship Type="http://schemas.openxmlformats.org/officeDocument/2006/relationships/image" Target="/ppt/media/image8.png" Id="R9bb514147d004242" /><Relationship Type="http://schemas.openxmlformats.org/officeDocument/2006/relationships/hyperlink" Target="https://cagoooo.github.io/taic-edu/" TargetMode="External" Id="R8175532237d84f30" /><Relationship Type="http://schemas.openxmlformats.org/officeDocument/2006/relationships/image" Target="/ppt/media/image9.png" Id="R75c85c7aac0d42e1" /><Relationship Type="http://schemas.openxmlformats.org/officeDocument/2006/relationships/hyperlink" Target="https://cagoooo.github.io/Akai/tool/123/" TargetMode="External" Id="Rd9ab42e06a7a44fd" /><Relationship Type="http://schemas.openxmlformats.org/officeDocument/2006/relationships/image" Target="/ppt/media/image10.png" Id="Refb6f79954f441eb" /><Relationship Type="http://schemas.openxmlformats.org/officeDocument/2006/relationships/hyperlink" Target="https://cagoooo.github.io/smes-web-migration/" TargetMode="External" Id="R0d42a538664d4bf3" /><Relationship Type="http://schemas.openxmlformats.org/officeDocument/2006/relationships/image" Target="/ppt/media/image11.png" Id="Rf1a29f2239244b3e" /><Relationship Type="http://schemas.openxmlformats.org/officeDocument/2006/relationships/hyperlink" Target="https://cagoooo.github.io/Akai/tool/88/" TargetMode="External" Id="Rf2d029829bbe43cb" /><Relationship Type="http://schemas.openxmlformats.org/officeDocument/2006/relationships/image" Target="/ppt/media/image12.png" Id="R16dac3d07af74fed" /><Relationship Type="http://schemas.openxmlformats.org/officeDocument/2006/relationships/hyperlink" Target="https://cagoooo.github.io/JHScurriculum/" TargetMode="External" Id="Rdd793847a3ca45a3" /><Relationship Type="http://schemas.openxmlformats.org/officeDocument/2006/relationships/image" Target="/ppt/media/image13.png" Id="Rec81ac850374484a" /><Relationship Type="http://schemas.openxmlformats.org/officeDocument/2006/relationships/notesSlide" Target="/ppt/notesSlides/notesSlide9.xml" Id="Rce76915743ac41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e30dad5e8142df" /><Relationship Type="http://schemas.openxmlformats.org/officeDocument/2006/relationships/hyperlink" Target="https://antigravity.google/" TargetMode="External" Id="R8836896219ba4194" /><Relationship Type="http://schemas.openxmlformats.org/officeDocument/2006/relationships/image" Target="/ppt/media/image14.png" Id="R6faf1ebf32ea4584" /><Relationship Type="http://schemas.openxmlformats.org/officeDocument/2006/relationships/notesSlide" Target="/ppt/notesSlides/notesSlide10.xml" Id="R8677ac553a664c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fc68e8ec314e18" /><Relationship Type="http://schemas.openxmlformats.org/officeDocument/2006/relationships/hyperlink" Target="https://antigravity.google/" TargetMode="External" Id="Rb1acf20c1e6f4819" /><Relationship Type="http://schemas.openxmlformats.org/officeDocument/2006/relationships/image" Target="/ppt/media/image15.png" Id="Rec374fbbc7224e5a" /><Relationship Type="http://schemas.openxmlformats.org/officeDocument/2006/relationships/notesSlide" Target="/ppt/notesSlides/notesSlide11.xml" Id="R3cc499c7ad484b8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22b0b23ee64a20" /><Relationship Type="http://schemas.openxmlformats.org/officeDocument/2006/relationships/hyperlink" Target="https://antigravity.google/" TargetMode="External" Id="Re277973540b6430b" /><Relationship Type="http://schemas.openxmlformats.org/officeDocument/2006/relationships/image" Target="/ppt/media/image16.png" Id="R7ccd03a6dcf8479e" /><Relationship Type="http://schemas.openxmlformats.org/officeDocument/2006/relationships/notesSlide" Target="/ppt/notesSlides/notesSlide12.xml" Id="R3d2f842b88de40b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baf10c4e52480a" /><Relationship Type="http://schemas.openxmlformats.org/officeDocument/2006/relationships/hyperlink" Target="https://antigravity.google/" TargetMode="External" Id="Rf244063712a74c21" /><Relationship Type="http://schemas.openxmlformats.org/officeDocument/2006/relationships/image" Target="/ppt/media/image17.png" Id="R728ae5b3508d4e68" /><Relationship Type="http://schemas.openxmlformats.org/officeDocument/2006/relationships/notesSlide" Target="/ppt/notesSlides/notesSlide13.xml" Id="R390f5294a8b547f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43fb257b2d4766" /><Relationship Type="http://schemas.openxmlformats.org/officeDocument/2006/relationships/hyperlink" Target="https://antigravity.google/" TargetMode="External" Id="Rec4fd6db829f4e6c" /><Relationship Type="http://schemas.openxmlformats.org/officeDocument/2006/relationships/image" Target="/ppt/media/image18.png" Id="Ra07efba934354c5f" /><Relationship Type="http://schemas.openxmlformats.org/officeDocument/2006/relationships/notesSlide" Target="/ppt/notesSlides/notesSlide14.xml" Id="R987d05d908314f3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fe6d98c2c4d79" /><Relationship Type="http://schemas.openxmlformats.org/officeDocument/2006/relationships/hyperlink" Target="https://antigravity.google/" TargetMode="External" Id="Recb818a5907d49b7" /><Relationship Type="http://schemas.openxmlformats.org/officeDocument/2006/relationships/image" Target="/ppt/media/image19.png" Id="R3a1862c3b4594288" /><Relationship Type="http://schemas.openxmlformats.org/officeDocument/2006/relationships/notesSlide" Target="/ppt/notesSlides/notesSlide15.xml" Id="Rf2fe942a395e438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79b76f8a047ee" /><Relationship Type="http://schemas.openxmlformats.org/officeDocument/2006/relationships/hyperlink" Target="https://antigravity.google/" TargetMode="External" Id="R7d542f6af8124080" /><Relationship Type="http://schemas.openxmlformats.org/officeDocument/2006/relationships/image" Target="/ppt/media/image20.png" Id="R98940b8122544116" /><Relationship Type="http://schemas.openxmlformats.org/officeDocument/2006/relationships/notesSlide" Target="/ppt/notesSlides/notesSlide16.xml" Id="Raae3ac2be5e2470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06f0dcf7c4955" /><Relationship Type="http://schemas.openxmlformats.org/officeDocument/2006/relationships/hyperlink" Target="https://chatgpt.com/codex/" TargetMode="External" Id="R607b9f46e4fd4e01" /><Relationship Type="http://schemas.openxmlformats.org/officeDocument/2006/relationships/image" Target="/ppt/media/image21.png" Id="Re0711ad1ba074771" /><Relationship Type="http://schemas.openxmlformats.org/officeDocument/2006/relationships/notesSlide" Target="/ppt/notesSlides/notesSlide17.xml" Id="R19b2319a43ee4ff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66ceaf8d0441b0" /><Relationship Type="http://schemas.openxmlformats.org/officeDocument/2006/relationships/hyperlink" Target="https://chatgpt.com/codex/" TargetMode="External" Id="R58518bf68468488c" /><Relationship Type="http://schemas.openxmlformats.org/officeDocument/2006/relationships/image" Target="/ppt/media/image22.png" Id="Rc4927499724b4cce" /><Relationship Type="http://schemas.openxmlformats.org/officeDocument/2006/relationships/notesSlide" Target="/ppt/notesSlides/notesSlide18.xml" Id="Rfa4717cae476468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9d4c08054499f" /><Relationship Type="http://schemas.openxmlformats.org/officeDocument/2006/relationships/hyperlink" Target="https://chatgpt.com/codex/" TargetMode="External" Id="R5d5ff8c764d24c1d" /><Relationship Type="http://schemas.openxmlformats.org/officeDocument/2006/relationships/image" Target="/ppt/media/image23.png" Id="R09e84e58727746e2" /><Relationship Type="http://schemas.openxmlformats.org/officeDocument/2006/relationships/notesSlide" Target="/ppt/notesSlides/notesSlide19.xml" Id="R8a5b34811ad74d6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e30e953b8416b" /><Relationship Type="http://schemas.openxmlformats.org/officeDocument/2006/relationships/hyperlink" Target="https://chatgpt.com/codex/" TargetMode="External" Id="Rd765a915c1e24e9f" /><Relationship Type="http://schemas.openxmlformats.org/officeDocument/2006/relationships/image" Target="/ppt/media/image24.png" Id="Rc54d5aec94ae4b49" /><Relationship Type="http://schemas.openxmlformats.org/officeDocument/2006/relationships/notesSlide" Target="/ppt/notesSlides/notesSlide20.xml" Id="Rbc64e080214c4c7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20826f02e4cc2" /><Relationship Type="http://schemas.openxmlformats.org/officeDocument/2006/relationships/hyperlink" Target="https://chatgpt.com/codex/" TargetMode="External" Id="R900064d7b3624dd5" /><Relationship Type="http://schemas.openxmlformats.org/officeDocument/2006/relationships/image" Target="/ppt/media/image25.png" Id="R0ea1d4ea07714614" /><Relationship Type="http://schemas.openxmlformats.org/officeDocument/2006/relationships/notesSlide" Target="/ppt/notesSlides/notesSlide21.xml" Id="Raf85c86c9cf3458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bc56bc4264541" /><Relationship Type="http://schemas.openxmlformats.org/officeDocument/2006/relationships/hyperlink" Target="https://antigravity.google/" TargetMode="External" Id="Rf0a63c293762454b" /><Relationship Type="http://schemas.openxmlformats.org/officeDocument/2006/relationships/hyperlink" Target="https://chatgpt.com/codex/" TargetMode="External" Id="R98842eec99ad4c82" /><Relationship Type="http://schemas.openxmlformats.org/officeDocument/2006/relationships/hyperlink" Target="https://claude.ai/" TargetMode="External" Id="R2ecd811cc013413a" /><Relationship Type="http://schemas.openxmlformats.org/officeDocument/2006/relationships/image" Target="/ppt/media/image26.png" Id="R17efbffb0d794558" /><Relationship Type="http://schemas.openxmlformats.org/officeDocument/2006/relationships/image" Target="/ppt/media/image27.png" Id="R6aa9cd2eca9644be" /><Relationship Type="http://schemas.openxmlformats.org/officeDocument/2006/relationships/image" Target="/ppt/media/image28.png" Id="R92f4e23009f24bde" /><Relationship Type="http://schemas.openxmlformats.org/officeDocument/2006/relationships/notesSlide" Target="/ppt/notesSlides/notesSlide22.xml" Id="R5f61b78b2bc44ff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596d4604545cd" /><Relationship Type="http://schemas.openxmlformats.org/officeDocument/2006/relationships/hyperlink" Target="https://codelabs.developers.google.com/getting-started-with-antigravity-skills" TargetMode="External" Id="R506149c230d44a0f" /><Relationship Type="http://schemas.openxmlformats.org/officeDocument/2006/relationships/hyperlink" Target="https://learn.chatgpt.com/docs/build-skills" TargetMode="External" Id="Ra74b6d099549407c" /><Relationship Type="http://schemas.openxmlformats.org/officeDocument/2006/relationships/image" Target="/ppt/media/image29.png" Id="R877d8bb4002243d7" /><Relationship Type="http://schemas.openxmlformats.org/officeDocument/2006/relationships/image" Target="/ppt/media/image30.png" Id="Rc1dcab4f191b45d4" /><Relationship Type="http://schemas.openxmlformats.org/officeDocument/2006/relationships/notesSlide" Target="/ppt/notesSlides/notesSlide23.xml" Id="Rd30b3f32d9ca4b7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640d5f8be84537" /><Relationship Type="http://schemas.openxmlformats.org/officeDocument/2006/relationships/hyperlink" Target="https://codelabs.developers.google.com/getting-started-with-antigravity-skills" TargetMode="External" Id="R5759cab21ead47a5" /><Relationship Type="http://schemas.openxmlformats.org/officeDocument/2006/relationships/hyperlink" Target="https://learn.chatgpt.com/docs/build-skills" TargetMode="External" Id="R1e667bbd001c48b3" /><Relationship Type="http://schemas.openxmlformats.org/officeDocument/2006/relationships/image" Target="/ppt/media/image31.png" Id="Recb8acf98e1649b1" /><Relationship Type="http://schemas.openxmlformats.org/officeDocument/2006/relationships/image" Target="/ppt/media/image32.png" Id="R541eb596c3f54efb" /><Relationship Type="http://schemas.openxmlformats.org/officeDocument/2006/relationships/notesSlide" Target="/ppt/notesSlides/notesSlide24.xml" Id="R599a061f30344a0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72b4a8c4214602" /><Relationship Type="http://schemas.openxmlformats.org/officeDocument/2006/relationships/image" Target="/ppt/media/image33.png" Id="R1b4e59466c844836" /><Relationship Type="http://schemas.openxmlformats.org/officeDocument/2006/relationships/hyperlink" Target="../04_&#23526;&#20316;&#24037;&#20855;/&#25552;&#31034;&#35422;&#24555;&#25463;&#38754;&#26495;_&#30740;&#32722;&#29992;.html" TargetMode="External" Id="R9cf20d5d86b54eed" /><Relationship Type="http://schemas.openxmlformats.org/officeDocument/2006/relationships/image" Target="/ppt/media/image34.png" Id="R3fbf74c2c92648a3" /><Relationship Type="http://schemas.openxmlformats.org/officeDocument/2006/relationships/notesSlide" Target="/ppt/notesSlides/notesSlide25.xml" Id="Rf50d9af484c44e1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f863d57c694e48" /><Relationship Type="http://schemas.openxmlformats.org/officeDocument/2006/relationships/hyperlink" Target="https://codelabs.developers.google.com/getting-started-with-antigravity-skills" TargetMode="External" Id="R804943b84c8b4017" /><Relationship Type="http://schemas.openxmlformats.org/officeDocument/2006/relationships/hyperlink" Target="https://learn.chatgpt.com/docs/build-skills" TargetMode="External" Id="Rf5adffcfd80c4b6c" /><Relationship Type="http://schemas.openxmlformats.org/officeDocument/2006/relationships/image" Target="/ppt/media/image35.png" Id="R2c81cece97b94429" /><Relationship Type="http://schemas.openxmlformats.org/officeDocument/2006/relationships/image" Target="/ppt/media/image36.png" Id="R0c14aa74ac8945a0" /><Relationship Type="http://schemas.openxmlformats.org/officeDocument/2006/relationships/notesSlide" Target="/ppt/notesSlides/notesSlide26.xml" Id="R13df7fc43b1549e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87dfa064a47c1" /><Relationship Type="http://schemas.openxmlformats.org/officeDocument/2006/relationships/hyperlink" Target="https://codelabs.developers.google.com/getting-started-with-antigravity-skills" TargetMode="External" Id="R6b1231ff63c445e7" /><Relationship Type="http://schemas.openxmlformats.org/officeDocument/2006/relationships/hyperlink" Target="https://learn.chatgpt.com/docs/build-skills" TargetMode="External" Id="R26ff367f2e5b4e2d" /><Relationship Type="http://schemas.openxmlformats.org/officeDocument/2006/relationships/image" Target="/ppt/media/image37.png" Id="Rdf8ebbf5336f457f" /><Relationship Type="http://schemas.openxmlformats.org/officeDocument/2006/relationships/image" Target="/ppt/media/image38.png" Id="Rd7bd62ea14124b05" /><Relationship Type="http://schemas.openxmlformats.org/officeDocument/2006/relationships/notesSlide" Target="/ppt/notesSlides/notesSlide27.xml" Id="Rdc76d494080741a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613a5674f4dba" /><Relationship Type="http://schemas.openxmlformats.org/officeDocument/2006/relationships/hyperlink" Target="https://codelabs.developers.google.com/getting-started-with-antigravity-skills" TargetMode="External" Id="R22ed51d18eb4469a" /><Relationship Type="http://schemas.openxmlformats.org/officeDocument/2006/relationships/hyperlink" Target="https://learn.chatgpt.com/docs/build-skills" TargetMode="External" Id="R7b2108937a1d4f2d" /><Relationship Type="http://schemas.openxmlformats.org/officeDocument/2006/relationships/image" Target="/ppt/media/image39.png" Id="R6a41d1a6e57e4d94" /><Relationship Type="http://schemas.openxmlformats.org/officeDocument/2006/relationships/image" Target="/ppt/media/image40.png" Id="Rde0014f029644be4" /><Relationship Type="http://schemas.openxmlformats.org/officeDocument/2006/relationships/notesSlide" Target="/ppt/notesSlides/notesSlide28.xml" Id="Re0265dcc4d2c421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23fe27f934600" /><Relationship Type="http://schemas.openxmlformats.org/officeDocument/2006/relationships/hyperlink" Target="https://codelabs.developers.google.com/getting-started-with-antigravity-skills" TargetMode="External" Id="R87636cdb22f846ca" /><Relationship Type="http://schemas.openxmlformats.org/officeDocument/2006/relationships/hyperlink" Target="https://learn.chatgpt.com/docs/build-skills" TargetMode="External" Id="Rfbe075a8312948b2" /><Relationship Type="http://schemas.openxmlformats.org/officeDocument/2006/relationships/image" Target="/ppt/media/image41.png" Id="Rcfbb857ca68c4494" /><Relationship Type="http://schemas.openxmlformats.org/officeDocument/2006/relationships/image" Target="/ppt/media/image42.png" Id="R955706d40a1c4e7d" /><Relationship Type="http://schemas.openxmlformats.org/officeDocument/2006/relationships/notesSlide" Target="/ppt/notesSlides/notesSlide29.xml" Id="Rd76e4656f77f4c2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de53f97cb540ae" /><Relationship Type="http://schemas.openxmlformats.org/officeDocument/2006/relationships/hyperlink" Target="https://codelabs.developers.google.com/getting-started-with-antigravity-skills" TargetMode="External" Id="R668573df98f44e67" /><Relationship Type="http://schemas.openxmlformats.org/officeDocument/2006/relationships/hyperlink" Target="https://learn.chatgpt.com/docs/build-skills" TargetMode="External" Id="R6246163f88fa49dd" /><Relationship Type="http://schemas.openxmlformats.org/officeDocument/2006/relationships/image" Target="/ppt/media/image43.png" Id="R2904b47f217c451c" /><Relationship Type="http://schemas.openxmlformats.org/officeDocument/2006/relationships/image" Target="/ppt/media/image44.png" Id="R859eb2d79d124c70" /><Relationship Type="http://schemas.openxmlformats.org/officeDocument/2006/relationships/notesSlide" Target="/ppt/notesSlides/notesSlide30.xml" Id="R4fedaeee1ffa47c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0fc5996a843b5" /><Relationship Type="http://schemas.openxmlformats.org/officeDocument/2006/relationships/hyperlink" Target="https://codelabs.developers.google.com/getting-started-with-antigravity-skills" TargetMode="External" Id="Ra6254fdf55de4b19" /><Relationship Type="http://schemas.openxmlformats.org/officeDocument/2006/relationships/hyperlink" Target="https://learn.chatgpt.com/docs/build-skills" TargetMode="External" Id="Rb683690b6f084f9e" /><Relationship Type="http://schemas.openxmlformats.org/officeDocument/2006/relationships/image" Target="/ppt/media/image45.png" Id="Rea024a5696e04b11" /><Relationship Type="http://schemas.openxmlformats.org/officeDocument/2006/relationships/image" Target="/ppt/media/image46.png" Id="Ra23e5390aa434712" /><Relationship Type="http://schemas.openxmlformats.org/officeDocument/2006/relationships/notesSlide" Target="/ppt/notesSlides/notesSlide31.xml" Id="R8b4186b749a04c1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c6134c30642fc" /><Relationship Type="http://schemas.openxmlformats.org/officeDocument/2006/relationships/hyperlink" Target="https://codelabs.developers.google.com/getting-started-with-antigravity-skills" TargetMode="External" Id="R8f0900eb29a448a8" /><Relationship Type="http://schemas.openxmlformats.org/officeDocument/2006/relationships/hyperlink" Target="https://learn.chatgpt.com/docs/build-skills" TargetMode="External" Id="R3e52311f4ac24c26" /><Relationship Type="http://schemas.openxmlformats.org/officeDocument/2006/relationships/image" Target="/ppt/media/image47.png" Id="R41f177362dda4ce7" /><Relationship Type="http://schemas.openxmlformats.org/officeDocument/2006/relationships/image" Target="/ppt/media/image48.png" Id="R2bbdd03b91c749cc" /><Relationship Type="http://schemas.openxmlformats.org/officeDocument/2006/relationships/notesSlide" Target="/ppt/notesSlides/notesSlide32.xml" Id="R5ce82893e5414ad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08d7f242d4e97" /><Relationship Type="http://schemas.openxmlformats.org/officeDocument/2006/relationships/hyperlink" Target="https://antigravity.google/" TargetMode="External" Id="R6546b1c2a4b944b5" /><Relationship Type="http://schemas.openxmlformats.org/officeDocument/2006/relationships/hyperlink" Target="https://chatgpt.com/codex/" TargetMode="External" Id="R88db86fc63314ca8" /><Relationship Type="http://schemas.openxmlformats.org/officeDocument/2006/relationships/image" Target="/ppt/media/image49.png" Id="R25fbadda61424bf5" /><Relationship Type="http://schemas.openxmlformats.org/officeDocument/2006/relationships/image" Target="/ppt/media/image50.png" Id="Rba33f9b853f648c1" /><Relationship Type="http://schemas.openxmlformats.org/officeDocument/2006/relationships/notesSlide" Target="/ppt/notesSlides/notesSlide33.xml" Id="R32cafe323952408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9a0024e624076" /><Relationship Type="http://schemas.openxmlformats.org/officeDocument/2006/relationships/hyperlink" Target="https://antigravity.google/" TargetMode="External" Id="Rb122ae99eaa54479" /><Relationship Type="http://schemas.openxmlformats.org/officeDocument/2006/relationships/hyperlink" Target="https://chatgpt.com/codex/" TargetMode="External" Id="Rc90c38624a5440af" /><Relationship Type="http://schemas.openxmlformats.org/officeDocument/2006/relationships/image" Target="/ppt/media/image51.png" Id="R43fcc9cb07f64566" /><Relationship Type="http://schemas.openxmlformats.org/officeDocument/2006/relationships/image" Target="/ppt/media/image52.png" Id="R32b85153756a4c5a" /><Relationship Type="http://schemas.openxmlformats.org/officeDocument/2006/relationships/notesSlide" Target="/ppt/notesSlides/notesSlide34.xml" Id="R6dbbb70191114c8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70e386a26b4796" /><Relationship Type="http://schemas.openxmlformats.org/officeDocument/2006/relationships/hyperlink" Target="https://antigravity.google/" TargetMode="External" Id="Rc8a6b7cdb2854b2d" /><Relationship Type="http://schemas.openxmlformats.org/officeDocument/2006/relationships/hyperlink" Target="https://chatgpt.com/codex/" TargetMode="External" Id="R0d89ef6c4f5844ab" /><Relationship Type="http://schemas.openxmlformats.org/officeDocument/2006/relationships/image" Target="/ppt/media/image53.png" Id="R275187f10106418e" /><Relationship Type="http://schemas.openxmlformats.org/officeDocument/2006/relationships/image" Target="/ppt/media/image54.png" Id="Rc9d45122d1a84c7c" /><Relationship Type="http://schemas.openxmlformats.org/officeDocument/2006/relationships/notesSlide" Target="/ppt/notesSlides/notesSlide35.xml" Id="R464cce4086d1412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e5d848211543c8" /><Relationship Type="http://schemas.openxmlformats.org/officeDocument/2006/relationships/hyperlink" Target="https://antigravity.google/" TargetMode="External" Id="R7c365caefdcf44c7" /><Relationship Type="http://schemas.openxmlformats.org/officeDocument/2006/relationships/hyperlink" Target="https://chatgpt.com/codex/" TargetMode="External" Id="R2f5e1023c6b74605" /><Relationship Type="http://schemas.openxmlformats.org/officeDocument/2006/relationships/image" Target="/ppt/media/image55.png" Id="R5208de4ef00a4113" /><Relationship Type="http://schemas.openxmlformats.org/officeDocument/2006/relationships/image" Target="/ppt/media/image56.png" Id="Rcaed815f603a4b88" /><Relationship Type="http://schemas.openxmlformats.org/officeDocument/2006/relationships/notesSlide" Target="/ppt/notesSlides/notesSlide36.xml" Id="R4ef349290e514a8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11acccce34f1b" /><Relationship Type="http://schemas.openxmlformats.org/officeDocument/2006/relationships/hyperlink" Target="https://antigravity.google/" TargetMode="External" Id="R8f35ee130b844c58" /><Relationship Type="http://schemas.openxmlformats.org/officeDocument/2006/relationships/hyperlink" Target="https://chatgpt.com/codex/" TargetMode="External" Id="R27b4a3b35533499e" /><Relationship Type="http://schemas.openxmlformats.org/officeDocument/2006/relationships/image" Target="/ppt/media/image57.png" Id="R76eff1211f114e1a" /><Relationship Type="http://schemas.openxmlformats.org/officeDocument/2006/relationships/image" Target="/ppt/media/image58.png" Id="R2ddb1226ae6f4571" /><Relationship Type="http://schemas.openxmlformats.org/officeDocument/2006/relationships/notesSlide" Target="/ppt/notesSlides/notesSlide37.xml" Id="R05d34fe13e8d48a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d46ef34f64e49" /><Relationship Type="http://schemas.openxmlformats.org/officeDocument/2006/relationships/hyperlink" Target="https://antigravity.google/" TargetMode="External" Id="R4fad7f3c03b04e9b" /><Relationship Type="http://schemas.openxmlformats.org/officeDocument/2006/relationships/hyperlink" Target="https://chatgpt.com/codex/" TargetMode="External" Id="R69f1d5e6a630401e" /><Relationship Type="http://schemas.openxmlformats.org/officeDocument/2006/relationships/image" Target="/ppt/media/image59.png" Id="Rfe32517464fb4506" /><Relationship Type="http://schemas.openxmlformats.org/officeDocument/2006/relationships/image" Target="/ppt/media/image60.png" Id="R9d7ce34500d34db6" /><Relationship Type="http://schemas.openxmlformats.org/officeDocument/2006/relationships/notesSlide" Target="/ppt/notesSlides/notesSlide38.xml" Id="Rc05b593b7aed4e2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f6a9a29ee43c6" /><Relationship Type="http://schemas.openxmlformats.org/officeDocument/2006/relationships/hyperlink" Target="https://antigravity.google/" TargetMode="External" Id="R1921280d1ddc4f54" /><Relationship Type="http://schemas.openxmlformats.org/officeDocument/2006/relationships/hyperlink" Target="https://chatgpt.com/codex/" TargetMode="External" Id="R4eebe659734b4f3e" /><Relationship Type="http://schemas.openxmlformats.org/officeDocument/2006/relationships/image" Target="/ppt/media/image61.png" Id="R87e924e13cef4d94" /><Relationship Type="http://schemas.openxmlformats.org/officeDocument/2006/relationships/image" Target="/ppt/media/image62.png" Id="R4ad15ab7e8a34e23" /><Relationship Type="http://schemas.openxmlformats.org/officeDocument/2006/relationships/notesSlide" Target="/ppt/notesSlides/notesSlide39.xml" Id="R51cfc3ba420d4f3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829f25c6f412b" /><Relationship Type="http://schemas.openxmlformats.org/officeDocument/2006/relationships/hyperlink" Target="https://antigravity.google/" TargetMode="External" Id="Raa8297ae78744ae1" /><Relationship Type="http://schemas.openxmlformats.org/officeDocument/2006/relationships/hyperlink" Target="https://chatgpt.com/codex/" TargetMode="External" Id="Rb7f742ae7cb446be" /><Relationship Type="http://schemas.openxmlformats.org/officeDocument/2006/relationships/image" Target="/ppt/media/image63.png" Id="R6ece5404400c4392" /><Relationship Type="http://schemas.openxmlformats.org/officeDocument/2006/relationships/image" Target="/ppt/media/image64.png" Id="R1eb494122d424d4d" /><Relationship Type="http://schemas.openxmlformats.org/officeDocument/2006/relationships/notesSlide" Target="/ppt/notesSlides/notesSlide40.xml" Id="R58391bc654034a1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17cb71ab19411a" /><Relationship Type="http://schemas.openxmlformats.org/officeDocument/2006/relationships/hyperlink" Target="https://antigravity.google/" TargetMode="External" Id="R7f087908d662482d" /><Relationship Type="http://schemas.openxmlformats.org/officeDocument/2006/relationships/hyperlink" Target="https://chatgpt.com/codex/" TargetMode="External" Id="R3e1da7ac54db46e8" /><Relationship Type="http://schemas.openxmlformats.org/officeDocument/2006/relationships/image" Target="/ppt/media/image65.png" Id="R353ce85faeb146ea" /><Relationship Type="http://schemas.openxmlformats.org/officeDocument/2006/relationships/image" Target="/ppt/media/image66.png" Id="R91834908864742b0" /><Relationship Type="http://schemas.openxmlformats.org/officeDocument/2006/relationships/notesSlide" Target="/ppt/notesSlides/notesSlide41.xml" Id="R3aeecce910784b8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0c4a306814480" /><Relationship Type="http://schemas.openxmlformats.org/officeDocument/2006/relationships/hyperlink" Target="https://antigravity.google/" TargetMode="External" Id="Rdbd3e54f6e17424e" /><Relationship Type="http://schemas.openxmlformats.org/officeDocument/2006/relationships/hyperlink" Target="https://chatgpt.com/codex/" TargetMode="External" Id="R89aaba658e7e40f3" /><Relationship Type="http://schemas.openxmlformats.org/officeDocument/2006/relationships/image" Target="/ppt/media/image67.png" Id="R786f6c807dd2417d" /><Relationship Type="http://schemas.openxmlformats.org/officeDocument/2006/relationships/image" Target="/ppt/media/image68.png" Id="R44077c58fbc34234" /><Relationship Type="http://schemas.openxmlformats.org/officeDocument/2006/relationships/notesSlide" Target="/ppt/notesSlides/notesSlide42.xml" Id="Rfd0e118ef2eb48f9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3e46768a74700" /><Relationship Type="http://schemas.openxmlformats.org/officeDocument/2006/relationships/hyperlink" Target="https://antigravity.google/" TargetMode="External" Id="Rcbd6de741cae4edb" /><Relationship Type="http://schemas.openxmlformats.org/officeDocument/2006/relationships/hyperlink" Target="https://chatgpt.com/codex/" TargetMode="External" Id="R9f3f839c0c2e4ec5" /><Relationship Type="http://schemas.openxmlformats.org/officeDocument/2006/relationships/image" Target="/ppt/media/image69.png" Id="R5e245bd770ec4c6b" /><Relationship Type="http://schemas.openxmlformats.org/officeDocument/2006/relationships/image" Target="/ppt/media/image70.png" Id="R26c6b905bd1844c4" /><Relationship Type="http://schemas.openxmlformats.org/officeDocument/2006/relationships/notesSlide" Target="/ppt/notesSlides/notesSlide43.xml" Id="Rc34e931bb9b24bbb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99632395f24f8c" /><Relationship Type="http://schemas.openxmlformats.org/officeDocument/2006/relationships/hyperlink" Target="../START_HERE_&#30740;&#32722;&#36039;&#28304;&#23566;&#33322;.html" TargetMode="External" Id="R3817aa2000fe4983" /><Relationship Type="http://schemas.openxmlformats.org/officeDocument/2006/relationships/image" Target="/ppt/media/image71.png" Id="R26cb36b75aec4757" /><Relationship Type="http://schemas.openxmlformats.org/officeDocument/2006/relationships/hyperlink" Target="https://antigravity.google/" TargetMode="External" Id="Rfbaf9678608b471f" /><Relationship Type="http://schemas.openxmlformats.org/officeDocument/2006/relationships/image" Target="/ppt/media/image72.png" Id="R61941f0fa2bb45f4" /><Relationship Type="http://schemas.openxmlformats.org/officeDocument/2006/relationships/hyperlink" Target="https://chatgpt.com/codex/" TargetMode="External" Id="R766ad8821c82456d" /><Relationship Type="http://schemas.openxmlformats.org/officeDocument/2006/relationships/image" Target="/ppt/media/image73.png" Id="R376907d8d76046c5" /><Relationship Type="http://schemas.openxmlformats.org/officeDocument/2006/relationships/hyperlink" Target="https://claude.ai/" TargetMode="External" Id="R1a49c939b0dc4f35" /><Relationship Type="http://schemas.openxmlformats.org/officeDocument/2006/relationships/image" Target="/ppt/media/image74.png" Id="R7b72f34130aa43d9" /><Relationship Type="http://schemas.openxmlformats.org/officeDocument/2006/relationships/hyperlink" Target="https://codelabs.developers.google.com/getting-started-with-antigravity-skills" TargetMode="External" Id="R3d47177772274823" /><Relationship Type="http://schemas.openxmlformats.org/officeDocument/2006/relationships/image" Target="/ppt/media/image75.png" Id="Rb07477fb63464be6" /><Relationship Type="http://schemas.openxmlformats.org/officeDocument/2006/relationships/hyperlink" Target="../04_&#23526;&#20316;&#24037;&#20855;/&#25552;&#31034;&#35422;&#24555;&#25463;&#38754;&#26495;_&#30740;&#32722;&#29992;.html" TargetMode="External" Id="Rc6efd564e80d47da" /><Relationship Type="http://schemas.openxmlformats.org/officeDocument/2006/relationships/image" Target="/ppt/media/image76.png" Id="Raa837e2c92d348b2" /><Relationship Type="http://schemas.openxmlformats.org/officeDocument/2006/relationships/hyperlink" Target="https://cagoooo.github.io/Akai/" TargetMode="External" Id="R5725f20607514d7b" /><Relationship Type="http://schemas.openxmlformats.org/officeDocument/2006/relationships/image" Target="/ppt/media/image77.png" Id="Rbc88494917894cd0" /><Relationship Type="http://schemas.openxmlformats.org/officeDocument/2006/relationships/hyperlink" Target="https://www.iea.nl/sites/default/files/2025-10/GA66_PIRLS%202026.pdf" TargetMode="External" Id="R04fec4089ebe424a" /><Relationship Type="http://schemas.openxmlformats.org/officeDocument/2006/relationships/image" Target="/ppt/media/image78.png" Id="R2810065d4ff04040" /><Relationship Type="http://schemas.openxmlformats.org/officeDocument/2006/relationships/notesSlide" Target="/ppt/notesSlides/notesSlide44.xml" Id="Rde623b74b92d47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bda8a05bb4452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841">
            <a:extLst xmlns:a="http://schemas.openxmlformats.org/drawingml/2006/main">
              <a:ext uri="{FF2B5EF4-FFF2-40B4-BE49-F238E27FC236}">
                <a16:creationId xmlns:a16="http://schemas.microsoft.com/office/drawing/2014/main" id="{9AC9B034-01CA-45F9-9182-4DD26531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842">
            <a:extLst xmlns:a="http://schemas.openxmlformats.org/drawingml/2006/main">
              <a:ext uri="{FF2B5EF4-FFF2-40B4-BE49-F238E27FC236}">
                <a16:creationId xmlns:a16="http://schemas.microsoft.com/office/drawing/2014/main" id="{F0075C92-E884-451E-803E-A9A77D05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843">
            <a:extLst xmlns:a="http://schemas.openxmlformats.org/drawingml/2006/main">
              <a:ext uri="{FF2B5EF4-FFF2-40B4-BE49-F238E27FC236}">
                <a16:creationId xmlns:a16="http://schemas.microsoft.com/office/drawing/2014/main" id="{25EB89A2-7038-4FD7-B663-126F861B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844">
            <a:extLst xmlns:a="http://schemas.openxmlformats.org/drawingml/2006/main">
              <a:ext uri="{FF2B5EF4-FFF2-40B4-BE49-F238E27FC236}">
                <a16:creationId xmlns:a16="http://schemas.microsoft.com/office/drawing/2014/main" id="{AB6AC42A-DFB7-48B2-950E-139DE7116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Antigravity／Codex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Claude／Agent Skills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資料分析實戰</a:t>
            </a:r>
          </a:p>
        </p:txBody>
      </p:sp>
      <p:sp>
        <p:nvSpPr>
          <p:cNvPr id="6" name="shape-845">
            <a:extLst xmlns:a="http://schemas.openxmlformats.org/drawingml/2006/main">
              <a:ext uri="{FF2B5EF4-FFF2-40B4-BE49-F238E27FC236}">
                <a16:creationId xmlns:a16="http://schemas.microsoft.com/office/drawing/2014/main" id="{ECCE46B1-32E8-4AB9-86FB-835DDABB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846">
            <a:extLst xmlns:a="http://schemas.openxmlformats.org/drawingml/2006/main">
              <a:ext uri="{FF2B5EF4-FFF2-40B4-BE49-F238E27FC236}">
                <a16:creationId xmlns:a16="http://schemas.microsoft.com/office/drawing/2014/main" id="{7D60DAD8-5945-42D9-AEC4-84AD0714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847">
            <a:extLst xmlns:a="http://schemas.openxmlformats.org/drawingml/2006/main">
              <a:ext uri="{FF2B5EF4-FFF2-40B4-BE49-F238E27FC236}">
                <a16:creationId xmlns:a16="http://schemas.microsoft.com/office/drawing/2014/main" id="{36930972-2B88-405C-B594-117DB83A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1584848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48">
            <a:extLst xmlns:a="http://schemas.openxmlformats.org/drawingml/2006/main">
              <a:ext uri="{FF2B5EF4-FFF2-40B4-BE49-F238E27FC236}">
                <a16:creationId xmlns:a16="http://schemas.microsoft.com/office/drawing/2014/main" id="{5155B075-E3C2-4E2F-ACCB-292327FB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4DFA94B-81A9-4CB0-870B-E4032A9B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8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50">
            <a:extLst xmlns:a="http://schemas.openxmlformats.org/drawingml/2006/main">
              <a:ext uri="{FF2B5EF4-FFF2-40B4-BE49-F238E27FC236}">
                <a16:creationId xmlns:a16="http://schemas.microsoft.com/office/drawing/2014/main" id="{68A76957-0E29-44C1-8CC2-D7B872D4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7CABF1-5FD6-43D2-96BB-D971B3F4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851">
            <a:extLst xmlns:a="http://schemas.openxmlformats.org/drawingml/2006/main">
              <a:ext uri="{FF2B5EF4-FFF2-40B4-BE49-F238E27FC236}">
                <a16:creationId xmlns:a16="http://schemas.microsoft.com/office/drawing/2014/main" id="{BB98F27D-24B4-498F-BCEE-6485D18E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52">
            <a:extLst xmlns:a="http://schemas.openxmlformats.org/drawingml/2006/main">
              <a:ext uri="{FF2B5EF4-FFF2-40B4-BE49-F238E27FC236}">
                <a16:creationId xmlns:a16="http://schemas.microsoft.com/office/drawing/2014/main" id="{ACA4927F-F480-4212-B285-EFB7D5CA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53">
            <a:extLst xmlns:a="http://schemas.openxmlformats.org/drawingml/2006/main">
              <a:ext uri="{FF2B5EF4-FFF2-40B4-BE49-F238E27FC236}">
                <a16:creationId xmlns:a16="http://schemas.microsoft.com/office/drawing/2014/main" id="{E5054E19-F10C-4FD8-A016-BE4EEFDB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854">
            <a:extLst xmlns:a="http://schemas.openxmlformats.org/drawingml/2006/main">
              <a:ext uri="{FF2B5EF4-FFF2-40B4-BE49-F238E27FC236}">
                <a16:creationId xmlns:a16="http://schemas.microsoft.com/office/drawing/2014/main" id="{9E9C40CA-B415-45B5-8435-68EACC87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855">
            <a:extLst xmlns:a="http://schemas.openxmlformats.org/drawingml/2006/main">
              <a:ext uri="{FF2B5EF4-FFF2-40B4-BE49-F238E27FC236}">
                <a16:creationId xmlns:a16="http://schemas.microsoft.com/office/drawing/2014/main" id="{431BAA24-4F75-4433-8B5D-717FD09D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56">
            <a:extLst xmlns:a="http://schemas.openxmlformats.org/drawingml/2006/main">
              <a:ext uri="{FF2B5EF4-FFF2-40B4-BE49-F238E27FC236}">
                <a16:creationId xmlns:a16="http://schemas.microsoft.com/office/drawing/2014/main" id="{ACA23D8E-27FA-43B7-A3E6-6699A814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57">
            <a:extLst xmlns:a="http://schemas.openxmlformats.org/drawingml/2006/main">
              <a:ext uri="{FF2B5EF4-FFF2-40B4-BE49-F238E27FC236}">
                <a16:creationId xmlns:a16="http://schemas.microsoft.com/office/drawing/2014/main" id="{DD067D0E-4587-49E3-AF62-3CA75D35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建立工具策略</a:t>
            </a:r>
          </a:p>
        </p:txBody>
      </p:sp>
      <p:sp>
        <p:nvSpPr>
          <p:cNvPr id="13" name="text-858">
            <a:extLst xmlns:a="http://schemas.openxmlformats.org/drawingml/2006/main">
              <a:ext uri="{FF2B5EF4-FFF2-40B4-BE49-F238E27FC236}">
                <a16:creationId xmlns:a16="http://schemas.microsoft.com/office/drawing/2014/main" id="{EB7BACFD-CFA6-4C2B-81E2-C2717898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Antigravity、Codex 與 Claude，依任務、額度與驗收證據選擇工具。</a:t>
            </a:r>
          </a:p>
        </p:txBody>
      </p:sp>
      <p:sp>
        <p:nvSpPr>
          <p:cNvPr id="14" name="shape-859">
            <a:extLst xmlns:a="http://schemas.openxmlformats.org/drawingml/2006/main">
              <a:ext uri="{FF2B5EF4-FFF2-40B4-BE49-F238E27FC236}">
                <a16:creationId xmlns:a16="http://schemas.microsoft.com/office/drawing/2014/main" id="{5D06B9C3-5D09-496B-8AB7-61DA36E3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60">
            <a:extLst xmlns:a="http://schemas.openxmlformats.org/drawingml/2006/main">
              <a:ext uri="{FF2B5EF4-FFF2-40B4-BE49-F238E27FC236}">
                <a16:creationId xmlns:a16="http://schemas.microsoft.com/office/drawing/2014/main" id="{9EB4838B-04DB-48D7-9D33-85A80842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61">
            <a:extLst xmlns:a="http://schemas.openxmlformats.org/drawingml/2006/main">
              <a:ext uri="{FF2B5EF4-FFF2-40B4-BE49-F238E27FC236}">
                <a16:creationId xmlns:a16="http://schemas.microsoft.com/office/drawing/2014/main" id="{1163AD61-E3F5-484E-AE63-E602865C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862">
            <a:extLst xmlns:a="http://schemas.openxmlformats.org/drawingml/2006/main">
              <a:ext uri="{FF2B5EF4-FFF2-40B4-BE49-F238E27FC236}">
                <a16:creationId xmlns:a16="http://schemas.microsoft.com/office/drawing/2014/main" id="{6E11C334-19F8-457C-A901-44C079D4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863">
            <a:extLst xmlns:a="http://schemas.openxmlformats.org/drawingml/2006/main">
              <a:ext uri="{FF2B5EF4-FFF2-40B4-BE49-F238E27FC236}">
                <a16:creationId xmlns:a16="http://schemas.microsoft.com/office/drawing/2014/main" id="{CBDF4B18-99AA-4955-9CB0-6A09D0A4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864">
            <a:extLst xmlns:a="http://schemas.openxmlformats.org/drawingml/2006/main">
              <a:ext uri="{FF2B5EF4-FFF2-40B4-BE49-F238E27FC236}">
                <a16:creationId xmlns:a16="http://schemas.microsoft.com/office/drawing/2014/main" id="{C679F194-16E6-41AB-83A2-EE959EF1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65">
            <a:extLst xmlns:a="http://schemas.openxmlformats.org/drawingml/2006/main">
              <a:ext uri="{FF2B5EF4-FFF2-40B4-BE49-F238E27FC236}">
                <a16:creationId xmlns:a16="http://schemas.microsoft.com/office/drawing/2014/main" id="{A5E18A81-BF58-4E88-8B2C-AABF16CB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866">
            <a:extLst xmlns:a="http://schemas.openxmlformats.org/drawingml/2006/main">
              <a:ext uri="{FF2B5EF4-FFF2-40B4-BE49-F238E27FC236}">
                <a16:creationId xmlns:a16="http://schemas.microsoft.com/office/drawing/2014/main" id="{60B5733B-E1F2-4930-9A6F-8881F3E6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15776792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867">
            <a:extLst xmlns:a="http://schemas.openxmlformats.org/drawingml/2006/main">
              <a:ext uri="{FF2B5EF4-FFF2-40B4-BE49-F238E27FC236}">
                <a16:creationId xmlns:a16="http://schemas.microsoft.com/office/drawing/2014/main" id="{00053239-4D8F-4A22-8B19-6ECEA99A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F0CD01-84BC-4755-818E-D6B1AD93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41" name="shape-8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69">
            <a:extLst xmlns:a="http://schemas.openxmlformats.org/drawingml/2006/main">
              <a:ext uri="{FF2B5EF4-FFF2-40B4-BE49-F238E27FC236}">
                <a16:creationId xmlns:a16="http://schemas.microsoft.com/office/drawing/2014/main" id="{51C758C2-9489-48C2-9128-7D93A787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3A44B8-C9FF-485A-B875-F6A5D38B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4" name="shape-870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871">
            <a:extLst xmlns:a="http://schemas.openxmlformats.org/drawingml/2006/main">
              <a:ext uri="{FF2B5EF4-FFF2-40B4-BE49-F238E27FC236}">
                <a16:creationId xmlns:a16="http://schemas.microsoft.com/office/drawing/2014/main" id="{DE1DC7AE-3825-4E4C-A076-1ED4E89D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72">
            <a:extLst xmlns:a="http://schemas.openxmlformats.org/drawingml/2006/main">
              <a:ext uri="{FF2B5EF4-FFF2-40B4-BE49-F238E27FC236}">
                <a16:creationId xmlns:a16="http://schemas.microsoft.com/office/drawing/2014/main" id="{7CFCD47C-B8DC-4DC2-A163-F695F6A1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873">
            <a:extLst xmlns:a="http://schemas.openxmlformats.org/drawingml/2006/main">
              <a:ext uri="{FF2B5EF4-FFF2-40B4-BE49-F238E27FC236}">
                <a16:creationId xmlns:a16="http://schemas.microsoft.com/office/drawing/2014/main" id="{3F047C0B-8794-47EE-92D4-223468DE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874">
            <a:extLst xmlns:a="http://schemas.openxmlformats.org/drawingml/2006/main">
              <a:ext uri="{FF2B5EF4-FFF2-40B4-BE49-F238E27FC236}">
                <a16:creationId xmlns:a16="http://schemas.microsoft.com/office/drawing/2014/main" id="{C17CC436-94B3-40E5-B036-BDEB8D0A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875">
            <a:extLst xmlns:a="http://schemas.openxmlformats.org/drawingml/2006/main">
              <a:ext uri="{FF2B5EF4-FFF2-40B4-BE49-F238E27FC236}">
                <a16:creationId xmlns:a16="http://schemas.microsoft.com/office/drawing/2014/main" id="{58D4D3E8-9A3F-49D3-92C8-B2CC96ED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876">
            <a:extLst xmlns:a="http://schemas.openxmlformats.org/drawingml/2006/main">
              <a:ext uri="{FF2B5EF4-FFF2-40B4-BE49-F238E27FC236}">
                <a16:creationId xmlns:a16="http://schemas.microsoft.com/office/drawing/2014/main" id="{C357C211-C191-4D51-B763-D56DE6F3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20–45</a:t>
            </a:r>
          </a:p>
        </p:txBody>
      </p:sp>
      <p:sp>
        <p:nvSpPr>
          <p:cNvPr id="13" name="text-877">
            <a:extLst xmlns:a="http://schemas.openxmlformats.org/drawingml/2006/main">
              <a:ext uri="{FF2B5EF4-FFF2-40B4-BE49-F238E27FC236}">
                <a16:creationId xmlns:a16="http://schemas.microsoft.com/office/drawing/2014/main" id="{32BA1185-84A9-48AC-A4FC-63928642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878">
            <a:extLst xmlns:a="http://schemas.openxmlformats.org/drawingml/2006/main">
              <a:ext uri="{FF2B5EF4-FFF2-40B4-BE49-F238E27FC236}">
                <a16:creationId xmlns:a16="http://schemas.microsoft.com/office/drawing/2014/main" id="{9661A198-1F9B-4D52-B28F-F0650E0E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879">
            <a:extLst xmlns:a="http://schemas.openxmlformats.org/drawingml/2006/main">
              <a:ext uri="{FF2B5EF4-FFF2-40B4-BE49-F238E27FC236}">
                <a16:creationId xmlns:a16="http://schemas.microsoft.com/office/drawing/2014/main" id="{E3739C70-B51F-4ACC-8D7E-5BE358B0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880">
            <a:extLst xmlns:a="http://schemas.openxmlformats.org/drawingml/2006/main">
              <a:ext uri="{FF2B5EF4-FFF2-40B4-BE49-F238E27FC236}">
                <a16:creationId xmlns:a16="http://schemas.microsoft.com/office/drawing/2014/main" id="{1B7761F8-059B-4FB7-B67B-EA0A3CA6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45–70</a:t>
            </a:r>
          </a:p>
        </p:txBody>
      </p:sp>
      <p:sp>
        <p:nvSpPr>
          <p:cNvPr id="17" name="text-881">
            <a:extLst xmlns:a="http://schemas.openxmlformats.org/drawingml/2006/main">
              <a:ext uri="{FF2B5EF4-FFF2-40B4-BE49-F238E27FC236}">
                <a16:creationId xmlns:a16="http://schemas.microsoft.com/office/drawing/2014/main" id="{CB610DC3-030D-4B51-94D6-08556E06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8" name="text-882">
            <a:extLst xmlns:a="http://schemas.openxmlformats.org/drawingml/2006/main">
              <a:ext uri="{FF2B5EF4-FFF2-40B4-BE49-F238E27FC236}">
                <a16:creationId xmlns:a16="http://schemas.microsoft.com/office/drawing/2014/main" id="{9BCAD584-0107-49E3-99EB-EC386FD5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模型與成本</a:t>
            </a:r>
          </a:p>
        </p:txBody>
      </p:sp>
      <p:sp>
        <p:nvSpPr>
          <p:cNvPr id="19" name="shape-883">
            <a:extLst xmlns:a="http://schemas.openxmlformats.org/drawingml/2006/main">
              <a:ext uri="{FF2B5EF4-FFF2-40B4-BE49-F238E27FC236}">
                <a16:creationId xmlns:a16="http://schemas.microsoft.com/office/drawing/2014/main" id="{2CE95131-D18B-4D08-943F-136C261F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84">
            <a:extLst xmlns:a="http://schemas.openxmlformats.org/drawingml/2006/main">
              <a:ext uri="{FF2B5EF4-FFF2-40B4-BE49-F238E27FC236}">
                <a16:creationId xmlns:a16="http://schemas.microsoft.com/office/drawing/2014/main" id="{9C888F22-BAE2-47DE-B10F-5543C835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70–95</a:t>
            </a:r>
          </a:p>
        </p:txBody>
      </p:sp>
      <p:sp>
        <p:nvSpPr>
          <p:cNvPr id="21" name="text-885">
            <a:extLst xmlns:a="http://schemas.openxmlformats.org/drawingml/2006/main">
              <a:ext uri="{FF2B5EF4-FFF2-40B4-BE49-F238E27FC236}">
                <a16:creationId xmlns:a16="http://schemas.microsoft.com/office/drawing/2014/main" id="{630A0AC8-2DDE-4C3A-A58D-ADABECF3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22" name="text-886">
            <a:extLst xmlns:a="http://schemas.openxmlformats.org/drawingml/2006/main">
              <a:ext uri="{FF2B5EF4-FFF2-40B4-BE49-F238E27FC236}">
                <a16:creationId xmlns:a16="http://schemas.microsoft.com/office/drawing/2014/main" id="{1B28FF88-71D7-4940-AD12-3B6C169B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23" name="shape-887">
            <a:extLst xmlns:a="http://schemas.openxmlformats.org/drawingml/2006/main">
              <a:ext uri="{FF2B5EF4-FFF2-40B4-BE49-F238E27FC236}">
                <a16:creationId xmlns:a16="http://schemas.microsoft.com/office/drawing/2014/main" id="{05C77562-4452-47B4-A65B-F5ECDED2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888">
            <a:extLst xmlns:a="http://schemas.openxmlformats.org/drawingml/2006/main">
              <a:ext uri="{FF2B5EF4-FFF2-40B4-BE49-F238E27FC236}">
                <a16:creationId xmlns:a16="http://schemas.microsoft.com/office/drawing/2014/main" id="{5001CFEB-A078-4019-97B2-38F56B11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95–105</a:t>
            </a:r>
          </a:p>
        </p:txBody>
      </p:sp>
      <p:sp>
        <p:nvSpPr>
          <p:cNvPr id="25" name="text-889">
            <a:extLst xmlns:a="http://schemas.openxmlformats.org/drawingml/2006/main">
              <a:ext uri="{FF2B5EF4-FFF2-40B4-BE49-F238E27FC236}">
                <a16:creationId xmlns:a16="http://schemas.microsoft.com/office/drawing/2014/main" id="{62818BD3-2100-4606-8F03-6C2680E5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890">
            <a:extLst xmlns:a="http://schemas.openxmlformats.org/drawingml/2006/main">
              <a:ext uri="{FF2B5EF4-FFF2-40B4-BE49-F238E27FC236}">
                <a16:creationId xmlns:a16="http://schemas.microsoft.com/office/drawing/2014/main" id="{29CFB955-72DD-4911-BDCA-B0CF7408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7" name="shape-891">
            <a:extLst xmlns:a="http://schemas.openxmlformats.org/drawingml/2006/main">
              <a:ext uri="{FF2B5EF4-FFF2-40B4-BE49-F238E27FC236}">
                <a16:creationId xmlns:a16="http://schemas.microsoft.com/office/drawing/2014/main" id="{4DB112E2-2FE3-47D7-BCC2-8A2A5696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892">
            <a:extLst xmlns:a="http://schemas.openxmlformats.org/drawingml/2006/main">
              <a:ext uri="{FF2B5EF4-FFF2-40B4-BE49-F238E27FC236}">
                <a16:creationId xmlns:a16="http://schemas.microsoft.com/office/drawing/2014/main" id="{79B5A7C2-A985-4EC0-8C7A-6507D966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105–140</a:t>
            </a:r>
          </a:p>
        </p:txBody>
      </p:sp>
      <p:sp>
        <p:nvSpPr>
          <p:cNvPr id="29" name="text-893">
            <a:extLst xmlns:a="http://schemas.openxmlformats.org/drawingml/2006/main">
              <a:ext uri="{FF2B5EF4-FFF2-40B4-BE49-F238E27FC236}">
                <a16:creationId xmlns:a16="http://schemas.microsoft.com/office/drawing/2014/main" id="{6E794DF3-8458-4908-92CA-5F83D422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0" name="text-894">
            <a:extLst xmlns:a="http://schemas.openxmlformats.org/drawingml/2006/main">
              <a:ext uri="{FF2B5EF4-FFF2-40B4-BE49-F238E27FC236}">
                <a16:creationId xmlns:a16="http://schemas.microsoft.com/office/drawing/2014/main" id="{098CCDFA-57AF-4FCC-B427-30935E71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31" name="shape-895">
            <a:extLst xmlns:a="http://schemas.openxmlformats.org/drawingml/2006/main">
              <a:ext uri="{FF2B5EF4-FFF2-40B4-BE49-F238E27FC236}">
                <a16:creationId xmlns:a16="http://schemas.microsoft.com/office/drawing/2014/main" id="{F273D867-1288-407D-AE79-242CC613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896">
            <a:extLst xmlns:a="http://schemas.openxmlformats.org/drawingml/2006/main">
              <a:ext uri="{FF2B5EF4-FFF2-40B4-BE49-F238E27FC236}">
                <a16:creationId xmlns:a16="http://schemas.microsoft.com/office/drawing/2014/main" id="{6C4A1103-5646-49D5-8610-B96C23C1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140–160</a:t>
            </a:r>
          </a:p>
        </p:txBody>
      </p:sp>
      <p:sp>
        <p:nvSpPr>
          <p:cNvPr id="33" name="text-897">
            <a:extLst xmlns:a="http://schemas.openxmlformats.org/drawingml/2006/main">
              <a:ext uri="{FF2B5EF4-FFF2-40B4-BE49-F238E27FC236}">
                <a16:creationId xmlns:a16="http://schemas.microsoft.com/office/drawing/2014/main" id="{389C3355-E2B9-483E-B6D8-3EE65248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4" name="text-898">
            <a:extLst xmlns:a="http://schemas.openxmlformats.org/drawingml/2006/main">
              <a:ext uri="{FF2B5EF4-FFF2-40B4-BE49-F238E27FC236}">
                <a16:creationId xmlns:a16="http://schemas.microsoft.com/office/drawing/2014/main" id="{9435F095-79E9-475E-AC2B-7A84A5F2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5" name="shape-899">
            <a:extLst xmlns:a="http://schemas.openxmlformats.org/drawingml/2006/main">
              <a:ext uri="{FF2B5EF4-FFF2-40B4-BE49-F238E27FC236}">
                <a16:creationId xmlns:a16="http://schemas.microsoft.com/office/drawing/2014/main" id="{9CF70C79-7DCE-4BB9-9B06-67011CAC9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900">
            <a:extLst xmlns:a="http://schemas.openxmlformats.org/drawingml/2006/main">
              <a:ext uri="{FF2B5EF4-FFF2-40B4-BE49-F238E27FC236}">
                <a16:creationId xmlns:a16="http://schemas.microsoft.com/office/drawing/2014/main" id="{F66FFDCD-7846-43CF-93F1-237460F7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7" name="text-901">
            <a:extLst xmlns:a="http://schemas.openxmlformats.org/drawingml/2006/main">
              <a:ext uri="{FF2B5EF4-FFF2-40B4-BE49-F238E27FC236}">
                <a16:creationId xmlns:a16="http://schemas.microsoft.com/office/drawing/2014/main" id="{42FBD219-2292-4E6A-8664-95BAC093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8" name="text-902">
            <a:extLst xmlns:a="http://schemas.openxmlformats.org/drawingml/2006/main">
              <a:ext uri="{FF2B5EF4-FFF2-40B4-BE49-F238E27FC236}">
                <a16:creationId xmlns:a16="http://schemas.microsoft.com/office/drawing/2014/main" id="{1CCE28E5-A9FF-45BB-9402-0DC1B9E6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9246399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903">
            <a:extLst xmlns:a="http://schemas.openxmlformats.org/drawingml/2006/main">
              <a:ext uri="{FF2B5EF4-FFF2-40B4-BE49-F238E27FC236}">
                <a16:creationId xmlns:a16="http://schemas.microsoft.com/office/drawing/2014/main" id="{9232117C-4294-4040-B809-2DB0E545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7D269C-F41D-49AD-82C5-F8472C1C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9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05">
            <a:extLst xmlns:a="http://schemas.openxmlformats.org/drawingml/2006/main">
              <a:ext uri="{FF2B5EF4-FFF2-40B4-BE49-F238E27FC236}">
                <a16:creationId xmlns:a16="http://schemas.microsoft.com/office/drawing/2014/main" id="{4F1D9C68-B71C-4A92-B291-559F07E2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D89D50-1CBA-4932-A931-6BD73A22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906">
            <a:extLst xmlns:a="http://schemas.openxmlformats.org/drawingml/2006/main">
              <a:ext uri="{FF2B5EF4-FFF2-40B4-BE49-F238E27FC236}">
                <a16:creationId xmlns:a16="http://schemas.microsoft.com/office/drawing/2014/main" id="{C7C6982B-7F94-4594-AB97-96D382E2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07">
            <a:extLst xmlns:a="http://schemas.openxmlformats.org/drawingml/2006/main">
              <a:ext uri="{FF2B5EF4-FFF2-40B4-BE49-F238E27FC236}">
                <a16:creationId xmlns:a16="http://schemas.microsoft.com/office/drawing/2014/main" id="{D6A3D60A-8373-4A12-B13E-43225A59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08">
            <a:extLst xmlns:a="http://schemas.openxmlformats.org/drawingml/2006/main">
              <a:ext uri="{FF2B5EF4-FFF2-40B4-BE49-F238E27FC236}">
                <a16:creationId xmlns:a16="http://schemas.microsoft.com/office/drawing/2014/main" id="{4C9D399E-C256-4F8C-85F8-4F8CFCA7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09">
            <a:extLst xmlns:a="http://schemas.openxmlformats.org/drawingml/2006/main">
              <a:ext uri="{FF2B5EF4-FFF2-40B4-BE49-F238E27FC236}">
                <a16:creationId xmlns:a16="http://schemas.microsoft.com/office/drawing/2014/main" id="{2776937A-B05C-4C7B-B64D-0521ED5C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910">
            <a:extLst xmlns:a="http://schemas.openxmlformats.org/drawingml/2006/main">
              <a:ext uri="{FF2B5EF4-FFF2-40B4-BE49-F238E27FC236}">
                <a16:creationId xmlns:a16="http://schemas.microsoft.com/office/drawing/2014/main" id="{FB2C29FF-BD72-4AF6-8574-EB1DED31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911">
            <a:extLst xmlns:a="http://schemas.openxmlformats.org/drawingml/2006/main">
              <a:ext uri="{FF2B5EF4-FFF2-40B4-BE49-F238E27FC236}">
                <a16:creationId xmlns:a16="http://schemas.microsoft.com/office/drawing/2014/main" id="{EF153D29-63F5-4527-9A1B-8E631711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12">
            <a:extLst xmlns:a="http://schemas.openxmlformats.org/drawingml/2006/main">
              <a:ext uri="{FF2B5EF4-FFF2-40B4-BE49-F238E27FC236}">
                <a16:creationId xmlns:a16="http://schemas.microsoft.com/office/drawing/2014/main" id="{576EDD0A-F714-4C87-A6B3-035C5E3C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13">
            <a:extLst xmlns:a="http://schemas.openxmlformats.org/drawingml/2006/main">
              <a:ext uri="{FF2B5EF4-FFF2-40B4-BE49-F238E27FC236}">
                <a16:creationId xmlns:a16="http://schemas.microsoft.com/office/drawing/2014/main" id="{DCE08A92-96AF-41D8-B03F-953734F9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14">
            <a:extLst xmlns:a="http://schemas.openxmlformats.org/drawingml/2006/main">
              <a:ext uri="{FF2B5EF4-FFF2-40B4-BE49-F238E27FC236}">
                <a16:creationId xmlns:a16="http://schemas.microsoft.com/office/drawing/2014/main" id="{DDDE4381-77B9-4057-AF2E-F36149A3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15">
            <a:extLst xmlns:a="http://schemas.openxmlformats.org/drawingml/2006/main">
              <a:ext uri="{FF2B5EF4-FFF2-40B4-BE49-F238E27FC236}">
                <a16:creationId xmlns:a16="http://schemas.microsoft.com/office/drawing/2014/main" id="{5B9EFFD1-9F52-469D-B4EB-40609D2C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916">
            <a:extLst xmlns:a="http://schemas.openxmlformats.org/drawingml/2006/main">
              <a:ext uri="{FF2B5EF4-FFF2-40B4-BE49-F238E27FC236}">
                <a16:creationId xmlns:a16="http://schemas.microsoft.com/office/drawing/2014/main" id="{9EB3FBB3-6DAC-4797-BB6B-5E99F3A3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917">
            <a:extLst xmlns:a="http://schemas.openxmlformats.org/drawingml/2006/main">
              <a:ext uri="{FF2B5EF4-FFF2-40B4-BE49-F238E27FC236}">
                <a16:creationId xmlns:a16="http://schemas.microsoft.com/office/drawing/2014/main" id="{2A541A57-4073-4734-A481-CD4360EC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18">
            <a:extLst xmlns:a="http://schemas.openxmlformats.org/drawingml/2006/main">
              <a:ext uri="{FF2B5EF4-FFF2-40B4-BE49-F238E27FC236}">
                <a16:creationId xmlns:a16="http://schemas.microsoft.com/office/drawing/2014/main" id="{57C1D09C-00D0-442D-8645-9A222AE7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919">
            <a:extLst xmlns:a="http://schemas.openxmlformats.org/drawingml/2006/main">
              <a:ext uri="{FF2B5EF4-FFF2-40B4-BE49-F238E27FC236}">
                <a16:creationId xmlns:a16="http://schemas.microsoft.com/office/drawing/2014/main" id="{1610D6BE-FE68-450F-9C71-39208F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20">
            <a:extLst xmlns:a="http://schemas.openxmlformats.org/drawingml/2006/main">
              <a:ext uri="{FF2B5EF4-FFF2-40B4-BE49-F238E27FC236}">
                <a16:creationId xmlns:a16="http://schemas.microsoft.com/office/drawing/2014/main" id="{CE7C5BCD-C718-4C64-BDFE-15CB76F5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21">
            <a:extLst xmlns:a="http://schemas.openxmlformats.org/drawingml/2006/main">
              <a:ext uri="{FF2B5EF4-FFF2-40B4-BE49-F238E27FC236}">
                <a16:creationId xmlns:a16="http://schemas.microsoft.com/office/drawing/2014/main" id="{56B2417B-2D77-45F8-A081-C3EBF8ED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922">
            <a:extLst xmlns:a="http://schemas.openxmlformats.org/drawingml/2006/main">
              <a:ext uri="{FF2B5EF4-FFF2-40B4-BE49-F238E27FC236}">
                <a16:creationId xmlns:a16="http://schemas.microsoft.com/office/drawing/2014/main" id="{149738DE-1167-4831-8FDC-6B0F4D58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923">
            <a:extLst xmlns:a="http://schemas.openxmlformats.org/drawingml/2006/main">
              <a:ext uri="{FF2B5EF4-FFF2-40B4-BE49-F238E27FC236}">
                <a16:creationId xmlns:a16="http://schemas.microsoft.com/office/drawing/2014/main" id="{87693D09-C5A3-43E5-B34E-88482E45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24">
            <a:extLst xmlns:a="http://schemas.openxmlformats.org/drawingml/2006/main">
              <a:ext uri="{FF2B5EF4-FFF2-40B4-BE49-F238E27FC236}">
                <a16:creationId xmlns:a16="http://schemas.microsoft.com/office/drawing/2014/main" id="{976B9BF3-AF3B-43F7-A8FC-32C89250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925">
            <a:extLst xmlns:a="http://schemas.openxmlformats.org/drawingml/2006/main">
              <a:ext uri="{FF2B5EF4-FFF2-40B4-BE49-F238E27FC236}">
                <a16:creationId xmlns:a16="http://schemas.microsoft.com/office/drawing/2014/main" id="{6DA5DACB-A5CA-44C3-BFFC-CE733952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26">
            <a:extLst xmlns:a="http://schemas.openxmlformats.org/drawingml/2006/main">
              <a:ext uri="{FF2B5EF4-FFF2-40B4-BE49-F238E27FC236}">
                <a16:creationId xmlns:a16="http://schemas.microsoft.com/office/drawing/2014/main" id="{73F04BCA-5608-4068-BC56-1030FD923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927">
            <a:extLst xmlns:a="http://schemas.openxmlformats.org/drawingml/2006/main">
              <a:ext uri="{FF2B5EF4-FFF2-40B4-BE49-F238E27FC236}">
                <a16:creationId xmlns:a16="http://schemas.microsoft.com/office/drawing/2014/main" id="{732EAA24-D00A-4700-8595-C42BA22D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928">
            <a:extLst xmlns:a="http://schemas.openxmlformats.org/drawingml/2006/main">
              <a:ext uri="{FF2B5EF4-FFF2-40B4-BE49-F238E27FC236}">
                <a16:creationId xmlns:a16="http://schemas.microsoft.com/office/drawing/2014/main" id="{1BAFAD7F-5B0D-4C1E-A3FA-C4E940F3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929">
            <a:extLst xmlns:a="http://schemas.openxmlformats.org/drawingml/2006/main">
              <a:ext uri="{FF2B5EF4-FFF2-40B4-BE49-F238E27FC236}">
                <a16:creationId xmlns:a16="http://schemas.microsoft.com/office/drawing/2014/main" id="{53AB488A-6F90-456B-BEA2-DFAB0A7A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9339323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930">
            <a:extLst xmlns:a="http://schemas.openxmlformats.org/drawingml/2006/main">
              <a:ext uri="{FF2B5EF4-FFF2-40B4-BE49-F238E27FC236}">
                <a16:creationId xmlns:a16="http://schemas.microsoft.com/office/drawing/2014/main" id="{37520F83-2D8D-4D91-B2B9-A4954C1C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5218D9-3628-4A4B-A159-7CFA2585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9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32">
            <a:extLst xmlns:a="http://schemas.openxmlformats.org/drawingml/2006/main">
              <a:ext uri="{FF2B5EF4-FFF2-40B4-BE49-F238E27FC236}">
                <a16:creationId xmlns:a16="http://schemas.microsoft.com/office/drawing/2014/main" id="{CE0CE16F-19B1-444F-8D44-F420E223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A37461-83D9-4C69-BCEA-2E0BE950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933">
            <a:extLst xmlns:a="http://schemas.openxmlformats.org/drawingml/2006/main">
              <a:ext uri="{FF2B5EF4-FFF2-40B4-BE49-F238E27FC236}">
                <a16:creationId xmlns:a16="http://schemas.microsoft.com/office/drawing/2014/main" id="{B2E284B3-EECC-4153-8627-E1570D7D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34">
            <a:extLst xmlns:a="http://schemas.openxmlformats.org/drawingml/2006/main">
              <a:ext uri="{FF2B5EF4-FFF2-40B4-BE49-F238E27FC236}">
                <a16:creationId xmlns:a16="http://schemas.microsoft.com/office/drawing/2014/main" id="{564E3942-10DE-4B19-AB2B-062A8A65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35">
            <a:extLst xmlns:a="http://schemas.openxmlformats.org/drawingml/2006/main">
              <a:ext uri="{FF2B5EF4-FFF2-40B4-BE49-F238E27FC236}">
                <a16:creationId xmlns:a16="http://schemas.microsoft.com/office/drawing/2014/main" id="{D0436024-6C5E-41F7-9244-37EE6D73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36">
            <a:extLst xmlns:a="http://schemas.openxmlformats.org/drawingml/2006/main">
              <a:ext uri="{FF2B5EF4-FFF2-40B4-BE49-F238E27FC236}">
                <a16:creationId xmlns:a16="http://schemas.microsoft.com/office/drawing/2014/main" id="{89F23898-F862-444B-87EE-19BD6D27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937">
            <a:extLst xmlns:a="http://schemas.openxmlformats.org/drawingml/2006/main">
              <a:ext uri="{FF2B5EF4-FFF2-40B4-BE49-F238E27FC236}">
                <a16:creationId xmlns:a16="http://schemas.microsoft.com/office/drawing/2014/main" id="{C45924C4-726B-42AC-A805-02025B9E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938">
            <a:extLst xmlns:a="http://schemas.openxmlformats.org/drawingml/2006/main">
              <a:ext uri="{FF2B5EF4-FFF2-40B4-BE49-F238E27FC236}">
                <a16:creationId xmlns:a16="http://schemas.microsoft.com/office/drawing/2014/main" id="{392E6DD3-3EE0-4EC0-AB5F-08898D6F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39">
            <a:extLst xmlns:a="http://schemas.openxmlformats.org/drawingml/2006/main">
              <a:ext uri="{FF2B5EF4-FFF2-40B4-BE49-F238E27FC236}">
                <a16:creationId xmlns:a16="http://schemas.microsoft.com/office/drawing/2014/main" id="{B8B7FDB9-DAE3-4C73-B498-7C8CEEC0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40">
            <a:extLst xmlns:a="http://schemas.openxmlformats.org/drawingml/2006/main">
              <a:ext uri="{FF2B5EF4-FFF2-40B4-BE49-F238E27FC236}">
                <a16:creationId xmlns:a16="http://schemas.microsoft.com/office/drawing/2014/main" id="{3730B04D-697A-4D71-A5C8-41B08972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41">
            <a:extLst xmlns:a="http://schemas.openxmlformats.org/drawingml/2006/main">
              <a:ext uri="{FF2B5EF4-FFF2-40B4-BE49-F238E27FC236}">
                <a16:creationId xmlns:a16="http://schemas.microsoft.com/office/drawing/2014/main" id="{1BC0758B-15DF-449A-974F-495BED3D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42">
            <a:extLst xmlns:a="http://schemas.openxmlformats.org/drawingml/2006/main">
              <a:ext uri="{FF2B5EF4-FFF2-40B4-BE49-F238E27FC236}">
                <a16:creationId xmlns:a16="http://schemas.microsoft.com/office/drawing/2014/main" id="{6AFF8245-2C06-4798-B06F-4869ADC1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943">
            <a:extLst xmlns:a="http://schemas.openxmlformats.org/drawingml/2006/main">
              <a:ext uri="{FF2B5EF4-FFF2-40B4-BE49-F238E27FC236}">
                <a16:creationId xmlns:a16="http://schemas.microsoft.com/office/drawing/2014/main" id="{2FE630C7-7093-4B71-A42F-CD6510EE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944">
            <a:extLst xmlns:a="http://schemas.openxmlformats.org/drawingml/2006/main">
              <a:ext uri="{FF2B5EF4-FFF2-40B4-BE49-F238E27FC236}">
                <a16:creationId xmlns:a16="http://schemas.microsoft.com/office/drawing/2014/main" id="{86E10892-32CA-40DC-9689-0F87BF59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45">
            <a:extLst xmlns:a="http://schemas.openxmlformats.org/drawingml/2006/main">
              <a:ext uri="{FF2B5EF4-FFF2-40B4-BE49-F238E27FC236}">
                <a16:creationId xmlns:a16="http://schemas.microsoft.com/office/drawing/2014/main" id="{ACC96B78-95D2-4C6A-99E4-D2CC0104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946">
            <a:extLst xmlns:a="http://schemas.openxmlformats.org/drawingml/2006/main">
              <a:ext uri="{FF2B5EF4-FFF2-40B4-BE49-F238E27FC236}">
                <a16:creationId xmlns:a16="http://schemas.microsoft.com/office/drawing/2014/main" id="{2E86ED88-DF50-4F73-914A-B6E06565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47">
            <a:extLst xmlns:a="http://schemas.openxmlformats.org/drawingml/2006/main">
              <a:ext uri="{FF2B5EF4-FFF2-40B4-BE49-F238E27FC236}">
                <a16:creationId xmlns:a16="http://schemas.microsoft.com/office/drawing/2014/main" id="{B0B2C6F8-4AF3-4B5E-8D9A-21CBD06E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48">
            <a:extLst xmlns:a="http://schemas.openxmlformats.org/drawingml/2006/main">
              <a:ext uri="{FF2B5EF4-FFF2-40B4-BE49-F238E27FC236}">
                <a16:creationId xmlns:a16="http://schemas.microsoft.com/office/drawing/2014/main" id="{B5F4CA3C-4E55-474B-99AF-599E5BD5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949">
            <a:extLst xmlns:a="http://schemas.openxmlformats.org/drawingml/2006/main">
              <a:ext uri="{FF2B5EF4-FFF2-40B4-BE49-F238E27FC236}">
                <a16:creationId xmlns:a16="http://schemas.microsoft.com/office/drawing/2014/main" id="{62A05DC3-E41B-41B1-977D-094DD26A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950">
            <a:extLst xmlns:a="http://schemas.openxmlformats.org/drawingml/2006/main">
              <a:ext uri="{FF2B5EF4-FFF2-40B4-BE49-F238E27FC236}">
                <a16:creationId xmlns:a16="http://schemas.microsoft.com/office/drawing/2014/main" id="{4E92736B-378E-4E2E-B0A8-A229BBDF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51">
            <a:extLst xmlns:a="http://schemas.openxmlformats.org/drawingml/2006/main">
              <a:ext uri="{FF2B5EF4-FFF2-40B4-BE49-F238E27FC236}">
                <a16:creationId xmlns:a16="http://schemas.microsoft.com/office/drawing/2014/main" id="{D4A20FF4-3E6B-4F13-AFA3-827DA4F28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952">
            <a:extLst xmlns:a="http://schemas.openxmlformats.org/drawingml/2006/main">
              <a:ext uri="{FF2B5EF4-FFF2-40B4-BE49-F238E27FC236}">
                <a16:creationId xmlns:a16="http://schemas.microsoft.com/office/drawing/2014/main" id="{2E748ADA-4964-469B-B096-CDDE52AF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53">
            <a:extLst xmlns:a="http://schemas.openxmlformats.org/drawingml/2006/main">
              <a:ext uri="{FF2B5EF4-FFF2-40B4-BE49-F238E27FC236}">
                <a16:creationId xmlns:a16="http://schemas.microsoft.com/office/drawing/2014/main" id="{29510000-8F0A-4547-9F75-B7979BD2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954">
            <a:extLst xmlns:a="http://schemas.openxmlformats.org/drawingml/2006/main">
              <a:ext uri="{FF2B5EF4-FFF2-40B4-BE49-F238E27FC236}">
                <a16:creationId xmlns:a16="http://schemas.microsoft.com/office/drawing/2014/main" id="{45C912D8-375F-4FE1-8D3F-A69D38BA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955">
            <a:extLst xmlns:a="http://schemas.openxmlformats.org/drawingml/2006/main">
              <a:ext uri="{FF2B5EF4-FFF2-40B4-BE49-F238E27FC236}">
                <a16:creationId xmlns:a16="http://schemas.microsoft.com/office/drawing/2014/main" id="{5EE76E7D-8543-4F0B-BC99-33604A87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956">
            <a:extLst xmlns:a="http://schemas.openxmlformats.org/drawingml/2006/main">
              <a:ext uri="{FF2B5EF4-FFF2-40B4-BE49-F238E27FC236}">
                <a16:creationId xmlns:a16="http://schemas.microsoft.com/office/drawing/2014/main" id="{CA154041-3982-4410-B339-FEC5944A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957">
            <a:extLst xmlns:a="http://schemas.openxmlformats.org/drawingml/2006/main">
              <a:ext uri="{FF2B5EF4-FFF2-40B4-BE49-F238E27FC236}">
                <a16:creationId xmlns:a16="http://schemas.microsoft.com/office/drawing/2014/main" id="{AB0146D2-145F-43C9-AAE9-18547415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958">
            <a:extLst xmlns:a="http://schemas.openxmlformats.org/drawingml/2006/main">
              <a:ext uri="{FF2B5EF4-FFF2-40B4-BE49-F238E27FC236}">
                <a16:creationId xmlns:a16="http://schemas.microsoft.com/office/drawing/2014/main" id="{965E6A47-A1AF-4778-8098-6AB7F57E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959">
            <a:extLst xmlns:a="http://schemas.openxmlformats.org/drawingml/2006/main">
              <a:ext uri="{FF2B5EF4-FFF2-40B4-BE49-F238E27FC236}">
                <a16:creationId xmlns:a16="http://schemas.microsoft.com/office/drawing/2014/main" id="{101E95CA-A4CD-4262-BDFC-4F5F4DE0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960">
            <a:extLst xmlns:a="http://schemas.openxmlformats.org/drawingml/2006/main">
              <a:ext uri="{FF2B5EF4-FFF2-40B4-BE49-F238E27FC236}">
                <a16:creationId xmlns:a16="http://schemas.microsoft.com/office/drawing/2014/main" id="{5FE892FA-98A4-4BD5-B1FF-F68DF869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961">
            <a:extLst xmlns:a="http://schemas.openxmlformats.org/drawingml/2006/main">
              <a:ext uri="{FF2B5EF4-FFF2-40B4-BE49-F238E27FC236}">
                <a16:creationId xmlns:a16="http://schemas.microsoft.com/office/drawing/2014/main" id="{36462F94-C1E6-4BEA-90B1-A1D6BE0E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962">
            <a:extLst xmlns:a="http://schemas.openxmlformats.org/drawingml/2006/main">
              <a:ext uri="{FF2B5EF4-FFF2-40B4-BE49-F238E27FC236}">
                <a16:creationId xmlns:a16="http://schemas.microsoft.com/office/drawing/2014/main" id="{7A445694-319D-4838-8617-C14B077A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1114603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963">
            <a:extLst xmlns:a="http://schemas.openxmlformats.org/drawingml/2006/main">
              <a:ext uri="{FF2B5EF4-FFF2-40B4-BE49-F238E27FC236}">
                <a16:creationId xmlns:a16="http://schemas.microsoft.com/office/drawing/2014/main" id="{B025837F-04B8-4561-87C7-0C5DBA70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B0BE8F-B56F-4380-A8F4-F88EA632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9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65">
            <a:extLst xmlns:a="http://schemas.openxmlformats.org/drawingml/2006/main">
              <a:ext uri="{FF2B5EF4-FFF2-40B4-BE49-F238E27FC236}">
                <a16:creationId xmlns:a16="http://schemas.microsoft.com/office/drawing/2014/main" id="{203522A9-E7EA-48C8-A0F4-34A11166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E9F953-0DE1-4DED-9537-9EA51165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66">
            <a:extLst xmlns:a="http://schemas.openxmlformats.org/drawingml/2006/main">
              <a:ext uri="{FF2B5EF4-FFF2-40B4-BE49-F238E27FC236}">
                <a16:creationId xmlns:a16="http://schemas.microsoft.com/office/drawing/2014/main" id="{A3F5845B-1FBF-4B99-BD12-4923697E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67">
            <a:extLst xmlns:a="http://schemas.openxmlformats.org/drawingml/2006/main">
              <a:ext uri="{FF2B5EF4-FFF2-40B4-BE49-F238E27FC236}">
                <a16:creationId xmlns:a16="http://schemas.microsoft.com/office/drawing/2014/main" id="{7125ED0F-D1C7-4948-B9C5-06F05EC9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968">
            <a:extLst xmlns:a="http://schemas.openxmlformats.org/drawingml/2006/main">
              <a:ext uri="{FF2B5EF4-FFF2-40B4-BE49-F238E27FC236}">
                <a16:creationId xmlns:a16="http://schemas.microsoft.com/office/drawing/2014/main" id="{2ED39528-591C-4BC0-A28C-F7DB47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969">
            <a:extLst xmlns:a="http://schemas.openxmlformats.org/drawingml/2006/main">
              <a:ext uri="{FF2B5EF4-FFF2-40B4-BE49-F238E27FC236}">
                <a16:creationId xmlns:a16="http://schemas.microsoft.com/office/drawing/2014/main" id="{6D61C964-5734-4982-BD1E-8A9600EE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970">
            <a:extLst xmlns:a="http://schemas.openxmlformats.org/drawingml/2006/main">
              <a:ext uri="{FF2B5EF4-FFF2-40B4-BE49-F238E27FC236}">
                <a16:creationId xmlns:a16="http://schemas.microsoft.com/office/drawing/2014/main" id="{EF0E2603-63AB-4883-A990-D856B44D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71">
            <a:extLst xmlns:a="http://schemas.openxmlformats.org/drawingml/2006/main">
              <a:ext uri="{FF2B5EF4-FFF2-40B4-BE49-F238E27FC236}">
                <a16:creationId xmlns:a16="http://schemas.microsoft.com/office/drawing/2014/main" id="{3F7514FA-65DB-4EC3-9744-1CE34B93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972">
            <a:extLst xmlns:a="http://schemas.openxmlformats.org/drawingml/2006/main">
              <a:ext uri="{FF2B5EF4-FFF2-40B4-BE49-F238E27FC236}">
                <a16:creationId xmlns:a16="http://schemas.microsoft.com/office/drawing/2014/main" id="{9D717040-84FC-4C03-976F-B6C47DD6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973">
            <a:extLst xmlns:a="http://schemas.openxmlformats.org/drawingml/2006/main">
              <a:ext uri="{FF2B5EF4-FFF2-40B4-BE49-F238E27FC236}">
                <a16:creationId xmlns:a16="http://schemas.microsoft.com/office/drawing/2014/main" id="{AC11EF2A-6480-4342-9739-20B7E5C9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974">
            <a:extLst xmlns:a="http://schemas.openxmlformats.org/drawingml/2006/main">
              <a:ext uri="{FF2B5EF4-FFF2-40B4-BE49-F238E27FC236}">
                <a16:creationId xmlns:a16="http://schemas.microsoft.com/office/drawing/2014/main" id="{C69E201D-4048-4145-AC03-F6AC37F6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75">
            <a:extLst xmlns:a="http://schemas.openxmlformats.org/drawingml/2006/main">
              <a:ext uri="{FF2B5EF4-FFF2-40B4-BE49-F238E27FC236}">
                <a16:creationId xmlns:a16="http://schemas.microsoft.com/office/drawing/2014/main" id="{F74FC671-A54A-4162-8031-7935698A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976">
            <a:extLst xmlns:a="http://schemas.openxmlformats.org/drawingml/2006/main">
              <a:ext uri="{FF2B5EF4-FFF2-40B4-BE49-F238E27FC236}">
                <a16:creationId xmlns:a16="http://schemas.microsoft.com/office/drawing/2014/main" id="{81AD2484-D8B0-4999-837C-3B75EE10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977">
            <a:extLst xmlns:a="http://schemas.openxmlformats.org/drawingml/2006/main">
              <a:ext uri="{FF2B5EF4-FFF2-40B4-BE49-F238E27FC236}">
                <a16:creationId xmlns:a16="http://schemas.microsoft.com/office/drawing/2014/main" id="{E979E0FF-6DBC-41AE-A4A9-100C5647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10139288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978">
            <a:extLst xmlns:a="http://schemas.openxmlformats.org/drawingml/2006/main">
              <a:ext uri="{FF2B5EF4-FFF2-40B4-BE49-F238E27FC236}">
                <a16:creationId xmlns:a16="http://schemas.microsoft.com/office/drawing/2014/main" id="{9CE75865-AE26-4E02-9C70-2FB00477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8FCB71-6AC6-4FAC-BF9E-E5335A45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9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80">
            <a:extLst xmlns:a="http://schemas.openxmlformats.org/drawingml/2006/main">
              <a:ext uri="{FF2B5EF4-FFF2-40B4-BE49-F238E27FC236}">
                <a16:creationId xmlns:a16="http://schemas.microsoft.com/office/drawing/2014/main" id="{96D88DEA-E02F-4D5A-88DC-3F4C0A65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693BD29-C6C6-4847-837C-113CC52F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981">
            <a:extLst xmlns:a="http://schemas.openxmlformats.org/drawingml/2006/main">
              <a:ext uri="{FF2B5EF4-FFF2-40B4-BE49-F238E27FC236}">
                <a16:creationId xmlns:a16="http://schemas.microsoft.com/office/drawing/2014/main" id="{CADB03FD-7596-434C-8247-6BC709E6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982">
            <a:extLst xmlns:a="http://schemas.openxmlformats.org/drawingml/2006/main">
              <a:ext uri="{FF2B5EF4-FFF2-40B4-BE49-F238E27FC236}">
                <a16:creationId xmlns:a16="http://schemas.microsoft.com/office/drawing/2014/main" id="{22124664-E2D3-4FF2-8529-53E60E27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83">
            <a:extLst xmlns:a="http://schemas.openxmlformats.org/drawingml/2006/main">
              <a:ext uri="{FF2B5EF4-FFF2-40B4-BE49-F238E27FC236}">
                <a16:creationId xmlns:a16="http://schemas.microsoft.com/office/drawing/2014/main" id="{41E656AC-E17C-4D09-8182-CE6AF5A13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984">
            <a:extLst xmlns:a="http://schemas.openxmlformats.org/drawingml/2006/main">
              <a:ext uri="{FF2B5EF4-FFF2-40B4-BE49-F238E27FC236}">
                <a16:creationId xmlns:a16="http://schemas.microsoft.com/office/drawing/2014/main" id="{9AF38CC5-B606-4A26-A90C-BB6199F4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985">
            <a:extLst xmlns:a="http://schemas.openxmlformats.org/drawingml/2006/main">
              <a:ext uri="{FF2B5EF4-FFF2-40B4-BE49-F238E27FC236}">
                <a16:creationId xmlns:a16="http://schemas.microsoft.com/office/drawing/2014/main" id="{0CC52548-E9A7-4313-A6FE-1AD46A61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986">
            <a:extLst xmlns:a="http://schemas.openxmlformats.org/drawingml/2006/main">
              <a:ext uri="{FF2B5EF4-FFF2-40B4-BE49-F238E27FC236}">
                <a16:creationId xmlns:a16="http://schemas.microsoft.com/office/drawing/2014/main" id="{89D45CED-7F6D-4A13-A4ED-6EA19245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987">
            <a:extLst xmlns:a="http://schemas.openxmlformats.org/drawingml/2006/main">
              <a:ext uri="{FF2B5EF4-FFF2-40B4-BE49-F238E27FC236}">
                <a16:creationId xmlns:a16="http://schemas.microsoft.com/office/drawing/2014/main" id="{69AF761D-AE00-4054-8601-56A32D32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988">
            <a:extLst xmlns:a="http://schemas.openxmlformats.org/drawingml/2006/main">
              <a:ext uri="{FF2B5EF4-FFF2-40B4-BE49-F238E27FC236}">
                <a16:creationId xmlns:a16="http://schemas.microsoft.com/office/drawing/2014/main" id="{3454EF8F-C606-4A3C-978F-08F09619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989">
            <a:extLst xmlns:a="http://schemas.openxmlformats.org/drawingml/2006/main">
              <a:ext uri="{FF2B5EF4-FFF2-40B4-BE49-F238E27FC236}">
                <a16:creationId xmlns:a16="http://schemas.microsoft.com/office/drawing/2014/main" id="{F0776099-FEA0-46EE-91F1-89358D73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990">
            <a:extLst xmlns:a="http://schemas.openxmlformats.org/drawingml/2006/main">
              <a:ext uri="{FF2B5EF4-FFF2-40B4-BE49-F238E27FC236}">
                <a16:creationId xmlns:a16="http://schemas.microsoft.com/office/drawing/2014/main" id="{91A0F685-C6E5-4AA0-A40F-A195621D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13064861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991">
            <a:extLst xmlns:a="http://schemas.openxmlformats.org/drawingml/2006/main">
              <a:ext uri="{FF2B5EF4-FFF2-40B4-BE49-F238E27FC236}">
                <a16:creationId xmlns:a16="http://schemas.microsoft.com/office/drawing/2014/main" id="{EE67FB20-A8F4-425E-9939-60AD7DDA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D72599-2171-43B3-B154-3069C6FC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99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93">
            <a:extLst xmlns:a="http://schemas.openxmlformats.org/drawingml/2006/main">
              <a:ext uri="{FF2B5EF4-FFF2-40B4-BE49-F238E27FC236}">
                <a16:creationId xmlns:a16="http://schemas.microsoft.com/office/drawing/2014/main" id="{F6C15007-F981-447F-AA7C-F11BF1BD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F78DDA-C13D-48B1-8816-F85058D6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994">
            <a:extLst xmlns:a="http://schemas.openxmlformats.org/drawingml/2006/main">
              <a:ext uri="{FF2B5EF4-FFF2-40B4-BE49-F238E27FC236}">
                <a16:creationId xmlns:a16="http://schemas.microsoft.com/office/drawing/2014/main" id="{3E6EC15B-7D63-4468-AC6D-8FE4452E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995">
            <a:extLst xmlns:a="http://schemas.openxmlformats.org/drawingml/2006/main">
              <a:ext uri="{FF2B5EF4-FFF2-40B4-BE49-F238E27FC236}">
                <a16:creationId xmlns:a16="http://schemas.microsoft.com/office/drawing/2014/main" id="{892D5C28-FEDA-43C2-A560-7FB46E32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96">
            <a:extLst xmlns:a="http://schemas.openxmlformats.org/drawingml/2006/main">
              <a:ext uri="{FF2B5EF4-FFF2-40B4-BE49-F238E27FC236}">
                <a16:creationId xmlns:a16="http://schemas.microsoft.com/office/drawing/2014/main" id="{EDB713D4-75E8-47F1-9C64-4A9392A3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997">
            <a:extLst xmlns:a="http://schemas.openxmlformats.org/drawingml/2006/main">
              <a:ext uri="{FF2B5EF4-FFF2-40B4-BE49-F238E27FC236}">
                <a16:creationId xmlns:a16="http://schemas.microsoft.com/office/drawing/2014/main" id="{E57689A8-8BA7-49E3-AC1B-962CE41E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998">
            <a:extLst xmlns:a="http://schemas.openxmlformats.org/drawingml/2006/main">
              <a:ext uri="{FF2B5EF4-FFF2-40B4-BE49-F238E27FC236}">
                <a16:creationId xmlns:a16="http://schemas.microsoft.com/office/drawing/2014/main" id="{B4A51881-71F1-4462-8FEA-418931F9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999">
            <a:extLst xmlns:a="http://schemas.openxmlformats.org/drawingml/2006/main">
              <a:ext uri="{FF2B5EF4-FFF2-40B4-BE49-F238E27FC236}">
                <a16:creationId xmlns:a16="http://schemas.microsoft.com/office/drawing/2014/main" id="{641D4B98-207D-437C-B9C6-F13AF769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13c43cfbe824a6e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75d3440a634dec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000">
            <a:extLst xmlns:a="http://schemas.openxmlformats.org/drawingml/2006/main">
              <a:ext uri="{FF2B5EF4-FFF2-40B4-BE49-F238E27FC236}">
                <a16:creationId xmlns:a16="http://schemas.microsoft.com/office/drawing/2014/main" id="{7A815428-D583-4FF4-A6DB-EEC061B8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c29f668ee5c49b4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8507e215334547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001">
            <a:extLst xmlns:a="http://schemas.openxmlformats.org/drawingml/2006/main">
              <a:ext uri="{FF2B5EF4-FFF2-40B4-BE49-F238E27FC236}">
                <a16:creationId xmlns:a16="http://schemas.microsoft.com/office/drawing/2014/main" id="{F1C77D70-E047-4A40-811B-E395594D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1002">
            <a:extLst xmlns:a="http://schemas.openxmlformats.org/drawingml/2006/main">
              <a:ext uri="{FF2B5EF4-FFF2-40B4-BE49-F238E27FC236}">
                <a16:creationId xmlns:a16="http://schemas.microsoft.com/office/drawing/2014/main" id="{EE1DAF9B-375A-43C6-BD43-93F133BB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1003">
            <a:extLst xmlns:a="http://schemas.openxmlformats.org/drawingml/2006/main">
              <a:ext uri="{FF2B5EF4-FFF2-40B4-BE49-F238E27FC236}">
                <a16:creationId xmlns:a16="http://schemas.microsoft.com/office/drawing/2014/main" id="{75071367-8505-4694-9864-C7BB6051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1004">
            <a:extLst xmlns:a="http://schemas.openxmlformats.org/drawingml/2006/main">
              <a:ext uri="{FF2B5EF4-FFF2-40B4-BE49-F238E27FC236}">
                <a16:creationId xmlns:a16="http://schemas.microsoft.com/office/drawing/2014/main" id="{7107A010-16D0-442B-A2DD-9C16C321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1005">
            <a:extLst xmlns:a="http://schemas.openxmlformats.org/drawingml/2006/main">
              <a:ext uri="{FF2B5EF4-FFF2-40B4-BE49-F238E27FC236}">
                <a16:creationId xmlns:a16="http://schemas.microsoft.com/office/drawing/2014/main" id="{153ACEF6-08FF-45D2-B54D-FF4486DC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479667929eb49ba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5a6fe0a65948bb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006">
            <a:extLst xmlns:a="http://schemas.openxmlformats.org/drawingml/2006/main">
              <a:ext uri="{FF2B5EF4-FFF2-40B4-BE49-F238E27FC236}">
                <a16:creationId xmlns:a16="http://schemas.microsoft.com/office/drawing/2014/main" id="{8EAFDED4-4207-4588-B851-558ACC7B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a7eae5a5d924bf3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b3d5ba441c4c0a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007">
            <a:extLst xmlns:a="http://schemas.openxmlformats.org/drawingml/2006/main">
              <a:ext uri="{FF2B5EF4-FFF2-40B4-BE49-F238E27FC236}">
                <a16:creationId xmlns:a16="http://schemas.microsoft.com/office/drawing/2014/main" id="{388D54A9-9A3A-4BFA-AE2A-8A22D590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1008">
            <a:extLst xmlns:a="http://schemas.openxmlformats.org/drawingml/2006/main">
              <a:ext uri="{FF2B5EF4-FFF2-40B4-BE49-F238E27FC236}">
                <a16:creationId xmlns:a16="http://schemas.microsoft.com/office/drawing/2014/main" id="{DF54C80E-CB84-4A58-98AF-83AF7458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1009">
            <a:extLst xmlns:a="http://schemas.openxmlformats.org/drawingml/2006/main">
              <a:ext uri="{FF2B5EF4-FFF2-40B4-BE49-F238E27FC236}">
                <a16:creationId xmlns:a16="http://schemas.microsoft.com/office/drawing/2014/main" id="{8687BFF8-7439-4D13-8FFF-9C907B6F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1010">
            <a:extLst xmlns:a="http://schemas.openxmlformats.org/drawingml/2006/main">
              <a:ext uri="{FF2B5EF4-FFF2-40B4-BE49-F238E27FC236}">
                <a16:creationId xmlns:a16="http://schemas.microsoft.com/office/drawing/2014/main" id="{0FC0966E-079A-4B21-9F0D-A5528590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1011">
            <a:extLst xmlns:a="http://schemas.openxmlformats.org/drawingml/2006/main">
              <a:ext uri="{FF2B5EF4-FFF2-40B4-BE49-F238E27FC236}">
                <a16:creationId xmlns:a16="http://schemas.microsoft.com/office/drawing/2014/main" id="{A5A44C8D-056C-42B5-88AB-20EEC3CF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95fcb3fb094546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5adb93b3a54391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012">
            <a:extLst xmlns:a="http://schemas.openxmlformats.org/drawingml/2006/main">
              <a:ext uri="{FF2B5EF4-FFF2-40B4-BE49-F238E27FC236}">
                <a16:creationId xmlns:a16="http://schemas.microsoft.com/office/drawing/2014/main" id="{C9DFE64F-D55B-4808-A415-DAADBD37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6e8ee62f64c41b9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1f473d6aa84fcc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4913072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013">
            <a:extLst xmlns:a="http://schemas.openxmlformats.org/drawingml/2006/main">
              <a:ext uri="{FF2B5EF4-FFF2-40B4-BE49-F238E27FC236}">
                <a16:creationId xmlns:a16="http://schemas.microsoft.com/office/drawing/2014/main" id="{7C2F2700-7893-4D02-9BF4-79378BC2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512E9C-C6D9-4410-82AF-9A1949EA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10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15">
            <a:extLst xmlns:a="http://schemas.openxmlformats.org/drawingml/2006/main">
              <a:ext uri="{FF2B5EF4-FFF2-40B4-BE49-F238E27FC236}">
                <a16:creationId xmlns:a16="http://schemas.microsoft.com/office/drawing/2014/main" id="{DFBB0E51-EC43-4A92-A802-A6ED2686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C2AB992-DD2E-40AB-B8BC-4F35C44E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016">
            <a:extLst xmlns:a="http://schemas.openxmlformats.org/drawingml/2006/main">
              <a:ext uri="{FF2B5EF4-FFF2-40B4-BE49-F238E27FC236}">
                <a16:creationId xmlns:a16="http://schemas.microsoft.com/office/drawing/2014/main" id="{8ECA233B-2FC7-4D9C-88C0-28DA919D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1017">
            <a:extLst xmlns:a="http://schemas.openxmlformats.org/drawingml/2006/main">
              <a:ext uri="{FF2B5EF4-FFF2-40B4-BE49-F238E27FC236}">
                <a16:creationId xmlns:a16="http://schemas.microsoft.com/office/drawing/2014/main" id="{DA73692E-26AB-457F-9A00-A96007F5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018">
            <a:extLst xmlns:a="http://schemas.openxmlformats.org/drawingml/2006/main">
              <a:ext uri="{FF2B5EF4-FFF2-40B4-BE49-F238E27FC236}">
                <a16:creationId xmlns:a16="http://schemas.microsoft.com/office/drawing/2014/main" id="{7DB08D7D-517B-4ACD-804B-8939DAB2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1019">
            <a:extLst xmlns:a="http://schemas.openxmlformats.org/drawingml/2006/main">
              <a:ext uri="{FF2B5EF4-FFF2-40B4-BE49-F238E27FC236}">
                <a16:creationId xmlns:a16="http://schemas.microsoft.com/office/drawing/2014/main" id="{DC0EB21F-3A78-4592-ACC9-E1FC9704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1020">
            <a:extLst xmlns:a="http://schemas.openxmlformats.org/drawingml/2006/main">
              <a:ext uri="{FF2B5EF4-FFF2-40B4-BE49-F238E27FC236}">
                <a16:creationId xmlns:a16="http://schemas.microsoft.com/office/drawing/2014/main" id="{1D4A14E1-A758-4385-ABB4-6C35612E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1021">
            <a:extLst xmlns:a="http://schemas.openxmlformats.org/drawingml/2006/main">
              <a:ext uri="{FF2B5EF4-FFF2-40B4-BE49-F238E27FC236}">
                <a16:creationId xmlns:a16="http://schemas.microsoft.com/office/drawing/2014/main" id="{B32BEE64-17DC-459F-83AB-9B7AC843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18185c70ab4655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b514147d004242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022">
            <a:extLst xmlns:a="http://schemas.openxmlformats.org/drawingml/2006/main">
              <a:ext uri="{FF2B5EF4-FFF2-40B4-BE49-F238E27FC236}">
                <a16:creationId xmlns:a16="http://schemas.microsoft.com/office/drawing/2014/main" id="{062717ED-5196-4EDE-9AD1-43BBF391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75532237d84f30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c85c7aac0d42e1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023">
            <a:extLst xmlns:a="http://schemas.openxmlformats.org/drawingml/2006/main">
              <a:ext uri="{FF2B5EF4-FFF2-40B4-BE49-F238E27FC236}">
                <a16:creationId xmlns:a16="http://schemas.microsoft.com/office/drawing/2014/main" id="{13BCEE19-025B-42BE-B851-34E61A62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1024">
            <a:extLst xmlns:a="http://schemas.openxmlformats.org/drawingml/2006/main">
              <a:ext uri="{FF2B5EF4-FFF2-40B4-BE49-F238E27FC236}">
                <a16:creationId xmlns:a16="http://schemas.microsoft.com/office/drawing/2014/main" id="{4ECFA621-A546-4641-ACE5-6734E42D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1025">
            <a:extLst xmlns:a="http://schemas.openxmlformats.org/drawingml/2006/main">
              <a:ext uri="{FF2B5EF4-FFF2-40B4-BE49-F238E27FC236}">
                <a16:creationId xmlns:a16="http://schemas.microsoft.com/office/drawing/2014/main" id="{B7ED0028-D32E-4C7F-B7DA-AFCF558D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1026">
            <a:extLst xmlns:a="http://schemas.openxmlformats.org/drawingml/2006/main">
              <a:ext uri="{FF2B5EF4-FFF2-40B4-BE49-F238E27FC236}">
                <a16:creationId xmlns:a16="http://schemas.microsoft.com/office/drawing/2014/main" id="{9F3DCBE8-D244-4A52-AF24-F28FE5B4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1027">
            <a:extLst xmlns:a="http://schemas.openxmlformats.org/drawingml/2006/main">
              <a:ext uri="{FF2B5EF4-FFF2-40B4-BE49-F238E27FC236}">
                <a16:creationId xmlns:a16="http://schemas.microsoft.com/office/drawing/2014/main" id="{E7ED8649-B4E8-4945-809F-E8B0F0B2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9ab42e06a7a44fd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b6f79954f441eb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028">
            <a:extLst xmlns:a="http://schemas.openxmlformats.org/drawingml/2006/main">
              <a:ext uri="{FF2B5EF4-FFF2-40B4-BE49-F238E27FC236}">
                <a16:creationId xmlns:a16="http://schemas.microsoft.com/office/drawing/2014/main" id="{3E79847F-29C6-4589-B459-101C0D31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42a538664d4bf3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29f2239244b3e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029">
            <a:extLst xmlns:a="http://schemas.openxmlformats.org/drawingml/2006/main">
              <a:ext uri="{FF2B5EF4-FFF2-40B4-BE49-F238E27FC236}">
                <a16:creationId xmlns:a16="http://schemas.microsoft.com/office/drawing/2014/main" id="{3C91017C-7E98-41D6-B746-EB5D5333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1030">
            <a:extLst xmlns:a="http://schemas.openxmlformats.org/drawingml/2006/main">
              <a:ext uri="{FF2B5EF4-FFF2-40B4-BE49-F238E27FC236}">
                <a16:creationId xmlns:a16="http://schemas.microsoft.com/office/drawing/2014/main" id="{35F3C3C1-14C8-4815-83D5-C0AA9C05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1031">
            <a:extLst xmlns:a="http://schemas.openxmlformats.org/drawingml/2006/main">
              <a:ext uri="{FF2B5EF4-FFF2-40B4-BE49-F238E27FC236}">
                <a16:creationId xmlns:a16="http://schemas.microsoft.com/office/drawing/2014/main" id="{B2CFAA58-CC36-4FE3-9572-85F84B95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1032">
            <a:extLst xmlns:a="http://schemas.openxmlformats.org/drawingml/2006/main">
              <a:ext uri="{FF2B5EF4-FFF2-40B4-BE49-F238E27FC236}">
                <a16:creationId xmlns:a16="http://schemas.microsoft.com/office/drawing/2014/main" id="{EC6E2B83-B9FE-4AA2-9222-4C70461EA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1033">
            <a:extLst xmlns:a="http://schemas.openxmlformats.org/drawingml/2006/main">
              <a:ext uri="{FF2B5EF4-FFF2-40B4-BE49-F238E27FC236}">
                <a16:creationId xmlns:a16="http://schemas.microsoft.com/office/drawing/2014/main" id="{8CF9A9B3-AAE2-4040-BE87-E528A4AF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d029829bbe43cb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dac3d07af74fed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034">
            <a:extLst xmlns:a="http://schemas.openxmlformats.org/drawingml/2006/main">
              <a:ext uri="{FF2B5EF4-FFF2-40B4-BE49-F238E27FC236}">
                <a16:creationId xmlns:a16="http://schemas.microsoft.com/office/drawing/2014/main" id="{1EFE4FD5-9D58-412E-9D2C-BEAD5E95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793847a3ca45a3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81ac850374484a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9908209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35">
            <a:extLst xmlns:a="http://schemas.openxmlformats.org/drawingml/2006/main">
              <a:ext uri="{FF2B5EF4-FFF2-40B4-BE49-F238E27FC236}">
                <a16:creationId xmlns:a16="http://schemas.microsoft.com/office/drawing/2014/main" id="{AD0C9E3D-16DD-4FB7-9290-9D8E3E63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036">
            <a:extLst xmlns:a="http://schemas.openxmlformats.org/drawingml/2006/main">
              <a:ext uri="{FF2B5EF4-FFF2-40B4-BE49-F238E27FC236}">
                <a16:creationId xmlns:a16="http://schemas.microsoft.com/office/drawing/2014/main" id="{6475D3CB-34E1-4D7D-AE0D-F3C653F6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1037">
            <a:extLst xmlns:a="http://schemas.openxmlformats.org/drawingml/2006/main">
              <a:ext uri="{FF2B5EF4-FFF2-40B4-BE49-F238E27FC236}">
                <a16:creationId xmlns:a16="http://schemas.microsoft.com/office/drawing/2014/main" id="{1BB79465-18AC-4871-9CDF-DAC7BBA9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1038">
            <a:extLst xmlns:a="http://schemas.openxmlformats.org/drawingml/2006/main">
              <a:ext uri="{FF2B5EF4-FFF2-40B4-BE49-F238E27FC236}">
                <a16:creationId xmlns:a16="http://schemas.microsoft.com/office/drawing/2014/main" id="{2A95B9CA-E08D-43AD-A9B0-56476E1F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39">
            <a:extLst xmlns:a="http://schemas.openxmlformats.org/drawingml/2006/main">
              <a:ext uri="{FF2B5EF4-FFF2-40B4-BE49-F238E27FC236}">
                <a16:creationId xmlns:a16="http://schemas.microsoft.com/office/drawing/2014/main" id="{B8ACBE42-2B24-4D32-B4A1-A0481962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040">
            <a:extLst xmlns:a="http://schemas.openxmlformats.org/drawingml/2006/main">
              <a:ext uri="{FF2B5EF4-FFF2-40B4-BE49-F238E27FC236}">
                <a16:creationId xmlns:a16="http://schemas.microsoft.com/office/drawing/2014/main" id="{B572375D-BBE9-41E3-991C-39CCADD7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1041">
            <a:extLst xmlns:a="http://schemas.openxmlformats.org/drawingml/2006/main">
              <a:ext uri="{FF2B5EF4-FFF2-40B4-BE49-F238E27FC236}">
                <a16:creationId xmlns:a16="http://schemas.microsoft.com/office/drawing/2014/main" id="{2F9C9917-9364-4EA2-B4F7-B41E5B6B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1042">
            <a:extLst xmlns:a="http://schemas.openxmlformats.org/drawingml/2006/main">
              <a:ext uri="{FF2B5EF4-FFF2-40B4-BE49-F238E27FC236}">
                <a16:creationId xmlns:a16="http://schemas.microsoft.com/office/drawing/2014/main" id="{4E6D53E0-3C79-4C22-8FD8-FF84101B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043">
            <a:extLst xmlns:a="http://schemas.openxmlformats.org/drawingml/2006/main">
              <a:ext uri="{FF2B5EF4-FFF2-40B4-BE49-F238E27FC236}">
                <a16:creationId xmlns:a16="http://schemas.microsoft.com/office/drawing/2014/main" id="{95C6F57B-B64D-4A33-A9D3-F1556395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10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1045">
            <a:extLst xmlns:a="http://schemas.openxmlformats.org/drawingml/2006/main">
              <a:ext uri="{FF2B5EF4-FFF2-40B4-BE49-F238E27FC236}">
                <a16:creationId xmlns:a16="http://schemas.microsoft.com/office/drawing/2014/main" id="{E7D9FCCA-0FA3-4DAD-B556-624BE898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E7FE357-D14D-406F-B8D0-F98CB960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13" name="text-1712">
            <a:extLst xmlns:a="http://schemas.openxmlformats.org/drawingml/2006/main">
              <a:ext uri="{FF2B5EF4-FFF2-40B4-BE49-F238E27FC236}">
                <a16:creationId xmlns:a16="http://schemas.microsoft.com/office/drawing/2014/main" id="{E01F87D6-D0C6-4E27-BF1A-CE5ECBA5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836896219ba4194"/>
              </a:rPr>
              <a:t>開啟 Antigravity ↗</a:t>
            </a:r>
          </a:p>
        </p:txBody>
      </p:sp>
      <p:sp>
        <p:nvSpPr>
          <p:cNvPr id="14" name="shape-1746">
            <a:extLst xmlns:a="http://schemas.openxmlformats.org/drawingml/2006/main">
              <a:ext uri="{FF2B5EF4-FFF2-40B4-BE49-F238E27FC236}">
                <a16:creationId xmlns:a16="http://schemas.microsoft.com/office/drawing/2014/main" id="{5549F9DF-8103-4885-8233-BFB87035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f1ebf32ea458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747">
            <a:extLst xmlns:a="http://schemas.openxmlformats.org/drawingml/2006/main">
              <a:ext uri="{FF2B5EF4-FFF2-40B4-BE49-F238E27FC236}">
                <a16:creationId xmlns:a16="http://schemas.microsoft.com/office/drawing/2014/main" id="{D6FE9C23-5BA7-4757-A8E2-44E66E44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7500739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046">
            <a:extLst xmlns:a="http://schemas.openxmlformats.org/drawingml/2006/main">
              <a:ext uri="{FF2B5EF4-FFF2-40B4-BE49-F238E27FC236}">
                <a16:creationId xmlns:a16="http://schemas.microsoft.com/office/drawing/2014/main" id="{20EA61C0-9AAF-4548-A86D-1975A624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71B79F-CC92-4C4A-8F6F-3B4898E5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10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48">
            <a:extLst xmlns:a="http://schemas.openxmlformats.org/drawingml/2006/main">
              <a:ext uri="{FF2B5EF4-FFF2-40B4-BE49-F238E27FC236}">
                <a16:creationId xmlns:a16="http://schemas.microsoft.com/office/drawing/2014/main" id="{F2946070-91F4-4528-8789-C67DF6E2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066800-CABD-4007-B3C8-9D348651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1049">
            <a:extLst xmlns:a="http://schemas.openxmlformats.org/drawingml/2006/main">
              <a:ext uri="{FF2B5EF4-FFF2-40B4-BE49-F238E27FC236}">
                <a16:creationId xmlns:a16="http://schemas.microsoft.com/office/drawing/2014/main" id="{EBD9D8CA-759B-4399-9776-6851D420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050">
            <a:extLst xmlns:a="http://schemas.openxmlformats.org/drawingml/2006/main">
              <a:ext uri="{FF2B5EF4-FFF2-40B4-BE49-F238E27FC236}">
                <a16:creationId xmlns:a16="http://schemas.microsoft.com/office/drawing/2014/main" id="{65E71ED4-9E17-404A-86DC-6CB8551B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051">
            <a:extLst xmlns:a="http://schemas.openxmlformats.org/drawingml/2006/main">
              <a:ext uri="{FF2B5EF4-FFF2-40B4-BE49-F238E27FC236}">
                <a16:creationId xmlns:a16="http://schemas.microsoft.com/office/drawing/2014/main" id="{BE2FA1C6-714F-4FCC-B0A3-7D9C94F3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1052">
            <a:extLst xmlns:a="http://schemas.openxmlformats.org/drawingml/2006/main">
              <a:ext uri="{FF2B5EF4-FFF2-40B4-BE49-F238E27FC236}">
                <a16:creationId xmlns:a16="http://schemas.microsoft.com/office/drawing/2014/main" id="{51684CC9-28CE-4BDC-AC35-4849098C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1053">
            <a:extLst xmlns:a="http://schemas.openxmlformats.org/drawingml/2006/main">
              <a:ext uri="{FF2B5EF4-FFF2-40B4-BE49-F238E27FC236}">
                <a16:creationId xmlns:a16="http://schemas.microsoft.com/office/drawing/2014/main" id="{98567BB3-07D2-45F3-8FF9-E5F72DBD5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1054">
            <a:extLst xmlns:a="http://schemas.openxmlformats.org/drawingml/2006/main">
              <a:ext uri="{FF2B5EF4-FFF2-40B4-BE49-F238E27FC236}">
                <a16:creationId xmlns:a16="http://schemas.microsoft.com/office/drawing/2014/main" id="{37385743-C38A-4FA1-9AEC-A5F365A0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713">
            <a:extLst xmlns:a="http://schemas.openxmlformats.org/drawingml/2006/main">
              <a:ext uri="{FF2B5EF4-FFF2-40B4-BE49-F238E27FC236}">
                <a16:creationId xmlns:a16="http://schemas.microsoft.com/office/drawing/2014/main" id="{E0E746C6-E4CB-4920-87E4-B4A03892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1acf20c1e6f4819"/>
              </a:rPr>
              <a:t>開啟 Antigravity ↗</a:t>
            </a:r>
          </a:p>
        </p:txBody>
      </p:sp>
      <p:sp>
        <p:nvSpPr>
          <p:cNvPr id="13" name="shape-1748">
            <a:extLst xmlns:a="http://schemas.openxmlformats.org/drawingml/2006/main">
              <a:ext uri="{FF2B5EF4-FFF2-40B4-BE49-F238E27FC236}">
                <a16:creationId xmlns:a16="http://schemas.microsoft.com/office/drawing/2014/main" id="{87F851EE-483F-4133-89E9-4DC7052E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74fbbc7224e5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749">
            <a:extLst xmlns:a="http://schemas.openxmlformats.org/drawingml/2006/main">
              <a:ext uri="{FF2B5EF4-FFF2-40B4-BE49-F238E27FC236}">
                <a16:creationId xmlns:a16="http://schemas.microsoft.com/office/drawing/2014/main" id="{AC903DB9-94D1-4943-A7B2-541DD2FF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6622488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55">
            <a:extLst xmlns:a="http://schemas.openxmlformats.org/drawingml/2006/main">
              <a:ext uri="{FF2B5EF4-FFF2-40B4-BE49-F238E27FC236}">
                <a16:creationId xmlns:a16="http://schemas.microsoft.com/office/drawing/2014/main" id="{12D5BEF8-3D2C-475E-A3A1-F926B067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3ADE2D-C39F-43D9-9E73-E81A7895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10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57">
            <a:extLst xmlns:a="http://schemas.openxmlformats.org/drawingml/2006/main">
              <a:ext uri="{FF2B5EF4-FFF2-40B4-BE49-F238E27FC236}">
                <a16:creationId xmlns:a16="http://schemas.microsoft.com/office/drawing/2014/main" id="{1E230704-07AC-4DD8-8712-56C7906D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77DB67C-30EE-4B53-A3FC-45B922F8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058">
            <a:extLst xmlns:a="http://schemas.openxmlformats.org/drawingml/2006/main">
              <a:ext uri="{FF2B5EF4-FFF2-40B4-BE49-F238E27FC236}">
                <a16:creationId xmlns:a16="http://schemas.microsoft.com/office/drawing/2014/main" id="{CF045BCF-0A2B-4685-B8FC-D809D2D3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59">
            <a:extLst xmlns:a="http://schemas.openxmlformats.org/drawingml/2006/main">
              <a:ext uri="{FF2B5EF4-FFF2-40B4-BE49-F238E27FC236}">
                <a16:creationId xmlns:a16="http://schemas.microsoft.com/office/drawing/2014/main" id="{76F4E09A-E9C2-419C-B029-4C4D8970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60">
            <a:extLst xmlns:a="http://schemas.openxmlformats.org/drawingml/2006/main">
              <a:ext uri="{FF2B5EF4-FFF2-40B4-BE49-F238E27FC236}">
                <a16:creationId xmlns:a16="http://schemas.microsoft.com/office/drawing/2014/main" id="{9A2E749E-01D9-4BA3-ACDF-D1C71AE2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1061">
            <a:extLst xmlns:a="http://schemas.openxmlformats.org/drawingml/2006/main">
              <a:ext uri="{FF2B5EF4-FFF2-40B4-BE49-F238E27FC236}">
                <a16:creationId xmlns:a16="http://schemas.microsoft.com/office/drawing/2014/main" id="{82064AF6-469C-4188-9113-3308D2E7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1062">
            <a:extLst xmlns:a="http://schemas.openxmlformats.org/drawingml/2006/main">
              <a:ext uri="{FF2B5EF4-FFF2-40B4-BE49-F238E27FC236}">
                <a16:creationId xmlns:a16="http://schemas.microsoft.com/office/drawing/2014/main" id="{AB2925F0-F10A-4A43-AD50-DF108024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63">
            <a:extLst xmlns:a="http://schemas.openxmlformats.org/drawingml/2006/main">
              <a:ext uri="{FF2B5EF4-FFF2-40B4-BE49-F238E27FC236}">
                <a16:creationId xmlns:a16="http://schemas.microsoft.com/office/drawing/2014/main" id="{028B6317-E529-443B-9532-56A0AF28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64">
            <a:extLst xmlns:a="http://schemas.openxmlformats.org/drawingml/2006/main">
              <a:ext uri="{FF2B5EF4-FFF2-40B4-BE49-F238E27FC236}">
                <a16:creationId xmlns:a16="http://schemas.microsoft.com/office/drawing/2014/main" id="{737EF8E9-FAF2-43D9-8797-745743B8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1065">
            <a:extLst xmlns:a="http://schemas.openxmlformats.org/drawingml/2006/main">
              <a:ext uri="{FF2B5EF4-FFF2-40B4-BE49-F238E27FC236}">
                <a16:creationId xmlns:a16="http://schemas.microsoft.com/office/drawing/2014/main" id="{1E1E0A3F-F853-4876-B3A7-206FC63B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1066">
            <a:extLst xmlns:a="http://schemas.openxmlformats.org/drawingml/2006/main">
              <a:ext uri="{FF2B5EF4-FFF2-40B4-BE49-F238E27FC236}">
                <a16:creationId xmlns:a16="http://schemas.microsoft.com/office/drawing/2014/main" id="{CE7C265A-ECBD-40A2-9DCC-AB9FE1FC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67">
            <a:extLst xmlns:a="http://schemas.openxmlformats.org/drawingml/2006/main">
              <a:ext uri="{FF2B5EF4-FFF2-40B4-BE49-F238E27FC236}">
                <a16:creationId xmlns:a16="http://schemas.microsoft.com/office/drawing/2014/main" id="{4250E273-C737-48A3-9CCE-15099A34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68">
            <a:extLst xmlns:a="http://schemas.openxmlformats.org/drawingml/2006/main">
              <a:ext uri="{FF2B5EF4-FFF2-40B4-BE49-F238E27FC236}">
                <a16:creationId xmlns:a16="http://schemas.microsoft.com/office/drawing/2014/main" id="{B2741ECD-369B-49F2-A809-A80EDBB1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1069">
            <a:extLst xmlns:a="http://schemas.openxmlformats.org/drawingml/2006/main">
              <a:ext uri="{FF2B5EF4-FFF2-40B4-BE49-F238E27FC236}">
                <a16:creationId xmlns:a16="http://schemas.microsoft.com/office/drawing/2014/main" id="{AB6157F4-F8C0-465B-964E-EDD26DCB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1070">
            <a:extLst xmlns:a="http://schemas.openxmlformats.org/drawingml/2006/main">
              <a:ext uri="{FF2B5EF4-FFF2-40B4-BE49-F238E27FC236}">
                <a16:creationId xmlns:a16="http://schemas.microsoft.com/office/drawing/2014/main" id="{69DD846D-2A41-43CA-A037-5C551071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71">
            <a:extLst xmlns:a="http://schemas.openxmlformats.org/drawingml/2006/main">
              <a:ext uri="{FF2B5EF4-FFF2-40B4-BE49-F238E27FC236}">
                <a16:creationId xmlns:a16="http://schemas.microsoft.com/office/drawing/2014/main" id="{8D2BFB7B-E266-4901-83F6-4FE16B44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72">
            <a:extLst xmlns:a="http://schemas.openxmlformats.org/drawingml/2006/main">
              <a:ext uri="{FF2B5EF4-FFF2-40B4-BE49-F238E27FC236}">
                <a16:creationId xmlns:a16="http://schemas.microsoft.com/office/drawing/2014/main" id="{7350B655-D607-42C2-A770-75B86A61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1073">
            <a:extLst xmlns:a="http://schemas.openxmlformats.org/drawingml/2006/main">
              <a:ext uri="{FF2B5EF4-FFF2-40B4-BE49-F238E27FC236}">
                <a16:creationId xmlns:a16="http://schemas.microsoft.com/office/drawing/2014/main" id="{DF55C3D3-CD25-4C14-B4A8-9B0DD96B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714">
            <a:extLst xmlns:a="http://schemas.openxmlformats.org/drawingml/2006/main">
              <a:ext uri="{FF2B5EF4-FFF2-40B4-BE49-F238E27FC236}">
                <a16:creationId xmlns:a16="http://schemas.microsoft.com/office/drawing/2014/main" id="{C7BC7777-46BD-486F-8635-0BA07E71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277973540b6430b"/>
              </a:rPr>
              <a:t>開啟 Antigravity ↗</a:t>
            </a:r>
          </a:p>
        </p:txBody>
      </p:sp>
      <p:sp>
        <p:nvSpPr>
          <p:cNvPr id="23" name="shape-1750">
            <a:extLst xmlns:a="http://schemas.openxmlformats.org/drawingml/2006/main">
              <a:ext uri="{FF2B5EF4-FFF2-40B4-BE49-F238E27FC236}">
                <a16:creationId xmlns:a16="http://schemas.microsoft.com/office/drawing/2014/main" id="{009E9076-FB68-4DC6-96F7-16D03ED7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d03a6dcf8479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751">
            <a:extLst xmlns:a="http://schemas.openxmlformats.org/drawingml/2006/main">
              <a:ext uri="{FF2B5EF4-FFF2-40B4-BE49-F238E27FC236}">
                <a16:creationId xmlns:a16="http://schemas.microsoft.com/office/drawing/2014/main" id="{9E16D7F2-1BFF-4BDA-A6D2-819A0685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6630308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74">
            <a:extLst xmlns:a="http://schemas.openxmlformats.org/drawingml/2006/main">
              <a:ext uri="{FF2B5EF4-FFF2-40B4-BE49-F238E27FC236}">
                <a16:creationId xmlns:a16="http://schemas.microsoft.com/office/drawing/2014/main" id="{384D403D-63AD-47F3-A924-A8862339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9FD8D4-247F-4E91-82CF-C8630806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10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76">
            <a:extLst xmlns:a="http://schemas.openxmlformats.org/drawingml/2006/main">
              <a:ext uri="{FF2B5EF4-FFF2-40B4-BE49-F238E27FC236}">
                <a16:creationId xmlns:a16="http://schemas.microsoft.com/office/drawing/2014/main" id="{CFD2BF3B-97B2-4535-B709-6B09DD88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1DE6320-19D5-471F-922A-7A0466B1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1077">
            <a:extLst xmlns:a="http://schemas.openxmlformats.org/drawingml/2006/main">
              <a:ext uri="{FF2B5EF4-FFF2-40B4-BE49-F238E27FC236}">
                <a16:creationId xmlns:a16="http://schemas.microsoft.com/office/drawing/2014/main" id="{673C6EE3-2CE7-44DA-8A11-2D061E77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78">
            <a:extLst xmlns:a="http://schemas.openxmlformats.org/drawingml/2006/main">
              <a:ext uri="{FF2B5EF4-FFF2-40B4-BE49-F238E27FC236}">
                <a16:creationId xmlns:a16="http://schemas.microsoft.com/office/drawing/2014/main" id="{C1938053-8C44-47BB-AC7A-435B8515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79">
            <a:extLst xmlns:a="http://schemas.openxmlformats.org/drawingml/2006/main">
              <a:ext uri="{FF2B5EF4-FFF2-40B4-BE49-F238E27FC236}">
                <a16:creationId xmlns:a16="http://schemas.microsoft.com/office/drawing/2014/main" id="{00EF2880-1500-46CE-B8BF-14D8D888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1080">
            <a:extLst xmlns:a="http://schemas.openxmlformats.org/drawingml/2006/main">
              <a:ext uri="{FF2B5EF4-FFF2-40B4-BE49-F238E27FC236}">
                <a16:creationId xmlns:a16="http://schemas.microsoft.com/office/drawing/2014/main" id="{8CA0876A-240E-4CCD-887A-6BBC9D35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1081">
            <a:extLst xmlns:a="http://schemas.openxmlformats.org/drawingml/2006/main">
              <a:ext uri="{FF2B5EF4-FFF2-40B4-BE49-F238E27FC236}">
                <a16:creationId xmlns:a16="http://schemas.microsoft.com/office/drawing/2014/main" id="{CC78130E-FF85-466A-94BA-E5A8086A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82">
            <a:extLst xmlns:a="http://schemas.openxmlformats.org/drawingml/2006/main">
              <a:ext uri="{FF2B5EF4-FFF2-40B4-BE49-F238E27FC236}">
                <a16:creationId xmlns:a16="http://schemas.microsoft.com/office/drawing/2014/main" id="{1384701A-C976-4279-97E6-7A1F4C47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83">
            <a:extLst xmlns:a="http://schemas.openxmlformats.org/drawingml/2006/main">
              <a:ext uri="{FF2B5EF4-FFF2-40B4-BE49-F238E27FC236}">
                <a16:creationId xmlns:a16="http://schemas.microsoft.com/office/drawing/2014/main" id="{D54F9064-9E18-4C24-A290-58865C81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1084">
            <a:extLst xmlns:a="http://schemas.openxmlformats.org/drawingml/2006/main">
              <a:ext uri="{FF2B5EF4-FFF2-40B4-BE49-F238E27FC236}">
                <a16:creationId xmlns:a16="http://schemas.microsoft.com/office/drawing/2014/main" id="{7FC41FF6-BAEF-42F3-A23B-D16EC40A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1085">
            <a:extLst xmlns:a="http://schemas.openxmlformats.org/drawingml/2006/main">
              <a:ext uri="{FF2B5EF4-FFF2-40B4-BE49-F238E27FC236}">
                <a16:creationId xmlns:a16="http://schemas.microsoft.com/office/drawing/2014/main" id="{BF5C02D1-1CA6-44FD-99CD-C3502D8E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86">
            <a:extLst xmlns:a="http://schemas.openxmlformats.org/drawingml/2006/main">
              <a:ext uri="{FF2B5EF4-FFF2-40B4-BE49-F238E27FC236}">
                <a16:creationId xmlns:a16="http://schemas.microsoft.com/office/drawing/2014/main" id="{0ADF8685-6AE7-4153-9C21-217D7CEC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87">
            <a:extLst xmlns:a="http://schemas.openxmlformats.org/drawingml/2006/main">
              <a:ext uri="{FF2B5EF4-FFF2-40B4-BE49-F238E27FC236}">
                <a16:creationId xmlns:a16="http://schemas.microsoft.com/office/drawing/2014/main" id="{D3B03547-F2DB-4AF2-AB0C-74999F99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1088">
            <a:extLst xmlns:a="http://schemas.openxmlformats.org/drawingml/2006/main">
              <a:ext uri="{FF2B5EF4-FFF2-40B4-BE49-F238E27FC236}">
                <a16:creationId xmlns:a16="http://schemas.microsoft.com/office/drawing/2014/main" id="{74E08D8A-E93E-4F6F-96A7-FDB6F418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1089">
            <a:extLst xmlns:a="http://schemas.openxmlformats.org/drawingml/2006/main">
              <a:ext uri="{FF2B5EF4-FFF2-40B4-BE49-F238E27FC236}">
                <a16:creationId xmlns:a16="http://schemas.microsoft.com/office/drawing/2014/main" id="{331F67D7-4612-4787-8052-3B4A0E9B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90">
            <a:extLst xmlns:a="http://schemas.openxmlformats.org/drawingml/2006/main">
              <a:ext uri="{FF2B5EF4-FFF2-40B4-BE49-F238E27FC236}">
                <a16:creationId xmlns:a16="http://schemas.microsoft.com/office/drawing/2014/main" id="{E2661B0A-2E13-4B1B-9CE8-718440B2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91">
            <a:extLst xmlns:a="http://schemas.openxmlformats.org/drawingml/2006/main">
              <a:ext uri="{FF2B5EF4-FFF2-40B4-BE49-F238E27FC236}">
                <a16:creationId xmlns:a16="http://schemas.microsoft.com/office/drawing/2014/main" id="{F7A7AA2D-341E-43D3-9E5B-65FA74B0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1092">
            <a:extLst xmlns:a="http://schemas.openxmlformats.org/drawingml/2006/main">
              <a:ext uri="{FF2B5EF4-FFF2-40B4-BE49-F238E27FC236}">
                <a16:creationId xmlns:a16="http://schemas.microsoft.com/office/drawing/2014/main" id="{6BBF5CA6-E881-4781-8236-D2423948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715">
            <a:extLst xmlns:a="http://schemas.openxmlformats.org/drawingml/2006/main">
              <a:ext uri="{FF2B5EF4-FFF2-40B4-BE49-F238E27FC236}">
                <a16:creationId xmlns:a16="http://schemas.microsoft.com/office/drawing/2014/main" id="{07D4405C-8D2A-42ED-B612-BD79DA4F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44063712a74c21"/>
              </a:rPr>
              <a:t>開啟 Antigravity ↗</a:t>
            </a:r>
          </a:p>
        </p:txBody>
      </p:sp>
      <p:sp>
        <p:nvSpPr>
          <p:cNvPr id="23" name="shape-1752">
            <a:extLst xmlns:a="http://schemas.openxmlformats.org/drawingml/2006/main">
              <a:ext uri="{FF2B5EF4-FFF2-40B4-BE49-F238E27FC236}">
                <a16:creationId xmlns:a16="http://schemas.microsoft.com/office/drawing/2014/main" id="{1672D6B1-77FB-4323-B324-31262D9F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8ae5b3508d4e6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753">
            <a:extLst xmlns:a="http://schemas.openxmlformats.org/drawingml/2006/main">
              <a:ext uri="{FF2B5EF4-FFF2-40B4-BE49-F238E27FC236}">
                <a16:creationId xmlns:a16="http://schemas.microsoft.com/office/drawing/2014/main" id="{15BF300B-6E55-4C62-B073-F7B6E911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176599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1093">
            <a:extLst xmlns:a="http://schemas.openxmlformats.org/drawingml/2006/main">
              <a:ext uri="{FF2B5EF4-FFF2-40B4-BE49-F238E27FC236}">
                <a16:creationId xmlns:a16="http://schemas.microsoft.com/office/drawing/2014/main" id="{D21944B8-77EE-4C7F-91AC-2568ABE0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A39D16-B062-42AC-BEA2-3D683C95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10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95">
            <a:extLst xmlns:a="http://schemas.openxmlformats.org/drawingml/2006/main">
              <a:ext uri="{FF2B5EF4-FFF2-40B4-BE49-F238E27FC236}">
                <a16:creationId xmlns:a16="http://schemas.microsoft.com/office/drawing/2014/main" id="{6115E9C5-F78F-46F1-B298-C1B59F1E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5BACDE-E71D-4A85-A6B0-BF7FBAC2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1096">
            <a:extLst xmlns:a="http://schemas.openxmlformats.org/drawingml/2006/main">
              <a:ext uri="{FF2B5EF4-FFF2-40B4-BE49-F238E27FC236}">
                <a16:creationId xmlns:a16="http://schemas.microsoft.com/office/drawing/2014/main" id="{751A9084-21E3-4DE0-B0C5-C906285E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097">
            <a:extLst xmlns:a="http://schemas.openxmlformats.org/drawingml/2006/main">
              <a:ext uri="{FF2B5EF4-FFF2-40B4-BE49-F238E27FC236}">
                <a16:creationId xmlns:a16="http://schemas.microsoft.com/office/drawing/2014/main" id="{28EA8C5E-8944-4A8E-BF02-84E4ADA5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98">
            <a:extLst xmlns:a="http://schemas.openxmlformats.org/drawingml/2006/main">
              <a:ext uri="{FF2B5EF4-FFF2-40B4-BE49-F238E27FC236}">
                <a16:creationId xmlns:a16="http://schemas.microsoft.com/office/drawing/2014/main" id="{236468B9-9B92-420F-8BDD-9499F932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99">
            <a:extLst xmlns:a="http://schemas.openxmlformats.org/drawingml/2006/main">
              <a:ext uri="{FF2B5EF4-FFF2-40B4-BE49-F238E27FC236}">
                <a16:creationId xmlns:a16="http://schemas.microsoft.com/office/drawing/2014/main" id="{8646537A-F6F1-4668-9699-A4A69286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100">
            <a:extLst xmlns:a="http://schemas.openxmlformats.org/drawingml/2006/main">
              <a:ext uri="{FF2B5EF4-FFF2-40B4-BE49-F238E27FC236}">
                <a16:creationId xmlns:a16="http://schemas.microsoft.com/office/drawing/2014/main" id="{8D2BEE2A-15C1-4216-A5B2-D6CAE81B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1101">
            <a:extLst xmlns:a="http://schemas.openxmlformats.org/drawingml/2006/main">
              <a:ext uri="{FF2B5EF4-FFF2-40B4-BE49-F238E27FC236}">
                <a16:creationId xmlns:a16="http://schemas.microsoft.com/office/drawing/2014/main" id="{2700F342-585B-479B-A50C-EC5B0DDD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02">
            <a:extLst xmlns:a="http://schemas.openxmlformats.org/drawingml/2006/main">
              <a:ext uri="{FF2B5EF4-FFF2-40B4-BE49-F238E27FC236}">
                <a16:creationId xmlns:a16="http://schemas.microsoft.com/office/drawing/2014/main" id="{7DF52B35-0413-4642-A46F-191A03D1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103">
            <a:extLst xmlns:a="http://schemas.openxmlformats.org/drawingml/2006/main">
              <a:ext uri="{FF2B5EF4-FFF2-40B4-BE49-F238E27FC236}">
                <a16:creationId xmlns:a16="http://schemas.microsoft.com/office/drawing/2014/main" id="{848AB76D-E1E1-4064-AD47-C9E168BB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104">
            <a:extLst xmlns:a="http://schemas.openxmlformats.org/drawingml/2006/main">
              <a:ext uri="{FF2B5EF4-FFF2-40B4-BE49-F238E27FC236}">
                <a16:creationId xmlns:a16="http://schemas.microsoft.com/office/drawing/2014/main" id="{C7B0F9D3-DB8B-470A-BE4F-C69D3E7A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105">
            <a:extLst xmlns:a="http://schemas.openxmlformats.org/drawingml/2006/main">
              <a:ext uri="{FF2B5EF4-FFF2-40B4-BE49-F238E27FC236}">
                <a16:creationId xmlns:a16="http://schemas.microsoft.com/office/drawing/2014/main" id="{E9F4137C-2679-43EB-BC56-A47F4FF3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1106">
            <a:extLst xmlns:a="http://schemas.openxmlformats.org/drawingml/2006/main">
              <a:ext uri="{FF2B5EF4-FFF2-40B4-BE49-F238E27FC236}">
                <a16:creationId xmlns:a16="http://schemas.microsoft.com/office/drawing/2014/main" id="{14D01F1C-E2AD-46F8-84F9-BF93F7BF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1107">
            <a:extLst xmlns:a="http://schemas.openxmlformats.org/drawingml/2006/main">
              <a:ext uri="{FF2B5EF4-FFF2-40B4-BE49-F238E27FC236}">
                <a16:creationId xmlns:a16="http://schemas.microsoft.com/office/drawing/2014/main" id="{44417A34-97ED-4364-ADFA-282E9DE7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108">
            <a:extLst xmlns:a="http://schemas.openxmlformats.org/drawingml/2006/main">
              <a:ext uri="{FF2B5EF4-FFF2-40B4-BE49-F238E27FC236}">
                <a16:creationId xmlns:a16="http://schemas.microsoft.com/office/drawing/2014/main" id="{E21E549B-211F-4E63-8860-35AAF5E4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109">
            <a:extLst xmlns:a="http://schemas.openxmlformats.org/drawingml/2006/main">
              <a:ext uri="{FF2B5EF4-FFF2-40B4-BE49-F238E27FC236}">
                <a16:creationId xmlns:a16="http://schemas.microsoft.com/office/drawing/2014/main" id="{EC8D130F-D711-4740-958E-1A369E8D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110">
            <a:extLst xmlns:a="http://schemas.openxmlformats.org/drawingml/2006/main">
              <a:ext uri="{FF2B5EF4-FFF2-40B4-BE49-F238E27FC236}">
                <a16:creationId xmlns:a16="http://schemas.microsoft.com/office/drawing/2014/main" id="{B4219C91-5F85-46C8-8333-14D44F1C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11">
            <a:extLst xmlns:a="http://schemas.openxmlformats.org/drawingml/2006/main">
              <a:ext uri="{FF2B5EF4-FFF2-40B4-BE49-F238E27FC236}">
                <a16:creationId xmlns:a16="http://schemas.microsoft.com/office/drawing/2014/main" id="{DDE38B4F-28C4-41FD-BC3C-8CEFC591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1112">
            <a:extLst xmlns:a="http://schemas.openxmlformats.org/drawingml/2006/main">
              <a:ext uri="{FF2B5EF4-FFF2-40B4-BE49-F238E27FC236}">
                <a16:creationId xmlns:a16="http://schemas.microsoft.com/office/drawing/2014/main" id="{A3C08A9F-4F1F-4759-8950-EF654843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1113">
            <a:extLst xmlns:a="http://schemas.openxmlformats.org/drawingml/2006/main">
              <a:ext uri="{FF2B5EF4-FFF2-40B4-BE49-F238E27FC236}">
                <a16:creationId xmlns:a16="http://schemas.microsoft.com/office/drawing/2014/main" id="{C5E80171-1299-4171-A9FB-6E56B247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14">
            <a:extLst xmlns:a="http://schemas.openxmlformats.org/drawingml/2006/main">
              <a:ext uri="{FF2B5EF4-FFF2-40B4-BE49-F238E27FC236}">
                <a16:creationId xmlns:a16="http://schemas.microsoft.com/office/drawing/2014/main" id="{084479B0-0EE0-4200-88D6-873A3BB6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115">
            <a:extLst xmlns:a="http://schemas.openxmlformats.org/drawingml/2006/main">
              <a:ext uri="{FF2B5EF4-FFF2-40B4-BE49-F238E27FC236}">
                <a16:creationId xmlns:a16="http://schemas.microsoft.com/office/drawing/2014/main" id="{6AFAFF40-A8EA-4A24-81A8-93DA6DB8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16">
            <a:extLst xmlns:a="http://schemas.openxmlformats.org/drawingml/2006/main">
              <a:ext uri="{FF2B5EF4-FFF2-40B4-BE49-F238E27FC236}">
                <a16:creationId xmlns:a16="http://schemas.microsoft.com/office/drawing/2014/main" id="{E415A432-4926-4E9F-A330-4F8A8559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17">
            <a:extLst xmlns:a="http://schemas.openxmlformats.org/drawingml/2006/main">
              <a:ext uri="{FF2B5EF4-FFF2-40B4-BE49-F238E27FC236}">
                <a16:creationId xmlns:a16="http://schemas.microsoft.com/office/drawing/2014/main" id="{ED60FEA1-6C0A-47D8-BBE9-E781FB57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1118">
            <a:extLst xmlns:a="http://schemas.openxmlformats.org/drawingml/2006/main">
              <a:ext uri="{FF2B5EF4-FFF2-40B4-BE49-F238E27FC236}">
                <a16:creationId xmlns:a16="http://schemas.microsoft.com/office/drawing/2014/main" id="{38971015-8902-4839-8EA5-4500F116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1119">
            <a:extLst xmlns:a="http://schemas.openxmlformats.org/drawingml/2006/main">
              <a:ext uri="{FF2B5EF4-FFF2-40B4-BE49-F238E27FC236}">
                <a16:creationId xmlns:a16="http://schemas.microsoft.com/office/drawing/2014/main" id="{655B6DBA-A7CE-46FF-A361-BD1FEE23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120">
            <a:extLst xmlns:a="http://schemas.openxmlformats.org/drawingml/2006/main">
              <a:ext uri="{FF2B5EF4-FFF2-40B4-BE49-F238E27FC236}">
                <a16:creationId xmlns:a16="http://schemas.microsoft.com/office/drawing/2014/main" id="{D58CC7DE-60A6-4216-89E0-78482A37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121">
            <a:extLst xmlns:a="http://schemas.openxmlformats.org/drawingml/2006/main">
              <a:ext uri="{FF2B5EF4-FFF2-40B4-BE49-F238E27FC236}">
                <a16:creationId xmlns:a16="http://schemas.microsoft.com/office/drawing/2014/main" id="{D711E90B-4F88-439C-963D-4DB2090B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22">
            <a:extLst xmlns:a="http://schemas.openxmlformats.org/drawingml/2006/main">
              <a:ext uri="{FF2B5EF4-FFF2-40B4-BE49-F238E27FC236}">
                <a16:creationId xmlns:a16="http://schemas.microsoft.com/office/drawing/2014/main" id="{E451EAFB-7C1F-407E-9DAF-ADD3B5AC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123">
            <a:extLst xmlns:a="http://schemas.openxmlformats.org/drawingml/2006/main">
              <a:ext uri="{FF2B5EF4-FFF2-40B4-BE49-F238E27FC236}">
                <a16:creationId xmlns:a16="http://schemas.microsoft.com/office/drawing/2014/main" id="{6EFC5564-07DE-4E12-BFAD-05F64E44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124">
            <a:extLst xmlns:a="http://schemas.openxmlformats.org/drawingml/2006/main">
              <a:ext uri="{FF2B5EF4-FFF2-40B4-BE49-F238E27FC236}">
                <a16:creationId xmlns:a16="http://schemas.microsoft.com/office/drawing/2014/main" id="{732D2893-0B63-4075-AFBE-E1A27B95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1125">
            <a:extLst xmlns:a="http://schemas.openxmlformats.org/drawingml/2006/main">
              <a:ext uri="{FF2B5EF4-FFF2-40B4-BE49-F238E27FC236}">
                <a16:creationId xmlns:a16="http://schemas.microsoft.com/office/drawing/2014/main" id="{1458826A-587D-4083-8104-2188D085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B43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36" name="text-1126">
            <a:extLst xmlns:a="http://schemas.openxmlformats.org/drawingml/2006/main">
              <a:ext uri="{FF2B5EF4-FFF2-40B4-BE49-F238E27FC236}">
                <a16:creationId xmlns:a16="http://schemas.microsoft.com/office/drawing/2014/main" id="{9C307F82-18C3-4960-83F0-EDEC793F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1127">
            <a:extLst xmlns:a="http://schemas.openxmlformats.org/drawingml/2006/main">
              <a:ext uri="{FF2B5EF4-FFF2-40B4-BE49-F238E27FC236}">
                <a16:creationId xmlns:a16="http://schemas.microsoft.com/office/drawing/2014/main" id="{1CCBD804-413C-42C3-B1B5-2B786B87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128">
            <a:extLst xmlns:a="http://schemas.openxmlformats.org/drawingml/2006/main">
              <a:ext uri="{FF2B5EF4-FFF2-40B4-BE49-F238E27FC236}">
                <a16:creationId xmlns:a16="http://schemas.microsoft.com/office/drawing/2014/main" id="{ECBE8CEE-D281-4271-A1D0-5436FB9D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55A7FF"/>
            </a:solidFill>
            <a:prstDash val="solid"/>
          </a:ln>
        </p:spPr>
      </p:sp>
      <p:sp>
        <p:nvSpPr>
          <p:cNvPr id="39" name="text-1129">
            <a:extLst xmlns:a="http://schemas.openxmlformats.org/drawingml/2006/main">
              <a:ext uri="{FF2B5EF4-FFF2-40B4-BE49-F238E27FC236}">
                <a16:creationId xmlns:a16="http://schemas.microsoft.com/office/drawing/2014/main" id="{D50CF293-631D-4DE3-AA55-76DFA74F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130">
            <a:extLst xmlns:a="http://schemas.openxmlformats.org/drawingml/2006/main">
              <a:ext uri="{FF2B5EF4-FFF2-40B4-BE49-F238E27FC236}">
                <a16:creationId xmlns:a16="http://schemas.microsoft.com/office/drawing/2014/main" id="{D6E1F93C-E89D-43BA-AA55-66F78AC0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131">
            <a:extLst xmlns:a="http://schemas.openxmlformats.org/drawingml/2006/main">
              <a:ext uri="{FF2B5EF4-FFF2-40B4-BE49-F238E27FC236}">
                <a16:creationId xmlns:a16="http://schemas.microsoft.com/office/drawing/2014/main" id="{CD1AC173-5EB6-40E7-8A59-CA6A72AD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132">
            <a:extLst xmlns:a="http://schemas.openxmlformats.org/drawingml/2006/main">
              <a:ext uri="{FF2B5EF4-FFF2-40B4-BE49-F238E27FC236}">
                <a16:creationId xmlns:a16="http://schemas.microsoft.com/office/drawing/2014/main" id="{F9D77DDA-002E-42B4-9246-FD62E15C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2CD2C7"/>
            </a:solidFill>
            <a:prstDash val="solid"/>
          </a:ln>
        </p:spPr>
      </p:sp>
      <p:sp>
        <p:nvSpPr>
          <p:cNvPr id="43" name="text-1133">
            <a:extLst xmlns:a="http://schemas.openxmlformats.org/drawingml/2006/main">
              <a:ext uri="{FF2B5EF4-FFF2-40B4-BE49-F238E27FC236}">
                <a16:creationId xmlns:a16="http://schemas.microsoft.com/office/drawing/2014/main" id="{C59729AC-6B2C-4107-9AD7-C26D4787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134">
            <a:extLst xmlns:a="http://schemas.openxmlformats.org/drawingml/2006/main">
              <a:ext uri="{FF2B5EF4-FFF2-40B4-BE49-F238E27FC236}">
                <a16:creationId xmlns:a16="http://schemas.microsoft.com/office/drawing/2014/main" id="{DDD21B9B-7F0B-41D1-819C-D67AEF2A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135">
            <a:extLst xmlns:a="http://schemas.openxmlformats.org/drawingml/2006/main">
              <a:ext uri="{FF2B5EF4-FFF2-40B4-BE49-F238E27FC236}">
                <a16:creationId xmlns:a16="http://schemas.microsoft.com/office/drawing/2014/main" id="{210047AC-7AEF-4F8F-99AD-430EF265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136">
            <a:extLst xmlns:a="http://schemas.openxmlformats.org/drawingml/2006/main">
              <a:ext uri="{FF2B5EF4-FFF2-40B4-BE49-F238E27FC236}">
                <a16:creationId xmlns:a16="http://schemas.microsoft.com/office/drawing/2014/main" id="{13D2EBDA-EDE6-47EA-B5EC-F592945F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FF806D"/>
            </a:solidFill>
            <a:prstDash val="solid"/>
          </a:ln>
        </p:spPr>
      </p:sp>
      <p:sp>
        <p:nvSpPr>
          <p:cNvPr id="47" name="text-1137">
            <a:extLst xmlns:a="http://schemas.openxmlformats.org/drawingml/2006/main">
              <a:ext uri="{FF2B5EF4-FFF2-40B4-BE49-F238E27FC236}">
                <a16:creationId xmlns:a16="http://schemas.microsoft.com/office/drawing/2014/main" id="{EF683944-D496-4BA9-BA97-D2843C8A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138">
            <a:extLst xmlns:a="http://schemas.openxmlformats.org/drawingml/2006/main">
              <a:ext uri="{FF2B5EF4-FFF2-40B4-BE49-F238E27FC236}">
                <a16:creationId xmlns:a16="http://schemas.microsoft.com/office/drawing/2014/main" id="{727C18CB-B4B7-4CA5-A0CA-F27AC249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139">
            <a:extLst xmlns:a="http://schemas.openxmlformats.org/drawingml/2006/main">
              <a:ext uri="{FF2B5EF4-FFF2-40B4-BE49-F238E27FC236}">
                <a16:creationId xmlns:a16="http://schemas.microsoft.com/office/drawing/2014/main" id="{4EF2C83F-AF6A-4CC8-94E9-54EDD34F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140">
            <a:extLst xmlns:a="http://schemas.openxmlformats.org/drawingml/2006/main">
              <a:ext uri="{FF2B5EF4-FFF2-40B4-BE49-F238E27FC236}">
                <a16:creationId xmlns:a16="http://schemas.microsoft.com/office/drawing/2014/main" id="{3C114243-309C-4575-86F5-1307DFE3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AFC1D2"/>
            </a:solidFill>
            <a:prstDash val="solid"/>
          </a:ln>
        </p:spPr>
      </p:sp>
      <p:sp>
        <p:nvSpPr>
          <p:cNvPr id="51" name="text-1141">
            <a:extLst xmlns:a="http://schemas.openxmlformats.org/drawingml/2006/main">
              <a:ext uri="{FF2B5EF4-FFF2-40B4-BE49-F238E27FC236}">
                <a16:creationId xmlns:a16="http://schemas.microsoft.com/office/drawing/2014/main" id="{258D2984-6165-438B-98E2-3BFCA2BC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142">
            <a:extLst xmlns:a="http://schemas.openxmlformats.org/drawingml/2006/main">
              <a:ext uri="{FF2B5EF4-FFF2-40B4-BE49-F238E27FC236}">
                <a16:creationId xmlns:a16="http://schemas.microsoft.com/office/drawing/2014/main" id="{BAEB34B1-3331-4970-BACC-FAFE2069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1716">
            <a:extLst xmlns:a="http://schemas.openxmlformats.org/drawingml/2006/main">
              <a:ext uri="{FF2B5EF4-FFF2-40B4-BE49-F238E27FC236}">
                <a16:creationId xmlns:a16="http://schemas.microsoft.com/office/drawing/2014/main" id="{6F3F6B85-9AAE-4377-9CAF-0393F78D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c4fd6db829f4e6c"/>
              </a:rPr>
              <a:t>開啟 Antigravity ↗</a:t>
            </a:r>
          </a:p>
        </p:txBody>
      </p:sp>
      <p:sp>
        <p:nvSpPr>
          <p:cNvPr id="54" name="shape-1754">
            <a:extLst xmlns:a="http://schemas.openxmlformats.org/drawingml/2006/main">
              <a:ext uri="{FF2B5EF4-FFF2-40B4-BE49-F238E27FC236}">
                <a16:creationId xmlns:a16="http://schemas.microsoft.com/office/drawing/2014/main" id="{3ED88924-E94F-4070-8E47-94CEA876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7efba934354c5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1755">
            <a:extLst xmlns:a="http://schemas.openxmlformats.org/drawingml/2006/main">
              <a:ext uri="{FF2B5EF4-FFF2-40B4-BE49-F238E27FC236}">
                <a16:creationId xmlns:a16="http://schemas.microsoft.com/office/drawing/2014/main" id="{C674C6D6-BC5E-4D0B-8C7A-041807E4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50441489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143">
            <a:extLst xmlns:a="http://schemas.openxmlformats.org/drawingml/2006/main">
              <a:ext uri="{FF2B5EF4-FFF2-40B4-BE49-F238E27FC236}">
                <a16:creationId xmlns:a16="http://schemas.microsoft.com/office/drawing/2014/main" id="{8CD32062-9502-444F-A2B2-5CE9B350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D657CE-2DBD-4DB7-BC90-04DE6654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1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45">
            <a:extLst xmlns:a="http://schemas.openxmlformats.org/drawingml/2006/main">
              <a:ext uri="{FF2B5EF4-FFF2-40B4-BE49-F238E27FC236}">
                <a16:creationId xmlns:a16="http://schemas.microsoft.com/office/drawing/2014/main" id="{8A16180A-6A0A-46E0-9839-AEFEDEF0A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AA1ABD-3002-4E4A-AF17-2F34EDC4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146">
            <a:extLst xmlns:a="http://schemas.openxmlformats.org/drawingml/2006/main">
              <a:ext uri="{FF2B5EF4-FFF2-40B4-BE49-F238E27FC236}">
                <a16:creationId xmlns:a16="http://schemas.microsoft.com/office/drawing/2014/main" id="{D16B043A-401F-4F04-B07E-8FB605FB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47">
            <a:extLst xmlns:a="http://schemas.openxmlformats.org/drawingml/2006/main">
              <a:ext uri="{FF2B5EF4-FFF2-40B4-BE49-F238E27FC236}">
                <a16:creationId xmlns:a16="http://schemas.microsoft.com/office/drawing/2014/main" id="{1C654554-FDAF-4142-AAA4-3ADEC987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48">
            <a:extLst xmlns:a="http://schemas.openxmlformats.org/drawingml/2006/main">
              <a:ext uri="{FF2B5EF4-FFF2-40B4-BE49-F238E27FC236}">
                <a16:creationId xmlns:a16="http://schemas.microsoft.com/office/drawing/2014/main" id="{2D8B9F7A-7A65-4FAF-984D-A56A258A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149">
            <a:extLst xmlns:a="http://schemas.openxmlformats.org/drawingml/2006/main">
              <a:ext uri="{FF2B5EF4-FFF2-40B4-BE49-F238E27FC236}">
                <a16:creationId xmlns:a16="http://schemas.microsoft.com/office/drawing/2014/main" id="{5EBD2FB3-FFE0-46B7-8A77-A36B61D5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150">
            <a:extLst xmlns:a="http://schemas.openxmlformats.org/drawingml/2006/main">
              <a:ext uri="{FF2B5EF4-FFF2-40B4-BE49-F238E27FC236}">
                <a16:creationId xmlns:a16="http://schemas.microsoft.com/office/drawing/2014/main" id="{DB9DE0C3-93CC-4333-8BB9-1996685F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51">
            <a:extLst xmlns:a="http://schemas.openxmlformats.org/drawingml/2006/main">
              <a:ext uri="{FF2B5EF4-FFF2-40B4-BE49-F238E27FC236}">
                <a16:creationId xmlns:a16="http://schemas.microsoft.com/office/drawing/2014/main" id="{51280C30-4C4C-40AF-96E5-738D2585D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52">
            <a:extLst xmlns:a="http://schemas.openxmlformats.org/drawingml/2006/main">
              <a:ext uri="{FF2B5EF4-FFF2-40B4-BE49-F238E27FC236}">
                <a16:creationId xmlns:a16="http://schemas.microsoft.com/office/drawing/2014/main" id="{581AE34B-52F6-4648-9E88-E49FDD3D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153">
            <a:extLst xmlns:a="http://schemas.openxmlformats.org/drawingml/2006/main">
              <a:ext uri="{FF2B5EF4-FFF2-40B4-BE49-F238E27FC236}">
                <a16:creationId xmlns:a16="http://schemas.microsoft.com/office/drawing/2014/main" id="{BFA2CDBE-FF1F-4D0B-AB93-625C4CBE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154">
            <a:extLst xmlns:a="http://schemas.openxmlformats.org/drawingml/2006/main">
              <a:ext uri="{FF2B5EF4-FFF2-40B4-BE49-F238E27FC236}">
                <a16:creationId xmlns:a16="http://schemas.microsoft.com/office/drawing/2014/main" id="{E2497ADB-9666-40DB-ABD4-DBC0A5C9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55">
            <a:extLst xmlns:a="http://schemas.openxmlformats.org/drawingml/2006/main">
              <a:ext uri="{FF2B5EF4-FFF2-40B4-BE49-F238E27FC236}">
                <a16:creationId xmlns:a16="http://schemas.microsoft.com/office/drawing/2014/main" id="{C18A841B-44A1-4CC7-ABC6-FF93A140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56">
            <a:extLst xmlns:a="http://schemas.openxmlformats.org/drawingml/2006/main">
              <a:ext uri="{FF2B5EF4-FFF2-40B4-BE49-F238E27FC236}">
                <a16:creationId xmlns:a16="http://schemas.microsoft.com/office/drawing/2014/main" id="{90D448ED-BAD0-4F59-AEE2-D91692C2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157">
            <a:extLst xmlns:a="http://schemas.openxmlformats.org/drawingml/2006/main">
              <a:ext uri="{FF2B5EF4-FFF2-40B4-BE49-F238E27FC236}">
                <a16:creationId xmlns:a16="http://schemas.microsoft.com/office/drawing/2014/main" id="{EA4E9F39-7C7D-4A5F-9A44-2DDF0E86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158">
            <a:extLst xmlns:a="http://schemas.openxmlformats.org/drawingml/2006/main">
              <a:ext uri="{FF2B5EF4-FFF2-40B4-BE49-F238E27FC236}">
                <a16:creationId xmlns:a16="http://schemas.microsoft.com/office/drawing/2014/main" id="{A1B24A76-79ED-4DA6-814B-7BC5BF97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59">
            <a:extLst xmlns:a="http://schemas.openxmlformats.org/drawingml/2006/main">
              <a:ext uri="{FF2B5EF4-FFF2-40B4-BE49-F238E27FC236}">
                <a16:creationId xmlns:a16="http://schemas.microsoft.com/office/drawing/2014/main" id="{FB78A54B-93D5-4C57-A634-69E14456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60">
            <a:extLst xmlns:a="http://schemas.openxmlformats.org/drawingml/2006/main">
              <a:ext uri="{FF2B5EF4-FFF2-40B4-BE49-F238E27FC236}">
                <a16:creationId xmlns:a16="http://schemas.microsoft.com/office/drawing/2014/main" id="{EB48ECF5-2BD1-41FE-B128-1B2B2CD3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161">
            <a:extLst xmlns:a="http://schemas.openxmlformats.org/drawingml/2006/main">
              <a:ext uri="{FF2B5EF4-FFF2-40B4-BE49-F238E27FC236}">
                <a16:creationId xmlns:a16="http://schemas.microsoft.com/office/drawing/2014/main" id="{1B8594F0-FD96-4C35-91F6-B161B8DB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717">
            <a:extLst xmlns:a="http://schemas.openxmlformats.org/drawingml/2006/main">
              <a:ext uri="{FF2B5EF4-FFF2-40B4-BE49-F238E27FC236}">
                <a16:creationId xmlns:a16="http://schemas.microsoft.com/office/drawing/2014/main" id="{2CE4F4B3-DCC7-4F3C-97BE-9E49C30C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cb818a5907d49b7"/>
              </a:rPr>
              <a:t>開啟 Antigravity ↗</a:t>
            </a:r>
          </a:p>
        </p:txBody>
      </p:sp>
      <p:sp>
        <p:nvSpPr>
          <p:cNvPr id="23" name="shape-1756">
            <a:extLst xmlns:a="http://schemas.openxmlformats.org/drawingml/2006/main">
              <a:ext uri="{FF2B5EF4-FFF2-40B4-BE49-F238E27FC236}">
                <a16:creationId xmlns:a16="http://schemas.microsoft.com/office/drawing/2014/main" id="{81D89CDC-782F-4B62-AEF6-EFDF6AA1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862c3b459428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757">
            <a:extLst xmlns:a="http://schemas.openxmlformats.org/drawingml/2006/main">
              <a:ext uri="{FF2B5EF4-FFF2-40B4-BE49-F238E27FC236}">
                <a16:creationId xmlns:a16="http://schemas.microsoft.com/office/drawing/2014/main" id="{A7E5903B-7D87-4B80-A0A1-59158ADD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90494120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162">
            <a:extLst xmlns:a="http://schemas.openxmlformats.org/drawingml/2006/main">
              <a:ext uri="{FF2B5EF4-FFF2-40B4-BE49-F238E27FC236}">
                <a16:creationId xmlns:a16="http://schemas.microsoft.com/office/drawing/2014/main" id="{84BFD4D7-B51F-4652-A85F-45033287E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12495D-256E-47DB-AB44-F02C9F16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1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64">
            <a:extLst xmlns:a="http://schemas.openxmlformats.org/drawingml/2006/main">
              <a:ext uri="{FF2B5EF4-FFF2-40B4-BE49-F238E27FC236}">
                <a16:creationId xmlns:a16="http://schemas.microsoft.com/office/drawing/2014/main" id="{98497BE9-A2D0-4F5F-BD94-D0EC10BA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8C395AA-C76A-4FFC-B3BE-6B8A7F83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1165">
            <a:extLst xmlns:a="http://schemas.openxmlformats.org/drawingml/2006/main">
              <a:ext uri="{FF2B5EF4-FFF2-40B4-BE49-F238E27FC236}">
                <a16:creationId xmlns:a16="http://schemas.microsoft.com/office/drawing/2014/main" id="{CBFF1682-BBDB-450B-9A39-8B8E53A5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166">
            <a:extLst xmlns:a="http://schemas.openxmlformats.org/drawingml/2006/main">
              <a:ext uri="{FF2B5EF4-FFF2-40B4-BE49-F238E27FC236}">
                <a16:creationId xmlns:a16="http://schemas.microsoft.com/office/drawing/2014/main" id="{F0C6D3F3-5962-40F8-BF2A-34ADBD3A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167">
            <a:extLst xmlns:a="http://schemas.openxmlformats.org/drawingml/2006/main">
              <a:ext uri="{FF2B5EF4-FFF2-40B4-BE49-F238E27FC236}">
                <a16:creationId xmlns:a16="http://schemas.microsoft.com/office/drawing/2014/main" id="{17115FC7-20ED-434B-AC77-E1CB8B3D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68">
            <a:extLst xmlns:a="http://schemas.openxmlformats.org/drawingml/2006/main">
              <a:ext uri="{FF2B5EF4-FFF2-40B4-BE49-F238E27FC236}">
                <a16:creationId xmlns:a16="http://schemas.microsoft.com/office/drawing/2014/main" id="{2AAB8A9F-2765-4171-B4B8-CFF0EF2F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169">
            <a:extLst xmlns:a="http://schemas.openxmlformats.org/drawingml/2006/main">
              <a:ext uri="{FF2B5EF4-FFF2-40B4-BE49-F238E27FC236}">
                <a16:creationId xmlns:a16="http://schemas.microsoft.com/office/drawing/2014/main" id="{F041DDB2-468D-4AC8-9641-107E87EA1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70">
            <a:extLst xmlns:a="http://schemas.openxmlformats.org/drawingml/2006/main">
              <a:ext uri="{FF2B5EF4-FFF2-40B4-BE49-F238E27FC236}">
                <a16:creationId xmlns:a16="http://schemas.microsoft.com/office/drawing/2014/main" id="{A10C6003-EAB6-4007-937B-9C93B429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171">
            <a:extLst xmlns:a="http://schemas.openxmlformats.org/drawingml/2006/main">
              <a:ext uri="{FF2B5EF4-FFF2-40B4-BE49-F238E27FC236}">
                <a16:creationId xmlns:a16="http://schemas.microsoft.com/office/drawing/2014/main" id="{FD7BDC5A-8E59-4950-99C5-DA732D7B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172">
            <a:extLst xmlns:a="http://schemas.openxmlformats.org/drawingml/2006/main">
              <a:ext uri="{FF2B5EF4-FFF2-40B4-BE49-F238E27FC236}">
                <a16:creationId xmlns:a16="http://schemas.microsoft.com/office/drawing/2014/main" id="{11EBF3B5-4175-48B3-8C02-212FB3D5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173">
            <a:extLst xmlns:a="http://schemas.openxmlformats.org/drawingml/2006/main">
              <a:ext uri="{FF2B5EF4-FFF2-40B4-BE49-F238E27FC236}">
                <a16:creationId xmlns:a16="http://schemas.microsoft.com/office/drawing/2014/main" id="{384368B8-C0FE-4848-8CBD-BFBA0470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174">
            <a:extLst xmlns:a="http://schemas.openxmlformats.org/drawingml/2006/main">
              <a:ext uri="{FF2B5EF4-FFF2-40B4-BE49-F238E27FC236}">
                <a16:creationId xmlns:a16="http://schemas.microsoft.com/office/drawing/2014/main" id="{012E3511-F144-4E8E-A7FB-5EEA8098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175">
            <a:extLst xmlns:a="http://schemas.openxmlformats.org/drawingml/2006/main">
              <a:ext uri="{FF2B5EF4-FFF2-40B4-BE49-F238E27FC236}">
                <a16:creationId xmlns:a16="http://schemas.microsoft.com/office/drawing/2014/main" id="{4A74A639-B14D-4131-AB37-FFE7EE5D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176">
            <a:extLst xmlns:a="http://schemas.openxmlformats.org/drawingml/2006/main">
              <a:ext uri="{FF2B5EF4-FFF2-40B4-BE49-F238E27FC236}">
                <a16:creationId xmlns:a16="http://schemas.microsoft.com/office/drawing/2014/main" id="{BE783960-4479-475A-AD3C-15BB7631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177">
            <a:extLst xmlns:a="http://schemas.openxmlformats.org/drawingml/2006/main">
              <a:ext uri="{FF2B5EF4-FFF2-40B4-BE49-F238E27FC236}">
                <a16:creationId xmlns:a16="http://schemas.microsoft.com/office/drawing/2014/main" id="{548DAC1B-6D28-4D3C-B39C-034F3A33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718">
            <a:extLst xmlns:a="http://schemas.openxmlformats.org/drawingml/2006/main">
              <a:ext uri="{FF2B5EF4-FFF2-40B4-BE49-F238E27FC236}">
                <a16:creationId xmlns:a16="http://schemas.microsoft.com/office/drawing/2014/main" id="{5DFAB318-385C-4E74-A4C2-7F3B99A6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d542f6af8124080"/>
              </a:rPr>
              <a:t>開啟 Antigravity ↗</a:t>
            </a:r>
          </a:p>
        </p:txBody>
      </p:sp>
      <p:sp>
        <p:nvSpPr>
          <p:cNvPr id="20" name="shape-1758">
            <a:extLst xmlns:a="http://schemas.openxmlformats.org/drawingml/2006/main">
              <a:ext uri="{FF2B5EF4-FFF2-40B4-BE49-F238E27FC236}">
                <a16:creationId xmlns:a16="http://schemas.microsoft.com/office/drawing/2014/main" id="{9D5FF91F-A3EB-4484-82F5-ABA581F2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940b812254411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759">
            <a:extLst xmlns:a="http://schemas.openxmlformats.org/drawingml/2006/main">
              <a:ext uri="{FF2B5EF4-FFF2-40B4-BE49-F238E27FC236}">
                <a16:creationId xmlns:a16="http://schemas.microsoft.com/office/drawing/2014/main" id="{71FF99F4-0FAD-4A48-AAB9-9DFE1D6B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7889652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178">
            <a:extLst xmlns:a="http://schemas.openxmlformats.org/drawingml/2006/main">
              <a:ext uri="{FF2B5EF4-FFF2-40B4-BE49-F238E27FC236}">
                <a16:creationId xmlns:a16="http://schemas.microsoft.com/office/drawing/2014/main" id="{4FFC4BB0-0DD1-4059-8E28-301A8997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179">
            <a:extLst xmlns:a="http://schemas.openxmlformats.org/drawingml/2006/main">
              <a:ext uri="{FF2B5EF4-FFF2-40B4-BE49-F238E27FC236}">
                <a16:creationId xmlns:a16="http://schemas.microsoft.com/office/drawing/2014/main" id="{923E7216-A527-4A25-86DC-5A0BEB88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180">
            <a:extLst xmlns:a="http://schemas.openxmlformats.org/drawingml/2006/main">
              <a:ext uri="{FF2B5EF4-FFF2-40B4-BE49-F238E27FC236}">
                <a16:creationId xmlns:a16="http://schemas.microsoft.com/office/drawing/2014/main" id="{075BD0BC-7471-455D-9518-7C69DA6C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ChatGPT Voice 可在桌面版 Work／Codex 中直接口述任務、追問進度與協調 Agent；Codex 也能讀取工作區脈絡、修改檔案、執行檢查並交付可追查成果。</a:t>
            </a:r>
          </a:p>
        </p:txBody>
      </p:sp>
      <p:sp>
        <p:nvSpPr>
          <p:cNvPr id="4" name="shape-1181">
            <a:extLst xmlns:a="http://schemas.openxmlformats.org/drawingml/2006/main">
              <a:ext uri="{FF2B5EF4-FFF2-40B4-BE49-F238E27FC236}">
                <a16:creationId xmlns:a16="http://schemas.microsoft.com/office/drawing/2014/main" id="{2C244331-A7A9-4D5C-8181-74B5AE6F0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82">
            <a:extLst xmlns:a="http://schemas.openxmlformats.org/drawingml/2006/main">
              <a:ext uri="{FF2B5EF4-FFF2-40B4-BE49-F238E27FC236}">
                <a16:creationId xmlns:a16="http://schemas.microsoft.com/office/drawing/2014/main" id="{F1150CBE-F9D5-43B0-B7DA-D2D708E7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183">
            <a:extLst xmlns:a="http://schemas.openxmlformats.org/drawingml/2006/main">
              <a:ext uri="{FF2B5EF4-FFF2-40B4-BE49-F238E27FC236}">
                <a16:creationId xmlns:a16="http://schemas.microsoft.com/office/drawing/2014/main" id="{63E61A94-E6A6-4AEE-9500-9C041C05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1184">
            <a:extLst xmlns:a="http://schemas.openxmlformats.org/drawingml/2006/main">
              <a:ext uri="{FF2B5EF4-FFF2-40B4-BE49-F238E27FC236}">
                <a16:creationId xmlns:a16="http://schemas.microsoft.com/office/drawing/2014/main" id="{DFE48445-CEA1-4EAD-B782-5D1AC225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185">
            <a:extLst xmlns:a="http://schemas.openxmlformats.org/drawingml/2006/main">
              <a:ext uri="{FF2B5EF4-FFF2-40B4-BE49-F238E27FC236}">
                <a16:creationId xmlns:a16="http://schemas.microsoft.com/office/drawing/2014/main" id="{3E907318-A01A-492E-8DF1-2498EDF8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186">
            <a:extLst xmlns:a="http://schemas.openxmlformats.org/drawingml/2006/main">
              <a:ext uri="{FF2B5EF4-FFF2-40B4-BE49-F238E27FC236}">
                <a16:creationId xmlns:a16="http://schemas.microsoft.com/office/drawing/2014/main" id="{47CB4015-C8B3-49A5-984B-42494E1B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1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1188">
            <a:extLst xmlns:a="http://schemas.openxmlformats.org/drawingml/2006/main">
              <a:ext uri="{FF2B5EF4-FFF2-40B4-BE49-F238E27FC236}">
                <a16:creationId xmlns:a16="http://schemas.microsoft.com/office/drawing/2014/main" id="{B03EEB4C-6F43-4F23-BDC6-907211A1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4E05D6-95D1-4293-B20E-64B591DB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13" name="text-1719">
            <a:extLst xmlns:a="http://schemas.openxmlformats.org/drawingml/2006/main">
              <a:ext uri="{FF2B5EF4-FFF2-40B4-BE49-F238E27FC236}">
                <a16:creationId xmlns:a16="http://schemas.microsoft.com/office/drawing/2014/main" id="{1741B436-56F1-44A0-948C-DCCC2C1C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07b9f46e4fd4e01"/>
              </a:rPr>
              <a:t>開啟 Codex ↗</a:t>
            </a:r>
          </a:p>
        </p:txBody>
      </p:sp>
      <p:sp>
        <p:nvSpPr>
          <p:cNvPr id="14" name="shape-1760">
            <a:extLst xmlns:a="http://schemas.openxmlformats.org/drawingml/2006/main">
              <a:ext uri="{FF2B5EF4-FFF2-40B4-BE49-F238E27FC236}">
                <a16:creationId xmlns:a16="http://schemas.microsoft.com/office/drawing/2014/main" id="{FDE7A535-D512-4416-A37F-2FE4B9E7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711ad1ba07477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761">
            <a:extLst xmlns:a="http://schemas.openxmlformats.org/drawingml/2006/main">
              <a:ext uri="{FF2B5EF4-FFF2-40B4-BE49-F238E27FC236}">
                <a16:creationId xmlns:a16="http://schemas.microsoft.com/office/drawing/2014/main" id="{EE246496-16C2-409F-B1C4-641B3675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7806149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189">
            <a:extLst xmlns:a="http://schemas.openxmlformats.org/drawingml/2006/main">
              <a:ext uri="{FF2B5EF4-FFF2-40B4-BE49-F238E27FC236}">
                <a16:creationId xmlns:a16="http://schemas.microsoft.com/office/drawing/2014/main" id="{1890DDD7-7DC0-4675-A3DB-514F8F45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7670894-B760-4201-905F-71CFF5E2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1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91">
            <a:extLst xmlns:a="http://schemas.openxmlformats.org/drawingml/2006/main">
              <a:ext uri="{FF2B5EF4-FFF2-40B4-BE49-F238E27FC236}">
                <a16:creationId xmlns:a16="http://schemas.microsoft.com/office/drawing/2014/main" id="{B1533320-F653-4A65-B932-0DD7001A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C201C97-0B83-4688-A112-1B2AB7E6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192">
            <a:extLst xmlns:a="http://schemas.openxmlformats.org/drawingml/2006/main">
              <a:ext uri="{FF2B5EF4-FFF2-40B4-BE49-F238E27FC236}">
                <a16:creationId xmlns:a16="http://schemas.microsoft.com/office/drawing/2014/main" id="{27E456F7-4713-4404-A059-CC6034BB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193">
            <a:extLst xmlns:a="http://schemas.openxmlformats.org/drawingml/2006/main">
              <a:ext uri="{FF2B5EF4-FFF2-40B4-BE49-F238E27FC236}">
                <a16:creationId xmlns:a16="http://schemas.microsoft.com/office/drawing/2014/main" id="{3D44034E-9861-407E-9891-D5509A94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94">
            <a:extLst xmlns:a="http://schemas.openxmlformats.org/drawingml/2006/main">
              <a:ext uri="{FF2B5EF4-FFF2-40B4-BE49-F238E27FC236}">
                <a16:creationId xmlns:a16="http://schemas.microsoft.com/office/drawing/2014/main" id="{6442CD29-ECBD-42EE-8A27-7C18F77B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95">
            <a:extLst xmlns:a="http://schemas.openxmlformats.org/drawingml/2006/main">
              <a:ext uri="{FF2B5EF4-FFF2-40B4-BE49-F238E27FC236}">
                <a16:creationId xmlns:a16="http://schemas.microsoft.com/office/drawing/2014/main" id="{31E09278-D281-485A-A171-A6D08788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開啟工作區／語音</a:t>
            </a:r>
          </a:p>
        </p:txBody>
      </p:sp>
      <p:sp>
        <p:nvSpPr>
          <p:cNvPr id="10" name="text-1196">
            <a:extLst xmlns:a="http://schemas.openxmlformats.org/drawingml/2006/main">
              <a:ext uri="{FF2B5EF4-FFF2-40B4-BE49-F238E27FC236}">
                <a16:creationId xmlns:a16="http://schemas.microsoft.com/office/drawing/2014/main" id="{18172812-A45C-47FD-8ABA-FF4B32E8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素材、麥克風與權限</a:t>
            </a:r>
          </a:p>
        </p:txBody>
      </p:sp>
      <p:sp>
        <p:nvSpPr>
          <p:cNvPr id="11" name="text-1197">
            <a:extLst xmlns:a="http://schemas.openxmlformats.org/drawingml/2006/main">
              <a:ext uri="{FF2B5EF4-FFF2-40B4-BE49-F238E27FC236}">
                <a16:creationId xmlns:a16="http://schemas.microsoft.com/office/drawing/2014/main" id="{1D6D340F-EB49-4695-98BF-F9FBF508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98">
            <a:extLst xmlns:a="http://schemas.openxmlformats.org/drawingml/2006/main">
              <a:ext uri="{FF2B5EF4-FFF2-40B4-BE49-F238E27FC236}">
                <a16:creationId xmlns:a16="http://schemas.microsoft.com/office/drawing/2014/main" id="{BC57E648-9333-4BC9-AF4F-81E21447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199">
            <a:extLst xmlns:a="http://schemas.openxmlformats.org/drawingml/2006/main">
              <a:ext uri="{FF2B5EF4-FFF2-40B4-BE49-F238E27FC236}">
                <a16:creationId xmlns:a16="http://schemas.microsoft.com/office/drawing/2014/main" id="{A1B8F64D-2365-4E1D-87E0-C6D826E7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00">
            <a:extLst xmlns:a="http://schemas.openxmlformats.org/drawingml/2006/main">
              <a:ext uri="{FF2B5EF4-FFF2-40B4-BE49-F238E27FC236}">
                <a16:creationId xmlns:a16="http://schemas.microsoft.com/office/drawing/2014/main" id="{AFC03F2D-137C-45F2-A5F8-C3B246A0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01">
            <a:extLst xmlns:a="http://schemas.openxmlformats.org/drawingml/2006/main">
              <a:ext uri="{FF2B5EF4-FFF2-40B4-BE49-F238E27FC236}">
                <a16:creationId xmlns:a16="http://schemas.microsoft.com/office/drawing/2014/main" id="{1608E042-28DF-4BD0-BF30-C1A7C8DE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202">
            <a:extLst xmlns:a="http://schemas.openxmlformats.org/drawingml/2006/main">
              <a:ext uri="{FF2B5EF4-FFF2-40B4-BE49-F238E27FC236}">
                <a16:creationId xmlns:a16="http://schemas.microsoft.com/office/drawing/2014/main" id="{40F2BBAB-80FF-470B-9DA5-0C4BF3BF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203">
            <a:extLst xmlns:a="http://schemas.openxmlformats.org/drawingml/2006/main">
              <a:ext uri="{FF2B5EF4-FFF2-40B4-BE49-F238E27FC236}">
                <a16:creationId xmlns:a16="http://schemas.microsoft.com/office/drawing/2014/main" id="{D58822F8-F9C6-450D-979F-84A0146E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04">
            <a:extLst xmlns:a="http://schemas.openxmlformats.org/drawingml/2006/main">
              <a:ext uri="{FF2B5EF4-FFF2-40B4-BE49-F238E27FC236}">
                <a16:creationId xmlns:a16="http://schemas.microsoft.com/office/drawing/2014/main" id="{F526CCD2-C223-4388-BB58-00CE64AE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205">
            <a:extLst xmlns:a="http://schemas.openxmlformats.org/drawingml/2006/main">
              <a:ext uri="{FF2B5EF4-FFF2-40B4-BE49-F238E27FC236}">
                <a16:creationId xmlns:a16="http://schemas.microsoft.com/office/drawing/2014/main" id="{3242F160-8BA0-4CE8-9E41-282A1EDA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06">
            <a:extLst xmlns:a="http://schemas.openxmlformats.org/drawingml/2006/main">
              <a:ext uri="{FF2B5EF4-FFF2-40B4-BE49-F238E27FC236}">
                <a16:creationId xmlns:a16="http://schemas.microsoft.com/office/drawing/2014/main" id="{0F706DB6-F12B-403D-95CA-1CD6B8D0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207">
            <a:extLst xmlns:a="http://schemas.openxmlformats.org/drawingml/2006/main">
              <a:ext uri="{FF2B5EF4-FFF2-40B4-BE49-F238E27FC236}">
                <a16:creationId xmlns:a16="http://schemas.microsoft.com/office/drawing/2014/main" id="{8924F074-0E06-4A6A-AD35-D1DA62F5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208">
            <a:extLst xmlns:a="http://schemas.openxmlformats.org/drawingml/2006/main">
              <a:ext uri="{FF2B5EF4-FFF2-40B4-BE49-F238E27FC236}">
                <a16:creationId xmlns:a16="http://schemas.microsoft.com/office/drawing/2014/main" id="{382EBF80-79BC-4770-8952-AE334057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209">
            <a:extLst xmlns:a="http://schemas.openxmlformats.org/drawingml/2006/main">
              <a:ext uri="{FF2B5EF4-FFF2-40B4-BE49-F238E27FC236}">
                <a16:creationId xmlns:a16="http://schemas.microsoft.com/office/drawing/2014/main" id="{6C171B7C-54C8-495E-8002-E95FB539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210">
            <a:extLst xmlns:a="http://schemas.openxmlformats.org/drawingml/2006/main">
              <a:ext uri="{FF2B5EF4-FFF2-40B4-BE49-F238E27FC236}">
                <a16:creationId xmlns:a16="http://schemas.microsoft.com/office/drawing/2014/main" id="{7575E9AF-05CB-459E-9359-8ECF4257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211">
            <a:extLst xmlns:a="http://schemas.openxmlformats.org/drawingml/2006/main">
              <a:ext uri="{FF2B5EF4-FFF2-40B4-BE49-F238E27FC236}">
                <a16:creationId xmlns:a16="http://schemas.microsoft.com/office/drawing/2014/main" id="{2CF3DC30-7990-44BC-8C6B-55E42E7D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212">
            <a:extLst xmlns:a="http://schemas.openxmlformats.org/drawingml/2006/main">
              <a:ext uri="{FF2B5EF4-FFF2-40B4-BE49-F238E27FC236}">
                <a16:creationId xmlns:a16="http://schemas.microsoft.com/office/drawing/2014/main" id="{5CE6B71E-2A9C-4D1D-A247-A5835590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213">
            <a:extLst xmlns:a="http://schemas.openxmlformats.org/drawingml/2006/main">
              <a:ext uri="{FF2B5EF4-FFF2-40B4-BE49-F238E27FC236}">
                <a16:creationId xmlns:a16="http://schemas.microsoft.com/office/drawing/2014/main" id="{0BBF0C5B-9D40-4717-A128-A6111AFC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214">
            <a:extLst xmlns:a="http://schemas.openxmlformats.org/drawingml/2006/main">
              <a:ext uri="{FF2B5EF4-FFF2-40B4-BE49-F238E27FC236}">
                <a16:creationId xmlns:a16="http://schemas.microsoft.com/office/drawing/2014/main" id="{C4E9E9F1-7470-4AA0-AFE6-BC7E6C6A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215">
            <a:extLst xmlns:a="http://schemas.openxmlformats.org/drawingml/2006/main">
              <a:ext uri="{FF2B5EF4-FFF2-40B4-BE49-F238E27FC236}">
                <a16:creationId xmlns:a16="http://schemas.microsoft.com/office/drawing/2014/main" id="{9283D838-C226-4E1D-9B07-B262560F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216">
            <a:extLst xmlns:a="http://schemas.openxmlformats.org/drawingml/2006/main">
              <a:ext uri="{FF2B5EF4-FFF2-40B4-BE49-F238E27FC236}">
                <a16:creationId xmlns:a16="http://schemas.microsoft.com/office/drawing/2014/main" id="{79A8CD92-14BF-4E4B-9DAC-5B09F85D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217">
            <a:extLst xmlns:a="http://schemas.openxmlformats.org/drawingml/2006/main">
              <a:ext uri="{FF2B5EF4-FFF2-40B4-BE49-F238E27FC236}">
                <a16:creationId xmlns:a16="http://schemas.microsoft.com/office/drawing/2014/main" id="{8B8DF90D-F81D-4227-985C-DAFE9CBF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218">
            <a:extLst xmlns:a="http://schemas.openxmlformats.org/drawingml/2006/main">
              <a:ext uri="{FF2B5EF4-FFF2-40B4-BE49-F238E27FC236}">
                <a16:creationId xmlns:a16="http://schemas.microsoft.com/office/drawing/2014/main" id="{CC4272B6-B28E-454B-8252-0E75944B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219">
            <a:extLst xmlns:a="http://schemas.openxmlformats.org/drawingml/2006/main">
              <a:ext uri="{FF2B5EF4-FFF2-40B4-BE49-F238E27FC236}">
                <a16:creationId xmlns:a16="http://schemas.microsoft.com/office/drawing/2014/main" id="{ED318C82-DBB8-4AC2-9F94-7691AB3B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220">
            <a:extLst xmlns:a="http://schemas.openxmlformats.org/drawingml/2006/main">
              <a:ext uri="{FF2B5EF4-FFF2-40B4-BE49-F238E27FC236}">
                <a16:creationId xmlns:a16="http://schemas.microsoft.com/office/drawing/2014/main" id="{C9E10C9E-B9ED-4CD7-8876-3AF56BF3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221">
            <a:extLst xmlns:a="http://schemas.openxmlformats.org/drawingml/2006/main">
              <a:ext uri="{FF2B5EF4-FFF2-40B4-BE49-F238E27FC236}">
                <a16:creationId xmlns:a16="http://schemas.microsoft.com/office/drawing/2014/main" id="{35B7A789-613F-409A-94E2-37F33EDB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1720">
            <a:extLst xmlns:a="http://schemas.openxmlformats.org/drawingml/2006/main">
              <a:ext uri="{FF2B5EF4-FFF2-40B4-BE49-F238E27FC236}">
                <a16:creationId xmlns:a16="http://schemas.microsoft.com/office/drawing/2014/main" id="{4B5ACC4B-7224-4068-870D-2D1A2CED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518bf68468488c"/>
              </a:rPr>
              <a:t>開啟 Codex ↗</a:t>
            </a:r>
          </a:p>
        </p:txBody>
      </p:sp>
      <p:sp>
        <p:nvSpPr>
          <p:cNvPr id="37" name="shape-1762">
            <a:extLst xmlns:a="http://schemas.openxmlformats.org/drawingml/2006/main">
              <a:ext uri="{FF2B5EF4-FFF2-40B4-BE49-F238E27FC236}">
                <a16:creationId xmlns:a16="http://schemas.microsoft.com/office/drawing/2014/main" id="{803887EB-005C-4AF8-A222-618F8D37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27499724b4cc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1763">
            <a:extLst xmlns:a="http://schemas.openxmlformats.org/drawingml/2006/main">
              <a:ext uri="{FF2B5EF4-FFF2-40B4-BE49-F238E27FC236}">
                <a16:creationId xmlns:a16="http://schemas.microsoft.com/office/drawing/2014/main" id="{6387DFA0-4B86-45A6-A5D4-D0FA8AEF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0261518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222">
            <a:extLst xmlns:a="http://schemas.openxmlformats.org/drawingml/2006/main">
              <a:ext uri="{FF2B5EF4-FFF2-40B4-BE49-F238E27FC236}">
                <a16:creationId xmlns:a16="http://schemas.microsoft.com/office/drawing/2014/main" id="{1BEED8AF-A692-41C6-801C-68A3472D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7C8F94-0026-4C9D-BBBC-469D0F75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2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24">
            <a:extLst xmlns:a="http://schemas.openxmlformats.org/drawingml/2006/main">
              <a:ext uri="{FF2B5EF4-FFF2-40B4-BE49-F238E27FC236}">
                <a16:creationId xmlns:a16="http://schemas.microsoft.com/office/drawing/2014/main" id="{134E6CF4-8E84-4C68-B4F8-DA9E2E1A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728A890-21E3-4CD1-B9B0-0981F31A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1225">
            <a:extLst xmlns:a="http://schemas.openxmlformats.org/drawingml/2006/main">
              <a:ext uri="{FF2B5EF4-FFF2-40B4-BE49-F238E27FC236}">
                <a16:creationId xmlns:a16="http://schemas.microsoft.com/office/drawing/2014/main" id="{45BABFC9-BA48-47C5-A2E4-0006CA65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226">
            <a:extLst xmlns:a="http://schemas.openxmlformats.org/drawingml/2006/main">
              <a:ext uri="{FF2B5EF4-FFF2-40B4-BE49-F238E27FC236}">
                <a16:creationId xmlns:a16="http://schemas.microsoft.com/office/drawing/2014/main" id="{9A1C9D20-CCF7-480C-9682-83313706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227">
            <a:extLst xmlns:a="http://schemas.openxmlformats.org/drawingml/2006/main">
              <a:ext uri="{FF2B5EF4-FFF2-40B4-BE49-F238E27FC236}">
                <a16:creationId xmlns:a16="http://schemas.microsoft.com/office/drawing/2014/main" id="{A7FD84E0-7C94-437D-B08E-2512F719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228">
            <a:extLst xmlns:a="http://schemas.openxmlformats.org/drawingml/2006/main">
              <a:ext uri="{FF2B5EF4-FFF2-40B4-BE49-F238E27FC236}">
                <a16:creationId xmlns:a16="http://schemas.microsoft.com/office/drawing/2014/main" id="{8E61BF70-2916-4A76-9496-0CB1D06EB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229">
            <a:extLst xmlns:a="http://schemas.openxmlformats.org/drawingml/2006/main">
              <a:ext uri="{FF2B5EF4-FFF2-40B4-BE49-F238E27FC236}">
                <a16:creationId xmlns:a16="http://schemas.microsoft.com/office/drawing/2014/main" id="{C49DDB2A-EE67-4AA7-8C19-BEEB0B36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230">
            <a:extLst xmlns:a="http://schemas.openxmlformats.org/drawingml/2006/main">
              <a:ext uri="{FF2B5EF4-FFF2-40B4-BE49-F238E27FC236}">
                <a16:creationId xmlns:a16="http://schemas.microsoft.com/office/drawing/2014/main" id="{20218AC9-1340-4D3B-A33E-989A13A1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231">
            <a:extLst xmlns:a="http://schemas.openxmlformats.org/drawingml/2006/main">
              <a:ext uri="{FF2B5EF4-FFF2-40B4-BE49-F238E27FC236}">
                <a16:creationId xmlns:a16="http://schemas.microsoft.com/office/drawing/2014/main" id="{920B103A-F0A4-433B-AF1D-DEAE798F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721">
            <a:extLst xmlns:a="http://schemas.openxmlformats.org/drawingml/2006/main">
              <a:ext uri="{FF2B5EF4-FFF2-40B4-BE49-F238E27FC236}">
                <a16:creationId xmlns:a16="http://schemas.microsoft.com/office/drawing/2014/main" id="{BDB8611E-0688-42E9-8069-4652F246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d5ff8c764d24c1d"/>
              </a:rPr>
              <a:t>開啟 Codex ↗</a:t>
            </a:r>
          </a:p>
        </p:txBody>
      </p:sp>
      <p:sp>
        <p:nvSpPr>
          <p:cNvPr id="14" name="shape-1764">
            <a:extLst xmlns:a="http://schemas.openxmlformats.org/drawingml/2006/main">
              <a:ext uri="{FF2B5EF4-FFF2-40B4-BE49-F238E27FC236}">
                <a16:creationId xmlns:a16="http://schemas.microsoft.com/office/drawing/2014/main" id="{C907F298-2879-4153-A494-15538CB2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e84e58727746e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765">
            <a:extLst xmlns:a="http://schemas.openxmlformats.org/drawingml/2006/main">
              <a:ext uri="{FF2B5EF4-FFF2-40B4-BE49-F238E27FC236}">
                <a16:creationId xmlns:a16="http://schemas.microsoft.com/office/drawing/2014/main" id="{44A0D5F5-65CA-40BB-9E0D-8E5ACDCD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252884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232">
            <a:extLst xmlns:a="http://schemas.openxmlformats.org/drawingml/2006/main">
              <a:ext uri="{FF2B5EF4-FFF2-40B4-BE49-F238E27FC236}">
                <a16:creationId xmlns:a16="http://schemas.microsoft.com/office/drawing/2014/main" id="{CC28A4E8-4F4B-4070-906E-A3EF2568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86DFE6-8AB0-440F-B262-CCDD0E8F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2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34">
            <a:extLst xmlns:a="http://schemas.openxmlformats.org/drawingml/2006/main">
              <a:ext uri="{FF2B5EF4-FFF2-40B4-BE49-F238E27FC236}">
                <a16:creationId xmlns:a16="http://schemas.microsoft.com/office/drawing/2014/main" id="{6C5C5E15-5DC6-4015-B72D-6117CD9F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937301-A45C-46AD-9831-34460121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235">
            <a:extLst xmlns:a="http://schemas.openxmlformats.org/drawingml/2006/main">
              <a:ext uri="{FF2B5EF4-FFF2-40B4-BE49-F238E27FC236}">
                <a16:creationId xmlns:a16="http://schemas.microsoft.com/office/drawing/2014/main" id="{CF64CCBF-4207-4884-A11F-A04F8256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36">
            <a:extLst xmlns:a="http://schemas.openxmlformats.org/drawingml/2006/main">
              <a:ext uri="{FF2B5EF4-FFF2-40B4-BE49-F238E27FC236}">
                <a16:creationId xmlns:a16="http://schemas.microsoft.com/office/drawing/2014/main" id="{95DCCFFF-1BBE-4D8F-8639-488D702F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237">
            <a:extLst xmlns:a="http://schemas.openxmlformats.org/drawingml/2006/main">
              <a:ext uri="{FF2B5EF4-FFF2-40B4-BE49-F238E27FC236}">
                <a16:creationId xmlns:a16="http://schemas.microsoft.com/office/drawing/2014/main" id="{BCF729FD-E182-4D18-82E3-528BED3D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238">
            <a:extLst xmlns:a="http://schemas.openxmlformats.org/drawingml/2006/main">
              <a:ext uri="{FF2B5EF4-FFF2-40B4-BE49-F238E27FC236}">
                <a16:creationId xmlns:a16="http://schemas.microsoft.com/office/drawing/2014/main" id="{62D498DE-6F1A-4F8B-8216-E57728D7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教學／研究痛點與使用者價值</a:t>
            </a:r>
          </a:p>
        </p:txBody>
      </p:sp>
      <p:sp>
        <p:nvSpPr>
          <p:cNvPr id="10" name="shape-1239">
            <a:extLst xmlns:a="http://schemas.openxmlformats.org/drawingml/2006/main">
              <a:ext uri="{FF2B5EF4-FFF2-40B4-BE49-F238E27FC236}">
                <a16:creationId xmlns:a16="http://schemas.microsoft.com/office/drawing/2014/main" id="{4F09EC9F-344C-4A29-86A6-2DF09A53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40">
            <a:extLst xmlns:a="http://schemas.openxmlformats.org/drawingml/2006/main">
              <a:ext uri="{FF2B5EF4-FFF2-40B4-BE49-F238E27FC236}">
                <a16:creationId xmlns:a16="http://schemas.microsoft.com/office/drawing/2014/main" id="{340A31EB-D873-4D7D-9FED-8386B8D2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241">
            <a:extLst xmlns:a="http://schemas.openxmlformats.org/drawingml/2006/main">
              <a:ext uri="{FF2B5EF4-FFF2-40B4-BE49-F238E27FC236}">
                <a16:creationId xmlns:a16="http://schemas.microsoft.com/office/drawing/2014/main" id="{A8B98D58-64CA-439A-B630-6B6D0E608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242">
            <a:extLst xmlns:a="http://schemas.openxmlformats.org/drawingml/2006/main">
              <a:ext uri="{FF2B5EF4-FFF2-40B4-BE49-F238E27FC236}">
                <a16:creationId xmlns:a16="http://schemas.microsoft.com/office/drawing/2014/main" id="{E0C9BA74-1C5E-4522-912C-AD2E6BEE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243">
            <a:extLst xmlns:a="http://schemas.openxmlformats.org/drawingml/2006/main">
              <a:ext uri="{FF2B5EF4-FFF2-40B4-BE49-F238E27FC236}">
                <a16:creationId xmlns:a16="http://schemas.microsoft.com/office/drawing/2014/main" id="{9D9227F8-65B0-4A68-9FD7-FE48C810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44">
            <a:extLst xmlns:a="http://schemas.openxmlformats.org/drawingml/2006/main">
              <a:ext uri="{FF2B5EF4-FFF2-40B4-BE49-F238E27FC236}">
                <a16:creationId xmlns:a16="http://schemas.microsoft.com/office/drawing/2014/main" id="{7BCE1FF2-DFB8-4C50-9F74-650336B5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245">
            <a:extLst xmlns:a="http://schemas.openxmlformats.org/drawingml/2006/main">
              <a:ext uri="{FF2B5EF4-FFF2-40B4-BE49-F238E27FC236}">
                <a16:creationId xmlns:a16="http://schemas.microsoft.com/office/drawing/2014/main" id="{EEC31A21-C9A3-41C2-91E8-75FB221B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246">
            <a:extLst xmlns:a="http://schemas.openxmlformats.org/drawingml/2006/main">
              <a:ext uri="{FF2B5EF4-FFF2-40B4-BE49-F238E27FC236}">
                <a16:creationId xmlns:a16="http://schemas.microsoft.com/office/drawing/2014/main" id="{351C3668-BE89-4328-ABAF-B5637C9D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247">
            <a:extLst xmlns:a="http://schemas.openxmlformats.org/drawingml/2006/main">
              <a:ext uri="{FF2B5EF4-FFF2-40B4-BE49-F238E27FC236}">
                <a16:creationId xmlns:a16="http://schemas.microsoft.com/office/drawing/2014/main" id="{D11CDAC3-36B4-41FA-B40E-8CA467E0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48">
            <a:extLst xmlns:a="http://schemas.openxmlformats.org/drawingml/2006/main">
              <a:ext uri="{FF2B5EF4-FFF2-40B4-BE49-F238E27FC236}">
                <a16:creationId xmlns:a16="http://schemas.microsoft.com/office/drawing/2014/main" id="{256C2082-3153-4200-B3F0-376E3502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249">
            <a:extLst xmlns:a="http://schemas.openxmlformats.org/drawingml/2006/main">
              <a:ext uri="{FF2B5EF4-FFF2-40B4-BE49-F238E27FC236}">
                <a16:creationId xmlns:a16="http://schemas.microsoft.com/office/drawing/2014/main" id="{32E46CC8-89FB-47B4-8D63-36875061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250">
            <a:extLst xmlns:a="http://schemas.openxmlformats.org/drawingml/2006/main">
              <a:ext uri="{FF2B5EF4-FFF2-40B4-BE49-F238E27FC236}">
                <a16:creationId xmlns:a16="http://schemas.microsoft.com/office/drawing/2014/main" id="{F9B4E0EF-0A99-4D98-8CEE-0A8D2B72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251">
            <a:extLst xmlns:a="http://schemas.openxmlformats.org/drawingml/2006/main">
              <a:ext uri="{FF2B5EF4-FFF2-40B4-BE49-F238E27FC236}">
                <a16:creationId xmlns:a16="http://schemas.microsoft.com/office/drawing/2014/main" id="{BAB9B75C-8FA7-4119-AE1A-A111F816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252">
            <a:extLst xmlns:a="http://schemas.openxmlformats.org/drawingml/2006/main">
              <a:ext uri="{FF2B5EF4-FFF2-40B4-BE49-F238E27FC236}">
                <a16:creationId xmlns:a16="http://schemas.microsoft.com/office/drawing/2014/main" id="{BF23BBAF-A63A-42A7-970A-96A6629C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253">
            <a:extLst xmlns:a="http://schemas.openxmlformats.org/drawingml/2006/main">
              <a:ext uri="{FF2B5EF4-FFF2-40B4-BE49-F238E27FC236}">
                <a16:creationId xmlns:a16="http://schemas.microsoft.com/office/drawing/2014/main" id="{54960B5C-8E63-42A5-8CD5-B64A20DD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254">
            <a:extLst xmlns:a="http://schemas.openxmlformats.org/drawingml/2006/main">
              <a:ext uri="{FF2B5EF4-FFF2-40B4-BE49-F238E27FC236}">
                <a16:creationId xmlns:a16="http://schemas.microsoft.com/office/drawing/2014/main" id="{D4F92F4D-5531-4E39-802A-FC310B94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255">
            <a:extLst xmlns:a="http://schemas.openxmlformats.org/drawingml/2006/main">
              <a:ext uri="{FF2B5EF4-FFF2-40B4-BE49-F238E27FC236}">
                <a16:creationId xmlns:a16="http://schemas.microsoft.com/office/drawing/2014/main" id="{E08E3FA6-1822-4662-A106-1B301CF6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256">
            <a:extLst xmlns:a="http://schemas.openxmlformats.org/drawingml/2006/main">
              <a:ext uri="{FF2B5EF4-FFF2-40B4-BE49-F238E27FC236}">
                <a16:creationId xmlns:a16="http://schemas.microsoft.com/office/drawing/2014/main" id="{BB3C2150-7D59-4155-BD15-274042F3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257">
            <a:extLst xmlns:a="http://schemas.openxmlformats.org/drawingml/2006/main">
              <a:ext uri="{FF2B5EF4-FFF2-40B4-BE49-F238E27FC236}">
                <a16:creationId xmlns:a16="http://schemas.microsoft.com/office/drawing/2014/main" id="{19C4EF35-A475-438D-A2C3-1ECB1C5E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258">
            <a:extLst xmlns:a="http://schemas.openxmlformats.org/drawingml/2006/main">
              <a:ext uri="{FF2B5EF4-FFF2-40B4-BE49-F238E27FC236}">
                <a16:creationId xmlns:a16="http://schemas.microsoft.com/office/drawing/2014/main" id="{EFEF643D-278F-484D-901C-387A4A56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722">
            <a:extLst xmlns:a="http://schemas.openxmlformats.org/drawingml/2006/main">
              <a:ext uri="{FF2B5EF4-FFF2-40B4-BE49-F238E27FC236}">
                <a16:creationId xmlns:a16="http://schemas.microsoft.com/office/drawing/2014/main" id="{DC8986A3-7750-4E76-8E42-AF8CFFA2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765a915c1e24e9f"/>
              </a:rPr>
              <a:t>開啟 Codex ↗</a:t>
            </a:r>
          </a:p>
        </p:txBody>
      </p:sp>
      <p:sp>
        <p:nvSpPr>
          <p:cNvPr id="31" name="shape-1766">
            <a:extLst xmlns:a="http://schemas.openxmlformats.org/drawingml/2006/main">
              <a:ext uri="{FF2B5EF4-FFF2-40B4-BE49-F238E27FC236}">
                <a16:creationId xmlns:a16="http://schemas.microsoft.com/office/drawing/2014/main" id="{F5202CF6-C748-4326-B13F-4FF7274F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4d5aec94ae4b4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767">
            <a:extLst xmlns:a="http://schemas.openxmlformats.org/drawingml/2006/main">
              <a:ext uri="{FF2B5EF4-FFF2-40B4-BE49-F238E27FC236}">
                <a16:creationId xmlns:a16="http://schemas.microsoft.com/office/drawing/2014/main" id="{6411CD20-D475-4061-B9A7-0EAF3F42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6990797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259">
            <a:extLst xmlns:a="http://schemas.openxmlformats.org/drawingml/2006/main">
              <a:ext uri="{FF2B5EF4-FFF2-40B4-BE49-F238E27FC236}">
                <a16:creationId xmlns:a16="http://schemas.microsoft.com/office/drawing/2014/main" id="{BFEAE4D3-861B-49FE-BDF1-DE27BE7F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57F67C-6AC4-44F5-A84C-76B564E8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2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61">
            <a:extLst xmlns:a="http://schemas.openxmlformats.org/drawingml/2006/main">
              <a:ext uri="{FF2B5EF4-FFF2-40B4-BE49-F238E27FC236}">
                <a16:creationId xmlns:a16="http://schemas.microsoft.com/office/drawing/2014/main" id="{0A12CB66-2BBA-4680-82C7-AF8393B7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E50053D-FFC4-4E92-80EB-1532CF3D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text-1262">
            <a:extLst xmlns:a="http://schemas.openxmlformats.org/drawingml/2006/main">
              <a:ext uri="{FF2B5EF4-FFF2-40B4-BE49-F238E27FC236}">
                <a16:creationId xmlns:a16="http://schemas.microsoft.com/office/drawing/2014/main" id="{B2D22C28-B949-49DA-999B-5EEDA83A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263">
            <a:extLst xmlns:a="http://schemas.openxmlformats.org/drawingml/2006/main">
              <a:ext uri="{FF2B5EF4-FFF2-40B4-BE49-F238E27FC236}">
                <a16:creationId xmlns:a16="http://schemas.microsoft.com/office/drawing/2014/main" id="{E33A4CC6-C153-4CA3-AF9E-4CAEF7E0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264">
            <a:extLst xmlns:a="http://schemas.openxmlformats.org/drawingml/2006/main">
              <a:ext uri="{FF2B5EF4-FFF2-40B4-BE49-F238E27FC236}">
                <a16:creationId xmlns:a16="http://schemas.microsoft.com/office/drawing/2014/main" id="{6C589C91-9550-42F2-BFBA-6165AB0C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65">
            <a:extLst xmlns:a="http://schemas.openxmlformats.org/drawingml/2006/main">
              <a:ext uri="{FF2B5EF4-FFF2-40B4-BE49-F238E27FC236}">
                <a16:creationId xmlns:a16="http://schemas.microsoft.com/office/drawing/2014/main" id="{DC8D56DA-4EE7-4514-B8CA-5C26992B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266">
            <a:extLst xmlns:a="http://schemas.openxmlformats.org/drawingml/2006/main">
              <a:ext uri="{FF2B5EF4-FFF2-40B4-BE49-F238E27FC236}">
                <a16:creationId xmlns:a16="http://schemas.microsoft.com/office/drawing/2014/main" id="{E91AEE5B-A452-4D2D-8000-1C6FC0A6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267">
            <a:extLst xmlns:a="http://schemas.openxmlformats.org/drawingml/2006/main">
              <a:ext uri="{FF2B5EF4-FFF2-40B4-BE49-F238E27FC236}">
                <a16:creationId xmlns:a16="http://schemas.microsoft.com/office/drawing/2014/main" id="{BF291F28-882E-4BDA-BF0F-696834F2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268">
            <a:extLst xmlns:a="http://schemas.openxmlformats.org/drawingml/2006/main">
              <a:ext uri="{FF2B5EF4-FFF2-40B4-BE49-F238E27FC236}">
                <a16:creationId xmlns:a16="http://schemas.microsoft.com/office/drawing/2014/main" id="{66D02CEB-ADD0-459D-91E6-596CEAB6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269">
            <a:extLst xmlns:a="http://schemas.openxmlformats.org/drawingml/2006/main">
              <a:ext uri="{FF2B5EF4-FFF2-40B4-BE49-F238E27FC236}">
                <a16:creationId xmlns:a16="http://schemas.microsoft.com/office/drawing/2014/main" id="{7CA76F3E-941E-4C3B-82BE-647DF63E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270">
            <a:extLst xmlns:a="http://schemas.openxmlformats.org/drawingml/2006/main">
              <a:ext uri="{FF2B5EF4-FFF2-40B4-BE49-F238E27FC236}">
                <a16:creationId xmlns:a16="http://schemas.microsoft.com/office/drawing/2014/main" id="{6849E75E-FE7E-44E6-99A4-780B7037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271">
            <a:extLst xmlns:a="http://schemas.openxmlformats.org/drawingml/2006/main">
              <a:ext uri="{FF2B5EF4-FFF2-40B4-BE49-F238E27FC236}">
                <a16:creationId xmlns:a16="http://schemas.microsoft.com/office/drawing/2014/main" id="{05797288-A051-43F7-8333-424C57B0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272">
            <a:extLst xmlns:a="http://schemas.openxmlformats.org/drawingml/2006/main">
              <a:ext uri="{FF2B5EF4-FFF2-40B4-BE49-F238E27FC236}">
                <a16:creationId xmlns:a16="http://schemas.microsoft.com/office/drawing/2014/main" id="{8ACB7C69-F21B-491D-A3D5-0A806B10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273">
            <a:extLst xmlns:a="http://schemas.openxmlformats.org/drawingml/2006/main">
              <a:ext uri="{FF2B5EF4-FFF2-40B4-BE49-F238E27FC236}">
                <a16:creationId xmlns:a16="http://schemas.microsoft.com/office/drawing/2014/main" id="{78CA6493-0EE1-4CED-9056-3F1901F4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274">
            <a:extLst xmlns:a="http://schemas.openxmlformats.org/drawingml/2006/main">
              <a:ext uri="{FF2B5EF4-FFF2-40B4-BE49-F238E27FC236}">
                <a16:creationId xmlns:a16="http://schemas.microsoft.com/office/drawing/2014/main" id="{519D408D-1B28-49EF-864F-4B4C7EEE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723">
            <a:extLst xmlns:a="http://schemas.openxmlformats.org/drawingml/2006/main">
              <a:ext uri="{FF2B5EF4-FFF2-40B4-BE49-F238E27FC236}">
                <a16:creationId xmlns:a16="http://schemas.microsoft.com/office/drawing/2014/main" id="{5789595F-9DD5-4CB4-8460-684ABD72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0064d7b3624dd5"/>
              </a:rPr>
              <a:t>開啟 Codex ↗</a:t>
            </a:r>
          </a:p>
        </p:txBody>
      </p:sp>
      <p:sp>
        <p:nvSpPr>
          <p:cNvPr id="20" name="shape-1768">
            <a:extLst xmlns:a="http://schemas.openxmlformats.org/drawingml/2006/main">
              <a:ext uri="{FF2B5EF4-FFF2-40B4-BE49-F238E27FC236}">
                <a16:creationId xmlns:a16="http://schemas.microsoft.com/office/drawing/2014/main" id="{01B17209-4C47-42E3-82EA-26A2A4D6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a1d4ea0771461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769">
            <a:extLst xmlns:a="http://schemas.openxmlformats.org/drawingml/2006/main">
              <a:ext uri="{FF2B5EF4-FFF2-40B4-BE49-F238E27FC236}">
                <a16:creationId xmlns:a16="http://schemas.microsoft.com/office/drawing/2014/main" id="{29F5158D-2625-4E4D-9B12-30EB50A6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6316110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275">
            <a:extLst xmlns:a="http://schemas.openxmlformats.org/drawingml/2006/main">
              <a:ext uri="{FF2B5EF4-FFF2-40B4-BE49-F238E27FC236}">
                <a16:creationId xmlns:a16="http://schemas.microsoft.com/office/drawing/2014/main" id="{29116DB6-90B8-4B5D-9D2E-1B66C009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TOOL 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52188A-B465-4E3D-A083-0075C9FA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三種 Agent 工具，先看任務再選模型</a:t>
            </a:r>
          </a:p>
        </p:txBody>
      </p:sp>
      <p:cxnSp>
        <p:nvCxnSpPr>
          <p:cNvPr id="31" name="shape-12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77">
            <a:extLst xmlns:a="http://schemas.openxmlformats.org/drawingml/2006/main">
              <a:ext uri="{FF2B5EF4-FFF2-40B4-BE49-F238E27FC236}">
                <a16:creationId xmlns:a16="http://schemas.microsoft.com/office/drawing/2014/main" id="{D753FFFB-4C2C-45A3-B124-FE732706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03BD4E3-E2F1-42D3-9C3D-A85E8CB25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1278">
            <a:extLst xmlns:a="http://schemas.openxmlformats.org/drawingml/2006/main">
              <a:ext uri="{FF2B5EF4-FFF2-40B4-BE49-F238E27FC236}">
                <a16:creationId xmlns:a16="http://schemas.microsoft.com/office/drawing/2014/main" id="{A81D1BFA-3CDD-4A5C-9D0D-36559931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279">
            <a:extLst xmlns:a="http://schemas.openxmlformats.org/drawingml/2006/main">
              <a:ext uri="{FF2B5EF4-FFF2-40B4-BE49-F238E27FC236}">
                <a16:creationId xmlns:a16="http://schemas.microsoft.com/office/drawing/2014/main" id="{5A74BD53-9338-4EBC-B71E-C9E1C6D5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80">
            <a:extLst xmlns:a="http://schemas.openxmlformats.org/drawingml/2006/main">
              <a:ext uri="{FF2B5EF4-FFF2-40B4-BE49-F238E27FC236}">
                <a16:creationId xmlns:a16="http://schemas.microsoft.com/office/drawing/2014/main" id="{0078B923-33F4-4A36-A618-9107758B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9" name="text-1281">
            <a:extLst xmlns:a="http://schemas.openxmlformats.org/drawingml/2006/main">
              <a:ext uri="{FF2B5EF4-FFF2-40B4-BE49-F238E27FC236}">
                <a16:creationId xmlns:a16="http://schemas.microsoft.com/office/drawing/2014/main" id="{8268B280-D4EE-4A7D-A3D9-1C51FE68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0" name="text-1282">
            <a:extLst xmlns:a="http://schemas.openxmlformats.org/drawingml/2006/main">
              <a:ext uri="{FF2B5EF4-FFF2-40B4-BE49-F238E27FC236}">
                <a16:creationId xmlns:a16="http://schemas.microsoft.com/office/drawing/2014/main" id="{E6173390-CE01-41F3-9F2C-09D5F73C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代碼產出穩定；長任務 Token 消耗較快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複雜應用程式開發：Opus 4.8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文件、計畫與日常任務：Sonnet 5，成本效益較佳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Opus 5（若帳號當期可見）／Fable 5 等頂尖模型留給真正高難度任務</a:t>
            </a:r>
          </a:p>
        </p:txBody>
      </p:sp>
      <p:sp>
        <p:nvSpPr>
          <p:cNvPr id="11" name="shape-1283">
            <a:extLst xmlns:a="http://schemas.openxmlformats.org/drawingml/2006/main">
              <a:ext uri="{FF2B5EF4-FFF2-40B4-BE49-F238E27FC236}">
                <a16:creationId xmlns:a16="http://schemas.microsoft.com/office/drawing/2014/main" id="{DBB1952B-7F5F-4CDC-908F-BF9E90A7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2" name="shape-1284">
            <a:extLst xmlns:a="http://schemas.openxmlformats.org/drawingml/2006/main">
              <a:ext uri="{FF2B5EF4-FFF2-40B4-BE49-F238E27FC236}">
                <a16:creationId xmlns:a16="http://schemas.microsoft.com/office/drawing/2014/main" id="{642134D0-91A4-4585-869A-D9D20F22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285">
            <a:extLst xmlns:a="http://schemas.openxmlformats.org/drawingml/2006/main">
              <a:ext uri="{FF2B5EF4-FFF2-40B4-BE49-F238E27FC236}">
                <a16:creationId xmlns:a16="http://schemas.microsoft.com/office/drawing/2014/main" id="{09D9D1A7-8411-44D5-8008-A1537AA2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X</a:t>
            </a:r>
          </a:p>
        </p:txBody>
      </p:sp>
      <p:sp>
        <p:nvSpPr>
          <p:cNvPr id="14" name="text-1286">
            <a:extLst xmlns:a="http://schemas.openxmlformats.org/drawingml/2006/main">
              <a:ext uri="{FF2B5EF4-FFF2-40B4-BE49-F238E27FC236}">
                <a16:creationId xmlns:a16="http://schemas.microsoft.com/office/drawing/2014/main" id="{145ABEF8-9B75-4321-9FF6-959B4E93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Codex／ChatGPT</a:t>
            </a:r>
          </a:p>
        </p:txBody>
      </p:sp>
      <p:sp>
        <p:nvSpPr>
          <p:cNvPr id="15" name="text-1287">
            <a:extLst xmlns:a="http://schemas.openxmlformats.org/drawingml/2006/main">
              <a:ext uri="{FF2B5EF4-FFF2-40B4-BE49-F238E27FC236}">
                <a16:creationId xmlns:a16="http://schemas.microsoft.com/office/drawing/2014/main" id="{001A1A3A-97A8-4FFE-BB38-756F0F06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GPT-5.6 Luna＋Max：講師推薦的省錢組合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適合日常文件、網站與驗證任務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講師觀察：能力／成本平衡接近日常使用的 Sonnet 5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額度、方案與優惠會變動，先看當期限制</a:t>
            </a:r>
          </a:p>
        </p:txBody>
      </p:sp>
      <p:sp>
        <p:nvSpPr>
          <p:cNvPr id="16" name="shape-1288">
            <a:extLst xmlns:a="http://schemas.openxmlformats.org/drawingml/2006/main">
              <a:ext uri="{FF2B5EF4-FFF2-40B4-BE49-F238E27FC236}">
                <a16:creationId xmlns:a16="http://schemas.microsoft.com/office/drawing/2014/main" id="{F0FD224F-EBE9-4FFA-ADCB-BF10AFE9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shape-1289">
            <a:extLst xmlns:a="http://schemas.openxmlformats.org/drawingml/2006/main">
              <a:ext uri="{FF2B5EF4-FFF2-40B4-BE49-F238E27FC236}">
                <a16:creationId xmlns:a16="http://schemas.microsoft.com/office/drawing/2014/main" id="{9F2D66A5-BD20-4612-BABF-6AB8D364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1290">
            <a:extLst xmlns:a="http://schemas.openxmlformats.org/drawingml/2006/main">
              <a:ext uri="{FF2B5EF4-FFF2-40B4-BE49-F238E27FC236}">
                <a16:creationId xmlns:a16="http://schemas.microsoft.com/office/drawing/2014/main" id="{33B1A474-C34B-492C-8D1F-3DA1CC69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</a:t>
            </a:r>
          </a:p>
        </p:txBody>
      </p:sp>
      <p:sp>
        <p:nvSpPr>
          <p:cNvPr id="19" name="text-1291">
            <a:extLst xmlns:a="http://schemas.openxmlformats.org/drawingml/2006/main">
              <a:ext uri="{FF2B5EF4-FFF2-40B4-BE49-F238E27FC236}">
                <a16:creationId xmlns:a16="http://schemas.microsoft.com/office/drawing/2014/main" id="{9FC7F63F-95F3-4E55-A995-722A8B5C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Antigravity／Gemini</a:t>
            </a:r>
          </a:p>
        </p:txBody>
      </p:sp>
      <p:sp>
        <p:nvSpPr>
          <p:cNvPr id="20" name="text-1292">
            <a:extLst xmlns:a="http://schemas.openxmlformats.org/drawingml/2006/main">
              <a:ext uri="{FF2B5EF4-FFF2-40B4-BE49-F238E27FC236}">
                <a16:creationId xmlns:a16="http://schemas.microsoft.com/office/drawing/2014/main" id="{68E29F31-1216-48F6-B043-1C1621E9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Gemini 3.6 Flash：速度快，適合快速 Agent 迭代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Gemini 訂閱通常可取得較多額度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講師曾實測免費額度約三輪對話即受 5 小時限制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額度依方案與時間窗變化，活動前重新確認</a:t>
            </a:r>
          </a:p>
        </p:txBody>
      </p:sp>
      <p:sp>
        <p:nvSpPr>
          <p:cNvPr id="21" name="text-1724">
            <a:extLst xmlns:a="http://schemas.openxmlformats.org/drawingml/2006/main">
              <a:ext uri="{FF2B5EF4-FFF2-40B4-BE49-F238E27FC236}">
                <a16:creationId xmlns:a16="http://schemas.microsoft.com/office/drawing/2014/main" id="{10978E24-7482-4D94-97AB-DD145F7D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0a63c293762454b"/>
              </a:rPr>
              <a:t>Antigravity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8842eec99ad4c82"/>
              </a:rPr>
              <a:t>Codex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ecd811cc013413a"/>
              </a:rPr>
              <a:t>Claude ↗</a:t>
            </a:r>
          </a:p>
        </p:txBody>
      </p:sp>
      <p:sp>
        <p:nvSpPr>
          <p:cNvPr id="22" name="shape-1770">
            <a:extLst xmlns:a="http://schemas.openxmlformats.org/drawingml/2006/main">
              <a:ext uri="{FF2B5EF4-FFF2-40B4-BE49-F238E27FC236}">
                <a16:creationId xmlns:a16="http://schemas.microsoft.com/office/drawing/2014/main" id="{AE3526FE-32A7-4A30-AD76-6913505B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fbffb0d794558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771">
            <a:extLst xmlns:a="http://schemas.openxmlformats.org/drawingml/2006/main">
              <a:ext uri="{FF2B5EF4-FFF2-40B4-BE49-F238E27FC236}">
                <a16:creationId xmlns:a16="http://schemas.microsoft.com/office/drawing/2014/main" id="{5EB900CB-9DBB-49E5-96C5-FCBDDD0B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a9cd2eca9644be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772">
            <a:extLst xmlns:a="http://schemas.openxmlformats.org/drawingml/2006/main">
              <a:ext uri="{FF2B5EF4-FFF2-40B4-BE49-F238E27FC236}">
                <a16:creationId xmlns:a16="http://schemas.microsoft.com/office/drawing/2014/main" id="{A26038C3-370C-479F-94FE-6BAA1279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e23009f24bde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1773">
            <a:extLst xmlns:a="http://schemas.openxmlformats.org/drawingml/2006/main">
              <a:ext uri="{FF2B5EF4-FFF2-40B4-BE49-F238E27FC236}">
                <a16:creationId xmlns:a16="http://schemas.microsoft.com/office/drawing/2014/main" id="{5C1FBE71-6A78-4B80-AC1F-639F0DCB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</p:spTree>
    <p:extLst>
      <p:ext uri="{BB962C8B-B14F-4D97-AF65-F5344CB8AC3E}">
        <p14:creationId xmlns:p14="http://schemas.microsoft.com/office/powerpoint/2010/main" val="13016505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293">
            <a:extLst xmlns:a="http://schemas.openxmlformats.org/drawingml/2006/main">
              <a:ext uri="{FF2B5EF4-FFF2-40B4-BE49-F238E27FC236}">
                <a16:creationId xmlns:a16="http://schemas.microsoft.com/office/drawing/2014/main" id="{12261574-5EF7-4B84-8989-F4A2EAD2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294">
            <a:extLst xmlns:a="http://schemas.openxmlformats.org/drawingml/2006/main">
              <a:ext uri="{FF2B5EF4-FFF2-40B4-BE49-F238E27FC236}">
                <a16:creationId xmlns:a16="http://schemas.microsoft.com/office/drawing/2014/main" id="{CD90FC97-23BA-4F38-9FAF-EC283984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295">
            <a:extLst xmlns:a="http://schemas.openxmlformats.org/drawingml/2006/main">
              <a:ext uri="{FF2B5EF4-FFF2-40B4-BE49-F238E27FC236}">
                <a16:creationId xmlns:a16="http://schemas.microsoft.com/office/drawing/2014/main" id="{D44E1ECA-9916-4595-A991-748D9556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296">
            <a:extLst xmlns:a="http://schemas.openxmlformats.org/drawingml/2006/main">
              <a:ext uri="{FF2B5EF4-FFF2-40B4-BE49-F238E27FC236}">
                <a16:creationId xmlns:a16="http://schemas.microsoft.com/office/drawing/2014/main" id="{0A062BC3-D29A-49E2-AC3F-F90EA9BC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297">
            <a:extLst xmlns:a="http://schemas.openxmlformats.org/drawingml/2006/main">
              <a:ext uri="{FF2B5EF4-FFF2-40B4-BE49-F238E27FC236}">
                <a16:creationId xmlns:a16="http://schemas.microsoft.com/office/drawing/2014/main" id="{BEC6427D-70A1-4869-BC0F-0E559C6B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2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299">
            <a:extLst xmlns:a="http://schemas.openxmlformats.org/drawingml/2006/main">
              <a:ext uri="{FF2B5EF4-FFF2-40B4-BE49-F238E27FC236}">
                <a16:creationId xmlns:a16="http://schemas.microsoft.com/office/drawing/2014/main" id="{8115462C-B0D1-4510-8F52-DBD1023F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C526BE6-9E5E-4BEB-8252-2074F5A8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725">
            <a:extLst xmlns:a="http://schemas.openxmlformats.org/drawingml/2006/main">
              <a:ext uri="{FF2B5EF4-FFF2-40B4-BE49-F238E27FC236}">
                <a16:creationId xmlns:a16="http://schemas.microsoft.com/office/drawing/2014/main" id="{579A9115-1529-46B0-81D7-626520112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06149c230d44a0f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74b6d099549407c"/>
              </a:rPr>
              <a:t>Codex Skills ↗</a:t>
            </a:r>
          </a:p>
        </p:txBody>
      </p:sp>
      <p:sp>
        <p:nvSpPr>
          <p:cNvPr id="10" name="shape-1774">
            <a:extLst xmlns:a="http://schemas.openxmlformats.org/drawingml/2006/main">
              <a:ext uri="{FF2B5EF4-FFF2-40B4-BE49-F238E27FC236}">
                <a16:creationId xmlns:a16="http://schemas.microsoft.com/office/drawing/2014/main" id="{8E2E1015-F65C-4F95-874F-D6EE3E9C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7d8bb4002243d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775">
            <a:extLst xmlns:a="http://schemas.openxmlformats.org/drawingml/2006/main">
              <a:ext uri="{FF2B5EF4-FFF2-40B4-BE49-F238E27FC236}">
                <a16:creationId xmlns:a16="http://schemas.microsoft.com/office/drawing/2014/main" id="{46AE9B15-6E2D-4666-9978-F447E93A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dcab4f191b45d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776">
            <a:extLst xmlns:a="http://schemas.openxmlformats.org/drawingml/2006/main">
              <a:ext uri="{FF2B5EF4-FFF2-40B4-BE49-F238E27FC236}">
                <a16:creationId xmlns:a16="http://schemas.microsoft.com/office/drawing/2014/main" id="{3E5619AA-D263-42C5-81FB-D3C2A040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17309653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300">
            <a:extLst xmlns:a="http://schemas.openxmlformats.org/drawingml/2006/main">
              <a:ext uri="{FF2B5EF4-FFF2-40B4-BE49-F238E27FC236}">
                <a16:creationId xmlns:a16="http://schemas.microsoft.com/office/drawing/2014/main" id="{F9317983-2133-4570-9A3A-DB750EF2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2FA0F7-30B7-4452-A9F0-A1EF88E0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3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02">
            <a:extLst xmlns:a="http://schemas.openxmlformats.org/drawingml/2006/main">
              <a:ext uri="{FF2B5EF4-FFF2-40B4-BE49-F238E27FC236}">
                <a16:creationId xmlns:a16="http://schemas.microsoft.com/office/drawing/2014/main" id="{A86CE7F4-D9AF-47AD-90B8-EBD916AE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99F69E-19A3-4F32-B910-48BE696E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303">
            <a:extLst xmlns:a="http://schemas.openxmlformats.org/drawingml/2006/main">
              <a:ext uri="{FF2B5EF4-FFF2-40B4-BE49-F238E27FC236}">
                <a16:creationId xmlns:a16="http://schemas.microsoft.com/office/drawing/2014/main" id="{657CAFD9-57CD-4267-BA97-0529CBD1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304">
            <a:extLst xmlns:a="http://schemas.openxmlformats.org/drawingml/2006/main">
              <a:ext uri="{FF2B5EF4-FFF2-40B4-BE49-F238E27FC236}">
                <a16:creationId xmlns:a16="http://schemas.microsoft.com/office/drawing/2014/main" id="{F10D3208-9A49-4347-9F3A-5054C4DD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305">
            <a:extLst xmlns:a="http://schemas.openxmlformats.org/drawingml/2006/main">
              <a:ext uri="{FF2B5EF4-FFF2-40B4-BE49-F238E27FC236}">
                <a16:creationId xmlns:a16="http://schemas.microsoft.com/office/drawing/2014/main" id="{9A15327B-750C-44FD-A5F1-02D2B0EB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306">
            <a:extLst xmlns:a="http://schemas.openxmlformats.org/drawingml/2006/main">
              <a:ext uri="{FF2B5EF4-FFF2-40B4-BE49-F238E27FC236}">
                <a16:creationId xmlns:a16="http://schemas.microsoft.com/office/drawing/2014/main" id="{903B4C79-5C83-4A00-AF77-488F4245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307">
            <a:extLst xmlns:a="http://schemas.openxmlformats.org/drawingml/2006/main">
              <a:ext uri="{FF2B5EF4-FFF2-40B4-BE49-F238E27FC236}">
                <a16:creationId xmlns:a16="http://schemas.microsoft.com/office/drawing/2014/main" id="{1A3B216E-4A1B-4A7B-9363-3E3060E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308">
            <a:extLst xmlns:a="http://schemas.openxmlformats.org/drawingml/2006/main">
              <a:ext uri="{FF2B5EF4-FFF2-40B4-BE49-F238E27FC236}">
                <a16:creationId xmlns:a16="http://schemas.microsoft.com/office/drawing/2014/main" id="{7B61C1DE-7C92-4A66-9D27-95E86B64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726">
            <a:extLst xmlns:a="http://schemas.openxmlformats.org/drawingml/2006/main">
              <a:ext uri="{FF2B5EF4-FFF2-40B4-BE49-F238E27FC236}">
                <a16:creationId xmlns:a16="http://schemas.microsoft.com/office/drawing/2014/main" id="{6CBA081C-CD79-42CC-AA52-13F26DB0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759cab21ead47a5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e667bbd001c48b3"/>
              </a:rPr>
              <a:t>Codex Skills ↗</a:t>
            </a:r>
          </a:p>
        </p:txBody>
      </p:sp>
      <p:sp>
        <p:nvSpPr>
          <p:cNvPr id="13" name="shape-1777">
            <a:extLst xmlns:a="http://schemas.openxmlformats.org/drawingml/2006/main">
              <a:ext uri="{FF2B5EF4-FFF2-40B4-BE49-F238E27FC236}">
                <a16:creationId xmlns:a16="http://schemas.microsoft.com/office/drawing/2014/main" id="{50F5C52F-AF9F-4897-9A94-B55FAD63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b8acf98e1649b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778">
            <a:extLst xmlns:a="http://schemas.openxmlformats.org/drawingml/2006/main">
              <a:ext uri="{FF2B5EF4-FFF2-40B4-BE49-F238E27FC236}">
                <a16:creationId xmlns:a16="http://schemas.microsoft.com/office/drawing/2014/main" id="{1A36BF49-1AB9-403A-97F0-FD164FEE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eb596c3f54ef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779">
            <a:extLst xmlns:a="http://schemas.openxmlformats.org/drawingml/2006/main">
              <a:ext uri="{FF2B5EF4-FFF2-40B4-BE49-F238E27FC236}">
                <a16:creationId xmlns:a16="http://schemas.microsoft.com/office/drawing/2014/main" id="{03D0AACC-A499-4EA8-9EDE-E67E5619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32870416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309">
            <a:extLst xmlns:a="http://schemas.openxmlformats.org/drawingml/2006/main">
              <a:ext uri="{FF2B5EF4-FFF2-40B4-BE49-F238E27FC236}">
                <a16:creationId xmlns:a16="http://schemas.microsoft.com/office/drawing/2014/main" id="{B903F5CC-71FB-4D2D-80E5-B3F3282E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068FD8A-9F37-4537-899C-9A5906CF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3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11">
            <a:extLst xmlns:a="http://schemas.openxmlformats.org/drawingml/2006/main">
              <a:ext uri="{FF2B5EF4-FFF2-40B4-BE49-F238E27FC236}">
                <a16:creationId xmlns:a16="http://schemas.microsoft.com/office/drawing/2014/main" id="{39210A6B-61DA-4F7E-AEAF-C6A3421E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931E2F-8FFA-4979-A570-A961EE4A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4e59466c844836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312">
            <a:extLst xmlns:a="http://schemas.openxmlformats.org/drawingml/2006/main">
              <a:ext uri="{FF2B5EF4-FFF2-40B4-BE49-F238E27FC236}">
                <a16:creationId xmlns:a16="http://schemas.microsoft.com/office/drawing/2014/main" id="{0A5D8542-32BB-4EE7-BC2E-3C55E285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313">
            <a:extLst xmlns:a="http://schemas.openxmlformats.org/drawingml/2006/main">
              <a:ext uri="{FF2B5EF4-FFF2-40B4-BE49-F238E27FC236}">
                <a16:creationId xmlns:a16="http://schemas.microsoft.com/office/drawing/2014/main" id="{253B5110-E9FB-42C3-A7D7-CF4509A1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734">
            <a:extLst xmlns:a="http://schemas.openxmlformats.org/drawingml/2006/main">
              <a:ext uri="{FF2B5EF4-FFF2-40B4-BE49-F238E27FC236}">
                <a16:creationId xmlns:a16="http://schemas.microsoft.com/office/drawing/2014/main" id="{437B17D6-575B-4BF9-B42C-0B80695B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cf20d5d86b54eed"/>
              </a:rPr>
              <a:t>開啟提示詞面板 ↗</a:t>
            </a:r>
          </a:p>
        </p:txBody>
      </p:sp>
      <p:sp>
        <p:nvSpPr>
          <p:cNvPr id="10" name="shape-1801">
            <a:extLst xmlns:a="http://schemas.openxmlformats.org/drawingml/2006/main">
              <a:ext uri="{FF2B5EF4-FFF2-40B4-BE49-F238E27FC236}">
                <a16:creationId xmlns:a16="http://schemas.microsoft.com/office/drawing/2014/main" id="{7B196C64-4670-4957-87F6-08FE913D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bf74c2c92648a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802">
            <a:extLst xmlns:a="http://schemas.openxmlformats.org/drawingml/2006/main">
              <a:ext uri="{FF2B5EF4-FFF2-40B4-BE49-F238E27FC236}">
                <a16:creationId xmlns:a16="http://schemas.microsoft.com/office/drawing/2014/main" id="{22C772D0-3801-44E3-947D-CE7D483E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4569653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14">
            <a:extLst xmlns:a="http://schemas.openxmlformats.org/drawingml/2006/main">
              <a:ext uri="{FF2B5EF4-FFF2-40B4-BE49-F238E27FC236}">
                <a16:creationId xmlns:a16="http://schemas.microsoft.com/office/drawing/2014/main" id="{E15772D0-6C4A-41A0-BDDA-D6A091F9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C7F2F6-7777-4056-AD50-A02DA9A3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3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16">
            <a:extLst xmlns:a="http://schemas.openxmlformats.org/drawingml/2006/main">
              <a:ext uri="{FF2B5EF4-FFF2-40B4-BE49-F238E27FC236}">
                <a16:creationId xmlns:a16="http://schemas.microsoft.com/office/drawing/2014/main" id="{99F6EDCA-B11F-4412-B00E-7A5CEE12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5A609D0-1458-4E1F-A7EB-342059E0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317">
            <a:extLst xmlns:a="http://schemas.openxmlformats.org/drawingml/2006/main">
              <a:ext uri="{FF2B5EF4-FFF2-40B4-BE49-F238E27FC236}">
                <a16:creationId xmlns:a16="http://schemas.microsoft.com/office/drawing/2014/main" id="{0A2B44AF-0186-4BC5-9946-1B2CDBD6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18">
            <a:extLst xmlns:a="http://schemas.openxmlformats.org/drawingml/2006/main">
              <a:ext uri="{FF2B5EF4-FFF2-40B4-BE49-F238E27FC236}">
                <a16:creationId xmlns:a16="http://schemas.microsoft.com/office/drawing/2014/main" id="{1E670B1F-19A2-489E-88C6-B1849217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319">
            <a:extLst xmlns:a="http://schemas.openxmlformats.org/drawingml/2006/main">
              <a:ext uri="{FF2B5EF4-FFF2-40B4-BE49-F238E27FC236}">
                <a16:creationId xmlns:a16="http://schemas.microsoft.com/office/drawing/2014/main" id="{ED8F3BBB-5BC9-493B-90F0-25B60219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320">
            <a:extLst xmlns:a="http://schemas.openxmlformats.org/drawingml/2006/main">
              <a:ext uri="{FF2B5EF4-FFF2-40B4-BE49-F238E27FC236}">
                <a16:creationId xmlns:a16="http://schemas.microsoft.com/office/drawing/2014/main" id="{B483C0C6-27E9-402C-B47A-BFD07C12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321">
            <a:extLst xmlns:a="http://schemas.openxmlformats.org/drawingml/2006/main">
              <a:ext uri="{FF2B5EF4-FFF2-40B4-BE49-F238E27FC236}">
                <a16:creationId xmlns:a16="http://schemas.microsoft.com/office/drawing/2014/main" id="{EBECD8AA-ED7B-419C-9E11-C24D104F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22">
            <a:extLst xmlns:a="http://schemas.openxmlformats.org/drawingml/2006/main">
              <a:ext uri="{FF2B5EF4-FFF2-40B4-BE49-F238E27FC236}">
                <a16:creationId xmlns:a16="http://schemas.microsoft.com/office/drawing/2014/main" id="{8C020AE8-6909-4EED-926E-E89A5264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323">
            <a:extLst xmlns:a="http://schemas.openxmlformats.org/drawingml/2006/main">
              <a:ext uri="{FF2B5EF4-FFF2-40B4-BE49-F238E27FC236}">
                <a16:creationId xmlns:a16="http://schemas.microsoft.com/office/drawing/2014/main" id="{8AB0B95B-3E14-470D-8F6A-13F2BC30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324">
            <a:extLst xmlns:a="http://schemas.openxmlformats.org/drawingml/2006/main">
              <a:ext uri="{FF2B5EF4-FFF2-40B4-BE49-F238E27FC236}">
                <a16:creationId xmlns:a16="http://schemas.microsoft.com/office/drawing/2014/main" id="{B5FBA3A5-782A-4E83-B1D4-17712ECD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325">
            <a:extLst xmlns:a="http://schemas.openxmlformats.org/drawingml/2006/main">
              <a:ext uri="{FF2B5EF4-FFF2-40B4-BE49-F238E27FC236}">
                <a16:creationId xmlns:a16="http://schemas.microsoft.com/office/drawing/2014/main" id="{FA8BC00A-7AE4-440D-A337-99355E15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26">
            <a:extLst xmlns:a="http://schemas.openxmlformats.org/drawingml/2006/main">
              <a:ext uri="{FF2B5EF4-FFF2-40B4-BE49-F238E27FC236}">
                <a16:creationId xmlns:a16="http://schemas.microsoft.com/office/drawing/2014/main" id="{82C3FEB2-3EBF-481B-B844-62EAA148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327">
            <a:extLst xmlns:a="http://schemas.openxmlformats.org/drawingml/2006/main">
              <a:ext uri="{FF2B5EF4-FFF2-40B4-BE49-F238E27FC236}">
                <a16:creationId xmlns:a16="http://schemas.microsoft.com/office/drawing/2014/main" id="{3ED670C9-834C-4643-8BC5-B931CD85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328">
            <a:extLst xmlns:a="http://schemas.openxmlformats.org/drawingml/2006/main">
              <a:ext uri="{FF2B5EF4-FFF2-40B4-BE49-F238E27FC236}">
                <a16:creationId xmlns:a16="http://schemas.microsoft.com/office/drawing/2014/main" id="{ECAA4946-975D-41B2-9AF5-7C18C75E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329">
            <a:extLst xmlns:a="http://schemas.openxmlformats.org/drawingml/2006/main">
              <a:ext uri="{FF2B5EF4-FFF2-40B4-BE49-F238E27FC236}">
                <a16:creationId xmlns:a16="http://schemas.microsoft.com/office/drawing/2014/main" id="{22046A80-D6C8-416B-A4A7-BFD38046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30">
            <a:extLst xmlns:a="http://schemas.openxmlformats.org/drawingml/2006/main">
              <a:ext uri="{FF2B5EF4-FFF2-40B4-BE49-F238E27FC236}">
                <a16:creationId xmlns:a16="http://schemas.microsoft.com/office/drawing/2014/main" id="{4DE7FCA4-B51D-4D80-94A1-A283AFB0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331">
            <a:extLst xmlns:a="http://schemas.openxmlformats.org/drawingml/2006/main">
              <a:ext uri="{FF2B5EF4-FFF2-40B4-BE49-F238E27FC236}">
                <a16:creationId xmlns:a16="http://schemas.microsoft.com/office/drawing/2014/main" id="{00AB80F7-DE45-481B-ABAD-D9C8A782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332">
            <a:extLst xmlns:a="http://schemas.openxmlformats.org/drawingml/2006/main">
              <a:ext uri="{FF2B5EF4-FFF2-40B4-BE49-F238E27FC236}">
                <a16:creationId xmlns:a16="http://schemas.microsoft.com/office/drawing/2014/main" id="{D02411A6-5388-407B-A970-A5BFEE50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727">
            <a:extLst xmlns:a="http://schemas.openxmlformats.org/drawingml/2006/main">
              <a:ext uri="{FF2B5EF4-FFF2-40B4-BE49-F238E27FC236}">
                <a16:creationId xmlns:a16="http://schemas.microsoft.com/office/drawing/2014/main" id="{8C57862D-1A4E-4886-A6FF-DDA2FDC9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4943b84c8b4017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5adffcfd80c4b6c"/>
              </a:rPr>
              <a:t>Codex Skills ↗</a:t>
            </a:r>
          </a:p>
        </p:txBody>
      </p:sp>
      <p:sp>
        <p:nvSpPr>
          <p:cNvPr id="23" name="shape-1780">
            <a:extLst xmlns:a="http://schemas.openxmlformats.org/drawingml/2006/main">
              <a:ext uri="{FF2B5EF4-FFF2-40B4-BE49-F238E27FC236}">
                <a16:creationId xmlns:a16="http://schemas.microsoft.com/office/drawing/2014/main" id="{38BBDC75-9765-4C64-B8AC-5DED079C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81cece97b9442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81">
            <a:extLst xmlns:a="http://schemas.openxmlformats.org/drawingml/2006/main">
              <a:ext uri="{FF2B5EF4-FFF2-40B4-BE49-F238E27FC236}">
                <a16:creationId xmlns:a16="http://schemas.microsoft.com/office/drawing/2014/main" id="{054E4997-E8C8-44F9-A9F9-FC0CDF9D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4aa74ac8945a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82">
            <a:extLst xmlns:a="http://schemas.openxmlformats.org/drawingml/2006/main">
              <a:ext uri="{FF2B5EF4-FFF2-40B4-BE49-F238E27FC236}">
                <a16:creationId xmlns:a16="http://schemas.microsoft.com/office/drawing/2014/main" id="{E68D7872-6A3B-4DCE-887E-E435E8C9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33756213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333">
            <a:extLst xmlns:a="http://schemas.openxmlformats.org/drawingml/2006/main">
              <a:ext uri="{FF2B5EF4-FFF2-40B4-BE49-F238E27FC236}">
                <a16:creationId xmlns:a16="http://schemas.microsoft.com/office/drawing/2014/main" id="{BFE85E5E-130D-4124-A41D-36408D30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807FE8-F35A-4820-903A-941474FC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3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35">
            <a:extLst xmlns:a="http://schemas.openxmlformats.org/drawingml/2006/main">
              <a:ext uri="{FF2B5EF4-FFF2-40B4-BE49-F238E27FC236}">
                <a16:creationId xmlns:a16="http://schemas.microsoft.com/office/drawing/2014/main" id="{4ADDDB5D-07B2-4341-A398-16DB2B21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311F50-152D-41D4-8871-9D16F5F7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336">
            <a:extLst xmlns:a="http://schemas.openxmlformats.org/drawingml/2006/main">
              <a:ext uri="{FF2B5EF4-FFF2-40B4-BE49-F238E27FC236}">
                <a16:creationId xmlns:a16="http://schemas.microsoft.com/office/drawing/2014/main" id="{74B34C59-3EED-4EA4-AD7E-DE7151CF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37">
            <a:extLst xmlns:a="http://schemas.openxmlformats.org/drawingml/2006/main">
              <a:ext uri="{FF2B5EF4-FFF2-40B4-BE49-F238E27FC236}">
                <a16:creationId xmlns:a16="http://schemas.microsoft.com/office/drawing/2014/main" id="{45F029FF-08E2-4BE4-BF72-D17EA8FA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338">
            <a:extLst xmlns:a="http://schemas.openxmlformats.org/drawingml/2006/main">
              <a:ext uri="{FF2B5EF4-FFF2-40B4-BE49-F238E27FC236}">
                <a16:creationId xmlns:a16="http://schemas.microsoft.com/office/drawing/2014/main" id="{A4DBAC78-7FBC-465B-8486-B6F67FFD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339">
            <a:extLst xmlns:a="http://schemas.openxmlformats.org/drawingml/2006/main">
              <a:ext uri="{FF2B5EF4-FFF2-40B4-BE49-F238E27FC236}">
                <a16:creationId xmlns:a16="http://schemas.microsoft.com/office/drawing/2014/main" id="{CF7FE612-02D5-498B-837E-ABF5550D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340">
            <a:extLst xmlns:a="http://schemas.openxmlformats.org/drawingml/2006/main">
              <a:ext uri="{FF2B5EF4-FFF2-40B4-BE49-F238E27FC236}">
                <a16:creationId xmlns:a16="http://schemas.microsoft.com/office/drawing/2014/main" id="{E1FF655C-B54F-4284-B5AD-4E04B688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41">
            <a:extLst xmlns:a="http://schemas.openxmlformats.org/drawingml/2006/main">
              <a:ext uri="{FF2B5EF4-FFF2-40B4-BE49-F238E27FC236}">
                <a16:creationId xmlns:a16="http://schemas.microsoft.com/office/drawing/2014/main" id="{DA2289D4-DE04-493D-AF1C-09EA8A8D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342">
            <a:extLst xmlns:a="http://schemas.openxmlformats.org/drawingml/2006/main">
              <a:ext uri="{FF2B5EF4-FFF2-40B4-BE49-F238E27FC236}">
                <a16:creationId xmlns:a16="http://schemas.microsoft.com/office/drawing/2014/main" id="{E21C4D98-BBB0-498B-96B5-3F001669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343">
            <a:extLst xmlns:a="http://schemas.openxmlformats.org/drawingml/2006/main">
              <a:ext uri="{FF2B5EF4-FFF2-40B4-BE49-F238E27FC236}">
                <a16:creationId xmlns:a16="http://schemas.microsoft.com/office/drawing/2014/main" id="{102CB90A-C934-408F-B59F-17774FC7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344">
            <a:extLst xmlns:a="http://schemas.openxmlformats.org/drawingml/2006/main">
              <a:ext uri="{FF2B5EF4-FFF2-40B4-BE49-F238E27FC236}">
                <a16:creationId xmlns:a16="http://schemas.microsoft.com/office/drawing/2014/main" id="{48AAD413-E08B-40EC-9AAA-B9F2CB61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45">
            <a:extLst xmlns:a="http://schemas.openxmlformats.org/drawingml/2006/main">
              <a:ext uri="{FF2B5EF4-FFF2-40B4-BE49-F238E27FC236}">
                <a16:creationId xmlns:a16="http://schemas.microsoft.com/office/drawing/2014/main" id="{70A8631D-FA53-4FCE-A0D5-BF5E404A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346">
            <a:extLst xmlns:a="http://schemas.openxmlformats.org/drawingml/2006/main">
              <a:ext uri="{FF2B5EF4-FFF2-40B4-BE49-F238E27FC236}">
                <a16:creationId xmlns:a16="http://schemas.microsoft.com/office/drawing/2014/main" id="{7F9F891B-DDC3-42A3-80DC-0B5FD5C1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347">
            <a:extLst xmlns:a="http://schemas.openxmlformats.org/drawingml/2006/main">
              <a:ext uri="{FF2B5EF4-FFF2-40B4-BE49-F238E27FC236}">
                <a16:creationId xmlns:a16="http://schemas.microsoft.com/office/drawing/2014/main" id="{6114F4ED-31A1-4107-B0FD-C8B27C6E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348">
            <a:extLst xmlns:a="http://schemas.openxmlformats.org/drawingml/2006/main">
              <a:ext uri="{FF2B5EF4-FFF2-40B4-BE49-F238E27FC236}">
                <a16:creationId xmlns:a16="http://schemas.microsoft.com/office/drawing/2014/main" id="{9FD1B4F4-FE50-40FF-888D-9CCE69B2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49">
            <a:extLst xmlns:a="http://schemas.openxmlformats.org/drawingml/2006/main">
              <a:ext uri="{FF2B5EF4-FFF2-40B4-BE49-F238E27FC236}">
                <a16:creationId xmlns:a16="http://schemas.microsoft.com/office/drawing/2014/main" id="{2EA43C90-3D17-41D4-95CD-2BC76E0B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350">
            <a:extLst xmlns:a="http://schemas.openxmlformats.org/drawingml/2006/main">
              <a:ext uri="{FF2B5EF4-FFF2-40B4-BE49-F238E27FC236}">
                <a16:creationId xmlns:a16="http://schemas.microsoft.com/office/drawing/2014/main" id="{726F8660-BDF5-4826-9B61-8AFDCD72B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351">
            <a:extLst xmlns:a="http://schemas.openxmlformats.org/drawingml/2006/main">
              <a:ext uri="{FF2B5EF4-FFF2-40B4-BE49-F238E27FC236}">
                <a16:creationId xmlns:a16="http://schemas.microsoft.com/office/drawing/2014/main" id="{EBB6EE52-6890-4FC0-9F45-D858C546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352">
            <a:extLst xmlns:a="http://schemas.openxmlformats.org/drawingml/2006/main">
              <a:ext uri="{FF2B5EF4-FFF2-40B4-BE49-F238E27FC236}">
                <a16:creationId xmlns:a16="http://schemas.microsoft.com/office/drawing/2014/main" id="{C46AF7ED-1927-48B7-A8CB-95094391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353">
            <a:extLst xmlns:a="http://schemas.openxmlformats.org/drawingml/2006/main">
              <a:ext uri="{FF2B5EF4-FFF2-40B4-BE49-F238E27FC236}">
                <a16:creationId xmlns:a16="http://schemas.microsoft.com/office/drawing/2014/main" id="{46F44F92-6891-48AF-A148-047DD0F3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354">
            <a:extLst xmlns:a="http://schemas.openxmlformats.org/drawingml/2006/main">
              <a:ext uri="{FF2B5EF4-FFF2-40B4-BE49-F238E27FC236}">
                <a16:creationId xmlns:a16="http://schemas.microsoft.com/office/drawing/2014/main" id="{F7248DCE-31F1-4D1D-B061-402F24C9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355">
            <a:extLst xmlns:a="http://schemas.openxmlformats.org/drawingml/2006/main">
              <a:ext uri="{FF2B5EF4-FFF2-40B4-BE49-F238E27FC236}">
                <a16:creationId xmlns:a16="http://schemas.microsoft.com/office/drawing/2014/main" id="{EF1B377F-931F-4396-B2BB-7D17040F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356">
            <a:extLst xmlns:a="http://schemas.openxmlformats.org/drawingml/2006/main">
              <a:ext uri="{FF2B5EF4-FFF2-40B4-BE49-F238E27FC236}">
                <a16:creationId xmlns:a16="http://schemas.microsoft.com/office/drawing/2014/main" id="{427BAFB0-3636-47F0-92AD-1D5EA0E8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357">
            <a:extLst xmlns:a="http://schemas.openxmlformats.org/drawingml/2006/main">
              <a:ext uri="{FF2B5EF4-FFF2-40B4-BE49-F238E27FC236}">
                <a16:creationId xmlns:a16="http://schemas.microsoft.com/office/drawing/2014/main" id="{9BC7275A-54E7-4824-BE50-1294C8AA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358">
            <a:extLst xmlns:a="http://schemas.openxmlformats.org/drawingml/2006/main">
              <a:ext uri="{FF2B5EF4-FFF2-40B4-BE49-F238E27FC236}">
                <a16:creationId xmlns:a16="http://schemas.microsoft.com/office/drawing/2014/main" id="{F90737EB-23A8-464C-B820-526CEAE5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359">
            <a:extLst xmlns:a="http://schemas.openxmlformats.org/drawingml/2006/main">
              <a:ext uri="{FF2B5EF4-FFF2-40B4-BE49-F238E27FC236}">
                <a16:creationId xmlns:a16="http://schemas.microsoft.com/office/drawing/2014/main" id="{FE604A1E-5552-471F-B733-15468FF6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728">
            <a:extLst xmlns:a="http://schemas.openxmlformats.org/drawingml/2006/main">
              <a:ext uri="{FF2B5EF4-FFF2-40B4-BE49-F238E27FC236}">
                <a16:creationId xmlns:a16="http://schemas.microsoft.com/office/drawing/2014/main" id="{765EB06F-7102-4F91-B3AB-DBCD321E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b1231ff63c445e7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6ff367f2e5b4e2d"/>
              </a:rPr>
              <a:t>Codex Skills ↗</a:t>
            </a:r>
          </a:p>
        </p:txBody>
      </p:sp>
      <p:sp>
        <p:nvSpPr>
          <p:cNvPr id="31" name="shape-1783">
            <a:extLst xmlns:a="http://schemas.openxmlformats.org/drawingml/2006/main">
              <a:ext uri="{FF2B5EF4-FFF2-40B4-BE49-F238E27FC236}">
                <a16:creationId xmlns:a16="http://schemas.microsoft.com/office/drawing/2014/main" id="{C44BF676-C898-4844-8886-4A5C8BBB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ebbf5336f457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84">
            <a:extLst xmlns:a="http://schemas.openxmlformats.org/drawingml/2006/main">
              <a:ext uri="{FF2B5EF4-FFF2-40B4-BE49-F238E27FC236}">
                <a16:creationId xmlns:a16="http://schemas.microsoft.com/office/drawing/2014/main" id="{05939919-85ED-439D-878F-8EF3EE36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bd62ea14124b0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85">
            <a:extLst xmlns:a="http://schemas.openxmlformats.org/drawingml/2006/main">
              <a:ext uri="{FF2B5EF4-FFF2-40B4-BE49-F238E27FC236}">
                <a16:creationId xmlns:a16="http://schemas.microsoft.com/office/drawing/2014/main" id="{6D881B8A-6179-4DEA-9071-AF2A741B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75879497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360">
            <a:extLst xmlns:a="http://schemas.openxmlformats.org/drawingml/2006/main">
              <a:ext uri="{FF2B5EF4-FFF2-40B4-BE49-F238E27FC236}">
                <a16:creationId xmlns:a16="http://schemas.microsoft.com/office/drawing/2014/main" id="{5E52F837-949F-4F70-B27B-F86F6875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F9D5CB2-1AAE-4F19-8185-28F6270A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8" name="shape-13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62">
            <a:extLst xmlns:a="http://schemas.openxmlformats.org/drawingml/2006/main">
              <a:ext uri="{FF2B5EF4-FFF2-40B4-BE49-F238E27FC236}">
                <a16:creationId xmlns:a16="http://schemas.microsoft.com/office/drawing/2014/main" id="{42116C30-B755-4ED5-B901-437C89CE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9B9E2A-3709-4AC5-912B-4736897D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363">
            <a:extLst xmlns:a="http://schemas.openxmlformats.org/drawingml/2006/main">
              <a:ext uri="{FF2B5EF4-FFF2-40B4-BE49-F238E27FC236}">
                <a16:creationId xmlns:a16="http://schemas.microsoft.com/office/drawing/2014/main" id="{EE38BBD9-ADAB-455F-A7ED-D740A5C1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364">
            <a:extLst xmlns:a="http://schemas.openxmlformats.org/drawingml/2006/main">
              <a:ext uri="{FF2B5EF4-FFF2-40B4-BE49-F238E27FC236}">
                <a16:creationId xmlns:a16="http://schemas.microsoft.com/office/drawing/2014/main" id="{D8EEC47F-0413-4905-9543-8396A234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65">
            <a:extLst xmlns:a="http://schemas.openxmlformats.org/drawingml/2006/main">
              <a:ext uri="{FF2B5EF4-FFF2-40B4-BE49-F238E27FC236}">
                <a16:creationId xmlns:a16="http://schemas.microsoft.com/office/drawing/2014/main" id="{2FF21B1F-E397-4785-BA9C-D7A068FB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66">
            <a:extLst xmlns:a="http://schemas.openxmlformats.org/drawingml/2006/main">
              <a:ext uri="{FF2B5EF4-FFF2-40B4-BE49-F238E27FC236}">
                <a16:creationId xmlns:a16="http://schemas.microsoft.com/office/drawing/2014/main" id="{83F531D4-2FDF-461D-B6F3-129F55ED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367">
            <a:extLst xmlns:a="http://schemas.openxmlformats.org/drawingml/2006/main">
              <a:ext uri="{FF2B5EF4-FFF2-40B4-BE49-F238E27FC236}">
                <a16:creationId xmlns:a16="http://schemas.microsoft.com/office/drawing/2014/main" id="{03F8F52A-B48C-4ACB-9E30-D0641E43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368">
            <a:extLst xmlns:a="http://schemas.openxmlformats.org/drawingml/2006/main">
              <a:ext uri="{FF2B5EF4-FFF2-40B4-BE49-F238E27FC236}">
                <a16:creationId xmlns:a16="http://schemas.microsoft.com/office/drawing/2014/main" id="{09DEFC2B-F9F6-489A-80C3-529A6C3C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69">
            <a:extLst xmlns:a="http://schemas.openxmlformats.org/drawingml/2006/main">
              <a:ext uri="{FF2B5EF4-FFF2-40B4-BE49-F238E27FC236}">
                <a16:creationId xmlns:a16="http://schemas.microsoft.com/office/drawing/2014/main" id="{B49A572A-9AAD-4F71-9332-BD2E0230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370">
            <a:extLst xmlns:a="http://schemas.openxmlformats.org/drawingml/2006/main">
              <a:ext uri="{FF2B5EF4-FFF2-40B4-BE49-F238E27FC236}">
                <a16:creationId xmlns:a16="http://schemas.microsoft.com/office/drawing/2014/main" id="{0E82BE6B-4029-4843-BA65-4BFECF7E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71">
            <a:extLst xmlns:a="http://schemas.openxmlformats.org/drawingml/2006/main">
              <a:ext uri="{FF2B5EF4-FFF2-40B4-BE49-F238E27FC236}">
                <a16:creationId xmlns:a16="http://schemas.microsoft.com/office/drawing/2014/main" id="{19339E24-CFB3-45B0-A554-B55BA22D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72">
            <a:extLst xmlns:a="http://schemas.openxmlformats.org/drawingml/2006/main">
              <a:ext uri="{FF2B5EF4-FFF2-40B4-BE49-F238E27FC236}">
                <a16:creationId xmlns:a16="http://schemas.microsoft.com/office/drawing/2014/main" id="{6BC881A0-33CA-4E80-83C0-3A40F24B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373">
            <a:extLst xmlns:a="http://schemas.openxmlformats.org/drawingml/2006/main">
              <a:ext uri="{FF2B5EF4-FFF2-40B4-BE49-F238E27FC236}">
                <a16:creationId xmlns:a16="http://schemas.microsoft.com/office/drawing/2014/main" id="{4DB51320-E85A-49EE-BE9E-AC3E2302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374">
            <a:extLst xmlns:a="http://schemas.openxmlformats.org/drawingml/2006/main">
              <a:ext uri="{FF2B5EF4-FFF2-40B4-BE49-F238E27FC236}">
                <a16:creationId xmlns:a16="http://schemas.microsoft.com/office/drawing/2014/main" id="{4A633AC1-9E8F-4531-A5D4-698E08A1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75">
            <a:extLst xmlns:a="http://schemas.openxmlformats.org/drawingml/2006/main">
              <a:ext uri="{FF2B5EF4-FFF2-40B4-BE49-F238E27FC236}">
                <a16:creationId xmlns:a16="http://schemas.microsoft.com/office/drawing/2014/main" id="{964465A7-1C30-44AD-B5D1-722AE0BE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376">
            <a:extLst xmlns:a="http://schemas.openxmlformats.org/drawingml/2006/main">
              <a:ext uri="{FF2B5EF4-FFF2-40B4-BE49-F238E27FC236}">
                <a16:creationId xmlns:a16="http://schemas.microsoft.com/office/drawing/2014/main" id="{AD250297-E95A-40DD-8F56-A8636E63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77">
            <a:extLst xmlns:a="http://schemas.openxmlformats.org/drawingml/2006/main">
              <a:ext uri="{FF2B5EF4-FFF2-40B4-BE49-F238E27FC236}">
                <a16:creationId xmlns:a16="http://schemas.microsoft.com/office/drawing/2014/main" id="{9274A292-DD5E-48E5-99FE-87A58BAD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78">
            <a:extLst xmlns:a="http://schemas.openxmlformats.org/drawingml/2006/main">
              <a:ext uri="{FF2B5EF4-FFF2-40B4-BE49-F238E27FC236}">
                <a16:creationId xmlns:a16="http://schemas.microsoft.com/office/drawing/2014/main" id="{0CED484D-6B9B-4CA6-BF6D-AACA717E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379">
            <a:extLst xmlns:a="http://schemas.openxmlformats.org/drawingml/2006/main">
              <a:ext uri="{FF2B5EF4-FFF2-40B4-BE49-F238E27FC236}">
                <a16:creationId xmlns:a16="http://schemas.microsoft.com/office/drawing/2014/main" id="{8BD8FDF9-3575-421E-B4C5-99142689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380">
            <a:extLst xmlns:a="http://schemas.openxmlformats.org/drawingml/2006/main">
              <a:ext uri="{FF2B5EF4-FFF2-40B4-BE49-F238E27FC236}">
                <a16:creationId xmlns:a16="http://schemas.microsoft.com/office/drawing/2014/main" id="{F9EEB524-22F6-42B3-B379-FF5530FA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81">
            <a:extLst xmlns:a="http://schemas.openxmlformats.org/drawingml/2006/main">
              <a:ext uri="{FF2B5EF4-FFF2-40B4-BE49-F238E27FC236}">
                <a16:creationId xmlns:a16="http://schemas.microsoft.com/office/drawing/2014/main" id="{01AABD85-F1E2-4F26-9D34-644140E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382">
            <a:extLst xmlns:a="http://schemas.openxmlformats.org/drawingml/2006/main">
              <a:ext uri="{FF2B5EF4-FFF2-40B4-BE49-F238E27FC236}">
                <a16:creationId xmlns:a16="http://schemas.microsoft.com/office/drawing/2014/main" id="{22474F9A-CD88-4E81-B27D-B6ABE356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83">
            <a:extLst xmlns:a="http://schemas.openxmlformats.org/drawingml/2006/main">
              <a:ext uri="{FF2B5EF4-FFF2-40B4-BE49-F238E27FC236}">
                <a16:creationId xmlns:a16="http://schemas.microsoft.com/office/drawing/2014/main" id="{085A7841-A5ED-4470-95D5-05CAD077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84">
            <a:extLst xmlns:a="http://schemas.openxmlformats.org/drawingml/2006/main">
              <a:ext uri="{FF2B5EF4-FFF2-40B4-BE49-F238E27FC236}">
                <a16:creationId xmlns:a16="http://schemas.microsoft.com/office/drawing/2014/main" id="{64AB9354-39A6-48A7-9668-05EBFAA9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385">
            <a:extLst xmlns:a="http://schemas.openxmlformats.org/drawingml/2006/main">
              <a:ext uri="{FF2B5EF4-FFF2-40B4-BE49-F238E27FC236}">
                <a16:creationId xmlns:a16="http://schemas.microsoft.com/office/drawing/2014/main" id="{1D50A1BA-D122-4135-A607-DEE06F87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386">
            <a:extLst xmlns:a="http://schemas.openxmlformats.org/drawingml/2006/main">
              <a:ext uri="{FF2B5EF4-FFF2-40B4-BE49-F238E27FC236}">
                <a16:creationId xmlns:a16="http://schemas.microsoft.com/office/drawing/2014/main" id="{117278D4-316F-4E15-9584-0225E3CE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1729">
            <a:extLst xmlns:a="http://schemas.openxmlformats.org/drawingml/2006/main">
              <a:ext uri="{FF2B5EF4-FFF2-40B4-BE49-F238E27FC236}">
                <a16:creationId xmlns:a16="http://schemas.microsoft.com/office/drawing/2014/main" id="{4AAEF71C-E35F-449A-A0C9-09BC3701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2ed51d18eb4469a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2108937a1d4f2d"/>
              </a:rPr>
              <a:t>Codex Skills ↗</a:t>
            </a:r>
          </a:p>
        </p:txBody>
      </p:sp>
      <p:sp>
        <p:nvSpPr>
          <p:cNvPr id="31" name="shape-1786">
            <a:extLst xmlns:a="http://schemas.openxmlformats.org/drawingml/2006/main">
              <a:ext uri="{FF2B5EF4-FFF2-40B4-BE49-F238E27FC236}">
                <a16:creationId xmlns:a16="http://schemas.microsoft.com/office/drawing/2014/main" id="{25FD189B-1C65-43BB-AA99-0B09C199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41d1a6e57e4d9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87">
            <a:extLst xmlns:a="http://schemas.openxmlformats.org/drawingml/2006/main">
              <a:ext uri="{FF2B5EF4-FFF2-40B4-BE49-F238E27FC236}">
                <a16:creationId xmlns:a16="http://schemas.microsoft.com/office/drawing/2014/main" id="{3B369FB2-F186-4517-98BB-4057856D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0014f029644be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88">
            <a:extLst xmlns:a="http://schemas.openxmlformats.org/drawingml/2006/main">
              <a:ext uri="{FF2B5EF4-FFF2-40B4-BE49-F238E27FC236}">
                <a16:creationId xmlns:a16="http://schemas.microsoft.com/office/drawing/2014/main" id="{6001345B-CCAA-4294-B536-452771DB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86752388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387">
            <a:extLst xmlns:a="http://schemas.openxmlformats.org/drawingml/2006/main">
              <a:ext uri="{FF2B5EF4-FFF2-40B4-BE49-F238E27FC236}">
                <a16:creationId xmlns:a16="http://schemas.microsoft.com/office/drawing/2014/main" id="{8F411F49-36FA-43D7-B21F-A59B3FEC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EFF03A-E87E-4A3D-B032-FE462288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3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89">
            <a:extLst xmlns:a="http://schemas.openxmlformats.org/drawingml/2006/main">
              <a:ext uri="{FF2B5EF4-FFF2-40B4-BE49-F238E27FC236}">
                <a16:creationId xmlns:a16="http://schemas.microsoft.com/office/drawing/2014/main" id="{C3270BDF-A4A9-4B88-82D4-1C5F6191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0F3327-9452-4BB0-92F1-C2A0DAA0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390">
            <a:extLst xmlns:a="http://schemas.openxmlformats.org/drawingml/2006/main">
              <a:ext uri="{FF2B5EF4-FFF2-40B4-BE49-F238E27FC236}">
                <a16:creationId xmlns:a16="http://schemas.microsoft.com/office/drawing/2014/main" id="{B7DE567B-98D1-4BD6-A041-A83B4BB1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391">
            <a:extLst xmlns:a="http://schemas.openxmlformats.org/drawingml/2006/main">
              <a:ext uri="{FF2B5EF4-FFF2-40B4-BE49-F238E27FC236}">
                <a16:creationId xmlns:a16="http://schemas.microsoft.com/office/drawing/2014/main" id="{4AF2C187-08D3-449B-9EA8-CE0CAF5D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392">
            <a:extLst xmlns:a="http://schemas.openxmlformats.org/drawingml/2006/main">
              <a:ext uri="{FF2B5EF4-FFF2-40B4-BE49-F238E27FC236}">
                <a16:creationId xmlns:a16="http://schemas.microsoft.com/office/drawing/2014/main" id="{E8836AFF-AE6C-49DA-9F85-138315E0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393">
            <a:extLst xmlns:a="http://schemas.openxmlformats.org/drawingml/2006/main">
              <a:ext uri="{FF2B5EF4-FFF2-40B4-BE49-F238E27FC236}">
                <a16:creationId xmlns:a16="http://schemas.microsoft.com/office/drawing/2014/main" id="{CAC70EE9-5686-4C85-A2C3-7B20A45C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394">
            <a:extLst xmlns:a="http://schemas.openxmlformats.org/drawingml/2006/main">
              <a:ext uri="{FF2B5EF4-FFF2-40B4-BE49-F238E27FC236}">
                <a16:creationId xmlns:a16="http://schemas.microsoft.com/office/drawing/2014/main" id="{B963B0BE-1162-4925-BE34-1BFC494A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395">
            <a:extLst xmlns:a="http://schemas.openxmlformats.org/drawingml/2006/main">
              <a:ext uri="{FF2B5EF4-FFF2-40B4-BE49-F238E27FC236}">
                <a16:creationId xmlns:a16="http://schemas.microsoft.com/office/drawing/2014/main" id="{72FD6506-5AB2-4779-AA96-0D2E7F26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396">
            <a:extLst xmlns:a="http://schemas.openxmlformats.org/drawingml/2006/main">
              <a:ext uri="{FF2B5EF4-FFF2-40B4-BE49-F238E27FC236}">
                <a16:creationId xmlns:a16="http://schemas.microsoft.com/office/drawing/2014/main" id="{420B92B4-1F8F-4F14-A5DB-EBB56509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730">
            <a:extLst xmlns:a="http://schemas.openxmlformats.org/drawingml/2006/main">
              <a:ext uri="{FF2B5EF4-FFF2-40B4-BE49-F238E27FC236}">
                <a16:creationId xmlns:a16="http://schemas.microsoft.com/office/drawing/2014/main" id="{21B9256E-8813-47FB-868D-F926E02C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7636cdb22f846ca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e075a8312948b2"/>
              </a:rPr>
              <a:t>Codex Skills ↗</a:t>
            </a:r>
          </a:p>
        </p:txBody>
      </p:sp>
      <p:sp>
        <p:nvSpPr>
          <p:cNvPr id="14" name="shape-1789">
            <a:extLst xmlns:a="http://schemas.openxmlformats.org/drawingml/2006/main">
              <a:ext uri="{FF2B5EF4-FFF2-40B4-BE49-F238E27FC236}">
                <a16:creationId xmlns:a16="http://schemas.microsoft.com/office/drawing/2014/main" id="{DADA2FF7-C344-40BC-9096-849F0BFA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b857ca68c449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790">
            <a:extLst xmlns:a="http://schemas.openxmlformats.org/drawingml/2006/main">
              <a:ext uri="{FF2B5EF4-FFF2-40B4-BE49-F238E27FC236}">
                <a16:creationId xmlns:a16="http://schemas.microsoft.com/office/drawing/2014/main" id="{537B70A2-17A1-407E-A9A2-410F5194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706d40a1c4e7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791">
            <a:extLst xmlns:a="http://schemas.openxmlformats.org/drawingml/2006/main">
              <a:ext uri="{FF2B5EF4-FFF2-40B4-BE49-F238E27FC236}">
                <a16:creationId xmlns:a16="http://schemas.microsoft.com/office/drawing/2014/main" id="{497D6050-CFF6-4E74-9306-1F4A167D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63693144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397">
            <a:extLst xmlns:a="http://schemas.openxmlformats.org/drawingml/2006/main">
              <a:ext uri="{FF2B5EF4-FFF2-40B4-BE49-F238E27FC236}">
                <a16:creationId xmlns:a16="http://schemas.microsoft.com/office/drawing/2014/main" id="{8B4236AD-3C23-414E-9946-192C582F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2AD70E-668C-4690-BE9C-72A34A9A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3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99">
            <a:extLst xmlns:a="http://schemas.openxmlformats.org/drawingml/2006/main">
              <a:ext uri="{FF2B5EF4-FFF2-40B4-BE49-F238E27FC236}">
                <a16:creationId xmlns:a16="http://schemas.microsoft.com/office/drawing/2014/main" id="{2AC85596-058F-413F-9C30-A75E660A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363A15B-17A2-4C90-97B1-0DD938D5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400">
            <a:extLst xmlns:a="http://schemas.openxmlformats.org/drawingml/2006/main">
              <a:ext uri="{FF2B5EF4-FFF2-40B4-BE49-F238E27FC236}">
                <a16:creationId xmlns:a16="http://schemas.microsoft.com/office/drawing/2014/main" id="{CD6C32F7-142F-463E-B59D-F369F483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01">
            <a:extLst xmlns:a="http://schemas.openxmlformats.org/drawingml/2006/main">
              <a:ext uri="{FF2B5EF4-FFF2-40B4-BE49-F238E27FC236}">
                <a16:creationId xmlns:a16="http://schemas.microsoft.com/office/drawing/2014/main" id="{1EB08F98-5F1A-4573-83E3-65FF5AD8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02">
            <a:extLst xmlns:a="http://schemas.openxmlformats.org/drawingml/2006/main">
              <a:ext uri="{FF2B5EF4-FFF2-40B4-BE49-F238E27FC236}">
                <a16:creationId xmlns:a16="http://schemas.microsoft.com/office/drawing/2014/main" id="{9F098A8B-8BC5-4017-B48E-DBB30198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403">
            <a:extLst xmlns:a="http://schemas.openxmlformats.org/drawingml/2006/main">
              <a:ext uri="{FF2B5EF4-FFF2-40B4-BE49-F238E27FC236}">
                <a16:creationId xmlns:a16="http://schemas.microsoft.com/office/drawing/2014/main" id="{6D83C1A6-CD58-4DB3-975B-3B2CD222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404">
            <a:extLst xmlns:a="http://schemas.openxmlformats.org/drawingml/2006/main">
              <a:ext uri="{FF2B5EF4-FFF2-40B4-BE49-F238E27FC236}">
                <a16:creationId xmlns:a16="http://schemas.microsoft.com/office/drawing/2014/main" id="{5DF19BA7-B098-47F8-B4FF-9F4947FC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05">
            <a:extLst xmlns:a="http://schemas.openxmlformats.org/drawingml/2006/main">
              <a:ext uri="{FF2B5EF4-FFF2-40B4-BE49-F238E27FC236}">
                <a16:creationId xmlns:a16="http://schemas.microsoft.com/office/drawing/2014/main" id="{A6016CED-6F59-4D55-8435-D82E38D4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06">
            <a:extLst xmlns:a="http://schemas.openxmlformats.org/drawingml/2006/main">
              <a:ext uri="{FF2B5EF4-FFF2-40B4-BE49-F238E27FC236}">
                <a16:creationId xmlns:a16="http://schemas.microsoft.com/office/drawing/2014/main" id="{C3B344EA-B819-4031-8304-F0DEF9C8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407">
            <a:extLst xmlns:a="http://schemas.openxmlformats.org/drawingml/2006/main">
              <a:ext uri="{FF2B5EF4-FFF2-40B4-BE49-F238E27FC236}">
                <a16:creationId xmlns:a16="http://schemas.microsoft.com/office/drawing/2014/main" id="{F7BC4298-8698-45A2-BAA0-8C195606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408">
            <a:extLst xmlns:a="http://schemas.openxmlformats.org/drawingml/2006/main">
              <a:ext uri="{FF2B5EF4-FFF2-40B4-BE49-F238E27FC236}">
                <a16:creationId xmlns:a16="http://schemas.microsoft.com/office/drawing/2014/main" id="{849BC2C9-3A23-484A-811E-3FB3416D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09">
            <a:extLst xmlns:a="http://schemas.openxmlformats.org/drawingml/2006/main">
              <a:ext uri="{FF2B5EF4-FFF2-40B4-BE49-F238E27FC236}">
                <a16:creationId xmlns:a16="http://schemas.microsoft.com/office/drawing/2014/main" id="{DCBF1888-40FE-4519-AEE3-311DC83D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10">
            <a:extLst xmlns:a="http://schemas.openxmlformats.org/drawingml/2006/main">
              <a:ext uri="{FF2B5EF4-FFF2-40B4-BE49-F238E27FC236}">
                <a16:creationId xmlns:a16="http://schemas.microsoft.com/office/drawing/2014/main" id="{A1BC37B2-500D-42B5-A454-DB6A5903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411">
            <a:extLst xmlns:a="http://schemas.openxmlformats.org/drawingml/2006/main">
              <a:ext uri="{FF2B5EF4-FFF2-40B4-BE49-F238E27FC236}">
                <a16:creationId xmlns:a16="http://schemas.microsoft.com/office/drawing/2014/main" id="{16AEBC6D-E5EA-49C9-9BF2-F2EBA68C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412">
            <a:extLst xmlns:a="http://schemas.openxmlformats.org/drawingml/2006/main">
              <a:ext uri="{FF2B5EF4-FFF2-40B4-BE49-F238E27FC236}">
                <a16:creationId xmlns:a16="http://schemas.microsoft.com/office/drawing/2014/main" id="{C1253A6A-33CC-4B7C-A0DA-40EDDEFD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413">
            <a:extLst xmlns:a="http://schemas.openxmlformats.org/drawingml/2006/main">
              <a:ext uri="{FF2B5EF4-FFF2-40B4-BE49-F238E27FC236}">
                <a16:creationId xmlns:a16="http://schemas.microsoft.com/office/drawing/2014/main" id="{209FDEB3-3AF8-46BB-B4F9-4D8F6A84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414">
            <a:extLst xmlns:a="http://schemas.openxmlformats.org/drawingml/2006/main">
              <a:ext uri="{FF2B5EF4-FFF2-40B4-BE49-F238E27FC236}">
                <a16:creationId xmlns:a16="http://schemas.microsoft.com/office/drawing/2014/main" id="{2112BABE-A2E1-442E-8698-17675ADB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415">
            <a:extLst xmlns:a="http://schemas.openxmlformats.org/drawingml/2006/main">
              <a:ext uri="{FF2B5EF4-FFF2-40B4-BE49-F238E27FC236}">
                <a16:creationId xmlns:a16="http://schemas.microsoft.com/office/drawing/2014/main" id="{0B64A9B5-5D8E-41EF-AB43-E4537148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5" name="text-1416">
            <a:extLst xmlns:a="http://schemas.openxmlformats.org/drawingml/2006/main">
              <a:ext uri="{FF2B5EF4-FFF2-40B4-BE49-F238E27FC236}">
                <a16:creationId xmlns:a16="http://schemas.microsoft.com/office/drawing/2014/main" id="{5F2EEB2B-F859-436E-AEE6-56C57F30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731">
            <a:extLst xmlns:a="http://schemas.openxmlformats.org/drawingml/2006/main">
              <a:ext uri="{FF2B5EF4-FFF2-40B4-BE49-F238E27FC236}">
                <a16:creationId xmlns:a16="http://schemas.microsoft.com/office/drawing/2014/main" id="{6401E229-1B67-4F27-B8F9-A8A7DF09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68573df98f44e67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246163f88fa49dd"/>
              </a:rPr>
              <a:t>Codex Skills ↗</a:t>
            </a:r>
          </a:p>
        </p:txBody>
      </p:sp>
      <p:sp>
        <p:nvSpPr>
          <p:cNvPr id="27" name="shape-1792">
            <a:extLst xmlns:a="http://schemas.openxmlformats.org/drawingml/2006/main">
              <a:ext uri="{FF2B5EF4-FFF2-40B4-BE49-F238E27FC236}">
                <a16:creationId xmlns:a16="http://schemas.microsoft.com/office/drawing/2014/main" id="{1FB2EF77-46C6-4D83-8EF4-3C7B3F62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04b47f217c451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793">
            <a:extLst xmlns:a="http://schemas.openxmlformats.org/drawingml/2006/main">
              <a:ext uri="{FF2B5EF4-FFF2-40B4-BE49-F238E27FC236}">
                <a16:creationId xmlns:a16="http://schemas.microsoft.com/office/drawing/2014/main" id="{A864186B-1B88-4CB0-9963-0A4A6D2A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9eb2d79d124c7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794">
            <a:extLst xmlns:a="http://schemas.openxmlformats.org/drawingml/2006/main">
              <a:ext uri="{FF2B5EF4-FFF2-40B4-BE49-F238E27FC236}">
                <a16:creationId xmlns:a16="http://schemas.microsoft.com/office/drawing/2014/main" id="{890B459B-A895-4D1C-923C-30C37B43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12593698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17">
            <a:extLst xmlns:a="http://schemas.openxmlformats.org/drawingml/2006/main">
              <a:ext uri="{FF2B5EF4-FFF2-40B4-BE49-F238E27FC236}">
                <a16:creationId xmlns:a16="http://schemas.microsoft.com/office/drawing/2014/main" id="{F085879C-A1AE-458B-9185-4CD6F074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66996E-3D60-4F5D-A0E3-7B922AA9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41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19">
            <a:extLst xmlns:a="http://schemas.openxmlformats.org/drawingml/2006/main">
              <a:ext uri="{FF2B5EF4-FFF2-40B4-BE49-F238E27FC236}">
                <a16:creationId xmlns:a16="http://schemas.microsoft.com/office/drawing/2014/main" id="{AC89FEA4-E0E9-4D7C-BC72-E96D43D7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D03B148-B806-4D97-9418-3C9CE0A2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420">
            <a:extLst xmlns:a="http://schemas.openxmlformats.org/drawingml/2006/main">
              <a:ext uri="{FF2B5EF4-FFF2-40B4-BE49-F238E27FC236}">
                <a16:creationId xmlns:a16="http://schemas.microsoft.com/office/drawing/2014/main" id="{A3B09BC2-FE28-42F4-B66F-FAB16A22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21">
            <a:extLst xmlns:a="http://schemas.openxmlformats.org/drawingml/2006/main">
              <a:ext uri="{FF2B5EF4-FFF2-40B4-BE49-F238E27FC236}">
                <a16:creationId xmlns:a16="http://schemas.microsoft.com/office/drawing/2014/main" id="{9F93D6F5-AB4B-48C9-ACB0-DA6F2569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22">
            <a:extLst xmlns:a="http://schemas.openxmlformats.org/drawingml/2006/main">
              <a:ext uri="{FF2B5EF4-FFF2-40B4-BE49-F238E27FC236}">
                <a16:creationId xmlns:a16="http://schemas.microsoft.com/office/drawing/2014/main" id="{FFAE7402-B6D4-47EF-AB2B-9F381998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23">
            <a:extLst xmlns:a="http://schemas.openxmlformats.org/drawingml/2006/main">
              <a:ext uri="{FF2B5EF4-FFF2-40B4-BE49-F238E27FC236}">
                <a16:creationId xmlns:a16="http://schemas.microsoft.com/office/drawing/2014/main" id="{5E2BA6F8-E471-4CD1-B480-C4BD8BA2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424">
            <a:extLst xmlns:a="http://schemas.openxmlformats.org/drawingml/2006/main">
              <a:ext uri="{FF2B5EF4-FFF2-40B4-BE49-F238E27FC236}">
                <a16:creationId xmlns:a16="http://schemas.microsoft.com/office/drawing/2014/main" id="{730B3D3D-D7D3-4C5D-9E34-4A163DEF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25">
            <a:extLst xmlns:a="http://schemas.openxmlformats.org/drawingml/2006/main">
              <a:ext uri="{FF2B5EF4-FFF2-40B4-BE49-F238E27FC236}">
                <a16:creationId xmlns:a16="http://schemas.microsoft.com/office/drawing/2014/main" id="{E173CDD7-BA78-4F0A-9747-FAACFE4B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426">
            <a:extLst xmlns:a="http://schemas.openxmlformats.org/drawingml/2006/main">
              <a:ext uri="{FF2B5EF4-FFF2-40B4-BE49-F238E27FC236}">
                <a16:creationId xmlns:a16="http://schemas.microsoft.com/office/drawing/2014/main" id="{A7621FE3-9F88-4466-A2E1-49C39B98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27">
            <a:extLst xmlns:a="http://schemas.openxmlformats.org/drawingml/2006/main">
              <a:ext uri="{FF2B5EF4-FFF2-40B4-BE49-F238E27FC236}">
                <a16:creationId xmlns:a16="http://schemas.microsoft.com/office/drawing/2014/main" id="{1AE4E85B-FD85-4466-A782-AC74DD19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428">
            <a:extLst xmlns:a="http://schemas.openxmlformats.org/drawingml/2006/main">
              <a:ext uri="{FF2B5EF4-FFF2-40B4-BE49-F238E27FC236}">
                <a16:creationId xmlns:a16="http://schemas.microsoft.com/office/drawing/2014/main" id="{270244E9-1627-47F5-837D-E64A0D9A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29">
            <a:extLst xmlns:a="http://schemas.openxmlformats.org/drawingml/2006/main">
              <a:ext uri="{FF2B5EF4-FFF2-40B4-BE49-F238E27FC236}">
                <a16:creationId xmlns:a16="http://schemas.microsoft.com/office/drawing/2014/main" id="{7CC8A425-B66A-44E1-AAA0-3E52DA7C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430">
            <a:extLst xmlns:a="http://schemas.openxmlformats.org/drawingml/2006/main">
              <a:ext uri="{FF2B5EF4-FFF2-40B4-BE49-F238E27FC236}">
                <a16:creationId xmlns:a16="http://schemas.microsoft.com/office/drawing/2014/main" id="{EBEA894A-C894-4C76-A3C7-50B25009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431">
            <a:extLst xmlns:a="http://schemas.openxmlformats.org/drawingml/2006/main">
              <a:ext uri="{FF2B5EF4-FFF2-40B4-BE49-F238E27FC236}">
                <a16:creationId xmlns:a16="http://schemas.microsoft.com/office/drawing/2014/main" id="{04CE6A06-C6EB-46E6-ACF8-2EB18467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32">
            <a:extLst xmlns:a="http://schemas.openxmlformats.org/drawingml/2006/main">
              <a:ext uri="{FF2B5EF4-FFF2-40B4-BE49-F238E27FC236}">
                <a16:creationId xmlns:a16="http://schemas.microsoft.com/office/drawing/2014/main" id="{8361982A-F5A1-4E8B-8B2C-3C92D2B7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732">
            <a:extLst xmlns:a="http://schemas.openxmlformats.org/drawingml/2006/main">
              <a:ext uri="{FF2B5EF4-FFF2-40B4-BE49-F238E27FC236}">
                <a16:creationId xmlns:a16="http://schemas.microsoft.com/office/drawing/2014/main" id="{B5A424B0-BF0F-4826-89DE-3598495B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6254fdf55de4b19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683690b6f084f9e"/>
              </a:rPr>
              <a:t>Codex Skills ↗</a:t>
            </a:r>
          </a:p>
        </p:txBody>
      </p:sp>
      <p:sp>
        <p:nvSpPr>
          <p:cNvPr id="20" name="shape-1795">
            <a:extLst xmlns:a="http://schemas.openxmlformats.org/drawingml/2006/main">
              <a:ext uri="{FF2B5EF4-FFF2-40B4-BE49-F238E27FC236}">
                <a16:creationId xmlns:a16="http://schemas.microsoft.com/office/drawing/2014/main" id="{1DBFE783-7127-48B4-87D4-B1DEB278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024a5696e04b1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796">
            <a:extLst xmlns:a="http://schemas.openxmlformats.org/drawingml/2006/main">
              <a:ext uri="{FF2B5EF4-FFF2-40B4-BE49-F238E27FC236}">
                <a16:creationId xmlns:a16="http://schemas.microsoft.com/office/drawing/2014/main" id="{791C7A9C-E859-441B-92CB-8E6998AF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e5390aa43471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797">
            <a:extLst xmlns:a="http://schemas.openxmlformats.org/drawingml/2006/main">
              <a:ext uri="{FF2B5EF4-FFF2-40B4-BE49-F238E27FC236}">
                <a16:creationId xmlns:a16="http://schemas.microsoft.com/office/drawing/2014/main" id="{E41A0FBC-6018-484A-9FC9-95D5FC3F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54012250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33">
            <a:extLst xmlns:a="http://schemas.openxmlformats.org/drawingml/2006/main">
              <a:ext uri="{FF2B5EF4-FFF2-40B4-BE49-F238E27FC236}">
                <a16:creationId xmlns:a16="http://schemas.microsoft.com/office/drawing/2014/main" id="{371AA9BF-666A-4B4F-BB31-04158EA7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850D2C-1B33-4477-9D4E-F767DE46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4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35">
            <a:extLst xmlns:a="http://schemas.openxmlformats.org/drawingml/2006/main">
              <a:ext uri="{FF2B5EF4-FFF2-40B4-BE49-F238E27FC236}">
                <a16:creationId xmlns:a16="http://schemas.microsoft.com/office/drawing/2014/main" id="{6DBE36D9-620E-4469-AADA-B5001E66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7AA96A6-045C-4787-A200-81EC8284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436">
            <a:extLst xmlns:a="http://schemas.openxmlformats.org/drawingml/2006/main">
              <a:ext uri="{FF2B5EF4-FFF2-40B4-BE49-F238E27FC236}">
                <a16:creationId xmlns:a16="http://schemas.microsoft.com/office/drawing/2014/main" id="{E87F04A0-4936-4B56-AC03-A6E42F4C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37">
            <a:extLst xmlns:a="http://schemas.openxmlformats.org/drawingml/2006/main">
              <a:ext uri="{FF2B5EF4-FFF2-40B4-BE49-F238E27FC236}">
                <a16:creationId xmlns:a16="http://schemas.microsoft.com/office/drawing/2014/main" id="{FB4780DF-720F-4534-9550-6B35B97E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38">
            <a:extLst xmlns:a="http://schemas.openxmlformats.org/drawingml/2006/main">
              <a:ext uri="{FF2B5EF4-FFF2-40B4-BE49-F238E27FC236}">
                <a16:creationId xmlns:a16="http://schemas.microsoft.com/office/drawing/2014/main" id="{502843FF-AB63-4568-A5D1-FDE130AD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439">
            <a:extLst xmlns:a="http://schemas.openxmlformats.org/drawingml/2006/main">
              <a:ext uri="{FF2B5EF4-FFF2-40B4-BE49-F238E27FC236}">
                <a16:creationId xmlns:a16="http://schemas.microsoft.com/office/drawing/2014/main" id="{F290B918-C666-4E3F-BDD6-E20C3164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440">
            <a:extLst xmlns:a="http://schemas.openxmlformats.org/drawingml/2006/main">
              <a:ext uri="{FF2B5EF4-FFF2-40B4-BE49-F238E27FC236}">
                <a16:creationId xmlns:a16="http://schemas.microsoft.com/office/drawing/2014/main" id="{164E11F0-D401-4AEA-9CF4-1BA0488C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41">
            <a:extLst xmlns:a="http://schemas.openxmlformats.org/drawingml/2006/main">
              <a:ext uri="{FF2B5EF4-FFF2-40B4-BE49-F238E27FC236}">
                <a16:creationId xmlns:a16="http://schemas.microsoft.com/office/drawing/2014/main" id="{A5124473-B48B-47FC-A268-15CA7115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42">
            <a:extLst xmlns:a="http://schemas.openxmlformats.org/drawingml/2006/main">
              <a:ext uri="{FF2B5EF4-FFF2-40B4-BE49-F238E27FC236}">
                <a16:creationId xmlns:a16="http://schemas.microsoft.com/office/drawing/2014/main" id="{D291DA23-3F10-429B-B0ED-A92D4AAF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443">
            <a:extLst xmlns:a="http://schemas.openxmlformats.org/drawingml/2006/main">
              <a:ext uri="{FF2B5EF4-FFF2-40B4-BE49-F238E27FC236}">
                <a16:creationId xmlns:a16="http://schemas.microsoft.com/office/drawing/2014/main" id="{5EBC1155-40FB-49DC-89EC-45F021E3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444">
            <a:extLst xmlns:a="http://schemas.openxmlformats.org/drawingml/2006/main">
              <a:ext uri="{FF2B5EF4-FFF2-40B4-BE49-F238E27FC236}">
                <a16:creationId xmlns:a16="http://schemas.microsoft.com/office/drawing/2014/main" id="{DFDE74E5-3525-4946-8D8B-4FEC27A2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45">
            <a:extLst xmlns:a="http://schemas.openxmlformats.org/drawingml/2006/main">
              <a:ext uri="{FF2B5EF4-FFF2-40B4-BE49-F238E27FC236}">
                <a16:creationId xmlns:a16="http://schemas.microsoft.com/office/drawing/2014/main" id="{3D2D8385-2B6D-4C08-8FAA-32F3FC3D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46">
            <a:extLst xmlns:a="http://schemas.openxmlformats.org/drawingml/2006/main">
              <a:ext uri="{FF2B5EF4-FFF2-40B4-BE49-F238E27FC236}">
                <a16:creationId xmlns:a16="http://schemas.microsoft.com/office/drawing/2014/main" id="{C6B30813-85BD-4CE2-9D87-E0482FB3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447">
            <a:extLst xmlns:a="http://schemas.openxmlformats.org/drawingml/2006/main">
              <a:ext uri="{FF2B5EF4-FFF2-40B4-BE49-F238E27FC236}">
                <a16:creationId xmlns:a16="http://schemas.microsoft.com/office/drawing/2014/main" id="{AFF7923B-9450-465E-89FC-35062E87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448">
            <a:extLst xmlns:a="http://schemas.openxmlformats.org/drawingml/2006/main">
              <a:ext uri="{FF2B5EF4-FFF2-40B4-BE49-F238E27FC236}">
                <a16:creationId xmlns:a16="http://schemas.microsoft.com/office/drawing/2014/main" id="{6BE6C184-18F0-4823-B0E3-C689D173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49">
            <a:extLst xmlns:a="http://schemas.openxmlformats.org/drawingml/2006/main">
              <a:ext uri="{FF2B5EF4-FFF2-40B4-BE49-F238E27FC236}">
                <a16:creationId xmlns:a16="http://schemas.microsoft.com/office/drawing/2014/main" id="{054C8D50-6D70-4E46-B805-95CE6880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50">
            <a:extLst xmlns:a="http://schemas.openxmlformats.org/drawingml/2006/main">
              <a:ext uri="{FF2B5EF4-FFF2-40B4-BE49-F238E27FC236}">
                <a16:creationId xmlns:a16="http://schemas.microsoft.com/office/drawing/2014/main" id="{786BC7B7-9E90-4DBE-8E78-B5C3474B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451">
            <a:extLst xmlns:a="http://schemas.openxmlformats.org/drawingml/2006/main">
              <a:ext uri="{FF2B5EF4-FFF2-40B4-BE49-F238E27FC236}">
                <a16:creationId xmlns:a16="http://schemas.microsoft.com/office/drawing/2014/main" id="{DE22AC50-F581-4A75-BDAF-4EE978BB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733">
            <a:extLst xmlns:a="http://schemas.openxmlformats.org/drawingml/2006/main">
              <a:ext uri="{FF2B5EF4-FFF2-40B4-BE49-F238E27FC236}">
                <a16:creationId xmlns:a16="http://schemas.microsoft.com/office/drawing/2014/main" id="{B7C05A89-CF25-42F5-9E32-63283824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f0900eb29a448a8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e52311f4ac24c26"/>
              </a:rPr>
              <a:t>Codex Skills ↗</a:t>
            </a:r>
          </a:p>
        </p:txBody>
      </p:sp>
      <p:sp>
        <p:nvSpPr>
          <p:cNvPr id="23" name="shape-1798">
            <a:extLst xmlns:a="http://schemas.openxmlformats.org/drawingml/2006/main">
              <a:ext uri="{FF2B5EF4-FFF2-40B4-BE49-F238E27FC236}">
                <a16:creationId xmlns:a16="http://schemas.microsoft.com/office/drawing/2014/main" id="{D70C40D7-B56B-4BA3-AFCD-784E50F4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177362dda4ce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99">
            <a:extLst xmlns:a="http://schemas.openxmlformats.org/drawingml/2006/main">
              <a:ext uri="{FF2B5EF4-FFF2-40B4-BE49-F238E27FC236}">
                <a16:creationId xmlns:a16="http://schemas.microsoft.com/office/drawing/2014/main" id="{F267EE43-DCA5-4655-9A0B-C856635E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bdd03b91c749c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800">
            <a:extLst xmlns:a="http://schemas.openxmlformats.org/drawingml/2006/main">
              <a:ext uri="{FF2B5EF4-FFF2-40B4-BE49-F238E27FC236}">
                <a16:creationId xmlns:a16="http://schemas.microsoft.com/office/drawing/2014/main" id="{149D3C80-3C8D-4E19-A5AC-731319B7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2696838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452">
            <a:extLst xmlns:a="http://schemas.openxmlformats.org/drawingml/2006/main">
              <a:ext uri="{FF2B5EF4-FFF2-40B4-BE49-F238E27FC236}">
                <a16:creationId xmlns:a16="http://schemas.microsoft.com/office/drawing/2014/main" id="{D6E9A0CE-22D3-4EBD-9C94-C5E7BA3B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453">
            <a:extLst xmlns:a="http://schemas.openxmlformats.org/drawingml/2006/main">
              <a:ext uri="{FF2B5EF4-FFF2-40B4-BE49-F238E27FC236}">
                <a16:creationId xmlns:a16="http://schemas.microsoft.com/office/drawing/2014/main" id="{1F00B8CE-DA3F-40F9-8323-54E00B70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454">
            <a:extLst xmlns:a="http://schemas.openxmlformats.org/drawingml/2006/main">
              <a:ext uri="{FF2B5EF4-FFF2-40B4-BE49-F238E27FC236}">
                <a16:creationId xmlns:a16="http://schemas.microsoft.com/office/drawing/2014/main" id="{A5D2E4EA-A83C-40FC-ACFD-84B12CE2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455">
            <a:extLst xmlns:a="http://schemas.openxmlformats.org/drawingml/2006/main">
              <a:ext uri="{FF2B5EF4-FFF2-40B4-BE49-F238E27FC236}">
                <a16:creationId xmlns:a16="http://schemas.microsoft.com/office/drawing/2014/main" id="{60D2A5C0-EF59-478C-8761-C73A7BA9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456">
            <a:extLst xmlns:a="http://schemas.openxmlformats.org/drawingml/2006/main">
              <a:ext uri="{FF2B5EF4-FFF2-40B4-BE49-F238E27FC236}">
                <a16:creationId xmlns:a16="http://schemas.microsoft.com/office/drawing/2014/main" id="{4893D0A3-BEFD-4A90-B5FE-91DE9A69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4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458">
            <a:extLst xmlns:a="http://schemas.openxmlformats.org/drawingml/2006/main">
              <a:ext uri="{FF2B5EF4-FFF2-40B4-BE49-F238E27FC236}">
                <a16:creationId xmlns:a16="http://schemas.microsoft.com/office/drawing/2014/main" id="{D81BC06B-2ED9-4470-B9BA-2E6EC2F9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23BDA5-332B-4AEB-894E-02935D2B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735">
            <a:extLst xmlns:a="http://schemas.openxmlformats.org/drawingml/2006/main">
              <a:ext uri="{FF2B5EF4-FFF2-40B4-BE49-F238E27FC236}">
                <a16:creationId xmlns:a16="http://schemas.microsoft.com/office/drawing/2014/main" id="{FF1D028A-FF71-4B75-89C4-CB6A2122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546b1c2a4b944b5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8db86fc63314ca8"/>
              </a:rPr>
              <a:t>Codex ↗</a:t>
            </a:r>
          </a:p>
        </p:txBody>
      </p:sp>
      <p:sp>
        <p:nvSpPr>
          <p:cNvPr id="10" name="shape-1803">
            <a:extLst xmlns:a="http://schemas.openxmlformats.org/drawingml/2006/main">
              <a:ext uri="{FF2B5EF4-FFF2-40B4-BE49-F238E27FC236}">
                <a16:creationId xmlns:a16="http://schemas.microsoft.com/office/drawing/2014/main" id="{56BBF0FF-3041-450D-9DA9-AA6DFF68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fbadda61424bf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804">
            <a:extLst xmlns:a="http://schemas.openxmlformats.org/drawingml/2006/main">
              <a:ext uri="{FF2B5EF4-FFF2-40B4-BE49-F238E27FC236}">
                <a16:creationId xmlns:a16="http://schemas.microsoft.com/office/drawing/2014/main" id="{228901BF-8B5B-4081-90AA-9956EA37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33f9b853f648c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805">
            <a:extLst xmlns:a="http://schemas.openxmlformats.org/drawingml/2006/main">
              <a:ext uri="{FF2B5EF4-FFF2-40B4-BE49-F238E27FC236}">
                <a16:creationId xmlns:a16="http://schemas.microsoft.com/office/drawing/2014/main" id="{9C01D69C-91F0-41DD-8DF6-EEFD82C8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1985059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459">
            <a:extLst xmlns:a="http://schemas.openxmlformats.org/drawingml/2006/main">
              <a:ext uri="{FF2B5EF4-FFF2-40B4-BE49-F238E27FC236}">
                <a16:creationId xmlns:a16="http://schemas.microsoft.com/office/drawing/2014/main" id="{B9E30A85-CF30-4643-9326-7FFCBE5B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0C85BA-0C25-4D98-A68C-16290C17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4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61">
            <a:extLst xmlns:a="http://schemas.openxmlformats.org/drawingml/2006/main">
              <a:ext uri="{FF2B5EF4-FFF2-40B4-BE49-F238E27FC236}">
                <a16:creationId xmlns:a16="http://schemas.microsoft.com/office/drawing/2014/main" id="{3A056580-CE24-44BB-BA9E-790FF7A0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2C8404-ED34-4AA5-B052-7659DDDE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462">
            <a:extLst xmlns:a="http://schemas.openxmlformats.org/drawingml/2006/main">
              <a:ext uri="{FF2B5EF4-FFF2-40B4-BE49-F238E27FC236}">
                <a16:creationId xmlns:a16="http://schemas.microsoft.com/office/drawing/2014/main" id="{7126AB7C-EC32-4BBC-B134-FF8202F1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463">
            <a:extLst xmlns:a="http://schemas.openxmlformats.org/drawingml/2006/main">
              <a:ext uri="{FF2B5EF4-FFF2-40B4-BE49-F238E27FC236}">
                <a16:creationId xmlns:a16="http://schemas.microsoft.com/office/drawing/2014/main" id="{67EB6C5E-A6F2-48E8-A0C9-051D3D17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464">
            <a:extLst xmlns:a="http://schemas.openxmlformats.org/drawingml/2006/main">
              <a:ext uri="{FF2B5EF4-FFF2-40B4-BE49-F238E27FC236}">
                <a16:creationId xmlns:a16="http://schemas.microsoft.com/office/drawing/2014/main" id="{1D8C0A1D-4C67-4A75-9095-CC848218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465">
            <a:extLst xmlns:a="http://schemas.openxmlformats.org/drawingml/2006/main">
              <a:ext uri="{FF2B5EF4-FFF2-40B4-BE49-F238E27FC236}">
                <a16:creationId xmlns:a16="http://schemas.microsoft.com/office/drawing/2014/main" id="{D04514F9-1041-4DF4-9880-0B1973FF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466">
            <a:extLst xmlns:a="http://schemas.openxmlformats.org/drawingml/2006/main">
              <a:ext uri="{FF2B5EF4-FFF2-40B4-BE49-F238E27FC236}">
                <a16:creationId xmlns:a16="http://schemas.microsoft.com/office/drawing/2014/main" id="{5D58D696-6431-4B22-96FA-9F2F7A63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467">
            <a:extLst xmlns:a="http://schemas.openxmlformats.org/drawingml/2006/main">
              <a:ext uri="{FF2B5EF4-FFF2-40B4-BE49-F238E27FC236}">
                <a16:creationId xmlns:a16="http://schemas.microsoft.com/office/drawing/2014/main" id="{6C945DEA-9696-4323-867E-34536ED3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468">
            <a:extLst xmlns:a="http://schemas.openxmlformats.org/drawingml/2006/main">
              <a:ext uri="{FF2B5EF4-FFF2-40B4-BE49-F238E27FC236}">
                <a16:creationId xmlns:a16="http://schemas.microsoft.com/office/drawing/2014/main" id="{EFCC43FF-AA98-4732-AA7D-3F82C763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469">
            <a:extLst xmlns:a="http://schemas.openxmlformats.org/drawingml/2006/main">
              <a:ext uri="{FF2B5EF4-FFF2-40B4-BE49-F238E27FC236}">
                <a16:creationId xmlns:a16="http://schemas.microsoft.com/office/drawing/2014/main" id="{7648F8CB-0755-4669-A3B4-55304D92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470">
            <a:extLst xmlns:a="http://schemas.openxmlformats.org/drawingml/2006/main">
              <a:ext uri="{FF2B5EF4-FFF2-40B4-BE49-F238E27FC236}">
                <a16:creationId xmlns:a16="http://schemas.microsoft.com/office/drawing/2014/main" id="{9FC0BF09-0288-4BD3-B692-6F68CD57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sp>
        <p:nvSpPr>
          <p:cNvPr id="17" name="text-1471">
            <a:extLst xmlns:a="http://schemas.openxmlformats.org/drawingml/2006/main">
              <a:ext uri="{FF2B5EF4-FFF2-40B4-BE49-F238E27FC236}">
                <a16:creationId xmlns:a16="http://schemas.microsoft.com/office/drawing/2014/main" id="{A241E770-AEBD-4D00-8561-DDF6F9AE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472">
            <a:extLst xmlns:a="http://schemas.openxmlformats.org/drawingml/2006/main">
              <a:ext uri="{FF2B5EF4-FFF2-40B4-BE49-F238E27FC236}">
                <a16:creationId xmlns:a16="http://schemas.microsoft.com/office/drawing/2014/main" id="{F3C3B788-B047-4E8F-9786-6A3177C1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473">
            <a:extLst xmlns:a="http://schemas.openxmlformats.org/drawingml/2006/main">
              <a:ext uri="{FF2B5EF4-FFF2-40B4-BE49-F238E27FC236}">
                <a16:creationId xmlns:a16="http://schemas.microsoft.com/office/drawing/2014/main" id="{DBD1480F-7B6B-42DE-AAC2-B4A203CB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CD2C7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2" name="text-1474">
            <a:extLst xmlns:a="http://schemas.openxmlformats.org/drawingml/2006/main">
              <a:ext uri="{FF2B5EF4-FFF2-40B4-BE49-F238E27FC236}">
                <a16:creationId xmlns:a16="http://schemas.microsoft.com/office/drawing/2014/main" id="{6AAC76DC-2FC7-4C0F-B967-2B59097B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736">
            <a:extLst xmlns:a="http://schemas.openxmlformats.org/drawingml/2006/main">
              <a:ext uri="{FF2B5EF4-FFF2-40B4-BE49-F238E27FC236}">
                <a16:creationId xmlns:a16="http://schemas.microsoft.com/office/drawing/2014/main" id="{981D8837-7549-4C8B-BFFD-3A454A27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122ae99eaa54479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90c38624a5440af"/>
              </a:rPr>
              <a:t>Codex ↗</a:t>
            </a:r>
          </a:p>
        </p:txBody>
      </p:sp>
      <p:sp>
        <p:nvSpPr>
          <p:cNvPr id="24" name="shape-1806">
            <a:extLst xmlns:a="http://schemas.openxmlformats.org/drawingml/2006/main">
              <a:ext uri="{FF2B5EF4-FFF2-40B4-BE49-F238E27FC236}">
                <a16:creationId xmlns:a16="http://schemas.microsoft.com/office/drawing/2014/main" id="{AC06EF91-B54D-4BD2-8D55-DAA0B919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cc9cb07f6456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1807">
            <a:extLst xmlns:a="http://schemas.openxmlformats.org/drawingml/2006/main">
              <a:ext uri="{FF2B5EF4-FFF2-40B4-BE49-F238E27FC236}">
                <a16:creationId xmlns:a16="http://schemas.microsoft.com/office/drawing/2014/main" id="{AD3930DF-FF65-44F4-8820-4918FE89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b85153756a4c5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1808">
            <a:extLst xmlns:a="http://schemas.openxmlformats.org/drawingml/2006/main">
              <a:ext uri="{FF2B5EF4-FFF2-40B4-BE49-F238E27FC236}">
                <a16:creationId xmlns:a16="http://schemas.microsoft.com/office/drawing/2014/main" id="{6149619E-EA9E-47E7-ABA9-96593C32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5036570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475">
            <a:extLst xmlns:a="http://schemas.openxmlformats.org/drawingml/2006/main">
              <a:ext uri="{FF2B5EF4-FFF2-40B4-BE49-F238E27FC236}">
                <a16:creationId xmlns:a16="http://schemas.microsoft.com/office/drawing/2014/main" id="{1280C312-2148-4E00-8005-BDF1E559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626BBD-6125-46CC-887E-C9B53AA2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4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77">
            <a:extLst xmlns:a="http://schemas.openxmlformats.org/drawingml/2006/main">
              <a:ext uri="{FF2B5EF4-FFF2-40B4-BE49-F238E27FC236}">
                <a16:creationId xmlns:a16="http://schemas.microsoft.com/office/drawing/2014/main" id="{9686DD67-8C55-46C6-ABF7-3E419EBE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0AB1301-3132-4273-81A3-EDE6FB2E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478">
            <a:extLst xmlns:a="http://schemas.openxmlformats.org/drawingml/2006/main">
              <a:ext uri="{FF2B5EF4-FFF2-40B4-BE49-F238E27FC236}">
                <a16:creationId xmlns:a16="http://schemas.microsoft.com/office/drawing/2014/main" id="{848A656A-E116-4A9E-8931-499CDA31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479">
            <a:extLst xmlns:a="http://schemas.openxmlformats.org/drawingml/2006/main">
              <a:ext uri="{FF2B5EF4-FFF2-40B4-BE49-F238E27FC236}">
                <a16:creationId xmlns:a16="http://schemas.microsoft.com/office/drawing/2014/main" id="{2A12BC38-C83E-42F5-836D-2FC49521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480">
            <a:extLst xmlns:a="http://schemas.openxmlformats.org/drawingml/2006/main">
              <a:ext uri="{FF2B5EF4-FFF2-40B4-BE49-F238E27FC236}">
                <a16:creationId xmlns:a16="http://schemas.microsoft.com/office/drawing/2014/main" id="{036ECBD6-BC85-42D4-A109-58A0E03C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81">
            <a:extLst xmlns:a="http://schemas.openxmlformats.org/drawingml/2006/main">
              <a:ext uri="{FF2B5EF4-FFF2-40B4-BE49-F238E27FC236}">
                <a16:creationId xmlns:a16="http://schemas.microsoft.com/office/drawing/2014/main" id="{466B2AFA-02C1-400C-B07D-EB148692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482">
            <a:extLst xmlns:a="http://schemas.openxmlformats.org/drawingml/2006/main">
              <a:ext uri="{FF2B5EF4-FFF2-40B4-BE49-F238E27FC236}">
                <a16:creationId xmlns:a16="http://schemas.microsoft.com/office/drawing/2014/main" id="{91724844-02D9-493A-A9AD-AA0F511F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483">
            <a:extLst xmlns:a="http://schemas.openxmlformats.org/drawingml/2006/main">
              <a:ext uri="{FF2B5EF4-FFF2-40B4-BE49-F238E27FC236}">
                <a16:creationId xmlns:a16="http://schemas.microsoft.com/office/drawing/2014/main" id="{C19E2AB9-EDD0-4E3E-9791-EA374B86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484">
            <a:extLst xmlns:a="http://schemas.openxmlformats.org/drawingml/2006/main">
              <a:ext uri="{FF2B5EF4-FFF2-40B4-BE49-F238E27FC236}">
                <a16:creationId xmlns:a16="http://schemas.microsoft.com/office/drawing/2014/main" id="{36DC1857-BBB8-4E4F-9709-2AB287DC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485">
            <a:extLst xmlns:a="http://schemas.openxmlformats.org/drawingml/2006/main">
              <a:ext uri="{FF2B5EF4-FFF2-40B4-BE49-F238E27FC236}">
                <a16:creationId xmlns:a16="http://schemas.microsoft.com/office/drawing/2014/main" id="{1C2F768C-639E-4272-A420-0FFBD05D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486">
            <a:extLst xmlns:a="http://schemas.openxmlformats.org/drawingml/2006/main">
              <a:ext uri="{FF2B5EF4-FFF2-40B4-BE49-F238E27FC236}">
                <a16:creationId xmlns:a16="http://schemas.microsoft.com/office/drawing/2014/main" id="{668812AB-D334-4661-93AD-6A3D4C94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487">
            <a:extLst xmlns:a="http://schemas.openxmlformats.org/drawingml/2006/main">
              <a:ext uri="{FF2B5EF4-FFF2-40B4-BE49-F238E27FC236}">
                <a16:creationId xmlns:a16="http://schemas.microsoft.com/office/drawing/2014/main" id="{621D1195-643C-401C-AD68-F0FFCBD5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488">
            <a:extLst xmlns:a="http://schemas.openxmlformats.org/drawingml/2006/main">
              <a:ext uri="{FF2B5EF4-FFF2-40B4-BE49-F238E27FC236}">
                <a16:creationId xmlns:a16="http://schemas.microsoft.com/office/drawing/2014/main" id="{C9CC9FD7-9500-4196-BB5F-F9539D59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489">
            <a:extLst xmlns:a="http://schemas.openxmlformats.org/drawingml/2006/main">
              <a:ext uri="{FF2B5EF4-FFF2-40B4-BE49-F238E27FC236}">
                <a16:creationId xmlns:a16="http://schemas.microsoft.com/office/drawing/2014/main" id="{B04735DD-039F-42F5-A9C9-1BC751F0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490">
            <a:extLst xmlns:a="http://schemas.openxmlformats.org/drawingml/2006/main">
              <a:ext uri="{FF2B5EF4-FFF2-40B4-BE49-F238E27FC236}">
                <a16:creationId xmlns:a16="http://schemas.microsoft.com/office/drawing/2014/main" id="{A2DA0B68-FF65-4BDD-B3D6-F09CAA91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491">
            <a:extLst xmlns:a="http://schemas.openxmlformats.org/drawingml/2006/main">
              <a:ext uri="{FF2B5EF4-FFF2-40B4-BE49-F238E27FC236}">
                <a16:creationId xmlns:a16="http://schemas.microsoft.com/office/drawing/2014/main" id="{8AC98165-739E-4727-9C83-B76A286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492">
            <a:extLst xmlns:a="http://schemas.openxmlformats.org/drawingml/2006/main">
              <a:ext uri="{FF2B5EF4-FFF2-40B4-BE49-F238E27FC236}">
                <a16:creationId xmlns:a16="http://schemas.microsoft.com/office/drawing/2014/main" id="{365E7A81-887D-4ED0-B21D-DDE662E5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493">
            <a:extLst xmlns:a="http://schemas.openxmlformats.org/drawingml/2006/main">
              <a:ext uri="{FF2B5EF4-FFF2-40B4-BE49-F238E27FC236}">
                <a16:creationId xmlns:a16="http://schemas.microsoft.com/office/drawing/2014/main" id="{BCDF8F27-2D45-42AC-B9EB-EC19E51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494">
            <a:extLst xmlns:a="http://schemas.openxmlformats.org/drawingml/2006/main">
              <a:ext uri="{FF2B5EF4-FFF2-40B4-BE49-F238E27FC236}">
                <a16:creationId xmlns:a16="http://schemas.microsoft.com/office/drawing/2014/main" id="{9FC1129B-C0B9-4AFB-9BE1-1534F208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495">
            <a:extLst xmlns:a="http://schemas.openxmlformats.org/drawingml/2006/main">
              <a:ext uri="{FF2B5EF4-FFF2-40B4-BE49-F238E27FC236}">
                <a16:creationId xmlns:a16="http://schemas.microsoft.com/office/drawing/2014/main" id="{53DEF0D5-679E-40A3-8D74-EA4F945C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496">
            <a:extLst xmlns:a="http://schemas.openxmlformats.org/drawingml/2006/main">
              <a:ext uri="{FF2B5EF4-FFF2-40B4-BE49-F238E27FC236}">
                <a16:creationId xmlns:a16="http://schemas.microsoft.com/office/drawing/2014/main" id="{41E650C7-3175-4710-AB16-3F0C6727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497">
            <a:extLst xmlns:a="http://schemas.openxmlformats.org/drawingml/2006/main">
              <a:ext uri="{FF2B5EF4-FFF2-40B4-BE49-F238E27FC236}">
                <a16:creationId xmlns:a16="http://schemas.microsoft.com/office/drawing/2014/main" id="{96F96AE8-41F1-401B-AC4E-C87FC18B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498">
            <a:extLst xmlns:a="http://schemas.openxmlformats.org/drawingml/2006/main">
              <a:ext uri="{FF2B5EF4-FFF2-40B4-BE49-F238E27FC236}">
                <a16:creationId xmlns:a16="http://schemas.microsoft.com/office/drawing/2014/main" id="{D554A3FC-DFAF-49B6-9073-2EA93FE5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499">
            <a:extLst xmlns:a="http://schemas.openxmlformats.org/drawingml/2006/main">
              <a:ext uri="{FF2B5EF4-FFF2-40B4-BE49-F238E27FC236}">
                <a16:creationId xmlns:a16="http://schemas.microsoft.com/office/drawing/2014/main" id="{EBA6160E-77B3-4D33-A605-1D438096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500">
            <a:extLst xmlns:a="http://schemas.openxmlformats.org/drawingml/2006/main">
              <a:ext uri="{FF2B5EF4-FFF2-40B4-BE49-F238E27FC236}">
                <a16:creationId xmlns:a16="http://schemas.microsoft.com/office/drawing/2014/main" id="{C181DCE3-6A74-437F-961C-7F68F920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501">
            <a:extLst xmlns:a="http://schemas.openxmlformats.org/drawingml/2006/main">
              <a:ext uri="{FF2B5EF4-FFF2-40B4-BE49-F238E27FC236}">
                <a16:creationId xmlns:a16="http://schemas.microsoft.com/office/drawing/2014/main" id="{490ECFB2-AD8F-4B7E-9A2E-43C07EC4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502">
            <a:extLst xmlns:a="http://schemas.openxmlformats.org/drawingml/2006/main">
              <a:ext uri="{FF2B5EF4-FFF2-40B4-BE49-F238E27FC236}">
                <a16:creationId xmlns:a16="http://schemas.microsoft.com/office/drawing/2014/main" id="{ABAD648E-A60F-46FD-B6C8-95338496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503">
            <a:extLst xmlns:a="http://schemas.openxmlformats.org/drawingml/2006/main">
              <a:ext uri="{FF2B5EF4-FFF2-40B4-BE49-F238E27FC236}">
                <a16:creationId xmlns:a16="http://schemas.microsoft.com/office/drawing/2014/main" id="{D3EF59B1-6977-4CA1-836B-D158797D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504">
            <a:extLst xmlns:a="http://schemas.openxmlformats.org/drawingml/2006/main">
              <a:ext uri="{FF2B5EF4-FFF2-40B4-BE49-F238E27FC236}">
                <a16:creationId xmlns:a16="http://schemas.microsoft.com/office/drawing/2014/main" id="{6838846B-7EBB-48BA-ADFA-E93EA265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505">
            <a:extLst xmlns:a="http://schemas.openxmlformats.org/drawingml/2006/main">
              <a:ext uri="{FF2B5EF4-FFF2-40B4-BE49-F238E27FC236}">
                <a16:creationId xmlns:a16="http://schemas.microsoft.com/office/drawing/2014/main" id="{35FBD9C8-2C79-47A1-8AA6-AAB27794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506">
            <a:extLst xmlns:a="http://schemas.openxmlformats.org/drawingml/2006/main">
              <a:ext uri="{FF2B5EF4-FFF2-40B4-BE49-F238E27FC236}">
                <a16:creationId xmlns:a16="http://schemas.microsoft.com/office/drawing/2014/main" id="{13902E73-9BF6-4FC3-933B-5E05B487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507">
            <a:extLst xmlns:a="http://schemas.openxmlformats.org/drawingml/2006/main">
              <a:ext uri="{FF2B5EF4-FFF2-40B4-BE49-F238E27FC236}">
                <a16:creationId xmlns:a16="http://schemas.microsoft.com/office/drawing/2014/main" id="{824340C1-988C-4F1D-8EBE-F58F47C3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508">
            <a:extLst xmlns:a="http://schemas.openxmlformats.org/drawingml/2006/main">
              <a:ext uri="{FF2B5EF4-FFF2-40B4-BE49-F238E27FC236}">
                <a16:creationId xmlns:a16="http://schemas.microsoft.com/office/drawing/2014/main" id="{1647D353-1838-4663-9D5B-3758E4D8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7" name="shape-1509">
            <a:extLst xmlns:a="http://schemas.openxmlformats.org/drawingml/2006/main">
              <a:ext uri="{FF2B5EF4-FFF2-40B4-BE49-F238E27FC236}">
                <a16:creationId xmlns:a16="http://schemas.microsoft.com/office/drawing/2014/main" id="{2D9EA869-85C7-4E9E-9029-F33A2DB7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510">
            <a:extLst xmlns:a="http://schemas.openxmlformats.org/drawingml/2006/main">
              <a:ext uri="{FF2B5EF4-FFF2-40B4-BE49-F238E27FC236}">
                <a16:creationId xmlns:a16="http://schemas.microsoft.com/office/drawing/2014/main" id="{CD42BF02-CCA2-46AB-8ACA-E6DF7F99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511">
            <a:extLst xmlns:a="http://schemas.openxmlformats.org/drawingml/2006/main">
              <a:ext uri="{FF2B5EF4-FFF2-40B4-BE49-F238E27FC236}">
                <a16:creationId xmlns:a16="http://schemas.microsoft.com/office/drawing/2014/main" id="{CACAF715-42C6-4DC3-B202-E2029373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512">
            <a:extLst xmlns:a="http://schemas.openxmlformats.org/drawingml/2006/main">
              <a:ext uri="{FF2B5EF4-FFF2-40B4-BE49-F238E27FC236}">
                <a16:creationId xmlns:a16="http://schemas.microsoft.com/office/drawing/2014/main" id="{F1443618-4E50-446D-BA6B-73C53D81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513">
            <a:extLst xmlns:a="http://schemas.openxmlformats.org/drawingml/2006/main">
              <a:ext uri="{FF2B5EF4-FFF2-40B4-BE49-F238E27FC236}">
                <a16:creationId xmlns:a16="http://schemas.microsoft.com/office/drawing/2014/main" id="{48F38D61-0602-49A0-93AE-F1508644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514">
            <a:extLst xmlns:a="http://schemas.openxmlformats.org/drawingml/2006/main">
              <a:ext uri="{FF2B5EF4-FFF2-40B4-BE49-F238E27FC236}">
                <a16:creationId xmlns:a16="http://schemas.microsoft.com/office/drawing/2014/main" id="{C0F1A115-0F79-4688-9815-2511858B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43" name="shape-1515">
            <a:extLst xmlns:a="http://schemas.openxmlformats.org/drawingml/2006/main">
              <a:ext uri="{FF2B5EF4-FFF2-40B4-BE49-F238E27FC236}">
                <a16:creationId xmlns:a16="http://schemas.microsoft.com/office/drawing/2014/main" id="{93A2B19F-1956-4814-AFE5-C449F9B2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516">
            <a:extLst xmlns:a="http://schemas.openxmlformats.org/drawingml/2006/main">
              <a:ext uri="{FF2B5EF4-FFF2-40B4-BE49-F238E27FC236}">
                <a16:creationId xmlns:a16="http://schemas.microsoft.com/office/drawing/2014/main" id="{700DBF49-CAFA-4DD3-953E-4B9F3F72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517">
            <a:extLst xmlns:a="http://schemas.openxmlformats.org/drawingml/2006/main">
              <a:ext uri="{FF2B5EF4-FFF2-40B4-BE49-F238E27FC236}">
                <a16:creationId xmlns:a16="http://schemas.microsoft.com/office/drawing/2014/main" id="{B03BD810-5E5E-4C53-9C41-143FBB16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518">
            <a:extLst xmlns:a="http://schemas.openxmlformats.org/drawingml/2006/main">
              <a:ext uri="{FF2B5EF4-FFF2-40B4-BE49-F238E27FC236}">
                <a16:creationId xmlns:a16="http://schemas.microsoft.com/office/drawing/2014/main" id="{412DDBD3-8489-4C6D-B64D-BC09896D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519">
            <a:extLst xmlns:a="http://schemas.openxmlformats.org/drawingml/2006/main">
              <a:ext uri="{FF2B5EF4-FFF2-40B4-BE49-F238E27FC236}">
                <a16:creationId xmlns:a16="http://schemas.microsoft.com/office/drawing/2014/main" id="{631EF678-6EC1-4EC8-AB4F-FDDC42E9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1737">
            <a:extLst xmlns:a="http://schemas.openxmlformats.org/drawingml/2006/main">
              <a:ext uri="{FF2B5EF4-FFF2-40B4-BE49-F238E27FC236}">
                <a16:creationId xmlns:a16="http://schemas.microsoft.com/office/drawing/2014/main" id="{296DE36E-71F3-404A-9288-6466868C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8a6b7cdb2854b2d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89ef6c4f5844ab"/>
              </a:rPr>
              <a:t>Codex ↗</a:t>
            </a:r>
          </a:p>
        </p:txBody>
      </p:sp>
      <p:sp>
        <p:nvSpPr>
          <p:cNvPr id="49" name="shape-1809">
            <a:extLst xmlns:a="http://schemas.openxmlformats.org/drawingml/2006/main">
              <a:ext uri="{FF2B5EF4-FFF2-40B4-BE49-F238E27FC236}">
                <a16:creationId xmlns:a16="http://schemas.microsoft.com/office/drawing/2014/main" id="{3EABE2FC-7646-439C-9603-342E8F40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5187f10106418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1810">
            <a:extLst xmlns:a="http://schemas.openxmlformats.org/drawingml/2006/main">
              <a:ext uri="{FF2B5EF4-FFF2-40B4-BE49-F238E27FC236}">
                <a16:creationId xmlns:a16="http://schemas.microsoft.com/office/drawing/2014/main" id="{F0A30271-9ED4-405B-AC1B-2B5D4134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d45122d1a84c7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1811">
            <a:extLst xmlns:a="http://schemas.openxmlformats.org/drawingml/2006/main">
              <a:ext uri="{FF2B5EF4-FFF2-40B4-BE49-F238E27FC236}">
                <a16:creationId xmlns:a16="http://schemas.microsoft.com/office/drawing/2014/main" id="{CE80313E-6787-4E2B-AEDB-C19BEE39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51105720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20">
            <a:extLst xmlns:a="http://schemas.openxmlformats.org/drawingml/2006/main">
              <a:ext uri="{FF2B5EF4-FFF2-40B4-BE49-F238E27FC236}">
                <a16:creationId xmlns:a16="http://schemas.microsoft.com/office/drawing/2014/main" id="{B00590A8-4986-4CCC-9F24-AA299EEF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8DCE70-E492-44C9-B500-6775F873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52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22">
            <a:extLst xmlns:a="http://schemas.openxmlformats.org/drawingml/2006/main">
              <a:ext uri="{FF2B5EF4-FFF2-40B4-BE49-F238E27FC236}">
                <a16:creationId xmlns:a16="http://schemas.microsoft.com/office/drawing/2014/main" id="{C7C7F968-8431-4FB4-830B-1E6273A8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E08AE23-13E7-40F2-B510-6DF258F4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523">
            <a:extLst xmlns:a="http://schemas.openxmlformats.org/drawingml/2006/main">
              <a:ext uri="{FF2B5EF4-FFF2-40B4-BE49-F238E27FC236}">
                <a16:creationId xmlns:a16="http://schemas.microsoft.com/office/drawing/2014/main" id="{9233E318-33FF-4060-A37D-5F8E6165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24">
            <a:extLst xmlns:a="http://schemas.openxmlformats.org/drawingml/2006/main">
              <a:ext uri="{FF2B5EF4-FFF2-40B4-BE49-F238E27FC236}">
                <a16:creationId xmlns:a16="http://schemas.microsoft.com/office/drawing/2014/main" id="{B2CDF8AA-56D5-4F63-9D60-EB4D9F28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525">
            <a:extLst xmlns:a="http://schemas.openxmlformats.org/drawingml/2006/main">
              <a:ext uri="{FF2B5EF4-FFF2-40B4-BE49-F238E27FC236}">
                <a16:creationId xmlns:a16="http://schemas.microsoft.com/office/drawing/2014/main" id="{FE35EBC4-C1F2-4F25-89DD-1D91CE16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526">
            <a:extLst xmlns:a="http://schemas.openxmlformats.org/drawingml/2006/main">
              <a:ext uri="{FF2B5EF4-FFF2-40B4-BE49-F238E27FC236}">
                <a16:creationId xmlns:a16="http://schemas.microsoft.com/office/drawing/2014/main" id="{C5495EF4-E2C9-4F92-A549-1F560638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527">
            <a:extLst xmlns:a="http://schemas.openxmlformats.org/drawingml/2006/main">
              <a:ext uri="{FF2B5EF4-FFF2-40B4-BE49-F238E27FC236}">
                <a16:creationId xmlns:a16="http://schemas.microsoft.com/office/drawing/2014/main" id="{8E5672BD-D648-4C36-9D4E-8B146B26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28">
            <a:extLst xmlns:a="http://schemas.openxmlformats.org/drawingml/2006/main">
              <a:ext uri="{FF2B5EF4-FFF2-40B4-BE49-F238E27FC236}">
                <a16:creationId xmlns:a16="http://schemas.microsoft.com/office/drawing/2014/main" id="{C0784301-3B47-4A70-87E8-EBF8DACC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529">
            <a:extLst xmlns:a="http://schemas.openxmlformats.org/drawingml/2006/main">
              <a:ext uri="{FF2B5EF4-FFF2-40B4-BE49-F238E27FC236}">
                <a16:creationId xmlns:a16="http://schemas.microsoft.com/office/drawing/2014/main" id="{1EAB6C9B-FFDB-4A13-BDE3-86A5AF6D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530">
            <a:extLst xmlns:a="http://schemas.openxmlformats.org/drawingml/2006/main">
              <a:ext uri="{FF2B5EF4-FFF2-40B4-BE49-F238E27FC236}">
                <a16:creationId xmlns:a16="http://schemas.microsoft.com/office/drawing/2014/main" id="{F72D9C53-FBCA-41A7-8896-59134A9B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531">
            <a:extLst xmlns:a="http://schemas.openxmlformats.org/drawingml/2006/main">
              <a:ext uri="{FF2B5EF4-FFF2-40B4-BE49-F238E27FC236}">
                <a16:creationId xmlns:a16="http://schemas.microsoft.com/office/drawing/2014/main" id="{96F9B137-31D0-4573-AB93-0878267E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32">
            <a:extLst xmlns:a="http://schemas.openxmlformats.org/drawingml/2006/main">
              <a:ext uri="{FF2B5EF4-FFF2-40B4-BE49-F238E27FC236}">
                <a16:creationId xmlns:a16="http://schemas.microsoft.com/office/drawing/2014/main" id="{E8E9B6D0-5E3E-4C8A-A757-FDAE8EE8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533">
            <a:extLst xmlns:a="http://schemas.openxmlformats.org/drawingml/2006/main">
              <a:ext uri="{FF2B5EF4-FFF2-40B4-BE49-F238E27FC236}">
                <a16:creationId xmlns:a16="http://schemas.microsoft.com/office/drawing/2014/main" id="{161E7F3E-E786-4DD8-B5C0-1EE4FC21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534">
            <a:extLst xmlns:a="http://schemas.openxmlformats.org/drawingml/2006/main">
              <a:ext uri="{FF2B5EF4-FFF2-40B4-BE49-F238E27FC236}">
                <a16:creationId xmlns:a16="http://schemas.microsoft.com/office/drawing/2014/main" id="{D550FFDA-7E10-4DA8-A5D2-51544224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535">
            <a:extLst xmlns:a="http://schemas.openxmlformats.org/drawingml/2006/main">
              <a:ext uri="{FF2B5EF4-FFF2-40B4-BE49-F238E27FC236}">
                <a16:creationId xmlns:a16="http://schemas.microsoft.com/office/drawing/2014/main" id="{9EDFA914-54E3-4605-AF97-965F9B81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36">
            <a:extLst xmlns:a="http://schemas.openxmlformats.org/drawingml/2006/main">
              <a:ext uri="{FF2B5EF4-FFF2-40B4-BE49-F238E27FC236}">
                <a16:creationId xmlns:a16="http://schemas.microsoft.com/office/drawing/2014/main" id="{E7B995BB-50E3-460F-8CD6-520B62AC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537">
            <a:extLst xmlns:a="http://schemas.openxmlformats.org/drawingml/2006/main">
              <a:ext uri="{FF2B5EF4-FFF2-40B4-BE49-F238E27FC236}">
                <a16:creationId xmlns:a16="http://schemas.microsoft.com/office/drawing/2014/main" id="{CA3D91E1-C877-435C-9FB5-9C9C67DAB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538">
            <a:extLst xmlns:a="http://schemas.openxmlformats.org/drawingml/2006/main">
              <a:ext uri="{FF2B5EF4-FFF2-40B4-BE49-F238E27FC236}">
                <a16:creationId xmlns:a16="http://schemas.microsoft.com/office/drawing/2014/main" id="{F68F7643-C427-4524-A2FD-684EB0A9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738">
            <a:extLst xmlns:a="http://schemas.openxmlformats.org/drawingml/2006/main">
              <a:ext uri="{FF2B5EF4-FFF2-40B4-BE49-F238E27FC236}">
                <a16:creationId xmlns:a16="http://schemas.microsoft.com/office/drawing/2014/main" id="{EBFE0BA6-6872-4CE0-A058-7E989460F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c365caefdcf44c7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f5e1023c6b74605"/>
              </a:rPr>
              <a:t>Codex ↗</a:t>
            </a:r>
          </a:p>
        </p:txBody>
      </p:sp>
      <p:sp>
        <p:nvSpPr>
          <p:cNvPr id="23" name="shape-1812">
            <a:extLst xmlns:a="http://schemas.openxmlformats.org/drawingml/2006/main">
              <a:ext uri="{FF2B5EF4-FFF2-40B4-BE49-F238E27FC236}">
                <a16:creationId xmlns:a16="http://schemas.microsoft.com/office/drawing/2014/main" id="{F64FD7D9-06EA-4F8C-B56E-B8391B59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8de4ef00a411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813">
            <a:extLst xmlns:a="http://schemas.openxmlformats.org/drawingml/2006/main">
              <a:ext uri="{FF2B5EF4-FFF2-40B4-BE49-F238E27FC236}">
                <a16:creationId xmlns:a16="http://schemas.microsoft.com/office/drawing/2014/main" id="{470F8EFE-AC80-43D0-836B-08B25725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d815f603a4b8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814">
            <a:extLst xmlns:a="http://schemas.openxmlformats.org/drawingml/2006/main">
              <a:ext uri="{FF2B5EF4-FFF2-40B4-BE49-F238E27FC236}">
                <a16:creationId xmlns:a16="http://schemas.microsoft.com/office/drawing/2014/main" id="{E7F8A593-19C5-4B0C-803E-DA55C454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7216468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539">
            <a:extLst xmlns:a="http://schemas.openxmlformats.org/drawingml/2006/main">
              <a:ext uri="{FF2B5EF4-FFF2-40B4-BE49-F238E27FC236}">
                <a16:creationId xmlns:a16="http://schemas.microsoft.com/office/drawing/2014/main" id="{939407FB-BFAD-450A-BFFB-37481849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2E4351-7C83-4C63-A775-AEB191D6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5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41">
            <a:extLst xmlns:a="http://schemas.openxmlformats.org/drawingml/2006/main">
              <a:ext uri="{FF2B5EF4-FFF2-40B4-BE49-F238E27FC236}">
                <a16:creationId xmlns:a16="http://schemas.microsoft.com/office/drawing/2014/main" id="{AF47C514-36C8-4D45-9BBC-CE429868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096F468-89BB-4A77-835F-2E94FA5C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542">
            <a:extLst xmlns:a="http://schemas.openxmlformats.org/drawingml/2006/main">
              <a:ext uri="{FF2B5EF4-FFF2-40B4-BE49-F238E27FC236}">
                <a16:creationId xmlns:a16="http://schemas.microsoft.com/office/drawing/2014/main" id="{0EF459C6-5B8E-47EF-89F4-CA01D98E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43">
            <a:extLst xmlns:a="http://schemas.openxmlformats.org/drawingml/2006/main">
              <a:ext uri="{FF2B5EF4-FFF2-40B4-BE49-F238E27FC236}">
                <a16:creationId xmlns:a16="http://schemas.microsoft.com/office/drawing/2014/main" id="{DA06D7A2-B6B4-4917-B5B9-5BCE948F0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44">
            <a:extLst xmlns:a="http://schemas.openxmlformats.org/drawingml/2006/main">
              <a:ext uri="{FF2B5EF4-FFF2-40B4-BE49-F238E27FC236}">
                <a16:creationId xmlns:a16="http://schemas.microsoft.com/office/drawing/2014/main" id="{BBE7019A-C7D6-433B-8050-9315264B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545">
            <a:extLst xmlns:a="http://schemas.openxmlformats.org/drawingml/2006/main">
              <a:ext uri="{FF2B5EF4-FFF2-40B4-BE49-F238E27FC236}">
                <a16:creationId xmlns:a16="http://schemas.microsoft.com/office/drawing/2014/main" id="{DFB07D4F-A249-4895-867C-B7C8C890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546">
            <a:extLst xmlns:a="http://schemas.openxmlformats.org/drawingml/2006/main">
              <a:ext uri="{FF2B5EF4-FFF2-40B4-BE49-F238E27FC236}">
                <a16:creationId xmlns:a16="http://schemas.microsoft.com/office/drawing/2014/main" id="{8B9D8BF9-4B80-47E1-B10E-670E7D86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47">
            <a:extLst xmlns:a="http://schemas.openxmlformats.org/drawingml/2006/main">
              <a:ext uri="{FF2B5EF4-FFF2-40B4-BE49-F238E27FC236}">
                <a16:creationId xmlns:a16="http://schemas.microsoft.com/office/drawing/2014/main" id="{ED05C8A8-1BDD-41BD-9376-494AD91E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48">
            <a:extLst xmlns:a="http://schemas.openxmlformats.org/drawingml/2006/main">
              <a:ext uri="{FF2B5EF4-FFF2-40B4-BE49-F238E27FC236}">
                <a16:creationId xmlns:a16="http://schemas.microsoft.com/office/drawing/2014/main" id="{9DA354FB-4768-49C7-B360-C74AEB8E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549">
            <a:extLst xmlns:a="http://schemas.openxmlformats.org/drawingml/2006/main">
              <a:ext uri="{FF2B5EF4-FFF2-40B4-BE49-F238E27FC236}">
                <a16:creationId xmlns:a16="http://schemas.microsoft.com/office/drawing/2014/main" id="{249D72A7-A8A4-4E5E-8DD4-D715BCA4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550">
            <a:extLst xmlns:a="http://schemas.openxmlformats.org/drawingml/2006/main">
              <a:ext uri="{FF2B5EF4-FFF2-40B4-BE49-F238E27FC236}">
                <a16:creationId xmlns:a16="http://schemas.microsoft.com/office/drawing/2014/main" id="{AE02B340-99C9-46C4-929B-FD935289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51">
            <a:extLst xmlns:a="http://schemas.openxmlformats.org/drawingml/2006/main">
              <a:ext uri="{FF2B5EF4-FFF2-40B4-BE49-F238E27FC236}">
                <a16:creationId xmlns:a16="http://schemas.microsoft.com/office/drawing/2014/main" id="{2362CAC7-C502-434E-9FA7-290CBDE3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52">
            <a:extLst xmlns:a="http://schemas.openxmlformats.org/drawingml/2006/main">
              <a:ext uri="{FF2B5EF4-FFF2-40B4-BE49-F238E27FC236}">
                <a16:creationId xmlns:a16="http://schemas.microsoft.com/office/drawing/2014/main" id="{5C72BC89-A572-4D92-B6CD-A3C67865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553">
            <a:extLst xmlns:a="http://schemas.openxmlformats.org/drawingml/2006/main">
              <a:ext uri="{FF2B5EF4-FFF2-40B4-BE49-F238E27FC236}">
                <a16:creationId xmlns:a16="http://schemas.microsoft.com/office/drawing/2014/main" id="{D59A3504-B003-4B61-BC4D-D5A59818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554">
            <a:extLst xmlns:a="http://schemas.openxmlformats.org/drawingml/2006/main">
              <a:ext uri="{FF2B5EF4-FFF2-40B4-BE49-F238E27FC236}">
                <a16:creationId xmlns:a16="http://schemas.microsoft.com/office/drawing/2014/main" id="{27265838-7839-4AA7-95EA-DFEC5B03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55">
            <a:extLst xmlns:a="http://schemas.openxmlformats.org/drawingml/2006/main">
              <a:ext uri="{FF2B5EF4-FFF2-40B4-BE49-F238E27FC236}">
                <a16:creationId xmlns:a16="http://schemas.microsoft.com/office/drawing/2014/main" id="{CF494094-6B62-4202-BD7A-0D62040A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56">
            <a:extLst xmlns:a="http://schemas.openxmlformats.org/drawingml/2006/main">
              <a:ext uri="{FF2B5EF4-FFF2-40B4-BE49-F238E27FC236}">
                <a16:creationId xmlns:a16="http://schemas.microsoft.com/office/drawing/2014/main" id="{06AA6021-19ED-4B76-8F0B-8FAD9ABC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557">
            <a:extLst xmlns:a="http://schemas.openxmlformats.org/drawingml/2006/main">
              <a:ext uri="{FF2B5EF4-FFF2-40B4-BE49-F238E27FC236}">
                <a16:creationId xmlns:a16="http://schemas.microsoft.com/office/drawing/2014/main" id="{42F1D170-3641-41AE-A4B9-1ECA05FE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558">
            <a:extLst xmlns:a="http://schemas.openxmlformats.org/drawingml/2006/main">
              <a:ext uri="{FF2B5EF4-FFF2-40B4-BE49-F238E27FC236}">
                <a16:creationId xmlns:a16="http://schemas.microsoft.com/office/drawing/2014/main" id="{EB2EC58E-53AF-4AB6-8765-00C7EE00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559">
            <a:extLst xmlns:a="http://schemas.openxmlformats.org/drawingml/2006/main">
              <a:ext uri="{FF2B5EF4-FFF2-40B4-BE49-F238E27FC236}">
                <a16:creationId xmlns:a16="http://schemas.microsoft.com/office/drawing/2014/main" id="{83F7B4CA-4941-4D20-AE00-28514683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560">
            <a:extLst xmlns:a="http://schemas.openxmlformats.org/drawingml/2006/main">
              <a:ext uri="{FF2B5EF4-FFF2-40B4-BE49-F238E27FC236}">
                <a16:creationId xmlns:a16="http://schemas.microsoft.com/office/drawing/2014/main" id="{1F03B2E6-C767-4982-AE0C-565F0371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561">
            <a:extLst xmlns:a="http://schemas.openxmlformats.org/drawingml/2006/main">
              <a:ext uri="{FF2B5EF4-FFF2-40B4-BE49-F238E27FC236}">
                <a16:creationId xmlns:a16="http://schemas.microsoft.com/office/drawing/2014/main" id="{09895B3D-DD23-45D4-9252-DCAA661B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9" name="text-1562">
            <a:extLst xmlns:a="http://schemas.openxmlformats.org/drawingml/2006/main">
              <a:ext uri="{FF2B5EF4-FFF2-40B4-BE49-F238E27FC236}">
                <a16:creationId xmlns:a16="http://schemas.microsoft.com/office/drawing/2014/main" id="{5BBFF661-8692-4887-8652-BEDEF111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739">
            <a:extLst xmlns:a="http://schemas.openxmlformats.org/drawingml/2006/main">
              <a:ext uri="{FF2B5EF4-FFF2-40B4-BE49-F238E27FC236}">
                <a16:creationId xmlns:a16="http://schemas.microsoft.com/office/drawing/2014/main" id="{94DBDBAD-C2F4-4FBC-ACE7-23ED5F73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f35ee130b844c58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7b4a3b35533499e"/>
              </a:rPr>
              <a:t>Codex ↗</a:t>
            </a:r>
          </a:p>
        </p:txBody>
      </p:sp>
      <p:sp>
        <p:nvSpPr>
          <p:cNvPr id="31" name="shape-1815">
            <a:extLst xmlns:a="http://schemas.openxmlformats.org/drawingml/2006/main">
              <a:ext uri="{FF2B5EF4-FFF2-40B4-BE49-F238E27FC236}">
                <a16:creationId xmlns:a16="http://schemas.microsoft.com/office/drawing/2014/main" id="{5060F97A-B91E-441E-9BB2-3CA4DA61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eff1211f114e1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816">
            <a:extLst xmlns:a="http://schemas.openxmlformats.org/drawingml/2006/main">
              <a:ext uri="{FF2B5EF4-FFF2-40B4-BE49-F238E27FC236}">
                <a16:creationId xmlns:a16="http://schemas.microsoft.com/office/drawing/2014/main" id="{B0926ED0-9719-4A29-A31D-3B7D6179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b1226ae6f457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817">
            <a:extLst xmlns:a="http://schemas.openxmlformats.org/drawingml/2006/main">
              <a:ext uri="{FF2B5EF4-FFF2-40B4-BE49-F238E27FC236}">
                <a16:creationId xmlns:a16="http://schemas.microsoft.com/office/drawing/2014/main" id="{042594DD-C360-4130-B29B-F9632765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2303666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563">
            <a:extLst xmlns:a="http://schemas.openxmlformats.org/drawingml/2006/main">
              <a:ext uri="{FF2B5EF4-FFF2-40B4-BE49-F238E27FC236}">
                <a16:creationId xmlns:a16="http://schemas.microsoft.com/office/drawing/2014/main" id="{83776427-8415-4F29-9B8B-8F641A7D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D09E01-BBA0-40FA-82C2-747D8D28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5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65">
            <a:extLst xmlns:a="http://schemas.openxmlformats.org/drawingml/2006/main">
              <a:ext uri="{FF2B5EF4-FFF2-40B4-BE49-F238E27FC236}">
                <a16:creationId xmlns:a16="http://schemas.microsoft.com/office/drawing/2014/main" id="{770BA5EE-4D5B-4A0F-ADEC-0BF56FF1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30B533-30D6-4A01-84AA-89466224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566">
            <a:extLst xmlns:a="http://schemas.openxmlformats.org/drawingml/2006/main">
              <a:ext uri="{FF2B5EF4-FFF2-40B4-BE49-F238E27FC236}">
                <a16:creationId xmlns:a16="http://schemas.microsoft.com/office/drawing/2014/main" id="{E4AF5719-C1EA-42CA-88EB-46F94C5A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567">
            <a:extLst xmlns:a="http://schemas.openxmlformats.org/drawingml/2006/main">
              <a:ext uri="{FF2B5EF4-FFF2-40B4-BE49-F238E27FC236}">
                <a16:creationId xmlns:a16="http://schemas.microsoft.com/office/drawing/2014/main" id="{B9A36E55-6E4E-4FEA-9809-72D52DAE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568">
            <a:extLst xmlns:a="http://schemas.openxmlformats.org/drawingml/2006/main">
              <a:ext uri="{FF2B5EF4-FFF2-40B4-BE49-F238E27FC236}">
                <a16:creationId xmlns:a16="http://schemas.microsoft.com/office/drawing/2014/main" id="{8511E036-C69E-4066-9944-3FE399D9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69">
            <a:extLst xmlns:a="http://schemas.openxmlformats.org/drawingml/2006/main">
              <a:ext uri="{FF2B5EF4-FFF2-40B4-BE49-F238E27FC236}">
                <a16:creationId xmlns:a16="http://schemas.microsoft.com/office/drawing/2014/main" id="{D6A45FCB-95CF-4930-8733-B9BC32B7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570">
            <a:extLst xmlns:a="http://schemas.openxmlformats.org/drawingml/2006/main">
              <a:ext uri="{FF2B5EF4-FFF2-40B4-BE49-F238E27FC236}">
                <a16:creationId xmlns:a16="http://schemas.microsoft.com/office/drawing/2014/main" id="{F5810C56-8F11-4A47-8B05-7E030A1F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71">
            <a:extLst xmlns:a="http://schemas.openxmlformats.org/drawingml/2006/main">
              <a:ext uri="{FF2B5EF4-FFF2-40B4-BE49-F238E27FC236}">
                <a16:creationId xmlns:a16="http://schemas.microsoft.com/office/drawing/2014/main" id="{8C57D3F2-A6FD-43F7-9B0F-5839D308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572">
            <a:extLst xmlns:a="http://schemas.openxmlformats.org/drawingml/2006/main">
              <a:ext uri="{FF2B5EF4-FFF2-40B4-BE49-F238E27FC236}">
                <a16:creationId xmlns:a16="http://schemas.microsoft.com/office/drawing/2014/main" id="{B7E485C6-122F-4455-83D2-3FC9EEA3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73">
            <a:extLst xmlns:a="http://schemas.openxmlformats.org/drawingml/2006/main">
              <a:ext uri="{FF2B5EF4-FFF2-40B4-BE49-F238E27FC236}">
                <a16:creationId xmlns:a16="http://schemas.microsoft.com/office/drawing/2014/main" id="{1242AEEE-E10C-48BD-8959-BB362C97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574">
            <a:extLst xmlns:a="http://schemas.openxmlformats.org/drawingml/2006/main">
              <a:ext uri="{FF2B5EF4-FFF2-40B4-BE49-F238E27FC236}">
                <a16:creationId xmlns:a16="http://schemas.microsoft.com/office/drawing/2014/main" id="{AA98C0F2-29F2-442A-80C7-5D2893EF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75">
            <a:extLst xmlns:a="http://schemas.openxmlformats.org/drawingml/2006/main">
              <a:ext uri="{FF2B5EF4-FFF2-40B4-BE49-F238E27FC236}">
                <a16:creationId xmlns:a16="http://schemas.microsoft.com/office/drawing/2014/main" id="{3D8D38A5-AA08-4982-8182-938D982D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576">
            <a:extLst xmlns:a="http://schemas.openxmlformats.org/drawingml/2006/main">
              <a:ext uri="{FF2B5EF4-FFF2-40B4-BE49-F238E27FC236}">
                <a16:creationId xmlns:a16="http://schemas.microsoft.com/office/drawing/2014/main" id="{9C44A831-9979-4C5F-B188-0D9BE71E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577">
            <a:extLst xmlns:a="http://schemas.openxmlformats.org/drawingml/2006/main">
              <a:ext uri="{FF2B5EF4-FFF2-40B4-BE49-F238E27FC236}">
                <a16:creationId xmlns:a16="http://schemas.microsoft.com/office/drawing/2014/main" id="{D2D2D39B-DEE1-4419-9157-A842072C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78">
            <a:extLst xmlns:a="http://schemas.openxmlformats.org/drawingml/2006/main">
              <a:ext uri="{FF2B5EF4-FFF2-40B4-BE49-F238E27FC236}">
                <a16:creationId xmlns:a16="http://schemas.microsoft.com/office/drawing/2014/main" id="{EC7A8C75-6F25-4A84-8C71-2D128E5D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740">
            <a:extLst xmlns:a="http://schemas.openxmlformats.org/drawingml/2006/main">
              <a:ext uri="{FF2B5EF4-FFF2-40B4-BE49-F238E27FC236}">
                <a16:creationId xmlns:a16="http://schemas.microsoft.com/office/drawing/2014/main" id="{7A0F072A-6480-47B6-B57E-8571B529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fad7f3c03b04e9b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9f1d5e6a630401e"/>
              </a:rPr>
              <a:t>Codex ↗</a:t>
            </a:r>
          </a:p>
        </p:txBody>
      </p:sp>
      <p:sp>
        <p:nvSpPr>
          <p:cNvPr id="20" name="shape-1818">
            <a:extLst xmlns:a="http://schemas.openxmlformats.org/drawingml/2006/main">
              <a:ext uri="{FF2B5EF4-FFF2-40B4-BE49-F238E27FC236}">
                <a16:creationId xmlns:a16="http://schemas.microsoft.com/office/drawing/2014/main" id="{44628106-AABC-4613-ADD1-5B97069C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32517464fb450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819">
            <a:extLst xmlns:a="http://schemas.openxmlformats.org/drawingml/2006/main">
              <a:ext uri="{FF2B5EF4-FFF2-40B4-BE49-F238E27FC236}">
                <a16:creationId xmlns:a16="http://schemas.microsoft.com/office/drawing/2014/main" id="{8641000D-9D15-4903-BB73-795CA623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7ce34500d34db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820">
            <a:extLst xmlns:a="http://schemas.openxmlformats.org/drawingml/2006/main">
              <a:ext uri="{FF2B5EF4-FFF2-40B4-BE49-F238E27FC236}">
                <a16:creationId xmlns:a16="http://schemas.microsoft.com/office/drawing/2014/main" id="{0F46B7CC-73EC-4166-B383-DC0D0C6A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50993126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579">
            <a:extLst xmlns:a="http://schemas.openxmlformats.org/drawingml/2006/main">
              <a:ext uri="{FF2B5EF4-FFF2-40B4-BE49-F238E27FC236}">
                <a16:creationId xmlns:a16="http://schemas.microsoft.com/office/drawing/2014/main" id="{9CAF1312-BB3B-4B2D-8CE6-FA3A48CF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E1426B-853F-4DB5-8A41-369AD115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5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81">
            <a:extLst xmlns:a="http://schemas.openxmlformats.org/drawingml/2006/main">
              <a:ext uri="{FF2B5EF4-FFF2-40B4-BE49-F238E27FC236}">
                <a16:creationId xmlns:a16="http://schemas.microsoft.com/office/drawing/2014/main" id="{4E282DDB-5EC2-42BE-9974-B0DC95AB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31FA4BA-9581-45E6-B095-6ED73F59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582">
            <a:extLst xmlns:a="http://schemas.openxmlformats.org/drawingml/2006/main">
              <a:ext uri="{FF2B5EF4-FFF2-40B4-BE49-F238E27FC236}">
                <a16:creationId xmlns:a16="http://schemas.microsoft.com/office/drawing/2014/main" id="{4C71F8B5-1379-44CF-83C2-3F850059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83">
            <a:extLst xmlns:a="http://schemas.openxmlformats.org/drawingml/2006/main">
              <a:ext uri="{FF2B5EF4-FFF2-40B4-BE49-F238E27FC236}">
                <a16:creationId xmlns:a16="http://schemas.microsoft.com/office/drawing/2014/main" id="{2D186BF7-D9EA-46F4-9ADE-DAB7C400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84">
            <a:extLst xmlns:a="http://schemas.openxmlformats.org/drawingml/2006/main">
              <a:ext uri="{FF2B5EF4-FFF2-40B4-BE49-F238E27FC236}">
                <a16:creationId xmlns:a16="http://schemas.microsoft.com/office/drawing/2014/main" id="{C52B610B-7E18-4533-B685-81851B55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585">
            <a:extLst xmlns:a="http://schemas.openxmlformats.org/drawingml/2006/main">
              <a:ext uri="{FF2B5EF4-FFF2-40B4-BE49-F238E27FC236}">
                <a16:creationId xmlns:a16="http://schemas.microsoft.com/office/drawing/2014/main" id="{7C3BB806-42CF-43B0-B39D-B169C87F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586">
            <a:extLst xmlns:a="http://schemas.openxmlformats.org/drawingml/2006/main">
              <a:ext uri="{FF2B5EF4-FFF2-40B4-BE49-F238E27FC236}">
                <a16:creationId xmlns:a16="http://schemas.microsoft.com/office/drawing/2014/main" id="{2D4B9DB4-C1A5-44BD-8B73-9502D6BD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87">
            <a:extLst xmlns:a="http://schemas.openxmlformats.org/drawingml/2006/main">
              <a:ext uri="{FF2B5EF4-FFF2-40B4-BE49-F238E27FC236}">
                <a16:creationId xmlns:a16="http://schemas.microsoft.com/office/drawing/2014/main" id="{E598F463-38A5-49CA-B061-0217FE66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88">
            <a:extLst xmlns:a="http://schemas.openxmlformats.org/drawingml/2006/main">
              <a:ext uri="{FF2B5EF4-FFF2-40B4-BE49-F238E27FC236}">
                <a16:creationId xmlns:a16="http://schemas.microsoft.com/office/drawing/2014/main" id="{6C736312-B3A7-4B4B-9D9C-00AAE732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589">
            <a:extLst xmlns:a="http://schemas.openxmlformats.org/drawingml/2006/main">
              <a:ext uri="{FF2B5EF4-FFF2-40B4-BE49-F238E27FC236}">
                <a16:creationId xmlns:a16="http://schemas.microsoft.com/office/drawing/2014/main" id="{880630A0-F33B-4564-B5BB-BCDA9735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590">
            <a:extLst xmlns:a="http://schemas.openxmlformats.org/drawingml/2006/main">
              <a:ext uri="{FF2B5EF4-FFF2-40B4-BE49-F238E27FC236}">
                <a16:creationId xmlns:a16="http://schemas.microsoft.com/office/drawing/2014/main" id="{621F4BD2-ACE2-42ED-800E-F38D34C4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91">
            <a:extLst xmlns:a="http://schemas.openxmlformats.org/drawingml/2006/main">
              <a:ext uri="{FF2B5EF4-FFF2-40B4-BE49-F238E27FC236}">
                <a16:creationId xmlns:a16="http://schemas.microsoft.com/office/drawing/2014/main" id="{91FC1E5D-B5D0-47E7-9187-046ACBA4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92">
            <a:extLst xmlns:a="http://schemas.openxmlformats.org/drawingml/2006/main">
              <a:ext uri="{FF2B5EF4-FFF2-40B4-BE49-F238E27FC236}">
                <a16:creationId xmlns:a16="http://schemas.microsoft.com/office/drawing/2014/main" id="{1D59F57F-A817-4532-96E6-21F9DAF6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593">
            <a:extLst xmlns:a="http://schemas.openxmlformats.org/drawingml/2006/main">
              <a:ext uri="{FF2B5EF4-FFF2-40B4-BE49-F238E27FC236}">
                <a16:creationId xmlns:a16="http://schemas.microsoft.com/office/drawing/2014/main" id="{28EE4D58-DF61-4B39-B3D8-4BF223A2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594">
            <a:extLst xmlns:a="http://schemas.openxmlformats.org/drawingml/2006/main">
              <a:ext uri="{FF2B5EF4-FFF2-40B4-BE49-F238E27FC236}">
                <a16:creationId xmlns:a16="http://schemas.microsoft.com/office/drawing/2014/main" id="{B5808408-DBAD-48C9-ADE1-96EC5CC0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95">
            <a:extLst xmlns:a="http://schemas.openxmlformats.org/drawingml/2006/main">
              <a:ext uri="{FF2B5EF4-FFF2-40B4-BE49-F238E27FC236}">
                <a16:creationId xmlns:a16="http://schemas.microsoft.com/office/drawing/2014/main" id="{343F2569-ECD6-4920-93CF-25E89747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96">
            <a:extLst xmlns:a="http://schemas.openxmlformats.org/drawingml/2006/main">
              <a:ext uri="{FF2B5EF4-FFF2-40B4-BE49-F238E27FC236}">
                <a16:creationId xmlns:a16="http://schemas.microsoft.com/office/drawing/2014/main" id="{07A5027F-65A8-4A30-BE1F-52E472D1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597">
            <a:extLst xmlns:a="http://schemas.openxmlformats.org/drawingml/2006/main">
              <a:ext uri="{FF2B5EF4-FFF2-40B4-BE49-F238E27FC236}">
                <a16:creationId xmlns:a16="http://schemas.microsoft.com/office/drawing/2014/main" id="{C45E3886-F6B9-4168-9075-04E5164E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598">
            <a:extLst xmlns:a="http://schemas.openxmlformats.org/drawingml/2006/main">
              <a:ext uri="{FF2B5EF4-FFF2-40B4-BE49-F238E27FC236}">
                <a16:creationId xmlns:a16="http://schemas.microsoft.com/office/drawing/2014/main" id="{190B9E84-1FB2-47F6-847F-1A9E576B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599">
            <a:extLst xmlns:a="http://schemas.openxmlformats.org/drawingml/2006/main">
              <a:ext uri="{FF2B5EF4-FFF2-40B4-BE49-F238E27FC236}">
                <a16:creationId xmlns:a16="http://schemas.microsoft.com/office/drawing/2014/main" id="{144BF3DC-9750-4401-9579-6B4504D7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600">
            <a:extLst xmlns:a="http://schemas.openxmlformats.org/drawingml/2006/main">
              <a:ext uri="{FF2B5EF4-FFF2-40B4-BE49-F238E27FC236}">
                <a16:creationId xmlns:a16="http://schemas.microsoft.com/office/drawing/2014/main" id="{9AF73AF6-291A-47D3-A26C-89765921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601">
            <a:extLst xmlns:a="http://schemas.openxmlformats.org/drawingml/2006/main">
              <a:ext uri="{FF2B5EF4-FFF2-40B4-BE49-F238E27FC236}">
                <a16:creationId xmlns:a16="http://schemas.microsoft.com/office/drawing/2014/main" id="{80A72F27-0D24-4F9E-A558-C6B32096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602">
            <a:extLst xmlns:a="http://schemas.openxmlformats.org/drawingml/2006/main">
              <a:ext uri="{FF2B5EF4-FFF2-40B4-BE49-F238E27FC236}">
                <a16:creationId xmlns:a16="http://schemas.microsoft.com/office/drawing/2014/main" id="{949D736B-74E2-4FE8-B729-1119E9CD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603">
            <a:extLst xmlns:a="http://schemas.openxmlformats.org/drawingml/2006/main">
              <a:ext uri="{FF2B5EF4-FFF2-40B4-BE49-F238E27FC236}">
                <a16:creationId xmlns:a16="http://schemas.microsoft.com/office/drawing/2014/main" id="{C8A35546-3001-4236-9836-BF4C24AF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604">
            <a:extLst xmlns:a="http://schemas.openxmlformats.org/drawingml/2006/main">
              <a:ext uri="{FF2B5EF4-FFF2-40B4-BE49-F238E27FC236}">
                <a16:creationId xmlns:a16="http://schemas.microsoft.com/office/drawing/2014/main" id="{DA7A5F59-76BE-4568-8BF4-E630B1F2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605">
            <a:extLst xmlns:a="http://schemas.openxmlformats.org/drawingml/2006/main">
              <a:ext uri="{FF2B5EF4-FFF2-40B4-BE49-F238E27FC236}">
                <a16:creationId xmlns:a16="http://schemas.microsoft.com/office/drawing/2014/main" id="{71430B91-CCA6-4173-9989-A433CF4A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741">
            <a:extLst xmlns:a="http://schemas.openxmlformats.org/drawingml/2006/main">
              <a:ext uri="{FF2B5EF4-FFF2-40B4-BE49-F238E27FC236}">
                <a16:creationId xmlns:a16="http://schemas.microsoft.com/office/drawing/2014/main" id="{29E45D4E-33E8-4A5C-81A4-63A257B6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921280d1ddc4f54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eebe659734b4f3e"/>
              </a:rPr>
              <a:t>Codex ↗</a:t>
            </a:r>
          </a:p>
        </p:txBody>
      </p:sp>
      <p:sp>
        <p:nvSpPr>
          <p:cNvPr id="31" name="shape-1821">
            <a:extLst xmlns:a="http://schemas.openxmlformats.org/drawingml/2006/main">
              <a:ext uri="{FF2B5EF4-FFF2-40B4-BE49-F238E27FC236}">
                <a16:creationId xmlns:a16="http://schemas.microsoft.com/office/drawing/2014/main" id="{A496F7EE-E11F-46F8-AC2B-79759C0D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924e13cef4d9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822">
            <a:extLst xmlns:a="http://schemas.openxmlformats.org/drawingml/2006/main">
              <a:ext uri="{FF2B5EF4-FFF2-40B4-BE49-F238E27FC236}">
                <a16:creationId xmlns:a16="http://schemas.microsoft.com/office/drawing/2014/main" id="{50BD5046-0C6C-4394-B31B-A79AEE49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15ab7e8a34e2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823">
            <a:extLst xmlns:a="http://schemas.openxmlformats.org/drawingml/2006/main">
              <a:ext uri="{FF2B5EF4-FFF2-40B4-BE49-F238E27FC236}">
                <a16:creationId xmlns:a16="http://schemas.microsoft.com/office/drawing/2014/main" id="{8F92F0C0-6E38-4538-8AA4-5C525F05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14067779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606">
            <a:extLst xmlns:a="http://schemas.openxmlformats.org/drawingml/2006/main">
              <a:ext uri="{FF2B5EF4-FFF2-40B4-BE49-F238E27FC236}">
                <a16:creationId xmlns:a16="http://schemas.microsoft.com/office/drawing/2014/main" id="{7D04DA36-00F7-4A48-B911-C44B5857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1CA087-0BE9-4613-9CA6-97EB6D92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6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08">
            <a:extLst xmlns:a="http://schemas.openxmlformats.org/drawingml/2006/main">
              <a:ext uri="{FF2B5EF4-FFF2-40B4-BE49-F238E27FC236}">
                <a16:creationId xmlns:a16="http://schemas.microsoft.com/office/drawing/2014/main" id="{3A383709-CF0A-4949-B5F0-36D99BDF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A8BC4B-13F6-4D0B-BF0A-9221B4F2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609">
            <a:extLst xmlns:a="http://schemas.openxmlformats.org/drawingml/2006/main">
              <a:ext uri="{FF2B5EF4-FFF2-40B4-BE49-F238E27FC236}">
                <a16:creationId xmlns:a16="http://schemas.microsoft.com/office/drawing/2014/main" id="{6482F654-B14A-4CC2-8986-21D5AB15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610">
            <a:extLst xmlns:a="http://schemas.openxmlformats.org/drawingml/2006/main">
              <a:ext uri="{FF2B5EF4-FFF2-40B4-BE49-F238E27FC236}">
                <a16:creationId xmlns:a16="http://schemas.microsoft.com/office/drawing/2014/main" id="{FF71E1E5-EAA1-40F3-8C37-06891E15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11">
            <a:extLst xmlns:a="http://schemas.openxmlformats.org/drawingml/2006/main">
              <a:ext uri="{FF2B5EF4-FFF2-40B4-BE49-F238E27FC236}">
                <a16:creationId xmlns:a16="http://schemas.microsoft.com/office/drawing/2014/main" id="{EB2E51BC-9BF4-45D3-80C0-042AB0A1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612">
            <a:extLst xmlns:a="http://schemas.openxmlformats.org/drawingml/2006/main">
              <a:ext uri="{FF2B5EF4-FFF2-40B4-BE49-F238E27FC236}">
                <a16:creationId xmlns:a16="http://schemas.microsoft.com/office/drawing/2014/main" id="{FDF14CE7-2FF8-40D6-ACE7-A7E1CADE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613">
            <a:extLst xmlns:a="http://schemas.openxmlformats.org/drawingml/2006/main">
              <a:ext uri="{FF2B5EF4-FFF2-40B4-BE49-F238E27FC236}">
                <a16:creationId xmlns:a16="http://schemas.microsoft.com/office/drawing/2014/main" id="{D4038060-217F-4A14-83E8-B557EE76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614">
            <a:extLst xmlns:a="http://schemas.openxmlformats.org/drawingml/2006/main">
              <a:ext uri="{FF2B5EF4-FFF2-40B4-BE49-F238E27FC236}">
                <a16:creationId xmlns:a16="http://schemas.microsoft.com/office/drawing/2014/main" id="{9CEEDC8A-25D5-43B3-B9B1-43AABA14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15">
            <a:extLst xmlns:a="http://schemas.openxmlformats.org/drawingml/2006/main">
              <a:ext uri="{FF2B5EF4-FFF2-40B4-BE49-F238E27FC236}">
                <a16:creationId xmlns:a16="http://schemas.microsoft.com/office/drawing/2014/main" id="{F982AD76-CA64-434A-9331-7C2164D3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616">
            <a:extLst xmlns:a="http://schemas.openxmlformats.org/drawingml/2006/main">
              <a:ext uri="{FF2B5EF4-FFF2-40B4-BE49-F238E27FC236}">
                <a16:creationId xmlns:a16="http://schemas.microsoft.com/office/drawing/2014/main" id="{B5CA0360-6FF6-45B6-8A7E-2AC6A31F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617">
            <a:extLst xmlns:a="http://schemas.openxmlformats.org/drawingml/2006/main">
              <a:ext uri="{FF2B5EF4-FFF2-40B4-BE49-F238E27FC236}">
                <a16:creationId xmlns:a16="http://schemas.microsoft.com/office/drawing/2014/main" id="{7EAF0C2C-29CA-4D6E-99D8-48B656CA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618">
            <a:extLst xmlns:a="http://schemas.openxmlformats.org/drawingml/2006/main">
              <a:ext uri="{FF2B5EF4-FFF2-40B4-BE49-F238E27FC236}">
                <a16:creationId xmlns:a16="http://schemas.microsoft.com/office/drawing/2014/main" id="{E758A3FC-642F-4DE5-85A2-682A6FCD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19">
            <a:extLst xmlns:a="http://schemas.openxmlformats.org/drawingml/2006/main">
              <a:ext uri="{FF2B5EF4-FFF2-40B4-BE49-F238E27FC236}">
                <a16:creationId xmlns:a16="http://schemas.microsoft.com/office/drawing/2014/main" id="{14E54524-EAF4-45B3-A133-B7E45149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620">
            <a:extLst xmlns:a="http://schemas.openxmlformats.org/drawingml/2006/main">
              <a:ext uri="{FF2B5EF4-FFF2-40B4-BE49-F238E27FC236}">
                <a16:creationId xmlns:a16="http://schemas.microsoft.com/office/drawing/2014/main" id="{B75FCC30-312B-41FB-AEEC-C87BFB6C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621">
            <a:extLst xmlns:a="http://schemas.openxmlformats.org/drawingml/2006/main">
              <a:ext uri="{FF2B5EF4-FFF2-40B4-BE49-F238E27FC236}">
                <a16:creationId xmlns:a16="http://schemas.microsoft.com/office/drawing/2014/main" id="{094456DB-74CC-4822-AD13-83579EA4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622">
            <a:extLst xmlns:a="http://schemas.openxmlformats.org/drawingml/2006/main">
              <a:ext uri="{FF2B5EF4-FFF2-40B4-BE49-F238E27FC236}">
                <a16:creationId xmlns:a16="http://schemas.microsoft.com/office/drawing/2014/main" id="{C92A6D6F-1461-4A24-9552-55B41ABF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623">
            <a:extLst xmlns:a="http://schemas.openxmlformats.org/drawingml/2006/main">
              <a:ext uri="{FF2B5EF4-FFF2-40B4-BE49-F238E27FC236}">
                <a16:creationId xmlns:a16="http://schemas.microsoft.com/office/drawing/2014/main" id="{B88028B4-B130-409B-8B4D-E1E95FCF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624">
            <a:extLst xmlns:a="http://schemas.openxmlformats.org/drawingml/2006/main">
              <a:ext uri="{FF2B5EF4-FFF2-40B4-BE49-F238E27FC236}">
                <a16:creationId xmlns:a16="http://schemas.microsoft.com/office/drawing/2014/main" id="{94621C8F-993E-4986-9A92-52CFA0DD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742">
            <a:extLst xmlns:a="http://schemas.openxmlformats.org/drawingml/2006/main">
              <a:ext uri="{FF2B5EF4-FFF2-40B4-BE49-F238E27FC236}">
                <a16:creationId xmlns:a16="http://schemas.microsoft.com/office/drawing/2014/main" id="{A0755209-9A48-426F-A578-CB54DEB7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8297ae78744ae1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7f742ae7cb446be"/>
              </a:rPr>
              <a:t>Codex ↗</a:t>
            </a:r>
          </a:p>
        </p:txBody>
      </p:sp>
      <p:sp>
        <p:nvSpPr>
          <p:cNvPr id="23" name="shape-1824">
            <a:extLst xmlns:a="http://schemas.openxmlformats.org/drawingml/2006/main">
              <a:ext uri="{FF2B5EF4-FFF2-40B4-BE49-F238E27FC236}">
                <a16:creationId xmlns:a16="http://schemas.microsoft.com/office/drawing/2014/main" id="{095B6666-AB58-4F0B-A0FF-1E133603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e5404400c439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825">
            <a:extLst xmlns:a="http://schemas.openxmlformats.org/drawingml/2006/main">
              <a:ext uri="{FF2B5EF4-FFF2-40B4-BE49-F238E27FC236}">
                <a16:creationId xmlns:a16="http://schemas.microsoft.com/office/drawing/2014/main" id="{427874B7-C083-438D-930D-88B33B5A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b494122d424d4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826">
            <a:extLst xmlns:a="http://schemas.openxmlformats.org/drawingml/2006/main">
              <a:ext uri="{FF2B5EF4-FFF2-40B4-BE49-F238E27FC236}">
                <a16:creationId xmlns:a16="http://schemas.microsoft.com/office/drawing/2014/main" id="{3933DF1D-0878-4DFB-9906-2EC82CA3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1103003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625">
            <a:extLst xmlns:a="http://schemas.openxmlformats.org/drawingml/2006/main">
              <a:ext uri="{FF2B5EF4-FFF2-40B4-BE49-F238E27FC236}">
                <a16:creationId xmlns:a16="http://schemas.microsoft.com/office/drawing/2014/main" id="{7B972191-2652-4F1B-8AAB-FA024C52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211939-E249-45CF-9003-FCC7CB54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整合挑戰｜讓 Agent 回應一個可驗證的痛點</a:t>
            </a:r>
          </a:p>
        </p:txBody>
      </p:sp>
      <p:cxnSp>
        <p:nvCxnSpPr>
          <p:cNvPr id="27" name="shape-16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27">
            <a:extLst xmlns:a="http://schemas.openxmlformats.org/drawingml/2006/main">
              <a:ext uri="{FF2B5EF4-FFF2-40B4-BE49-F238E27FC236}">
                <a16:creationId xmlns:a16="http://schemas.microsoft.com/office/drawing/2014/main" id="{E8BF4B7E-E7C0-4A0B-B64D-D6DE1343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B4F24CA-9780-4A72-B4BD-BE6C8FB6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628">
            <a:extLst xmlns:a="http://schemas.openxmlformats.org/drawingml/2006/main">
              <a:ext uri="{FF2B5EF4-FFF2-40B4-BE49-F238E27FC236}">
                <a16:creationId xmlns:a16="http://schemas.microsoft.com/office/drawing/2014/main" id="{A3192E69-63B3-408C-A2E9-1F7070A1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629">
            <a:extLst xmlns:a="http://schemas.openxmlformats.org/drawingml/2006/main">
              <a:ext uri="{FF2B5EF4-FFF2-40B4-BE49-F238E27FC236}">
                <a16:creationId xmlns:a16="http://schemas.microsoft.com/office/drawing/2014/main" id="{275512B9-9D44-4093-B13C-1226A7C1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630">
            <a:extLst xmlns:a="http://schemas.openxmlformats.org/drawingml/2006/main">
              <a:ext uri="{FF2B5EF4-FFF2-40B4-BE49-F238E27FC236}">
                <a16:creationId xmlns:a16="http://schemas.microsoft.com/office/drawing/2014/main" id="{73FFCF16-7817-4645-9EB9-78EDB371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31">
            <a:extLst xmlns:a="http://schemas.openxmlformats.org/drawingml/2006/main">
              <a:ext uri="{FF2B5EF4-FFF2-40B4-BE49-F238E27FC236}">
                <a16:creationId xmlns:a16="http://schemas.microsoft.com/office/drawing/2014/main" id="{31501954-4763-470D-A888-958E0396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632">
            <a:extLst xmlns:a="http://schemas.openxmlformats.org/drawingml/2006/main">
              <a:ext uri="{FF2B5EF4-FFF2-40B4-BE49-F238E27FC236}">
                <a16:creationId xmlns:a16="http://schemas.microsoft.com/office/drawing/2014/main" id="{00602BFD-62E2-4C9A-96C4-1CD29827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633">
            <a:extLst xmlns:a="http://schemas.openxmlformats.org/drawingml/2006/main">
              <a:ext uri="{FF2B5EF4-FFF2-40B4-BE49-F238E27FC236}">
                <a16:creationId xmlns:a16="http://schemas.microsoft.com/office/drawing/2014/main" id="{7A81EEE2-13DC-4939-AED0-086ECEBD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對上午作品或合成資料提出一項真實教學／研究痛點任務</a:t>
            </a:r>
          </a:p>
        </p:txBody>
      </p:sp>
      <p:sp>
        <p:nvSpPr>
          <p:cNvPr id="12" name="text-1634">
            <a:extLst xmlns:a="http://schemas.openxmlformats.org/drawingml/2006/main">
              <a:ext uri="{FF2B5EF4-FFF2-40B4-BE49-F238E27FC236}">
                <a16:creationId xmlns:a16="http://schemas.microsoft.com/office/drawing/2014/main" id="{AE1A4882-0BB7-47AB-8827-795F8995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635">
            <a:extLst xmlns:a="http://schemas.openxmlformats.org/drawingml/2006/main">
              <a:ext uri="{FF2B5EF4-FFF2-40B4-BE49-F238E27FC236}">
                <a16:creationId xmlns:a16="http://schemas.microsoft.com/office/drawing/2014/main" id="{7DCDC067-F2D1-48D0-83A1-A5D0E5A2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636">
            <a:extLst xmlns:a="http://schemas.openxmlformats.org/drawingml/2006/main">
              <a:ext uri="{FF2B5EF4-FFF2-40B4-BE49-F238E27FC236}">
                <a16:creationId xmlns:a16="http://schemas.microsoft.com/office/drawing/2014/main" id="{D1D9CB2A-19F4-4460-AD30-EEFF1F5C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637">
            <a:extLst xmlns:a="http://schemas.openxmlformats.org/drawingml/2006/main">
              <a:ext uri="{FF2B5EF4-FFF2-40B4-BE49-F238E27FC236}">
                <a16:creationId xmlns:a16="http://schemas.microsoft.com/office/drawing/2014/main" id="{0FD9D021-8291-47C1-B486-DEDCCEFC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638">
            <a:extLst xmlns:a="http://schemas.openxmlformats.org/drawingml/2006/main">
              <a:ext uri="{FF2B5EF4-FFF2-40B4-BE49-F238E27FC236}">
                <a16:creationId xmlns:a16="http://schemas.microsoft.com/office/drawing/2014/main" id="{3C0B9FEA-02BD-410F-8FCC-BD3B19F8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639">
            <a:extLst xmlns:a="http://schemas.openxmlformats.org/drawingml/2006/main">
              <a:ext uri="{FF2B5EF4-FFF2-40B4-BE49-F238E27FC236}">
                <a16:creationId xmlns:a16="http://schemas.microsoft.com/office/drawing/2014/main" id="{F73E46CF-1A72-47CA-BDFF-74AE6F3E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640">
            <a:extLst xmlns:a="http://schemas.openxmlformats.org/drawingml/2006/main">
              <a:ext uri="{FF2B5EF4-FFF2-40B4-BE49-F238E27FC236}">
                <a16:creationId xmlns:a16="http://schemas.microsoft.com/office/drawing/2014/main" id="{F329C3AA-39E8-4556-8D4C-4AAAFD72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743">
            <a:extLst xmlns:a="http://schemas.openxmlformats.org/drawingml/2006/main">
              <a:ext uri="{FF2B5EF4-FFF2-40B4-BE49-F238E27FC236}">
                <a16:creationId xmlns:a16="http://schemas.microsoft.com/office/drawing/2014/main" id="{1B51198C-7936-49DC-BE36-CB7E3A6D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f087908d662482d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e1da7ac54db46e8"/>
              </a:rPr>
              <a:t>Codex ↗</a:t>
            </a:r>
          </a:p>
        </p:txBody>
      </p:sp>
      <p:sp>
        <p:nvSpPr>
          <p:cNvPr id="20" name="shape-1827">
            <a:extLst xmlns:a="http://schemas.openxmlformats.org/drawingml/2006/main">
              <a:ext uri="{FF2B5EF4-FFF2-40B4-BE49-F238E27FC236}">
                <a16:creationId xmlns:a16="http://schemas.microsoft.com/office/drawing/2014/main" id="{F880C1BD-3D0C-4398-8E34-2F34C8E1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ce85faeb146e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828">
            <a:extLst xmlns:a="http://schemas.openxmlformats.org/drawingml/2006/main">
              <a:ext uri="{FF2B5EF4-FFF2-40B4-BE49-F238E27FC236}">
                <a16:creationId xmlns:a16="http://schemas.microsoft.com/office/drawing/2014/main" id="{19BB3526-4F82-47F1-B18D-B0483FB5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34908864742b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829">
            <a:extLst xmlns:a="http://schemas.openxmlformats.org/drawingml/2006/main">
              <a:ext uri="{FF2B5EF4-FFF2-40B4-BE49-F238E27FC236}">
                <a16:creationId xmlns:a16="http://schemas.microsoft.com/office/drawing/2014/main" id="{300BDC7F-6A11-4C6E-B041-72BB04F1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9886945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641">
            <a:extLst xmlns:a="http://schemas.openxmlformats.org/drawingml/2006/main">
              <a:ext uri="{FF2B5EF4-FFF2-40B4-BE49-F238E27FC236}">
                <a16:creationId xmlns:a16="http://schemas.microsoft.com/office/drawing/2014/main" id="{FFD5F6B3-E9EE-40D1-9D81-FE4014D4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081BA9-0B7B-4E97-A502-6DC23327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6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43">
            <a:extLst xmlns:a="http://schemas.openxmlformats.org/drawingml/2006/main">
              <a:ext uri="{FF2B5EF4-FFF2-40B4-BE49-F238E27FC236}">
                <a16:creationId xmlns:a16="http://schemas.microsoft.com/office/drawing/2014/main" id="{9B90525F-D494-43A2-A57B-E657FE80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06E1AA8-A0B7-4A98-8639-4701E515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644">
            <a:extLst xmlns:a="http://schemas.openxmlformats.org/drawingml/2006/main">
              <a:ext uri="{FF2B5EF4-FFF2-40B4-BE49-F238E27FC236}">
                <a16:creationId xmlns:a16="http://schemas.microsoft.com/office/drawing/2014/main" id="{425E42AE-214F-49AC-8B70-6528A1C0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645">
            <a:extLst xmlns:a="http://schemas.openxmlformats.org/drawingml/2006/main">
              <a:ext uri="{FF2B5EF4-FFF2-40B4-BE49-F238E27FC236}">
                <a16:creationId xmlns:a16="http://schemas.microsoft.com/office/drawing/2014/main" id="{AC799DCC-2D0C-444D-AC6A-DF8CF29C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46">
            <a:extLst xmlns:a="http://schemas.openxmlformats.org/drawingml/2006/main">
              <a:ext uri="{FF2B5EF4-FFF2-40B4-BE49-F238E27FC236}">
                <a16:creationId xmlns:a16="http://schemas.microsoft.com/office/drawing/2014/main" id="{49E1F73C-4FC9-4E97-88A0-8AD67108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647">
            <a:extLst xmlns:a="http://schemas.openxmlformats.org/drawingml/2006/main">
              <a:ext uri="{FF2B5EF4-FFF2-40B4-BE49-F238E27FC236}">
                <a16:creationId xmlns:a16="http://schemas.microsoft.com/office/drawing/2014/main" id="{ED9D4AB9-156A-4D48-A4A9-2CF4850A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這個 Agent 任務是否回應真實教學／研究痛點？</a:t>
            </a:r>
          </a:p>
        </p:txBody>
      </p:sp>
      <p:sp>
        <p:nvSpPr>
          <p:cNvPr id="10" name="shape-1648">
            <a:extLst xmlns:a="http://schemas.openxmlformats.org/drawingml/2006/main">
              <a:ext uri="{FF2B5EF4-FFF2-40B4-BE49-F238E27FC236}">
                <a16:creationId xmlns:a16="http://schemas.microsoft.com/office/drawing/2014/main" id="{3D3CA69B-51D7-43C0-A735-B6FC1DEA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649">
            <a:extLst xmlns:a="http://schemas.openxmlformats.org/drawingml/2006/main">
              <a:ext uri="{FF2B5EF4-FFF2-40B4-BE49-F238E27FC236}">
                <a16:creationId xmlns:a16="http://schemas.microsoft.com/office/drawing/2014/main" id="{124186EA-07AA-4B93-9956-28288A66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50">
            <a:extLst xmlns:a="http://schemas.openxmlformats.org/drawingml/2006/main">
              <a:ext uri="{FF2B5EF4-FFF2-40B4-BE49-F238E27FC236}">
                <a16:creationId xmlns:a16="http://schemas.microsoft.com/office/drawing/2014/main" id="{E87AD7D0-643E-48D2-B7F4-47051DDF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651">
            <a:extLst xmlns:a="http://schemas.openxmlformats.org/drawingml/2006/main">
              <a:ext uri="{FF2B5EF4-FFF2-40B4-BE49-F238E27FC236}">
                <a16:creationId xmlns:a16="http://schemas.microsoft.com/office/drawing/2014/main" id="{32071367-859E-4C0A-B451-E147080C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652">
            <a:extLst xmlns:a="http://schemas.openxmlformats.org/drawingml/2006/main">
              <a:ext uri="{FF2B5EF4-FFF2-40B4-BE49-F238E27FC236}">
                <a16:creationId xmlns:a16="http://schemas.microsoft.com/office/drawing/2014/main" id="{C48A1640-71B1-47BF-BE29-FF18E30D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653">
            <a:extLst xmlns:a="http://schemas.openxmlformats.org/drawingml/2006/main">
              <a:ext uri="{FF2B5EF4-FFF2-40B4-BE49-F238E27FC236}">
                <a16:creationId xmlns:a16="http://schemas.microsoft.com/office/drawing/2014/main" id="{9BAE068F-4ADF-4740-B3A2-04D7D727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54">
            <a:extLst xmlns:a="http://schemas.openxmlformats.org/drawingml/2006/main">
              <a:ext uri="{FF2B5EF4-FFF2-40B4-BE49-F238E27FC236}">
                <a16:creationId xmlns:a16="http://schemas.microsoft.com/office/drawing/2014/main" id="{F1356546-83B5-4B08-A256-3C5A6D38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655">
            <a:extLst xmlns:a="http://schemas.openxmlformats.org/drawingml/2006/main">
              <a:ext uri="{FF2B5EF4-FFF2-40B4-BE49-F238E27FC236}">
                <a16:creationId xmlns:a16="http://schemas.microsoft.com/office/drawing/2014/main" id="{0C03D6FE-D9E0-4F89-B5C2-A52A8AF61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656">
            <a:extLst xmlns:a="http://schemas.openxmlformats.org/drawingml/2006/main">
              <a:ext uri="{FF2B5EF4-FFF2-40B4-BE49-F238E27FC236}">
                <a16:creationId xmlns:a16="http://schemas.microsoft.com/office/drawing/2014/main" id="{18197F34-5CF3-4AF5-B723-524F53A3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657">
            <a:extLst xmlns:a="http://schemas.openxmlformats.org/drawingml/2006/main">
              <a:ext uri="{FF2B5EF4-FFF2-40B4-BE49-F238E27FC236}">
                <a16:creationId xmlns:a16="http://schemas.microsoft.com/office/drawing/2014/main" id="{4E17EAE6-9149-4BB4-A6DC-8966E61D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658">
            <a:extLst xmlns:a="http://schemas.openxmlformats.org/drawingml/2006/main">
              <a:ext uri="{FF2B5EF4-FFF2-40B4-BE49-F238E27FC236}">
                <a16:creationId xmlns:a16="http://schemas.microsoft.com/office/drawing/2014/main" id="{79F2890C-28E7-422C-A481-693007BA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659">
            <a:extLst xmlns:a="http://schemas.openxmlformats.org/drawingml/2006/main">
              <a:ext uri="{FF2B5EF4-FFF2-40B4-BE49-F238E27FC236}">
                <a16:creationId xmlns:a16="http://schemas.microsoft.com/office/drawing/2014/main" id="{A464D0DF-A833-4C3F-9DE0-D82A449FD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744">
            <a:extLst xmlns:a="http://schemas.openxmlformats.org/drawingml/2006/main">
              <a:ext uri="{FF2B5EF4-FFF2-40B4-BE49-F238E27FC236}">
                <a16:creationId xmlns:a16="http://schemas.microsoft.com/office/drawing/2014/main" id="{FFA0787F-1466-43E0-9DA8-05DDE4E2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bd3e54f6e17424e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9aaba658e7e40f3"/>
              </a:rPr>
              <a:t>Codex ↗</a:t>
            </a:r>
          </a:p>
        </p:txBody>
      </p:sp>
      <p:sp>
        <p:nvSpPr>
          <p:cNvPr id="23" name="shape-1830">
            <a:extLst xmlns:a="http://schemas.openxmlformats.org/drawingml/2006/main">
              <a:ext uri="{FF2B5EF4-FFF2-40B4-BE49-F238E27FC236}">
                <a16:creationId xmlns:a16="http://schemas.microsoft.com/office/drawing/2014/main" id="{DF1F8BA3-B1DA-49DD-B52C-7DE00371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6f6c807dd2417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831">
            <a:extLst xmlns:a="http://schemas.openxmlformats.org/drawingml/2006/main">
              <a:ext uri="{FF2B5EF4-FFF2-40B4-BE49-F238E27FC236}">
                <a16:creationId xmlns:a16="http://schemas.microsoft.com/office/drawing/2014/main" id="{A96BBCFD-DED5-48A9-980D-CA9D8B4D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077c58fbc3423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832">
            <a:extLst xmlns:a="http://schemas.openxmlformats.org/drawingml/2006/main">
              <a:ext uri="{FF2B5EF4-FFF2-40B4-BE49-F238E27FC236}">
                <a16:creationId xmlns:a16="http://schemas.microsoft.com/office/drawing/2014/main" id="{DEC365BE-9A5C-47AB-B4C7-1802FE92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0761534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660">
            <a:extLst xmlns:a="http://schemas.openxmlformats.org/drawingml/2006/main">
              <a:ext uri="{FF2B5EF4-FFF2-40B4-BE49-F238E27FC236}">
                <a16:creationId xmlns:a16="http://schemas.microsoft.com/office/drawing/2014/main" id="{2E10E076-9810-4962-A619-5EDCBC22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0FDA39-E7E7-4BBB-A9CA-E2C15B2F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6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62">
            <a:extLst xmlns:a="http://schemas.openxmlformats.org/drawingml/2006/main">
              <a:ext uri="{FF2B5EF4-FFF2-40B4-BE49-F238E27FC236}">
                <a16:creationId xmlns:a16="http://schemas.microsoft.com/office/drawing/2014/main" id="{2AFE293E-9341-4183-8CD2-814E25B7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184D2D-6F36-4118-9057-FFC35EC7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cxnSp>
        <p:nvCxnSpPr>
          <p:cNvPr id="38" name="shape-1663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1664">
            <a:extLst xmlns:a="http://schemas.openxmlformats.org/drawingml/2006/main">
              <a:ext uri="{FF2B5EF4-FFF2-40B4-BE49-F238E27FC236}">
                <a16:creationId xmlns:a16="http://schemas.microsoft.com/office/drawing/2014/main" id="{65C535E0-6893-40C3-8634-CEE1A9E8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65">
            <a:extLst xmlns:a="http://schemas.openxmlformats.org/drawingml/2006/main">
              <a:ext uri="{FF2B5EF4-FFF2-40B4-BE49-F238E27FC236}">
                <a16:creationId xmlns:a16="http://schemas.microsoft.com/office/drawing/2014/main" id="{EADF932A-3BA9-427D-AAC0-2893C731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666">
            <a:extLst xmlns:a="http://schemas.openxmlformats.org/drawingml/2006/main">
              <a:ext uri="{FF2B5EF4-FFF2-40B4-BE49-F238E27FC236}">
                <a16:creationId xmlns:a16="http://schemas.microsoft.com/office/drawing/2014/main" id="{F9F9EA80-40AB-44DE-B665-4A88717D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667">
            <a:extLst xmlns:a="http://schemas.openxmlformats.org/drawingml/2006/main">
              <a:ext uri="{FF2B5EF4-FFF2-40B4-BE49-F238E27FC236}">
                <a16:creationId xmlns:a16="http://schemas.microsoft.com/office/drawing/2014/main" id="{9F3535DC-0FF1-49FE-879E-7262FD43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668">
            <a:extLst xmlns:a="http://schemas.openxmlformats.org/drawingml/2006/main">
              <a:ext uri="{FF2B5EF4-FFF2-40B4-BE49-F238E27FC236}">
                <a16:creationId xmlns:a16="http://schemas.microsoft.com/office/drawing/2014/main" id="{8C0F5081-E7A1-4D28-AC4D-FAFCF70A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669">
            <a:extLst xmlns:a="http://schemas.openxmlformats.org/drawingml/2006/main">
              <a:ext uri="{FF2B5EF4-FFF2-40B4-BE49-F238E27FC236}">
                <a16:creationId xmlns:a16="http://schemas.microsoft.com/office/drawing/2014/main" id="{A7B2381A-4668-46D9-8BF6-5AD7C355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670">
            <a:extLst xmlns:a="http://schemas.openxmlformats.org/drawingml/2006/main">
              <a:ext uri="{FF2B5EF4-FFF2-40B4-BE49-F238E27FC236}">
                <a16:creationId xmlns:a16="http://schemas.microsoft.com/office/drawing/2014/main" id="{C61ED14C-42E4-49AC-B2C3-52F9050C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671">
            <a:extLst xmlns:a="http://schemas.openxmlformats.org/drawingml/2006/main">
              <a:ext uri="{FF2B5EF4-FFF2-40B4-BE49-F238E27FC236}">
                <a16:creationId xmlns:a16="http://schemas.microsoft.com/office/drawing/2014/main" id="{831F51CA-2A42-4B8A-803C-3AC96CB1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672">
            <a:extLst xmlns:a="http://schemas.openxmlformats.org/drawingml/2006/main">
              <a:ext uri="{FF2B5EF4-FFF2-40B4-BE49-F238E27FC236}">
                <a16:creationId xmlns:a16="http://schemas.microsoft.com/office/drawing/2014/main" id="{F16F5646-49BB-4039-B1BA-C692EFBC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673">
            <a:extLst xmlns:a="http://schemas.openxmlformats.org/drawingml/2006/main">
              <a:ext uri="{FF2B5EF4-FFF2-40B4-BE49-F238E27FC236}">
                <a16:creationId xmlns:a16="http://schemas.microsoft.com/office/drawing/2014/main" id="{E38EEEA0-903A-4BB1-9B89-76E63627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674">
            <a:extLst xmlns:a="http://schemas.openxmlformats.org/drawingml/2006/main">
              <a:ext uri="{FF2B5EF4-FFF2-40B4-BE49-F238E27FC236}">
                <a16:creationId xmlns:a16="http://schemas.microsoft.com/office/drawing/2014/main" id="{499DEFFC-EBC8-48A1-9D72-7845E8AD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675">
            <a:extLst xmlns:a="http://schemas.openxmlformats.org/drawingml/2006/main">
              <a:ext uri="{FF2B5EF4-FFF2-40B4-BE49-F238E27FC236}">
                <a16:creationId xmlns:a16="http://schemas.microsoft.com/office/drawing/2014/main" id="{218D251E-736B-48CC-BFA3-AED4AD6D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676">
            <a:extLst xmlns:a="http://schemas.openxmlformats.org/drawingml/2006/main">
              <a:ext uri="{FF2B5EF4-FFF2-40B4-BE49-F238E27FC236}">
                <a16:creationId xmlns:a16="http://schemas.microsoft.com/office/drawing/2014/main" id="{02611FD0-18EB-43E7-BC4C-32DFE25E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677">
            <a:extLst xmlns:a="http://schemas.openxmlformats.org/drawingml/2006/main">
              <a:ext uri="{FF2B5EF4-FFF2-40B4-BE49-F238E27FC236}">
                <a16:creationId xmlns:a16="http://schemas.microsoft.com/office/drawing/2014/main" id="{3AD58A9D-5AA9-48C1-9E97-F5EEDD7A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678">
            <a:extLst xmlns:a="http://schemas.openxmlformats.org/drawingml/2006/main">
              <a:ext uri="{FF2B5EF4-FFF2-40B4-BE49-F238E27FC236}">
                <a16:creationId xmlns:a16="http://schemas.microsoft.com/office/drawing/2014/main" id="{9877D58D-CC8D-4D64-99A4-1B075C52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679">
            <a:extLst xmlns:a="http://schemas.openxmlformats.org/drawingml/2006/main">
              <a:ext uri="{FF2B5EF4-FFF2-40B4-BE49-F238E27FC236}">
                <a16:creationId xmlns:a16="http://schemas.microsoft.com/office/drawing/2014/main" id="{CE4D0383-13FB-4822-8737-F5C540BB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680">
            <a:extLst xmlns:a="http://schemas.openxmlformats.org/drawingml/2006/main">
              <a:ext uri="{FF2B5EF4-FFF2-40B4-BE49-F238E27FC236}">
                <a16:creationId xmlns:a16="http://schemas.microsoft.com/office/drawing/2014/main" id="{9E82B19D-1BD6-4DCF-AB97-8B436E0D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681">
            <a:extLst xmlns:a="http://schemas.openxmlformats.org/drawingml/2006/main">
              <a:ext uri="{FF2B5EF4-FFF2-40B4-BE49-F238E27FC236}">
                <a16:creationId xmlns:a16="http://schemas.microsoft.com/office/drawing/2014/main" id="{7BC35EFC-BCBE-4D20-8466-E463A742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682">
            <a:extLst xmlns:a="http://schemas.openxmlformats.org/drawingml/2006/main">
              <a:ext uri="{FF2B5EF4-FFF2-40B4-BE49-F238E27FC236}">
                <a16:creationId xmlns:a16="http://schemas.microsoft.com/office/drawing/2014/main" id="{3DC895AE-BA52-4C40-AC8A-2F43DE11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683">
            <a:extLst xmlns:a="http://schemas.openxmlformats.org/drawingml/2006/main">
              <a:ext uri="{FF2B5EF4-FFF2-40B4-BE49-F238E27FC236}">
                <a16:creationId xmlns:a16="http://schemas.microsoft.com/office/drawing/2014/main" id="{88E1DDAC-3AF8-452B-9BEA-BF82F7B1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745">
            <a:extLst xmlns:a="http://schemas.openxmlformats.org/drawingml/2006/main">
              <a:ext uri="{FF2B5EF4-FFF2-40B4-BE49-F238E27FC236}">
                <a16:creationId xmlns:a16="http://schemas.microsoft.com/office/drawing/2014/main" id="{0462A5AA-B389-455D-A09F-09DB5D40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bd6de741cae4edb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f3f839c0c2e4ec5"/>
              </a:rPr>
              <a:t>Codex ↗</a:t>
            </a:r>
          </a:p>
        </p:txBody>
      </p:sp>
      <p:sp>
        <p:nvSpPr>
          <p:cNvPr id="28" name="shape-1833">
            <a:extLst xmlns:a="http://schemas.openxmlformats.org/drawingml/2006/main">
              <a:ext uri="{FF2B5EF4-FFF2-40B4-BE49-F238E27FC236}">
                <a16:creationId xmlns:a16="http://schemas.microsoft.com/office/drawing/2014/main" id="{E542B51D-4D4E-4670-96F0-806B59C4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245bd770ec4c6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1834">
            <a:extLst xmlns:a="http://schemas.openxmlformats.org/drawingml/2006/main">
              <a:ext uri="{FF2B5EF4-FFF2-40B4-BE49-F238E27FC236}">
                <a16:creationId xmlns:a16="http://schemas.microsoft.com/office/drawing/2014/main" id="{873C15E3-0568-4F6A-99C3-B2C0EF82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c6b905bd1844c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1835">
            <a:extLst xmlns:a="http://schemas.openxmlformats.org/drawingml/2006/main">
              <a:ext uri="{FF2B5EF4-FFF2-40B4-BE49-F238E27FC236}">
                <a16:creationId xmlns:a16="http://schemas.microsoft.com/office/drawing/2014/main" id="{CB90C801-C5F2-4838-9820-9BE6BE47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00788377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1684">
            <a:extLst xmlns:a="http://schemas.openxmlformats.org/drawingml/2006/main">
              <a:ext uri="{FF2B5EF4-FFF2-40B4-BE49-F238E27FC236}">
                <a16:creationId xmlns:a16="http://schemas.microsoft.com/office/drawing/2014/main" id="{E07F87FB-5B4C-455A-BC45-23A16071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33D41A-8B4C-4517-88C6-C6FF1EA9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41" name="shape-16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86">
            <a:extLst xmlns:a="http://schemas.openxmlformats.org/drawingml/2006/main">
              <a:ext uri="{FF2B5EF4-FFF2-40B4-BE49-F238E27FC236}">
                <a16:creationId xmlns:a16="http://schemas.microsoft.com/office/drawing/2014/main" id="{36E6F34B-043A-493F-86EE-ABC6BC54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E2C79B3-2562-4484-9096-FBBE35E1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687">
            <a:extLst xmlns:a="http://schemas.openxmlformats.org/drawingml/2006/main">
              <a:ext uri="{FF2B5EF4-FFF2-40B4-BE49-F238E27FC236}">
                <a16:creationId xmlns:a16="http://schemas.microsoft.com/office/drawing/2014/main" id="{FA440BA0-2671-4A28-9B62-77C6A7D3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688">
            <a:extLst xmlns:a="http://schemas.openxmlformats.org/drawingml/2006/main">
              <a:ext uri="{FF2B5EF4-FFF2-40B4-BE49-F238E27FC236}">
                <a16:creationId xmlns:a16="http://schemas.microsoft.com/office/drawing/2014/main" id="{E5723EF3-03AF-4650-A4C0-22EC33DF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689">
            <a:extLst xmlns:a="http://schemas.openxmlformats.org/drawingml/2006/main">
              <a:ext uri="{FF2B5EF4-FFF2-40B4-BE49-F238E27FC236}">
                <a16:creationId xmlns:a16="http://schemas.microsoft.com/office/drawing/2014/main" id="{988FF4EB-4585-43BB-B577-7B85C485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817aa2000fe4983"/>
              </a:rPr>
              <a:t>../START_HERE_研習資源導航.html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cb36b75aec4757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690">
            <a:extLst xmlns:a="http://schemas.openxmlformats.org/drawingml/2006/main">
              <a:ext uri="{FF2B5EF4-FFF2-40B4-BE49-F238E27FC236}">
                <a16:creationId xmlns:a16="http://schemas.microsoft.com/office/drawing/2014/main" id="{D4683482-F046-431B-A2FD-45CF6B0B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691">
            <a:extLst xmlns:a="http://schemas.openxmlformats.org/drawingml/2006/main">
              <a:ext uri="{FF2B5EF4-FFF2-40B4-BE49-F238E27FC236}">
                <a16:creationId xmlns:a16="http://schemas.microsoft.com/office/drawing/2014/main" id="{42E4765A-16F7-4AA4-8091-73F881AA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692">
            <a:extLst xmlns:a="http://schemas.openxmlformats.org/drawingml/2006/main">
              <a:ext uri="{FF2B5EF4-FFF2-40B4-BE49-F238E27FC236}">
                <a16:creationId xmlns:a16="http://schemas.microsoft.com/office/drawing/2014/main" id="{349C75ED-F41B-48A1-A12C-02A7EC27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fbaf9678608b471f"/>
              </a:rPr>
              <a:t>https://antigravity.google/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941f0fa2bb45f4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693">
            <a:extLst xmlns:a="http://schemas.openxmlformats.org/drawingml/2006/main">
              <a:ext uri="{FF2B5EF4-FFF2-40B4-BE49-F238E27FC236}">
                <a16:creationId xmlns:a16="http://schemas.microsoft.com/office/drawing/2014/main" id="{E98762D5-93B4-4D10-962E-519FA66D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694">
            <a:extLst xmlns:a="http://schemas.openxmlformats.org/drawingml/2006/main">
              <a:ext uri="{FF2B5EF4-FFF2-40B4-BE49-F238E27FC236}">
                <a16:creationId xmlns:a16="http://schemas.microsoft.com/office/drawing/2014/main" id="{065B3FD1-BF0E-49B4-AD52-DCA73E7C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695">
            <a:extLst xmlns:a="http://schemas.openxmlformats.org/drawingml/2006/main">
              <a:ext uri="{FF2B5EF4-FFF2-40B4-BE49-F238E27FC236}">
                <a16:creationId xmlns:a16="http://schemas.microsoft.com/office/drawing/2014/main" id="{8532DE07-1B4F-4AB8-BE55-7EEBCE4D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66ad8821c82456d"/>
              </a:rPr>
              <a:t>https://chatgpt.com/codex/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6907d8d76046c5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696">
            <a:extLst xmlns:a="http://schemas.openxmlformats.org/drawingml/2006/main">
              <a:ext uri="{FF2B5EF4-FFF2-40B4-BE49-F238E27FC236}">
                <a16:creationId xmlns:a16="http://schemas.microsoft.com/office/drawing/2014/main" id="{F1102E6D-790F-47A1-AE7F-5BAA5FB9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697">
            <a:extLst xmlns:a="http://schemas.openxmlformats.org/drawingml/2006/main">
              <a:ext uri="{FF2B5EF4-FFF2-40B4-BE49-F238E27FC236}">
                <a16:creationId xmlns:a16="http://schemas.microsoft.com/office/drawing/2014/main" id="{122C3294-7522-4215-9F30-8E3AD628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Claude</a:t>
            </a:r>
          </a:p>
        </p:txBody>
      </p:sp>
      <p:sp>
        <p:nvSpPr>
          <p:cNvPr id="20" name="text-1698">
            <a:extLst xmlns:a="http://schemas.openxmlformats.org/drawingml/2006/main">
              <a:ext uri="{FF2B5EF4-FFF2-40B4-BE49-F238E27FC236}">
                <a16:creationId xmlns:a16="http://schemas.microsoft.com/office/drawing/2014/main" id="{6BCE6108-2124-47D9-AD3E-D075B06E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a49c939b0dc4f35"/>
              </a:rPr>
              <a:t>https://claude.ai/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72f34130aa43d9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699">
            <a:extLst xmlns:a="http://schemas.openxmlformats.org/drawingml/2006/main">
              <a:ext uri="{FF2B5EF4-FFF2-40B4-BE49-F238E27FC236}">
                <a16:creationId xmlns:a16="http://schemas.microsoft.com/office/drawing/2014/main" id="{BA15326D-CC68-4C52-93C4-2258A4B0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700">
            <a:extLst xmlns:a="http://schemas.openxmlformats.org/drawingml/2006/main">
              <a:ext uri="{FF2B5EF4-FFF2-40B4-BE49-F238E27FC236}">
                <a16:creationId xmlns:a16="http://schemas.microsoft.com/office/drawing/2014/main" id="{6723C72D-CBEC-4218-B1C7-AF4C8F87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4" name="text-1701">
            <a:extLst xmlns:a="http://schemas.openxmlformats.org/drawingml/2006/main">
              <a:ext uri="{FF2B5EF4-FFF2-40B4-BE49-F238E27FC236}">
                <a16:creationId xmlns:a16="http://schemas.microsoft.com/office/drawing/2014/main" id="{20FB25D9-A40B-42C9-800D-887A030C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d47177772274823"/>
              </a:rPr>
              <a:t>https://codelabs.developers.google.com/getting-started-with-antigravity-skills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7477fb63464be6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702">
            <a:extLst xmlns:a="http://schemas.openxmlformats.org/drawingml/2006/main">
              <a:ext uri="{FF2B5EF4-FFF2-40B4-BE49-F238E27FC236}">
                <a16:creationId xmlns:a16="http://schemas.microsoft.com/office/drawing/2014/main" id="{883A38F9-B9BD-43FE-B85D-D2C7D6EB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703">
            <a:extLst xmlns:a="http://schemas.openxmlformats.org/drawingml/2006/main">
              <a:ext uri="{FF2B5EF4-FFF2-40B4-BE49-F238E27FC236}">
                <a16:creationId xmlns:a16="http://schemas.microsoft.com/office/drawing/2014/main" id="{B3D2ECC4-226E-42D0-A351-F8E8A252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8" name="text-1704">
            <a:extLst xmlns:a="http://schemas.openxmlformats.org/drawingml/2006/main">
              <a:ext uri="{FF2B5EF4-FFF2-40B4-BE49-F238E27FC236}">
                <a16:creationId xmlns:a16="http://schemas.microsoft.com/office/drawing/2014/main" id="{F265F2F3-8202-4140-B01B-901B3D2F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c6efd564e80d47da"/>
              </a:rPr>
              <a:t>../04_實作工具/提示詞快捷面板_研習用.html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37e2c92d348b2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705">
            <a:extLst xmlns:a="http://schemas.openxmlformats.org/drawingml/2006/main">
              <a:ext uri="{FF2B5EF4-FFF2-40B4-BE49-F238E27FC236}">
                <a16:creationId xmlns:a16="http://schemas.microsoft.com/office/drawing/2014/main" id="{1509B525-9B09-4497-98BD-4B4F6B9D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1" name="text-1706">
            <a:extLst xmlns:a="http://schemas.openxmlformats.org/drawingml/2006/main">
              <a:ext uri="{FF2B5EF4-FFF2-40B4-BE49-F238E27FC236}">
                <a16:creationId xmlns:a16="http://schemas.microsoft.com/office/drawing/2014/main" id="{1FD3EF90-81A5-4AFC-B8C1-B74F30D3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32" name="text-1707">
            <a:extLst xmlns:a="http://schemas.openxmlformats.org/drawingml/2006/main">
              <a:ext uri="{FF2B5EF4-FFF2-40B4-BE49-F238E27FC236}">
                <a16:creationId xmlns:a16="http://schemas.microsoft.com/office/drawing/2014/main" id="{4EA90F25-5658-4892-A4CA-D672D077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725f20607514d7b"/>
              </a:rPr>
              <a:t>https://cagoooo.github.io/Akai/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88494917894cd0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1708">
            <a:extLst xmlns:a="http://schemas.openxmlformats.org/drawingml/2006/main">
              <a:ext uri="{FF2B5EF4-FFF2-40B4-BE49-F238E27FC236}">
                <a16:creationId xmlns:a16="http://schemas.microsoft.com/office/drawing/2014/main" id="{9E8A446E-6E6B-4E8B-8CE8-BEDF0014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5" name="text-1709">
            <a:extLst xmlns:a="http://schemas.openxmlformats.org/drawingml/2006/main">
              <a:ext uri="{FF2B5EF4-FFF2-40B4-BE49-F238E27FC236}">
                <a16:creationId xmlns:a16="http://schemas.microsoft.com/office/drawing/2014/main" id="{6D3FB46F-29AF-4826-8D87-49298998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6" name="text-1710">
            <a:extLst xmlns:a="http://schemas.openxmlformats.org/drawingml/2006/main">
              <a:ext uri="{FF2B5EF4-FFF2-40B4-BE49-F238E27FC236}">
                <a16:creationId xmlns:a16="http://schemas.microsoft.com/office/drawing/2014/main" id="{06B8DCB9-45EF-4030-A414-7BAB37BD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4fec4089ebe424a"/>
              </a:rPr>
              <a:t>https://www.iea.nl/sites/default/files/2025-10/GA66_PIRLS%202026.pdf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0065d4ff04040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text-1711">
            <a:extLst xmlns:a="http://schemas.openxmlformats.org/drawingml/2006/main">
              <a:ext uri="{FF2B5EF4-FFF2-40B4-BE49-F238E27FC236}">
                <a16:creationId xmlns:a16="http://schemas.microsoft.com/office/drawing/2014/main" id="{5B36B30A-248A-47E2-8A32-8C87F7F3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851476312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2026-08-15T03:12:01.5360000Z</dcterms:created>
  <dcterms:modified xsi:type="dcterms:W3CDTF">2026-08-15T03:12:01.5360000Z</dcterms:modified>
</coreProperties>
</file>