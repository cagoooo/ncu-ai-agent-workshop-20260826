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41d3edc84f84ad6" /><Relationship Type="http://schemas.openxmlformats.org/officeDocument/2006/relationships/extended-properties" Target="/docProps/app.xml" Id="R7319d30f569c4329" /><Relationship Type="http://schemas.openxmlformats.org/officeDocument/2006/relationships/officeDocument" Target="/ppt/presentation.xml" Id="R3744992cbb3c4b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f79f8a79374a49"/>
  </p:sldMasterIdLst>
  <p:notesMasterIdLst>
    <p:notesMasterId xmlns:r="http://schemas.openxmlformats.org/officeDocument/2006/relationships" r:id="R56fb716d33f34ce1"/>
  </p:notesMasterIdLst>
  <p:sldIdLst>
    <p:sldId xmlns:r="http://schemas.openxmlformats.org/officeDocument/2006/relationships" id="256" r:id="R75598caae935470f"/>
    <p:sldId xmlns:r="http://schemas.openxmlformats.org/officeDocument/2006/relationships" id="257" r:id="R09e52086e0234add"/>
    <p:sldId xmlns:r="http://schemas.openxmlformats.org/officeDocument/2006/relationships" id="258" r:id="R5ac8733635c74bed"/>
    <p:sldId xmlns:r="http://schemas.openxmlformats.org/officeDocument/2006/relationships" id="259" r:id="Rba47a957e4fc454f"/>
    <p:sldId xmlns:r="http://schemas.openxmlformats.org/officeDocument/2006/relationships" id="260" r:id="R8d5f6417f80b49e7"/>
    <p:sldId xmlns:r="http://schemas.openxmlformats.org/officeDocument/2006/relationships" id="261" r:id="Rde508302a6c84f42"/>
    <p:sldId xmlns:r="http://schemas.openxmlformats.org/officeDocument/2006/relationships" id="262" r:id="Rf7dbf35207fd489f"/>
    <p:sldId xmlns:r="http://schemas.openxmlformats.org/officeDocument/2006/relationships" id="263" r:id="R5a2b50a2cc5d43e7"/>
    <p:sldId xmlns:r="http://schemas.openxmlformats.org/officeDocument/2006/relationships" id="264" r:id="R1e3f851e34b44431"/>
    <p:sldId xmlns:r="http://schemas.openxmlformats.org/officeDocument/2006/relationships" id="265" r:id="R998e4601d6e545af"/>
    <p:sldId xmlns:r="http://schemas.openxmlformats.org/officeDocument/2006/relationships" id="266" r:id="Rdbd23f5a095b4f71"/>
    <p:sldId xmlns:r="http://schemas.openxmlformats.org/officeDocument/2006/relationships" id="267" r:id="R6bd9fdca78c34199"/>
    <p:sldId xmlns:r="http://schemas.openxmlformats.org/officeDocument/2006/relationships" id="268" r:id="R9505961f517d4242"/>
    <p:sldId xmlns:r="http://schemas.openxmlformats.org/officeDocument/2006/relationships" id="269" r:id="Rc8c31d60a5e64d07"/>
    <p:sldId xmlns:r="http://schemas.openxmlformats.org/officeDocument/2006/relationships" id="270" r:id="R6166d1337ad24d1b"/>
    <p:sldId xmlns:r="http://schemas.openxmlformats.org/officeDocument/2006/relationships" id="271" r:id="Rbc32bad48423460e"/>
    <p:sldId xmlns:r="http://schemas.openxmlformats.org/officeDocument/2006/relationships" id="272" r:id="R3da22755bd8c4502"/>
    <p:sldId xmlns:r="http://schemas.openxmlformats.org/officeDocument/2006/relationships" id="273" r:id="R643e523a84b840cc"/>
    <p:sldId xmlns:r="http://schemas.openxmlformats.org/officeDocument/2006/relationships" id="274" r:id="R9a0e8673f0a848d6"/>
    <p:sldId xmlns:r="http://schemas.openxmlformats.org/officeDocument/2006/relationships" id="275" r:id="Rfe8ca4a80ed34330"/>
    <p:sldId xmlns:r="http://schemas.openxmlformats.org/officeDocument/2006/relationships" id="276" r:id="R57433269535d4993"/>
    <p:sldId xmlns:r="http://schemas.openxmlformats.org/officeDocument/2006/relationships" id="277" r:id="R3cf0150ad2ac4d9e"/>
    <p:sldId xmlns:r="http://schemas.openxmlformats.org/officeDocument/2006/relationships" id="278" r:id="Radb64bc2ee8c4c89"/>
    <p:sldId xmlns:r="http://schemas.openxmlformats.org/officeDocument/2006/relationships" id="279" r:id="Rd72c489dae23466a"/>
    <p:sldId xmlns:r="http://schemas.openxmlformats.org/officeDocument/2006/relationships" id="280" r:id="Rff46b73292bd47ce"/>
    <p:sldId xmlns:r="http://schemas.openxmlformats.org/officeDocument/2006/relationships" id="281" r:id="Rce6e61d7a91848d0"/>
    <p:sldId xmlns:r="http://schemas.openxmlformats.org/officeDocument/2006/relationships" id="282" r:id="Rc32d1dfad35c4953"/>
    <p:sldId xmlns:r="http://schemas.openxmlformats.org/officeDocument/2006/relationships" id="283" r:id="Rc48286dad2b84f6c"/>
    <p:sldId xmlns:r="http://schemas.openxmlformats.org/officeDocument/2006/relationships" id="284" r:id="Rf542fcd5009a4692"/>
    <p:sldId xmlns:r="http://schemas.openxmlformats.org/officeDocument/2006/relationships" id="285" r:id="Rf6fea47946534522"/>
    <p:sldId xmlns:r="http://schemas.openxmlformats.org/officeDocument/2006/relationships" id="286" r:id="Raf1971815c1a4e15"/>
    <p:sldId xmlns:r="http://schemas.openxmlformats.org/officeDocument/2006/relationships" id="287" r:id="R74b6c83716cc41cd"/>
    <p:sldId xmlns:r="http://schemas.openxmlformats.org/officeDocument/2006/relationships" id="288" r:id="Re22f3fed8fa94f68"/>
    <p:sldId xmlns:r="http://schemas.openxmlformats.org/officeDocument/2006/relationships" id="289" r:id="R86d9c82e90d94449"/>
    <p:sldId xmlns:r="http://schemas.openxmlformats.org/officeDocument/2006/relationships" id="290" r:id="Ra865b977098845a6"/>
    <p:sldId xmlns:r="http://schemas.openxmlformats.org/officeDocument/2006/relationships" id="291" r:id="R9c28837222574089"/>
    <p:sldId xmlns:r="http://schemas.openxmlformats.org/officeDocument/2006/relationships" id="292" r:id="R439dc249141040bf"/>
    <p:sldId xmlns:r="http://schemas.openxmlformats.org/officeDocument/2006/relationships" id="293" r:id="Rd19498eb4eda4952"/>
    <p:sldId xmlns:r="http://schemas.openxmlformats.org/officeDocument/2006/relationships" id="294" r:id="Rfc43b8afed374355"/>
    <p:sldId xmlns:r="http://schemas.openxmlformats.org/officeDocument/2006/relationships" id="295" r:id="R48d4bac340c048a5"/>
    <p:sldId xmlns:r="http://schemas.openxmlformats.org/officeDocument/2006/relationships" id="296" r:id="R1b907930d3cc4a2f"/>
    <p:sldId xmlns:r="http://schemas.openxmlformats.org/officeDocument/2006/relationships" id="297" r:id="R6156d25176af4ae7"/>
    <p:sldId xmlns:r="http://schemas.openxmlformats.org/officeDocument/2006/relationships" id="298" r:id="Rcef969faf9ce4601"/>
    <p:sldId xmlns:r="http://schemas.openxmlformats.org/officeDocument/2006/relationships" id="299" r:id="R6d839dfccb8b424c"/>
    <p:sldId xmlns:r="http://schemas.openxmlformats.org/officeDocument/2006/relationships" id="300" r:id="Rfd7fe6eb45164d78"/>
    <p:sldId xmlns:r="http://schemas.openxmlformats.org/officeDocument/2006/relationships" id="301" r:id="Rabf4989d3b4840e7"/>
    <p:sldId xmlns:r="http://schemas.openxmlformats.org/officeDocument/2006/relationships" id="302" r:id="Re8a3174c01624bfc"/>
    <p:sldId xmlns:r="http://schemas.openxmlformats.org/officeDocument/2006/relationships" id="303" r:id="R77abba24469e4a05"/>
    <p:sldId xmlns:r="http://schemas.openxmlformats.org/officeDocument/2006/relationships" id="304" r:id="Rc2d0487126f84c5a"/>
    <p:sldId xmlns:r="http://schemas.openxmlformats.org/officeDocument/2006/relationships" id="305" r:id="R878db431eef24375"/>
    <p:sldId xmlns:r="http://schemas.openxmlformats.org/officeDocument/2006/relationships" id="306" r:id="R5029600c036b42ef"/>
    <p:sldId xmlns:r="http://schemas.openxmlformats.org/officeDocument/2006/relationships" id="307" r:id="R223d9090babe45d0"/>
    <p:sldId xmlns:r="http://schemas.openxmlformats.org/officeDocument/2006/relationships" id="308" r:id="Rca69f2bbef5f42da"/>
    <p:sldId xmlns:r="http://schemas.openxmlformats.org/officeDocument/2006/relationships" id="309" r:id="R4f427903d888400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04542dfc43140af" /><Relationship Type="http://schemas.openxmlformats.org/officeDocument/2006/relationships/slideMaster" Target="/ppt/slideMasters/slideMaster1.xml" Id="R8ff79f8a79374a49" /><Relationship Type="http://schemas.openxmlformats.org/officeDocument/2006/relationships/notesMaster" Target="/ppt/notesMasters/notesMaster1.xml" Id="R56fb716d33f34ce1" /><Relationship Type="http://schemas.openxmlformats.org/officeDocument/2006/relationships/presProps" Target="/ppt/presProps.xml" Id="R5505a112b6fe47c8" /><Relationship Type="http://schemas.openxmlformats.org/officeDocument/2006/relationships/tableStyles" Target="/ppt/tableStyles.xml" Id="Rec3c00ba19f042d1" /><Relationship Type="http://schemas.openxmlformats.org/officeDocument/2006/relationships/slide" Target="/ppt/slides/slide1.xml" Id="R75598caae935470f" /><Relationship Type="http://schemas.openxmlformats.org/officeDocument/2006/relationships/slide" Target="/ppt/slides/slide2.xml" Id="R09e52086e0234add" /><Relationship Type="http://schemas.openxmlformats.org/officeDocument/2006/relationships/slide" Target="/ppt/slides/slide3.xml" Id="R5ac8733635c74bed" /><Relationship Type="http://schemas.openxmlformats.org/officeDocument/2006/relationships/slide" Target="/ppt/slides/slide4.xml" Id="Rba47a957e4fc454f" /><Relationship Type="http://schemas.openxmlformats.org/officeDocument/2006/relationships/slide" Target="/ppt/slides/slide5.xml" Id="R8d5f6417f80b49e7" /><Relationship Type="http://schemas.openxmlformats.org/officeDocument/2006/relationships/slide" Target="/ppt/slides/slide6.xml" Id="Rde508302a6c84f42" /><Relationship Type="http://schemas.openxmlformats.org/officeDocument/2006/relationships/slide" Target="/ppt/slides/slide7.xml" Id="Rf7dbf35207fd489f" /><Relationship Type="http://schemas.openxmlformats.org/officeDocument/2006/relationships/slide" Target="/ppt/slides/slide8.xml" Id="R5a2b50a2cc5d43e7" /><Relationship Type="http://schemas.openxmlformats.org/officeDocument/2006/relationships/slide" Target="/ppt/slides/slide9.xml" Id="R1e3f851e34b44431" /><Relationship Type="http://schemas.openxmlformats.org/officeDocument/2006/relationships/slide" Target="/ppt/slides/slide10.xml" Id="R998e4601d6e545af" /><Relationship Type="http://schemas.openxmlformats.org/officeDocument/2006/relationships/slide" Target="/ppt/slides/slide11.xml" Id="Rdbd23f5a095b4f71" /><Relationship Type="http://schemas.openxmlformats.org/officeDocument/2006/relationships/slide" Target="/ppt/slides/slide12.xml" Id="R6bd9fdca78c34199" /><Relationship Type="http://schemas.openxmlformats.org/officeDocument/2006/relationships/slide" Target="/ppt/slides/slide13.xml" Id="R9505961f517d4242" /><Relationship Type="http://schemas.openxmlformats.org/officeDocument/2006/relationships/slide" Target="/ppt/slides/slide14.xml" Id="Rc8c31d60a5e64d07" /><Relationship Type="http://schemas.openxmlformats.org/officeDocument/2006/relationships/slide" Target="/ppt/slides/slide15.xml" Id="R6166d1337ad24d1b" /><Relationship Type="http://schemas.openxmlformats.org/officeDocument/2006/relationships/slide" Target="/ppt/slides/slide16.xml" Id="Rbc32bad48423460e" /><Relationship Type="http://schemas.openxmlformats.org/officeDocument/2006/relationships/slide" Target="/ppt/slides/slide17.xml" Id="R3da22755bd8c4502" /><Relationship Type="http://schemas.openxmlformats.org/officeDocument/2006/relationships/slide" Target="/ppt/slides/slide18.xml" Id="R643e523a84b840cc" /><Relationship Type="http://schemas.openxmlformats.org/officeDocument/2006/relationships/slide" Target="/ppt/slides/slide19.xml" Id="R9a0e8673f0a848d6" /><Relationship Type="http://schemas.openxmlformats.org/officeDocument/2006/relationships/slide" Target="/ppt/slides/slide20.xml" Id="Rfe8ca4a80ed34330" /><Relationship Type="http://schemas.openxmlformats.org/officeDocument/2006/relationships/slide" Target="/ppt/slides/slide21.xml" Id="R57433269535d4993" /><Relationship Type="http://schemas.openxmlformats.org/officeDocument/2006/relationships/slide" Target="/ppt/slides/slide22.xml" Id="R3cf0150ad2ac4d9e" /><Relationship Type="http://schemas.openxmlformats.org/officeDocument/2006/relationships/slide" Target="/ppt/slides/slide23.xml" Id="Radb64bc2ee8c4c89" /><Relationship Type="http://schemas.openxmlformats.org/officeDocument/2006/relationships/slide" Target="/ppt/slides/slide24.xml" Id="Rd72c489dae23466a" /><Relationship Type="http://schemas.openxmlformats.org/officeDocument/2006/relationships/slide" Target="/ppt/slides/slide25.xml" Id="Rff46b73292bd47ce" /><Relationship Type="http://schemas.openxmlformats.org/officeDocument/2006/relationships/slide" Target="/ppt/slides/slide26.xml" Id="Rce6e61d7a91848d0" /><Relationship Type="http://schemas.openxmlformats.org/officeDocument/2006/relationships/slide" Target="/ppt/slides/slide27.xml" Id="Rc32d1dfad35c4953" /><Relationship Type="http://schemas.openxmlformats.org/officeDocument/2006/relationships/slide" Target="/ppt/slides/slide28.xml" Id="Rc48286dad2b84f6c" /><Relationship Type="http://schemas.openxmlformats.org/officeDocument/2006/relationships/slide" Target="/ppt/slides/slide29.xml" Id="Rf542fcd5009a4692" /><Relationship Type="http://schemas.openxmlformats.org/officeDocument/2006/relationships/slide" Target="/ppt/slides/slide30.xml" Id="Rf6fea47946534522" /><Relationship Type="http://schemas.openxmlformats.org/officeDocument/2006/relationships/slide" Target="/ppt/slides/slide31.xml" Id="Raf1971815c1a4e15" /><Relationship Type="http://schemas.openxmlformats.org/officeDocument/2006/relationships/slide" Target="/ppt/slides/slide32.xml" Id="R74b6c83716cc41cd" /><Relationship Type="http://schemas.openxmlformats.org/officeDocument/2006/relationships/slide" Target="/ppt/slides/slide33.xml" Id="Re22f3fed8fa94f68" /><Relationship Type="http://schemas.openxmlformats.org/officeDocument/2006/relationships/slide" Target="/ppt/slides/slide34.xml" Id="R86d9c82e90d94449" /><Relationship Type="http://schemas.openxmlformats.org/officeDocument/2006/relationships/slide" Target="/ppt/slides/slide35.xml" Id="Ra865b977098845a6" /><Relationship Type="http://schemas.openxmlformats.org/officeDocument/2006/relationships/slide" Target="/ppt/slides/slide36.xml" Id="R9c28837222574089" /><Relationship Type="http://schemas.openxmlformats.org/officeDocument/2006/relationships/slide" Target="/ppt/slides/slide37.xml" Id="R439dc249141040bf" /><Relationship Type="http://schemas.openxmlformats.org/officeDocument/2006/relationships/slide" Target="/ppt/slides/slide38.xml" Id="Rd19498eb4eda4952" /><Relationship Type="http://schemas.openxmlformats.org/officeDocument/2006/relationships/slide" Target="/ppt/slides/slide39.xml" Id="Rfc43b8afed374355" /><Relationship Type="http://schemas.openxmlformats.org/officeDocument/2006/relationships/slide" Target="/ppt/slides/slide40.xml" Id="R48d4bac340c048a5" /><Relationship Type="http://schemas.openxmlformats.org/officeDocument/2006/relationships/slide" Target="/ppt/slides/slide41.xml" Id="R1b907930d3cc4a2f" /><Relationship Type="http://schemas.openxmlformats.org/officeDocument/2006/relationships/slide" Target="/ppt/slides/slide42.xml" Id="R6156d25176af4ae7" /><Relationship Type="http://schemas.openxmlformats.org/officeDocument/2006/relationships/slide" Target="/ppt/slides/slide43.xml" Id="Rcef969faf9ce4601" /><Relationship Type="http://schemas.openxmlformats.org/officeDocument/2006/relationships/slide" Target="/ppt/slides/slide44.xml" Id="R6d839dfccb8b424c" /><Relationship Type="http://schemas.openxmlformats.org/officeDocument/2006/relationships/slide" Target="/ppt/slides/slide45.xml" Id="Rfd7fe6eb45164d78" /><Relationship Type="http://schemas.openxmlformats.org/officeDocument/2006/relationships/slide" Target="/ppt/slides/slide46.xml" Id="Rabf4989d3b4840e7" /><Relationship Type="http://schemas.openxmlformats.org/officeDocument/2006/relationships/slide" Target="/ppt/slides/slide47.xml" Id="Re8a3174c01624bfc" /><Relationship Type="http://schemas.openxmlformats.org/officeDocument/2006/relationships/slide" Target="/ppt/slides/slide48.xml" Id="R77abba24469e4a05" /><Relationship Type="http://schemas.openxmlformats.org/officeDocument/2006/relationships/slide" Target="/ppt/slides/slide49.xml" Id="Rc2d0487126f84c5a" /><Relationship Type="http://schemas.openxmlformats.org/officeDocument/2006/relationships/slide" Target="/ppt/slides/slide50.xml" Id="R878db431eef24375" /><Relationship Type="http://schemas.openxmlformats.org/officeDocument/2006/relationships/slide" Target="/ppt/slides/slide51.xml" Id="R5029600c036b42ef" /><Relationship Type="http://schemas.openxmlformats.org/officeDocument/2006/relationships/slide" Target="/ppt/slides/slide52.xml" Id="R223d9090babe45d0" /><Relationship Type="http://schemas.openxmlformats.org/officeDocument/2006/relationships/slide" Target="/ppt/slides/slide53.xml" Id="Rca69f2bbef5f42da" /><Relationship Type="http://schemas.openxmlformats.org/officeDocument/2006/relationships/slide" Target="/ppt/slides/slide54.xml" Id="R4f427903d888400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000fa8bdebd484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Afternoon">
      <a:dk1>
        <a:srgbClr val="0F1E2E"/>
      </a:dk1>
      <a:lt1>
        <a:srgbClr val="FFFFFF"/>
      </a:lt1>
      <a:dk2>
        <a:srgbClr val="F0F4F8"/>
      </a:dk2>
      <a:lt2>
        <a:srgbClr val="E2EDF8"/>
      </a:lt2>
      <a:accent1>
        <a:srgbClr val="1B64DA"/>
      </a:accent1>
      <a:accent2>
        <a:srgbClr val="FF6B4A"/>
      </a:accent2>
      <a:accent3>
        <a:srgbClr val="0E9F94"/>
      </a:accent3>
      <a:accent4>
        <a:srgbClr val="6366F1"/>
      </a:accent4>
      <a:accent5>
        <a:srgbClr val="F59E0B"/>
      </a:accent5>
      <a:accent6>
        <a:srgbClr val="10B981"/>
      </a:accent6>
      <a:hlink>
        <a:srgbClr val="1B64DA"/>
      </a:hlink>
      <a:folHlink>
        <a:srgbClr val="6366F1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64916b204c24727" /><Relationship Type="http://schemas.openxmlformats.org/officeDocument/2006/relationships/notesMaster" Target="/ppt/notesMasters/notesMaster1.xml" Id="R1eea76a0ae604ad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8338a3f1d5c41af" /><Relationship Type="http://schemas.openxmlformats.org/officeDocument/2006/relationships/notesMaster" Target="/ppt/notesMasters/notesMaster1.xml" Id="R3cd96e7ace444a9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4424e1542344b2d" /><Relationship Type="http://schemas.openxmlformats.org/officeDocument/2006/relationships/notesMaster" Target="/ppt/notesMasters/notesMaster1.xml" Id="R2752e9f4d733412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f4ee48d447f46e1" /><Relationship Type="http://schemas.openxmlformats.org/officeDocument/2006/relationships/notesMaster" Target="/ppt/notesMasters/notesMaster1.xml" Id="R1b8b80274e4f40c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6dd0b21e90e483f" /><Relationship Type="http://schemas.openxmlformats.org/officeDocument/2006/relationships/notesMaster" Target="/ppt/notesMasters/notesMaster1.xml" Id="Rfd67b339a1cc4f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5f4759a2319433b" /><Relationship Type="http://schemas.openxmlformats.org/officeDocument/2006/relationships/notesMaster" Target="/ppt/notesMasters/notesMaster1.xml" Id="Re70ec467ca9246d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3e222f0d7e409d" /><Relationship Type="http://schemas.openxmlformats.org/officeDocument/2006/relationships/notesMaster" Target="/ppt/notesMasters/notesMaster1.xml" Id="R714e6d27396d49e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eaaea8a49434034" /><Relationship Type="http://schemas.openxmlformats.org/officeDocument/2006/relationships/notesMaster" Target="/ppt/notesMasters/notesMaster1.xml" Id="R8f13383a20e3483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05e895bf9874b2e" /><Relationship Type="http://schemas.openxmlformats.org/officeDocument/2006/relationships/notesMaster" Target="/ppt/notesMasters/notesMaster1.xml" Id="R9592b82d3eee4e9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cf1959190174425" /><Relationship Type="http://schemas.openxmlformats.org/officeDocument/2006/relationships/notesMaster" Target="/ppt/notesMasters/notesMaster1.xml" Id="Rd8e15c8bfdb8490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3f52c1bde674ee8" /><Relationship Type="http://schemas.openxmlformats.org/officeDocument/2006/relationships/notesMaster" Target="/ppt/notesMasters/notesMaster1.xml" Id="Rbc1a33b2218043a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a0d246f332b41b5" /><Relationship Type="http://schemas.openxmlformats.org/officeDocument/2006/relationships/notesMaster" Target="/ppt/notesMasters/notesMaster1.xml" Id="Re64f3bd010a740b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0bf95c349264577" /><Relationship Type="http://schemas.openxmlformats.org/officeDocument/2006/relationships/notesMaster" Target="/ppt/notesMasters/notesMaster1.xml" Id="Rea2532e9c2974f9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ff5c1ecb8604024" /><Relationship Type="http://schemas.openxmlformats.org/officeDocument/2006/relationships/notesMaster" Target="/ppt/notesMasters/notesMaster1.xml" Id="R5616fff2bb764ea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2650a9cc20b4aaa" /><Relationship Type="http://schemas.openxmlformats.org/officeDocument/2006/relationships/notesMaster" Target="/ppt/notesMasters/notesMaster1.xml" Id="Rc2a445dc362f49c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c52b8f5aaf849fa" /><Relationship Type="http://schemas.openxmlformats.org/officeDocument/2006/relationships/notesMaster" Target="/ppt/notesMasters/notesMaster1.xml" Id="Rc941694587994cd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8f7e3e8211240f2" /><Relationship Type="http://schemas.openxmlformats.org/officeDocument/2006/relationships/notesMaster" Target="/ppt/notesMasters/notesMaster1.xml" Id="Rd11439b824a2424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a09aa30a137406f" /><Relationship Type="http://schemas.openxmlformats.org/officeDocument/2006/relationships/notesMaster" Target="/ppt/notesMasters/notesMaster1.xml" Id="R0bd09d7238d741d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21eb78de4284e5b" /><Relationship Type="http://schemas.openxmlformats.org/officeDocument/2006/relationships/notesMaster" Target="/ppt/notesMasters/notesMaster1.xml" Id="Rf51133d44c18452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8221aeb00164793" /><Relationship Type="http://schemas.openxmlformats.org/officeDocument/2006/relationships/notesMaster" Target="/ppt/notesMasters/notesMaster1.xml" Id="R67774951538d4d9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f77444907a64cd3" /><Relationship Type="http://schemas.openxmlformats.org/officeDocument/2006/relationships/notesMaster" Target="/ppt/notesMasters/notesMaster1.xml" Id="Rca491674f2b1450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36d1473d0f34b49" /><Relationship Type="http://schemas.openxmlformats.org/officeDocument/2006/relationships/notesMaster" Target="/ppt/notesMasters/notesMaster1.xml" Id="R2ff09895a97e497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2612fee578e4513" /><Relationship Type="http://schemas.openxmlformats.org/officeDocument/2006/relationships/notesMaster" Target="/ppt/notesMasters/notesMaster1.xml" Id="R55b431faa990459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b1a610fb1454f56" /><Relationship Type="http://schemas.openxmlformats.org/officeDocument/2006/relationships/notesMaster" Target="/ppt/notesMasters/notesMaster1.xml" Id="Rf7f5c08a19b440e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f75ea47ae7c47e4" /><Relationship Type="http://schemas.openxmlformats.org/officeDocument/2006/relationships/notesMaster" Target="/ppt/notesMasters/notesMaster1.xml" Id="R1d7df478d3c4435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826b9bafa6848f3" /><Relationship Type="http://schemas.openxmlformats.org/officeDocument/2006/relationships/notesMaster" Target="/ppt/notesMasters/notesMaster1.xml" Id="R7b4f720f4138444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bfe263c68c347a1" /><Relationship Type="http://schemas.openxmlformats.org/officeDocument/2006/relationships/notesMaster" Target="/ppt/notesMasters/notesMaster1.xml" Id="R4296add26d564921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e8610651bc54d17" /><Relationship Type="http://schemas.openxmlformats.org/officeDocument/2006/relationships/notesMaster" Target="/ppt/notesMasters/notesMaster1.xml" Id="R061c4510543e491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1d07b551e7e4dac" /><Relationship Type="http://schemas.openxmlformats.org/officeDocument/2006/relationships/notesMaster" Target="/ppt/notesMasters/notesMaster1.xml" Id="R10be743a0849410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9b6758e604c470f" /><Relationship Type="http://schemas.openxmlformats.org/officeDocument/2006/relationships/notesMaster" Target="/ppt/notesMasters/notesMaster1.xml" Id="R27dbcf3b4e724b1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cb6c3e516484a83" /><Relationship Type="http://schemas.openxmlformats.org/officeDocument/2006/relationships/notesMaster" Target="/ppt/notesMasters/notesMaster1.xml" Id="R6eb4a7b0191e4a4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f94208ec67d4601" /><Relationship Type="http://schemas.openxmlformats.org/officeDocument/2006/relationships/notesMaster" Target="/ppt/notesMasters/notesMaster1.xml" Id="R11948925c746450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39ff3713b09b455c" /><Relationship Type="http://schemas.openxmlformats.org/officeDocument/2006/relationships/notesMaster" Target="/ppt/notesMasters/notesMaster1.xml" Id="R985e79cefdd94580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5843f064a0746e5" /><Relationship Type="http://schemas.openxmlformats.org/officeDocument/2006/relationships/notesMaster" Target="/ppt/notesMasters/notesMaster1.xml" Id="R6917621efe804143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52cb2360fdb4976" /><Relationship Type="http://schemas.openxmlformats.org/officeDocument/2006/relationships/notesMaster" Target="/ppt/notesMasters/notesMaster1.xml" Id="R3690e600365342b8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c1da8925816349f7" /><Relationship Type="http://schemas.openxmlformats.org/officeDocument/2006/relationships/notesMaster" Target="/ppt/notesMasters/notesMaster1.xml" Id="Ra6245642c7834166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3828d17249464cde" /><Relationship Type="http://schemas.openxmlformats.org/officeDocument/2006/relationships/notesMaster" Target="/ppt/notesMasters/notesMaster1.xml" Id="R3452b4daf12745c9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24268b7f8ee24dce" /><Relationship Type="http://schemas.openxmlformats.org/officeDocument/2006/relationships/notesMaster" Target="/ppt/notesMasters/notesMaster1.xml" Id="R4abdde9d509f4108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790f3e25cd846aa" /><Relationship Type="http://schemas.openxmlformats.org/officeDocument/2006/relationships/notesMaster" Target="/ppt/notesMasters/notesMaster1.xml" Id="R5484eced8f164164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01ad7daf459747d1" /><Relationship Type="http://schemas.openxmlformats.org/officeDocument/2006/relationships/notesMaster" Target="/ppt/notesMasters/notesMaster1.xml" Id="Rc66a8ea140694371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7f0688ce9ba54e4e" /><Relationship Type="http://schemas.openxmlformats.org/officeDocument/2006/relationships/notesMaster" Target="/ppt/notesMasters/notesMaster1.xml" Id="R42aaf9a3855c4be2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54e1a841f46f4a27" /><Relationship Type="http://schemas.openxmlformats.org/officeDocument/2006/relationships/notesMaster" Target="/ppt/notesMasters/notesMaster1.xml" Id="R35f312d69dd04440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cea1c29ea8084a50" /><Relationship Type="http://schemas.openxmlformats.org/officeDocument/2006/relationships/notesMaster" Target="/ppt/notesMasters/notesMaster1.xml" Id="R3fb22af89b204050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458dfe2e11804cbb" /><Relationship Type="http://schemas.openxmlformats.org/officeDocument/2006/relationships/notesMaster" Target="/ppt/notesMasters/notesMaster1.xml" Id="R46ae93e3d67c4c5d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36ea4b729d2248b1" /><Relationship Type="http://schemas.openxmlformats.org/officeDocument/2006/relationships/notesMaster" Target="/ppt/notesMasters/notesMaster1.xml" Id="Rbd985c9e92bc4f9a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6e4b2d5915e748fe" /><Relationship Type="http://schemas.openxmlformats.org/officeDocument/2006/relationships/notesMaster" Target="/ppt/notesMasters/notesMaster1.xml" Id="R804257bbce604616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da409cecb2114e62" /><Relationship Type="http://schemas.openxmlformats.org/officeDocument/2006/relationships/notesMaster" Target="/ppt/notesMasters/notesMaster1.xml" Id="R8eedbbdb4dfd488a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8c3a4f00324f4c76" /><Relationship Type="http://schemas.openxmlformats.org/officeDocument/2006/relationships/notesMaster" Target="/ppt/notesMasters/notesMaster1.xml" Id="R56e85bfdd2714127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a1be2a1d88d844f5" /><Relationship Type="http://schemas.openxmlformats.org/officeDocument/2006/relationships/notesMaster" Target="/ppt/notesMasters/notesMaster1.xml" Id="R2732e27446a34696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afb91285ef004f78" /><Relationship Type="http://schemas.openxmlformats.org/officeDocument/2006/relationships/notesMaster" Target="/ppt/notesMasters/notesMaster1.xml" Id="Ra132afa19b64499a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020d4b93a5d84812" /><Relationship Type="http://schemas.openxmlformats.org/officeDocument/2006/relationships/notesMaster" Target="/ppt/notesMasters/notesMaster1.xml" Id="R5f650ad6c1b0459a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5c3886f8d2cf4370" /><Relationship Type="http://schemas.openxmlformats.org/officeDocument/2006/relationships/notesMaster" Target="/ppt/notesMasters/notesMaster1.xml" Id="R39f6621a97fa47c6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e871641cd3434fc0" /><Relationship Type="http://schemas.openxmlformats.org/officeDocument/2006/relationships/notesMaster" Target="/ppt/notesMasters/notesMaster1.xml" Id="R27f4e9237d8f4f02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9a3bc97673704757" /><Relationship Type="http://schemas.openxmlformats.org/officeDocument/2006/relationships/notesMaster" Target="/ppt/notesMasters/notesMaster1.xml" Id="R3b76cc15d32542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開場先說明：今天的重點不是把所有按鈕看過一遍，而是每位參與者都完成可帶回課堂的成果。邀請大家先選定一門課程，以及一個真實的教學／研究痛點與問題。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說明下午不是程式設計課，而是任務設計、權限判斷與成果驗證課。沒有 Google 訂閱的參與者可在 Codex 完成主要任務，Antigravity 採同組共作。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提醒每一段都沿用上午作品與同一個教學／研究痛點與問題。參與者不需要重新發想題目。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用一個例子說明：『告訴我如何改網站』是對話；『依我的規則產出設計建議』是助理；『讀取專案、修改、測試、交付』才是 Agent 任務。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要求參與者之後每次都問：Agent 的完成證據在哪裡？若只有一段漂亮說明，工作還沒有完成。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為什麼 Agent 會在 2026 年初開始紅起來？OpenClaw（小龍蝦）是一個很適合拿來說明轉折的案例：大家原本把 AI 想成聊天機器人，但 OpenClaw 讓人更直觀地看到，模型可以透過 Gateway 連接模型、工具、訊息渠道與裝置，從回答問題進一步變成執行任務。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OpenClaw 官方文件與原始碼說明，它可以使用主機上的工具，也能透過 companion apps／nodes 執行裝置端行動；官方 CLI 有 agent exec，MCP 也能把外部工具納入執行面。這就是「長了手腳」的比喻：模型不只輸出文字，還能讀取環境、呼叫軟體、執行命令、操作瀏覽器或串接其他工具。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這頁的「爆紅」是社群現象與教學脈絡，不宣稱 OpenClaw 單獨造成三大公司的路線轉向；比較精準的說法是，OpenClaw 讓一條產業共同注意的道路變得可見：模型強度已經足以開始調用工具、串接 MCP／CLI，並把人類交代的事情推進成閉環任務。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最後提醒：本地端工具權限越大，風險也越高。使用 Agent 前要限定工作區、權限、可用工具與停止條件，這正好銜接後面的 Harness 與 Human-in-the-loop。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https://openclaw.ai/</a:t>
            </a:r>
          </a:p>
          <a:p xmlns:a="http://schemas.openxmlformats.org/drawingml/2006/main">
            <a:r>
              <a:t>- https://github.com/openclaw/openclaw</a:t>
            </a:r>
          </a:p>
          <a:p xmlns:a="http://schemas.openxmlformats.org/drawingml/2006/main">
            <a:r>
              <a:t>- https://docs.openclaw.ai/cli/agent</a:t>
            </a:r>
          </a:p>
          <a:p xmlns:a="http://schemas.openxmlformats.org/drawingml/2006/main">
            <a:r>
              <a:t>- https://github.com/openclaw/openclaw/blob/main/docs/cli/mcp.md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先把 Agent 想成一個可以自己跑的工作閉環：給定指令後，它能理解目標、規劃步驟、使用工具、驗證結果，最後交付成品，甚至長時間不中斷地工作。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Human-in-the-loop 的意思不是人類把每一步都代做，而是人仍然在 loop 裡設定目標、授權範圍、監控方向，並在關鍵節點做決策。人要看 Agent 有沒有做錯、做歪，是否偏離真正目的。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全自動通常更快，但難以保證每一個中間決策都正確；加入人類介入可能慢一點，卻能換取更高的可信度、可追查性與責任清楚。請大家把「何時必須停下來問人？」寫進自己的任務簡報。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阿凱老師的『人生交往學』選型心法（下午場核心概論）：</a:t>
            </a:r>
          </a:p>
          <a:p xmlns:a="http://schemas.openxmlformats.org/drawingml/2006/main">
            <a:r>
              <a:t>1. Gemini 3.7 Flash 是 Google 目前面向複雜 coding 與 Agent 工作流的工作馬，適合放進 Antigravity 長鏈執行。講者個人使用體感是：相較其他家 Agent，執行速度快 20 倍以上，很像熱血年輕人；這是個人工作流觀察，不是官方 benchmark，也不代表所有任務固定如此。</a:t>
            </a:r>
          </a:p>
          <a:p xmlns:a="http://schemas.openxmlformats.org/drawingml/2006/main">
            <a:r>
              <a:t>2. Claude 就像成熟穩重的伴侶進入婚姻生活，極度沉穩可靠；仍要依現場模型、額度與方案確認實際可用性。</a:t>
            </a:r>
          </a:p>
          <a:p xmlns:a="http://schemas.openxmlformats.org/drawingml/2006/main">
            <a:r>
              <a:t>3. Codex 介於不同工作風格之間，適合語音協作、檔案操作與頻繁試錯。</a:t>
            </a:r>
          </a:p>
          <a:p xmlns:a="http://schemas.openxmlformats.org/drawingml/2006/main">
            <a:r>
              <a:t>選 Agent 不是看名氣，而是依當下的任務緊急度、複雜度、權限與驗收證據挑選合適的夥伴。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https://www.anthropic.com/news/claude-sonnet-5</a:t>
            </a:r>
          </a:p>
          <a:p xmlns:a="http://schemas.openxmlformats.org/drawingml/2006/main">
            <a:r>
              <a:t>- https://www.anthropic.com/news/claude-opus-4-8</a:t>
            </a:r>
          </a:p>
          <a:p xmlns:a="http://schemas.openxmlformats.org/drawingml/2006/main">
            <a:r>
              <a:t>- https://www.anthropic.com/news/claude-fable-5-mythos-5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https://ai.google.dev/gemini-api/docs/models/gemini-3.7-flash</a:t>
            </a:r>
          </a:p>
          <a:p xmlns:a="http://schemas.openxmlformats.org/drawingml/2006/main">
            <a:r>
              <a:t>- https://blog.google/innovation-and-ai/models-and-research/gemini-models/introducing-gemini-3-7-flash/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請每組建立一個專案資料夾，放入上午成果、需求說明與素材。Agent 需要可讀的工作區，不要只靠聊天記憶。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這三個案例分別支援學生資料、PIRLS 評量與 Agent Skills 的實作討論。先判斷輸入資料、規則與驗收，再決定交給哪個 Agent。本次資料依據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https://cagoooo.github.io/Akai/tool/73/</a:t>
            </a:r>
          </a:p>
          <a:p xmlns:a="http://schemas.openxmlformats.org/drawingml/2006/main">
            <a:r>
              <a:t>- https://cagoooo.github.io/filter/</a:t>
            </a:r>
          </a:p>
          <a:p xmlns:a="http://schemas.openxmlformats.org/drawingml/2006/main">
            <a:r>
              <a:t>- https://cagoooo.github.io/Akai/tool/87/</a:t>
            </a:r>
          </a:p>
          <a:p xmlns:a="http://schemas.openxmlformats.org/drawingml/2006/main">
            <a:r>
              <a:t>- https://cagoooo.github.io/pirls-questioncraft/</a:t>
            </a:r>
          </a:p>
          <a:p xmlns:a="http://schemas.openxmlformats.org/drawingml/2006/main">
            <a:r>
              <a:t>- https://cagoooo.github.io/Akai/tool/103/</a:t>
            </a:r>
          </a:p>
          <a:p xmlns:a="http://schemas.openxmlformats.org/drawingml/2006/main">
            <a:r>
              <a:t>- https://cagoooo.github.io/PlayRight/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三個案例分別對應研究資料、無障礙檢核與規準式 AI 審查。請參與者比較：哪些步驟能交給 Agent，哪些判斷必須保留人工責任。本次資料依據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https://cagoooo.github.io/Akai/tool/105/</a:t>
            </a:r>
          </a:p>
          <a:p xmlns:a="http://schemas.openxmlformats.org/drawingml/2006/main">
            <a:r>
              <a:t>- https://cagoooo.github.io/taic-edu/</a:t>
            </a:r>
          </a:p>
          <a:p xmlns:a="http://schemas.openxmlformats.org/drawingml/2006/main">
            <a:r>
              <a:t>- https://cagoooo.github.io/Akai/tool/123/</a:t>
            </a:r>
          </a:p>
          <a:p xmlns:a="http://schemas.openxmlformats.org/drawingml/2006/main">
            <a:r>
              <a:t>- https://cagoooo.github.io/smes-web-migration/</a:t>
            </a:r>
          </a:p>
          <a:p xmlns:a="http://schemas.openxmlformats.org/drawingml/2006/main">
            <a:r>
              <a:t>- https://cagoooo.github.io/Akai/tool/88/</a:t>
            </a:r>
          </a:p>
          <a:p xmlns:a="http://schemas.openxmlformats.org/drawingml/2006/main">
            <a:r>
              <a:t>- https://cagoooo.github.io/JHScurriculum/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章節轉場。Antigravity 實作以同組共作為主，實際可用功能依現場帳號方案與管理政策為準。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將 Antigravity 描述為可啟動、監看與協調 AI agents 活動的中央指揮中心。教學上最重要的是任務與驗收，而不是介面按鈕。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Gemini 3.7 Flash 是本次 Antigravity 區段要特別認識的新模型。Google 官方將它定位為面向 coding 與 Agent 工作的 workhorse；官方文件也列出它適合複雜 coding、agentic workflows 與可靠的多步驟執行。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這裡的「可以工作、可以 harness」不是把所有責任交給模型，而是把模型放進一個清楚的 Agent Harness：目標要明確、素材與工具要限定、權限要分級、完成條件要可驗收，還要寫出什麼情況必須停止並請人決定。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因此可以鼓勵大家把 Gemini 3.7 Flash 當成一匹值得期待的工作馬，但不要把「更能長時間完成任務」誤解成「每次都不需要人檢查」。可信任的交付仍然來自模型能力、Harness 設計與 Human-in-the-loop 三者一起工作。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https://ai.google.dev/gemini-api/docs/models/gemini-3.7-flash</a:t>
            </a:r>
          </a:p>
          <a:p xmlns:a="http://schemas.openxmlformats.org/drawingml/2006/main">
            <a:r>
              <a:t>- https://ai.google.dev/gemini-api/docs/latest-model</a:t>
            </a:r>
          </a:p>
          <a:p xmlns:a="http://schemas.openxmlformats.org/drawingml/2006/main">
            <a:r>
              <a:t>- https://blog.google/innovation-and-ai/models-and-research/gemini-models/introducing-gemini-3-7-flash/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示範先請 Agent 閱讀並摘要專案，不立即修改。讓參與者建立『先觀察，再授權』的操作節奏。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請每組照四句話改成自己的任務。若任務無法在 20 分鐘內驗收，先縮小範圍。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示範任務可選：修正 RWD、加入一個形成性回饋、改善無障礙標籤。刻意要求 Agent 不要發布，讓權限邊界可見。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請參與者對示範結果追問：『你實際跑了什麼？』『哪一項沒有驗證？』培養證據導向，而不是相信完成宣告。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每組只做一項改善。若工具不可用，觀察員可用任務簡報與驗收規準進行紙上模擬，之後在 Codex 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 Antigravity 今日最值得補進工作方式的更新：官方 Remote Control 可讓使用者從任何網頁瀏覽器連線並操作 Antigravity 2.0 的桌面工作階段，查看對話、開始新 Agent 任務、檢視計畫與 artifacts。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官方文件目前標示功能正在逐步開放，Google AI Ultra 方案優先取得；因此現場要先確認自己的帳號是否看得到 Enable Remote Control。主機也要保持開機、未睡眠並連線。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https://antigravity.google/docs/remote-control/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現場示範口訣：啟用、連線、選機、修正。若設定中沒有 Enable Remote Control，不要自行猜測或改設定檔，先確認功能是否已 rollout 到帳號／方案；可改用 Codex 或 Claude 的既有遠端流程完成同一個教學目標。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https://antigravity.google/docs/remote-control/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轉場：下午用同一個任務進入 Codex，比較工作方式與成果證據，而不是比較誰的回答比較像人。桌面版 ChatGPT Voice 可在 Work／Codex 中直接口述、插話與追問進度；模型與方案會變動，本次仍以 GPT-5.6 Luna＋Max 作為講師的成本效益示範取向。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示範如何把一個模糊要求改成可驗證任務。強調 Codex 可以處理檔案與專案工作，桌面版也能用 Voice 口述任務；使用者仍需界定範圍、麥克風與工作區權限。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這段可直接複製給 Codex，再把目標換成各組需求。若 Agent 建議超出範圍，先縮小任務，不要一路追加。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六欄不是要寫長文，而是讓 Agent 有足夠上下文完成閉環。請每組把剛才四句任務補成六欄。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若不希望修改原檔，先複製到練習資料夾或明確要求只讀分析。可用 GPT-5.6 Luna 並開啟 Max 強度作為成本效益示範；操作完用一句話回答：哪個工具的工作回報最容易查證？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轉場：提示詞解決這一次；Skill 保存一套可重複、可維護、可驗證的做法。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用電影與遊戲把抽象概念變具體：Skill 很像《駭客任務》裡可以載入的能力模組，也像寶可夢取得技能卡或道具後學會新招式。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但「安裝」不是結束，也不是保證完全符合需求。可以先從大神、官方團隊或社群公開的 Skill 開始，再和 Agent 持續對話，補上自己的資料、規則、輸出格式、授權邊界與驗收方式。每一輪修正都會讓 Skill 更貼合自己的課程、研究、工作場域與生活習慣。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 Skill 會進化，而且每個人的版本都可以不同：下載的是起點，能否變成自己的工作方法，才是最有趣的地方。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https://agentskills.io/home</a:t>
            </a:r>
          </a:p>
          <a:p xmlns:a="http://schemas.openxmlformats.org/drawingml/2006/main">
            <a:r>
              <a:t>- https://github.com/anthropics/skills</a:t>
            </a:r>
          </a:p>
          <a:p xmlns:a="http://schemas.openxmlformats.org/drawingml/2006/main">
            <a:r>
              <a:t>- https://github.com/mathruffian-dot/opencode-lazy-packs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這是使用者提供的真實提示詞庫：目前畫面顯示 51 筆、9 大分類。現場每組先挑一筆最常用的，不從空白開始。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https://cagoooo.github.io/ncu-ai-agent-workshop-20260826/04_%E5%AF%A6%E4%BD%9C%E5%B7%A5%E5%85%B7/%E6%8F%90%E7%A4%BA%E8%A9%9E%E5%BF%AB%E6%8D%B7%E9%9D%A2%E6%9D%BF_%E7%A0%94%E7%BF%92%E7%94%A8.html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四問有三個『是』就值得做 Skill；只有一個『是』，先留在提示詞面板。避免把每句常用語都包成 Skill。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每組從六例或完整提示詞庫選一個。升級時一定要補上：輸入材料、步驟、禁止事項、驗收條件與需要人工確認的動作。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不是每個 Skill 都要四個資料夾。先從 SKILL.md 開始，只有當內容能降低重複、提高穩定性時才增加 references、scripts 或 assets。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本工作坊採跨平台相容規格：YAML frontmatter 只放 name 與 description。正文用命令式步驟，並把人工授權邊界寫明。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比喻成課程平台：首頁只放導航，進入單元才讀教學內容，需要時才下載附件。Skill 不應把整個知識庫一次塞進主文。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建議兩人分工：一人當 Skill 作者，一人當陌生使用者。測試者不看原提示詞，只用自然語句提出需求，觀察 Agent 是否正確啟用流程。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把測試結果記成兩欄，不要求輸出一模一樣；要求核心規則、授權邊界與驗收一致。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這一段使用工作坊自製的 PIRLS 風格合成資料，不是真實學生資料，也不是正式 PIRLS 題目。重點是 AI 輔助研究流程、編碼可靠性與資料治理。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選擇題與簡答題需要不同分析方法。不要讓 AI 先自由閱讀所有回覆再自行發明分類；先建立資料字典、答案鍵與逐題 scoring guide。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https://www.iea.nl/publications/teachers-resources/putting-pirls-use-classrooms-across-globe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要求每一步保留輸入、輸出與狀態。簡答初編的輸出至少包含 student_id、ai_code、evidence_excerpt、rationale、confidence、needs_human_review。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這張不是主張直接把正式評分交給 AI，而是說明國際評量也採『人工主流程＋AI 平行研究』的審慎路徑。工作坊內只做研究性初編與群體分析。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正式研究可再加入雙評分者、抽樣比例與一致性統計。PIRLS／TIMSS 技術流程重視明確 scoring guides、評分訓練與獨立雙評以記錄 reliability。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https://timssandpirls.bc.edu/timss2019/methods/pdf/TIMSS-2019-MP-Technical-Report.pdf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練習檔位於成果資料夾：PIRLS風格_學生資料_AI分析練習.csv、PIRLS風格_簡答題編碼規準.txt；最後才提供講師用人工參考編碼。禁止一開始把參考答案交給 AI。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請每位教授圈一個 30 天內最想驗證的領域。選擇標準是高頻、耗時、可檢查，不是最炫。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請各組在自己的 Skill 加上一條最重要的安全規則。學生資料 Skill 必須明確要求去識別化、資料最小化、人工複核與用途限制。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可選任務：課程網站上線前總檢、閱讀資料互動導讀、字幕品質檢查、GitHub Pages 部署計畫、PIRLS 風格學生資料分析。今天不要求公開發布。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秒展示，回饋者用四項各給一個勾或問號。若是學生資料案例，再加問：資料是否去識別？AI 編碼是否有人工複核？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請每位教授寫下：哪一門課、哪一個任務、成功的量化或質化證據、哪一天回顧。學生資料任務要先用合成或去識別資料驗證。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這一段把 Agent 放回人的感受來談。講者覺得 Agent 讓自己完成很多以前想不到能做到的事，能力變得非常強大，就像擁有超能力一樣；在 Agent 時代，常會產生「沒有你做不到的事，只有你想不到的事」的感覺。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這不是要把 Agent 神化，而是說明能力被放大後，個人可以同時處理研究、教學、設計、程式、部署與驗證等過去需要多人分工的工作。也因此，社會上越來越常談一人公司、一人獨角獸公司；本頁將它當成工作型態的觀察與想像，不把它當作人人都必須追求的目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以前沒有 AI 的時候，我們會覺得做到這裡就好；但有了 AI Agent 之後，我們像發現了新大陸，因為原來這些事自己都能做到，會分泌大量的多巴胺與腦內啡，產生強烈的成就感與興奮感。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也是為什麼講者會感覺一人公司、一人獨角獸公司越來越多：不是每個人真的都要獨自承擔一切，而是工具讓一個人可以召集多種能力、把想法推進成作品。反思點是：新能力帶來的興奮感很珍貴，但不能讓每一個新大陸都變成自己必須開發的疆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很多人會發現，Agent 到來後反而更累、更忙。以前自己完成一件事就結束了；現在有 AI 和 Agent 幫忙，只要 1/10 甚至 1/20 的時間就能做完，效率提升至少 20 倍，省下來的時間卻讓人開始想：還能做哪些優化與改良？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為效率越來越高，人就想做更多，給自己排了更多任務，反而越不得休息。這一頁不是否定效率，而是請教授們辨識「能做」與「值得做」的差異：如果每次省下時間都換成更多工作，生產力就不會自動帶來更好的生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我們好像有點反過來被 Agent 駕馭了——明明說是 harness（駕馭）Agent，結果卻變成它讓我們攬了更多事情在身上。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請把這張當成下午的控制權檢查：Agent 可以長時間不中斷地執行，也可以比我們更快、更完整地處理某些工作；但它不應該替我們決定人生要塞多少任務。每一次委派前都可以多問一句：這件事真的值得被完成嗎？完成之後，我想把時間用在哪裡？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在這個時代，你不用是主管；即使只是基層員工或基層教師，有了 Agent 就好像成為很厲害的主管，可以吩咐它做事、分派任務給它。它做不好時，你甚至可以要求它重做或修正。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最特別的是，AI 常帶來很強的正面情緒價值。使用者會感覺它像一個不會離職、不會抱怨、隨時提供陪伴感與鼓勵的屬下，讓自己覺得能做成好多事。講者原話是「AI 永遠會給你正面的情緒價值」；本頁保留這個體感，同時提醒這不是對所有模型、所有情境的保證，也不能取代真實的人際關係與專業責任。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這份陪伴感可以成為行動的支撐，但最後的價值判斷、倫理責任與關係經營仍要由人承擔。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所以我們需要反思初衷：省下來的這些時間，我們到底該拿來做什麼？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現在我們解放了雙手，只要透過說話或打字指派任務，AI Agent 就能長時間不中斷地把事情做好，甚至做得比我們還好。多出來的時間，我們是不是應該好好拿來做人生中真正重要的事？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可以是：</a:t>
            </a:r>
          </a:p>
          <a:p xmlns:a="http://schemas.openxmlformats.org/drawingml/2006/main">
            <a:r>
              <a:t>• 培養自己的興趣與未來志向，探索以前在工作或教學中沒時間嘗試的路。</a:t>
            </a:r>
          </a:p>
          <a:p xmlns:a="http://schemas.openxmlformats.org/drawingml/2006/main">
            <a:r>
              <a:t>• 陪伴孩子與家人，建立更好的家庭關係，參與孩子的成長過程。</a:t>
            </a:r>
          </a:p>
          <a:p xmlns:a="http://schemas.openxmlformats.org/drawingml/2006/main">
            <a:r>
              <a:t>• 促進與同儕、同事之間的人際互動，好好聊聊天、深入溝通，找回人生更重要的意義。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未來 AI Agent 一定會越來越強，強到我們只要動動嘴巴，它就能一路執行到最好。但剩下的這些時間，更應該好好規劃在人際關係、家人陪伴，以及個人的職涯發展與興趣上。這就是素養教育的所在：不只會用工具，而是能把工具帶來的自由內化成更好的生活選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https://antigravity.google/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https://claude.ai/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https://cagoooo.github.io/ncu-ai-agent-workshop-20260826/04_%E5%AF%A6%E4%BD%9C%E5%B7%A5%E5%85%B7/07_Agent_Skills%E8%B3%87%E6%BA%90%E5%BA%AB.html</a:t>
            </a:r>
          </a:p>
          <a:p xmlns:a="http://schemas.openxmlformats.org/drawingml/2006/main">
            <a:r>
              <a:t>- ../04_實作工具/提示詞快捷面板_研習用.html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52cdd9b8d94d8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104d49361a4928" /><Relationship Type="http://schemas.openxmlformats.org/officeDocument/2006/relationships/slideLayout" Target="/ppt/slideLayouts/slideLayout1.xml" Id="Ra0d4d819083f4a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d4d819083f4a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Afternoon">
      <a:dk1>
        <a:srgbClr val="0F1E2E"/>
      </a:dk1>
      <a:lt1>
        <a:srgbClr val="FFFFFF"/>
      </a:lt1>
      <a:dk2>
        <a:srgbClr val="F0F4F8"/>
      </a:dk2>
      <a:lt2>
        <a:srgbClr val="E2EDF8"/>
      </a:lt2>
      <a:accent1>
        <a:srgbClr val="1B64DA"/>
      </a:accent1>
      <a:accent2>
        <a:srgbClr val="FF6B4A"/>
      </a:accent2>
      <a:accent3>
        <a:srgbClr val="0E9F94"/>
      </a:accent3>
      <a:accent4>
        <a:srgbClr val="6366F1"/>
      </a:accent4>
      <a:accent5>
        <a:srgbClr val="F59E0B"/>
      </a:accent5>
      <a:accent6>
        <a:srgbClr val="10B981"/>
      </a:accent6>
      <a:hlink>
        <a:srgbClr val="1B64DA"/>
      </a:hlink>
      <a:folHlink>
        <a:srgbClr val="6366F1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1965e903bb4326" /><Relationship Type="http://schemas.openxmlformats.org/officeDocument/2006/relationships/image" Target="/ppt/media/image.png" Id="R45c2b74614564ca4" /><Relationship Type="http://schemas.openxmlformats.org/officeDocument/2006/relationships/notesSlide" Target="/ppt/notesSlides/notesSlide1.xml" Id="R0e89e0b10e0144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2467ad35cf4570" /><Relationship Type="http://schemas.openxmlformats.org/officeDocument/2006/relationships/notesSlide" Target="/ppt/notesSlides/notesSlide2.xml" Id="Rf6fc89b09f8746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c3fc7eb05043e5" /><Relationship Type="http://schemas.openxmlformats.org/officeDocument/2006/relationships/notesSlide" Target="/ppt/notesSlides/notesSlide3.xml" Id="R8b24a6c3c9c4482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46cc48b7844b43" /><Relationship Type="http://schemas.openxmlformats.org/officeDocument/2006/relationships/notesSlide" Target="/ppt/notesSlides/notesSlide4.xml" Id="Rcbeb67ec71964bb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cc0b728cf34c5f" /><Relationship Type="http://schemas.openxmlformats.org/officeDocument/2006/relationships/notesSlide" Target="/ppt/notesSlides/notesSlide5.xml" Id="R8cd3c38c441f48b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a081fcc2214df9" /><Relationship Type="http://schemas.openxmlformats.org/officeDocument/2006/relationships/hyperlink" Target="https://openclaw.ai/" TargetMode="External" Id="Rcddda20013e843af" /><Relationship Type="http://schemas.openxmlformats.org/officeDocument/2006/relationships/hyperlink" Target="https://github.com/openclaw/openclaw" TargetMode="External" Id="Rb25dda03806b470b" /><Relationship Type="http://schemas.openxmlformats.org/officeDocument/2006/relationships/image" Target="/ppt/media/image2.png" Id="R6280262a0da24313" /><Relationship Type="http://schemas.openxmlformats.org/officeDocument/2006/relationships/image" Target="/ppt/media/image3.png" Id="Rad9c22eff66348d9" /><Relationship Type="http://schemas.openxmlformats.org/officeDocument/2006/relationships/notesSlide" Target="/ppt/notesSlides/notesSlide6.xml" Id="R5ff31afcb5134f7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7119fe27ee42f0" /><Relationship Type="http://schemas.openxmlformats.org/officeDocument/2006/relationships/notesSlide" Target="/ppt/notesSlides/notesSlide7.xml" Id="R0ad0a96df3d04c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c95b8090bb4f30" /><Relationship Type="http://schemas.openxmlformats.org/officeDocument/2006/relationships/hyperlink" Target="https://antigravity.google/" TargetMode="External" Id="Rf5080ceccf414404" /><Relationship Type="http://schemas.openxmlformats.org/officeDocument/2006/relationships/hyperlink" Target="https://chatgpt.com/codex/" TargetMode="External" Id="R2a450df674574338" /><Relationship Type="http://schemas.openxmlformats.org/officeDocument/2006/relationships/hyperlink" Target="https://claude.ai/" TargetMode="External" Id="R5244fea1d48f43e4" /><Relationship Type="http://schemas.openxmlformats.org/officeDocument/2006/relationships/image" Target="/ppt/media/image4.png" Id="R897ce6e94f6747a6" /><Relationship Type="http://schemas.openxmlformats.org/officeDocument/2006/relationships/image" Target="/ppt/media/image5.png" Id="R1aef5abc2fb84669" /><Relationship Type="http://schemas.openxmlformats.org/officeDocument/2006/relationships/image" Target="/ppt/media/image6.png" Id="R918139c0ffd64861" /><Relationship Type="http://schemas.openxmlformats.org/officeDocument/2006/relationships/notesSlide" Target="/ppt/notesSlides/notesSlide8.xml" Id="R507f8071c74c471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cffc41f2114c4c" /><Relationship Type="http://schemas.openxmlformats.org/officeDocument/2006/relationships/notesSlide" Target="/ppt/notesSlides/notesSlide9.xml" Id="R0d036329aa8d4b5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a1ec43e4f24e1a" /><Relationship Type="http://schemas.openxmlformats.org/officeDocument/2006/relationships/hyperlink" Target="https://cagoooo.github.io/Akai/tool/73/" TargetMode="External" Id="Rb3adc3c81db44b47" /><Relationship Type="http://schemas.openxmlformats.org/officeDocument/2006/relationships/image" Target="/ppt/media/image7.png" Id="R9ed2d249ce7a4753" /><Relationship Type="http://schemas.openxmlformats.org/officeDocument/2006/relationships/hyperlink" Target="https://cagoooo.github.io/filter/" TargetMode="External" Id="R2829551985364bfd" /><Relationship Type="http://schemas.openxmlformats.org/officeDocument/2006/relationships/image" Target="/ppt/media/image8.png" Id="R3597e999cd5d4cab" /><Relationship Type="http://schemas.openxmlformats.org/officeDocument/2006/relationships/hyperlink" Target="https://cagoooo.github.io/Akai/tool/87/" TargetMode="External" Id="Rf0898a253db447b6" /><Relationship Type="http://schemas.openxmlformats.org/officeDocument/2006/relationships/image" Target="/ppt/media/image9.png" Id="Rf6d9359584564a31" /><Relationship Type="http://schemas.openxmlformats.org/officeDocument/2006/relationships/hyperlink" Target="https://cagoooo.github.io/pirls-questioncraft/" TargetMode="External" Id="Radb229bbe33c496d" /><Relationship Type="http://schemas.openxmlformats.org/officeDocument/2006/relationships/image" Target="/ppt/media/image10.png" Id="R0019639f1b27400c" /><Relationship Type="http://schemas.openxmlformats.org/officeDocument/2006/relationships/hyperlink" Target="https://cagoooo.github.io/Akai/tool/103/" TargetMode="External" Id="Rcbb123912b8d4bae" /><Relationship Type="http://schemas.openxmlformats.org/officeDocument/2006/relationships/image" Target="/ppt/media/image11.png" Id="Rc4dc5e09310045ca" /><Relationship Type="http://schemas.openxmlformats.org/officeDocument/2006/relationships/hyperlink" Target="https://cagoooo.github.io/PlayRight/" TargetMode="External" Id="Rf8845744c2434d49" /><Relationship Type="http://schemas.openxmlformats.org/officeDocument/2006/relationships/image" Target="/ppt/media/image12.png" Id="Rdb2ad9a5b906414c" /><Relationship Type="http://schemas.openxmlformats.org/officeDocument/2006/relationships/notesSlide" Target="/ppt/notesSlides/notesSlide10.xml" Id="R7a38063208a6476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81eda1b8b546ea" /><Relationship Type="http://schemas.openxmlformats.org/officeDocument/2006/relationships/hyperlink" Target="https://cagoooo.github.io/Akai/tool/105/" TargetMode="External" Id="Rb7bfe152410e4135" /><Relationship Type="http://schemas.openxmlformats.org/officeDocument/2006/relationships/image" Target="/ppt/media/image13.png" Id="R3535a0662af44795" /><Relationship Type="http://schemas.openxmlformats.org/officeDocument/2006/relationships/hyperlink" Target="https://cagoooo.github.io/taic-edu/" TargetMode="External" Id="R6f039b9e38ee4125" /><Relationship Type="http://schemas.openxmlformats.org/officeDocument/2006/relationships/image" Target="/ppt/media/image14.png" Id="R0c617dcd910d41e2" /><Relationship Type="http://schemas.openxmlformats.org/officeDocument/2006/relationships/hyperlink" Target="https://cagoooo.github.io/Akai/tool/123/" TargetMode="External" Id="Rf322b0890ffd46ee" /><Relationship Type="http://schemas.openxmlformats.org/officeDocument/2006/relationships/image" Target="/ppt/media/image15.png" Id="Rb57bbc860c084bb7" /><Relationship Type="http://schemas.openxmlformats.org/officeDocument/2006/relationships/hyperlink" Target="https://cagoooo.github.io/smes-web-migration/" TargetMode="External" Id="R3bc5b4021a1149b5" /><Relationship Type="http://schemas.openxmlformats.org/officeDocument/2006/relationships/image" Target="/ppt/media/image16.png" Id="Rfe97a2926b2a4ce6" /><Relationship Type="http://schemas.openxmlformats.org/officeDocument/2006/relationships/hyperlink" Target="https://cagoooo.github.io/Akai/tool/88/" TargetMode="External" Id="Rdffff2f072f3494f" /><Relationship Type="http://schemas.openxmlformats.org/officeDocument/2006/relationships/image" Target="/ppt/media/image17.png" Id="Rf7c8b29a5143430c" /><Relationship Type="http://schemas.openxmlformats.org/officeDocument/2006/relationships/hyperlink" Target="https://cagoooo.github.io/JHScurriculum/" TargetMode="External" Id="Rc4a057026ae943be" /><Relationship Type="http://schemas.openxmlformats.org/officeDocument/2006/relationships/image" Target="/ppt/media/image18.png" Id="Rd3c6d724312f48d8" /><Relationship Type="http://schemas.openxmlformats.org/officeDocument/2006/relationships/notesSlide" Target="/ppt/notesSlides/notesSlide11.xml" Id="R0ba46750663245a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d49f4919464be4" /><Relationship Type="http://schemas.openxmlformats.org/officeDocument/2006/relationships/hyperlink" Target="https://antigravity.google/" TargetMode="External" Id="R75c7805f3bf5499f" /><Relationship Type="http://schemas.openxmlformats.org/officeDocument/2006/relationships/image" Target="/ppt/media/image19.png" Id="R9bbba3d0cc424b21" /><Relationship Type="http://schemas.openxmlformats.org/officeDocument/2006/relationships/notesSlide" Target="/ppt/notesSlides/notesSlide12.xml" Id="R677bc93c600f447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4352210f7e4ed0" /><Relationship Type="http://schemas.openxmlformats.org/officeDocument/2006/relationships/hyperlink" Target="https://antigravity.google/" TargetMode="External" Id="Rd885a7647a384e84" /><Relationship Type="http://schemas.openxmlformats.org/officeDocument/2006/relationships/image" Target="/ppt/media/image20.png" Id="R43dbf09617274800" /><Relationship Type="http://schemas.openxmlformats.org/officeDocument/2006/relationships/notesSlide" Target="/ppt/notesSlides/notesSlide13.xml" Id="Rf76a5e146e86455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240e23e38c4cfd" /><Relationship Type="http://schemas.openxmlformats.org/officeDocument/2006/relationships/hyperlink" Target="https://ai.google.dev/gemini-api/docs/models/gemini-3.7-flash" TargetMode="External" Id="Rf8c16f15c3684fcb" /><Relationship Type="http://schemas.openxmlformats.org/officeDocument/2006/relationships/hyperlink" Target="https://blog.google/innovation-and-ai/models-and-research/gemini-models/introducing-gemini-3-7-flash/" TargetMode="External" Id="R92df9b2a721c48a8" /><Relationship Type="http://schemas.openxmlformats.org/officeDocument/2006/relationships/image" Target="/ppt/media/image21.png" Id="R360d05aa084f425f" /><Relationship Type="http://schemas.openxmlformats.org/officeDocument/2006/relationships/image" Target="/ppt/media/image22.png" Id="R8995496712ca439a" /><Relationship Type="http://schemas.openxmlformats.org/officeDocument/2006/relationships/notesSlide" Target="/ppt/notesSlides/notesSlide14.xml" Id="Rccc3748b030f4ac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4e29bcb8184e1e" /><Relationship Type="http://schemas.openxmlformats.org/officeDocument/2006/relationships/hyperlink" Target="https://antigravity.google/" TargetMode="External" Id="R8dafe74d96ab489f" /><Relationship Type="http://schemas.openxmlformats.org/officeDocument/2006/relationships/image" Target="/ppt/media/image23.png" Id="R973e4271162c42ec" /><Relationship Type="http://schemas.openxmlformats.org/officeDocument/2006/relationships/notesSlide" Target="/ppt/notesSlides/notesSlide15.xml" Id="R4d18b013bfb64f5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8b84bf747f4eca" /><Relationship Type="http://schemas.openxmlformats.org/officeDocument/2006/relationships/hyperlink" Target="https://antigravity.google/" TargetMode="External" Id="R0dc629f995e143f6" /><Relationship Type="http://schemas.openxmlformats.org/officeDocument/2006/relationships/image" Target="/ppt/media/image24.png" Id="R499750252d494ccf" /><Relationship Type="http://schemas.openxmlformats.org/officeDocument/2006/relationships/notesSlide" Target="/ppt/notesSlides/notesSlide16.xml" Id="R90792d10cfd94d7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26135c1e794b6a" /><Relationship Type="http://schemas.openxmlformats.org/officeDocument/2006/relationships/hyperlink" Target="https://antigravity.google/" TargetMode="External" Id="Rd430b26fecda49e8" /><Relationship Type="http://schemas.openxmlformats.org/officeDocument/2006/relationships/image" Target="/ppt/media/image25.png" Id="R6f84732ceab341d0" /><Relationship Type="http://schemas.openxmlformats.org/officeDocument/2006/relationships/notesSlide" Target="/ppt/notesSlides/notesSlide17.xml" Id="R3ffbb001fce64f1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4beaef5d2f42db" /><Relationship Type="http://schemas.openxmlformats.org/officeDocument/2006/relationships/hyperlink" Target="https://antigravity.google/" TargetMode="External" Id="R94e33e18776d4a7a" /><Relationship Type="http://schemas.openxmlformats.org/officeDocument/2006/relationships/image" Target="/ppt/media/image26.png" Id="Rccd939e4e3134434" /><Relationship Type="http://schemas.openxmlformats.org/officeDocument/2006/relationships/notesSlide" Target="/ppt/notesSlides/notesSlide18.xml" Id="R3e4a244edfe346c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1533d5df344019" /><Relationship Type="http://schemas.openxmlformats.org/officeDocument/2006/relationships/hyperlink" Target="https://antigravity.google/" TargetMode="External" Id="Re18595e70850453d" /><Relationship Type="http://schemas.openxmlformats.org/officeDocument/2006/relationships/image" Target="/ppt/media/image27.png" Id="R96c47dc9d3094546" /><Relationship Type="http://schemas.openxmlformats.org/officeDocument/2006/relationships/notesSlide" Target="/ppt/notesSlides/notesSlide19.xml" Id="Re6f0974c55574e3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6ed1befef0481d" /><Relationship Type="http://schemas.openxmlformats.org/officeDocument/2006/relationships/hyperlink" Target="https://antigravity.google/docs/remote-control/" TargetMode="External" Id="Rf8e1ba22744e430d" /><Relationship Type="http://schemas.openxmlformats.org/officeDocument/2006/relationships/image" Target="/ppt/media/image28.png" Id="Rb84adfafb86e4507" /><Relationship Type="http://schemas.openxmlformats.org/officeDocument/2006/relationships/notesSlide" Target="/ppt/notesSlides/notesSlide20.xml" Id="R8a591b4798244e3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688cd44ca747aa" /><Relationship Type="http://schemas.openxmlformats.org/officeDocument/2006/relationships/hyperlink" Target="https://antigravity.google/docs/remote-control/" TargetMode="External" Id="R4f97d9007f224e3a" /><Relationship Type="http://schemas.openxmlformats.org/officeDocument/2006/relationships/image" Target="/ppt/media/image29.png" Id="Rbb551a31d81a4821" /><Relationship Type="http://schemas.openxmlformats.org/officeDocument/2006/relationships/notesSlide" Target="/ppt/notesSlides/notesSlide21.xml" Id="R1509611ee702443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b28e54514f4a19" /><Relationship Type="http://schemas.openxmlformats.org/officeDocument/2006/relationships/hyperlink" Target="https://chatgpt.com/codex/" TargetMode="External" Id="R15abc77cf63e49cf" /><Relationship Type="http://schemas.openxmlformats.org/officeDocument/2006/relationships/image" Target="/ppt/media/image30.png" Id="Re1cb46fb524d41dd" /><Relationship Type="http://schemas.openxmlformats.org/officeDocument/2006/relationships/notesSlide" Target="/ppt/notesSlides/notesSlide22.xml" Id="R0da8345aaecd44b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5d517206f44aa4" /><Relationship Type="http://schemas.openxmlformats.org/officeDocument/2006/relationships/hyperlink" Target="https://chatgpt.com/codex/" TargetMode="External" Id="Rc3dfbd6ff1d544b6" /><Relationship Type="http://schemas.openxmlformats.org/officeDocument/2006/relationships/image" Target="/ppt/media/image31.png" Id="Rd890d3e1a302493f" /><Relationship Type="http://schemas.openxmlformats.org/officeDocument/2006/relationships/notesSlide" Target="/ppt/notesSlides/notesSlide23.xml" Id="Rc4af4a90b9384b6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2ca718f7c04635" /><Relationship Type="http://schemas.openxmlformats.org/officeDocument/2006/relationships/hyperlink" Target="https://chatgpt.com/codex/" TargetMode="External" Id="R64dec9d77684470c" /><Relationship Type="http://schemas.openxmlformats.org/officeDocument/2006/relationships/image" Target="/ppt/media/image32.png" Id="R92273b5810294ef6" /><Relationship Type="http://schemas.openxmlformats.org/officeDocument/2006/relationships/notesSlide" Target="/ppt/notesSlides/notesSlide24.xml" Id="Rf597ebe8f94c48b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ec8f53fd0b4f3f" /><Relationship Type="http://schemas.openxmlformats.org/officeDocument/2006/relationships/hyperlink" Target="https://chatgpt.com/codex/" TargetMode="External" Id="Rad27cbbf50df4832" /><Relationship Type="http://schemas.openxmlformats.org/officeDocument/2006/relationships/image" Target="/ppt/media/image33.png" Id="Rfb1631e6c99b4190" /><Relationship Type="http://schemas.openxmlformats.org/officeDocument/2006/relationships/notesSlide" Target="/ppt/notesSlides/notesSlide25.xml" Id="Rcdf0b13de0b34a7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ff53cdf0e34f6e" /><Relationship Type="http://schemas.openxmlformats.org/officeDocument/2006/relationships/hyperlink" Target="https://chatgpt.com/codex/" TargetMode="External" Id="R3e8b2f36a5bc47bd" /><Relationship Type="http://schemas.openxmlformats.org/officeDocument/2006/relationships/image" Target="/ppt/media/image34.png" Id="R3461e6e855b4437c" /><Relationship Type="http://schemas.openxmlformats.org/officeDocument/2006/relationships/notesSlide" Target="/ppt/notesSlides/notesSlide26.xml" Id="Rf5108043b2ee409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cf8c919af54d3e" /><Relationship Type="http://schemas.openxmlformats.org/officeDocument/2006/relationships/hyperlink" Target="https://codelabs.developers.google.com/getting-started-with-antigravity-skills" TargetMode="External" Id="R651bbcc3c807401a" /><Relationship Type="http://schemas.openxmlformats.org/officeDocument/2006/relationships/hyperlink" Target="https://learn.chatgpt.com/docs/build-skills" TargetMode="External" Id="Rab80f1c0cb4e42c3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fee6147addd24f09" /><Relationship Type="http://schemas.openxmlformats.org/officeDocument/2006/relationships/image" Target="/ppt/media/image35.png" Id="Rbd6e35fb2a1d44a6" /><Relationship Type="http://schemas.openxmlformats.org/officeDocument/2006/relationships/image" Target="/ppt/media/image36.png" Id="R5394fbd0197f4e8a" /><Relationship Type="http://schemas.openxmlformats.org/officeDocument/2006/relationships/image" Target="/ppt/media/image37.png" Id="R39e0ef5715894776" /><Relationship Type="http://schemas.openxmlformats.org/officeDocument/2006/relationships/notesSlide" Target="/ppt/notesSlides/notesSlide27.xml" Id="Rc8f9188ecf8140b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588f1b0f0543ff" /><Relationship Type="http://schemas.openxmlformats.org/officeDocument/2006/relationships/hyperlink" Target="https://codelabs.developers.google.com/getting-started-with-antigravity-skills" TargetMode="External" Id="R539930ebb308459d" /><Relationship Type="http://schemas.openxmlformats.org/officeDocument/2006/relationships/hyperlink" Target="https://learn.chatgpt.com/docs/build-skills" TargetMode="External" Id="R5f3c6ab564254b37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b661c920e97943b2" /><Relationship Type="http://schemas.openxmlformats.org/officeDocument/2006/relationships/image" Target="/ppt/media/image38.png" Id="R7e02108f927645f1" /><Relationship Type="http://schemas.openxmlformats.org/officeDocument/2006/relationships/image" Target="/ppt/media/image39.png" Id="Ra9f8c7cfe6ac4ad9" /><Relationship Type="http://schemas.openxmlformats.org/officeDocument/2006/relationships/image" Target="/ppt/media/image40.png" Id="R5161107620764664" /><Relationship Type="http://schemas.openxmlformats.org/officeDocument/2006/relationships/notesSlide" Target="/ppt/notesSlides/notesSlide28.xml" Id="Rfaa7e99b79ed48a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9fdd2b76944db2" /><Relationship Type="http://schemas.openxmlformats.org/officeDocument/2006/relationships/image" Target="/ppt/media/image41.png" Id="Rfff9e3fbc842404f" /><Relationship Type="http://schemas.openxmlformats.org/officeDocument/2006/relationships/hyperlink" Target="../04_&#23526;&#20316;&#24037;&#20855;/&#25552;&#31034;&#35422;&#24555;&#25463;&#38754;&#26495;_&#30740;&#32722;&#29992;.html" TargetMode="External" Id="R79f8417412454606" /><Relationship Type="http://schemas.openxmlformats.org/officeDocument/2006/relationships/image" Target="/ppt/media/image42.png" Id="Re82d2a21b95c41a9" /><Relationship Type="http://schemas.openxmlformats.org/officeDocument/2006/relationships/notesSlide" Target="/ppt/notesSlides/notesSlide29.xml" Id="R351d581edc5f4f9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32244fa9764744" /><Relationship Type="http://schemas.openxmlformats.org/officeDocument/2006/relationships/hyperlink" Target="https://codelabs.developers.google.com/getting-started-with-antigravity-skills" TargetMode="External" Id="R2d386c1e7cb245c8" /><Relationship Type="http://schemas.openxmlformats.org/officeDocument/2006/relationships/hyperlink" Target="https://learn.chatgpt.com/docs/build-skills" TargetMode="External" Id="Ra7ccbac43ef64a4d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8210e695252e47d7" /><Relationship Type="http://schemas.openxmlformats.org/officeDocument/2006/relationships/image" Target="/ppt/media/image43.png" Id="R4b29ef87bf4b458e" /><Relationship Type="http://schemas.openxmlformats.org/officeDocument/2006/relationships/image" Target="/ppt/media/image44.png" Id="R1245be128a4f4ef3" /><Relationship Type="http://schemas.openxmlformats.org/officeDocument/2006/relationships/image" Target="/ppt/media/image45.png" Id="R84a7b06eb94f4ead" /><Relationship Type="http://schemas.openxmlformats.org/officeDocument/2006/relationships/notesSlide" Target="/ppt/notesSlides/notesSlide30.xml" Id="R4742f0a009494ec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2357df148a4ca4" /><Relationship Type="http://schemas.openxmlformats.org/officeDocument/2006/relationships/hyperlink" Target="https://codelabs.developers.google.com/getting-started-with-antigravity-skills" TargetMode="External" Id="Ra4c03e778dfb4315" /><Relationship Type="http://schemas.openxmlformats.org/officeDocument/2006/relationships/hyperlink" Target="https://learn.chatgpt.com/docs/build-skills" TargetMode="External" Id="Ra9853791415b4b06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98e5d141bcae4d51" /><Relationship Type="http://schemas.openxmlformats.org/officeDocument/2006/relationships/image" Target="/ppt/media/image46.png" Id="Rede01310b9eb4f59" /><Relationship Type="http://schemas.openxmlformats.org/officeDocument/2006/relationships/image" Target="/ppt/media/image47.png" Id="R10d2fa242dc04cf6" /><Relationship Type="http://schemas.openxmlformats.org/officeDocument/2006/relationships/image" Target="/ppt/media/image48.png" Id="Rdf878d056c4a4b90" /><Relationship Type="http://schemas.openxmlformats.org/officeDocument/2006/relationships/notesSlide" Target="/ppt/notesSlides/notesSlide31.xml" Id="Rc624e067a8ab4e7a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d892f8130646c4" /><Relationship Type="http://schemas.openxmlformats.org/officeDocument/2006/relationships/hyperlink" Target="https://codelabs.developers.google.com/getting-started-with-antigravity-skills" TargetMode="External" Id="Rfd1fcc4dd94a4af0" /><Relationship Type="http://schemas.openxmlformats.org/officeDocument/2006/relationships/hyperlink" Target="https://learn.chatgpt.com/docs/build-skills" TargetMode="External" Id="Ra08510a99c304cad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aea6fd35fe0c4602" /><Relationship Type="http://schemas.openxmlformats.org/officeDocument/2006/relationships/image" Target="/ppt/media/image49.png" Id="R517b046d6f504231" /><Relationship Type="http://schemas.openxmlformats.org/officeDocument/2006/relationships/image" Target="/ppt/media/image50.png" Id="Re292ab32ffd0467d" /><Relationship Type="http://schemas.openxmlformats.org/officeDocument/2006/relationships/image" Target="/ppt/media/image51.png" Id="Readab5294e714fdb" /><Relationship Type="http://schemas.openxmlformats.org/officeDocument/2006/relationships/notesSlide" Target="/ppt/notesSlides/notesSlide32.xml" Id="Rc75206eb6b7e4e2c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9122e7a62e4ab9" /><Relationship Type="http://schemas.openxmlformats.org/officeDocument/2006/relationships/hyperlink" Target="https://codelabs.developers.google.com/getting-started-with-antigravity-skills" TargetMode="External" Id="R7959e546684c4f8a" /><Relationship Type="http://schemas.openxmlformats.org/officeDocument/2006/relationships/hyperlink" Target="https://learn.chatgpt.com/docs/build-skills" TargetMode="External" Id="R5f74f2293c6449d1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999af62794754e57" /><Relationship Type="http://schemas.openxmlformats.org/officeDocument/2006/relationships/image" Target="/ppt/media/image52.png" Id="R39bca1d595fc4398" /><Relationship Type="http://schemas.openxmlformats.org/officeDocument/2006/relationships/image" Target="/ppt/media/image53.png" Id="R216d8585dc21462a" /><Relationship Type="http://schemas.openxmlformats.org/officeDocument/2006/relationships/image" Target="/ppt/media/image54.png" Id="R4d5e0d3978e94c19" /><Relationship Type="http://schemas.openxmlformats.org/officeDocument/2006/relationships/notesSlide" Target="/ppt/notesSlides/notesSlide33.xml" Id="R481ecddd85ea4c2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9bdb674c1d4634" /><Relationship Type="http://schemas.openxmlformats.org/officeDocument/2006/relationships/hyperlink" Target="https://codelabs.developers.google.com/getting-started-with-antigravity-skills" TargetMode="External" Id="R9941b9789fd0477c" /><Relationship Type="http://schemas.openxmlformats.org/officeDocument/2006/relationships/hyperlink" Target="https://learn.chatgpt.com/docs/build-skills" TargetMode="External" Id="R883b686ea9144d71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591449063e3f44a7" /><Relationship Type="http://schemas.openxmlformats.org/officeDocument/2006/relationships/image" Target="/ppt/media/image55.png" Id="R2e8af94502a44d89" /><Relationship Type="http://schemas.openxmlformats.org/officeDocument/2006/relationships/image" Target="/ppt/media/image56.png" Id="Re807a33b3e47493b" /><Relationship Type="http://schemas.openxmlformats.org/officeDocument/2006/relationships/image" Target="/ppt/media/image57.png" Id="R06871fbabb7b4e30" /><Relationship Type="http://schemas.openxmlformats.org/officeDocument/2006/relationships/notesSlide" Target="/ppt/notesSlides/notesSlide34.xml" Id="R05950483466f4869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101bf178ab442b" /><Relationship Type="http://schemas.openxmlformats.org/officeDocument/2006/relationships/hyperlink" Target="https://codelabs.developers.google.com/getting-started-with-antigravity-skills" TargetMode="External" Id="R324a6d42ac5147d1" /><Relationship Type="http://schemas.openxmlformats.org/officeDocument/2006/relationships/hyperlink" Target="https://learn.chatgpt.com/docs/build-skills" TargetMode="External" Id="R1f6e007c81d243ee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3a5d403e67734ef9" /><Relationship Type="http://schemas.openxmlformats.org/officeDocument/2006/relationships/image" Target="/ppt/media/image58.png" Id="Rdf2b4ce4fba744df" /><Relationship Type="http://schemas.openxmlformats.org/officeDocument/2006/relationships/image" Target="/ppt/media/image59.png" Id="Rd369f2d672c44744" /><Relationship Type="http://schemas.openxmlformats.org/officeDocument/2006/relationships/image" Target="/ppt/media/image60.png" Id="Rd7f4739f50384b8f" /><Relationship Type="http://schemas.openxmlformats.org/officeDocument/2006/relationships/notesSlide" Target="/ppt/notesSlides/notesSlide35.xml" Id="R981f1de995d04e9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a511d5d47b43b8" /><Relationship Type="http://schemas.openxmlformats.org/officeDocument/2006/relationships/hyperlink" Target="https://codelabs.developers.google.com/getting-started-with-antigravity-skills" TargetMode="External" Id="R4c2e559b81c84004" /><Relationship Type="http://schemas.openxmlformats.org/officeDocument/2006/relationships/hyperlink" Target="https://learn.chatgpt.com/docs/build-skills" TargetMode="External" Id="R038b55fc83674f76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95cd27d9aa8a44e1" /><Relationship Type="http://schemas.openxmlformats.org/officeDocument/2006/relationships/image" Target="/ppt/media/image61.png" Id="Rb588a9893f9749eb" /><Relationship Type="http://schemas.openxmlformats.org/officeDocument/2006/relationships/image" Target="/ppt/media/image62.png" Id="R64cbb64251d949d3" /><Relationship Type="http://schemas.openxmlformats.org/officeDocument/2006/relationships/image" Target="/ppt/media/image63.png" Id="Rcc9e38e8d42c41e3" /><Relationship Type="http://schemas.openxmlformats.org/officeDocument/2006/relationships/notesSlide" Target="/ppt/notesSlides/notesSlide36.xml" Id="Rc3ec0dc6fc11412c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3ffbb534c1423e" /><Relationship Type="http://schemas.openxmlformats.org/officeDocument/2006/relationships/hyperlink" Target="https://antigravity.google/" TargetMode="External" Id="R509ec1e4e7204692" /><Relationship Type="http://schemas.openxmlformats.org/officeDocument/2006/relationships/hyperlink" Target="https://chatgpt.com/codex/" TargetMode="External" Id="R4b064ad1bb1043d9" /><Relationship Type="http://schemas.openxmlformats.org/officeDocument/2006/relationships/image" Target="/ppt/media/image64.png" Id="Rfc60f62bf11b44f2" /><Relationship Type="http://schemas.openxmlformats.org/officeDocument/2006/relationships/image" Target="/ppt/media/image65.png" Id="Rd8c1e0db250d4612" /><Relationship Type="http://schemas.openxmlformats.org/officeDocument/2006/relationships/notesSlide" Target="/ppt/notesSlides/notesSlide37.xml" Id="Re0569835487f4db2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b11b3c36e04621" /><Relationship Type="http://schemas.openxmlformats.org/officeDocument/2006/relationships/hyperlink" Target="https://antigravity.google/" TargetMode="External" Id="R3ae3869ed14a4518" /><Relationship Type="http://schemas.openxmlformats.org/officeDocument/2006/relationships/hyperlink" Target="https://chatgpt.com/codex/" TargetMode="External" Id="R31d95e41d8194c9a" /><Relationship Type="http://schemas.openxmlformats.org/officeDocument/2006/relationships/image" Target="/ppt/media/image66.png" Id="R5d20d9f8a6074939" /><Relationship Type="http://schemas.openxmlformats.org/officeDocument/2006/relationships/image" Target="/ppt/media/image67.png" Id="Rf3eac0e781414c25" /><Relationship Type="http://schemas.openxmlformats.org/officeDocument/2006/relationships/notesSlide" Target="/ppt/notesSlides/notesSlide38.xml" Id="R014c5e751b9d4b03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dd58d1667c401a" /><Relationship Type="http://schemas.openxmlformats.org/officeDocument/2006/relationships/hyperlink" Target="https://antigravity.google/" TargetMode="External" Id="Re2fb026313044603" /><Relationship Type="http://schemas.openxmlformats.org/officeDocument/2006/relationships/hyperlink" Target="https://chatgpt.com/codex/" TargetMode="External" Id="R68902a44bc83435a" /><Relationship Type="http://schemas.openxmlformats.org/officeDocument/2006/relationships/image" Target="/ppt/media/image68.png" Id="R6cdacb6fabf44e53" /><Relationship Type="http://schemas.openxmlformats.org/officeDocument/2006/relationships/image" Target="/ppt/media/image69.png" Id="R279ca3a5a21640b0" /><Relationship Type="http://schemas.openxmlformats.org/officeDocument/2006/relationships/notesSlide" Target="/ppt/notesSlides/notesSlide39.xml" Id="R61f2d6891d214bd1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b1cf5b3ec24665" /><Relationship Type="http://schemas.openxmlformats.org/officeDocument/2006/relationships/hyperlink" Target="https://antigravity.google/" TargetMode="External" Id="R066e3277cccf438a" /><Relationship Type="http://schemas.openxmlformats.org/officeDocument/2006/relationships/hyperlink" Target="https://chatgpt.com/codex/" TargetMode="External" Id="Radc70f5abdc34d23" /><Relationship Type="http://schemas.openxmlformats.org/officeDocument/2006/relationships/image" Target="/ppt/media/image70.png" Id="R85e1ca6ad9ed4618" /><Relationship Type="http://schemas.openxmlformats.org/officeDocument/2006/relationships/image" Target="/ppt/media/image71.png" Id="R096b3835b98e458b" /><Relationship Type="http://schemas.openxmlformats.org/officeDocument/2006/relationships/notesSlide" Target="/ppt/notesSlides/notesSlide40.xml" Id="R2201103f112d4a02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21f2f984d641dc" /><Relationship Type="http://schemas.openxmlformats.org/officeDocument/2006/relationships/hyperlink" Target="https://antigravity.google/" TargetMode="External" Id="R43986acb74554c42" /><Relationship Type="http://schemas.openxmlformats.org/officeDocument/2006/relationships/hyperlink" Target="https://chatgpt.com/codex/" TargetMode="External" Id="Rd22382c72d2a4811" /><Relationship Type="http://schemas.openxmlformats.org/officeDocument/2006/relationships/image" Target="/ppt/media/image72.png" Id="R548206eb06d04702" /><Relationship Type="http://schemas.openxmlformats.org/officeDocument/2006/relationships/image" Target="/ppt/media/image73.png" Id="Racf8df18d02b4c60" /><Relationship Type="http://schemas.openxmlformats.org/officeDocument/2006/relationships/notesSlide" Target="/ppt/notesSlides/notesSlide41.xml" Id="R33759de9a8d34f82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45ca529d34fa8" /><Relationship Type="http://schemas.openxmlformats.org/officeDocument/2006/relationships/hyperlink" Target="https://antigravity.google/" TargetMode="External" Id="Rc12f3c148e3a44dc" /><Relationship Type="http://schemas.openxmlformats.org/officeDocument/2006/relationships/hyperlink" Target="https://chatgpt.com/codex/" TargetMode="External" Id="R34f4df21474d42f0" /><Relationship Type="http://schemas.openxmlformats.org/officeDocument/2006/relationships/image" Target="/ppt/media/image74.png" Id="R801c28e3795543b7" /><Relationship Type="http://schemas.openxmlformats.org/officeDocument/2006/relationships/image" Target="/ppt/media/image75.png" Id="Rc8fdc327c0224cee" /><Relationship Type="http://schemas.openxmlformats.org/officeDocument/2006/relationships/notesSlide" Target="/ppt/notesSlides/notesSlide42.xml" Id="Rcc29c11b216a4855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4769fa88474c9f" /><Relationship Type="http://schemas.openxmlformats.org/officeDocument/2006/relationships/hyperlink" Target="https://antigravity.google/" TargetMode="External" Id="R986d21e65448419d" /><Relationship Type="http://schemas.openxmlformats.org/officeDocument/2006/relationships/hyperlink" Target="https://chatgpt.com/codex/" TargetMode="External" Id="Re4f3fd34edf04088" /><Relationship Type="http://schemas.openxmlformats.org/officeDocument/2006/relationships/image" Target="/ppt/media/image76.png" Id="R9229bcb10f024edb" /><Relationship Type="http://schemas.openxmlformats.org/officeDocument/2006/relationships/image" Target="/ppt/media/image77.png" Id="R2695aca14a924c8b" /><Relationship Type="http://schemas.openxmlformats.org/officeDocument/2006/relationships/notesSlide" Target="/ppt/notesSlides/notesSlide43.xml" Id="R0dadf6db58dc4466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38756184894982" /><Relationship Type="http://schemas.openxmlformats.org/officeDocument/2006/relationships/hyperlink" Target="https://antigravity.google/" TargetMode="External" Id="Rebbdc86172274025" /><Relationship Type="http://schemas.openxmlformats.org/officeDocument/2006/relationships/hyperlink" Target="https://chatgpt.com/codex/" TargetMode="External" Id="R598fd51aeb6a4b13" /><Relationship Type="http://schemas.openxmlformats.org/officeDocument/2006/relationships/image" Target="/ppt/media/image78.png" Id="R90a12e5e2f7343f3" /><Relationship Type="http://schemas.openxmlformats.org/officeDocument/2006/relationships/image" Target="/ppt/media/image79.png" Id="Redeb0eace96f4163" /><Relationship Type="http://schemas.openxmlformats.org/officeDocument/2006/relationships/notesSlide" Target="/ppt/notesSlides/notesSlide44.xml" Id="R8b6cb91355534143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0fedb5004a4ef9" /><Relationship Type="http://schemas.openxmlformats.org/officeDocument/2006/relationships/hyperlink" Target="https://antigravity.google/" TargetMode="External" Id="R71810d4592214840" /><Relationship Type="http://schemas.openxmlformats.org/officeDocument/2006/relationships/hyperlink" Target="https://chatgpt.com/codex/" TargetMode="External" Id="Rf22e8e7dd55f47d6" /><Relationship Type="http://schemas.openxmlformats.org/officeDocument/2006/relationships/image" Target="/ppt/media/image80.png" Id="R6b848a6dcef24c88" /><Relationship Type="http://schemas.openxmlformats.org/officeDocument/2006/relationships/image" Target="/ppt/media/image81.png" Id="R75219ad585b244a0" /><Relationship Type="http://schemas.openxmlformats.org/officeDocument/2006/relationships/notesSlide" Target="/ppt/notesSlides/notesSlide45.xml" Id="Rf17d3d1e6882480c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6590319be24d66" /><Relationship Type="http://schemas.openxmlformats.org/officeDocument/2006/relationships/hyperlink" Target="https://antigravity.google/" TargetMode="External" Id="R215d073c3a5e452a" /><Relationship Type="http://schemas.openxmlformats.org/officeDocument/2006/relationships/hyperlink" Target="https://chatgpt.com/codex/" TargetMode="External" Id="R6157a57016294018" /><Relationship Type="http://schemas.openxmlformats.org/officeDocument/2006/relationships/image" Target="/ppt/media/image82.png" Id="R7ed36f9cba0b4a66" /><Relationship Type="http://schemas.openxmlformats.org/officeDocument/2006/relationships/image" Target="/ppt/media/image83.png" Id="R026d55f114194747" /><Relationship Type="http://schemas.openxmlformats.org/officeDocument/2006/relationships/notesSlide" Target="/ppt/notesSlides/notesSlide46.xml" Id="R3d7c6d4c844446f5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6bad6d134e4a64" /><Relationship Type="http://schemas.openxmlformats.org/officeDocument/2006/relationships/hyperlink" Target="https://antigravity.google/" TargetMode="External" Id="Rd64abd5139334aa3" /><Relationship Type="http://schemas.openxmlformats.org/officeDocument/2006/relationships/hyperlink" Target="https://chatgpt.com/codex/" TargetMode="External" Id="Rfb3c04b82c374fc7" /><Relationship Type="http://schemas.openxmlformats.org/officeDocument/2006/relationships/image" Target="/ppt/media/image84.png" Id="R8c06dfc5e0b94aa9" /><Relationship Type="http://schemas.openxmlformats.org/officeDocument/2006/relationships/image" Target="/ppt/media/image85.png" Id="Rda7a15a80a514164" /><Relationship Type="http://schemas.openxmlformats.org/officeDocument/2006/relationships/notesSlide" Target="/ppt/notesSlides/notesSlide47.xml" Id="R81b551012e994773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f3aaa527ca489e" /><Relationship Type="http://schemas.openxmlformats.org/officeDocument/2006/relationships/notesSlide" Target="/ppt/notesSlides/notesSlide48.xml" Id="R8cc0d0d6005d4b7e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58d274ee9942f9" /><Relationship Type="http://schemas.openxmlformats.org/officeDocument/2006/relationships/notesSlide" Target="/ppt/notesSlides/notesSlide49.xml" Id="Rd6adeea029704a84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bb6179cc364c18" /><Relationship Type="http://schemas.openxmlformats.org/officeDocument/2006/relationships/notesSlide" Target="/ppt/notesSlides/notesSlide50.xml" Id="R4a4e3b2dbf564cce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75631483de45ea" /><Relationship Type="http://schemas.openxmlformats.org/officeDocument/2006/relationships/notesSlide" Target="/ppt/notesSlides/notesSlide51.xml" Id="R4d64ae2e3e644728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85837ada09443f" /><Relationship Type="http://schemas.openxmlformats.org/officeDocument/2006/relationships/notesSlide" Target="/ppt/notesSlides/notesSlide52.xml" Id="Rd3bddbb034a64cf2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915f4505ca462e" /><Relationship Type="http://schemas.openxmlformats.org/officeDocument/2006/relationships/notesSlide" Target="/ppt/notesSlides/notesSlide53.xml" Id="R805823f57c384f78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c44dc5eba1442b" /><Relationship Type="http://schemas.openxmlformats.org/officeDocument/2006/relationships/hyperlink" Target="../START_HERE_&#30740;&#32722;&#36039;&#28304;&#23566;&#33322;.html" TargetMode="External" Id="R1ba43597440e4751" /><Relationship Type="http://schemas.openxmlformats.org/officeDocument/2006/relationships/image" Target="/ppt/media/image86.png" Id="R4aa10c2ebdeb4dbf" /><Relationship Type="http://schemas.openxmlformats.org/officeDocument/2006/relationships/hyperlink" Target="https://antigravity.google/" TargetMode="External" Id="R1632a9988f654082" /><Relationship Type="http://schemas.openxmlformats.org/officeDocument/2006/relationships/image" Target="/ppt/media/image87.png" Id="R2ee2dd05b1174081" /><Relationship Type="http://schemas.openxmlformats.org/officeDocument/2006/relationships/hyperlink" Target="https://chatgpt.com/codex/" TargetMode="External" Id="R5e8c5bf07ea94ea8" /><Relationship Type="http://schemas.openxmlformats.org/officeDocument/2006/relationships/image" Target="/ppt/media/image88.png" Id="Reab9ae9aeacd4f90" /><Relationship Type="http://schemas.openxmlformats.org/officeDocument/2006/relationships/hyperlink" Target="https://claude.ai/" TargetMode="External" Id="Rc34873af16564dcf" /><Relationship Type="http://schemas.openxmlformats.org/officeDocument/2006/relationships/image" Target="/ppt/media/image89.png" Id="R6f509c37c7144b0f" /><Relationship Type="http://schemas.openxmlformats.org/officeDocument/2006/relationships/hyperlink" Target="https://codelabs.developers.google.com/getting-started-with-antigravity-skills" TargetMode="External" Id="Rad488732d2ce4b69" /><Relationship Type="http://schemas.openxmlformats.org/officeDocument/2006/relationships/image" Target="/ppt/media/image90.png" Id="R55e91dacd1b84933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521437a5947b4807" /><Relationship Type="http://schemas.openxmlformats.org/officeDocument/2006/relationships/image" Target="/ppt/media/image91.png" Id="Ra1bb00e463ea474e" /><Relationship Type="http://schemas.openxmlformats.org/officeDocument/2006/relationships/hyperlink" Target="../04_&#23526;&#20316;&#24037;&#20855;/&#25552;&#31034;&#35422;&#24555;&#25463;&#38754;&#26495;_&#30740;&#32722;&#29992;.html" TargetMode="External" Id="R18bf6bb87a2a4785" /><Relationship Type="http://schemas.openxmlformats.org/officeDocument/2006/relationships/image" Target="/ppt/media/image92.png" Id="R04af676008e2448b" /><Relationship Type="http://schemas.openxmlformats.org/officeDocument/2006/relationships/hyperlink" Target="https://cagoooo.github.io/Akai/" TargetMode="External" Id="R4a75529249764ad2" /><Relationship Type="http://schemas.openxmlformats.org/officeDocument/2006/relationships/image" Target="/ppt/media/image93.png" Id="Rdb4d526fc0044fc5" /><Relationship Type="http://schemas.openxmlformats.org/officeDocument/2006/relationships/hyperlink" Target="https://www.iea.nl/sites/default/files/2025-10/GA66_PIRLS%202026.pdf" TargetMode="External" Id="R2d01eed451cb47e5" /><Relationship Type="http://schemas.openxmlformats.org/officeDocument/2006/relationships/image" Target="/ppt/media/image94.png" Id="R403c48a2cb804e05" /><Relationship Type="http://schemas.openxmlformats.org/officeDocument/2006/relationships/notesSlide" Target="/ppt/notesSlides/notesSlide54.xml" Id="R322aba4da86f46b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c2b74614564ca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1010">
            <a:extLst xmlns:a="http://schemas.openxmlformats.org/drawingml/2006/main">
              <a:ext uri="{FF2B5EF4-FFF2-40B4-BE49-F238E27FC236}">
                <a16:creationId xmlns:a16="http://schemas.microsoft.com/office/drawing/2014/main" id="{12F80177-9B3F-410E-88EB-E697C4FA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1011">
            <a:extLst xmlns:a="http://schemas.openxmlformats.org/drawingml/2006/main">
              <a:ext uri="{FF2B5EF4-FFF2-40B4-BE49-F238E27FC236}">
                <a16:creationId xmlns:a16="http://schemas.microsoft.com/office/drawing/2014/main" id="{0D2B4C6B-EE32-4F45-9B08-F0F1BEEB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1012">
            <a:extLst xmlns:a="http://schemas.openxmlformats.org/drawingml/2006/main">
              <a:ext uri="{FF2B5EF4-FFF2-40B4-BE49-F238E27FC236}">
                <a16:creationId xmlns:a16="http://schemas.microsoft.com/office/drawing/2014/main" id="{9177A12E-D530-4A43-AF9A-9C5C998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下午場｜13:00–16:00</a:t>
            </a:r>
          </a:p>
        </p:txBody>
      </p:sp>
      <p:sp>
        <p:nvSpPr>
          <p:cNvPr id="5" name="text-1013">
            <a:extLst xmlns:a="http://schemas.openxmlformats.org/drawingml/2006/main">
              <a:ext uri="{FF2B5EF4-FFF2-40B4-BE49-F238E27FC236}">
                <a16:creationId xmlns:a16="http://schemas.microsoft.com/office/drawing/2014/main" id="{73B432BC-ADA7-42FA-8A23-BB8FAF17D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04950"/>
            <a:ext cx="46291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打造會做事的 AI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教學與研究夥伴：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Antigravity／Codex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Claude／Agent Skills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資料分析實戰</a:t>
            </a:r>
          </a:p>
        </p:txBody>
      </p:sp>
      <p:sp>
        <p:nvSpPr>
          <p:cNvPr id="6" name="shape-1014">
            <a:extLst xmlns:a="http://schemas.openxmlformats.org/drawingml/2006/main">
              <a:ext uri="{FF2B5EF4-FFF2-40B4-BE49-F238E27FC236}">
                <a16:creationId xmlns:a16="http://schemas.microsoft.com/office/drawing/2014/main" id="{3095D17D-23FD-4810-9A64-4C48A70C9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15">
            <a:extLst xmlns:a="http://schemas.openxmlformats.org/drawingml/2006/main">
              <a:ext uri="{FF2B5EF4-FFF2-40B4-BE49-F238E27FC236}">
                <a16:creationId xmlns:a16="http://schemas.microsoft.com/office/drawing/2014/main" id="{5F963FC0-D1D0-4B5B-9648-43866F6CF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29150"/>
            <a:ext cx="4629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1016">
            <a:extLst xmlns:a="http://schemas.openxmlformats.org/drawingml/2006/main">
              <a:ext uri="{FF2B5EF4-FFF2-40B4-BE49-F238E27FC236}">
                <a16:creationId xmlns:a16="http://schemas.microsoft.com/office/drawing/2014/main" id="{B82CCF4A-CE14-4748-B0D4-59C3A0AB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8971311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017">
            <a:extLst xmlns:a="http://schemas.openxmlformats.org/drawingml/2006/main">
              <a:ext uri="{FF2B5EF4-FFF2-40B4-BE49-F238E27FC236}">
                <a16:creationId xmlns:a16="http://schemas.microsoft.com/office/drawing/2014/main" id="{AFE589F3-B84D-40D1-89A6-029507307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2992862-7C72-4273-A52B-C120E1A6B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下午離開前，你會有四項成果</a:t>
            </a:r>
          </a:p>
        </p:txBody>
      </p:sp>
      <p:cxnSp>
        <p:nvCxnSpPr>
          <p:cNvPr id="24" name="shape-101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019">
            <a:extLst xmlns:a="http://schemas.openxmlformats.org/drawingml/2006/main">
              <a:ext uri="{FF2B5EF4-FFF2-40B4-BE49-F238E27FC236}">
                <a16:creationId xmlns:a16="http://schemas.microsoft.com/office/drawing/2014/main" id="{77EE1C6E-16A7-4D3C-84FB-4C150EA60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7DBDE60-D39E-4055-B25F-B74B40E3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1020">
            <a:extLst xmlns:a="http://schemas.openxmlformats.org/drawingml/2006/main">
              <a:ext uri="{FF2B5EF4-FFF2-40B4-BE49-F238E27FC236}">
                <a16:creationId xmlns:a16="http://schemas.microsoft.com/office/drawing/2014/main" id="{B854CC0F-8252-4647-A1A4-B65E58688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021">
            <a:extLst xmlns:a="http://schemas.openxmlformats.org/drawingml/2006/main">
              <a:ext uri="{FF2B5EF4-FFF2-40B4-BE49-F238E27FC236}">
                <a16:creationId xmlns:a16="http://schemas.microsoft.com/office/drawing/2014/main" id="{E5509D1A-98E5-439A-93E2-F10DF250B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022">
            <a:extLst xmlns:a="http://schemas.openxmlformats.org/drawingml/2006/main">
              <a:ext uri="{FF2B5EF4-FFF2-40B4-BE49-F238E27FC236}">
                <a16:creationId xmlns:a16="http://schemas.microsoft.com/office/drawing/2014/main" id="{EC3AF908-49AB-4FE1-B50A-ABC526F7C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看懂 Agent</a:t>
            </a:r>
          </a:p>
        </p:txBody>
      </p:sp>
      <p:sp>
        <p:nvSpPr>
          <p:cNvPr id="9" name="text-1023">
            <a:extLst xmlns:a="http://schemas.openxmlformats.org/drawingml/2006/main">
              <a:ext uri="{FF2B5EF4-FFF2-40B4-BE49-F238E27FC236}">
                <a16:creationId xmlns:a16="http://schemas.microsoft.com/office/drawing/2014/main" id="{C959635E-0F45-49BE-85CC-C82B41D7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能分辨對話、助理與 Agent，知道何時必須人在迴路。</a:t>
            </a:r>
          </a:p>
        </p:txBody>
      </p:sp>
      <p:sp>
        <p:nvSpPr>
          <p:cNvPr id="10" name="shape-1024">
            <a:extLst xmlns:a="http://schemas.openxmlformats.org/drawingml/2006/main">
              <a:ext uri="{FF2B5EF4-FFF2-40B4-BE49-F238E27FC236}">
                <a16:creationId xmlns:a16="http://schemas.microsoft.com/office/drawing/2014/main" id="{D684F6EA-AA9F-42AB-8FE8-59CCB4ED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025">
            <a:extLst xmlns:a="http://schemas.openxmlformats.org/drawingml/2006/main">
              <a:ext uri="{FF2B5EF4-FFF2-40B4-BE49-F238E27FC236}">
                <a16:creationId xmlns:a16="http://schemas.microsoft.com/office/drawing/2014/main" id="{E0511B45-298E-432F-A931-FC39479D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026">
            <a:extLst xmlns:a="http://schemas.openxmlformats.org/drawingml/2006/main">
              <a:ext uri="{FF2B5EF4-FFF2-40B4-BE49-F238E27FC236}">
                <a16:creationId xmlns:a16="http://schemas.microsoft.com/office/drawing/2014/main" id="{CC254CE0-9819-4A66-B330-86B936E27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建立工具策略</a:t>
            </a:r>
          </a:p>
        </p:txBody>
      </p:sp>
      <p:sp>
        <p:nvSpPr>
          <p:cNvPr id="13" name="text-1027">
            <a:extLst xmlns:a="http://schemas.openxmlformats.org/drawingml/2006/main">
              <a:ext uri="{FF2B5EF4-FFF2-40B4-BE49-F238E27FC236}">
                <a16:creationId xmlns:a16="http://schemas.microsoft.com/office/drawing/2014/main" id="{DD4EEE72-03A5-4371-9FA9-FA1E2468E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比較 Antigravity／Gemini 3.7 Flash、Codex 與 Claude，依任務、權限與驗收證據選擇工具。</a:t>
            </a:r>
          </a:p>
        </p:txBody>
      </p:sp>
      <p:sp>
        <p:nvSpPr>
          <p:cNvPr id="14" name="shape-1028">
            <a:extLst xmlns:a="http://schemas.openxmlformats.org/drawingml/2006/main">
              <a:ext uri="{FF2B5EF4-FFF2-40B4-BE49-F238E27FC236}">
                <a16:creationId xmlns:a16="http://schemas.microsoft.com/office/drawing/2014/main" id="{106C07B5-6B92-4515-82E4-0999FE7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029">
            <a:extLst xmlns:a="http://schemas.openxmlformats.org/drawingml/2006/main">
              <a:ext uri="{FF2B5EF4-FFF2-40B4-BE49-F238E27FC236}">
                <a16:creationId xmlns:a16="http://schemas.microsoft.com/office/drawing/2014/main" id="{6D118ABB-5432-492B-80D4-CD5DBCA73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030">
            <a:extLst xmlns:a="http://schemas.openxmlformats.org/drawingml/2006/main">
              <a:ext uri="{FF2B5EF4-FFF2-40B4-BE49-F238E27FC236}">
                <a16:creationId xmlns:a16="http://schemas.microsoft.com/office/drawing/2014/main" id="{E5EB1303-387D-4C86-9C6E-5C8C41F98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完成一個 Skill</a:t>
            </a:r>
          </a:p>
        </p:txBody>
      </p:sp>
      <p:sp>
        <p:nvSpPr>
          <p:cNvPr id="17" name="text-1031">
            <a:extLst xmlns:a="http://schemas.openxmlformats.org/drawingml/2006/main">
              <a:ext uri="{FF2B5EF4-FFF2-40B4-BE49-F238E27FC236}">
                <a16:creationId xmlns:a16="http://schemas.microsoft.com/office/drawing/2014/main" id="{91EF1C93-8BED-47C3-B533-BB0FC5482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把教學或研究提示詞升級成可重複、可測試的工作流程。</a:t>
            </a:r>
          </a:p>
        </p:txBody>
      </p:sp>
      <p:sp>
        <p:nvSpPr>
          <p:cNvPr id="18" name="shape-1032">
            <a:extLst xmlns:a="http://schemas.openxmlformats.org/drawingml/2006/main">
              <a:ext uri="{FF2B5EF4-FFF2-40B4-BE49-F238E27FC236}">
                <a16:creationId xmlns:a16="http://schemas.microsoft.com/office/drawing/2014/main" id="{558CADD3-CE69-4B30-8364-E51FEC356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033">
            <a:extLst xmlns:a="http://schemas.openxmlformats.org/drawingml/2006/main">
              <a:ext uri="{FF2B5EF4-FFF2-40B4-BE49-F238E27FC236}">
                <a16:creationId xmlns:a16="http://schemas.microsoft.com/office/drawing/2014/main" id="{8A0AF144-D1B0-4410-8290-82AA7B8DC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034">
            <a:extLst xmlns:a="http://schemas.openxmlformats.org/drawingml/2006/main">
              <a:ext uri="{FF2B5EF4-FFF2-40B4-BE49-F238E27FC236}">
                <a16:creationId xmlns:a16="http://schemas.microsoft.com/office/drawing/2014/main" id="{9FB9B62A-ED4F-4C76-BEAD-AE083F7F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完成資料分析</a:t>
            </a:r>
          </a:p>
        </p:txBody>
      </p:sp>
      <p:sp>
        <p:nvSpPr>
          <p:cNvPr id="21" name="text-1035">
            <a:extLst xmlns:a="http://schemas.openxmlformats.org/drawingml/2006/main">
              <a:ext uri="{FF2B5EF4-FFF2-40B4-BE49-F238E27FC236}">
                <a16:creationId xmlns:a16="http://schemas.microsoft.com/office/drawing/2014/main" id="{436B5B00-2814-4AE0-B0D5-745135669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以合成資料練習選擇題統計、簡答初編與人工複核。</a:t>
            </a:r>
          </a:p>
        </p:txBody>
      </p:sp>
    </p:spTree>
    <p:extLst>
      <p:ext uri="{BB962C8B-B14F-4D97-AF65-F5344CB8AC3E}">
        <p14:creationId xmlns:p14="http://schemas.microsoft.com/office/powerpoint/2010/main" val="4340436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1036">
            <a:extLst xmlns:a="http://schemas.openxmlformats.org/drawingml/2006/main">
              <a:ext uri="{FF2B5EF4-FFF2-40B4-BE49-F238E27FC236}">
                <a16:creationId xmlns:a16="http://schemas.microsoft.com/office/drawing/2014/main" id="{30E3DDCF-08DA-47E4-8685-68A6E01A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8EDB65D-24F2-4556-BEA0-80B1F04A6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 180 分鐘：從操作到可重複流程</a:t>
            </a:r>
          </a:p>
        </p:txBody>
      </p:sp>
      <p:cxnSp>
        <p:nvCxnSpPr>
          <p:cNvPr id="41" name="shape-103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038">
            <a:extLst xmlns:a="http://schemas.openxmlformats.org/drawingml/2006/main">
              <a:ext uri="{FF2B5EF4-FFF2-40B4-BE49-F238E27FC236}">
                <a16:creationId xmlns:a16="http://schemas.microsoft.com/office/drawing/2014/main" id="{E3DA716D-4028-42D1-B7CC-C886FACDB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A3B2B9C-C5A2-48DE-A885-756B2CAE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6" name="shape-1039">
            <a:extLst xmlns:a="http://schemas.openxmlformats.org/drawingml/2006/main">
              <a:ext uri="{FF2B5EF4-FFF2-40B4-BE49-F238E27FC236}">
                <a16:creationId xmlns:a16="http://schemas.microsoft.com/office/drawing/2014/main" id="{F37CEF7B-2434-4E8B-9BB8-28C6A603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10591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hape-1040">
            <a:extLst xmlns:a="http://schemas.openxmlformats.org/drawingml/2006/main">
              <a:ext uri="{FF2B5EF4-FFF2-40B4-BE49-F238E27FC236}">
                <a16:creationId xmlns:a16="http://schemas.microsoft.com/office/drawing/2014/main" id="{4F95D93C-9B16-45D8-9E15-037D38A78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041">
            <a:extLst xmlns:a="http://schemas.openxmlformats.org/drawingml/2006/main">
              <a:ext uri="{FF2B5EF4-FFF2-40B4-BE49-F238E27FC236}">
                <a16:creationId xmlns:a16="http://schemas.microsoft.com/office/drawing/2014/main" id="{CBF72E22-453D-4B2B-B36C-A5134192B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00–20</a:t>
            </a:r>
          </a:p>
        </p:txBody>
      </p:sp>
      <p:sp>
        <p:nvSpPr>
          <p:cNvPr id="9" name="text-1042">
            <a:extLst xmlns:a="http://schemas.openxmlformats.org/drawingml/2006/main">
              <a:ext uri="{FF2B5EF4-FFF2-40B4-BE49-F238E27FC236}">
                <a16:creationId xmlns:a16="http://schemas.microsoft.com/office/drawing/2014/main" id="{4A6F6574-BEF6-4374-BD1F-0A40D6332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觀念</a:t>
            </a:r>
          </a:p>
        </p:txBody>
      </p:sp>
      <p:sp>
        <p:nvSpPr>
          <p:cNvPr id="10" name="text-1043">
            <a:extLst xmlns:a="http://schemas.openxmlformats.org/drawingml/2006/main">
              <a:ext uri="{FF2B5EF4-FFF2-40B4-BE49-F238E27FC236}">
                <a16:creationId xmlns:a16="http://schemas.microsoft.com/office/drawing/2014/main" id="{02B6667D-7899-496B-984B-A2E6F697F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能力與風險</a:t>
            </a:r>
          </a:p>
        </p:txBody>
      </p:sp>
      <p:sp>
        <p:nvSpPr>
          <p:cNvPr id="11" name="shape-1044">
            <a:extLst xmlns:a="http://schemas.openxmlformats.org/drawingml/2006/main">
              <a:ext uri="{FF2B5EF4-FFF2-40B4-BE49-F238E27FC236}">
                <a16:creationId xmlns:a16="http://schemas.microsoft.com/office/drawing/2014/main" id="{EFE89680-9F64-4C2C-A9F0-B84884F57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064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045">
            <a:extLst xmlns:a="http://schemas.openxmlformats.org/drawingml/2006/main">
              <a:ext uri="{FF2B5EF4-FFF2-40B4-BE49-F238E27FC236}">
                <a16:creationId xmlns:a16="http://schemas.microsoft.com/office/drawing/2014/main" id="{879DF38A-45DC-4771-B66C-6AE2701E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614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20–45</a:t>
            </a:r>
          </a:p>
        </p:txBody>
      </p:sp>
      <p:sp>
        <p:nvSpPr>
          <p:cNvPr id="13" name="text-1046">
            <a:extLst xmlns:a="http://schemas.openxmlformats.org/drawingml/2006/main">
              <a:ext uri="{FF2B5EF4-FFF2-40B4-BE49-F238E27FC236}">
                <a16:creationId xmlns:a16="http://schemas.microsoft.com/office/drawing/2014/main" id="{EBD9B2B5-EC85-41BB-9434-E92E5818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5014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14" name="text-1047">
            <a:extLst xmlns:a="http://schemas.openxmlformats.org/drawingml/2006/main">
              <a:ext uri="{FF2B5EF4-FFF2-40B4-BE49-F238E27FC236}">
                <a16:creationId xmlns:a16="http://schemas.microsoft.com/office/drawing/2014/main" id="{F5C70CFE-84BB-4124-B5EC-412B7535D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5014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任務與證據</a:t>
            </a:r>
          </a:p>
        </p:txBody>
      </p:sp>
      <p:sp>
        <p:nvSpPr>
          <p:cNvPr id="15" name="shape-1048">
            <a:extLst xmlns:a="http://schemas.openxmlformats.org/drawingml/2006/main">
              <a:ext uri="{FF2B5EF4-FFF2-40B4-BE49-F238E27FC236}">
                <a16:creationId xmlns:a16="http://schemas.microsoft.com/office/drawing/2014/main" id="{D2D6744B-02FB-45B5-9F56-D0823168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9179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049">
            <a:extLst xmlns:a="http://schemas.openxmlformats.org/drawingml/2006/main">
              <a:ext uri="{FF2B5EF4-FFF2-40B4-BE49-F238E27FC236}">
                <a16:creationId xmlns:a16="http://schemas.microsoft.com/office/drawing/2014/main" id="{5CB9FE22-F42B-4D9C-AB76-26147D9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6729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45–70</a:t>
            </a:r>
          </a:p>
        </p:txBody>
      </p:sp>
      <p:sp>
        <p:nvSpPr>
          <p:cNvPr id="17" name="text-1050">
            <a:extLst xmlns:a="http://schemas.openxmlformats.org/drawingml/2006/main">
              <a:ext uri="{FF2B5EF4-FFF2-40B4-BE49-F238E27FC236}">
                <a16:creationId xmlns:a16="http://schemas.microsoft.com/office/drawing/2014/main" id="{F60209F0-EF64-4825-B497-E78A3901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129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  <p:sp>
        <p:nvSpPr>
          <p:cNvPr id="18" name="text-1051">
            <a:extLst xmlns:a="http://schemas.openxmlformats.org/drawingml/2006/main">
              <a:ext uri="{FF2B5EF4-FFF2-40B4-BE49-F238E27FC236}">
                <a16:creationId xmlns:a16="http://schemas.microsoft.com/office/drawing/2014/main" id="{C5E6511F-73A2-4495-943D-A1538EED9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129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模型與成本</a:t>
            </a:r>
          </a:p>
        </p:txBody>
      </p:sp>
      <p:sp>
        <p:nvSpPr>
          <p:cNvPr id="19" name="shape-1052">
            <a:extLst xmlns:a="http://schemas.openxmlformats.org/drawingml/2006/main">
              <a:ext uri="{FF2B5EF4-FFF2-40B4-BE49-F238E27FC236}">
                <a16:creationId xmlns:a16="http://schemas.microsoft.com/office/drawing/2014/main" id="{58AB85D8-E321-4C6D-B34D-9E82A60DF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2293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053">
            <a:extLst xmlns:a="http://schemas.openxmlformats.org/drawingml/2006/main">
              <a:ext uri="{FF2B5EF4-FFF2-40B4-BE49-F238E27FC236}">
                <a16:creationId xmlns:a16="http://schemas.microsoft.com/office/drawing/2014/main" id="{BDD70BB6-11FE-4E41-BB39-1B209AFDA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843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70–95</a:t>
            </a:r>
          </a:p>
        </p:txBody>
      </p:sp>
      <p:sp>
        <p:nvSpPr>
          <p:cNvPr id="21" name="text-1054">
            <a:extLst xmlns:a="http://schemas.openxmlformats.org/drawingml/2006/main">
              <a:ext uri="{FF2B5EF4-FFF2-40B4-BE49-F238E27FC236}">
                <a16:creationId xmlns:a16="http://schemas.microsoft.com/office/drawing/2014/main" id="{CF8E965E-9746-4746-BC8B-3E12891C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1243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22" name="text-1055">
            <a:extLst xmlns:a="http://schemas.openxmlformats.org/drawingml/2006/main">
              <a:ext uri="{FF2B5EF4-FFF2-40B4-BE49-F238E27FC236}">
                <a16:creationId xmlns:a16="http://schemas.microsoft.com/office/drawing/2014/main" id="{9B81363A-7ECD-4F81-BF94-26B1E9BD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1243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實作工作流</a:t>
            </a:r>
          </a:p>
        </p:txBody>
      </p:sp>
      <p:sp>
        <p:nvSpPr>
          <p:cNvPr id="23" name="shape-1056">
            <a:extLst xmlns:a="http://schemas.openxmlformats.org/drawingml/2006/main">
              <a:ext uri="{FF2B5EF4-FFF2-40B4-BE49-F238E27FC236}">
                <a16:creationId xmlns:a16="http://schemas.microsoft.com/office/drawing/2014/main" id="{7DC7FED0-8C97-4A52-BFA5-44B7C329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5407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1057">
            <a:extLst xmlns:a="http://schemas.openxmlformats.org/drawingml/2006/main">
              <a:ext uri="{FF2B5EF4-FFF2-40B4-BE49-F238E27FC236}">
                <a16:creationId xmlns:a16="http://schemas.microsoft.com/office/drawing/2014/main" id="{23A53ECF-D144-456B-B625-DBFE20485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2957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95–105</a:t>
            </a:r>
          </a:p>
        </p:txBody>
      </p:sp>
      <p:sp>
        <p:nvSpPr>
          <p:cNvPr id="25" name="text-1058">
            <a:extLst xmlns:a="http://schemas.openxmlformats.org/drawingml/2006/main">
              <a:ext uri="{FF2B5EF4-FFF2-40B4-BE49-F238E27FC236}">
                <a16:creationId xmlns:a16="http://schemas.microsoft.com/office/drawing/2014/main" id="{536AD473-205B-45F0-93AC-2ADAE904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4357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6" name="text-1059">
            <a:extLst xmlns:a="http://schemas.openxmlformats.org/drawingml/2006/main">
              <a:ext uri="{FF2B5EF4-FFF2-40B4-BE49-F238E27FC236}">
                <a16:creationId xmlns:a16="http://schemas.microsoft.com/office/drawing/2014/main" id="{0144CE4A-3194-4DE3-A905-95179D666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4357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整理成果</a:t>
            </a:r>
          </a:p>
        </p:txBody>
      </p:sp>
      <p:sp>
        <p:nvSpPr>
          <p:cNvPr id="27" name="shape-1060">
            <a:extLst xmlns:a="http://schemas.openxmlformats.org/drawingml/2006/main">
              <a:ext uri="{FF2B5EF4-FFF2-40B4-BE49-F238E27FC236}">
                <a16:creationId xmlns:a16="http://schemas.microsoft.com/office/drawing/2014/main" id="{43463688-A538-4970-AF20-D299C96CF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8521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1061">
            <a:extLst xmlns:a="http://schemas.openxmlformats.org/drawingml/2006/main">
              <a:ext uri="{FF2B5EF4-FFF2-40B4-BE49-F238E27FC236}">
                <a16:creationId xmlns:a16="http://schemas.microsoft.com/office/drawing/2014/main" id="{B3952A01-22BF-435B-96DC-EA9438EFE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6071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105–140</a:t>
            </a:r>
          </a:p>
        </p:txBody>
      </p:sp>
      <p:sp>
        <p:nvSpPr>
          <p:cNvPr id="29" name="text-1062">
            <a:extLst xmlns:a="http://schemas.openxmlformats.org/drawingml/2006/main">
              <a:ext uri="{FF2B5EF4-FFF2-40B4-BE49-F238E27FC236}">
                <a16:creationId xmlns:a16="http://schemas.microsoft.com/office/drawing/2014/main" id="{0A0E304A-A92F-418B-B252-DC8E8DA1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471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0" name="text-1063">
            <a:extLst xmlns:a="http://schemas.openxmlformats.org/drawingml/2006/main">
              <a:ext uri="{FF2B5EF4-FFF2-40B4-BE49-F238E27FC236}">
                <a16:creationId xmlns:a16="http://schemas.microsoft.com/office/drawing/2014/main" id="{199DA5FE-93AD-448C-976C-702645FD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471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提示詞升級</a:t>
            </a:r>
          </a:p>
        </p:txBody>
      </p:sp>
      <p:sp>
        <p:nvSpPr>
          <p:cNvPr id="31" name="shape-1064">
            <a:extLst xmlns:a="http://schemas.openxmlformats.org/drawingml/2006/main">
              <a:ext uri="{FF2B5EF4-FFF2-40B4-BE49-F238E27FC236}">
                <a16:creationId xmlns:a16="http://schemas.microsoft.com/office/drawing/2014/main" id="{DA9391E8-FF87-4910-A03F-1AF5B69A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636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065">
            <a:extLst xmlns:a="http://schemas.openxmlformats.org/drawingml/2006/main">
              <a:ext uri="{FF2B5EF4-FFF2-40B4-BE49-F238E27FC236}">
                <a16:creationId xmlns:a16="http://schemas.microsoft.com/office/drawing/2014/main" id="{9496B0DA-D858-4952-80A6-BFBE7CA4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186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140–160</a:t>
            </a:r>
          </a:p>
        </p:txBody>
      </p:sp>
      <p:sp>
        <p:nvSpPr>
          <p:cNvPr id="33" name="text-1066">
            <a:extLst xmlns:a="http://schemas.openxmlformats.org/drawingml/2006/main">
              <a:ext uri="{FF2B5EF4-FFF2-40B4-BE49-F238E27FC236}">
                <a16:creationId xmlns:a16="http://schemas.microsoft.com/office/drawing/2014/main" id="{91045BE7-19A7-48CD-8567-0A5FB1DF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0586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學生資料</a:t>
            </a:r>
          </a:p>
        </p:txBody>
      </p:sp>
      <p:sp>
        <p:nvSpPr>
          <p:cNvPr id="34" name="text-1067">
            <a:extLst xmlns:a="http://schemas.openxmlformats.org/drawingml/2006/main">
              <a:ext uri="{FF2B5EF4-FFF2-40B4-BE49-F238E27FC236}">
                <a16:creationId xmlns:a16="http://schemas.microsoft.com/office/drawing/2014/main" id="{2A9A2673-23A5-484A-8F3F-E60D48D6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0586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PIRLS 風格分析</a:t>
            </a:r>
          </a:p>
        </p:txBody>
      </p:sp>
      <p:sp>
        <p:nvSpPr>
          <p:cNvPr id="35" name="shape-1068">
            <a:extLst xmlns:a="http://schemas.openxmlformats.org/drawingml/2006/main">
              <a:ext uri="{FF2B5EF4-FFF2-40B4-BE49-F238E27FC236}">
                <a16:creationId xmlns:a16="http://schemas.microsoft.com/office/drawing/2014/main" id="{9966A123-F6E0-4C5D-AAA8-97CEAE88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text-1069">
            <a:extLst xmlns:a="http://schemas.openxmlformats.org/drawingml/2006/main">
              <a:ext uri="{FF2B5EF4-FFF2-40B4-BE49-F238E27FC236}">
                <a16:creationId xmlns:a16="http://schemas.microsoft.com/office/drawing/2014/main" id="{ED2143B5-76BD-4994-B715-BA5B5C87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160–180</a:t>
            </a:r>
          </a:p>
        </p:txBody>
      </p:sp>
      <p:sp>
        <p:nvSpPr>
          <p:cNvPr id="37" name="text-1070">
            <a:extLst xmlns:a="http://schemas.openxmlformats.org/drawingml/2006/main">
              <a:ext uri="{FF2B5EF4-FFF2-40B4-BE49-F238E27FC236}">
                <a16:creationId xmlns:a16="http://schemas.microsoft.com/office/drawing/2014/main" id="{524D8BCA-33FF-4633-8659-A109E7EF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整合分享</a:t>
            </a:r>
          </a:p>
        </p:txBody>
      </p:sp>
      <p:sp>
        <p:nvSpPr>
          <p:cNvPr id="38" name="text-1071">
            <a:extLst xmlns:a="http://schemas.openxmlformats.org/drawingml/2006/main">
              <a:ext uri="{FF2B5EF4-FFF2-40B4-BE49-F238E27FC236}">
                <a16:creationId xmlns:a16="http://schemas.microsoft.com/office/drawing/2014/main" id="{24396E43-A41E-4FB2-B237-DFA98AFD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可驗證交付</a:t>
            </a:r>
          </a:p>
        </p:txBody>
      </p:sp>
    </p:spTree>
    <p:extLst>
      <p:ext uri="{BB962C8B-B14F-4D97-AF65-F5344CB8AC3E}">
        <p14:creationId xmlns:p14="http://schemas.microsoft.com/office/powerpoint/2010/main" val="15246192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1072">
            <a:extLst xmlns:a="http://schemas.openxmlformats.org/drawingml/2006/main">
              <a:ext uri="{FF2B5EF4-FFF2-40B4-BE49-F238E27FC236}">
                <a16:creationId xmlns:a16="http://schemas.microsoft.com/office/drawing/2014/main" id="{B9E6C3CA-1423-4F4B-8377-6EC14DC3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CAPABILITY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501F641-347C-413C-8B32-1095CE846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對話、助理、Agent：差別在能否推進工作</a:t>
            </a:r>
          </a:p>
        </p:txBody>
      </p:sp>
      <p:cxnSp>
        <p:nvCxnSpPr>
          <p:cNvPr id="32" name="shape-107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074">
            <a:extLst xmlns:a="http://schemas.openxmlformats.org/drawingml/2006/main">
              <a:ext uri="{FF2B5EF4-FFF2-40B4-BE49-F238E27FC236}">
                <a16:creationId xmlns:a16="http://schemas.microsoft.com/office/drawing/2014/main" id="{C5BD7068-9005-43DB-BB03-71E2797A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D82054F-9F72-49EF-B4DE-166054FA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1075">
            <a:extLst xmlns:a="http://schemas.openxmlformats.org/drawingml/2006/main">
              <a:ext uri="{FF2B5EF4-FFF2-40B4-BE49-F238E27FC236}">
                <a16:creationId xmlns:a16="http://schemas.microsoft.com/office/drawing/2014/main" id="{339E8D05-4997-4501-9AE4-9F1AC137D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076">
            <a:extLst xmlns:a="http://schemas.openxmlformats.org/drawingml/2006/main">
              <a:ext uri="{FF2B5EF4-FFF2-40B4-BE49-F238E27FC236}">
                <a16:creationId xmlns:a16="http://schemas.microsoft.com/office/drawing/2014/main" id="{B90DC486-27DF-4B07-B060-95DFFF98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077">
            <a:extLst xmlns:a="http://schemas.openxmlformats.org/drawingml/2006/main">
              <a:ext uri="{FF2B5EF4-FFF2-40B4-BE49-F238E27FC236}">
                <a16:creationId xmlns:a16="http://schemas.microsoft.com/office/drawing/2014/main" id="{58191C4F-712C-4746-BBF3-21014C8C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078">
            <a:extLst xmlns:a="http://schemas.openxmlformats.org/drawingml/2006/main">
              <a:ext uri="{FF2B5EF4-FFF2-40B4-BE49-F238E27FC236}">
                <a16:creationId xmlns:a16="http://schemas.microsoft.com/office/drawing/2014/main" id="{C2B1731B-157D-44C1-9388-50A2DC99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對話</a:t>
            </a:r>
          </a:p>
        </p:txBody>
      </p:sp>
      <p:sp>
        <p:nvSpPr>
          <p:cNvPr id="10" name="text-1079">
            <a:extLst xmlns:a="http://schemas.openxmlformats.org/drawingml/2006/main">
              <a:ext uri="{FF2B5EF4-FFF2-40B4-BE49-F238E27FC236}">
                <a16:creationId xmlns:a16="http://schemas.microsoft.com/office/drawing/2014/main" id="{9212CAED-445C-4733-87AA-78ABE605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回答、解釋、發想</a:t>
            </a:r>
          </a:p>
        </p:txBody>
      </p:sp>
      <p:sp>
        <p:nvSpPr>
          <p:cNvPr id="11" name="text-1080">
            <a:extLst xmlns:a="http://schemas.openxmlformats.org/drawingml/2006/main">
              <a:ext uri="{FF2B5EF4-FFF2-40B4-BE49-F238E27FC236}">
                <a16:creationId xmlns:a16="http://schemas.microsoft.com/office/drawing/2014/main" id="{BD3BA549-1E68-46FB-A92D-7A10ADD2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081">
            <a:extLst xmlns:a="http://schemas.openxmlformats.org/drawingml/2006/main">
              <a:ext uri="{FF2B5EF4-FFF2-40B4-BE49-F238E27FC236}">
                <a16:creationId xmlns:a16="http://schemas.microsoft.com/office/drawing/2014/main" id="{6ACC8223-CAF8-4B55-9C2F-3B0A0900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082">
            <a:extLst xmlns:a="http://schemas.openxmlformats.org/drawingml/2006/main">
              <a:ext uri="{FF2B5EF4-FFF2-40B4-BE49-F238E27FC236}">
                <a16:creationId xmlns:a16="http://schemas.microsoft.com/office/drawing/2014/main" id="{394C1C56-C4DB-4905-9230-365A9AC4F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083">
            <a:extLst xmlns:a="http://schemas.openxmlformats.org/drawingml/2006/main">
              <a:ext uri="{FF2B5EF4-FFF2-40B4-BE49-F238E27FC236}">
                <a16:creationId xmlns:a16="http://schemas.microsoft.com/office/drawing/2014/main" id="{825CF87F-BFCA-4235-86F2-C071B1C1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084">
            <a:extLst xmlns:a="http://schemas.openxmlformats.org/drawingml/2006/main">
              <a:ext uri="{FF2B5EF4-FFF2-40B4-BE49-F238E27FC236}">
                <a16:creationId xmlns:a16="http://schemas.microsoft.com/office/drawing/2014/main" id="{28131273-EB02-4D33-A852-171DE557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助理</a:t>
            </a:r>
          </a:p>
        </p:txBody>
      </p:sp>
      <p:sp>
        <p:nvSpPr>
          <p:cNvPr id="16" name="text-1085">
            <a:extLst xmlns:a="http://schemas.openxmlformats.org/drawingml/2006/main">
              <a:ext uri="{FF2B5EF4-FFF2-40B4-BE49-F238E27FC236}">
                <a16:creationId xmlns:a16="http://schemas.microsoft.com/office/drawing/2014/main" id="{664D13E1-FA72-4FA6-B813-F5EA519C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固定角色與格式</a:t>
            </a:r>
          </a:p>
        </p:txBody>
      </p:sp>
      <p:sp>
        <p:nvSpPr>
          <p:cNvPr id="17" name="text-1086">
            <a:extLst xmlns:a="http://schemas.openxmlformats.org/drawingml/2006/main">
              <a:ext uri="{FF2B5EF4-FFF2-40B4-BE49-F238E27FC236}">
                <a16:creationId xmlns:a16="http://schemas.microsoft.com/office/drawing/2014/main" id="{00882681-4741-4F0A-951A-1D571DB1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087">
            <a:extLst xmlns:a="http://schemas.openxmlformats.org/drawingml/2006/main">
              <a:ext uri="{FF2B5EF4-FFF2-40B4-BE49-F238E27FC236}">
                <a16:creationId xmlns:a16="http://schemas.microsoft.com/office/drawing/2014/main" id="{CD18347D-F3C9-483B-BCBA-CB8884CD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088">
            <a:extLst xmlns:a="http://schemas.openxmlformats.org/drawingml/2006/main">
              <a:ext uri="{FF2B5EF4-FFF2-40B4-BE49-F238E27FC236}">
                <a16:creationId xmlns:a16="http://schemas.microsoft.com/office/drawing/2014/main" id="{5CE71CF2-BD63-4067-B5F3-3CAC61289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089">
            <a:extLst xmlns:a="http://schemas.openxmlformats.org/drawingml/2006/main">
              <a:ext uri="{FF2B5EF4-FFF2-40B4-BE49-F238E27FC236}">
                <a16:creationId xmlns:a16="http://schemas.microsoft.com/office/drawing/2014/main" id="{35B8BEA3-15FE-4F27-85B6-7C8021E3D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090">
            <a:extLst xmlns:a="http://schemas.openxmlformats.org/drawingml/2006/main">
              <a:ext uri="{FF2B5EF4-FFF2-40B4-BE49-F238E27FC236}">
                <a16:creationId xmlns:a16="http://schemas.microsoft.com/office/drawing/2014/main" id="{040BF37F-E087-4C1B-9D61-1D68BD71A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</a:t>
            </a:r>
          </a:p>
        </p:txBody>
      </p:sp>
      <p:sp>
        <p:nvSpPr>
          <p:cNvPr id="22" name="text-1091">
            <a:extLst xmlns:a="http://schemas.openxmlformats.org/drawingml/2006/main">
              <a:ext uri="{FF2B5EF4-FFF2-40B4-BE49-F238E27FC236}">
                <a16:creationId xmlns:a16="http://schemas.microsoft.com/office/drawing/2014/main" id="{2958BA5C-4839-449C-AC65-ED6C63C7C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讀取環境、規劃、使用工具</a:t>
            </a:r>
          </a:p>
        </p:txBody>
      </p:sp>
      <p:sp>
        <p:nvSpPr>
          <p:cNvPr id="23" name="text-1092">
            <a:extLst xmlns:a="http://schemas.openxmlformats.org/drawingml/2006/main">
              <a:ext uri="{FF2B5EF4-FFF2-40B4-BE49-F238E27FC236}">
                <a16:creationId xmlns:a16="http://schemas.microsoft.com/office/drawing/2014/main" id="{D3223B6A-318C-4C12-A937-389C3BB2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093">
            <a:extLst xmlns:a="http://schemas.openxmlformats.org/drawingml/2006/main">
              <a:ext uri="{FF2B5EF4-FFF2-40B4-BE49-F238E27FC236}">
                <a16:creationId xmlns:a16="http://schemas.microsoft.com/office/drawing/2014/main" id="{3D87F122-4465-4458-8B50-88CFFEFA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094">
            <a:extLst xmlns:a="http://schemas.openxmlformats.org/drawingml/2006/main">
              <a:ext uri="{FF2B5EF4-FFF2-40B4-BE49-F238E27FC236}">
                <a16:creationId xmlns:a16="http://schemas.microsoft.com/office/drawing/2014/main" id="{E831E45D-B437-440E-85B4-C36A213A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095">
            <a:extLst xmlns:a="http://schemas.openxmlformats.org/drawingml/2006/main">
              <a:ext uri="{FF2B5EF4-FFF2-40B4-BE49-F238E27FC236}">
                <a16:creationId xmlns:a16="http://schemas.microsoft.com/office/drawing/2014/main" id="{1841D2F9-AE30-4467-ADB8-93E637808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096">
            <a:extLst xmlns:a="http://schemas.openxmlformats.org/drawingml/2006/main">
              <a:ext uri="{FF2B5EF4-FFF2-40B4-BE49-F238E27FC236}">
                <a16:creationId xmlns:a16="http://schemas.microsoft.com/office/drawing/2014/main" id="{0AE09FE7-0804-4D77-BBEA-F94622282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可信 Agent</a:t>
            </a:r>
          </a:p>
        </p:txBody>
      </p:sp>
      <p:sp>
        <p:nvSpPr>
          <p:cNvPr id="28" name="text-1097">
            <a:extLst xmlns:a="http://schemas.openxmlformats.org/drawingml/2006/main">
              <a:ext uri="{FF2B5EF4-FFF2-40B4-BE49-F238E27FC236}">
                <a16:creationId xmlns:a16="http://schemas.microsoft.com/office/drawing/2014/main" id="{686526B0-7795-4322-82B5-756B74AB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驗證結果、回報限制、等待授權</a:t>
            </a:r>
          </a:p>
        </p:txBody>
      </p:sp>
      <p:sp>
        <p:nvSpPr>
          <p:cNvPr id="29" name="text-1098">
            <a:extLst xmlns:a="http://schemas.openxmlformats.org/drawingml/2006/main">
              <a:ext uri="{FF2B5EF4-FFF2-40B4-BE49-F238E27FC236}">
                <a16:creationId xmlns:a16="http://schemas.microsoft.com/office/drawing/2014/main" id="{3A38A47E-44CD-44C5-868E-717AB7656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20716112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099">
            <a:extLst xmlns:a="http://schemas.openxmlformats.org/drawingml/2006/main">
              <a:ext uri="{FF2B5EF4-FFF2-40B4-BE49-F238E27FC236}">
                <a16:creationId xmlns:a16="http://schemas.microsoft.com/office/drawing/2014/main" id="{D56F427D-AF8F-4CE8-96F3-94A53ECC6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C833E58-8693-4502-B7BA-4769EDD5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五步循環：完成，不是只產生</a:t>
            </a:r>
          </a:p>
        </p:txBody>
      </p:sp>
      <p:cxnSp>
        <p:nvCxnSpPr>
          <p:cNvPr id="38" name="shape-110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101">
            <a:extLst xmlns:a="http://schemas.openxmlformats.org/drawingml/2006/main">
              <a:ext uri="{FF2B5EF4-FFF2-40B4-BE49-F238E27FC236}">
                <a16:creationId xmlns:a16="http://schemas.microsoft.com/office/drawing/2014/main" id="{B929968E-C028-43A5-8EE3-ED0C8E45F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618920F-E9F9-476A-89F1-82B51F4CF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1102">
            <a:extLst xmlns:a="http://schemas.openxmlformats.org/drawingml/2006/main">
              <a:ext uri="{FF2B5EF4-FFF2-40B4-BE49-F238E27FC236}">
                <a16:creationId xmlns:a16="http://schemas.microsoft.com/office/drawing/2014/main" id="{AC5ED385-9C57-466D-A96B-810F4C8F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103">
            <a:extLst xmlns:a="http://schemas.openxmlformats.org/drawingml/2006/main">
              <a:ext uri="{FF2B5EF4-FFF2-40B4-BE49-F238E27FC236}">
                <a16:creationId xmlns:a16="http://schemas.microsoft.com/office/drawing/2014/main" id="{14E913B0-9481-4493-ACB6-3A9317DB6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104">
            <a:extLst xmlns:a="http://schemas.openxmlformats.org/drawingml/2006/main">
              <a:ext uri="{FF2B5EF4-FFF2-40B4-BE49-F238E27FC236}">
                <a16:creationId xmlns:a16="http://schemas.microsoft.com/office/drawing/2014/main" id="{9A0F3599-2040-46DB-9BD8-E40FC588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105">
            <a:extLst xmlns:a="http://schemas.openxmlformats.org/drawingml/2006/main">
              <a:ext uri="{FF2B5EF4-FFF2-40B4-BE49-F238E27FC236}">
                <a16:creationId xmlns:a16="http://schemas.microsoft.com/office/drawing/2014/main" id="{3B2BBF11-6E8F-4FAB-8A5D-48DC7F94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10" name="text-1106">
            <a:extLst xmlns:a="http://schemas.openxmlformats.org/drawingml/2006/main">
              <a:ext uri="{FF2B5EF4-FFF2-40B4-BE49-F238E27FC236}">
                <a16:creationId xmlns:a16="http://schemas.microsoft.com/office/drawing/2014/main" id="{B4978BCE-E647-483E-9381-8A2F2D4C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確認目標與環境</a:t>
            </a:r>
          </a:p>
        </p:txBody>
      </p:sp>
      <p:sp>
        <p:nvSpPr>
          <p:cNvPr id="11" name="text-1107">
            <a:extLst xmlns:a="http://schemas.openxmlformats.org/drawingml/2006/main">
              <a:ext uri="{FF2B5EF4-FFF2-40B4-BE49-F238E27FC236}">
                <a16:creationId xmlns:a16="http://schemas.microsoft.com/office/drawing/2014/main" id="{3E959601-0F32-4E9F-BADC-AAF0184DE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108">
            <a:extLst xmlns:a="http://schemas.openxmlformats.org/drawingml/2006/main">
              <a:ext uri="{FF2B5EF4-FFF2-40B4-BE49-F238E27FC236}">
                <a16:creationId xmlns:a16="http://schemas.microsoft.com/office/drawing/2014/main" id="{003AE131-26A8-46FE-92FA-74341BFE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109">
            <a:extLst xmlns:a="http://schemas.openxmlformats.org/drawingml/2006/main">
              <a:ext uri="{FF2B5EF4-FFF2-40B4-BE49-F238E27FC236}">
                <a16:creationId xmlns:a16="http://schemas.microsoft.com/office/drawing/2014/main" id="{704149F3-B409-4900-9494-129944BC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110">
            <a:extLst xmlns:a="http://schemas.openxmlformats.org/drawingml/2006/main">
              <a:ext uri="{FF2B5EF4-FFF2-40B4-BE49-F238E27FC236}">
                <a16:creationId xmlns:a16="http://schemas.microsoft.com/office/drawing/2014/main" id="{F005BE3B-C106-4BA7-8098-4B335252E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111">
            <a:extLst xmlns:a="http://schemas.openxmlformats.org/drawingml/2006/main">
              <a:ext uri="{FF2B5EF4-FFF2-40B4-BE49-F238E27FC236}">
                <a16:creationId xmlns:a16="http://schemas.microsoft.com/office/drawing/2014/main" id="{676116C0-815D-48FD-A5B4-CA3E3692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規劃</a:t>
            </a:r>
          </a:p>
        </p:txBody>
      </p:sp>
      <p:sp>
        <p:nvSpPr>
          <p:cNvPr id="16" name="text-1112">
            <a:extLst xmlns:a="http://schemas.openxmlformats.org/drawingml/2006/main">
              <a:ext uri="{FF2B5EF4-FFF2-40B4-BE49-F238E27FC236}">
                <a16:creationId xmlns:a16="http://schemas.microsoft.com/office/drawing/2014/main" id="{C8D2A72A-4ED5-44CC-98EA-4232B164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拆解步驟與風險</a:t>
            </a:r>
          </a:p>
        </p:txBody>
      </p:sp>
      <p:sp>
        <p:nvSpPr>
          <p:cNvPr id="17" name="text-1113">
            <a:extLst xmlns:a="http://schemas.openxmlformats.org/drawingml/2006/main">
              <a:ext uri="{FF2B5EF4-FFF2-40B4-BE49-F238E27FC236}">
                <a16:creationId xmlns:a16="http://schemas.microsoft.com/office/drawing/2014/main" id="{EAC85DCA-33D5-4E8A-9962-2988D0CB8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114">
            <a:extLst xmlns:a="http://schemas.openxmlformats.org/drawingml/2006/main">
              <a:ext uri="{FF2B5EF4-FFF2-40B4-BE49-F238E27FC236}">
                <a16:creationId xmlns:a16="http://schemas.microsoft.com/office/drawing/2014/main" id="{E4F83AF9-C27A-4582-9309-6D78F233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115">
            <a:extLst xmlns:a="http://schemas.openxmlformats.org/drawingml/2006/main">
              <a:ext uri="{FF2B5EF4-FFF2-40B4-BE49-F238E27FC236}">
                <a16:creationId xmlns:a16="http://schemas.microsoft.com/office/drawing/2014/main" id="{A61CD436-CBD4-4FCD-A4BA-76711303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116">
            <a:extLst xmlns:a="http://schemas.openxmlformats.org/drawingml/2006/main">
              <a:ext uri="{FF2B5EF4-FFF2-40B4-BE49-F238E27FC236}">
                <a16:creationId xmlns:a16="http://schemas.microsoft.com/office/drawing/2014/main" id="{8F86DB40-5C1E-49F2-80CE-0356985A1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117">
            <a:extLst xmlns:a="http://schemas.openxmlformats.org/drawingml/2006/main">
              <a:ext uri="{FF2B5EF4-FFF2-40B4-BE49-F238E27FC236}">
                <a16:creationId xmlns:a16="http://schemas.microsoft.com/office/drawing/2014/main" id="{7B5AA34B-3D6E-46EE-B3DA-D50394081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執行</a:t>
            </a:r>
          </a:p>
        </p:txBody>
      </p:sp>
      <p:sp>
        <p:nvSpPr>
          <p:cNvPr id="22" name="text-1118">
            <a:extLst xmlns:a="http://schemas.openxmlformats.org/drawingml/2006/main">
              <a:ext uri="{FF2B5EF4-FFF2-40B4-BE49-F238E27FC236}">
                <a16:creationId xmlns:a16="http://schemas.microsoft.com/office/drawing/2014/main" id="{CCA895E6-DF20-4EDC-802C-7E42E6C5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讀檔、寫檔、使用工具</a:t>
            </a:r>
          </a:p>
        </p:txBody>
      </p:sp>
      <p:sp>
        <p:nvSpPr>
          <p:cNvPr id="23" name="text-1119">
            <a:extLst xmlns:a="http://schemas.openxmlformats.org/drawingml/2006/main">
              <a:ext uri="{FF2B5EF4-FFF2-40B4-BE49-F238E27FC236}">
                <a16:creationId xmlns:a16="http://schemas.microsoft.com/office/drawing/2014/main" id="{A91286FB-C149-4DAB-92FA-D5323DAD2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120">
            <a:extLst xmlns:a="http://schemas.openxmlformats.org/drawingml/2006/main">
              <a:ext uri="{FF2B5EF4-FFF2-40B4-BE49-F238E27FC236}">
                <a16:creationId xmlns:a16="http://schemas.microsoft.com/office/drawing/2014/main" id="{F35667E9-7B1D-4035-8E73-95D4967F8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121">
            <a:extLst xmlns:a="http://schemas.openxmlformats.org/drawingml/2006/main">
              <a:ext uri="{FF2B5EF4-FFF2-40B4-BE49-F238E27FC236}">
                <a16:creationId xmlns:a16="http://schemas.microsoft.com/office/drawing/2014/main" id="{233D0208-C3F9-47CC-954D-8C1AC028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122">
            <a:extLst xmlns:a="http://schemas.openxmlformats.org/drawingml/2006/main">
              <a:ext uri="{FF2B5EF4-FFF2-40B4-BE49-F238E27FC236}">
                <a16:creationId xmlns:a16="http://schemas.microsoft.com/office/drawing/2014/main" id="{601D7235-5505-4B70-8757-4E95FEB8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123">
            <a:extLst xmlns:a="http://schemas.openxmlformats.org/drawingml/2006/main">
              <a:ext uri="{FF2B5EF4-FFF2-40B4-BE49-F238E27FC236}">
                <a16:creationId xmlns:a16="http://schemas.microsoft.com/office/drawing/2014/main" id="{9B7B80C1-2384-4E95-8A48-11E4EDB8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驗證</a:t>
            </a:r>
          </a:p>
        </p:txBody>
      </p:sp>
      <p:sp>
        <p:nvSpPr>
          <p:cNvPr id="28" name="text-1124">
            <a:extLst xmlns:a="http://schemas.openxmlformats.org/drawingml/2006/main">
              <a:ext uri="{FF2B5EF4-FFF2-40B4-BE49-F238E27FC236}">
                <a16:creationId xmlns:a16="http://schemas.microsoft.com/office/drawing/2014/main" id="{18F0063D-A3EC-49A8-ACE5-07DF2EA14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測試、畫面、差異</a:t>
            </a:r>
          </a:p>
        </p:txBody>
      </p:sp>
      <p:sp>
        <p:nvSpPr>
          <p:cNvPr id="29" name="text-1125">
            <a:extLst xmlns:a="http://schemas.openxmlformats.org/drawingml/2006/main">
              <a:ext uri="{FF2B5EF4-FFF2-40B4-BE49-F238E27FC236}">
                <a16:creationId xmlns:a16="http://schemas.microsoft.com/office/drawing/2014/main" id="{BC6348E7-4692-483C-94E1-752FFED1F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126">
            <a:extLst xmlns:a="http://schemas.openxmlformats.org/drawingml/2006/main">
              <a:ext uri="{FF2B5EF4-FFF2-40B4-BE49-F238E27FC236}">
                <a16:creationId xmlns:a16="http://schemas.microsoft.com/office/drawing/2014/main" id="{198CFD40-7A35-43F1-A71F-5CFCA0D3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1127">
            <a:extLst xmlns:a="http://schemas.openxmlformats.org/drawingml/2006/main">
              <a:ext uri="{FF2B5EF4-FFF2-40B4-BE49-F238E27FC236}">
                <a16:creationId xmlns:a16="http://schemas.microsoft.com/office/drawing/2014/main" id="{082ADEE5-DF15-42A3-81C8-76BD219F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128">
            <a:extLst xmlns:a="http://schemas.openxmlformats.org/drawingml/2006/main">
              <a:ext uri="{FF2B5EF4-FFF2-40B4-BE49-F238E27FC236}">
                <a16:creationId xmlns:a16="http://schemas.microsoft.com/office/drawing/2014/main" id="{C75BF9E9-8500-43A2-A25C-D4D0D26C0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129">
            <a:extLst xmlns:a="http://schemas.openxmlformats.org/drawingml/2006/main">
              <a:ext uri="{FF2B5EF4-FFF2-40B4-BE49-F238E27FC236}">
                <a16:creationId xmlns:a16="http://schemas.microsoft.com/office/drawing/2014/main" id="{98509B44-88ED-4798-A943-03BA5528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1130">
            <a:extLst xmlns:a="http://schemas.openxmlformats.org/drawingml/2006/main">
              <a:ext uri="{FF2B5EF4-FFF2-40B4-BE49-F238E27FC236}">
                <a16:creationId xmlns:a16="http://schemas.microsoft.com/office/drawing/2014/main" id="{19F11D9A-4859-4904-9FF9-4F3DC0B18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成果、限制、下一步</a:t>
            </a:r>
          </a:p>
        </p:txBody>
      </p:sp>
      <p:sp>
        <p:nvSpPr>
          <p:cNvPr id="35" name="text-1131">
            <a:extLst xmlns:a="http://schemas.openxmlformats.org/drawingml/2006/main">
              <a:ext uri="{FF2B5EF4-FFF2-40B4-BE49-F238E27FC236}">
                <a16:creationId xmlns:a16="http://schemas.microsoft.com/office/drawing/2014/main" id="{7A4771B9-002F-440A-9933-D1606C4D8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21190857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132">
            <a:extLst xmlns:a="http://schemas.openxmlformats.org/drawingml/2006/main">
              <a:ext uri="{FF2B5EF4-FFF2-40B4-BE49-F238E27FC236}">
                <a16:creationId xmlns:a16="http://schemas.microsoft.com/office/drawing/2014/main" id="{E90CBCBD-FF5A-4AC5-A799-1A3CD5BC0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WHY AGENTS NOW · OPENCLAW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F160BAC-86CF-416B-9C55-FF57D822A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為什麼 Agent 會紅起來？從 OpenClaw 看見「長了手腳」</a:t>
            </a:r>
          </a:p>
        </p:txBody>
      </p:sp>
      <p:cxnSp>
        <p:nvCxnSpPr>
          <p:cNvPr id="30" name="shape-113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134">
            <a:extLst xmlns:a="http://schemas.openxmlformats.org/drawingml/2006/main">
              <a:ext uri="{FF2B5EF4-FFF2-40B4-BE49-F238E27FC236}">
                <a16:creationId xmlns:a16="http://schemas.microsoft.com/office/drawing/2014/main" id="{C0F12E3A-F8BE-46CA-BA8C-55B8B6E1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9112A18-F0A4-4DF7-A6D2-BEA78E03D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1135">
            <a:extLst xmlns:a="http://schemas.openxmlformats.org/drawingml/2006/main">
              <a:ext uri="{FF2B5EF4-FFF2-40B4-BE49-F238E27FC236}">
                <a16:creationId xmlns:a16="http://schemas.microsoft.com/office/drawing/2014/main" id="{9806D5D3-5FAD-4450-985D-B8C16D62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136">
            <a:extLst xmlns:a="http://schemas.openxmlformats.org/drawingml/2006/main">
              <a:ext uri="{FF2B5EF4-FFF2-40B4-BE49-F238E27FC236}">
                <a16:creationId xmlns:a16="http://schemas.microsoft.com/office/drawing/2014/main" id="{54E75151-CCA0-4DC5-B958-3D93C7E3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137">
            <a:extLst xmlns:a="http://schemas.openxmlformats.org/drawingml/2006/main">
              <a:ext uri="{FF2B5EF4-FFF2-40B4-BE49-F238E27FC236}">
                <a16:creationId xmlns:a16="http://schemas.microsoft.com/office/drawing/2014/main" id="{1EDE0AD7-8E36-4891-86D5-CEC194A5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聊天機器人的邊界</a:t>
            </a:r>
          </a:p>
        </p:txBody>
      </p:sp>
      <p:sp>
        <p:nvSpPr>
          <p:cNvPr id="9" name="text-1138">
            <a:extLst xmlns:a="http://schemas.openxmlformats.org/drawingml/2006/main">
              <a:ext uri="{FF2B5EF4-FFF2-40B4-BE49-F238E27FC236}">
                <a16:creationId xmlns:a16="http://schemas.microsoft.com/office/drawing/2014/main" id="{73F7642E-FA6B-464C-9793-690533FC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原本以為 AI 只會回答、摘要與生成文字；Agent 開始接手的是「做事」。</a:t>
            </a:r>
          </a:p>
        </p:txBody>
      </p:sp>
      <p:sp>
        <p:nvSpPr>
          <p:cNvPr id="10" name="shape-1139">
            <a:extLst xmlns:a="http://schemas.openxmlformats.org/drawingml/2006/main">
              <a:ext uri="{FF2B5EF4-FFF2-40B4-BE49-F238E27FC236}">
                <a16:creationId xmlns:a16="http://schemas.microsoft.com/office/drawing/2014/main" id="{4E2E12DD-AA70-4F01-908A-71E77F3F9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140">
            <a:extLst xmlns:a="http://schemas.openxmlformats.org/drawingml/2006/main">
              <a:ext uri="{FF2B5EF4-FFF2-40B4-BE49-F238E27FC236}">
                <a16:creationId xmlns:a16="http://schemas.microsoft.com/office/drawing/2014/main" id="{F3E56EF0-BF55-4338-B640-EC6EFA8B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141">
            <a:extLst xmlns:a="http://schemas.openxmlformats.org/drawingml/2006/main">
              <a:ext uri="{FF2B5EF4-FFF2-40B4-BE49-F238E27FC236}">
                <a16:creationId xmlns:a16="http://schemas.microsoft.com/office/drawing/2014/main" id="{E65ACBAD-2037-4901-A1E4-631107E2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OpenClaw 的觸發</a:t>
            </a:r>
          </a:p>
        </p:txBody>
      </p:sp>
      <p:sp>
        <p:nvSpPr>
          <p:cNvPr id="13" name="text-1142">
            <a:extLst xmlns:a="http://schemas.openxmlformats.org/drawingml/2006/main">
              <a:ext uri="{FF2B5EF4-FFF2-40B4-BE49-F238E27FC236}">
                <a16:creationId xmlns:a16="http://schemas.microsoft.com/office/drawing/2014/main" id="{B44E1C7C-5FC9-48C1-B3C5-023C52C70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2026 年初 OpenClaw（小龍蝦）受到高度關注，讓更多人直觀看到模型可以連到裝置、工具與訊息渠道。</a:t>
            </a:r>
          </a:p>
        </p:txBody>
      </p:sp>
      <p:sp>
        <p:nvSpPr>
          <p:cNvPr id="14" name="shape-1143">
            <a:extLst xmlns:a="http://schemas.openxmlformats.org/drawingml/2006/main">
              <a:ext uri="{FF2B5EF4-FFF2-40B4-BE49-F238E27FC236}">
                <a16:creationId xmlns:a16="http://schemas.microsoft.com/office/drawing/2014/main" id="{82B73382-FB0E-4F2B-BF77-970291240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144">
            <a:extLst xmlns:a="http://schemas.openxmlformats.org/drawingml/2006/main">
              <a:ext uri="{FF2B5EF4-FFF2-40B4-BE49-F238E27FC236}">
                <a16:creationId xmlns:a16="http://schemas.microsoft.com/office/drawing/2014/main" id="{E2E4507D-21D3-4EEC-9BFD-E186ED080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145">
            <a:extLst xmlns:a="http://schemas.openxmlformats.org/drawingml/2006/main">
              <a:ext uri="{FF2B5EF4-FFF2-40B4-BE49-F238E27FC236}">
                <a16:creationId xmlns:a16="http://schemas.microsoft.com/office/drawing/2014/main" id="{F7FDFE14-739B-4F13-8BEF-72E5C6933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手腳是工具鏈</a:t>
            </a:r>
          </a:p>
        </p:txBody>
      </p:sp>
      <p:sp>
        <p:nvSpPr>
          <p:cNvPr id="17" name="text-1146">
            <a:extLst xmlns:a="http://schemas.openxmlformats.org/drawingml/2006/main">
              <a:ext uri="{FF2B5EF4-FFF2-40B4-BE49-F238E27FC236}">
                <a16:creationId xmlns:a16="http://schemas.microsoft.com/office/drawing/2014/main" id="{0B41A197-30DA-43FF-BABB-99522B93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透過 MCP、CLI、瀏覽器、檔案與主機工具，Agent 能讀取環境、呼叫軟體、執行命令並回報結果。</a:t>
            </a:r>
          </a:p>
        </p:txBody>
      </p:sp>
      <p:sp>
        <p:nvSpPr>
          <p:cNvPr id="18" name="shape-1147">
            <a:extLst xmlns:a="http://schemas.openxmlformats.org/drawingml/2006/main">
              <a:ext uri="{FF2B5EF4-FFF2-40B4-BE49-F238E27FC236}">
                <a16:creationId xmlns:a16="http://schemas.microsoft.com/office/drawing/2014/main" id="{AEFB3094-2FA5-45AD-84AF-EE7114D93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148">
            <a:extLst xmlns:a="http://schemas.openxmlformats.org/drawingml/2006/main">
              <a:ext uri="{FF2B5EF4-FFF2-40B4-BE49-F238E27FC236}">
                <a16:creationId xmlns:a16="http://schemas.microsoft.com/office/drawing/2014/main" id="{88EC1727-7929-43A0-9345-8A7BD29C0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149">
            <a:extLst xmlns:a="http://schemas.openxmlformats.org/drawingml/2006/main">
              <a:ext uri="{FF2B5EF4-FFF2-40B4-BE49-F238E27FC236}">
                <a16:creationId xmlns:a16="http://schemas.microsoft.com/office/drawing/2014/main" id="{8486F437-C57D-498D-9C56-04D9E537B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產業共同轉向</a:t>
            </a:r>
          </a:p>
        </p:txBody>
      </p:sp>
      <p:sp>
        <p:nvSpPr>
          <p:cNvPr id="21" name="text-1150">
            <a:extLst xmlns:a="http://schemas.openxmlformats.org/drawingml/2006/main">
              <a:ext uri="{FF2B5EF4-FFF2-40B4-BE49-F238E27FC236}">
                <a16:creationId xmlns:a16="http://schemas.microsoft.com/office/drawing/2014/main" id="{FFBCCB71-E3D3-4C18-A423-CE6373B2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OpenAI、Anthropic、Google 都把工具呼叫、電腦使用與 Agent 工作流推到前線；OpenClaw 讓這條路變得具體可感。</a:t>
            </a:r>
          </a:p>
        </p:txBody>
      </p:sp>
      <p:sp>
        <p:nvSpPr>
          <p:cNvPr id="22" name="text-2081">
            <a:extLst xmlns:a="http://schemas.openxmlformats.org/drawingml/2006/main">
              <a:ext uri="{FF2B5EF4-FFF2-40B4-BE49-F238E27FC236}">
                <a16:creationId xmlns:a16="http://schemas.microsoft.com/office/drawing/2014/main" id="{A04B455E-230F-4275-BB81-A33FEB86A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ddda20013e843af"/>
              </a:rPr>
              <a:t>OpenClaw 官方網站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25dda03806b470b"/>
              </a:rPr>
              <a:t>OpenClaw GitHub ↗</a:t>
            </a:r>
          </a:p>
        </p:txBody>
      </p:sp>
      <p:sp>
        <p:nvSpPr>
          <p:cNvPr id="23" name="shape-2122">
            <a:extLst xmlns:a="http://schemas.openxmlformats.org/drawingml/2006/main">
              <a:ext uri="{FF2B5EF4-FFF2-40B4-BE49-F238E27FC236}">
                <a16:creationId xmlns:a16="http://schemas.microsoft.com/office/drawing/2014/main" id="{5D71587A-9CE3-44C4-B76B-E4DB67DC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80262a0da2431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2123">
            <a:extLst xmlns:a="http://schemas.openxmlformats.org/drawingml/2006/main">
              <a:ext uri="{FF2B5EF4-FFF2-40B4-BE49-F238E27FC236}">
                <a16:creationId xmlns:a16="http://schemas.microsoft.com/office/drawing/2014/main" id="{1B895548-9ED6-4317-9B6A-9C0DC2BF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OpenClaw 官方網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9c22eff66348d9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2124">
            <a:extLst xmlns:a="http://schemas.openxmlformats.org/drawingml/2006/main">
              <a:ext uri="{FF2B5EF4-FFF2-40B4-BE49-F238E27FC236}">
                <a16:creationId xmlns:a16="http://schemas.microsoft.com/office/drawing/2014/main" id="{5AE34D84-4C7F-4840-8B84-DE6CFA97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OpenClaw Git</a:t>
            </a:r>
          </a:p>
        </p:txBody>
      </p:sp>
    </p:spTree>
    <p:extLst>
      <p:ext uri="{BB962C8B-B14F-4D97-AF65-F5344CB8AC3E}">
        <p14:creationId xmlns:p14="http://schemas.microsoft.com/office/powerpoint/2010/main" val="16644282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151">
            <a:extLst xmlns:a="http://schemas.openxmlformats.org/drawingml/2006/main">
              <a:ext uri="{FF2B5EF4-FFF2-40B4-BE49-F238E27FC236}">
                <a16:creationId xmlns:a16="http://schemas.microsoft.com/office/drawing/2014/main" id="{BCE2E8E6-6134-4417-B9C7-061A2AEB7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HUMAN-IN-THE-LOOP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2E20D2A-8A46-408F-834D-130B3E8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Human-in-the-loop：人在 Agent 閉環裡做決策</a:t>
            </a:r>
          </a:p>
        </p:txBody>
      </p:sp>
      <p:cxnSp>
        <p:nvCxnSpPr>
          <p:cNvPr id="24" name="shape-115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153">
            <a:extLst xmlns:a="http://schemas.openxmlformats.org/drawingml/2006/main">
              <a:ext uri="{FF2B5EF4-FFF2-40B4-BE49-F238E27FC236}">
                <a16:creationId xmlns:a16="http://schemas.microsoft.com/office/drawing/2014/main" id="{2F831FDC-18B9-474C-B7B4-1FE8F275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365D1A7-20C8-4DE3-8337-A46F0FE5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6" name="shape-1154">
            <a:extLst xmlns:a="http://schemas.openxmlformats.org/drawingml/2006/main">
              <a:ext uri="{FF2B5EF4-FFF2-40B4-BE49-F238E27FC236}">
                <a16:creationId xmlns:a16="http://schemas.microsoft.com/office/drawing/2014/main" id="{F37E9E52-2FAF-42E2-A6EF-87B54B396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155">
            <a:extLst xmlns:a="http://schemas.openxmlformats.org/drawingml/2006/main">
              <a:ext uri="{FF2B5EF4-FFF2-40B4-BE49-F238E27FC236}">
                <a16:creationId xmlns:a16="http://schemas.microsoft.com/office/drawing/2014/main" id="{7956909E-C244-435C-909B-6AF7D1E9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RUN</a:t>
            </a:r>
          </a:p>
        </p:txBody>
      </p:sp>
      <p:sp>
        <p:nvSpPr>
          <p:cNvPr id="8" name="text-1156">
            <a:extLst xmlns:a="http://schemas.openxmlformats.org/drawingml/2006/main">
              <a:ext uri="{FF2B5EF4-FFF2-40B4-BE49-F238E27FC236}">
                <a16:creationId xmlns:a16="http://schemas.microsoft.com/office/drawing/2014/main" id="{DBF428F0-5275-48B5-B686-0DB34E1E4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的閉環</a:t>
            </a:r>
          </a:p>
        </p:txBody>
      </p:sp>
      <p:sp>
        <p:nvSpPr>
          <p:cNvPr id="9" name="text-1157">
            <a:extLst xmlns:a="http://schemas.openxmlformats.org/drawingml/2006/main">
              <a:ext uri="{FF2B5EF4-FFF2-40B4-BE49-F238E27FC236}">
                <a16:creationId xmlns:a16="http://schemas.microsoft.com/office/drawing/2014/main" id="{AB0E6649-9550-479D-B601-D0E0A1E2B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給定目標後，Agent 可以理解、規劃、執行、驗證與交付，長時間不中斷地推進。</a:t>
            </a:r>
          </a:p>
        </p:txBody>
      </p:sp>
      <p:sp>
        <p:nvSpPr>
          <p:cNvPr id="10" name="shape-1158">
            <a:extLst xmlns:a="http://schemas.openxmlformats.org/drawingml/2006/main">
              <a:ext uri="{FF2B5EF4-FFF2-40B4-BE49-F238E27FC236}">
                <a16:creationId xmlns:a16="http://schemas.microsoft.com/office/drawing/2014/main" id="{73E11CD9-AEEA-480F-8B8E-3CF45171E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159">
            <a:extLst xmlns:a="http://schemas.openxmlformats.org/drawingml/2006/main">
              <a:ext uri="{FF2B5EF4-FFF2-40B4-BE49-F238E27FC236}">
                <a16:creationId xmlns:a16="http://schemas.microsoft.com/office/drawing/2014/main" id="{B53E654F-0B2F-41A3-B86E-9FCD3738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15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LOOK</a:t>
            </a:r>
          </a:p>
        </p:txBody>
      </p:sp>
      <p:sp>
        <p:nvSpPr>
          <p:cNvPr id="12" name="text-1160">
            <a:extLst xmlns:a="http://schemas.openxmlformats.org/drawingml/2006/main">
              <a:ext uri="{FF2B5EF4-FFF2-40B4-BE49-F238E27FC236}">
                <a16:creationId xmlns:a16="http://schemas.microsoft.com/office/drawing/2014/main" id="{925BB2F3-9880-492A-A84C-88E4AF5E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人監控方向</a:t>
            </a:r>
          </a:p>
        </p:txBody>
      </p:sp>
      <p:sp>
        <p:nvSpPr>
          <p:cNvPr id="13" name="text-1161">
            <a:extLst xmlns:a="http://schemas.openxmlformats.org/drawingml/2006/main">
              <a:ext uri="{FF2B5EF4-FFF2-40B4-BE49-F238E27FC236}">
                <a16:creationId xmlns:a16="http://schemas.microsoft.com/office/drawing/2014/main" id="{72375EE8-0F21-48BF-A30E-BE931CBA7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人仍在 loop 裡看計畫、看證據，確認 Agent 沒有做錯、做歪或偏離真正目的。</a:t>
            </a:r>
          </a:p>
        </p:txBody>
      </p:sp>
      <p:sp>
        <p:nvSpPr>
          <p:cNvPr id="14" name="shape-1162">
            <a:extLst xmlns:a="http://schemas.openxmlformats.org/drawingml/2006/main">
              <a:ext uri="{FF2B5EF4-FFF2-40B4-BE49-F238E27FC236}">
                <a16:creationId xmlns:a16="http://schemas.microsoft.com/office/drawing/2014/main" id="{BB0490DF-F839-43E7-954D-8535F151E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163">
            <a:extLst xmlns:a="http://schemas.openxmlformats.org/drawingml/2006/main">
              <a:ext uri="{FF2B5EF4-FFF2-40B4-BE49-F238E27FC236}">
                <a16:creationId xmlns:a16="http://schemas.microsoft.com/office/drawing/2014/main" id="{EAF36630-FFB2-4E3D-898F-F7374F6AD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STOP</a:t>
            </a:r>
          </a:p>
        </p:txBody>
      </p:sp>
      <p:sp>
        <p:nvSpPr>
          <p:cNvPr id="16" name="text-1164">
            <a:extLst xmlns:a="http://schemas.openxmlformats.org/drawingml/2006/main">
              <a:ext uri="{FF2B5EF4-FFF2-40B4-BE49-F238E27FC236}">
                <a16:creationId xmlns:a16="http://schemas.microsoft.com/office/drawing/2014/main" id="{1CE90414-B4CC-4D58-9D71-3FE65A756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關鍵節點停下</a:t>
            </a:r>
          </a:p>
        </p:txBody>
      </p:sp>
      <p:sp>
        <p:nvSpPr>
          <p:cNvPr id="17" name="text-1165">
            <a:extLst xmlns:a="http://schemas.openxmlformats.org/drawingml/2006/main">
              <a:ext uri="{FF2B5EF4-FFF2-40B4-BE49-F238E27FC236}">
                <a16:creationId xmlns:a16="http://schemas.microsoft.com/office/drawing/2014/main" id="{98C8973D-5E26-46B6-B4A1-0B58DBB6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遇到刪除、公開、上傳、敏感資料或高影響決策，必須停下來請人確認。</a:t>
            </a:r>
          </a:p>
        </p:txBody>
      </p:sp>
      <p:sp>
        <p:nvSpPr>
          <p:cNvPr id="18" name="shape-1166">
            <a:extLst xmlns:a="http://schemas.openxmlformats.org/drawingml/2006/main">
              <a:ext uri="{FF2B5EF4-FFF2-40B4-BE49-F238E27FC236}">
                <a16:creationId xmlns:a16="http://schemas.microsoft.com/office/drawing/2014/main" id="{19C88751-1D2A-4D76-83E2-39DF9F4E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167">
            <a:extLst xmlns:a="http://schemas.openxmlformats.org/drawingml/2006/main">
              <a:ext uri="{FF2B5EF4-FFF2-40B4-BE49-F238E27FC236}">
                <a16:creationId xmlns:a16="http://schemas.microsoft.com/office/drawing/2014/main" id="{7704F320-19B5-4DFE-A8B3-74721663B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368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TRUST</a:t>
            </a:r>
          </a:p>
        </p:txBody>
      </p:sp>
      <p:sp>
        <p:nvSpPr>
          <p:cNvPr id="20" name="text-1168">
            <a:extLst xmlns:a="http://schemas.openxmlformats.org/drawingml/2006/main">
              <a:ext uri="{FF2B5EF4-FFF2-40B4-BE49-F238E27FC236}">
                <a16:creationId xmlns:a16="http://schemas.microsoft.com/office/drawing/2014/main" id="{AD6D7EE3-3BAA-4939-A29F-596429A6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慢一點更可信</a:t>
            </a:r>
          </a:p>
        </p:txBody>
      </p:sp>
      <p:sp>
        <p:nvSpPr>
          <p:cNvPr id="21" name="text-1169">
            <a:extLst xmlns:a="http://schemas.openxmlformats.org/drawingml/2006/main">
              <a:ext uri="{FF2B5EF4-FFF2-40B4-BE49-F238E27FC236}">
                <a16:creationId xmlns:a16="http://schemas.microsoft.com/office/drawing/2014/main" id="{84FC822B-F01D-465C-B3CA-5093F9E45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人類介入可能降低純自動化速度，卻能換取正確性、可追查性與責任清楚。</a:t>
            </a:r>
          </a:p>
        </p:txBody>
      </p:sp>
    </p:spTree>
    <p:extLst>
      <p:ext uri="{BB962C8B-B14F-4D97-AF65-F5344CB8AC3E}">
        <p14:creationId xmlns:p14="http://schemas.microsoft.com/office/powerpoint/2010/main" val="3659010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170">
            <a:extLst xmlns:a="http://schemas.openxmlformats.org/drawingml/2006/main">
              <a:ext uri="{FF2B5EF4-FFF2-40B4-BE49-F238E27FC236}">
                <a16:creationId xmlns:a16="http://schemas.microsoft.com/office/drawing/2014/main" id="{6B3DD59E-46F0-4BD5-A7AF-9BCCEFEAB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PERSONALITY &amp; STRATEGY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5C74A83-BA2D-4378-B950-4A4C2206E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三大 Agent 的人生交往學：看個性、選伴侶、配任務</a:t>
            </a:r>
          </a:p>
        </p:txBody>
      </p:sp>
      <p:cxnSp>
        <p:nvCxnSpPr>
          <p:cNvPr id="31" name="shape-117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172">
            <a:extLst xmlns:a="http://schemas.openxmlformats.org/drawingml/2006/main">
              <a:ext uri="{FF2B5EF4-FFF2-40B4-BE49-F238E27FC236}">
                <a16:creationId xmlns:a16="http://schemas.microsoft.com/office/drawing/2014/main" id="{FE8A5F1B-98FA-49FF-9F91-71BA4E6F9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F321FA8-9842-410C-BDFE-5D1B4A33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shape-1173">
            <a:extLst xmlns:a="http://schemas.openxmlformats.org/drawingml/2006/main">
              <a:ext uri="{FF2B5EF4-FFF2-40B4-BE49-F238E27FC236}">
                <a16:creationId xmlns:a16="http://schemas.microsoft.com/office/drawing/2014/main" id="{71254187-B36D-4F4A-B03C-FB857223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174">
            <a:extLst xmlns:a="http://schemas.openxmlformats.org/drawingml/2006/main">
              <a:ext uri="{FF2B5EF4-FFF2-40B4-BE49-F238E27FC236}">
                <a16:creationId xmlns:a16="http://schemas.microsoft.com/office/drawing/2014/main" id="{B4305B80-720A-4D92-8096-A28023B0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175">
            <a:extLst xmlns:a="http://schemas.openxmlformats.org/drawingml/2006/main">
              <a:ext uri="{FF2B5EF4-FFF2-40B4-BE49-F238E27FC236}">
                <a16:creationId xmlns:a16="http://schemas.microsoft.com/office/drawing/2014/main" id="{7FD530CC-D4B8-4D4D-B484-35839403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</a:t>
            </a:r>
          </a:p>
        </p:txBody>
      </p:sp>
      <p:sp>
        <p:nvSpPr>
          <p:cNvPr id="9" name="text-1176">
            <a:extLst xmlns:a="http://schemas.openxmlformats.org/drawingml/2006/main">
              <a:ext uri="{FF2B5EF4-FFF2-40B4-BE49-F238E27FC236}">
                <a16:creationId xmlns:a16="http://schemas.microsoft.com/office/drawing/2014/main" id="{1A497AB3-50A0-4DBD-B335-0F7D2AB1E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57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Antigravity／Gemini 3.7 Flash</a:t>
            </a:r>
          </a:p>
        </p:txBody>
      </p:sp>
      <p:sp>
        <p:nvSpPr>
          <p:cNvPr id="10" name="text-1177">
            <a:extLst xmlns:a="http://schemas.openxmlformats.org/drawingml/2006/main">
              <a:ext uri="{FF2B5EF4-FFF2-40B4-BE49-F238E27FC236}">
                <a16:creationId xmlns:a16="http://schemas.microsoft.com/office/drawing/2014/main" id="{3E598946-42B0-40EC-A22B-080812B6F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定位：Google 最新 GA 的 Agent 工作馬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個人體感：相較其他家 Agent，速度快 20 倍以上，像熱血年輕人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優勢：複雜 coding、工具規劃、長鏈任務與可靠多步驟執行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邊界：仍要設定 Harness、權限與驗收</a:t>
            </a:r>
          </a:p>
        </p:txBody>
      </p:sp>
      <p:sp>
        <p:nvSpPr>
          <p:cNvPr id="11" name="shape-1178">
            <a:extLst xmlns:a="http://schemas.openxmlformats.org/drawingml/2006/main">
              <a:ext uri="{FF2B5EF4-FFF2-40B4-BE49-F238E27FC236}">
                <a16:creationId xmlns:a16="http://schemas.microsoft.com/office/drawing/2014/main" id="{CA9B1476-9CB7-4B05-9D7C-9CCE3399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2" name="shape-1179">
            <a:extLst xmlns:a="http://schemas.openxmlformats.org/drawingml/2006/main">
              <a:ext uri="{FF2B5EF4-FFF2-40B4-BE49-F238E27FC236}">
                <a16:creationId xmlns:a16="http://schemas.microsoft.com/office/drawing/2014/main" id="{294D2249-4DB1-40B2-BDBE-AA54844F4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1180">
            <a:extLst xmlns:a="http://schemas.openxmlformats.org/drawingml/2006/main">
              <a:ext uri="{FF2B5EF4-FFF2-40B4-BE49-F238E27FC236}">
                <a16:creationId xmlns:a16="http://schemas.microsoft.com/office/drawing/2014/main" id="{37BD21F2-1BD0-4A7E-9D9C-36650C1C7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9775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4" name="text-1181">
            <a:extLst xmlns:a="http://schemas.openxmlformats.org/drawingml/2006/main">
              <a:ext uri="{FF2B5EF4-FFF2-40B4-BE49-F238E27FC236}">
                <a16:creationId xmlns:a16="http://schemas.microsoft.com/office/drawing/2014/main" id="{8F92460C-E1FA-466E-AAB1-3A6D742F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  <p:sp>
        <p:nvSpPr>
          <p:cNvPr id="15" name="text-1182">
            <a:extLst xmlns:a="http://schemas.openxmlformats.org/drawingml/2006/main">
              <a:ext uri="{FF2B5EF4-FFF2-40B4-BE49-F238E27FC236}">
                <a16:creationId xmlns:a16="http://schemas.microsoft.com/office/drawing/2014/main" id="{095B328F-B778-4B48-945D-D967F1B6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2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人設：成熟穩重的終身伴侶，進入細水長流的婚姻穩定期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優勢：極致沉穩可靠，代碼與長鏈任務完全不用擔心翻車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特性：少突發驚喜，Token 燒完必須耐心等每週週期重置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最適合：大型系統重構、複雜多檔分析、關鍵高難度任務</a:t>
            </a:r>
          </a:p>
        </p:txBody>
      </p:sp>
      <p:sp>
        <p:nvSpPr>
          <p:cNvPr id="16" name="shape-1183">
            <a:extLst xmlns:a="http://schemas.openxmlformats.org/drawingml/2006/main">
              <a:ext uri="{FF2B5EF4-FFF2-40B4-BE49-F238E27FC236}">
                <a16:creationId xmlns:a16="http://schemas.microsoft.com/office/drawing/2014/main" id="{3BAF23A9-9413-404A-836A-B26EE3B0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shape-1184">
            <a:extLst xmlns:a="http://schemas.openxmlformats.org/drawingml/2006/main">
              <a:ext uri="{FF2B5EF4-FFF2-40B4-BE49-F238E27FC236}">
                <a16:creationId xmlns:a16="http://schemas.microsoft.com/office/drawing/2014/main" id="{BE986971-E95C-4B5A-8AFA-35A68085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1185">
            <a:extLst xmlns:a="http://schemas.openxmlformats.org/drawingml/2006/main">
              <a:ext uri="{FF2B5EF4-FFF2-40B4-BE49-F238E27FC236}">
                <a16:creationId xmlns:a16="http://schemas.microsoft.com/office/drawing/2014/main" id="{1B0AE995-6FD0-4A36-87C4-0B335008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X</a:t>
            </a:r>
          </a:p>
        </p:txBody>
      </p:sp>
      <p:sp>
        <p:nvSpPr>
          <p:cNvPr id="19" name="text-1186">
            <a:extLst xmlns:a="http://schemas.openxmlformats.org/drawingml/2006/main">
              <a:ext uri="{FF2B5EF4-FFF2-40B4-BE49-F238E27FC236}">
                <a16:creationId xmlns:a16="http://schemas.microsoft.com/office/drawing/2014/main" id="{2B2A6722-65D8-43C6-997A-6A9E612E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Codex／ChatGPT</a:t>
            </a:r>
          </a:p>
        </p:txBody>
      </p:sp>
      <p:sp>
        <p:nvSpPr>
          <p:cNvPr id="20" name="text-1187">
            <a:extLst xmlns:a="http://schemas.openxmlformats.org/drawingml/2006/main">
              <a:ext uri="{FF2B5EF4-FFF2-40B4-BE49-F238E27FC236}">
                <a16:creationId xmlns:a16="http://schemas.microsoft.com/office/drawing/2014/main" id="{9E1C879C-2D6C-42C6-A739-27C2E0ABA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6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人設：變化性最大、彈性極高的情人，可切換 1.5 倍速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優勢：支援原生語音流暢口述，要快要穩隨心所欲靈活切換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亮點：常有重置驚喜與 100% 回檔彈性，讓你隨時接關做下去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最適合：日常研究輔助、互動工具、語音實作、頻繁試錯</a:t>
            </a:r>
          </a:p>
        </p:txBody>
      </p:sp>
      <p:sp>
        <p:nvSpPr>
          <p:cNvPr id="21" name="text-2080">
            <a:extLst xmlns:a="http://schemas.openxmlformats.org/drawingml/2006/main">
              <a:ext uri="{FF2B5EF4-FFF2-40B4-BE49-F238E27FC236}">
                <a16:creationId xmlns:a16="http://schemas.microsoft.com/office/drawing/2014/main" id="{BA2453E7-C1F7-47EB-B34A-5CEFD9DF2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5080ceccf414404"/>
              </a:rPr>
              <a:t>Antigravity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a450df674574338"/>
              </a:rPr>
              <a:t>Codex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244fea1d48f43e4"/>
              </a:rPr>
              <a:t>Claude ↗</a:t>
            </a:r>
          </a:p>
        </p:txBody>
      </p:sp>
      <p:sp>
        <p:nvSpPr>
          <p:cNvPr id="22" name="shape-2118">
            <a:extLst xmlns:a="http://schemas.openxmlformats.org/drawingml/2006/main">
              <a:ext uri="{FF2B5EF4-FFF2-40B4-BE49-F238E27FC236}">
                <a16:creationId xmlns:a16="http://schemas.microsoft.com/office/drawing/2014/main" id="{C64A1F94-016F-4D4A-A517-F4710DEB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7ce6e94f6747a6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2119">
            <a:extLst xmlns:a="http://schemas.openxmlformats.org/drawingml/2006/main">
              <a:ext uri="{FF2B5EF4-FFF2-40B4-BE49-F238E27FC236}">
                <a16:creationId xmlns:a16="http://schemas.microsoft.com/office/drawing/2014/main" id="{39B5C7F8-2A0D-408B-A1FB-EF4120FE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ef5abc2fb84669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2120">
            <a:extLst xmlns:a="http://schemas.openxmlformats.org/drawingml/2006/main">
              <a:ext uri="{FF2B5EF4-FFF2-40B4-BE49-F238E27FC236}">
                <a16:creationId xmlns:a16="http://schemas.microsoft.com/office/drawing/2014/main" id="{EDC38259-EB9D-4FC9-B8D6-D05F49BD4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8139c0ffd64861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8" name="text-2121">
            <a:extLst xmlns:a="http://schemas.openxmlformats.org/drawingml/2006/main">
              <a:ext uri="{FF2B5EF4-FFF2-40B4-BE49-F238E27FC236}">
                <a16:creationId xmlns:a16="http://schemas.microsoft.com/office/drawing/2014/main" id="{EE3591F7-8CE9-412C-A468-A589043E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</p:spTree>
    <p:extLst>
      <p:ext uri="{BB962C8B-B14F-4D97-AF65-F5344CB8AC3E}">
        <p14:creationId xmlns:p14="http://schemas.microsoft.com/office/powerpoint/2010/main" val="19564848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188">
            <a:extLst xmlns:a="http://schemas.openxmlformats.org/drawingml/2006/main">
              <a:ext uri="{FF2B5EF4-FFF2-40B4-BE49-F238E27FC236}">
                <a16:creationId xmlns:a16="http://schemas.microsoft.com/office/drawing/2014/main" id="{C516EFDF-F27C-4F42-A2C5-CFD99A7C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CONTINUITY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792D9E-4BA0-4E94-AA0E-365C2C78B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下午不重做：直接升級上午成果</a:t>
            </a:r>
          </a:p>
        </p:txBody>
      </p:sp>
      <p:cxnSp>
        <p:nvCxnSpPr>
          <p:cNvPr id="20" name="shape-118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190">
            <a:extLst xmlns:a="http://schemas.openxmlformats.org/drawingml/2006/main">
              <a:ext uri="{FF2B5EF4-FFF2-40B4-BE49-F238E27FC236}">
                <a16:creationId xmlns:a16="http://schemas.microsoft.com/office/drawing/2014/main" id="{CFDFB542-2CA3-4B2F-8CAD-8B03AA49F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DE6D63-B450-4C70-844B-1F614D8EA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shape-1191">
            <a:extLst xmlns:a="http://schemas.openxmlformats.org/drawingml/2006/main">
              <a:ext uri="{FF2B5EF4-FFF2-40B4-BE49-F238E27FC236}">
                <a16:creationId xmlns:a16="http://schemas.microsoft.com/office/drawing/2014/main" id="{624F4426-5B10-466B-8971-97984B76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192">
            <a:extLst xmlns:a="http://schemas.openxmlformats.org/drawingml/2006/main">
              <a:ext uri="{FF2B5EF4-FFF2-40B4-BE49-F238E27FC236}">
                <a16:creationId xmlns:a16="http://schemas.microsoft.com/office/drawing/2014/main" id="{C08D5F47-E4AD-4AD6-8961-75BA2224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193">
            <a:extLst xmlns:a="http://schemas.openxmlformats.org/drawingml/2006/main">
              <a:ext uri="{FF2B5EF4-FFF2-40B4-BE49-F238E27FC236}">
                <a16:creationId xmlns:a16="http://schemas.microsoft.com/office/drawing/2014/main" id="{0F2D4E0F-807E-4CFC-B777-233464B0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上午已有</a:t>
            </a:r>
          </a:p>
        </p:txBody>
      </p:sp>
      <p:sp>
        <p:nvSpPr>
          <p:cNvPr id="9" name="text-1194">
            <a:extLst xmlns:a="http://schemas.openxmlformats.org/drawingml/2006/main">
              <a:ext uri="{FF2B5EF4-FFF2-40B4-BE49-F238E27FC236}">
                <a16:creationId xmlns:a16="http://schemas.microsoft.com/office/drawing/2014/main" id="{C3A6DBA9-EB12-40F2-871B-075F0EB4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Gemini Notebook 來源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Gem 教學方法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Canvas 互動原型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部署或分享連結</a:t>
            </a:r>
          </a:p>
        </p:txBody>
      </p:sp>
      <p:sp>
        <p:nvSpPr>
          <p:cNvPr id="10" name="text-1195">
            <a:extLst xmlns:a="http://schemas.openxmlformats.org/drawingml/2006/main">
              <a:ext uri="{FF2B5EF4-FFF2-40B4-BE49-F238E27FC236}">
                <a16:creationId xmlns:a16="http://schemas.microsoft.com/office/drawing/2014/main" id="{9599E47E-3528-42EC-A2E3-6657E534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下午新增</a:t>
            </a:r>
          </a:p>
        </p:txBody>
      </p:sp>
      <p:sp>
        <p:nvSpPr>
          <p:cNvPr id="11" name="text-1196">
            <a:extLst xmlns:a="http://schemas.openxmlformats.org/drawingml/2006/main">
              <a:ext uri="{FF2B5EF4-FFF2-40B4-BE49-F238E27FC236}">
                <a16:creationId xmlns:a16="http://schemas.microsoft.com/office/drawing/2014/main" id="{33CCB0B2-924E-44D2-8E73-43A8B293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專案資料夾與任務簡報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修改與測試證據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可重複使用的 Skill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跨工具驗證紀錄</a:t>
            </a:r>
          </a:p>
        </p:txBody>
      </p:sp>
      <p:sp>
        <p:nvSpPr>
          <p:cNvPr id="12" name="text-1197">
            <a:extLst xmlns:a="http://schemas.openxmlformats.org/drawingml/2006/main">
              <a:ext uri="{FF2B5EF4-FFF2-40B4-BE49-F238E27FC236}">
                <a16:creationId xmlns:a16="http://schemas.microsoft.com/office/drawing/2014/main" id="{88469FEE-1D13-4C5A-80D1-345B5DB3F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上午成果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來源、Gem、Canvas、連結</a:t>
            </a:r>
          </a:p>
        </p:txBody>
      </p:sp>
      <p:sp>
        <p:nvSpPr>
          <p:cNvPr id="13" name="text-1198">
            <a:extLst xmlns:a="http://schemas.openxmlformats.org/drawingml/2006/main">
              <a:ext uri="{FF2B5EF4-FFF2-40B4-BE49-F238E27FC236}">
                <a16:creationId xmlns:a16="http://schemas.microsoft.com/office/drawing/2014/main" id="{BCF9FD9D-CC20-4A95-9DB6-6597075D4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同一個問題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繼續往下做</a:t>
            </a:r>
          </a:p>
        </p:txBody>
      </p:sp>
      <p:sp>
        <p:nvSpPr>
          <p:cNvPr id="14" name="text-1199">
            <a:extLst xmlns:a="http://schemas.openxmlformats.org/drawingml/2006/main">
              <a:ext uri="{FF2B5EF4-FFF2-40B4-BE49-F238E27FC236}">
                <a16:creationId xmlns:a16="http://schemas.microsoft.com/office/drawing/2014/main" id="{D95C8B92-B465-4995-B08A-1FF234C54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EECE7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下午升級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任務、Skill、證據、驗證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181350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286625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6B4A"/>
            </a:solidFill>
            <a:prstDash val="solid"/>
            <a:tailEnd type="arrow" w="sm" len="sm"/>
          </a:ln>
        </p:spPr>
      </p:cxnSp>
      <p:sp>
        <p:nvSpPr>
          <p:cNvPr id="17" name="text-1200">
            <a:extLst xmlns:a="http://schemas.openxmlformats.org/drawingml/2006/main">
              <a:ext uri="{FF2B5EF4-FFF2-40B4-BE49-F238E27FC236}">
                <a16:creationId xmlns:a16="http://schemas.microsoft.com/office/drawing/2014/main" id="{392B1AC6-1877-49E2-BCCA-A85E0D926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61975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不是重做，而是把作品變成可重複流程</a:t>
            </a:r>
          </a:p>
        </p:txBody>
      </p:sp>
    </p:spTree>
    <p:extLst>
      <p:ext uri="{BB962C8B-B14F-4D97-AF65-F5344CB8AC3E}">
        <p14:creationId xmlns:p14="http://schemas.microsoft.com/office/powerpoint/2010/main" val="12713667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201">
            <a:extLst xmlns:a="http://schemas.openxmlformats.org/drawingml/2006/main">
              <a:ext uri="{FF2B5EF4-FFF2-40B4-BE49-F238E27FC236}">
                <a16:creationId xmlns:a16="http://schemas.microsoft.com/office/drawing/2014/main" id="{E0D90FC7-996E-407F-BB0F-B75A9B917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5C7F8F-B2CB-4CAB-B63A-D51F5186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阿凱老師實戰案例導航｜資料與 Agent Skills</a:t>
            </a:r>
          </a:p>
        </p:txBody>
      </p:sp>
      <p:cxnSp>
        <p:nvCxnSpPr>
          <p:cNvPr id="33" name="shape-120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03">
            <a:extLst xmlns:a="http://schemas.openxmlformats.org/drawingml/2006/main">
              <a:ext uri="{FF2B5EF4-FFF2-40B4-BE49-F238E27FC236}">
                <a16:creationId xmlns:a16="http://schemas.microsoft.com/office/drawing/2014/main" id="{5E423DE2-E683-4B1E-8BE1-0EAEEFA0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A6DAE47-1228-4AC7-97BE-2CC45861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6" name="text-1204">
            <a:extLst xmlns:a="http://schemas.openxmlformats.org/drawingml/2006/main">
              <a:ext uri="{FF2B5EF4-FFF2-40B4-BE49-F238E27FC236}">
                <a16:creationId xmlns:a16="http://schemas.microsoft.com/office/drawing/2014/main" id="{16511CD1-5902-476C-957A-0592FDD51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從學生表現分析、PIRLS 評量設計到 Web Agent 技能，觀察可驗證的工作流程。</a:t>
            </a:r>
          </a:p>
        </p:txBody>
      </p:sp>
      <p:sp>
        <p:nvSpPr>
          <p:cNvPr id="7" name="shape-1205">
            <a:extLst xmlns:a="http://schemas.openxmlformats.org/drawingml/2006/main">
              <a:ext uri="{FF2B5EF4-FFF2-40B4-BE49-F238E27FC236}">
                <a16:creationId xmlns:a16="http://schemas.microsoft.com/office/drawing/2014/main" id="{789A6854-F404-45ED-9155-9A326A2A7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206">
            <a:extLst xmlns:a="http://schemas.openxmlformats.org/drawingml/2006/main">
              <a:ext uri="{FF2B5EF4-FFF2-40B4-BE49-F238E27FC236}">
                <a16:creationId xmlns:a16="http://schemas.microsoft.com/office/drawing/2014/main" id="{5502C958-A14E-4E7C-9E52-B5549371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#73 · 學生資料分析</a:t>
            </a:r>
          </a:p>
        </p:txBody>
      </p:sp>
      <p:sp>
        <p:nvSpPr>
          <p:cNvPr id="9" name="text-1207">
            <a:extLst xmlns:a="http://schemas.openxmlformats.org/drawingml/2006/main">
              <a:ext uri="{FF2B5EF4-FFF2-40B4-BE49-F238E27FC236}">
                <a16:creationId xmlns:a16="http://schemas.microsoft.com/office/drawing/2014/main" id="{F4159641-3F51-4151-96F2-ADCDB63C4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國小期中考成績篩選工具</a:t>
            </a:r>
          </a:p>
        </p:txBody>
      </p:sp>
      <p:sp>
        <p:nvSpPr>
          <p:cNvPr id="10" name="text-1208">
            <a:extLst xmlns:a="http://schemas.openxmlformats.org/drawingml/2006/main">
              <a:ext uri="{FF2B5EF4-FFF2-40B4-BE49-F238E27FC236}">
                <a16:creationId xmlns:a16="http://schemas.microsoft.com/office/drawing/2014/main" id="{F06E7953-27ED-469C-A3AC-2B4B8FF70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快速查看成績分布與篩選結果，作為結構化學生資料分析的入門案例。</a:t>
            </a:r>
          </a:p>
        </p:txBody>
      </p:sp>
      <p:sp>
        <p:nvSpPr>
          <p:cNvPr id="11" name="text-1209">
            <a:extLst xmlns:a="http://schemas.openxmlformats.org/drawingml/2006/main">
              <a:ext uri="{FF2B5EF4-FFF2-40B4-BE49-F238E27FC236}">
                <a16:creationId xmlns:a16="http://schemas.microsoft.com/office/drawing/2014/main" id="{69E63D59-B7A2-4710-8DE6-49E3262A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3adc3c81db44b47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d2d249ce7a4753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210">
            <a:extLst xmlns:a="http://schemas.openxmlformats.org/drawingml/2006/main">
              <a:ext uri="{FF2B5EF4-FFF2-40B4-BE49-F238E27FC236}">
                <a16:creationId xmlns:a16="http://schemas.microsoft.com/office/drawing/2014/main" id="{169660D5-18A8-43B9-B541-2CEF2FF4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829551985364bfd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97e999cd5d4cab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211">
            <a:extLst xmlns:a="http://schemas.openxmlformats.org/drawingml/2006/main">
              <a:ext uri="{FF2B5EF4-FFF2-40B4-BE49-F238E27FC236}">
                <a16:creationId xmlns:a16="http://schemas.microsoft.com/office/drawing/2014/main" id="{78F65A57-60D9-40E9-AD20-0A35E47B4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6" name="text-1212">
            <a:extLst xmlns:a="http://schemas.openxmlformats.org/drawingml/2006/main">
              <a:ext uri="{FF2B5EF4-FFF2-40B4-BE49-F238E27FC236}">
                <a16:creationId xmlns:a16="http://schemas.microsoft.com/office/drawing/2014/main" id="{C8AF405D-6AB7-4545-B11F-9C4412F9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#87 · PIRLS 評量</a:t>
            </a:r>
          </a:p>
        </p:txBody>
      </p:sp>
      <p:sp>
        <p:nvSpPr>
          <p:cNvPr id="17" name="text-1213">
            <a:extLst xmlns:a="http://schemas.openxmlformats.org/drawingml/2006/main">
              <a:ext uri="{FF2B5EF4-FFF2-40B4-BE49-F238E27FC236}">
                <a16:creationId xmlns:a16="http://schemas.microsoft.com/office/drawing/2014/main" id="{190C480F-5FCF-4774-B2B9-4D00E5B01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PIRLS 閱讀理解生成站 PRO</a:t>
            </a:r>
          </a:p>
        </p:txBody>
      </p:sp>
      <p:sp>
        <p:nvSpPr>
          <p:cNvPr id="18" name="text-1214">
            <a:extLst xmlns:a="http://schemas.openxmlformats.org/drawingml/2006/main">
              <a:ext uri="{FF2B5EF4-FFF2-40B4-BE49-F238E27FC236}">
                <a16:creationId xmlns:a16="http://schemas.microsoft.com/office/drawing/2014/main" id="{18DBF080-18EB-4AC7-A9F9-269E20605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依四層次生成提問與答案說明，銜接評量設計、規準與人工檢核。</a:t>
            </a:r>
          </a:p>
        </p:txBody>
      </p:sp>
      <p:sp>
        <p:nvSpPr>
          <p:cNvPr id="19" name="text-1215">
            <a:extLst xmlns:a="http://schemas.openxmlformats.org/drawingml/2006/main">
              <a:ext uri="{FF2B5EF4-FFF2-40B4-BE49-F238E27FC236}">
                <a16:creationId xmlns:a16="http://schemas.microsoft.com/office/drawing/2014/main" id="{9931DF97-0FE9-404D-A2FC-20C8A5467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0898a253db447b6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d9359584564a31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216">
            <a:extLst xmlns:a="http://schemas.openxmlformats.org/drawingml/2006/main">
              <a:ext uri="{FF2B5EF4-FFF2-40B4-BE49-F238E27FC236}">
                <a16:creationId xmlns:a16="http://schemas.microsoft.com/office/drawing/2014/main" id="{AB3FB31A-7285-4B91-B7A9-FFAD359F6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db229bbe33c496d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19639f1b27400c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217">
            <a:extLst xmlns:a="http://schemas.openxmlformats.org/drawingml/2006/main">
              <a:ext uri="{FF2B5EF4-FFF2-40B4-BE49-F238E27FC236}">
                <a16:creationId xmlns:a16="http://schemas.microsoft.com/office/drawing/2014/main" id="{622E1270-60CD-458C-8D43-1AEE468DE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4" name="text-1218">
            <a:extLst xmlns:a="http://schemas.openxmlformats.org/drawingml/2006/main">
              <a:ext uri="{FF2B5EF4-FFF2-40B4-BE49-F238E27FC236}">
                <a16:creationId xmlns:a16="http://schemas.microsoft.com/office/drawing/2014/main" id="{E27022A4-4274-4D28-8BC5-47CD17A9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#103 · 提示詞與 Skill</a:t>
            </a:r>
          </a:p>
        </p:txBody>
      </p:sp>
      <p:sp>
        <p:nvSpPr>
          <p:cNvPr id="25" name="text-1219">
            <a:extLst xmlns:a="http://schemas.openxmlformats.org/drawingml/2006/main">
              <a:ext uri="{FF2B5EF4-FFF2-40B4-BE49-F238E27FC236}">
                <a16:creationId xmlns:a16="http://schemas.microsoft.com/office/drawing/2014/main" id="{44111607-ACF6-4035-85A4-ABE8BF72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Agent 的 Web 技能雙引擎</a:t>
            </a:r>
          </a:p>
        </p:txBody>
      </p:sp>
      <p:sp>
        <p:nvSpPr>
          <p:cNvPr id="26" name="text-1220">
            <a:extLst xmlns:a="http://schemas.openxmlformats.org/drawingml/2006/main">
              <a:ext uri="{FF2B5EF4-FFF2-40B4-BE49-F238E27FC236}">
                <a16:creationId xmlns:a16="http://schemas.microsoft.com/office/drawing/2014/main" id="{F8FA5589-30CC-4DAE-AA69-276E9506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用 Playwright × Webwright 解釋 Agent 如何規劃、操作並回報證據。</a:t>
            </a:r>
          </a:p>
        </p:txBody>
      </p:sp>
      <p:sp>
        <p:nvSpPr>
          <p:cNvPr id="27" name="text-1221">
            <a:extLst xmlns:a="http://schemas.openxmlformats.org/drawingml/2006/main">
              <a:ext uri="{FF2B5EF4-FFF2-40B4-BE49-F238E27FC236}">
                <a16:creationId xmlns:a16="http://schemas.microsoft.com/office/drawing/2014/main" id="{EFB1B9ED-AEAA-4362-819B-FAA8013B1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bb123912b8d4bae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dc5e09310045ca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222">
            <a:extLst xmlns:a="http://schemas.openxmlformats.org/drawingml/2006/main">
              <a:ext uri="{FF2B5EF4-FFF2-40B4-BE49-F238E27FC236}">
                <a16:creationId xmlns:a16="http://schemas.microsoft.com/office/drawing/2014/main" id="{D8644259-7841-4612-BA9F-7E407824C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8845744c2434d49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2ad9a5b906414c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70768811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223">
            <a:extLst xmlns:a="http://schemas.openxmlformats.org/drawingml/2006/main">
              <a:ext uri="{FF2B5EF4-FFF2-40B4-BE49-F238E27FC236}">
                <a16:creationId xmlns:a16="http://schemas.microsoft.com/office/drawing/2014/main" id="{4A73BDFF-CD36-41C3-BF4B-4ECBA1230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E8048F4-142F-4AFF-AD09-C4A49A300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阿凱老師實戰案例導航｜研究與驗證</a:t>
            </a:r>
          </a:p>
        </p:txBody>
      </p:sp>
      <p:cxnSp>
        <p:nvCxnSpPr>
          <p:cNvPr id="33" name="shape-122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25">
            <a:extLst xmlns:a="http://schemas.openxmlformats.org/drawingml/2006/main">
              <a:ext uri="{FF2B5EF4-FFF2-40B4-BE49-F238E27FC236}">
                <a16:creationId xmlns:a16="http://schemas.microsoft.com/office/drawing/2014/main" id="{0E093A5E-9F54-40B3-B6CC-5DB35F441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1BBE830-BB5E-4F6C-B0D9-F4EA5F31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6" name="text-1226">
            <a:extLst xmlns:a="http://schemas.openxmlformats.org/drawingml/2006/main">
              <a:ext uri="{FF2B5EF4-FFF2-40B4-BE49-F238E27FC236}">
                <a16:creationId xmlns:a16="http://schemas.microsoft.com/office/drawing/2014/main" id="{957EC7C5-532A-4572-A717-FF9B7B91C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把資料來源、審查規準、無障礙檢測與人工覆核組成可追查的 Agent 流程。</a:t>
            </a:r>
          </a:p>
        </p:txBody>
      </p:sp>
      <p:sp>
        <p:nvSpPr>
          <p:cNvPr id="7" name="shape-1227">
            <a:extLst xmlns:a="http://schemas.openxmlformats.org/drawingml/2006/main">
              <a:ext uri="{FF2B5EF4-FFF2-40B4-BE49-F238E27FC236}">
                <a16:creationId xmlns:a16="http://schemas.microsoft.com/office/drawing/2014/main" id="{140F93C4-15B1-473A-8190-28AE736D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228">
            <a:extLst xmlns:a="http://schemas.openxmlformats.org/drawingml/2006/main">
              <a:ext uri="{FF2B5EF4-FFF2-40B4-BE49-F238E27FC236}">
                <a16:creationId xmlns:a16="http://schemas.microsoft.com/office/drawing/2014/main" id="{17640F47-367E-4498-B4A6-24E433116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#105 · 研究工作流程</a:t>
            </a:r>
          </a:p>
        </p:txBody>
      </p:sp>
      <p:sp>
        <p:nvSpPr>
          <p:cNvPr id="9" name="text-1229">
            <a:extLst xmlns:a="http://schemas.openxmlformats.org/drawingml/2006/main">
              <a:ext uri="{FF2B5EF4-FFF2-40B4-BE49-F238E27FC236}">
                <a16:creationId xmlns:a16="http://schemas.microsoft.com/office/drawing/2014/main" id="{066041EB-5EA3-4B26-A3EE-32DBDDE25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臺灣主權 AI 訓練語料庫</a:t>
            </a:r>
          </a:p>
        </p:txBody>
      </p:sp>
      <p:sp>
        <p:nvSpPr>
          <p:cNvPr id="10" name="text-1230">
            <a:extLst xmlns:a="http://schemas.openxmlformats.org/drawingml/2006/main">
              <a:ext uri="{FF2B5EF4-FFF2-40B4-BE49-F238E27FC236}">
                <a16:creationId xmlns:a16="http://schemas.microsoft.com/office/drawing/2014/main" id="{DCF58F21-D1B7-4764-B08E-8AB5AFAB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4,554 筆開放語料依主題、課綱與授權整理，再轉化成教學研究素材。</a:t>
            </a:r>
          </a:p>
        </p:txBody>
      </p:sp>
      <p:sp>
        <p:nvSpPr>
          <p:cNvPr id="11" name="text-1231">
            <a:extLst xmlns:a="http://schemas.openxmlformats.org/drawingml/2006/main">
              <a:ext uri="{FF2B5EF4-FFF2-40B4-BE49-F238E27FC236}">
                <a16:creationId xmlns:a16="http://schemas.microsoft.com/office/drawing/2014/main" id="{AA208BF2-25E0-4AF7-BFF9-10194C7F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7bfe152410e4135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35a0662af44795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232">
            <a:extLst xmlns:a="http://schemas.openxmlformats.org/drawingml/2006/main">
              <a:ext uri="{FF2B5EF4-FFF2-40B4-BE49-F238E27FC236}">
                <a16:creationId xmlns:a16="http://schemas.microsoft.com/office/drawing/2014/main" id="{B1D593DC-56BE-4555-8391-0195094A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f039b9e38ee4125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617dcd910d41e2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233">
            <a:extLst xmlns:a="http://schemas.openxmlformats.org/drawingml/2006/main">
              <a:ext uri="{FF2B5EF4-FFF2-40B4-BE49-F238E27FC236}">
                <a16:creationId xmlns:a16="http://schemas.microsoft.com/office/drawing/2014/main" id="{7C8C397F-61F0-420C-8AC6-D266F2233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6" name="text-1234">
            <a:extLst xmlns:a="http://schemas.openxmlformats.org/drawingml/2006/main">
              <a:ext uri="{FF2B5EF4-FFF2-40B4-BE49-F238E27FC236}">
                <a16:creationId xmlns:a16="http://schemas.microsoft.com/office/drawing/2014/main" id="{C6295CCD-2B4F-441C-A3B3-7C2A2B57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#123 · RWD／無障礙</a:t>
            </a:r>
          </a:p>
        </p:txBody>
      </p:sp>
      <p:sp>
        <p:nvSpPr>
          <p:cNvPr id="17" name="text-1235">
            <a:extLst xmlns:a="http://schemas.openxmlformats.org/drawingml/2006/main">
              <a:ext uri="{FF2B5EF4-FFF2-40B4-BE49-F238E27FC236}">
                <a16:creationId xmlns:a16="http://schemas.microsoft.com/office/drawing/2014/main" id="{9A99D2EF-69C5-499E-B0AB-11FD86FE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校網無障礙 AA 遷移操作平台</a:t>
            </a:r>
          </a:p>
        </p:txBody>
      </p:sp>
      <p:sp>
        <p:nvSpPr>
          <p:cNvPr id="18" name="text-1236">
            <a:extLst xmlns:a="http://schemas.openxmlformats.org/drawingml/2006/main">
              <a:ext uri="{FF2B5EF4-FFF2-40B4-BE49-F238E27FC236}">
                <a16:creationId xmlns:a16="http://schemas.microsoft.com/office/drawing/2014/main" id="{6680E298-A224-44E2-8289-A5B99A399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12 步遷移清單、對比度檢查與送審雷區，示範可驗證工作流程。</a:t>
            </a:r>
          </a:p>
        </p:txBody>
      </p:sp>
      <p:sp>
        <p:nvSpPr>
          <p:cNvPr id="19" name="text-1237">
            <a:extLst xmlns:a="http://schemas.openxmlformats.org/drawingml/2006/main">
              <a:ext uri="{FF2B5EF4-FFF2-40B4-BE49-F238E27FC236}">
                <a16:creationId xmlns:a16="http://schemas.microsoft.com/office/drawing/2014/main" id="{FE34F5C3-A01E-4EF7-BC17-714A8F6C3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322b0890ffd46ee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7bbc860c084bb7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238">
            <a:extLst xmlns:a="http://schemas.openxmlformats.org/drawingml/2006/main">
              <a:ext uri="{FF2B5EF4-FFF2-40B4-BE49-F238E27FC236}">
                <a16:creationId xmlns:a16="http://schemas.microsoft.com/office/drawing/2014/main" id="{7B7AEEAB-5CC9-462F-8E82-F75F1CB35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bc5b4021a1149b5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97a2926b2a4ce6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239">
            <a:extLst xmlns:a="http://schemas.openxmlformats.org/drawingml/2006/main">
              <a:ext uri="{FF2B5EF4-FFF2-40B4-BE49-F238E27FC236}">
                <a16:creationId xmlns:a16="http://schemas.microsoft.com/office/drawing/2014/main" id="{5B38E311-D9E4-4DAC-BB7D-B0395C6D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4" name="text-1240">
            <a:extLst xmlns:a="http://schemas.openxmlformats.org/drawingml/2006/main">
              <a:ext uri="{FF2B5EF4-FFF2-40B4-BE49-F238E27FC236}">
                <a16:creationId xmlns:a16="http://schemas.microsoft.com/office/drawing/2014/main" id="{E5B2D93D-E0D2-4A22-A2C9-7708E6BC4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#88 · Agent 驗證</a:t>
            </a:r>
          </a:p>
        </p:txBody>
      </p:sp>
      <p:sp>
        <p:nvSpPr>
          <p:cNvPr id="25" name="text-1241">
            <a:extLst xmlns:a="http://schemas.openxmlformats.org/drawingml/2006/main">
              <a:ext uri="{FF2B5EF4-FFF2-40B4-BE49-F238E27FC236}">
                <a16:creationId xmlns:a16="http://schemas.microsoft.com/office/drawing/2014/main" id="{4CB53BD3-945B-4CC5-968E-53D71714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國中課程計畫 AI 審查工具</a:t>
            </a:r>
          </a:p>
        </p:txBody>
      </p:sp>
      <p:sp>
        <p:nvSpPr>
          <p:cNvPr id="26" name="text-1242">
            <a:extLst xmlns:a="http://schemas.openxmlformats.org/drawingml/2006/main">
              <a:ext uri="{FF2B5EF4-FFF2-40B4-BE49-F238E27FC236}">
                <a16:creationId xmlns:a16="http://schemas.microsoft.com/office/drawing/2014/main" id="{5F32FDDE-D7AA-4C6A-B635-FA10F8293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依 40+ 審查標準逐項比對 PDF，示範規則、證據與人工覆核。</a:t>
            </a:r>
          </a:p>
        </p:txBody>
      </p:sp>
      <p:sp>
        <p:nvSpPr>
          <p:cNvPr id="27" name="text-1243">
            <a:extLst xmlns:a="http://schemas.openxmlformats.org/drawingml/2006/main">
              <a:ext uri="{FF2B5EF4-FFF2-40B4-BE49-F238E27FC236}">
                <a16:creationId xmlns:a16="http://schemas.microsoft.com/office/drawing/2014/main" id="{E44D3F7E-F6D6-4E9E-A116-48C232EAC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ffff2f072f3494f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c8b29a5143430c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244">
            <a:extLst xmlns:a="http://schemas.openxmlformats.org/drawingml/2006/main">
              <a:ext uri="{FF2B5EF4-FFF2-40B4-BE49-F238E27FC236}">
                <a16:creationId xmlns:a16="http://schemas.microsoft.com/office/drawing/2014/main" id="{A532459D-B993-4A5B-8EA2-02F68C7DD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4a057026ae943be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c6d724312f48d8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33165024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245">
            <a:extLst xmlns:a="http://schemas.openxmlformats.org/drawingml/2006/main">
              <a:ext uri="{FF2B5EF4-FFF2-40B4-BE49-F238E27FC236}">
                <a16:creationId xmlns:a16="http://schemas.microsoft.com/office/drawing/2014/main" id="{9A26F1F4-5DBD-4AB8-92A4-8A4FA13C8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1246">
            <a:extLst xmlns:a="http://schemas.openxmlformats.org/drawingml/2006/main">
              <a:ext uri="{FF2B5EF4-FFF2-40B4-BE49-F238E27FC236}">
                <a16:creationId xmlns:a16="http://schemas.microsoft.com/office/drawing/2014/main" id="{80E323C5-9DFB-474E-B3F0-C66475C6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3" name="text-1247">
            <a:extLst xmlns:a="http://schemas.openxmlformats.org/drawingml/2006/main">
              <a:ext uri="{FF2B5EF4-FFF2-40B4-BE49-F238E27FC236}">
                <a16:creationId xmlns:a16="http://schemas.microsoft.com/office/drawing/2014/main" id="{BF85ACAE-B63F-48A8-AAD9-C3556CE1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把工作區變成 Agent 的中央指揮中心：交付任務、監看計畫、檢查產物與驗證證據。</a:t>
            </a:r>
          </a:p>
        </p:txBody>
      </p:sp>
      <p:sp>
        <p:nvSpPr>
          <p:cNvPr id="4" name="shape-1248">
            <a:extLst xmlns:a="http://schemas.openxmlformats.org/drawingml/2006/main">
              <a:ext uri="{FF2B5EF4-FFF2-40B4-BE49-F238E27FC236}">
                <a16:creationId xmlns:a16="http://schemas.microsoft.com/office/drawing/2014/main" id="{FAFAB7F0-0930-4CDA-ACD2-55BACB59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249">
            <a:extLst xmlns:a="http://schemas.openxmlformats.org/drawingml/2006/main">
              <a:ext uri="{FF2B5EF4-FFF2-40B4-BE49-F238E27FC236}">
                <a16:creationId xmlns:a16="http://schemas.microsoft.com/office/drawing/2014/main" id="{8839873A-6804-44C8-9162-A9E9C5F6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1250">
            <a:extLst xmlns:a="http://schemas.openxmlformats.org/drawingml/2006/main">
              <a:ext uri="{FF2B5EF4-FFF2-40B4-BE49-F238E27FC236}">
                <a16:creationId xmlns:a16="http://schemas.microsoft.com/office/drawing/2014/main" id="{574A0773-992A-46BD-AF5D-42BB70FF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251">
            <a:extLst xmlns:a="http://schemas.openxmlformats.org/drawingml/2006/main">
              <a:ext uri="{FF2B5EF4-FFF2-40B4-BE49-F238E27FC236}">
                <a16:creationId xmlns:a16="http://schemas.microsoft.com/office/drawing/2014/main" id="{9000C9B3-38A5-4804-876B-A7532353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✦</a:t>
            </a:r>
          </a:p>
        </p:txBody>
      </p:sp>
      <p:sp>
        <p:nvSpPr>
          <p:cNvPr id="8" name="text-1252">
            <a:extLst xmlns:a="http://schemas.openxmlformats.org/drawingml/2006/main">
              <a:ext uri="{FF2B5EF4-FFF2-40B4-BE49-F238E27FC236}">
                <a16:creationId xmlns:a16="http://schemas.microsoft.com/office/drawing/2014/main" id="{7811B95C-3D72-4741-B26F-8E3CEB742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9" name="text-1253">
            <a:extLst xmlns:a="http://schemas.openxmlformats.org/drawingml/2006/main">
              <a:ext uri="{FF2B5EF4-FFF2-40B4-BE49-F238E27FC236}">
                <a16:creationId xmlns:a16="http://schemas.microsoft.com/office/drawing/2014/main" id="{0691C337-F96E-4524-99BB-B6227CDD2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Google Agent 工作區</a:t>
            </a:r>
          </a:p>
        </p:txBody>
      </p:sp>
      <p:cxnSp>
        <p:nvCxnSpPr>
          <p:cNvPr id="26" name="shape-125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11" name="text-1255">
            <a:extLst xmlns:a="http://schemas.openxmlformats.org/drawingml/2006/main">
              <a:ext uri="{FF2B5EF4-FFF2-40B4-BE49-F238E27FC236}">
                <a16:creationId xmlns:a16="http://schemas.microsoft.com/office/drawing/2014/main" id="{B21A68F3-83E1-4AE0-9E85-CA6E23B27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C8ACEF1-90EC-4B5C-A279-4B6C4BE9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13" name="text-2082">
            <a:extLst xmlns:a="http://schemas.openxmlformats.org/drawingml/2006/main">
              <a:ext uri="{FF2B5EF4-FFF2-40B4-BE49-F238E27FC236}">
                <a16:creationId xmlns:a16="http://schemas.microsoft.com/office/drawing/2014/main" id="{72437AA3-C85C-4C94-AA74-C0B8FDE9E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5c7805f3bf5499f"/>
              </a:rPr>
              <a:t>開啟 Antigravity ↗</a:t>
            </a:r>
          </a:p>
        </p:txBody>
      </p:sp>
      <p:sp>
        <p:nvSpPr>
          <p:cNvPr id="14" name="shape-2125">
            <a:extLst xmlns:a="http://schemas.openxmlformats.org/drawingml/2006/main">
              <a:ext uri="{FF2B5EF4-FFF2-40B4-BE49-F238E27FC236}">
                <a16:creationId xmlns:a16="http://schemas.microsoft.com/office/drawing/2014/main" id="{9A885C50-9A8B-4B20-8541-1D5C0B02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bba3d0cc424b2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2126">
            <a:extLst xmlns:a="http://schemas.openxmlformats.org/drawingml/2006/main">
              <a:ext uri="{FF2B5EF4-FFF2-40B4-BE49-F238E27FC236}">
                <a16:creationId xmlns:a16="http://schemas.microsoft.com/office/drawing/2014/main" id="{079C0B4A-12EA-4D96-8CF6-CE611D4E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3734150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1256">
            <a:extLst xmlns:a="http://schemas.openxmlformats.org/drawingml/2006/main">
              <a:ext uri="{FF2B5EF4-FFF2-40B4-BE49-F238E27FC236}">
                <a16:creationId xmlns:a16="http://schemas.microsoft.com/office/drawing/2014/main" id="{1BBA5DF9-A093-4DF3-906B-71CC2C68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AGENTIC DEVELOPMENT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753E8D1-E200-47B1-89F0-3569B46EC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Antigravity：不是更大的聊天框</a:t>
            </a:r>
          </a:p>
        </p:txBody>
      </p:sp>
      <p:cxnSp>
        <p:nvCxnSpPr>
          <p:cNvPr id="18" name="shape-125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58">
            <a:extLst xmlns:a="http://schemas.openxmlformats.org/drawingml/2006/main">
              <a:ext uri="{FF2B5EF4-FFF2-40B4-BE49-F238E27FC236}">
                <a16:creationId xmlns:a16="http://schemas.microsoft.com/office/drawing/2014/main" id="{CE9C4465-7490-49BC-ACFB-7647D445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68B2592-69FA-4602-ACDD-987D473A1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1259">
            <a:extLst xmlns:a="http://schemas.openxmlformats.org/drawingml/2006/main">
              <a:ext uri="{FF2B5EF4-FFF2-40B4-BE49-F238E27FC236}">
                <a16:creationId xmlns:a16="http://schemas.microsoft.com/office/drawing/2014/main" id="{872D64CE-D160-493D-AEF2-5BB22FAA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260">
            <a:extLst xmlns:a="http://schemas.openxmlformats.org/drawingml/2006/main">
              <a:ext uri="{FF2B5EF4-FFF2-40B4-BE49-F238E27FC236}">
                <a16:creationId xmlns:a16="http://schemas.microsoft.com/office/drawing/2014/main" id="{D92599BB-C64E-4236-8D6F-8468BC85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261">
            <a:extLst xmlns:a="http://schemas.openxmlformats.org/drawingml/2006/main">
              <a:ext uri="{FF2B5EF4-FFF2-40B4-BE49-F238E27FC236}">
                <a16:creationId xmlns:a16="http://schemas.microsoft.com/office/drawing/2014/main" id="{26F5C766-2A28-4BB3-8627-14E80A0A5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你提供</a:t>
            </a:r>
          </a:p>
        </p:txBody>
      </p:sp>
      <p:sp>
        <p:nvSpPr>
          <p:cNvPr id="9" name="text-1262">
            <a:extLst xmlns:a="http://schemas.openxmlformats.org/drawingml/2006/main">
              <a:ext uri="{FF2B5EF4-FFF2-40B4-BE49-F238E27FC236}">
                <a16:creationId xmlns:a16="http://schemas.microsoft.com/office/drawing/2014/main" id="{D8DC9E3A-893A-41A8-B5C6-F2D12110F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工作區與檔案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清楚的任務與限制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可驗收的完成條件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必要的授權</a:t>
            </a:r>
          </a:p>
        </p:txBody>
      </p:sp>
      <p:sp>
        <p:nvSpPr>
          <p:cNvPr id="10" name="text-1263">
            <a:extLst xmlns:a="http://schemas.openxmlformats.org/drawingml/2006/main">
              <a:ext uri="{FF2B5EF4-FFF2-40B4-BE49-F238E27FC236}">
                <a16:creationId xmlns:a16="http://schemas.microsoft.com/office/drawing/2014/main" id="{72CB4A02-EB5E-49AD-AB27-22834C6F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推進</a:t>
            </a:r>
          </a:p>
        </p:txBody>
      </p:sp>
      <p:sp>
        <p:nvSpPr>
          <p:cNvPr id="11" name="text-1264">
            <a:extLst xmlns:a="http://schemas.openxmlformats.org/drawingml/2006/main">
              <a:ext uri="{FF2B5EF4-FFF2-40B4-BE49-F238E27FC236}">
                <a16:creationId xmlns:a16="http://schemas.microsoft.com/office/drawing/2014/main" id="{91086CF0-102D-4392-883C-523A8F59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建立計畫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使用檔案與工具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修改、執行與檢查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回報成果與阻礙</a:t>
            </a:r>
          </a:p>
        </p:txBody>
      </p:sp>
      <p:sp>
        <p:nvSpPr>
          <p:cNvPr id="12" name="text-2083">
            <a:extLst xmlns:a="http://schemas.openxmlformats.org/drawingml/2006/main">
              <a:ext uri="{FF2B5EF4-FFF2-40B4-BE49-F238E27FC236}">
                <a16:creationId xmlns:a16="http://schemas.microsoft.com/office/drawing/2014/main" id="{29B25F52-9D47-4435-811F-35439598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885a7647a384e84"/>
              </a:rPr>
              <a:t>開啟 Antigravity ↗</a:t>
            </a:r>
          </a:p>
        </p:txBody>
      </p:sp>
      <p:sp>
        <p:nvSpPr>
          <p:cNvPr id="13" name="shape-2127">
            <a:extLst xmlns:a="http://schemas.openxmlformats.org/drawingml/2006/main">
              <a:ext uri="{FF2B5EF4-FFF2-40B4-BE49-F238E27FC236}">
                <a16:creationId xmlns:a16="http://schemas.microsoft.com/office/drawing/2014/main" id="{6D6F9320-5680-4090-8232-B0EF3490B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dbf09617274800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2128">
            <a:extLst xmlns:a="http://schemas.openxmlformats.org/drawingml/2006/main">
              <a:ext uri="{FF2B5EF4-FFF2-40B4-BE49-F238E27FC236}">
                <a16:creationId xmlns:a16="http://schemas.microsoft.com/office/drawing/2014/main" id="{EA435C75-24FC-4593-A4FE-4ABBFCC7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62228667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265">
            <a:extLst xmlns:a="http://schemas.openxmlformats.org/drawingml/2006/main">
              <a:ext uri="{FF2B5EF4-FFF2-40B4-BE49-F238E27FC236}">
                <a16:creationId xmlns:a16="http://schemas.microsoft.com/office/drawing/2014/main" id="{F9D10EB3-7C8A-4FC0-8D8D-EB9128157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WORKHORSE MODEL · NEW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0966729-4153-49E7-816B-07F049E17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Gemini 3.7 Flash：Antigravity 的工作馬</a:t>
            </a:r>
          </a:p>
        </p:txBody>
      </p:sp>
      <p:cxnSp>
        <p:nvCxnSpPr>
          <p:cNvPr id="30" name="shape-126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67">
            <a:extLst xmlns:a="http://schemas.openxmlformats.org/drawingml/2006/main">
              <a:ext uri="{FF2B5EF4-FFF2-40B4-BE49-F238E27FC236}">
                <a16:creationId xmlns:a16="http://schemas.microsoft.com/office/drawing/2014/main" id="{D143497E-B500-4639-BD23-79C7CC3E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E05E847-8748-4685-962F-BD521B40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1268">
            <a:extLst xmlns:a="http://schemas.openxmlformats.org/drawingml/2006/main">
              <a:ext uri="{FF2B5EF4-FFF2-40B4-BE49-F238E27FC236}">
                <a16:creationId xmlns:a16="http://schemas.microsoft.com/office/drawing/2014/main" id="{751092F8-54ED-4605-BCA2-DF05668B4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269">
            <a:extLst xmlns:a="http://schemas.openxmlformats.org/drawingml/2006/main">
              <a:ext uri="{FF2B5EF4-FFF2-40B4-BE49-F238E27FC236}">
                <a16:creationId xmlns:a16="http://schemas.microsoft.com/office/drawing/2014/main" id="{62B76BD6-3E44-4734-83B9-B8A6EE5B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270">
            <a:extLst xmlns:a="http://schemas.openxmlformats.org/drawingml/2006/main">
              <a:ext uri="{FF2B5EF4-FFF2-40B4-BE49-F238E27FC236}">
                <a16:creationId xmlns:a16="http://schemas.microsoft.com/office/drawing/2014/main" id="{14DCD116-20D5-4C60-A2FC-F7B98FB7A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官方定位</a:t>
            </a:r>
          </a:p>
        </p:txBody>
      </p:sp>
      <p:sp>
        <p:nvSpPr>
          <p:cNvPr id="9" name="text-1271">
            <a:extLst xmlns:a="http://schemas.openxmlformats.org/drawingml/2006/main">
              <a:ext uri="{FF2B5EF4-FFF2-40B4-BE49-F238E27FC236}">
                <a16:creationId xmlns:a16="http://schemas.microsoft.com/office/drawing/2014/main" id="{C6C59204-A874-4DD3-83EE-D382F09A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Gemini 3.7 Flash 已正式 GA，針對複雜 coding、Agent 工作流與可靠的多步驟執行設計。</a:t>
            </a:r>
          </a:p>
        </p:txBody>
      </p:sp>
      <p:sp>
        <p:nvSpPr>
          <p:cNvPr id="10" name="shape-1272">
            <a:extLst xmlns:a="http://schemas.openxmlformats.org/drawingml/2006/main">
              <a:ext uri="{FF2B5EF4-FFF2-40B4-BE49-F238E27FC236}">
                <a16:creationId xmlns:a16="http://schemas.microsoft.com/office/drawing/2014/main" id="{66A9EC83-27F1-44F3-BB41-256108B0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273">
            <a:extLst xmlns:a="http://schemas.openxmlformats.org/drawingml/2006/main">
              <a:ext uri="{FF2B5EF4-FFF2-40B4-BE49-F238E27FC236}">
                <a16:creationId xmlns:a16="http://schemas.microsoft.com/office/drawing/2014/main" id="{AF96D3A1-CBF2-4751-85D7-8D011B95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274">
            <a:extLst xmlns:a="http://schemas.openxmlformats.org/drawingml/2006/main">
              <a:ext uri="{FF2B5EF4-FFF2-40B4-BE49-F238E27FC236}">
                <a16:creationId xmlns:a16="http://schemas.microsoft.com/office/drawing/2014/main" id="{70BCD11F-C0D0-444E-8B2B-45594E02A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為何適合長鏈</a:t>
            </a:r>
          </a:p>
        </p:txBody>
      </p:sp>
      <p:sp>
        <p:nvSpPr>
          <p:cNvPr id="13" name="text-1275">
            <a:extLst xmlns:a="http://schemas.openxmlformats.org/drawingml/2006/main">
              <a:ext uri="{FF2B5EF4-FFF2-40B4-BE49-F238E27FC236}">
                <a16:creationId xmlns:a16="http://schemas.microsoft.com/office/drawing/2014/main" id="{B55048DE-FD26-4F2D-A733-7AD19CD4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更重視長程規劃、工具使用與任務推進，適合把完整工作交給它持續執行。</a:t>
            </a:r>
          </a:p>
        </p:txBody>
      </p:sp>
      <p:sp>
        <p:nvSpPr>
          <p:cNvPr id="14" name="shape-1276">
            <a:extLst xmlns:a="http://schemas.openxmlformats.org/drawingml/2006/main">
              <a:ext uri="{FF2B5EF4-FFF2-40B4-BE49-F238E27FC236}">
                <a16:creationId xmlns:a16="http://schemas.microsoft.com/office/drawing/2014/main" id="{6E9207BA-EF19-444B-BB0B-A70BE2B6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277">
            <a:extLst xmlns:a="http://schemas.openxmlformats.org/drawingml/2006/main">
              <a:ext uri="{FF2B5EF4-FFF2-40B4-BE49-F238E27FC236}">
                <a16:creationId xmlns:a16="http://schemas.microsoft.com/office/drawing/2014/main" id="{463232D7-5F71-4B58-BD76-ACE67BE23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278">
            <a:extLst xmlns:a="http://schemas.openxmlformats.org/drawingml/2006/main">
              <a:ext uri="{FF2B5EF4-FFF2-40B4-BE49-F238E27FC236}">
                <a16:creationId xmlns:a16="http://schemas.microsoft.com/office/drawing/2014/main" id="{E045E492-8B82-4250-BB3F-9200CC1E8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放進 Harness</a:t>
            </a:r>
          </a:p>
        </p:txBody>
      </p:sp>
      <p:sp>
        <p:nvSpPr>
          <p:cNvPr id="17" name="text-1279">
            <a:extLst xmlns:a="http://schemas.openxmlformats.org/drawingml/2006/main">
              <a:ext uri="{FF2B5EF4-FFF2-40B4-BE49-F238E27FC236}">
                <a16:creationId xmlns:a16="http://schemas.microsoft.com/office/drawing/2014/main" id="{1E253D3B-BBA2-4C6D-8162-B81D7536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先寫清楚目標、素材、可用工具、權限範圍與完成條件，再讓模型成為可監督的工作馬。</a:t>
            </a:r>
          </a:p>
        </p:txBody>
      </p:sp>
      <p:sp>
        <p:nvSpPr>
          <p:cNvPr id="18" name="shape-1280">
            <a:extLst xmlns:a="http://schemas.openxmlformats.org/drawingml/2006/main">
              <a:ext uri="{FF2B5EF4-FFF2-40B4-BE49-F238E27FC236}">
                <a16:creationId xmlns:a16="http://schemas.microsoft.com/office/drawing/2014/main" id="{70662A2D-5A6A-433F-BE80-F9310054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281">
            <a:extLst xmlns:a="http://schemas.openxmlformats.org/drawingml/2006/main">
              <a:ext uri="{FF2B5EF4-FFF2-40B4-BE49-F238E27FC236}">
                <a16:creationId xmlns:a16="http://schemas.microsoft.com/office/drawing/2014/main" id="{6CF3DED9-064C-41D5-856E-F2E9C42B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282">
            <a:extLst xmlns:a="http://schemas.openxmlformats.org/drawingml/2006/main">
              <a:ext uri="{FF2B5EF4-FFF2-40B4-BE49-F238E27FC236}">
                <a16:creationId xmlns:a16="http://schemas.microsoft.com/office/drawing/2014/main" id="{D7D4CE86-5FC2-4802-9F4C-972519D5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信任仍要驗收</a:t>
            </a:r>
          </a:p>
        </p:txBody>
      </p:sp>
      <p:sp>
        <p:nvSpPr>
          <p:cNvPr id="21" name="text-1283">
            <a:extLst xmlns:a="http://schemas.openxmlformats.org/drawingml/2006/main">
              <a:ext uri="{FF2B5EF4-FFF2-40B4-BE49-F238E27FC236}">
                <a16:creationId xmlns:a16="http://schemas.microsoft.com/office/drawing/2014/main" id="{58045917-C0BB-4645-BE4C-8A12A825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模型能力提升不等於放任自動化；人要看計畫、測試與證據，遇到關鍵節點要能停下來決策。</a:t>
            </a:r>
          </a:p>
        </p:txBody>
      </p:sp>
      <p:sp>
        <p:nvSpPr>
          <p:cNvPr id="22" name="text-2089">
            <a:extLst xmlns:a="http://schemas.openxmlformats.org/drawingml/2006/main">
              <a:ext uri="{FF2B5EF4-FFF2-40B4-BE49-F238E27FC236}">
                <a16:creationId xmlns:a16="http://schemas.microsoft.com/office/drawing/2014/main" id="{A0B19213-D4B2-45FA-BF63-456D9427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8c16f15c3684fcb"/>
              </a:rPr>
              <a:t>Gemini 3.7 Flash 官方模型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2df9b2a721c48a8"/>
              </a:rPr>
              <a:t>Google 官方介紹 ↗</a:t>
            </a:r>
          </a:p>
        </p:txBody>
      </p:sp>
      <p:sp>
        <p:nvSpPr>
          <p:cNvPr id="23" name="shape-2139">
            <a:extLst xmlns:a="http://schemas.openxmlformats.org/drawingml/2006/main">
              <a:ext uri="{FF2B5EF4-FFF2-40B4-BE49-F238E27FC236}">
                <a16:creationId xmlns:a16="http://schemas.microsoft.com/office/drawing/2014/main" id="{E1094639-1783-4D59-962D-DCF910DC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0d05aa084f425f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2140">
            <a:extLst xmlns:a="http://schemas.openxmlformats.org/drawingml/2006/main">
              <a:ext uri="{FF2B5EF4-FFF2-40B4-BE49-F238E27FC236}">
                <a16:creationId xmlns:a16="http://schemas.microsoft.com/office/drawing/2014/main" id="{9572FAF3-4E06-4A30-8417-455C9C346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3.7 Flash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95496712ca439a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2141">
            <a:extLst xmlns:a="http://schemas.openxmlformats.org/drawingml/2006/main">
              <a:ext uri="{FF2B5EF4-FFF2-40B4-BE49-F238E27FC236}">
                <a16:creationId xmlns:a16="http://schemas.microsoft.com/office/drawing/2014/main" id="{318F65AE-E80F-4947-ABC4-8761E115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Google 官方介紹</a:t>
            </a:r>
          </a:p>
        </p:txBody>
      </p:sp>
    </p:spTree>
    <p:extLst>
      <p:ext uri="{BB962C8B-B14F-4D97-AF65-F5344CB8AC3E}">
        <p14:creationId xmlns:p14="http://schemas.microsoft.com/office/powerpoint/2010/main" val="159164708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284">
            <a:extLst xmlns:a="http://schemas.openxmlformats.org/drawingml/2006/main">
              <a:ext uri="{FF2B5EF4-FFF2-40B4-BE49-F238E27FC236}">
                <a16:creationId xmlns:a16="http://schemas.microsoft.com/office/drawing/2014/main" id="{E816DEDC-780A-4758-93CB-26AB0F09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WORKSPACE ORIENTATION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446F6D6-D41E-4200-9B2B-1F0EE7C7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進入工作區，先看四個地方</a:t>
            </a:r>
          </a:p>
        </p:txBody>
      </p:sp>
      <p:cxnSp>
        <p:nvCxnSpPr>
          <p:cNvPr id="28" name="shape-128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86">
            <a:extLst xmlns:a="http://schemas.openxmlformats.org/drawingml/2006/main">
              <a:ext uri="{FF2B5EF4-FFF2-40B4-BE49-F238E27FC236}">
                <a16:creationId xmlns:a16="http://schemas.microsoft.com/office/drawing/2014/main" id="{DB1916BA-810C-45C3-B5FB-B64D17B5E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9F678F2-6CBC-440F-B1EA-F1D8421A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shape-1287">
            <a:extLst xmlns:a="http://schemas.openxmlformats.org/drawingml/2006/main">
              <a:ext uri="{FF2B5EF4-FFF2-40B4-BE49-F238E27FC236}">
                <a16:creationId xmlns:a16="http://schemas.microsoft.com/office/drawing/2014/main" id="{F2A8A77D-6B5F-4F38-BBBA-C4EAE800D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288">
            <a:extLst xmlns:a="http://schemas.openxmlformats.org/drawingml/2006/main">
              <a:ext uri="{FF2B5EF4-FFF2-40B4-BE49-F238E27FC236}">
                <a16:creationId xmlns:a16="http://schemas.microsoft.com/office/drawing/2014/main" id="{04A159A0-30BA-4633-8ABA-CF559E3D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289">
            <a:extLst xmlns:a="http://schemas.openxmlformats.org/drawingml/2006/main">
              <a:ext uri="{FF2B5EF4-FFF2-40B4-BE49-F238E27FC236}">
                <a16:creationId xmlns:a16="http://schemas.microsoft.com/office/drawing/2014/main" id="{339743F4-07EE-4029-8276-1BF302DC4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檔案</a:t>
            </a:r>
          </a:p>
        </p:txBody>
      </p:sp>
      <p:sp>
        <p:nvSpPr>
          <p:cNvPr id="9" name="text-1290">
            <a:extLst xmlns:a="http://schemas.openxmlformats.org/drawingml/2006/main">
              <a:ext uri="{FF2B5EF4-FFF2-40B4-BE49-F238E27FC236}">
                <a16:creationId xmlns:a16="http://schemas.microsoft.com/office/drawing/2014/main" id="{AD390F7F-0CC1-4EFB-868B-0501EB79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Agent 能看到哪些素材？是否把敏感檔案放錯位置？</a:t>
            </a:r>
          </a:p>
        </p:txBody>
      </p:sp>
      <p:sp>
        <p:nvSpPr>
          <p:cNvPr id="10" name="shape-1291">
            <a:extLst xmlns:a="http://schemas.openxmlformats.org/drawingml/2006/main">
              <a:ext uri="{FF2B5EF4-FFF2-40B4-BE49-F238E27FC236}">
                <a16:creationId xmlns:a16="http://schemas.microsoft.com/office/drawing/2014/main" id="{D03C53EC-1AEA-4978-AC34-1FC3A53B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292">
            <a:extLst xmlns:a="http://schemas.openxmlformats.org/drawingml/2006/main">
              <a:ext uri="{FF2B5EF4-FFF2-40B4-BE49-F238E27FC236}">
                <a16:creationId xmlns:a16="http://schemas.microsoft.com/office/drawing/2014/main" id="{5F4781E4-DF51-43B9-8ADC-C1434E2C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293">
            <a:extLst xmlns:a="http://schemas.openxmlformats.org/drawingml/2006/main">
              <a:ext uri="{FF2B5EF4-FFF2-40B4-BE49-F238E27FC236}">
                <a16:creationId xmlns:a16="http://schemas.microsoft.com/office/drawing/2014/main" id="{26083305-949C-48FE-9C14-800027BF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任務</a:t>
            </a:r>
          </a:p>
        </p:txBody>
      </p:sp>
      <p:sp>
        <p:nvSpPr>
          <p:cNvPr id="13" name="text-1294">
            <a:extLst xmlns:a="http://schemas.openxmlformats.org/drawingml/2006/main">
              <a:ext uri="{FF2B5EF4-FFF2-40B4-BE49-F238E27FC236}">
                <a16:creationId xmlns:a16="http://schemas.microsoft.com/office/drawing/2014/main" id="{42954507-F0EC-45B3-A574-08D95B9D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目標是否單一、具體，且能在本工作區完成？</a:t>
            </a:r>
          </a:p>
        </p:txBody>
      </p:sp>
      <p:sp>
        <p:nvSpPr>
          <p:cNvPr id="14" name="shape-1295">
            <a:extLst xmlns:a="http://schemas.openxmlformats.org/drawingml/2006/main">
              <a:ext uri="{FF2B5EF4-FFF2-40B4-BE49-F238E27FC236}">
                <a16:creationId xmlns:a16="http://schemas.microsoft.com/office/drawing/2014/main" id="{BE50C445-F494-488F-8302-B8EB6448A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296">
            <a:extLst xmlns:a="http://schemas.openxmlformats.org/drawingml/2006/main">
              <a:ext uri="{FF2B5EF4-FFF2-40B4-BE49-F238E27FC236}">
                <a16:creationId xmlns:a16="http://schemas.microsoft.com/office/drawing/2014/main" id="{BBD28145-54ED-456C-B311-61D538CD2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297">
            <a:extLst xmlns:a="http://schemas.openxmlformats.org/drawingml/2006/main">
              <a:ext uri="{FF2B5EF4-FFF2-40B4-BE49-F238E27FC236}">
                <a16:creationId xmlns:a16="http://schemas.microsoft.com/office/drawing/2014/main" id="{3FAFEECE-1B8D-4BBA-BB72-BCFE48C9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計畫</a:t>
            </a:r>
          </a:p>
        </p:txBody>
      </p:sp>
      <p:sp>
        <p:nvSpPr>
          <p:cNvPr id="17" name="text-1298">
            <a:extLst xmlns:a="http://schemas.openxmlformats.org/drawingml/2006/main">
              <a:ext uri="{FF2B5EF4-FFF2-40B4-BE49-F238E27FC236}">
                <a16:creationId xmlns:a16="http://schemas.microsoft.com/office/drawing/2014/main" id="{8BE4DEA7-264D-4B8F-90BC-E6C153A2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步驟是否合理？哪一步需要授權或外部資訊？</a:t>
            </a:r>
          </a:p>
        </p:txBody>
      </p:sp>
      <p:sp>
        <p:nvSpPr>
          <p:cNvPr id="18" name="shape-1299">
            <a:extLst xmlns:a="http://schemas.openxmlformats.org/drawingml/2006/main">
              <a:ext uri="{FF2B5EF4-FFF2-40B4-BE49-F238E27FC236}">
                <a16:creationId xmlns:a16="http://schemas.microsoft.com/office/drawing/2014/main" id="{00BF136C-2E1D-406D-B120-08DB8E5D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300">
            <a:extLst xmlns:a="http://schemas.openxmlformats.org/drawingml/2006/main">
              <a:ext uri="{FF2B5EF4-FFF2-40B4-BE49-F238E27FC236}">
                <a16:creationId xmlns:a16="http://schemas.microsoft.com/office/drawing/2014/main" id="{1CA97DC1-A665-4983-B6C7-295BE6B2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301">
            <a:extLst xmlns:a="http://schemas.openxmlformats.org/drawingml/2006/main">
              <a:ext uri="{FF2B5EF4-FFF2-40B4-BE49-F238E27FC236}">
                <a16:creationId xmlns:a16="http://schemas.microsoft.com/office/drawing/2014/main" id="{C120DA9F-0A39-4D3D-8774-C25602F3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結果</a:t>
            </a:r>
          </a:p>
        </p:txBody>
      </p:sp>
      <p:sp>
        <p:nvSpPr>
          <p:cNvPr id="21" name="text-1302">
            <a:extLst xmlns:a="http://schemas.openxmlformats.org/drawingml/2006/main">
              <a:ext uri="{FF2B5EF4-FFF2-40B4-BE49-F238E27FC236}">
                <a16:creationId xmlns:a16="http://schemas.microsoft.com/office/drawing/2014/main" id="{4ECECC1F-9784-4117-8259-2B2BEA5E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有哪些變更、測試、畫面與仍未確認的項目？</a:t>
            </a:r>
          </a:p>
        </p:txBody>
      </p:sp>
      <p:sp>
        <p:nvSpPr>
          <p:cNvPr id="22" name="text-2084">
            <a:extLst xmlns:a="http://schemas.openxmlformats.org/drawingml/2006/main">
              <a:ext uri="{FF2B5EF4-FFF2-40B4-BE49-F238E27FC236}">
                <a16:creationId xmlns:a16="http://schemas.microsoft.com/office/drawing/2014/main" id="{2DFAF8B3-32C3-42E1-A2DF-F91026086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dafe74d96ab489f"/>
              </a:rPr>
              <a:t>開啟 Antigravity ↗</a:t>
            </a:r>
          </a:p>
        </p:txBody>
      </p:sp>
      <p:sp>
        <p:nvSpPr>
          <p:cNvPr id="23" name="shape-2129">
            <a:extLst xmlns:a="http://schemas.openxmlformats.org/drawingml/2006/main">
              <a:ext uri="{FF2B5EF4-FFF2-40B4-BE49-F238E27FC236}">
                <a16:creationId xmlns:a16="http://schemas.microsoft.com/office/drawing/2014/main" id="{E3E7E51B-4077-4450-9CB3-DDE79C5B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3e4271162c42e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2130">
            <a:extLst xmlns:a="http://schemas.openxmlformats.org/drawingml/2006/main">
              <a:ext uri="{FF2B5EF4-FFF2-40B4-BE49-F238E27FC236}">
                <a16:creationId xmlns:a16="http://schemas.microsoft.com/office/drawing/2014/main" id="{70C93793-9D4E-4ADD-A0E0-AEE68B40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95224488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303">
            <a:extLst xmlns:a="http://schemas.openxmlformats.org/drawingml/2006/main">
              <a:ext uri="{FF2B5EF4-FFF2-40B4-BE49-F238E27FC236}">
                <a16:creationId xmlns:a16="http://schemas.microsoft.com/office/drawing/2014/main" id="{7F30D635-28A7-49E6-8102-781EE1BD4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TASK BRIEF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35D3279-0C14-4A8E-8E0C-8534AD62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第一個 Agent 任務：四句話就能清楚</a:t>
            </a:r>
          </a:p>
        </p:txBody>
      </p:sp>
      <p:cxnSp>
        <p:nvCxnSpPr>
          <p:cNvPr id="28" name="shape-130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05">
            <a:extLst xmlns:a="http://schemas.openxmlformats.org/drawingml/2006/main">
              <a:ext uri="{FF2B5EF4-FFF2-40B4-BE49-F238E27FC236}">
                <a16:creationId xmlns:a16="http://schemas.microsoft.com/office/drawing/2014/main" id="{0AEAA7B9-9A5D-4F14-8377-4D88066D4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322CC18-8075-4563-B2E6-84CB7AFCC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shape-1306">
            <a:extLst xmlns:a="http://schemas.openxmlformats.org/drawingml/2006/main">
              <a:ext uri="{FF2B5EF4-FFF2-40B4-BE49-F238E27FC236}">
                <a16:creationId xmlns:a16="http://schemas.microsoft.com/office/drawing/2014/main" id="{A274462C-6D51-4BF6-987A-69E3BBF6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307">
            <a:extLst xmlns:a="http://schemas.openxmlformats.org/drawingml/2006/main">
              <a:ext uri="{FF2B5EF4-FFF2-40B4-BE49-F238E27FC236}">
                <a16:creationId xmlns:a16="http://schemas.microsoft.com/office/drawing/2014/main" id="{BBB7E694-A173-480F-A2AB-71F9C3AFA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08">
            <a:extLst xmlns:a="http://schemas.openxmlformats.org/drawingml/2006/main">
              <a:ext uri="{FF2B5EF4-FFF2-40B4-BE49-F238E27FC236}">
                <a16:creationId xmlns:a16="http://schemas.microsoft.com/office/drawing/2014/main" id="{C552B979-08F8-48A8-8173-6A2F10B6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目標</a:t>
            </a:r>
          </a:p>
        </p:txBody>
      </p:sp>
      <p:sp>
        <p:nvSpPr>
          <p:cNvPr id="9" name="text-1309">
            <a:extLst xmlns:a="http://schemas.openxmlformats.org/drawingml/2006/main">
              <a:ext uri="{FF2B5EF4-FFF2-40B4-BE49-F238E27FC236}">
                <a16:creationId xmlns:a16="http://schemas.microsoft.com/office/drawing/2014/main" id="{271ABA48-E20A-4A2D-B01D-0B1BC6FA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把上午 Canvas 原型改善成可在手機使用的教學活動。</a:t>
            </a:r>
          </a:p>
        </p:txBody>
      </p:sp>
      <p:sp>
        <p:nvSpPr>
          <p:cNvPr id="10" name="shape-1310">
            <a:extLst xmlns:a="http://schemas.openxmlformats.org/drawingml/2006/main">
              <a:ext uri="{FF2B5EF4-FFF2-40B4-BE49-F238E27FC236}">
                <a16:creationId xmlns:a16="http://schemas.microsoft.com/office/drawing/2014/main" id="{88EE87AE-F68B-427E-92C3-26C1E0DAF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311">
            <a:extLst xmlns:a="http://schemas.openxmlformats.org/drawingml/2006/main">
              <a:ext uri="{FF2B5EF4-FFF2-40B4-BE49-F238E27FC236}">
                <a16:creationId xmlns:a16="http://schemas.microsoft.com/office/drawing/2014/main" id="{6D71091F-941D-4F4E-9D84-1134906B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312">
            <a:extLst xmlns:a="http://schemas.openxmlformats.org/drawingml/2006/main">
              <a:ext uri="{FF2B5EF4-FFF2-40B4-BE49-F238E27FC236}">
                <a16:creationId xmlns:a16="http://schemas.microsoft.com/office/drawing/2014/main" id="{F924C2A2-B633-46D5-9169-8EF654358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素材</a:t>
            </a:r>
          </a:p>
        </p:txBody>
      </p:sp>
      <p:sp>
        <p:nvSpPr>
          <p:cNvPr id="13" name="text-1313">
            <a:extLst xmlns:a="http://schemas.openxmlformats.org/drawingml/2006/main">
              <a:ext uri="{FF2B5EF4-FFF2-40B4-BE49-F238E27FC236}">
                <a16:creationId xmlns:a16="http://schemas.microsoft.com/office/drawing/2014/main" id="{A80DC549-4D47-4DBE-931F-EBB752CD8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使用指定資料夾、截圖、課程文字與現有程式碼。</a:t>
            </a:r>
          </a:p>
        </p:txBody>
      </p:sp>
      <p:sp>
        <p:nvSpPr>
          <p:cNvPr id="14" name="shape-1314">
            <a:extLst xmlns:a="http://schemas.openxmlformats.org/drawingml/2006/main">
              <a:ext uri="{FF2B5EF4-FFF2-40B4-BE49-F238E27FC236}">
                <a16:creationId xmlns:a16="http://schemas.microsoft.com/office/drawing/2014/main" id="{4A5CD741-5888-4E3C-A6F0-2AB9B4EDD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315">
            <a:extLst xmlns:a="http://schemas.openxmlformats.org/drawingml/2006/main">
              <a:ext uri="{FF2B5EF4-FFF2-40B4-BE49-F238E27FC236}">
                <a16:creationId xmlns:a16="http://schemas.microsoft.com/office/drawing/2014/main" id="{ED1E7356-FAD0-43C6-89CF-AC6AF9A5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316">
            <a:extLst xmlns:a="http://schemas.openxmlformats.org/drawingml/2006/main">
              <a:ext uri="{FF2B5EF4-FFF2-40B4-BE49-F238E27FC236}">
                <a16:creationId xmlns:a16="http://schemas.microsoft.com/office/drawing/2014/main" id="{62C5B61E-9C58-4B59-98EB-A5446C681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限制</a:t>
            </a:r>
          </a:p>
        </p:txBody>
      </p:sp>
      <p:sp>
        <p:nvSpPr>
          <p:cNvPr id="17" name="text-1317">
            <a:extLst xmlns:a="http://schemas.openxmlformats.org/drawingml/2006/main">
              <a:ext uri="{FF2B5EF4-FFF2-40B4-BE49-F238E27FC236}">
                <a16:creationId xmlns:a16="http://schemas.microsoft.com/office/drawing/2014/main" id="{41953B6F-6964-4D2F-AFC1-3A09BB75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不改核心內容、不放個資、不新增付費服務、不直接公開。</a:t>
            </a:r>
          </a:p>
        </p:txBody>
      </p:sp>
      <p:sp>
        <p:nvSpPr>
          <p:cNvPr id="18" name="shape-1318">
            <a:extLst xmlns:a="http://schemas.openxmlformats.org/drawingml/2006/main">
              <a:ext uri="{FF2B5EF4-FFF2-40B4-BE49-F238E27FC236}">
                <a16:creationId xmlns:a16="http://schemas.microsoft.com/office/drawing/2014/main" id="{08A791F1-4738-4CE7-8A93-015167178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319">
            <a:extLst xmlns:a="http://schemas.openxmlformats.org/drawingml/2006/main">
              <a:ext uri="{FF2B5EF4-FFF2-40B4-BE49-F238E27FC236}">
                <a16:creationId xmlns:a16="http://schemas.microsoft.com/office/drawing/2014/main" id="{7CEDDB66-E397-4638-B99D-F7B6DA372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320">
            <a:extLst xmlns:a="http://schemas.openxmlformats.org/drawingml/2006/main">
              <a:ext uri="{FF2B5EF4-FFF2-40B4-BE49-F238E27FC236}">
                <a16:creationId xmlns:a16="http://schemas.microsoft.com/office/drawing/2014/main" id="{EAF171BD-EE2F-4463-B718-E837D338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驗收</a:t>
            </a:r>
          </a:p>
        </p:txBody>
      </p:sp>
      <p:sp>
        <p:nvSpPr>
          <p:cNvPr id="21" name="text-1321">
            <a:extLst xmlns:a="http://schemas.openxmlformats.org/drawingml/2006/main">
              <a:ext uri="{FF2B5EF4-FFF2-40B4-BE49-F238E27FC236}">
                <a16:creationId xmlns:a16="http://schemas.microsoft.com/office/drawing/2014/main" id="{FF1E8DCF-2AAB-4330-A459-2F4D2AD7C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完成桌機與手機測試，提供修改摘要與畫面證據。</a:t>
            </a:r>
          </a:p>
        </p:txBody>
      </p:sp>
      <p:sp>
        <p:nvSpPr>
          <p:cNvPr id="22" name="text-2085">
            <a:extLst xmlns:a="http://schemas.openxmlformats.org/drawingml/2006/main">
              <a:ext uri="{FF2B5EF4-FFF2-40B4-BE49-F238E27FC236}">
                <a16:creationId xmlns:a16="http://schemas.microsoft.com/office/drawing/2014/main" id="{8D2DCCAE-BC94-4330-808F-23C77AAAC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dc629f995e143f6"/>
              </a:rPr>
              <a:t>開啟 Antigravity ↗</a:t>
            </a:r>
          </a:p>
        </p:txBody>
      </p:sp>
      <p:sp>
        <p:nvSpPr>
          <p:cNvPr id="23" name="shape-2131">
            <a:extLst xmlns:a="http://schemas.openxmlformats.org/drawingml/2006/main">
              <a:ext uri="{FF2B5EF4-FFF2-40B4-BE49-F238E27FC236}">
                <a16:creationId xmlns:a16="http://schemas.microsoft.com/office/drawing/2014/main" id="{93933D82-E4C0-446D-A5F7-181C83508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9750252d494ccf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2132">
            <a:extLst xmlns:a="http://schemas.openxmlformats.org/drawingml/2006/main">
              <a:ext uri="{FF2B5EF4-FFF2-40B4-BE49-F238E27FC236}">
                <a16:creationId xmlns:a16="http://schemas.microsoft.com/office/drawing/2014/main" id="{AE383D04-7AFB-4374-9EAB-B70FA5938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205002204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text-1322">
            <a:extLst xmlns:a="http://schemas.openxmlformats.org/drawingml/2006/main">
              <a:ext uri="{FF2B5EF4-FFF2-40B4-BE49-F238E27FC236}">
                <a16:creationId xmlns:a16="http://schemas.microsoft.com/office/drawing/2014/main" id="{FA6E0E46-EE38-4F30-B905-9C2D441B9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660DF79-14BE-4A73-BD32-7DD46D9A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示範：請 Agent 改作品，但保留控制權</a:t>
            </a:r>
          </a:p>
        </p:txBody>
      </p:sp>
      <p:cxnSp>
        <p:nvCxnSpPr>
          <p:cNvPr id="59" name="shape-132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24">
            <a:extLst xmlns:a="http://schemas.openxmlformats.org/drawingml/2006/main">
              <a:ext uri="{FF2B5EF4-FFF2-40B4-BE49-F238E27FC236}">
                <a16:creationId xmlns:a16="http://schemas.microsoft.com/office/drawing/2014/main" id="{1E02244F-4E94-4460-A3E8-853A1354D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34ADB67-3665-4D1E-B9C2-37091870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6" name="shape-1325">
            <a:extLst xmlns:a="http://schemas.openxmlformats.org/drawingml/2006/main">
              <a:ext uri="{FF2B5EF4-FFF2-40B4-BE49-F238E27FC236}">
                <a16:creationId xmlns:a16="http://schemas.microsoft.com/office/drawing/2014/main" id="{8CF845A6-7369-4CD2-8E56-26D8684B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326">
            <a:extLst xmlns:a="http://schemas.openxmlformats.org/drawingml/2006/main">
              <a:ext uri="{FF2B5EF4-FFF2-40B4-BE49-F238E27FC236}">
                <a16:creationId xmlns:a16="http://schemas.microsoft.com/office/drawing/2014/main" id="{15F80A3D-09A1-455F-8A31-D862ABA6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327">
            <a:extLst xmlns:a="http://schemas.openxmlformats.org/drawingml/2006/main">
              <a:ext uri="{FF2B5EF4-FFF2-40B4-BE49-F238E27FC236}">
                <a16:creationId xmlns:a16="http://schemas.microsoft.com/office/drawing/2014/main" id="{71AD860B-6FA9-410A-B95A-6F08FC06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328">
            <a:extLst xmlns:a="http://schemas.openxmlformats.org/drawingml/2006/main">
              <a:ext uri="{FF2B5EF4-FFF2-40B4-BE49-F238E27FC236}">
                <a16:creationId xmlns:a16="http://schemas.microsoft.com/office/drawing/2014/main" id="{44E638C7-5952-459C-9D56-AA6ACF215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1329">
            <a:extLst xmlns:a="http://schemas.openxmlformats.org/drawingml/2006/main">
              <a:ext uri="{FF2B5EF4-FFF2-40B4-BE49-F238E27FC236}">
                <a16:creationId xmlns:a16="http://schemas.microsoft.com/office/drawing/2014/main" id="{DB92A3A9-4DF9-43AB-AFCD-E61994B4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說明結構與問題</a:t>
            </a:r>
          </a:p>
        </p:txBody>
      </p:sp>
      <p:sp>
        <p:nvSpPr>
          <p:cNvPr id="11" name="text-1330">
            <a:extLst xmlns:a="http://schemas.openxmlformats.org/drawingml/2006/main">
              <a:ext uri="{FF2B5EF4-FFF2-40B4-BE49-F238E27FC236}">
                <a16:creationId xmlns:a16="http://schemas.microsoft.com/office/drawing/2014/main" id="{6F0D685B-92CB-4954-B9D5-89265D8F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331">
            <a:extLst xmlns:a="http://schemas.openxmlformats.org/drawingml/2006/main">
              <a:ext uri="{FF2B5EF4-FFF2-40B4-BE49-F238E27FC236}">
                <a16:creationId xmlns:a16="http://schemas.microsoft.com/office/drawing/2014/main" id="{99C7D11F-33E8-4AB3-A7B0-D9F1D826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332">
            <a:extLst xmlns:a="http://schemas.openxmlformats.org/drawingml/2006/main">
              <a:ext uri="{FF2B5EF4-FFF2-40B4-BE49-F238E27FC236}">
                <a16:creationId xmlns:a16="http://schemas.microsoft.com/office/drawing/2014/main" id="{A33B1B93-0A64-43CD-931E-20D178E2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333">
            <a:extLst xmlns:a="http://schemas.openxmlformats.org/drawingml/2006/main">
              <a:ext uri="{FF2B5EF4-FFF2-40B4-BE49-F238E27FC236}">
                <a16:creationId xmlns:a16="http://schemas.microsoft.com/office/drawing/2014/main" id="{64DE35F6-E005-4C9D-BD93-3B1E63539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334">
            <a:extLst xmlns:a="http://schemas.openxmlformats.org/drawingml/2006/main">
              <a:ext uri="{FF2B5EF4-FFF2-40B4-BE49-F238E27FC236}">
                <a16:creationId xmlns:a16="http://schemas.microsoft.com/office/drawing/2014/main" id="{CD730EEB-A9FC-4AF8-97AA-DCD12E9B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提計畫</a:t>
            </a:r>
          </a:p>
        </p:txBody>
      </p:sp>
      <p:sp>
        <p:nvSpPr>
          <p:cNvPr id="16" name="text-1335">
            <a:extLst xmlns:a="http://schemas.openxmlformats.org/drawingml/2006/main">
              <a:ext uri="{FF2B5EF4-FFF2-40B4-BE49-F238E27FC236}">
                <a16:creationId xmlns:a16="http://schemas.microsoft.com/office/drawing/2014/main" id="{4BE2E6E5-91E0-4C75-B8BB-7909B1158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列修改與不修改</a:t>
            </a:r>
          </a:p>
        </p:txBody>
      </p:sp>
      <p:sp>
        <p:nvSpPr>
          <p:cNvPr id="17" name="text-1336">
            <a:extLst xmlns:a="http://schemas.openxmlformats.org/drawingml/2006/main">
              <a:ext uri="{FF2B5EF4-FFF2-40B4-BE49-F238E27FC236}">
                <a16:creationId xmlns:a16="http://schemas.microsoft.com/office/drawing/2014/main" id="{D63E8497-B3DA-40C9-9D07-94A18B5B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337">
            <a:extLst xmlns:a="http://schemas.openxmlformats.org/drawingml/2006/main">
              <a:ext uri="{FF2B5EF4-FFF2-40B4-BE49-F238E27FC236}">
                <a16:creationId xmlns:a16="http://schemas.microsoft.com/office/drawing/2014/main" id="{A85B2F46-5E28-458F-99FD-40160F77A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338">
            <a:extLst xmlns:a="http://schemas.openxmlformats.org/drawingml/2006/main">
              <a:ext uri="{FF2B5EF4-FFF2-40B4-BE49-F238E27FC236}">
                <a16:creationId xmlns:a16="http://schemas.microsoft.com/office/drawing/2014/main" id="{F8FB37CB-043B-479D-9B60-CBBBF5CF9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339">
            <a:extLst xmlns:a="http://schemas.openxmlformats.org/drawingml/2006/main">
              <a:ext uri="{FF2B5EF4-FFF2-40B4-BE49-F238E27FC236}">
                <a16:creationId xmlns:a16="http://schemas.microsoft.com/office/drawing/2014/main" id="{E699E451-974E-4C7A-A693-DDE31982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340">
            <a:extLst xmlns:a="http://schemas.openxmlformats.org/drawingml/2006/main">
              <a:ext uri="{FF2B5EF4-FFF2-40B4-BE49-F238E27FC236}">
                <a16:creationId xmlns:a16="http://schemas.microsoft.com/office/drawing/2014/main" id="{C793AF20-8127-44D2-8032-43257ACA0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</a:t>
            </a:r>
          </a:p>
        </p:txBody>
      </p:sp>
      <p:sp>
        <p:nvSpPr>
          <p:cNvPr id="22" name="text-1341">
            <a:extLst xmlns:a="http://schemas.openxmlformats.org/drawingml/2006/main">
              <a:ext uri="{FF2B5EF4-FFF2-40B4-BE49-F238E27FC236}">
                <a16:creationId xmlns:a16="http://schemas.microsoft.com/office/drawing/2014/main" id="{3BFB87AF-B0DD-4E43-9099-BB4EA8F42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只改同意範圍</a:t>
            </a:r>
          </a:p>
        </p:txBody>
      </p:sp>
      <p:sp>
        <p:nvSpPr>
          <p:cNvPr id="23" name="text-1342">
            <a:extLst xmlns:a="http://schemas.openxmlformats.org/drawingml/2006/main">
              <a:ext uri="{FF2B5EF4-FFF2-40B4-BE49-F238E27FC236}">
                <a16:creationId xmlns:a16="http://schemas.microsoft.com/office/drawing/2014/main" id="{C04DD804-52BF-467E-B0BD-4345212E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343">
            <a:extLst xmlns:a="http://schemas.openxmlformats.org/drawingml/2006/main">
              <a:ext uri="{FF2B5EF4-FFF2-40B4-BE49-F238E27FC236}">
                <a16:creationId xmlns:a16="http://schemas.microsoft.com/office/drawing/2014/main" id="{FC638F5C-EE8F-48EE-94FE-9C09072F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344">
            <a:extLst xmlns:a="http://schemas.openxmlformats.org/drawingml/2006/main">
              <a:ext uri="{FF2B5EF4-FFF2-40B4-BE49-F238E27FC236}">
                <a16:creationId xmlns:a16="http://schemas.microsoft.com/office/drawing/2014/main" id="{91257555-1F21-4C33-BDFE-837752C85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345">
            <a:extLst xmlns:a="http://schemas.openxmlformats.org/drawingml/2006/main">
              <a:ext uri="{FF2B5EF4-FFF2-40B4-BE49-F238E27FC236}">
                <a16:creationId xmlns:a16="http://schemas.microsoft.com/office/drawing/2014/main" id="{6AADB086-579D-4960-A7AC-2A779BC92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346">
            <a:extLst xmlns:a="http://schemas.openxmlformats.org/drawingml/2006/main">
              <a:ext uri="{FF2B5EF4-FFF2-40B4-BE49-F238E27FC236}">
                <a16:creationId xmlns:a16="http://schemas.microsoft.com/office/drawing/2014/main" id="{57A5DB1A-AC9C-4A92-9923-2CB94832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測試</a:t>
            </a:r>
          </a:p>
        </p:txBody>
      </p:sp>
      <p:sp>
        <p:nvSpPr>
          <p:cNvPr id="28" name="text-1347">
            <a:extLst xmlns:a="http://schemas.openxmlformats.org/drawingml/2006/main">
              <a:ext uri="{FF2B5EF4-FFF2-40B4-BE49-F238E27FC236}">
                <a16:creationId xmlns:a16="http://schemas.microsoft.com/office/drawing/2014/main" id="{E0DEA00E-C039-4B35-BA6A-4BEB5B5DC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桌機與手機流程</a:t>
            </a:r>
          </a:p>
        </p:txBody>
      </p:sp>
      <p:sp>
        <p:nvSpPr>
          <p:cNvPr id="29" name="text-1348">
            <a:extLst xmlns:a="http://schemas.openxmlformats.org/drawingml/2006/main">
              <a:ext uri="{FF2B5EF4-FFF2-40B4-BE49-F238E27FC236}">
                <a16:creationId xmlns:a16="http://schemas.microsoft.com/office/drawing/2014/main" id="{D6E494C0-B066-4A10-B1A6-B1710280C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349">
            <a:extLst xmlns:a="http://schemas.openxmlformats.org/drawingml/2006/main">
              <a:ext uri="{FF2B5EF4-FFF2-40B4-BE49-F238E27FC236}">
                <a16:creationId xmlns:a16="http://schemas.microsoft.com/office/drawing/2014/main" id="{BEC1F845-1989-4417-9B6F-C884A3FDF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1350">
            <a:extLst xmlns:a="http://schemas.openxmlformats.org/drawingml/2006/main">
              <a:ext uri="{FF2B5EF4-FFF2-40B4-BE49-F238E27FC236}">
                <a16:creationId xmlns:a16="http://schemas.microsoft.com/office/drawing/2014/main" id="{E1234116-A936-4E42-8885-8747B36F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351">
            <a:extLst xmlns:a="http://schemas.openxmlformats.org/drawingml/2006/main">
              <a:ext uri="{FF2B5EF4-FFF2-40B4-BE49-F238E27FC236}">
                <a16:creationId xmlns:a16="http://schemas.microsoft.com/office/drawing/2014/main" id="{3DB40088-23E2-4FC8-9D82-88176907E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352">
            <a:extLst xmlns:a="http://schemas.openxmlformats.org/drawingml/2006/main">
              <a:ext uri="{FF2B5EF4-FFF2-40B4-BE49-F238E27FC236}">
                <a16:creationId xmlns:a16="http://schemas.microsoft.com/office/drawing/2014/main" id="{22DE9750-A44E-4C3B-8B69-C5276E20C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1353">
            <a:extLst xmlns:a="http://schemas.openxmlformats.org/drawingml/2006/main">
              <a:ext uri="{FF2B5EF4-FFF2-40B4-BE49-F238E27FC236}">
                <a16:creationId xmlns:a16="http://schemas.microsoft.com/office/drawing/2014/main" id="{A37D4A84-C104-4599-A72B-33908560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差異、證據、限制</a:t>
            </a:r>
          </a:p>
        </p:txBody>
      </p:sp>
      <p:sp>
        <p:nvSpPr>
          <p:cNvPr id="35" name="shape-1354">
            <a:extLst xmlns:a="http://schemas.openxmlformats.org/drawingml/2006/main">
              <a:ext uri="{FF2B5EF4-FFF2-40B4-BE49-F238E27FC236}">
                <a16:creationId xmlns:a16="http://schemas.microsoft.com/office/drawing/2014/main" id="{9A0FD0D8-D2C6-42C6-81C7-5CB0AC217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67300"/>
            <a:ext cx="111633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6" name="text-1355">
            <a:extLst xmlns:a="http://schemas.openxmlformats.org/drawingml/2006/main">
              <a:ext uri="{FF2B5EF4-FFF2-40B4-BE49-F238E27FC236}">
                <a16:creationId xmlns:a16="http://schemas.microsoft.com/office/drawing/2014/main" id="{3327F109-35A4-4458-8CD9-8B11F325B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人在迴路</a:t>
            </a:r>
          </a:p>
        </p:txBody>
      </p:sp>
      <p:sp>
        <p:nvSpPr>
          <p:cNvPr id="37" name="text-1356">
            <a:extLst xmlns:a="http://schemas.openxmlformats.org/drawingml/2006/main">
              <a:ext uri="{FF2B5EF4-FFF2-40B4-BE49-F238E27FC236}">
                <a16:creationId xmlns:a16="http://schemas.microsoft.com/office/drawing/2014/main" id="{1FEACE77-3374-4F69-83D1-2764EAD9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1497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7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Agent 可以推進，但最後的範圍與發布決定仍由人保留</a:t>
            </a:r>
          </a:p>
        </p:txBody>
      </p:sp>
      <p:sp>
        <p:nvSpPr>
          <p:cNvPr id="38" name="shape-1357">
            <a:extLst xmlns:a="http://schemas.openxmlformats.org/drawingml/2006/main">
              <a:ext uri="{FF2B5EF4-FFF2-40B4-BE49-F238E27FC236}">
                <a16:creationId xmlns:a16="http://schemas.microsoft.com/office/drawing/2014/main" id="{FE070646-B321-42B8-83A1-D6172248E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1B64DA"/>
            </a:solidFill>
            <a:prstDash val="solid"/>
          </a:ln>
        </p:spPr>
      </p:sp>
      <p:sp>
        <p:nvSpPr>
          <p:cNvPr id="39" name="text-1358">
            <a:extLst xmlns:a="http://schemas.openxmlformats.org/drawingml/2006/main">
              <a:ext uri="{FF2B5EF4-FFF2-40B4-BE49-F238E27FC236}">
                <a16:creationId xmlns:a16="http://schemas.microsoft.com/office/drawing/2014/main" id="{FC02B211-714D-47C2-B31D-7AC6513E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提案</a:t>
            </a:r>
          </a:p>
        </p:txBody>
      </p:sp>
      <p:sp>
        <p:nvSpPr>
          <p:cNvPr id="40" name="text-1359">
            <a:extLst xmlns:a="http://schemas.openxmlformats.org/drawingml/2006/main">
              <a:ext uri="{FF2B5EF4-FFF2-40B4-BE49-F238E27FC236}">
                <a16:creationId xmlns:a16="http://schemas.microsoft.com/office/drawing/2014/main" id="{A43FBA18-764F-4ED4-BB8D-6B465E1D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先看計畫</a:t>
            </a:r>
          </a:p>
        </p:txBody>
      </p:sp>
      <p:sp>
        <p:nvSpPr>
          <p:cNvPr id="41" name="text-1360">
            <a:extLst xmlns:a="http://schemas.openxmlformats.org/drawingml/2006/main">
              <a:ext uri="{FF2B5EF4-FFF2-40B4-BE49-F238E27FC236}">
                <a16:creationId xmlns:a16="http://schemas.microsoft.com/office/drawing/2014/main" id="{FBD96465-9DAD-4B47-A24D-F03EF4E4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361">
            <a:extLst xmlns:a="http://schemas.openxmlformats.org/drawingml/2006/main">
              <a:ext uri="{FF2B5EF4-FFF2-40B4-BE49-F238E27FC236}">
                <a16:creationId xmlns:a16="http://schemas.microsoft.com/office/drawing/2014/main" id="{9A1B514F-024A-468B-B873-311BFAB8F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0E9F94"/>
            </a:solidFill>
            <a:prstDash val="solid"/>
          </a:ln>
        </p:spPr>
      </p:sp>
      <p:sp>
        <p:nvSpPr>
          <p:cNvPr id="43" name="text-1362">
            <a:extLst xmlns:a="http://schemas.openxmlformats.org/drawingml/2006/main">
              <a:ext uri="{FF2B5EF4-FFF2-40B4-BE49-F238E27FC236}">
                <a16:creationId xmlns:a16="http://schemas.microsoft.com/office/drawing/2014/main" id="{70E3179B-30FB-40C7-86DF-21F36EA5B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rPr>
              <a:t>教師核准</a:t>
            </a:r>
          </a:p>
        </p:txBody>
      </p:sp>
      <p:sp>
        <p:nvSpPr>
          <p:cNvPr id="44" name="text-1363">
            <a:extLst xmlns:a="http://schemas.openxmlformats.org/drawingml/2006/main">
              <a:ext uri="{FF2B5EF4-FFF2-40B4-BE49-F238E27FC236}">
                <a16:creationId xmlns:a16="http://schemas.microsoft.com/office/drawing/2014/main" id="{C2E8674D-3CCE-45DE-9636-9442308CC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確認範圍</a:t>
            </a:r>
          </a:p>
        </p:txBody>
      </p:sp>
      <p:sp>
        <p:nvSpPr>
          <p:cNvPr id="45" name="text-1364">
            <a:extLst xmlns:a="http://schemas.openxmlformats.org/drawingml/2006/main">
              <a:ext uri="{FF2B5EF4-FFF2-40B4-BE49-F238E27FC236}">
                <a16:creationId xmlns:a16="http://schemas.microsoft.com/office/drawing/2014/main" id="{D01EE7E6-EBC0-4BA9-8D4C-E3381D058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6" name="shape-1365">
            <a:extLst xmlns:a="http://schemas.openxmlformats.org/drawingml/2006/main">
              <a:ext uri="{FF2B5EF4-FFF2-40B4-BE49-F238E27FC236}">
                <a16:creationId xmlns:a16="http://schemas.microsoft.com/office/drawing/2014/main" id="{F619B3F4-3EE2-4B6D-AFDB-7263EEDB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FF6B4A"/>
            </a:solidFill>
            <a:prstDash val="solid"/>
          </a:ln>
        </p:spPr>
      </p:sp>
      <p:sp>
        <p:nvSpPr>
          <p:cNvPr id="47" name="text-1366">
            <a:extLst xmlns:a="http://schemas.openxmlformats.org/drawingml/2006/main">
              <a:ext uri="{FF2B5EF4-FFF2-40B4-BE49-F238E27FC236}">
                <a16:creationId xmlns:a16="http://schemas.microsoft.com/office/drawing/2014/main" id="{DB5A23AD-DFDC-49B4-945F-619016BD1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測試驗證</a:t>
            </a:r>
          </a:p>
        </p:txBody>
      </p:sp>
      <p:sp>
        <p:nvSpPr>
          <p:cNvPr id="48" name="text-1367">
            <a:extLst xmlns:a="http://schemas.openxmlformats.org/drawingml/2006/main">
              <a:ext uri="{FF2B5EF4-FFF2-40B4-BE49-F238E27FC236}">
                <a16:creationId xmlns:a16="http://schemas.microsoft.com/office/drawing/2014/main" id="{BF10E684-3459-4942-881C-4361C904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桌機 × 手機</a:t>
            </a:r>
          </a:p>
        </p:txBody>
      </p:sp>
      <p:sp>
        <p:nvSpPr>
          <p:cNvPr id="49" name="text-1368">
            <a:extLst xmlns:a="http://schemas.openxmlformats.org/drawingml/2006/main">
              <a:ext uri="{FF2B5EF4-FFF2-40B4-BE49-F238E27FC236}">
                <a16:creationId xmlns:a16="http://schemas.microsoft.com/office/drawing/2014/main" id="{DE379526-05A1-44AB-B896-A3BC717EF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50" name="shape-1369">
            <a:extLst xmlns:a="http://schemas.openxmlformats.org/drawingml/2006/main">
              <a:ext uri="{FF2B5EF4-FFF2-40B4-BE49-F238E27FC236}">
                <a16:creationId xmlns:a16="http://schemas.microsoft.com/office/drawing/2014/main" id="{30D006B4-6CFB-422D-BA92-98141E44F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51" name="text-1370">
            <a:extLst xmlns:a="http://schemas.openxmlformats.org/drawingml/2006/main">
              <a:ext uri="{FF2B5EF4-FFF2-40B4-BE49-F238E27FC236}">
                <a16:creationId xmlns:a16="http://schemas.microsoft.com/office/drawing/2014/main" id="{3D13E14E-9C87-4BE4-B562-745104F2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再決定交付</a:t>
            </a:r>
          </a:p>
        </p:txBody>
      </p:sp>
      <p:sp>
        <p:nvSpPr>
          <p:cNvPr id="52" name="text-1371">
            <a:extLst xmlns:a="http://schemas.openxmlformats.org/drawingml/2006/main">
              <a:ext uri="{FF2B5EF4-FFF2-40B4-BE49-F238E27FC236}">
                <a16:creationId xmlns:a16="http://schemas.microsoft.com/office/drawing/2014/main" id="{DACADA67-2625-40C5-9E98-8E940329F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差異・證據・限制</a:t>
            </a:r>
          </a:p>
        </p:txBody>
      </p:sp>
      <p:sp>
        <p:nvSpPr>
          <p:cNvPr id="53" name="text-2086">
            <a:extLst xmlns:a="http://schemas.openxmlformats.org/drawingml/2006/main">
              <a:ext uri="{FF2B5EF4-FFF2-40B4-BE49-F238E27FC236}">
                <a16:creationId xmlns:a16="http://schemas.microsoft.com/office/drawing/2014/main" id="{7317AA0E-7AC6-45CF-9BF4-B585ACB68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430b26fecda49e8"/>
              </a:rPr>
              <a:t>開啟 Antigravity ↗</a:t>
            </a:r>
          </a:p>
        </p:txBody>
      </p:sp>
      <p:sp>
        <p:nvSpPr>
          <p:cNvPr id="54" name="shape-2133">
            <a:extLst xmlns:a="http://schemas.openxmlformats.org/drawingml/2006/main">
              <a:ext uri="{FF2B5EF4-FFF2-40B4-BE49-F238E27FC236}">
                <a16:creationId xmlns:a16="http://schemas.microsoft.com/office/drawing/2014/main" id="{65562D87-9A25-46C4-89FA-FC99C3C5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84732ceab341d0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56" name="text-2134">
            <a:extLst xmlns:a="http://schemas.openxmlformats.org/drawingml/2006/main">
              <a:ext uri="{FF2B5EF4-FFF2-40B4-BE49-F238E27FC236}">
                <a16:creationId xmlns:a16="http://schemas.microsoft.com/office/drawing/2014/main" id="{A8BC2497-54B6-42D5-BC70-6D4D7A55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36788908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372">
            <a:extLst xmlns:a="http://schemas.openxmlformats.org/drawingml/2006/main">
              <a:ext uri="{FF2B5EF4-FFF2-40B4-BE49-F238E27FC236}">
                <a16:creationId xmlns:a16="http://schemas.microsoft.com/office/drawing/2014/main" id="{1DFA74C3-416B-4DE3-8293-B9DA76EF5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EVIDENCE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2DA1ABC-D4B0-43FC-90A7-CDAFD53FA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的完成證據：四樣少一樣就要追問</a:t>
            </a:r>
          </a:p>
        </p:txBody>
      </p:sp>
      <p:cxnSp>
        <p:nvCxnSpPr>
          <p:cNvPr id="28" name="shape-137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74">
            <a:extLst xmlns:a="http://schemas.openxmlformats.org/drawingml/2006/main">
              <a:ext uri="{FF2B5EF4-FFF2-40B4-BE49-F238E27FC236}">
                <a16:creationId xmlns:a16="http://schemas.microsoft.com/office/drawing/2014/main" id="{FBA2EC1F-1587-4708-91A7-9ECB409C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65CD056-EB1D-40F7-87F1-A885548AA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1375">
            <a:extLst xmlns:a="http://schemas.openxmlformats.org/drawingml/2006/main">
              <a:ext uri="{FF2B5EF4-FFF2-40B4-BE49-F238E27FC236}">
                <a16:creationId xmlns:a16="http://schemas.microsoft.com/office/drawing/2014/main" id="{61DE6CB6-4ED1-4B34-9792-6373E03EA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376">
            <a:extLst xmlns:a="http://schemas.openxmlformats.org/drawingml/2006/main">
              <a:ext uri="{FF2B5EF4-FFF2-40B4-BE49-F238E27FC236}">
                <a16:creationId xmlns:a16="http://schemas.microsoft.com/office/drawing/2014/main" id="{6EFD9E12-8786-4205-BDCB-870EE7C82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77">
            <a:extLst xmlns:a="http://schemas.openxmlformats.org/drawingml/2006/main">
              <a:ext uri="{FF2B5EF4-FFF2-40B4-BE49-F238E27FC236}">
                <a16:creationId xmlns:a16="http://schemas.microsoft.com/office/drawing/2014/main" id="{F924A825-1434-458A-BA42-78D8EA6C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變更摘要</a:t>
            </a:r>
          </a:p>
        </p:txBody>
      </p:sp>
      <p:sp>
        <p:nvSpPr>
          <p:cNvPr id="9" name="text-1378">
            <a:extLst xmlns:a="http://schemas.openxmlformats.org/drawingml/2006/main">
              <a:ext uri="{FF2B5EF4-FFF2-40B4-BE49-F238E27FC236}">
                <a16:creationId xmlns:a16="http://schemas.microsoft.com/office/drawing/2014/main" id="{0B481B32-7BB7-4C5B-883B-AAEDF9198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改了哪些檔案、為什麼改、沒有改什麼。</a:t>
            </a:r>
          </a:p>
        </p:txBody>
      </p:sp>
      <p:sp>
        <p:nvSpPr>
          <p:cNvPr id="10" name="shape-1379">
            <a:extLst xmlns:a="http://schemas.openxmlformats.org/drawingml/2006/main">
              <a:ext uri="{FF2B5EF4-FFF2-40B4-BE49-F238E27FC236}">
                <a16:creationId xmlns:a16="http://schemas.microsoft.com/office/drawing/2014/main" id="{29603BDB-ECAB-454C-8556-0F9F197C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380">
            <a:extLst xmlns:a="http://schemas.openxmlformats.org/drawingml/2006/main">
              <a:ext uri="{FF2B5EF4-FFF2-40B4-BE49-F238E27FC236}">
                <a16:creationId xmlns:a16="http://schemas.microsoft.com/office/drawing/2014/main" id="{709E7E07-92EE-46E5-B7DE-70142F2B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381">
            <a:extLst xmlns:a="http://schemas.openxmlformats.org/drawingml/2006/main">
              <a:ext uri="{FF2B5EF4-FFF2-40B4-BE49-F238E27FC236}">
                <a16:creationId xmlns:a16="http://schemas.microsoft.com/office/drawing/2014/main" id="{84FB1748-2AE8-4DAF-877F-ED7B3A32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測試結果</a:t>
            </a:r>
          </a:p>
        </p:txBody>
      </p:sp>
      <p:sp>
        <p:nvSpPr>
          <p:cNvPr id="13" name="text-1382">
            <a:extLst xmlns:a="http://schemas.openxmlformats.org/drawingml/2006/main">
              <a:ext uri="{FF2B5EF4-FFF2-40B4-BE49-F238E27FC236}">
                <a16:creationId xmlns:a16="http://schemas.microsoft.com/office/drawing/2014/main" id="{A40CD62D-A3BB-416C-A5F8-B21AF474D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實際執行哪些檢查，結果是通過、失敗或未執行。</a:t>
            </a:r>
          </a:p>
        </p:txBody>
      </p:sp>
      <p:sp>
        <p:nvSpPr>
          <p:cNvPr id="14" name="shape-1383">
            <a:extLst xmlns:a="http://schemas.openxmlformats.org/drawingml/2006/main">
              <a:ext uri="{FF2B5EF4-FFF2-40B4-BE49-F238E27FC236}">
                <a16:creationId xmlns:a16="http://schemas.microsoft.com/office/drawing/2014/main" id="{800C7F0B-5A05-4670-A5BD-BC98135A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384">
            <a:extLst xmlns:a="http://schemas.openxmlformats.org/drawingml/2006/main">
              <a:ext uri="{FF2B5EF4-FFF2-40B4-BE49-F238E27FC236}">
                <a16:creationId xmlns:a16="http://schemas.microsoft.com/office/drawing/2014/main" id="{1C34A95D-978F-4F11-AA1C-C036F7BDD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385">
            <a:extLst xmlns:a="http://schemas.openxmlformats.org/drawingml/2006/main">
              <a:ext uri="{FF2B5EF4-FFF2-40B4-BE49-F238E27FC236}">
                <a16:creationId xmlns:a16="http://schemas.microsoft.com/office/drawing/2014/main" id="{B0AE25C5-BDD4-4100-A155-ADEC88C6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畫面證據</a:t>
            </a:r>
          </a:p>
        </p:txBody>
      </p:sp>
      <p:sp>
        <p:nvSpPr>
          <p:cNvPr id="17" name="text-1386">
            <a:extLst xmlns:a="http://schemas.openxmlformats.org/drawingml/2006/main">
              <a:ext uri="{FF2B5EF4-FFF2-40B4-BE49-F238E27FC236}">
                <a16:creationId xmlns:a16="http://schemas.microsoft.com/office/drawing/2014/main" id="{EE0B0A5A-2262-41AF-98B5-FC399D933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用實際截圖或預覽驗證，不只描述應該長什麼樣。</a:t>
            </a:r>
          </a:p>
        </p:txBody>
      </p:sp>
      <p:sp>
        <p:nvSpPr>
          <p:cNvPr id="18" name="shape-1387">
            <a:extLst xmlns:a="http://schemas.openxmlformats.org/drawingml/2006/main">
              <a:ext uri="{FF2B5EF4-FFF2-40B4-BE49-F238E27FC236}">
                <a16:creationId xmlns:a16="http://schemas.microsoft.com/office/drawing/2014/main" id="{2F8195CF-B8E3-427B-8D6C-3021AE43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388">
            <a:extLst xmlns:a="http://schemas.openxmlformats.org/drawingml/2006/main">
              <a:ext uri="{FF2B5EF4-FFF2-40B4-BE49-F238E27FC236}">
                <a16:creationId xmlns:a16="http://schemas.microsoft.com/office/drawing/2014/main" id="{C8A1CDE9-B6E8-4269-85F8-A7C76F3A9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389">
            <a:extLst xmlns:a="http://schemas.openxmlformats.org/drawingml/2006/main">
              <a:ext uri="{FF2B5EF4-FFF2-40B4-BE49-F238E27FC236}">
                <a16:creationId xmlns:a16="http://schemas.microsoft.com/office/drawing/2014/main" id="{1FC8D695-5C07-4244-A21B-36B884DD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已知限制</a:t>
            </a:r>
          </a:p>
        </p:txBody>
      </p:sp>
      <p:sp>
        <p:nvSpPr>
          <p:cNvPr id="21" name="text-1390">
            <a:extLst xmlns:a="http://schemas.openxmlformats.org/drawingml/2006/main">
              <a:ext uri="{FF2B5EF4-FFF2-40B4-BE49-F238E27FC236}">
                <a16:creationId xmlns:a16="http://schemas.microsoft.com/office/drawing/2014/main" id="{89BD1F18-75E2-4CA3-99EB-3FA1DD6E5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哪些仍未確認、需要帳號、需要人工判斷或下一輪處理。</a:t>
            </a:r>
          </a:p>
        </p:txBody>
      </p:sp>
      <p:sp>
        <p:nvSpPr>
          <p:cNvPr id="22" name="text-2087">
            <a:extLst xmlns:a="http://schemas.openxmlformats.org/drawingml/2006/main">
              <a:ext uri="{FF2B5EF4-FFF2-40B4-BE49-F238E27FC236}">
                <a16:creationId xmlns:a16="http://schemas.microsoft.com/office/drawing/2014/main" id="{73A14B41-375F-45ED-BFD4-62BBF1CDD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4e33e18776d4a7a"/>
              </a:rPr>
              <a:t>開啟 Antigravity ↗</a:t>
            </a:r>
          </a:p>
        </p:txBody>
      </p:sp>
      <p:sp>
        <p:nvSpPr>
          <p:cNvPr id="23" name="shape-2135">
            <a:extLst xmlns:a="http://schemas.openxmlformats.org/drawingml/2006/main">
              <a:ext uri="{FF2B5EF4-FFF2-40B4-BE49-F238E27FC236}">
                <a16:creationId xmlns:a16="http://schemas.microsoft.com/office/drawing/2014/main" id="{D037522B-B0E5-4C93-A413-06E2E9F4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d939e4e313443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2136">
            <a:extLst xmlns:a="http://schemas.openxmlformats.org/drawingml/2006/main">
              <a:ext uri="{FF2B5EF4-FFF2-40B4-BE49-F238E27FC236}">
                <a16:creationId xmlns:a16="http://schemas.microsoft.com/office/drawing/2014/main" id="{7B115FCB-BD42-4E59-A4B7-D3E2A7D3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4599610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391">
            <a:extLst xmlns:a="http://schemas.openxmlformats.org/drawingml/2006/main">
              <a:ext uri="{FF2B5EF4-FFF2-40B4-BE49-F238E27FC236}">
                <a16:creationId xmlns:a16="http://schemas.microsoft.com/office/drawing/2014/main" id="{BF0F5AB5-0E36-4BB3-B893-14F5A81B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04A290F-6063-41C5-930F-852787EBE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 A｜Antigravity 完成一個小而完整的任務</a:t>
            </a:r>
          </a:p>
        </p:txBody>
      </p:sp>
      <p:cxnSp>
        <p:nvCxnSpPr>
          <p:cNvPr id="25" name="shape-139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93">
            <a:extLst xmlns:a="http://schemas.openxmlformats.org/drawingml/2006/main">
              <a:ext uri="{FF2B5EF4-FFF2-40B4-BE49-F238E27FC236}">
                <a16:creationId xmlns:a16="http://schemas.microsoft.com/office/drawing/2014/main" id="{35D006FE-4859-4190-AE99-692D81E7F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5C3996B-E9EC-43D7-B153-3C41D89D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text-1394">
            <a:extLst xmlns:a="http://schemas.openxmlformats.org/drawingml/2006/main">
              <a:ext uri="{FF2B5EF4-FFF2-40B4-BE49-F238E27FC236}">
                <a16:creationId xmlns:a16="http://schemas.microsoft.com/office/drawing/2014/main" id="{AAAD7673-D30E-4BA2-8946-C8058F25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395">
            <a:extLst xmlns:a="http://schemas.openxmlformats.org/drawingml/2006/main">
              <a:ext uri="{FF2B5EF4-FFF2-40B4-BE49-F238E27FC236}">
                <a16:creationId xmlns:a16="http://schemas.microsoft.com/office/drawing/2014/main" id="{0FE0CDEF-E5B1-45B4-A6EF-18AF0163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396">
            <a:extLst xmlns:a="http://schemas.openxmlformats.org/drawingml/2006/main">
              <a:ext uri="{FF2B5EF4-FFF2-40B4-BE49-F238E27FC236}">
                <a16:creationId xmlns:a16="http://schemas.microsoft.com/office/drawing/2014/main" id="{459DAFA1-B280-4704-A487-0A193C57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397">
            <a:extLst xmlns:a="http://schemas.openxmlformats.org/drawingml/2006/main">
              <a:ext uri="{FF2B5EF4-FFF2-40B4-BE49-F238E27FC236}">
                <a16:creationId xmlns:a16="http://schemas.microsoft.com/office/drawing/2014/main" id="{7B962F1C-3703-4F3D-9FD7-FA87B435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交付四句任務簡報</a:t>
            </a:r>
          </a:p>
        </p:txBody>
      </p:sp>
      <p:sp>
        <p:nvSpPr>
          <p:cNvPr id="10" name="text-1398">
            <a:extLst xmlns:a="http://schemas.openxmlformats.org/drawingml/2006/main">
              <a:ext uri="{FF2B5EF4-FFF2-40B4-BE49-F238E27FC236}">
                <a16:creationId xmlns:a16="http://schemas.microsoft.com/office/drawing/2014/main" id="{1E72922E-65EB-4E8A-8A22-5D07CDC8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399">
            <a:extLst xmlns:a="http://schemas.openxmlformats.org/drawingml/2006/main">
              <a:ext uri="{FF2B5EF4-FFF2-40B4-BE49-F238E27FC236}">
                <a16:creationId xmlns:a16="http://schemas.microsoft.com/office/drawing/2014/main" id="{9A640F64-94FA-4FF4-9472-D53FAACB7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先請 Agent 檢查並提出計畫</a:t>
            </a:r>
          </a:p>
        </p:txBody>
      </p:sp>
      <p:sp>
        <p:nvSpPr>
          <p:cNvPr id="12" name="text-1400">
            <a:extLst xmlns:a="http://schemas.openxmlformats.org/drawingml/2006/main">
              <a:ext uri="{FF2B5EF4-FFF2-40B4-BE49-F238E27FC236}">
                <a16:creationId xmlns:a16="http://schemas.microsoft.com/office/drawing/2014/main" id="{678BCA39-DA78-42B1-B87D-EAE807BDA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401">
            <a:extLst xmlns:a="http://schemas.openxmlformats.org/drawingml/2006/main">
              <a:ext uri="{FF2B5EF4-FFF2-40B4-BE49-F238E27FC236}">
                <a16:creationId xmlns:a16="http://schemas.microsoft.com/office/drawing/2014/main" id="{9C65FEDC-CDC8-45A6-BF98-52883D8E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確認範圍後執行</a:t>
            </a:r>
          </a:p>
        </p:txBody>
      </p:sp>
      <p:sp>
        <p:nvSpPr>
          <p:cNvPr id="14" name="text-1402">
            <a:extLst xmlns:a="http://schemas.openxmlformats.org/drawingml/2006/main">
              <a:ext uri="{FF2B5EF4-FFF2-40B4-BE49-F238E27FC236}">
                <a16:creationId xmlns:a16="http://schemas.microsoft.com/office/drawing/2014/main" id="{700A3234-0FA3-49B4-9456-D6D96B633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403">
            <a:extLst xmlns:a="http://schemas.openxmlformats.org/drawingml/2006/main">
              <a:ext uri="{FF2B5EF4-FFF2-40B4-BE49-F238E27FC236}">
                <a16:creationId xmlns:a16="http://schemas.microsoft.com/office/drawing/2014/main" id="{98CE7859-7617-4C6D-A790-9A36F7DB6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取得變更、測試與限制</a:t>
            </a:r>
          </a:p>
        </p:txBody>
      </p:sp>
      <p:sp>
        <p:nvSpPr>
          <p:cNvPr id="16" name="shape-1404">
            <a:extLst xmlns:a="http://schemas.openxmlformats.org/drawingml/2006/main">
              <a:ext uri="{FF2B5EF4-FFF2-40B4-BE49-F238E27FC236}">
                <a16:creationId xmlns:a16="http://schemas.microsoft.com/office/drawing/2014/main" id="{2606E190-78D2-4C1E-B5DA-4C466CA7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405">
            <a:extLst xmlns:a="http://schemas.openxmlformats.org/drawingml/2006/main">
              <a:ext uri="{FF2B5EF4-FFF2-40B4-BE49-F238E27FC236}">
                <a16:creationId xmlns:a16="http://schemas.microsoft.com/office/drawing/2014/main" id="{5A5C7993-BC72-4E14-B294-B010C5D15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406">
            <a:extLst xmlns:a="http://schemas.openxmlformats.org/drawingml/2006/main">
              <a:ext uri="{FF2B5EF4-FFF2-40B4-BE49-F238E27FC236}">
                <a16:creationId xmlns:a16="http://schemas.microsoft.com/office/drawing/2014/main" id="{F0FBA750-4BFD-4BF9-9662-39E498DB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任務單一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有實際產物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有至少一項驗證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沒有未授權發布</a:t>
            </a:r>
          </a:p>
        </p:txBody>
      </p:sp>
      <p:sp>
        <p:nvSpPr>
          <p:cNvPr id="19" name="text-2088">
            <a:extLst xmlns:a="http://schemas.openxmlformats.org/drawingml/2006/main">
              <a:ext uri="{FF2B5EF4-FFF2-40B4-BE49-F238E27FC236}">
                <a16:creationId xmlns:a16="http://schemas.microsoft.com/office/drawing/2014/main" id="{95B25772-C63D-4860-8824-3B2AFEF4D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18595e70850453d"/>
              </a:rPr>
              <a:t>開啟 Antigravity ↗</a:t>
            </a:r>
          </a:p>
        </p:txBody>
      </p:sp>
      <p:sp>
        <p:nvSpPr>
          <p:cNvPr id="20" name="shape-2137">
            <a:extLst xmlns:a="http://schemas.openxmlformats.org/drawingml/2006/main">
              <a:ext uri="{FF2B5EF4-FFF2-40B4-BE49-F238E27FC236}">
                <a16:creationId xmlns:a16="http://schemas.microsoft.com/office/drawing/2014/main" id="{E1D211D5-2D1C-473B-A81F-A67A07757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c47dc9d309454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2138">
            <a:extLst xmlns:a="http://schemas.openxmlformats.org/drawingml/2006/main">
              <a:ext uri="{FF2B5EF4-FFF2-40B4-BE49-F238E27FC236}">
                <a16:creationId xmlns:a16="http://schemas.microsoft.com/office/drawing/2014/main" id="{936DD2E8-EF20-479C-8113-9D17EF20E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62805631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407">
            <a:extLst xmlns:a="http://schemas.openxmlformats.org/drawingml/2006/main">
              <a:ext uri="{FF2B5EF4-FFF2-40B4-BE49-F238E27FC236}">
                <a16:creationId xmlns:a16="http://schemas.microsoft.com/office/drawing/2014/main" id="{7598E450-1982-4971-A024-36DA80601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REMOTE CONTROL · NEW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1D6D32B-F854-4A33-9FE3-B856793E4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 最新功能：手機也能接手電腦 Agent</a:t>
            </a:r>
          </a:p>
        </p:txBody>
      </p:sp>
      <p:cxnSp>
        <p:nvCxnSpPr>
          <p:cNvPr id="28" name="shape-140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09">
            <a:extLst xmlns:a="http://schemas.openxmlformats.org/drawingml/2006/main">
              <a:ext uri="{FF2B5EF4-FFF2-40B4-BE49-F238E27FC236}">
                <a16:creationId xmlns:a16="http://schemas.microsoft.com/office/drawing/2014/main" id="{EDC3DD6F-DF1C-49A8-8A10-CDA52469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97C7227-BD90-4E56-8ACE-78804AECA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1410">
            <a:extLst xmlns:a="http://schemas.openxmlformats.org/drawingml/2006/main">
              <a:ext uri="{FF2B5EF4-FFF2-40B4-BE49-F238E27FC236}">
                <a16:creationId xmlns:a16="http://schemas.microsoft.com/office/drawing/2014/main" id="{D65D19CF-2A52-4E7C-BD3D-892C0BF0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411">
            <a:extLst xmlns:a="http://schemas.openxmlformats.org/drawingml/2006/main">
              <a:ext uri="{FF2B5EF4-FFF2-40B4-BE49-F238E27FC236}">
                <a16:creationId xmlns:a16="http://schemas.microsoft.com/office/drawing/2014/main" id="{30F252BD-CD6B-44E4-A718-1ACA1B1FA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12">
            <a:extLst xmlns:a="http://schemas.openxmlformats.org/drawingml/2006/main">
              <a:ext uri="{FF2B5EF4-FFF2-40B4-BE49-F238E27FC236}">
                <a16:creationId xmlns:a16="http://schemas.microsoft.com/office/drawing/2014/main" id="{776A795C-681A-40D7-B5DB-C996EAF3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任務不中斷</a:t>
            </a:r>
          </a:p>
        </p:txBody>
      </p:sp>
      <p:sp>
        <p:nvSpPr>
          <p:cNvPr id="9" name="text-1413">
            <a:extLst xmlns:a="http://schemas.openxmlformats.org/drawingml/2006/main">
              <a:ext uri="{FF2B5EF4-FFF2-40B4-BE49-F238E27FC236}">
                <a16:creationId xmlns:a16="http://schemas.microsoft.com/office/drawing/2014/main" id="{55C07C99-A170-4040-B8AD-346D223C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電腦上的 Antigravity 持續保留本地工作環境；人離開座位後，長任務不必停在桌前。</a:t>
            </a:r>
          </a:p>
        </p:txBody>
      </p:sp>
      <p:sp>
        <p:nvSpPr>
          <p:cNvPr id="10" name="shape-1414">
            <a:extLst xmlns:a="http://schemas.openxmlformats.org/drawingml/2006/main">
              <a:ext uri="{FF2B5EF4-FFF2-40B4-BE49-F238E27FC236}">
                <a16:creationId xmlns:a16="http://schemas.microsoft.com/office/drawing/2014/main" id="{34684F97-5958-4269-82FF-FF40C9068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415">
            <a:extLst xmlns:a="http://schemas.openxmlformats.org/drawingml/2006/main">
              <a:ext uri="{FF2B5EF4-FFF2-40B4-BE49-F238E27FC236}">
                <a16:creationId xmlns:a16="http://schemas.microsoft.com/office/drawing/2014/main" id="{0FE220BA-E53D-42DE-AFA9-58449D12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16">
            <a:extLst xmlns:a="http://schemas.openxmlformats.org/drawingml/2006/main">
              <a:ext uri="{FF2B5EF4-FFF2-40B4-BE49-F238E27FC236}">
                <a16:creationId xmlns:a16="http://schemas.microsoft.com/office/drawing/2014/main" id="{9A27531A-7CF3-43BE-A0A3-2D4D2E34A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手機瀏覽器接手</a:t>
            </a:r>
          </a:p>
        </p:txBody>
      </p:sp>
      <p:sp>
        <p:nvSpPr>
          <p:cNvPr id="13" name="text-1417">
            <a:extLst xmlns:a="http://schemas.openxmlformats.org/drawingml/2006/main">
              <a:ext uri="{FF2B5EF4-FFF2-40B4-BE49-F238E27FC236}">
                <a16:creationId xmlns:a16="http://schemas.microsoft.com/office/drawing/2014/main" id="{1DC9E0AB-2415-470F-84C8-5E9D58D8A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從手機查看進行中的對話、啟動新任務、檢視計畫與 Agent 產物。</a:t>
            </a:r>
          </a:p>
        </p:txBody>
      </p:sp>
      <p:sp>
        <p:nvSpPr>
          <p:cNvPr id="14" name="shape-1418">
            <a:extLst xmlns:a="http://schemas.openxmlformats.org/drawingml/2006/main">
              <a:ext uri="{FF2B5EF4-FFF2-40B4-BE49-F238E27FC236}">
                <a16:creationId xmlns:a16="http://schemas.microsoft.com/office/drawing/2014/main" id="{CFA8D66C-9773-4C65-B1EF-C201281C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419">
            <a:extLst xmlns:a="http://schemas.openxmlformats.org/drawingml/2006/main">
              <a:ext uri="{FF2B5EF4-FFF2-40B4-BE49-F238E27FC236}">
                <a16:creationId xmlns:a16="http://schemas.microsoft.com/office/drawing/2014/main" id="{4240E34A-F171-4EC2-A4E7-200BB6FE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20">
            <a:extLst xmlns:a="http://schemas.openxmlformats.org/drawingml/2006/main">
              <a:ext uri="{FF2B5EF4-FFF2-40B4-BE49-F238E27FC236}">
                <a16:creationId xmlns:a16="http://schemas.microsoft.com/office/drawing/2014/main" id="{72891042-BC36-4ABA-8F5C-58CB1F92C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想到就即時修正</a:t>
            </a:r>
          </a:p>
        </p:txBody>
      </p:sp>
      <p:sp>
        <p:nvSpPr>
          <p:cNvPr id="17" name="text-1421">
            <a:extLst xmlns:a="http://schemas.openxmlformats.org/drawingml/2006/main">
              <a:ext uri="{FF2B5EF4-FFF2-40B4-BE49-F238E27FC236}">
                <a16:creationId xmlns:a16="http://schemas.microsoft.com/office/drawing/2014/main" id="{FF661FE2-93BD-4280-AE27-07B910B74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臨時想到新條件，可以透過手機補充指令，讓 Agent 繼續推進並回報結果。</a:t>
            </a:r>
          </a:p>
        </p:txBody>
      </p:sp>
      <p:sp>
        <p:nvSpPr>
          <p:cNvPr id="18" name="shape-1422">
            <a:extLst xmlns:a="http://schemas.openxmlformats.org/drawingml/2006/main">
              <a:ext uri="{FF2B5EF4-FFF2-40B4-BE49-F238E27FC236}">
                <a16:creationId xmlns:a16="http://schemas.microsoft.com/office/drawing/2014/main" id="{47DAD4D3-A77C-4EBB-A88B-91B4FF150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423">
            <a:extLst xmlns:a="http://schemas.openxmlformats.org/drawingml/2006/main">
              <a:ext uri="{FF2B5EF4-FFF2-40B4-BE49-F238E27FC236}">
                <a16:creationId xmlns:a16="http://schemas.microsoft.com/office/drawing/2014/main" id="{0769FB90-5FAC-4EB2-B067-9AD2AE20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24">
            <a:extLst xmlns:a="http://schemas.openxmlformats.org/drawingml/2006/main">
              <a:ext uri="{FF2B5EF4-FFF2-40B4-BE49-F238E27FC236}">
                <a16:creationId xmlns:a16="http://schemas.microsoft.com/office/drawing/2014/main" id="{3936243D-59FC-4B98-9853-B220E82A0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逐步開放中</a:t>
            </a:r>
          </a:p>
        </p:txBody>
      </p:sp>
      <p:sp>
        <p:nvSpPr>
          <p:cNvPr id="21" name="text-1425">
            <a:extLst xmlns:a="http://schemas.openxmlformats.org/drawingml/2006/main">
              <a:ext uri="{FF2B5EF4-FFF2-40B4-BE49-F238E27FC236}">
                <a16:creationId xmlns:a16="http://schemas.microsoft.com/office/drawing/2014/main" id="{442065F4-0E52-45A9-AAC7-5478C2885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Remote Control 目前採 rollout；需同一 Google 帳號，且桌面端已出現可啟用的功能。</a:t>
            </a:r>
          </a:p>
        </p:txBody>
      </p:sp>
      <p:sp>
        <p:nvSpPr>
          <p:cNvPr id="22" name="text-2090">
            <a:extLst xmlns:a="http://schemas.openxmlformats.org/drawingml/2006/main">
              <a:ext uri="{FF2B5EF4-FFF2-40B4-BE49-F238E27FC236}">
                <a16:creationId xmlns:a16="http://schemas.microsoft.com/office/drawing/2014/main" id="{A8366684-B123-4615-A5BE-D3308BC0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8e1ba22744e430d"/>
              </a:rPr>
              <a:t>Remote Control 官方說明 ↗</a:t>
            </a:r>
          </a:p>
        </p:txBody>
      </p:sp>
      <p:sp>
        <p:nvSpPr>
          <p:cNvPr id="23" name="shape-2142">
            <a:extLst xmlns:a="http://schemas.openxmlformats.org/drawingml/2006/main">
              <a:ext uri="{FF2B5EF4-FFF2-40B4-BE49-F238E27FC236}">
                <a16:creationId xmlns:a16="http://schemas.microsoft.com/office/drawing/2014/main" id="{5FFBE79D-ABEB-4DFC-BD2A-ED5DF7002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4adfafb86e450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2143">
            <a:extLst xmlns:a="http://schemas.openxmlformats.org/drawingml/2006/main">
              <a:ext uri="{FF2B5EF4-FFF2-40B4-BE49-F238E27FC236}">
                <a16:creationId xmlns:a16="http://schemas.microsoft.com/office/drawing/2014/main" id="{E9214710-C306-44B1-9CD6-DEA5E64F3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Remote Contr</a:t>
            </a:r>
          </a:p>
        </p:txBody>
      </p:sp>
    </p:spTree>
    <p:extLst>
      <p:ext uri="{BB962C8B-B14F-4D97-AF65-F5344CB8AC3E}">
        <p14:creationId xmlns:p14="http://schemas.microsoft.com/office/powerpoint/2010/main" val="97192912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1426">
            <a:extLst xmlns:a="http://schemas.openxmlformats.org/drawingml/2006/main">
              <a:ext uri="{FF2B5EF4-FFF2-40B4-BE49-F238E27FC236}">
                <a16:creationId xmlns:a16="http://schemas.microsoft.com/office/drawing/2014/main" id="{7B3B566C-48B9-4FBD-8B37-CABBE9D5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REMOTE CONTROL WORKFLOW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EE30E20-DC85-498F-BB2B-CEFF63FD5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手機遠端修正：四步把工作接回來</a:t>
            </a:r>
          </a:p>
        </p:txBody>
      </p:sp>
      <p:cxnSp>
        <p:nvCxnSpPr>
          <p:cNvPr id="36" name="shape-142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28">
            <a:extLst xmlns:a="http://schemas.openxmlformats.org/drawingml/2006/main">
              <a:ext uri="{FF2B5EF4-FFF2-40B4-BE49-F238E27FC236}">
                <a16:creationId xmlns:a16="http://schemas.microsoft.com/office/drawing/2014/main" id="{9D374541-164B-4BBC-BCE0-3B07D63E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6A56372-4236-4641-933F-2132DE525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shape-1429">
            <a:extLst xmlns:a="http://schemas.openxmlformats.org/drawingml/2006/main">
              <a:ext uri="{FF2B5EF4-FFF2-40B4-BE49-F238E27FC236}">
                <a16:creationId xmlns:a16="http://schemas.microsoft.com/office/drawing/2014/main" id="{6081722E-AAAE-466D-9F36-7FDD6991A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430">
            <a:extLst xmlns:a="http://schemas.openxmlformats.org/drawingml/2006/main">
              <a:ext uri="{FF2B5EF4-FFF2-40B4-BE49-F238E27FC236}">
                <a16:creationId xmlns:a16="http://schemas.microsoft.com/office/drawing/2014/main" id="{8CF3DD8C-BAA7-4F80-95D7-5FC0202B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431">
            <a:extLst xmlns:a="http://schemas.openxmlformats.org/drawingml/2006/main">
              <a:ext uri="{FF2B5EF4-FFF2-40B4-BE49-F238E27FC236}">
                <a16:creationId xmlns:a16="http://schemas.microsoft.com/office/drawing/2014/main" id="{FA8D4148-C218-451D-AFE3-40D2B1F7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32">
            <a:extLst xmlns:a="http://schemas.openxmlformats.org/drawingml/2006/main">
              <a:ext uri="{FF2B5EF4-FFF2-40B4-BE49-F238E27FC236}">
                <a16:creationId xmlns:a16="http://schemas.microsoft.com/office/drawing/2014/main" id="{AF1B1B5B-B936-4CA9-85E9-592CF3C0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啟用</a:t>
            </a:r>
          </a:p>
        </p:txBody>
      </p:sp>
      <p:sp>
        <p:nvSpPr>
          <p:cNvPr id="10" name="text-1433">
            <a:extLst xmlns:a="http://schemas.openxmlformats.org/drawingml/2006/main">
              <a:ext uri="{FF2B5EF4-FFF2-40B4-BE49-F238E27FC236}">
                <a16:creationId xmlns:a16="http://schemas.microsoft.com/office/drawing/2014/main" id="{3C77FB44-ADE9-4EF7-8D98-646222B0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2.0 → Settings → Account → Enable Remote Control</a:t>
            </a:r>
          </a:p>
        </p:txBody>
      </p:sp>
      <p:sp>
        <p:nvSpPr>
          <p:cNvPr id="11" name="text-1434">
            <a:extLst xmlns:a="http://schemas.openxmlformats.org/drawingml/2006/main">
              <a:ext uri="{FF2B5EF4-FFF2-40B4-BE49-F238E27FC236}">
                <a16:creationId xmlns:a16="http://schemas.microsoft.com/office/drawing/2014/main" id="{3173A5E8-4D90-4494-9007-1937F9470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435">
            <a:extLst xmlns:a="http://schemas.openxmlformats.org/drawingml/2006/main">
              <a:ext uri="{FF2B5EF4-FFF2-40B4-BE49-F238E27FC236}">
                <a16:creationId xmlns:a16="http://schemas.microsoft.com/office/drawing/2014/main" id="{959C1BE3-98F1-4116-B691-78AD4262C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436">
            <a:extLst xmlns:a="http://schemas.openxmlformats.org/drawingml/2006/main">
              <a:ext uri="{FF2B5EF4-FFF2-40B4-BE49-F238E27FC236}">
                <a16:creationId xmlns:a16="http://schemas.microsoft.com/office/drawing/2014/main" id="{EDA5EF3B-5272-4B81-9F40-1FCD7D9C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437">
            <a:extLst xmlns:a="http://schemas.openxmlformats.org/drawingml/2006/main">
              <a:ext uri="{FF2B5EF4-FFF2-40B4-BE49-F238E27FC236}">
                <a16:creationId xmlns:a16="http://schemas.microsoft.com/office/drawing/2014/main" id="{F1F89767-A871-4EB9-95F8-785A3E305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438">
            <a:extLst xmlns:a="http://schemas.openxmlformats.org/drawingml/2006/main">
              <a:ext uri="{FF2B5EF4-FFF2-40B4-BE49-F238E27FC236}">
                <a16:creationId xmlns:a16="http://schemas.microsoft.com/office/drawing/2014/main" id="{EF2E5C9A-5070-4D8C-B3CF-302C8882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連線</a:t>
            </a:r>
          </a:p>
        </p:txBody>
      </p:sp>
      <p:sp>
        <p:nvSpPr>
          <p:cNvPr id="16" name="text-1439">
            <a:extLst xmlns:a="http://schemas.openxmlformats.org/drawingml/2006/main">
              <a:ext uri="{FF2B5EF4-FFF2-40B4-BE49-F238E27FC236}">
                <a16:creationId xmlns:a16="http://schemas.microsoft.com/office/drawing/2014/main" id="{8A1F28CB-124B-431A-BD05-AF14ABF8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用手機瀏覽器開啟 Remote Control Dashboard</a:t>
            </a:r>
          </a:p>
        </p:txBody>
      </p:sp>
      <p:sp>
        <p:nvSpPr>
          <p:cNvPr id="17" name="text-1440">
            <a:extLst xmlns:a="http://schemas.openxmlformats.org/drawingml/2006/main">
              <a:ext uri="{FF2B5EF4-FFF2-40B4-BE49-F238E27FC236}">
                <a16:creationId xmlns:a16="http://schemas.microsoft.com/office/drawing/2014/main" id="{BB5DDF45-87F9-4C31-8682-E242D77BE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441">
            <a:extLst xmlns:a="http://schemas.openxmlformats.org/drawingml/2006/main">
              <a:ext uri="{FF2B5EF4-FFF2-40B4-BE49-F238E27FC236}">
                <a16:creationId xmlns:a16="http://schemas.microsoft.com/office/drawing/2014/main" id="{96169528-002B-486D-BCD0-20536776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442">
            <a:extLst xmlns:a="http://schemas.openxmlformats.org/drawingml/2006/main">
              <a:ext uri="{FF2B5EF4-FFF2-40B4-BE49-F238E27FC236}">
                <a16:creationId xmlns:a16="http://schemas.microsoft.com/office/drawing/2014/main" id="{53AF0F42-CAAF-4DB7-A963-0C2D65717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443">
            <a:extLst xmlns:a="http://schemas.openxmlformats.org/drawingml/2006/main">
              <a:ext uri="{FF2B5EF4-FFF2-40B4-BE49-F238E27FC236}">
                <a16:creationId xmlns:a16="http://schemas.microsoft.com/office/drawing/2014/main" id="{3BAB1E8D-D13C-4CF4-B0BC-2959A973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444">
            <a:extLst xmlns:a="http://schemas.openxmlformats.org/drawingml/2006/main">
              <a:ext uri="{FF2B5EF4-FFF2-40B4-BE49-F238E27FC236}">
                <a16:creationId xmlns:a16="http://schemas.microsoft.com/office/drawing/2014/main" id="{9F05B543-F113-4F79-BEBB-DD2F685F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選機</a:t>
            </a:r>
          </a:p>
        </p:txBody>
      </p:sp>
      <p:sp>
        <p:nvSpPr>
          <p:cNvPr id="22" name="text-1445">
            <a:extLst xmlns:a="http://schemas.openxmlformats.org/drawingml/2006/main">
              <a:ext uri="{FF2B5EF4-FFF2-40B4-BE49-F238E27FC236}">
                <a16:creationId xmlns:a16="http://schemas.microsoft.com/office/drawing/2014/main" id="{3B6F60B1-297F-4384-9EC1-22C3D2CA8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使用同一 Google 帳號，在 instance switcher 選工作電腦</a:t>
            </a:r>
          </a:p>
        </p:txBody>
      </p:sp>
      <p:sp>
        <p:nvSpPr>
          <p:cNvPr id="23" name="text-1446">
            <a:extLst xmlns:a="http://schemas.openxmlformats.org/drawingml/2006/main">
              <a:ext uri="{FF2B5EF4-FFF2-40B4-BE49-F238E27FC236}">
                <a16:creationId xmlns:a16="http://schemas.microsoft.com/office/drawing/2014/main" id="{C328A2FA-C27A-4545-A052-5D78BB82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447">
            <a:extLst xmlns:a="http://schemas.openxmlformats.org/drawingml/2006/main">
              <a:ext uri="{FF2B5EF4-FFF2-40B4-BE49-F238E27FC236}">
                <a16:creationId xmlns:a16="http://schemas.microsoft.com/office/drawing/2014/main" id="{5F20DB14-072F-4A99-9386-20360185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448">
            <a:extLst xmlns:a="http://schemas.openxmlformats.org/drawingml/2006/main">
              <a:ext uri="{FF2B5EF4-FFF2-40B4-BE49-F238E27FC236}">
                <a16:creationId xmlns:a16="http://schemas.microsoft.com/office/drawing/2014/main" id="{04D5B89B-024B-4A97-ABD4-2F459EE28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449">
            <a:extLst xmlns:a="http://schemas.openxmlformats.org/drawingml/2006/main">
              <a:ext uri="{FF2B5EF4-FFF2-40B4-BE49-F238E27FC236}">
                <a16:creationId xmlns:a16="http://schemas.microsoft.com/office/drawing/2014/main" id="{0C341294-8FFE-44E8-AF14-A25837268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450">
            <a:extLst xmlns:a="http://schemas.openxmlformats.org/drawingml/2006/main">
              <a:ext uri="{FF2B5EF4-FFF2-40B4-BE49-F238E27FC236}">
                <a16:creationId xmlns:a16="http://schemas.microsoft.com/office/drawing/2014/main" id="{BA127143-3629-448C-A6E7-6E629491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修正</a:t>
            </a:r>
          </a:p>
        </p:txBody>
      </p:sp>
      <p:sp>
        <p:nvSpPr>
          <p:cNvPr id="28" name="text-1451">
            <a:extLst xmlns:a="http://schemas.openxmlformats.org/drawingml/2006/main">
              <a:ext uri="{FF2B5EF4-FFF2-40B4-BE49-F238E27FC236}">
                <a16:creationId xmlns:a16="http://schemas.microsoft.com/office/drawing/2014/main" id="{CB625FC5-ED2F-4347-A5B1-37B3881C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查看對話、補充指令、檢視計畫與 artifacts；主機保持連線</a:t>
            </a:r>
          </a:p>
        </p:txBody>
      </p:sp>
      <p:sp>
        <p:nvSpPr>
          <p:cNvPr id="29" name="text-1452">
            <a:extLst xmlns:a="http://schemas.openxmlformats.org/drawingml/2006/main">
              <a:ext uri="{FF2B5EF4-FFF2-40B4-BE49-F238E27FC236}">
                <a16:creationId xmlns:a16="http://schemas.microsoft.com/office/drawing/2014/main" id="{A61DBC62-2CE4-4779-98D6-9E2842D7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2091">
            <a:extLst xmlns:a="http://schemas.openxmlformats.org/drawingml/2006/main">
              <a:ext uri="{FF2B5EF4-FFF2-40B4-BE49-F238E27FC236}">
                <a16:creationId xmlns:a16="http://schemas.microsoft.com/office/drawing/2014/main" id="{1B998657-437B-4C1D-9FAB-9C4BB6B5A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f97d9007f224e3a"/>
              </a:rPr>
              <a:t>Remote Control 官方說明 ↗</a:t>
            </a:r>
          </a:p>
        </p:txBody>
      </p:sp>
      <p:sp>
        <p:nvSpPr>
          <p:cNvPr id="31" name="shape-2144">
            <a:extLst xmlns:a="http://schemas.openxmlformats.org/drawingml/2006/main">
              <a:ext uri="{FF2B5EF4-FFF2-40B4-BE49-F238E27FC236}">
                <a16:creationId xmlns:a16="http://schemas.microsoft.com/office/drawing/2014/main" id="{990C5EE0-C250-4F26-95F4-2C0A61BCE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551a31d81a482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2145">
            <a:extLst xmlns:a="http://schemas.openxmlformats.org/drawingml/2006/main">
              <a:ext uri="{FF2B5EF4-FFF2-40B4-BE49-F238E27FC236}">
                <a16:creationId xmlns:a16="http://schemas.microsoft.com/office/drawing/2014/main" id="{21DB4187-4A92-4F29-8C7C-C3664BD8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Remote Contr</a:t>
            </a:r>
          </a:p>
        </p:txBody>
      </p:sp>
    </p:spTree>
    <p:extLst>
      <p:ext uri="{BB962C8B-B14F-4D97-AF65-F5344CB8AC3E}">
        <p14:creationId xmlns:p14="http://schemas.microsoft.com/office/powerpoint/2010/main" val="2988677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453">
            <a:extLst xmlns:a="http://schemas.openxmlformats.org/drawingml/2006/main">
              <a:ext uri="{FF2B5EF4-FFF2-40B4-BE49-F238E27FC236}">
                <a16:creationId xmlns:a16="http://schemas.microsoft.com/office/drawing/2014/main" id="{B9619576-C6D3-4A1F-9EB5-6BF3E0FE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1454">
            <a:extLst xmlns:a="http://schemas.openxmlformats.org/drawingml/2006/main">
              <a:ext uri="{FF2B5EF4-FFF2-40B4-BE49-F238E27FC236}">
                <a16:creationId xmlns:a16="http://schemas.microsoft.com/office/drawing/2014/main" id="{F106FC13-545B-4BF5-987E-D341A0F4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3" name="text-1455">
            <a:extLst xmlns:a="http://schemas.openxmlformats.org/drawingml/2006/main">
              <a:ext uri="{FF2B5EF4-FFF2-40B4-BE49-F238E27FC236}">
                <a16:creationId xmlns:a16="http://schemas.microsoft.com/office/drawing/2014/main" id="{E7B3901B-8106-4293-AA2D-CE6F6D62E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ChatGPT Voice 可在桌面版 Work／Codex 中直接口述任務、追問進度與協調 Agent；Codex 也能讀取工作區脈絡、修改檔案、執行檢查並交付可追查成果。</a:t>
            </a:r>
          </a:p>
        </p:txBody>
      </p:sp>
      <p:sp>
        <p:nvSpPr>
          <p:cNvPr id="4" name="shape-1456">
            <a:extLst xmlns:a="http://schemas.openxmlformats.org/drawingml/2006/main">
              <a:ext uri="{FF2B5EF4-FFF2-40B4-BE49-F238E27FC236}">
                <a16:creationId xmlns:a16="http://schemas.microsoft.com/office/drawing/2014/main" id="{4825C053-3767-496B-B0E1-2DD8D702D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457">
            <a:extLst xmlns:a="http://schemas.openxmlformats.org/drawingml/2006/main">
              <a:ext uri="{FF2B5EF4-FFF2-40B4-BE49-F238E27FC236}">
                <a16:creationId xmlns:a16="http://schemas.microsoft.com/office/drawing/2014/main" id="{B08E76F8-EAA6-4314-AC8A-516B65866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1458">
            <a:extLst xmlns:a="http://schemas.openxmlformats.org/drawingml/2006/main">
              <a:ext uri="{FF2B5EF4-FFF2-40B4-BE49-F238E27FC236}">
                <a16:creationId xmlns:a16="http://schemas.microsoft.com/office/drawing/2014/main" id="{BDF2BD28-CA8E-43FC-9803-F014B7BC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459">
            <a:extLst xmlns:a="http://schemas.openxmlformats.org/drawingml/2006/main">
              <a:ext uri="{FF2B5EF4-FFF2-40B4-BE49-F238E27FC236}">
                <a16:creationId xmlns:a16="http://schemas.microsoft.com/office/drawing/2014/main" id="{16EEE38A-541E-4D54-849A-1B312F32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&lt;&gt;</a:t>
            </a:r>
          </a:p>
        </p:txBody>
      </p:sp>
      <p:sp>
        <p:nvSpPr>
          <p:cNvPr id="8" name="text-1460">
            <a:extLst xmlns:a="http://schemas.openxmlformats.org/drawingml/2006/main">
              <a:ext uri="{FF2B5EF4-FFF2-40B4-BE49-F238E27FC236}">
                <a16:creationId xmlns:a16="http://schemas.microsoft.com/office/drawing/2014/main" id="{6D91F81D-0D0C-4793-B4A9-79B563A0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9" name="text-1461">
            <a:extLst xmlns:a="http://schemas.openxmlformats.org/drawingml/2006/main">
              <a:ext uri="{FF2B5EF4-FFF2-40B4-BE49-F238E27FC236}">
                <a16:creationId xmlns:a16="http://schemas.microsoft.com/office/drawing/2014/main" id="{754AE992-58BD-4A1A-A01B-A865B16B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ChatGPT Agent 工作區</a:t>
            </a:r>
          </a:p>
        </p:txBody>
      </p:sp>
      <p:cxnSp>
        <p:nvCxnSpPr>
          <p:cNvPr id="26" name="shape-146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11" name="text-1463">
            <a:extLst xmlns:a="http://schemas.openxmlformats.org/drawingml/2006/main">
              <a:ext uri="{FF2B5EF4-FFF2-40B4-BE49-F238E27FC236}">
                <a16:creationId xmlns:a16="http://schemas.microsoft.com/office/drawing/2014/main" id="{C0147CA3-C1F7-4671-978A-4D11DD2D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022E03C-8025-4259-9356-26BAA6D2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13" name="text-2092">
            <a:extLst xmlns:a="http://schemas.openxmlformats.org/drawingml/2006/main">
              <a:ext uri="{FF2B5EF4-FFF2-40B4-BE49-F238E27FC236}">
                <a16:creationId xmlns:a16="http://schemas.microsoft.com/office/drawing/2014/main" id="{4436895E-5D24-4690-8865-AEEFD2DD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5abc77cf63e49cf"/>
              </a:rPr>
              <a:t>開啟 Codex ↗</a:t>
            </a:r>
          </a:p>
        </p:txBody>
      </p:sp>
      <p:sp>
        <p:nvSpPr>
          <p:cNvPr id="14" name="shape-2146">
            <a:extLst xmlns:a="http://schemas.openxmlformats.org/drawingml/2006/main">
              <a:ext uri="{FF2B5EF4-FFF2-40B4-BE49-F238E27FC236}">
                <a16:creationId xmlns:a16="http://schemas.microsoft.com/office/drawing/2014/main" id="{12F161CB-947B-47C6-A9C8-AF6CFA2C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cb46fb524d41d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2147">
            <a:extLst xmlns:a="http://schemas.openxmlformats.org/drawingml/2006/main">
              <a:ext uri="{FF2B5EF4-FFF2-40B4-BE49-F238E27FC236}">
                <a16:creationId xmlns:a16="http://schemas.microsoft.com/office/drawing/2014/main" id="{C77057CF-B7D2-41E6-8A95-A7FBB252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00334812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text-1464">
            <a:extLst xmlns:a="http://schemas.openxmlformats.org/drawingml/2006/main">
              <a:ext uri="{FF2B5EF4-FFF2-40B4-BE49-F238E27FC236}">
                <a16:creationId xmlns:a16="http://schemas.microsoft.com/office/drawing/2014/main" id="{1FF954AE-3FA1-4B44-A5CF-4520CCE8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WORKFLOW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0545EB2-74F8-4E73-86C8-2B416E99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 實作工作流：先定位，再修改</a:t>
            </a:r>
          </a:p>
        </p:txBody>
      </p:sp>
      <p:cxnSp>
        <p:nvCxnSpPr>
          <p:cNvPr id="42" name="shape-146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66">
            <a:extLst xmlns:a="http://schemas.openxmlformats.org/drawingml/2006/main">
              <a:ext uri="{FF2B5EF4-FFF2-40B4-BE49-F238E27FC236}">
                <a16:creationId xmlns:a16="http://schemas.microsoft.com/office/drawing/2014/main" id="{4762B26E-8FBB-4D3E-AA80-6EF4F799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26E8CD5-6900-43A9-B374-EBF263AB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6" name="shape-1467">
            <a:extLst xmlns:a="http://schemas.openxmlformats.org/drawingml/2006/main">
              <a:ext uri="{FF2B5EF4-FFF2-40B4-BE49-F238E27FC236}">
                <a16:creationId xmlns:a16="http://schemas.microsoft.com/office/drawing/2014/main" id="{EA40DB35-2065-4C46-871A-D2574840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468">
            <a:extLst xmlns:a="http://schemas.openxmlformats.org/drawingml/2006/main">
              <a:ext uri="{FF2B5EF4-FFF2-40B4-BE49-F238E27FC236}">
                <a16:creationId xmlns:a16="http://schemas.microsoft.com/office/drawing/2014/main" id="{76CE9F0F-2417-4DD5-8174-2F087E0ED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469">
            <a:extLst xmlns:a="http://schemas.openxmlformats.org/drawingml/2006/main">
              <a:ext uri="{FF2B5EF4-FFF2-40B4-BE49-F238E27FC236}">
                <a16:creationId xmlns:a16="http://schemas.microsoft.com/office/drawing/2014/main" id="{DB854388-7C1A-46C9-B073-45335F68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70">
            <a:extLst xmlns:a="http://schemas.openxmlformats.org/drawingml/2006/main">
              <a:ext uri="{FF2B5EF4-FFF2-40B4-BE49-F238E27FC236}">
                <a16:creationId xmlns:a16="http://schemas.microsoft.com/office/drawing/2014/main" id="{A7AC1264-B71B-4EE2-8424-DEA10E31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開啟工作區／語音</a:t>
            </a:r>
          </a:p>
        </p:txBody>
      </p:sp>
      <p:sp>
        <p:nvSpPr>
          <p:cNvPr id="10" name="text-1471">
            <a:extLst xmlns:a="http://schemas.openxmlformats.org/drawingml/2006/main">
              <a:ext uri="{FF2B5EF4-FFF2-40B4-BE49-F238E27FC236}">
                <a16:creationId xmlns:a16="http://schemas.microsoft.com/office/drawing/2014/main" id="{8D80ADED-383B-49AD-B01C-181746FF5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素材、麥克風與權限</a:t>
            </a:r>
          </a:p>
        </p:txBody>
      </p:sp>
      <p:sp>
        <p:nvSpPr>
          <p:cNvPr id="11" name="text-1472">
            <a:extLst xmlns:a="http://schemas.openxmlformats.org/drawingml/2006/main">
              <a:ext uri="{FF2B5EF4-FFF2-40B4-BE49-F238E27FC236}">
                <a16:creationId xmlns:a16="http://schemas.microsoft.com/office/drawing/2014/main" id="{F0BAB994-2975-432A-B938-144C63803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473">
            <a:extLst xmlns:a="http://schemas.openxmlformats.org/drawingml/2006/main">
              <a:ext uri="{FF2B5EF4-FFF2-40B4-BE49-F238E27FC236}">
                <a16:creationId xmlns:a16="http://schemas.microsoft.com/office/drawing/2014/main" id="{BC5CC197-AABA-4BAE-B92D-5E125B656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474">
            <a:extLst xmlns:a="http://schemas.openxmlformats.org/drawingml/2006/main">
              <a:ext uri="{FF2B5EF4-FFF2-40B4-BE49-F238E27FC236}">
                <a16:creationId xmlns:a16="http://schemas.microsoft.com/office/drawing/2014/main" id="{856F90D6-9C6C-4AEB-83C1-3371B9804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475">
            <a:extLst xmlns:a="http://schemas.openxmlformats.org/drawingml/2006/main">
              <a:ext uri="{FF2B5EF4-FFF2-40B4-BE49-F238E27FC236}">
                <a16:creationId xmlns:a16="http://schemas.microsoft.com/office/drawing/2014/main" id="{1410AF97-2A6F-49EF-B224-1BE7BDBD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476">
            <a:extLst xmlns:a="http://schemas.openxmlformats.org/drawingml/2006/main">
              <a:ext uri="{FF2B5EF4-FFF2-40B4-BE49-F238E27FC236}">
                <a16:creationId xmlns:a16="http://schemas.microsoft.com/office/drawing/2014/main" id="{182B7A7F-B213-4905-B55A-1B8D99AC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描述任務</a:t>
            </a:r>
          </a:p>
        </p:txBody>
      </p:sp>
      <p:sp>
        <p:nvSpPr>
          <p:cNvPr id="16" name="text-1477">
            <a:extLst xmlns:a="http://schemas.openxmlformats.org/drawingml/2006/main">
              <a:ext uri="{FF2B5EF4-FFF2-40B4-BE49-F238E27FC236}">
                <a16:creationId xmlns:a16="http://schemas.microsoft.com/office/drawing/2014/main" id="{979F52CC-2ABB-4FD5-A852-E927FE0B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目標、限制、驗收</a:t>
            </a:r>
          </a:p>
        </p:txBody>
      </p:sp>
      <p:sp>
        <p:nvSpPr>
          <p:cNvPr id="17" name="text-1478">
            <a:extLst xmlns:a="http://schemas.openxmlformats.org/drawingml/2006/main">
              <a:ext uri="{FF2B5EF4-FFF2-40B4-BE49-F238E27FC236}">
                <a16:creationId xmlns:a16="http://schemas.microsoft.com/office/drawing/2014/main" id="{E9623E5C-8A08-4B4C-8B57-5DA2D749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479">
            <a:extLst xmlns:a="http://schemas.openxmlformats.org/drawingml/2006/main">
              <a:ext uri="{FF2B5EF4-FFF2-40B4-BE49-F238E27FC236}">
                <a16:creationId xmlns:a16="http://schemas.microsoft.com/office/drawing/2014/main" id="{0A8E1DB2-F08B-4835-921E-4B8D6C90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480">
            <a:extLst xmlns:a="http://schemas.openxmlformats.org/drawingml/2006/main">
              <a:ext uri="{FF2B5EF4-FFF2-40B4-BE49-F238E27FC236}">
                <a16:creationId xmlns:a16="http://schemas.microsoft.com/office/drawing/2014/main" id="{82B99C22-D62A-4AB8-964B-B41B48F4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481">
            <a:extLst xmlns:a="http://schemas.openxmlformats.org/drawingml/2006/main">
              <a:ext uri="{FF2B5EF4-FFF2-40B4-BE49-F238E27FC236}">
                <a16:creationId xmlns:a16="http://schemas.microsoft.com/office/drawing/2014/main" id="{640F1A32-364A-41CE-8130-932C26746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482">
            <a:extLst xmlns:a="http://schemas.openxmlformats.org/drawingml/2006/main">
              <a:ext uri="{FF2B5EF4-FFF2-40B4-BE49-F238E27FC236}">
                <a16:creationId xmlns:a16="http://schemas.microsoft.com/office/drawing/2014/main" id="{B874724F-CA67-49F9-864A-F28FD27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觀察進度</a:t>
            </a:r>
          </a:p>
        </p:txBody>
      </p:sp>
      <p:sp>
        <p:nvSpPr>
          <p:cNvPr id="22" name="text-1483">
            <a:extLst xmlns:a="http://schemas.openxmlformats.org/drawingml/2006/main">
              <a:ext uri="{FF2B5EF4-FFF2-40B4-BE49-F238E27FC236}">
                <a16:creationId xmlns:a16="http://schemas.microsoft.com/office/drawing/2014/main" id="{5FB98886-16FE-4D7D-9FEB-1BB79017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計畫、讀檔、工具使用</a:t>
            </a:r>
          </a:p>
        </p:txBody>
      </p:sp>
      <p:sp>
        <p:nvSpPr>
          <p:cNvPr id="23" name="text-1484">
            <a:extLst xmlns:a="http://schemas.openxmlformats.org/drawingml/2006/main">
              <a:ext uri="{FF2B5EF4-FFF2-40B4-BE49-F238E27FC236}">
                <a16:creationId xmlns:a16="http://schemas.microsoft.com/office/drawing/2014/main" id="{68C5F83A-9788-4733-BA9E-A545EFE9D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485">
            <a:extLst xmlns:a="http://schemas.openxmlformats.org/drawingml/2006/main">
              <a:ext uri="{FF2B5EF4-FFF2-40B4-BE49-F238E27FC236}">
                <a16:creationId xmlns:a16="http://schemas.microsoft.com/office/drawing/2014/main" id="{BCF329E0-6721-4122-B8E3-EEA92842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486">
            <a:extLst xmlns:a="http://schemas.openxmlformats.org/drawingml/2006/main">
              <a:ext uri="{FF2B5EF4-FFF2-40B4-BE49-F238E27FC236}">
                <a16:creationId xmlns:a16="http://schemas.microsoft.com/office/drawing/2014/main" id="{7A3A9270-47BC-4AD9-B256-C87F2329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487">
            <a:extLst xmlns:a="http://schemas.openxmlformats.org/drawingml/2006/main">
              <a:ext uri="{FF2B5EF4-FFF2-40B4-BE49-F238E27FC236}">
                <a16:creationId xmlns:a16="http://schemas.microsoft.com/office/drawing/2014/main" id="{CE3F8971-8B4D-4732-A0C3-B006F57E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488">
            <a:extLst xmlns:a="http://schemas.openxmlformats.org/drawingml/2006/main">
              <a:ext uri="{FF2B5EF4-FFF2-40B4-BE49-F238E27FC236}">
                <a16:creationId xmlns:a16="http://schemas.microsoft.com/office/drawing/2014/main" id="{BAF86EE8-DF3E-4E3F-8BA6-B64EC74A1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檢查成果</a:t>
            </a:r>
          </a:p>
        </p:txBody>
      </p:sp>
      <p:sp>
        <p:nvSpPr>
          <p:cNvPr id="28" name="text-1489">
            <a:extLst xmlns:a="http://schemas.openxmlformats.org/drawingml/2006/main">
              <a:ext uri="{FF2B5EF4-FFF2-40B4-BE49-F238E27FC236}">
                <a16:creationId xmlns:a16="http://schemas.microsoft.com/office/drawing/2014/main" id="{FE95DA02-0892-49AF-A1C3-6B674C58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檔案、測試、畫面、差異</a:t>
            </a:r>
          </a:p>
        </p:txBody>
      </p:sp>
      <p:sp>
        <p:nvSpPr>
          <p:cNvPr id="29" name="text-1490">
            <a:extLst xmlns:a="http://schemas.openxmlformats.org/drawingml/2006/main">
              <a:ext uri="{FF2B5EF4-FFF2-40B4-BE49-F238E27FC236}">
                <a16:creationId xmlns:a16="http://schemas.microsoft.com/office/drawing/2014/main" id="{466EAA63-3CF5-4CAC-9EBE-8F719DFE0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491">
            <a:extLst xmlns:a="http://schemas.openxmlformats.org/drawingml/2006/main">
              <a:ext uri="{FF2B5EF4-FFF2-40B4-BE49-F238E27FC236}">
                <a16:creationId xmlns:a16="http://schemas.microsoft.com/office/drawing/2014/main" id="{06FADF66-7F62-4D5B-B27E-56D80673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1492">
            <a:extLst xmlns:a="http://schemas.openxmlformats.org/drawingml/2006/main">
              <a:ext uri="{FF2B5EF4-FFF2-40B4-BE49-F238E27FC236}">
                <a16:creationId xmlns:a16="http://schemas.microsoft.com/office/drawing/2014/main" id="{74B0007D-C9E2-4D72-98E8-0AA5A61C5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493">
            <a:extLst xmlns:a="http://schemas.openxmlformats.org/drawingml/2006/main">
              <a:ext uri="{FF2B5EF4-FFF2-40B4-BE49-F238E27FC236}">
                <a16:creationId xmlns:a16="http://schemas.microsoft.com/office/drawing/2014/main" id="{2FDBC2A1-AC04-413F-B7BC-708294D7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494">
            <a:extLst xmlns:a="http://schemas.openxmlformats.org/drawingml/2006/main">
              <a:ext uri="{FF2B5EF4-FFF2-40B4-BE49-F238E27FC236}">
                <a16:creationId xmlns:a16="http://schemas.microsoft.com/office/drawing/2014/main" id="{AB0FCF09-DB66-475D-B505-93291948B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決定下一步</a:t>
            </a:r>
          </a:p>
        </p:txBody>
      </p:sp>
      <p:sp>
        <p:nvSpPr>
          <p:cNvPr id="34" name="text-1495">
            <a:extLst xmlns:a="http://schemas.openxmlformats.org/drawingml/2006/main">
              <a:ext uri="{FF2B5EF4-FFF2-40B4-BE49-F238E27FC236}">
                <a16:creationId xmlns:a16="http://schemas.microsoft.com/office/drawing/2014/main" id="{339C7E37-E833-4E89-B048-A9AA9D767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接受、修正或停止</a:t>
            </a:r>
          </a:p>
        </p:txBody>
      </p:sp>
      <p:sp>
        <p:nvSpPr>
          <p:cNvPr id="35" name="text-1496">
            <a:extLst xmlns:a="http://schemas.openxmlformats.org/drawingml/2006/main">
              <a:ext uri="{FF2B5EF4-FFF2-40B4-BE49-F238E27FC236}">
                <a16:creationId xmlns:a16="http://schemas.microsoft.com/office/drawing/2014/main" id="{F350A2FE-27AA-4033-869D-3E11A97B0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2093">
            <a:extLst xmlns:a="http://schemas.openxmlformats.org/drawingml/2006/main">
              <a:ext uri="{FF2B5EF4-FFF2-40B4-BE49-F238E27FC236}">
                <a16:creationId xmlns:a16="http://schemas.microsoft.com/office/drawing/2014/main" id="{F3DE0512-8B33-43F9-88C3-0A4BEC1C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3dfbd6ff1d544b6"/>
              </a:rPr>
              <a:t>開啟 Codex ↗</a:t>
            </a:r>
          </a:p>
        </p:txBody>
      </p:sp>
      <p:sp>
        <p:nvSpPr>
          <p:cNvPr id="37" name="shape-2148">
            <a:extLst xmlns:a="http://schemas.openxmlformats.org/drawingml/2006/main">
              <a:ext uri="{FF2B5EF4-FFF2-40B4-BE49-F238E27FC236}">
                <a16:creationId xmlns:a16="http://schemas.microsoft.com/office/drawing/2014/main" id="{A9193F61-E2D9-4088-8348-2AAAE336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0d3e1a302493f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9" name="text-2149">
            <a:extLst xmlns:a="http://schemas.openxmlformats.org/drawingml/2006/main">
              <a:ext uri="{FF2B5EF4-FFF2-40B4-BE49-F238E27FC236}">
                <a16:creationId xmlns:a16="http://schemas.microsoft.com/office/drawing/2014/main" id="{6F51B2C0-69C5-4CE5-9D26-AFC1C1070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9176266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497">
            <a:extLst xmlns:a="http://schemas.openxmlformats.org/drawingml/2006/main">
              <a:ext uri="{FF2B5EF4-FFF2-40B4-BE49-F238E27FC236}">
                <a16:creationId xmlns:a16="http://schemas.microsoft.com/office/drawing/2014/main" id="{D4995C3E-7BF7-45E8-85EF-6CDC3AB4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D303938-0D2C-418A-AE1C-A9DB5848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同一任務在 Codex 中這樣下達</a:t>
            </a:r>
          </a:p>
        </p:txBody>
      </p:sp>
      <p:cxnSp>
        <p:nvCxnSpPr>
          <p:cNvPr id="19" name="shape-149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99">
            <a:extLst xmlns:a="http://schemas.openxmlformats.org/drawingml/2006/main">
              <a:ext uri="{FF2B5EF4-FFF2-40B4-BE49-F238E27FC236}">
                <a16:creationId xmlns:a16="http://schemas.microsoft.com/office/drawing/2014/main" id="{419E6965-6D61-443E-BB71-65381480B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40E94EF-170B-4627-BA73-1801A8D9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text-1500">
            <a:extLst xmlns:a="http://schemas.openxmlformats.org/drawingml/2006/main">
              <a:ext uri="{FF2B5EF4-FFF2-40B4-BE49-F238E27FC236}">
                <a16:creationId xmlns:a16="http://schemas.microsoft.com/office/drawing/2014/main" id="{47EFF5A8-F8DD-48BE-86C2-86D043D3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B2A3D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目標：改善這個課程互動網站的手機操作體驗。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範圍：只處理目前工作區中的 HTML、CSS、JS。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限制：不更動教學內容、不新增外部服務、不發布。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檢查結構與手機畫面。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說明最重要的 3 個問題與修正計畫。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實作後跑可行的檢查。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回報修改檔案、驗證證據與未確認項目。</a:t>
            </a:r>
          </a:p>
        </p:txBody>
      </p:sp>
      <p:sp>
        <p:nvSpPr>
          <p:cNvPr id="7" name="text-1501">
            <a:extLst xmlns:a="http://schemas.openxmlformats.org/drawingml/2006/main">
              <a:ext uri="{FF2B5EF4-FFF2-40B4-BE49-F238E27FC236}">
                <a16:creationId xmlns:a16="http://schemas.microsoft.com/office/drawing/2014/main" id="{A3CC0998-208E-494E-B7E1-509FB8E2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明確邊界</a:t>
            </a:r>
          </a:p>
        </p:txBody>
      </p:sp>
      <p:sp>
        <p:nvSpPr>
          <p:cNvPr id="8" name="text-1502">
            <a:extLst xmlns:a="http://schemas.openxmlformats.org/drawingml/2006/main">
              <a:ext uri="{FF2B5EF4-FFF2-40B4-BE49-F238E27FC236}">
                <a16:creationId xmlns:a16="http://schemas.microsoft.com/office/drawing/2014/main" id="{2A78E28E-F55C-48B2-B60A-6534DE17F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檔案與動作的範圍要具體。</a:t>
            </a:r>
          </a:p>
        </p:txBody>
      </p:sp>
      <p:sp>
        <p:nvSpPr>
          <p:cNvPr id="9" name="text-1503">
            <a:extLst xmlns:a="http://schemas.openxmlformats.org/drawingml/2006/main">
              <a:ext uri="{FF2B5EF4-FFF2-40B4-BE49-F238E27FC236}">
                <a16:creationId xmlns:a16="http://schemas.microsoft.com/office/drawing/2014/main" id="{1197BC69-EA46-49B7-9F3F-AC1CF74F1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1504">
            <a:extLst xmlns:a="http://schemas.openxmlformats.org/drawingml/2006/main">
              <a:ext uri="{FF2B5EF4-FFF2-40B4-BE49-F238E27FC236}">
                <a16:creationId xmlns:a16="http://schemas.microsoft.com/office/drawing/2014/main" id="{F0319B07-9D7C-4017-B55D-63587034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讓 Agent 先讀環境，避免憑空重寫。</a:t>
            </a:r>
          </a:p>
        </p:txBody>
      </p:sp>
      <p:sp>
        <p:nvSpPr>
          <p:cNvPr id="11" name="text-1505">
            <a:extLst xmlns:a="http://schemas.openxmlformats.org/drawingml/2006/main">
              <a:ext uri="{FF2B5EF4-FFF2-40B4-BE49-F238E27FC236}">
                <a16:creationId xmlns:a16="http://schemas.microsoft.com/office/drawing/2014/main" id="{4B69E77E-9FED-441C-9ED0-A9C347365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驗收可見</a:t>
            </a:r>
          </a:p>
        </p:txBody>
      </p:sp>
      <p:sp>
        <p:nvSpPr>
          <p:cNvPr id="12" name="text-1506">
            <a:extLst xmlns:a="http://schemas.openxmlformats.org/drawingml/2006/main">
              <a:ext uri="{FF2B5EF4-FFF2-40B4-BE49-F238E27FC236}">
                <a16:creationId xmlns:a16="http://schemas.microsoft.com/office/drawing/2014/main" id="{02831563-DF04-40EB-B195-4F8679544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要求證據與未確認項目。</a:t>
            </a:r>
          </a:p>
        </p:txBody>
      </p:sp>
      <p:sp>
        <p:nvSpPr>
          <p:cNvPr id="13" name="text-2094">
            <a:extLst xmlns:a="http://schemas.openxmlformats.org/drawingml/2006/main">
              <a:ext uri="{FF2B5EF4-FFF2-40B4-BE49-F238E27FC236}">
                <a16:creationId xmlns:a16="http://schemas.microsoft.com/office/drawing/2014/main" id="{49ACEA33-79B9-4154-AF1F-4ED3640D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4dec9d77684470c"/>
              </a:rPr>
              <a:t>開啟 Codex ↗</a:t>
            </a:r>
          </a:p>
        </p:txBody>
      </p:sp>
      <p:sp>
        <p:nvSpPr>
          <p:cNvPr id="14" name="shape-2150">
            <a:extLst xmlns:a="http://schemas.openxmlformats.org/drawingml/2006/main">
              <a:ext uri="{FF2B5EF4-FFF2-40B4-BE49-F238E27FC236}">
                <a16:creationId xmlns:a16="http://schemas.microsoft.com/office/drawing/2014/main" id="{D9C8A610-F986-4E09-8F51-3068236B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273b5810294ef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2151">
            <a:extLst xmlns:a="http://schemas.openxmlformats.org/drawingml/2006/main">
              <a:ext uri="{FF2B5EF4-FFF2-40B4-BE49-F238E27FC236}">
                <a16:creationId xmlns:a16="http://schemas.microsoft.com/office/drawing/2014/main" id="{0B48F690-FD93-4E40-906C-E79F6478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03666101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1507">
            <a:extLst xmlns:a="http://schemas.openxmlformats.org/drawingml/2006/main">
              <a:ext uri="{FF2B5EF4-FFF2-40B4-BE49-F238E27FC236}">
                <a16:creationId xmlns:a16="http://schemas.microsoft.com/office/drawing/2014/main" id="{047526F6-2B2F-458A-9271-55D4BB94A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TASK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F2187A7-CA97-4840-BB6A-328CB766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好任務簡報的六個欄位</a:t>
            </a:r>
          </a:p>
        </p:txBody>
      </p:sp>
      <p:cxnSp>
        <p:nvCxnSpPr>
          <p:cNvPr id="36" name="shape-150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09">
            <a:extLst xmlns:a="http://schemas.openxmlformats.org/drawingml/2006/main">
              <a:ext uri="{FF2B5EF4-FFF2-40B4-BE49-F238E27FC236}">
                <a16:creationId xmlns:a16="http://schemas.microsoft.com/office/drawing/2014/main" id="{FE98508C-197E-43F8-82DB-5DD129FB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1808F0A-48FF-4D3B-AD90-1BE720D42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sp>
        <p:nvSpPr>
          <p:cNvPr id="6" name="shape-1510">
            <a:extLst xmlns:a="http://schemas.openxmlformats.org/drawingml/2006/main">
              <a:ext uri="{FF2B5EF4-FFF2-40B4-BE49-F238E27FC236}">
                <a16:creationId xmlns:a16="http://schemas.microsoft.com/office/drawing/2014/main" id="{50E54DC1-F0D5-486A-ABFE-48847C1CD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511">
            <a:extLst xmlns:a="http://schemas.openxmlformats.org/drawingml/2006/main">
              <a:ext uri="{FF2B5EF4-FFF2-40B4-BE49-F238E27FC236}">
                <a16:creationId xmlns:a16="http://schemas.microsoft.com/office/drawing/2014/main" id="{9CE1646D-FD27-47F5-A4F8-2C1EE990E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1512">
            <a:extLst xmlns:a="http://schemas.openxmlformats.org/drawingml/2006/main">
              <a:ext uri="{FF2B5EF4-FFF2-40B4-BE49-F238E27FC236}">
                <a16:creationId xmlns:a16="http://schemas.microsoft.com/office/drawing/2014/main" id="{3F61DA3C-3B8B-4AD7-9E13-FB81CABD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Why</a:t>
            </a:r>
          </a:p>
        </p:txBody>
      </p:sp>
      <p:sp>
        <p:nvSpPr>
          <p:cNvPr id="9" name="text-1513">
            <a:extLst xmlns:a="http://schemas.openxmlformats.org/drawingml/2006/main">
              <a:ext uri="{FF2B5EF4-FFF2-40B4-BE49-F238E27FC236}">
                <a16:creationId xmlns:a16="http://schemas.microsoft.com/office/drawing/2014/main" id="{C285B0C3-0381-451F-A8DC-45511DA9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教學／研究痛點與使用者價值</a:t>
            </a:r>
          </a:p>
        </p:txBody>
      </p:sp>
      <p:sp>
        <p:nvSpPr>
          <p:cNvPr id="10" name="shape-1514">
            <a:extLst xmlns:a="http://schemas.openxmlformats.org/drawingml/2006/main">
              <a:ext uri="{FF2B5EF4-FFF2-40B4-BE49-F238E27FC236}">
                <a16:creationId xmlns:a16="http://schemas.microsoft.com/office/drawing/2014/main" id="{400DFFC4-55DF-4019-B25A-5A87F6C1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515">
            <a:extLst xmlns:a="http://schemas.openxmlformats.org/drawingml/2006/main">
              <a:ext uri="{FF2B5EF4-FFF2-40B4-BE49-F238E27FC236}">
                <a16:creationId xmlns:a16="http://schemas.microsoft.com/office/drawing/2014/main" id="{96500EE3-8334-43B9-8672-97268EB2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1516">
            <a:extLst xmlns:a="http://schemas.openxmlformats.org/drawingml/2006/main">
              <a:ext uri="{FF2B5EF4-FFF2-40B4-BE49-F238E27FC236}">
                <a16:creationId xmlns:a16="http://schemas.microsoft.com/office/drawing/2014/main" id="{FC4B70B0-B1F6-488B-8B04-886311C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What</a:t>
            </a:r>
          </a:p>
        </p:txBody>
      </p:sp>
      <p:sp>
        <p:nvSpPr>
          <p:cNvPr id="13" name="text-1517">
            <a:extLst xmlns:a="http://schemas.openxmlformats.org/drawingml/2006/main">
              <a:ext uri="{FF2B5EF4-FFF2-40B4-BE49-F238E27FC236}">
                <a16:creationId xmlns:a16="http://schemas.microsoft.com/office/drawing/2014/main" id="{CE37EFF7-9327-4EF5-B15C-1164AE4B9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要完成的具體成果</a:t>
            </a:r>
          </a:p>
        </p:txBody>
      </p:sp>
      <p:sp>
        <p:nvSpPr>
          <p:cNvPr id="14" name="shape-1518">
            <a:extLst xmlns:a="http://schemas.openxmlformats.org/drawingml/2006/main">
              <a:ext uri="{FF2B5EF4-FFF2-40B4-BE49-F238E27FC236}">
                <a16:creationId xmlns:a16="http://schemas.microsoft.com/office/drawing/2014/main" id="{6237CC96-DAD8-45C6-A74A-21AA6459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519">
            <a:extLst xmlns:a="http://schemas.openxmlformats.org/drawingml/2006/main">
              <a:ext uri="{FF2B5EF4-FFF2-40B4-BE49-F238E27FC236}">
                <a16:creationId xmlns:a16="http://schemas.microsoft.com/office/drawing/2014/main" id="{7430A6B0-0A5C-4C24-B16D-201CDCA2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1520">
            <a:extLst xmlns:a="http://schemas.openxmlformats.org/drawingml/2006/main">
              <a:ext uri="{FF2B5EF4-FFF2-40B4-BE49-F238E27FC236}">
                <a16:creationId xmlns:a16="http://schemas.microsoft.com/office/drawing/2014/main" id="{5514DFEF-6A10-4E31-823F-80EDA0BF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Where</a:t>
            </a:r>
          </a:p>
        </p:txBody>
      </p:sp>
      <p:sp>
        <p:nvSpPr>
          <p:cNvPr id="17" name="text-1521">
            <a:extLst xmlns:a="http://schemas.openxmlformats.org/drawingml/2006/main">
              <a:ext uri="{FF2B5EF4-FFF2-40B4-BE49-F238E27FC236}">
                <a16:creationId xmlns:a16="http://schemas.microsoft.com/office/drawing/2014/main" id="{835E45D4-0AA1-4C3D-B128-AFDEF0B6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工作區、檔案與資料來源</a:t>
            </a:r>
          </a:p>
        </p:txBody>
      </p:sp>
      <p:sp>
        <p:nvSpPr>
          <p:cNvPr id="18" name="shape-1522">
            <a:extLst xmlns:a="http://schemas.openxmlformats.org/drawingml/2006/main">
              <a:ext uri="{FF2B5EF4-FFF2-40B4-BE49-F238E27FC236}">
                <a16:creationId xmlns:a16="http://schemas.microsoft.com/office/drawing/2014/main" id="{9D40A40B-78CB-4B35-A69B-3AB2698F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523">
            <a:extLst xmlns:a="http://schemas.openxmlformats.org/drawingml/2006/main">
              <a:ext uri="{FF2B5EF4-FFF2-40B4-BE49-F238E27FC236}">
                <a16:creationId xmlns:a16="http://schemas.microsoft.com/office/drawing/2014/main" id="{1A475225-E337-44CF-8988-DC71D905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1524">
            <a:extLst xmlns:a="http://schemas.openxmlformats.org/drawingml/2006/main">
              <a:ext uri="{FF2B5EF4-FFF2-40B4-BE49-F238E27FC236}">
                <a16:creationId xmlns:a16="http://schemas.microsoft.com/office/drawing/2014/main" id="{0F7C21E5-129B-4C87-8121-A4C34CA2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Limits</a:t>
            </a:r>
          </a:p>
        </p:txBody>
      </p:sp>
      <p:sp>
        <p:nvSpPr>
          <p:cNvPr id="21" name="text-1525">
            <a:extLst xmlns:a="http://schemas.openxmlformats.org/drawingml/2006/main">
              <a:ext uri="{FF2B5EF4-FFF2-40B4-BE49-F238E27FC236}">
                <a16:creationId xmlns:a16="http://schemas.microsoft.com/office/drawing/2014/main" id="{6B118B63-304D-4351-9AF0-E8946277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不可改、不可公開、不可猜測</a:t>
            </a:r>
          </a:p>
        </p:txBody>
      </p:sp>
      <p:sp>
        <p:nvSpPr>
          <p:cNvPr id="22" name="shape-1526">
            <a:extLst xmlns:a="http://schemas.openxmlformats.org/drawingml/2006/main">
              <a:ext uri="{FF2B5EF4-FFF2-40B4-BE49-F238E27FC236}">
                <a16:creationId xmlns:a16="http://schemas.microsoft.com/office/drawing/2014/main" id="{8D848DE6-4345-49B5-93C2-D555E5AB7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3" name="text-1527">
            <a:extLst xmlns:a="http://schemas.openxmlformats.org/drawingml/2006/main">
              <a:ext uri="{FF2B5EF4-FFF2-40B4-BE49-F238E27FC236}">
                <a16:creationId xmlns:a16="http://schemas.microsoft.com/office/drawing/2014/main" id="{118576F8-2F96-4792-A663-028D2933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4" name="text-1528">
            <a:extLst xmlns:a="http://schemas.openxmlformats.org/drawingml/2006/main">
              <a:ext uri="{FF2B5EF4-FFF2-40B4-BE49-F238E27FC236}">
                <a16:creationId xmlns:a16="http://schemas.microsoft.com/office/drawing/2014/main" id="{B1FD14E6-BB58-4CA8-9EBA-EE62F634B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Checks</a:t>
            </a:r>
          </a:p>
        </p:txBody>
      </p:sp>
      <p:sp>
        <p:nvSpPr>
          <p:cNvPr id="25" name="text-1529">
            <a:extLst xmlns:a="http://schemas.openxmlformats.org/drawingml/2006/main">
              <a:ext uri="{FF2B5EF4-FFF2-40B4-BE49-F238E27FC236}">
                <a16:creationId xmlns:a16="http://schemas.microsoft.com/office/drawing/2014/main" id="{2CD72278-2F2B-4EE5-BAE4-3E74D438F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測試、畫面與內容檢核</a:t>
            </a:r>
          </a:p>
        </p:txBody>
      </p:sp>
      <p:sp>
        <p:nvSpPr>
          <p:cNvPr id="26" name="shape-1530">
            <a:extLst xmlns:a="http://schemas.openxmlformats.org/drawingml/2006/main">
              <a:ext uri="{FF2B5EF4-FFF2-40B4-BE49-F238E27FC236}">
                <a16:creationId xmlns:a16="http://schemas.microsoft.com/office/drawing/2014/main" id="{69EB2D27-A8EF-4893-8B9D-0F1083C3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7" name="text-1531">
            <a:extLst xmlns:a="http://schemas.openxmlformats.org/drawingml/2006/main">
              <a:ext uri="{FF2B5EF4-FFF2-40B4-BE49-F238E27FC236}">
                <a16:creationId xmlns:a16="http://schemas.microsoft.com/office/drawing/2014/main" id="{13265334-E992-45F9-82DF-0357DDE47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28" name="text-1532">
            <a:extLst xmlns:a="http://schemas.openxmlformats.org/drawingml/2006/main">
              <a:ext uri="{FF2B5EF4-FFF2-40B4-BE49-F238E27FC236}">
                <a16:creationId xmlns:a16="http://schemas.microsoft.com/office/drawing/2014/main" id="{983044B0-C3CD-42D2-B984-C50E52BC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Handoff</a:t>
            </a:r>
          </a:p>
        </p:txBody>
      </p:sp>
      <p:sp>
        <p:nvSpPr>
          <p:cNvPr id="29" name="text-1533">
            <a:extLst xmlns:a="http://schemas.openxmlformats.org/drawingml/2006/main">
              <a:ext uri="{FF2B5EF4-FFF2-40B4-BE49-F238E27FC236}">
                <a16:creationId xmlns:a16="http://schemas.microsoft.com/office/drawing/2014/main" id="{45F29E93-67F4-4C38-A3D9-38ABD5C76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成果、差異、限制、下一步</a:t>
            </a:r>
          </a:p>
        </p:txBody>
      </p:sp>
      <p:sp>
        <p:nvSpPr>
          <p:cNvPr id="30" name="text-2095">
            <a:extLst xmlns:a="http://schemas.openxmlformats.org/drawingml/2006/main">
              <a:ext uri="{FF2B5EF4-FFF2-40B4-BE49-F238E27FC236}">
                <a16:creationId xmlns:a16="http://schemas.microsoft.com/office/drawing/2014/main" id="{76AB537D-793D-4EE0-AD71-2A5A444B1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d27cbbf50df4832"/>
              </a:rPr>
              <a:t>開啟 Codex ↗</a:t>
            </a:r>
          </a:p>
        </p:txBody>
      </p:sp>
      <p:sp>
        <p:nvSpPr>
          <p:cNvPr id="31" name="shape-2152">
            <a:extLst xmlns:a="http://schemas.openxmlformats.org/drawingml/2006/main">
              <a:ext uri="{FF2B5EF4-FFF2-40B4-BE49-F238E27FC236}">
                <a16:creationId xmlns:a16="http://schemas.microsoft.com/office/drawing/2014/main" id="{42EDE14C-3D00-4306-9615-29B8BA49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1631e6c99b4190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2153">
            <a:extLst xmlns:a="http://schemas.openxmlformats.org/drawingml/2006/main">
              <a:ext uri="{FF2B5EF4-FFF2-40B4-BE49-F238E27FC236}">
                <a16:creationId xmlns:a16="http://schemas.microsoft.com/office/drawing/2014/main" id="{2007AAA2-D845-405D-AE39-B54125005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65503992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534">
            <a:extLst xmlns:a="http://schemas.openxmlformats.org/drawingml/2006/main">
              <a:ext uri="{FF2B5EF4-FFF2-40B4-BE49-F238E27FC236}">
                <a16:creationId xmlns:a16="http://schemas.microsoft.com/office/drawing/2014/main" id="{D9ECB34C-0F16-47CB-A4BF-4DF235768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BE1A5B8-1160-4992-A537-9844C9D4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 B｜Codex 完成同一任務</a:t>
            </a:r>
          </a:p>
        </p:txBody>
      </p:sp>
      <p:cxnSp>
        <p:nvCxnSpPr>
          <p:cNvPr id="25" name="shape-153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36">
            <a:extLst xmlns:a="http://schemas.openxmlformats.org/drawingml/2006/main">
              <a:ext uri="{FF2B5EF4-FFF2-40B4-BE49-F238E27FC236}">
                <a16:creationId xmlns:a16="http://schemas.microsoft.com/office/drawing/2014/main" id="{E7C12A00-6ED0-4225-808F-14402CC2B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779631A-DAB8-4929-852E-96F05E6F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text-1537">
            <a:extLst xmlns:a="http://schemas.openxmlformats.org/drawingml/2006/main">
              <a:ext uri="{FF2B5EF4-FFF2-40B4-BE49-F238E27FC236}">
                <a16:creationId xmlns:a16="http://schemas.microsoft.com/office/drawing/2014/main" id="{3E815892-6EF8-4AAA-9627-149BAC62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538">
            <a:extLst xmlns:a="http://schemas.openxmlformats.org/drawingml/2006/main">
              <a:ext uri="{FF2B5EF4-FFF2-40B4-BE49-F238E27FC236}">
                <a16:creationId xmlns:a16="http://schemas.microsoft.com/office/drawing/2014/main" id="{EDA71A5A-FA09-4785-89B8-5874BC19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539">
            <a:extLst xmlns:a="http://schemas.openxmlformats.org/drawingml/2006/main">
              <a:ext uri="{FF2B5EF4-FFF2-40B4-BE49-F238E27FC236}">
                <a16:creationId xmlns:a16="http://schemas.microsoft.com/office/drawing/2014/main" id="{85582144-A148-43BA-A592-F1564E78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540">
            <a:extLst xmlns:a="http://schemas.openxmlformats.org/drawingml/2006/main">
              <a:ext uri="{FF2B5EF4-FFF2-40B4-BE49-F238E27FC236}">
                <a16:creationId xmlns:a16="http://schemas.microsoft.com/office/drawing/2014/main" id="{7F8B3CCA-13EA-4FA0-BEBF-6670EDCAA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開啟上午成果的工作區</a:t>
            </a:r>
          </a:p>
        </p:txBody>
      </p:sp>
      <p:sp>
        <p:nvSpPr>
          <p:cNvPr id="10" name="text-1541">
            <a:extLst xmlns:a="http://schemas.openxmlformats.org/drawingml/2006/main">
              <a:ext uri="{FF2B5EF4-FFF2-40B4-BE49-F238E27FC236}">
                <a16:creationId xmlns:a16="http://schemas.microsoft.com/office/drawing/2014/main" id="{2BEFF0E8-448F-4AE5-B92A-C2A7280A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542">
            <a:extLst xmlns:a="http://schemas.openxmlformats.org/drawingml/2006/main">
              <a:ext uri="{FF2B5EF4-FFF2-40B4-BE49-F238E27FC236}">
                <a16:creationId xmlns:a16="http://schemas.microsoft.com/office/drawing/2014/main" id="{930E8586-BA4A-4AD4-9004-CA7A773B1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貼上六欄任務簡報</a:t>
            </a:r>
          </a:p>
        </p:txBody>
      </p:sp>
      <p:sp>
        <p:nvSpPr>
          <p:cNvPr id="12" name="text-1543">
            <a:extLst xmlns:a="http://schemas.openxmlformats.org/drawingml/2006/main">
              <a:ext uri="{FF2B5EF4-FFF2-40B4-BE49-F238E27FC236}">
                <a16:creationId xmlns:a16="http://schemas.microsoft.com/office/drawing/2014/main" id="{A672CF80-DE75-4BAC-9F7E-28489841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544">
            <a:extLst xmlns:a="http://schemas.openxmlformats.org/drawingml/2006/main">
              <a:ext uri="{FF2B5EF4-FFF2-40B4-BE49-F238E27FC236}">
                <a16:creationId xmlns:a16="http://schemas.microsoft.com/office/drawing/2014/main" id="{07CC1963-26D2-4122-B70C-FC05F59F3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觀察 Agent 讀檔、規劃與執行</a:t>
            </a:r>
          </a:p>
        </p:txBody>
      </p:sp>
      <p:sp>
        <p:nvSpPr>
          <p:cNvPr id="14" name="text-1545">
            <a:extLst xmlns:a="http://schemas.openxmlformats.org/drawingml/2006/main">
              <a:ext uri="{FF2B5EF4-FFF2-40B4-BE49-F238E27FC236}">
                <a16:creationId xmlns:a16="http://schemas.microsoft.com/office/drawing/2014/main" id="{67FD1205-C847-4D0D-A14F-7FD319B74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546">
            <a:extLst xmlns:a="http://schemas.openxmlformats.org/drawingml/2006/main">
              <a:ext uri="{FF2B5EF4-FFF2-40B4-BE49-F238E27FC236}">
                <a16:creationId xmlns:a16="http://schemas.microsoft.com/office/drawing/2014/main" id="{BBAC3AAD-C80A-411A-BEC4-10D92DD4C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比較 Antigravity 與 Codex 的證據</a:t>
            </a:r>
          </a:p>
        </p:txBody>
      </p:sp>
      <p:sp>
        <p:nvSpPr>
          <p:cNvPr id="16" name="shape-1547">
            <a:extLst xmlns:a="http://schemas.openxmlformats.org/drawingml/2006/main">
              <a:ext uri="{FF2B5EF4-FFF2-40B4-BE49-F238E27FC236}">
                <a16:creationId xmlns:a16="http://schemas.microsoft.com/office/drawing/2014/main" id="{B70284A9-6C5B-47C5-AE95-40221BEC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548">
            <a:extLst xmlns:a="http://schemas.openxmlformats.org/drawingml/2006/main">
              <a:ext uri="{FF2B5EF4-FFF2-40B4-BE49-F238E27FC236}">
                <a16:creationId xmlns:a16="http://schemas.microsoft.com/office/drawing/2014/main" id="{49B407E8-50AB-4A9E-A50E-D6162F0FE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549">
            <a:extLst xmlns:a="http://schemas.openxmlformats.org/drawingml/2006/main">
              <a:ext uri="{FF2B5EF4-FFF2-40B4-BE49-F238E27FC236}">
                <a16:creationId xmlns:a16="http://schemas.microsoft.com/office/drawing/2014/main" id="{5F086607-E928-4B20-B54A-66B12B71C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有檔案變更或分析產物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有實際檢查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能說明差異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保留人工決定</a:t>
            </a:r>
          </a:p>
        </p:txBody>
      </p:sp>
      <p:sp>
        <p:nvSpPr>
          <p:cNvPr id="19" name="text-2096">
            <a:extLst xmlns:a="http://schemas.openxmlformats.org/drawingml/2006/main">
              <a:ext uri="{FF2B5EF4-FFF2-40B4-BE49-F238E27FC236}">
                <a16:creationId xmlns:a16="http://schemas.microsoft.com/office/drawing/2014/main" id="{4B524A94-BD99-4CA3-B68E-C98D1E8C5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e8b2f36a5bc47bd"/>
              </a:rPr>
              <a:t>開啟 Codex ↗</a:t>
            </a:r>
          </a:p>
        </p:txBody>
      </p:sp>
      <p:sp>
        <p:nvSpPr>
          <p:cNvPr id="20" name="shape-2154">
            <a:extLst xmlns:a="http://schemas.openxmlformats.org/drawingml/2006/main">
              <a:ext uri="{FF2B5EF4-FFF2-40B4-BE49-F238E27FC236}">
                <a16:creationId xmlns:a16="http://schemas.microsoft.com/office/drawing/2014/main" id="{E00161A4-6AA4-45A9-A61E-58D53281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61e6e855b4437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2155">
            <a:extLst xmlns:a="http://schemas.openxmlformats.org/drawingml/2006/main">
              <a:ext uri="{FF2B5EF4-FFF2-40B4-BE49-F238E27FC236}">
                <a16:creationId xmlns:a16="http://schemas.microsoft.com/office/drawing/2014/main" id="{771C0D3B-3D89-4C80-B540-8D4BF271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4534160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550">
            <a:extLst xmlns:a="http://schemas.openxmlformats.org/drawingml/2006/main">
              <a:ext uri="{FF2B5EF4-FFF2-40B4-BE49-F238E27FC236}">
                <a16:creationId xmlns:a16="http://schemas.microsoft.com/office/drawing/2014/main" id="{A069D54E-4BCD-45EF-B637-AF0EA5C9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1551">
            <a:extLst xmlns:a="http://schemas.openxmlformats.org/drawingml/2006/main">
              <a:ext uri="{FF2B5EF4-FFF2-40B4-BE49-F238E27FC236}">
                <a16:creationId xmlns:a16="http://schemas.microsoft.com/office/drawing/2014/main" id="{4757A2DE-D922-4925-99C0-F4FCD2278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" name="text-1552">
            <a:extLst xmlns:a="http://schemas.openxmlformats.org/drawingml/2006/main">
              <a:ext uri="{FF2B5EF4-FFF2-40B4-BE49-F238E27FC236}">
                <a16:creationId xmlns:a16="http://schemas.microsoft.com/office/drawing/2014/main" id="{3D978A29-4B48-41B3-AB16-B002C2A28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把反覆使用的提示詞、規則、範例與檢查方式，封裝成 Agent 需要時才載入的專業工作包。</a:t>
            </a:r>
          </a:p>
        </p:txBody>
      </p:sp>
      <p:sp>
        <p:nvSpPr>
          <p:cNvPr id="4" name="shape-1553">
            <a:extLst xmlns:a="http://schemas.openxmlformats.org/drawingml/2006/main">
              <a:ext uri="{FF2B5EF4-FFF2-40B4-BE49-F238E27FC236}">
                <a16:creationId xmlns:a16="http://schemas.microsoft.com/office/drawing/2014/main" id="{E31A12B9-9B3D-49B6-87E9-5A06EA4D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554">
            <a:extLst xmlns:a="http://schemas.openxmlformats.org/drawingml/2006/main">
              <a:ext uri="{FF2B5EF4-FFF2-40B4-BE49-F238E27FC236}">
                <a16:creationId xmlns:a16="http://schemas.microsoft.com/office/drawing/2014/main" id="{3BC50545-40A9-4A19-82FE-304A9B68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2" name="shape-155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7" name="text-1556">
            <a:extLst xmlns:a="http://schemas.openxmlformats.org/drawingml/2006/main">
              <a:ext uri="{FF2B5EF4-FFF2-40B4-BE49-F238E27FC236}">
                <a16:creationId xmlns:a16="http://schemas.microsoft.com/office/drawing/2014/main" id="{00021DB4-DE25-4523-855D-3C115206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29EA5A6-8056-4DBB-BDEA-6FA383A78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9" name="text-2097">
            <a:extLst xmlns:a="http://schemas.openxmlformats.org/drawingml/2006/main">
              <a:ext uri="{FF2B5EF4-FFF2-40B4-BE49-F238E27FC236}">
                <a16:creationId xmlns:a16="http://schemas.microsoft.com/office/drawing/2014/main" id="{258DF830-D157-431F-8EC2-E736DDF35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51bbcc3c807401a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b80f1c0cb4e42c3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ee6147addd24f09"/>
              </a:rPr>
              <a:t>Skills 資源庫 ↗</a:t>
            </a:r>
          </a:p>
        </p:txBody>
      </p:sp>
      <p:sp>
        <p:nvSpPr>
          <p:cNvPr id="10" name="shape-2156">
            <a:extLst xmlns:a="http://schemas.openxmlformats.org/drawingml/2006/main">
              <a:ext uri="{FF2B5EF4-FFF2-40B4-BE49-F238E27FC236}">
                <a16:creationId xmlns:a16="http://schemas.microsoft.com/office/drawing/2014/main" id="{2CEBBE09-CB07-4011-B50B-8DCBF0AD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6e35fb2a1d44a6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2" name="text-2157">
            <a:extLst xmlns:a="http://schemas.openxmlformats.org/drawingml/2006/main">
              <a:ext uri="{FF2B5EF4-FFF2-40B4-BE49-F238E27FC236}">
                <a16:creationId xmlns:a16="http://schemas.microsoft.com/office/drawing/2014/main" id="{EAB74CA4-C443-4758-88A0-46C008C8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94fbd0197f4e8a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4" name="text-2158">
            <a:extLst xmlns:a="http://schemas.openxmlformats.org/drawingml/2006/main">
              <a:ext uri="{FF2B5EF4-FFF2-40B4-BE49-F238E27FC236}">
                <a16:creationId xmlns:a16="http://schemas.microsoft.com/office/drawing/2014/main" id="{BCC98B54-0E93-44C8-8337-AC4C0AD16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e0ef5715894776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6" name="text-2159">
            <a:extLst xmlns:a="http://schemas.openxmlformats.org/drawingml/2006/main">
              <a:ext uri="{FF2B5EF4-FFF2-40B4-BE49-F238E27FC236}">
                <a16:creationId xmlns:a16="http://schemas.microsoft.com/office/drawing/2014/main" id="{55F18495-7E4E-442B-A019-7840D3B9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182766477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1557">
            <a:extLst xmlns:a="http://schemas.openxmlformats.org/drawingml/2006/main">
              <a:ext uri="{FF2B5EF4-FFF2-40B4-BE49-F238E27FC236}">
                <a16:creationId xmlns:a16="http://schemas.microsoft.com/office/drawing/2014/main" id="{AFC98EB9-FC26-4CC0-A0EB-3EAB9BB6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SKILL AS A POWER-UP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CB393BC-7557-47C4-A5D5-ACB80CD3E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Skills：像《駭客任務》灌入，也像寶可夢裝卡</a:t>
            </a:r>
          </a:p>
        </p:txBody>
      </p:sp>
      <p:cxnSp>
        <p:nvCxnSpPr>
          <p:cNvPr id="22" name="shape-155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59">
            <a:extLst xmlns:a="http://schemas.openxmlformats.org/drawingml/2006/main">
              <a:ext uri="{FF2B5EF4-FFF2-40B4-BE49-F238E27FC236}">
                <a16:creationId xmlns:a16="http://schemas.microsoft.com/office/drawing/2014/main" id="{F47EA5BB-8611-487A-AFA0-5F10E83C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273314A-3202-480A-AAC0-A70642EF5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shape-1560">
            <a:extLst xmlns:a="http://schemas.openxmlformats.org/drawingml/2006/main">
              <a:ext uri="{FF2B5EF4-FFF2-40B4-BE49-F238E27FC236}">
                <a16:creationId xmlns:a16="http://schemas.microsoft.com/office/drawing/2014/main" id="{4878578C-97AD-40E0-BC1D-1B49B87E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561">
            <a:extLst xmlns:a="http://schemas.openxmlformats.org/drawingml/2006/main">
              <a:ext uri="{FF2B5EF4-FFF2-40B4-BE49-F238E27FC236}">
                <a16:creationId xmlns:a16="http://schemas.microsoft.com/office/drawing/2014/main" id="{DA624BEB-3A94-4062-BDB1-BF0EE1ED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562">
            <a:extLst xmlns:a="http://schemas.openxmlformats.org/drawingml/2006/main">
              <a:ext uri="{FF2B5EF4-FFF2-40B4-BE49-F238E27FC236}">
                <a16:creationId xmlns:a16="http://schemas.microsoft.com/office/drawing/2014/main" id="{62413B77-C1A8-4D37-B856-1E66B293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《駭客任務》：技能像能力模組</a:t>
            </a:r>
          </a:p>
        </p:txBody>
      </p:sp>
      <p:sp>
        <p:nvSpPr>
          <p:cNvPr id="9" name="text-1563">
            <a:extLst xmlns:a="http://schemas.openxmlformats.org/drawingml/2006/main">
              <a:ext uri="{FF2B5EF4-FFF2-40B4-BE49-F238E27FC236}">
                <a16:creationId xmlns:a16="http://schemas.microsoft.com/office/drawing/2014/main" id="{70FADDE1-6BE2-466D-9341-FF93115B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Neo 原本不會空手道；技能灌入後，立刻進入新的行動方式。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Agent 裝上 Skill，也能學會一套可重複的工作流程。</a:t>
            </a:r>
          </a:p>
        </p:txBody>
      </p:sp>
      <p:sp>
        <p:nvSpPr>
          <p:cNvPr id="10" name="text-1564">
            <a:extLst xmlns:a="http://schemas.openxmlformats.org/drawingml/2006/main">
              <a:ext uri="{FF2B5EF4-FFF2-40B4-BE49-F238E27FC236}">
                <a16:creationId xmlns:a16="http://schemas.microsoft.com/office/drawing/2014/main" id="{A2343786-3347-4F50-B191-A5DEFB56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《寶可夢》：技能卡只是起點</a:t>
            </a:r>
          </a:p>
        </p:txBody>
      </p:sp>
      <p:sp>
        <p:nvSpPr>
          <p:cNvPr id="11" name="text-1565">
            <a:extLst xmlns:a="http://schemas.openxmlformats.org/drawingml/2006/main">
              <a:ext uri="{FF2B5EF4-FFF2-40B4-BE49-F238E27FC236}">
                <a16:creationId xmlns:a16="http://schemas.microsoft.com/office/drawing/2014/main" id="{B59A879A-F0E3-46F1-8D32-33B0F80D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裝上招式後，還要練習、對戰與升級。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把大神的 Skill 抓進來，再和 Agent 對話修正，才會進化成你的版本。</a:t>
            </a:r>
          </a:p>
        </p:txBody>
      </p:sp>
      <p:sp>
        <p:nvSpPr>
          <p:cNvPr id="12" name="text-2098">
            <a:extLst xmlns:a="http://schemas.openxmlformats.org/drawingml/2006/main">
              <a:ext uri="{FF2B5EF4-FFF2-40B4-BE49-F238E27FC236}">
                <a16:creationId xmlns:a16="http://schemas.microsoft.com/office/drawing/2014/main" id="{DBC5A43E-1A8A-4287-84D0-910802BD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39930ebb308459d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f3c6ab564254b37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661c920e97943b2"/>
              </a:rPr>
              <a:t>Skills 資源庫 ↗</a:t>
            </a:r>
          </a:p>
        </p:txBody>
      </p:sp>
      <p:sp>
        <p:nvSpPr>
          <p:cNvPr id="13" name="shape-2160">
            <a:extLst xmlns:a="http://schemas.openxmlformats.org/drawingml/2006/main">
              <a:ext uri="{FF2B5EF4-FFF2-40B4-BE49-F238E27FC236}">
                <a16:creationId xmlns:a16="http://schemas.microsoft.com/office/drawing/2014/main" id="{DEC60F02-B7CA-434B-8185-17F8AD203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02108f927645f1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text-2161">
            <a:extLst xmlns:a="http://schemas.openxmlformats.org/drawingml/2006/main">
              <a:ext uri="{FF2B5EF4-FFF2-40B4-BE49-F238E27FC236}">
                <a16:creationId xmlns:a16="http://schemas.microsoft.com/office/drawing/2014/main" id="{6C3D0C37-5DE2-4CB2-AB91-0AF484BDE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f8c7cfe6ac4ad9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7" name="text-2162">
            <a:extLst xmlns:a="http://schemas.openxmlformats.org/drawingml/2006/main">
              <a:ext uri="{FF2B5EF4-FFF2-40B4-BE49-F238E27FC236}">
                <a16:creationId xmlns:a16="http://schemas.microsoft.com/office/drawing/2014/main" id="{A8875A01-F524-476D-88E1-A5A94830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61107620764664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9" name="text-2163">
            <a:extLst xmlns:a="http://schemas.openxmlformats.org/drawingml/2006/main">
              <a:ext uri="{FF2B5EF4-FFF2-40B4-BE49-F238E27FC236}">
                <a16:creationId xmlns:a16="http://schemas.microsoft.com/office/drawing/2014/main" id="{EBD8808B-7C5A-4F81-85CC-954DAD619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180296500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566">
            <a:extLst xmlns:a="http://schemas.openxmlformats.org/drawingml/2006/main">
              <a:ext uri="{FF2B5EF4-FFF2-40B4-BE49-F238E27FC236}">
                <a16:creationId xmlns:a16="http://schemas.microsoft.com/office/drawing/2014/main" id="{868CB6D1-1A87-453A-897D-20B450171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51 PROMPTS · 9 DOMAINS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2248E87-53C9-449F-9B38-5A7911AD4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從提示詞快捷面板開始發想</a:t>
            </a:r>
          </a:p>
        </p:txBody>
      </p:sp>
      <p:cxnSp>
        <p:nvCxnSpPr>
          <p:cNvPr id="15" name="shape-156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68">
            <a:extLst xmlns:a="http://schemas.openxmlformats.org/drawingml/2006/main">
              <a:ext uri="{FF2B5EF4-FFF2-40B4-BE49-F238E27FC236}">
                <a16:creationId xmlns:a16="http://schemas.microsoft.com/office/drawing/2014/main" id="{EAD3AB80-E5D6-44FD-8D5A-ABF48DF8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84D6BA9-76CF-4367-8AAE-9A512E96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f9e3fbc842404f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569">
            <a:extLst xmlns:a="http://schemas.openxmlformats.org/drawingml/2006/main">
              <a:ext uri="{FF2B5EF4-FFF2-40B4-BE49-F238E27FC236}">
                <a16:creationId xmlns:a16="http://schemas.microsoft.com/office/drawing/2014/main" id="{E2F8A623-21C1-4C1B-AEE8-404729470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阿凱老師的提示詞快捷面板</a:t>
            </a:r>
          </a:p>
        </p:txBody>
      </p:sp>
      <p:sp>
        <p:nvSpPr>
          <p:cNvPr id="8" name="text-1570">
            <a:extLst xmlns:a="http://schemas.openxmlformats.org/drawingml/2006/main">
              <a:ext uri="{FF2B5EF4-FFF2-40B4-BE49-F238E27FC236}">
                <a16:creationId xmlns:a16="http://schemas.microsoft.com/office/drawing/2014/main" id="{DD022450-F08B-4750-B76F-74ED87749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部署上線：Pages、Firebase、版本確認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網站設計：單檔網站、RWD、Google Sites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影音字幕：SRT、章節、短影片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圖像簡報、內容寫作、功能整合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技能文件、開發流程與常用片段</a:t>
            </a:r>
          </a:p>
        </p:txBody>
      </p:sp>
      <p:sp>
        <p:nvSpPr>
          <p:cNvPr id="9" name="text-2106">
            <a:extLst xmlns:a="http://schemas.openxmlformats.org/drawingml/2006/main">
              <a:ext uri="{FF2B5EF4-FFF2-40B4-BE49-F238E27FC236}">
                <a16:creationId xmlns:a16="http://schemas.microsoft.com/office/drawing/2014/main" id="{BC330E5C-CD5F-4FE5-B2A2-A5F44BDC5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9f8417412454606"/>
              </a:rPr>
              <a:t>開啟提示詞面板 ↗</a:t>
            </a:r>
          </a:p>
        </p:txBody>
      </p:sp>
      <p:sp>
        <p:nvSpPr>
          <p:cNvPr id="10" name="shape-2192">
            <a:extLst xmlns:a="http://schemas.openxmlformats.org/drawingml/2006/main">
              <a:ext uri="{FF2B5EF4-FFF2-40B4-BE49-F238E27FC236}">
                <a16:creationId xmlns:a16="http://schemas.microsoft.com/office/drawing/2014/main" id="{116F6CE9-167E-4559-AAD7-3D489F29C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2d2a21b95c41a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2193">
            <a:extLst xmlns:a="http://schemas.openxmlformats.org/drawingml/2006/main">
              <a:ext uri="{FF2B5EF4-FFF2-40B4-BE49-F238E27FC236}">
                <a16:creationId xmlns:a16="http://schemas.microsoft.com/office/drawing/2014/main" id="{29F6E13B-3FE4-4751-AC4E-30398709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提示詞面板</a:t>
            </a:r>
          </a:p>
        </p:txBody>
      </p:sp>
    </p:spTree>
    <p:extLst>
      <p:ext uri="{BB962C8B-B14F-4D97-AF65-F5344CB8AC3E}">
        <p14:creationId xmlns:p14="http://schemas.microsoft.com/office/powerpoint/2010/main" val="127985090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1571">
            <a:extLst xmlns:a="http://schemas.openxmlformats.org/drawingml/2006/main">
              <a:ext uri="{FF2B5EF4-FFF2-40B4-BE49-F238E27FC236}">
                <a16:creationId xmlns:a16="http://schemas.microsoft.com/office/drawing/2014/main" id="{F229964E-3CAE-4369-9524-91941FE44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PROMPT →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8EC387D-4E5E-4083-99F2-CB9460DB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四問判斷：這個提示詞值得升級成 Skill 嗎？</a:t>
            </a:r>
          </a:p>
        </p:txBody>
      </p:sp>
      <p:cxnSp>
        <p:nvCxnSpPr>
          <p:cNvPr id="32" name="shape-157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73">
            <a:extLst xmlns:a="http://schemas.openxmlformats.org/drawingml/2006/main">
              <a:ext uri="{FF2B5EF4-FFF2-40B4-BE49-F238E27FC236}">
                <a16:creationId xmlns:a16="http://schemas.microsoft.com/office/drawing/2014/main" id="{F601A1F5-3617-4528-AAA2-A208321EE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8C75924-9053-4F14-953D-4E14ACDAA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1574">
            <a:extLst xmlns:a="http://schemas.openxmlformats.org/drawingml/2006/main">
              <a:ext uri="{FF2B5EF4-FFF2-40B4-BE49-F238E27FC236}">
                <a16:creationId xmlns:a16="http://schemas.microsoft.com/office/drawing/2014/main" id="{7DA60F88-20AE-4634-9057-83E8EA1A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575">
            <a:extLst xmlns:a="http://schemas.openxmlformats.org/drawingml/2006/main">
              <a:ext uri="{FF2B5EF4-FFF2-40B4-BE49-F238E27FC236}">
                <a16:creationId xmlns:a16="http://schemas.microsoft.com/office/drawing/2014/main" id="{092B009F-7186-410D-A49C-2686883B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</a:t>
            </a:r>
          </a:p>
        </p:txBody>
      </p:sp>
      <p:sp>
        <p:nvSpPr>
          <p:cNvPr id="8" name="text-1576">
            <a:extLst xmlns:a="http://schemas.openxmlformats.org/drawingml/2006/main">
              <a:ext uri="{FF2B5EF4-FFF2-40B4-BE49-F238E27FC236}">
                <a16:creationId xmlns:a16="http://schemas.microsoft.com/office/drawing/2014/main" id="{CAFC7870-6DB2-4AA1-A86B-8D4070DE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會重複嗎？</a:t>
            </a:r>
          </a:p>
        </p:txBody>
      </p:sp>
      <p:sp>
        <p:nvSpPr>
          <p:cNvPr id="9" name="text-1577">
            <a:extLst xmlns:a="http://schemas.openxmlformats.org/drawingml/2006/main">
              <a:ext uri="{FF2B5EF4-FFF2-40B4-BE49-F238E27FC236}">
                <a16:creationId xmlns:a16="http://schemas.microsoft.com/office/drawing/2014/main" id="{22FD9B31-1C30-491D-A83E-61F1CB733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一學期或一個團隊會反覆遇到，不是一次性要求。</a:t>
            </a:r>
          </a:p>
        </p:txBody>
      </p:sp>
      <p:sp>
        <p:nvSpPr>
          <p:cNvPr id="10" name="shape-1578">
            <a:extLst xmlns:a="http://schemas.openxmlformats.org/drawingml/2006/main">
              <a:ext uri="{FF2B5EF4-FFF2-40B4-BE49-F238E27FC236}">
                <a16:creationId xmlns:a16="http://schemas.microsoft.com/office/drawing/2014/main" id="{C26D0C30-829A-4EBE-B7F4-CCB54D462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579">
            <a:extLst xmlns:a="http://schemas.openxmlformats.org/drawingml/2006/main">
              <a:ext uri="{FF2B5EF4-FFF2-40B4-BE49-F238E27FC236}">
                <a16:creationId xmlns:a16="http://schemas.microsoft.com/office/drawing/2014/main" id="{D7E19375-AA62-4BF1-AAB3-1C0BF9881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</a:t>
            </a:r>
          </a:p>
        </p:txBody>
      </p:sp>
      <p:sp>
        <p:nvSpPr>
          <p:cNvPr id="12" name="text-1580">
            <a:extLst xmlns:a="http://schemas.openxmlformats.org/drawingml/2006/main">
              <a:ext uri="{FF2B5EF4-FFF2-40B4-BE49-F238E27FC236}">
                <a16:creationId xmlns:a16="http://schemas.microsoft.com/office/drawing/2014/main" id="{F47FBA08-E12B-45ED-854C-78A20597E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流程穩定嗎？</a:t>
            </a:r>
          </a:p>
        </p:txBody>
      </p:sp>
      <p:sp>
        <p:nvSpPr>
          <p:cNvPr id="13" name="text-1581">
            <a:extLst xmlns:a="http://schemas.openxmlformats.org/drawingml/2006/main">
              <a:ext uri="{FF2B5EF4-FFF2-40B4-BE49-F238E27FC236}">
                <a16:creationId xmlns:a16="http://schemas.microsoft.com/office/drawing/2014/main" id="{9351EC3D-CD50-4545-80A1-98AE79BCD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大部分步驟、限制與輸出欄位可固定。</a:t>
            </a:r>
          </a:p>
        </p:txBody>
      </p:sp>
      <p:sp>
        <p:nvSpPr>
          <p:cNvPr id="14" name="shape-1582">
            <a:extLst xmlns:a="http://schemas.openxmlformats.org/drawingml/2006/main">
              <a:ext uri="{FF2B5EF4-FFF2-40B4-BE49-F238E27FC236}">
                <a16:creationId xmlns:a16="http://schemas.microsoft.com/office/drawing/2014/main" id="{375D7F88-C68C-4AF3-989D-9BDF4D021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583">
            <a:extLst xmlns:a="http://schemas.openxmlformats.org/drawingml/2006/main">
              <a:ext uri="{FF2B5EF4-FFF2-40B4-BE49-F238E27FC236}">
                <a16:creationId xmlns:a16="http://schemas.microsoft.com/office/drawing/2014/main" id="{8664526E-1F60-4B5D-A5D4-7B8C121F6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V</a:t>
            </a:r>
          </a:p>
        </p:txBody>
      </p:sp>
      <p:sp>
        <p:nvSpPr>
          <p:cNvPr id="16" name="text-1584">
            <a:extLst xmlns:a="http://schemas.openxmlformats.org/drawingml/2006/main">
              <a:ext uri="{FF2B5EF4-FFF2-40B4-BE49-F238E27FC236}">
                <a16:creationId xmlns:a16="http://schemas.microsoft.com/office/drawing/2014/main" id="{9AA60356-5DFA-47A1-9746-09827135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能驗證嗎？</a:t>
            </a:r>
          </a:p>
        </p:txBody>
      </p:sp>
      <p:sp>
        <p:nvSpPr>
          <p:cNvPr id="17" name="text-1585">
            <a:extLst xmlns:a="http://schemas.openxmlformats.org/drawingml/2006/main">
              <a:ext uri="{FF2B5EF4-FFF2-40B4-BE49-F238E27FC236}">
                <a16:creationId xmlns:a16="http://schemas.microsoft.com/office/drawing/2014/main" id="{482751A2-1858-4FF4-BAF1-94E5AFDD0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有可檢查的完成條件，而非只憑喜好。</a:t>
            </a:r>
          </a:p>
        </p:txBody>
      </p:sp>
      <p:sp>
        <p:nvSpPr>
          <p:cNvPr id="18" name="shape-1586">
            <a:extLst xmlns:a="http://schemas.openxmlformats.org/drawingml/2006/main">
              <a:ext uri="{FF2B5EF4-FFF2-40B4-BE49-F238E27FC236}">
                <a16:creationId xmlns:a16="http://schemas.microsoft.com/office/drawing/2014/main" id="{CF0E1466-E125-4C72-8ED6-92DEB941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587">
            <a:extLst xmlns:a="http://schemas.openxmlformats.org/drawingml/2006/main">
              <a:ext uri="{FF2B5EF4-FFF2-40B4-BE49-F238E27FC236}">
                <a16:creationId xmlns:a16="http://schemas.microsoft.com/office/drawing/2014/main" id="{CA397F09-227A-4E37-B89C-8F61942AA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</a:t>
            </a:r>
          </a:p>
        </p:txBody>
      </p:sp>
      <p:sp>
        <p:nvSpPr>
          <p:cNvPr id="20" name="text-1588">
            <a:extLst xmlns:a="http://schemas.openxmlformats.org/drawingml/2006/main">
              <a:ext uri="{FF2B5EF4-FFF2-40B4-BE49-F238E27FC236}">
                <a16:creationId xmlns:a16="http://schemas.microsoft.com/office/drawing/2014/main" id="{E1792378-02BA-4009-B205-D5CF91375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能維護嗎？</a:t>
            </a:r>
          </a:p>
        </p:txBody>
      </p:sp>
      <p:sp>
        <p:nvSpPr>
          <p:cNvPr id="21" name="text-1589">
            <a:extLst xmlns:a="http://schemas.openxmlformats.org/drawingml/2006/main">
              <a:ext uri="{FF2B5EF4-FFF2-40B4-BE49-F238E27FC236}">
                <a16:creationId xmlns:a16="http://schemas.microsoft.com/office/drawing/2014/main" id="{368E437F-FBA0-4BA8-93B1-2F07111A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範例、規則與腳本可以更新、版控與交接。</a:t>
            </a:r>
          </a:p>
        </p:txBody>
      </p:sp>
      <p:sp>
        <p:nvSpPr>
          <p:cNvPr id="22" name="text-2099">
            <a:extLst xmlns:a="http://schemas.openxmlformats.org/drawingml/2006/main">
              <a:ext uri="{FF2B5EF4-FFF2-40B4-BE49-F238E27FC236}">
                <a16:creationId xmlns:a16="http://schemas.microsoft.com/office/drawing/2014/main" id="{22002BBC-9CAD-4C7C-AED5-EE3D05617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d386c1e7cb245c8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7ccbac43ef64a4d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210e695252e47d7"/>
              </a:rPr>
              <a:t>Skills 資源庫 ↗</a:t>
            </a:r>
          </a:p>
        </p:txBody>
      </p:sp>
      <p:sp>
        <p:nvSpPr>
          <p:cNvPr id="23" name="shape-2164">
            <a:extLst xmlns:a="http://schemas.openxmlformats.org/drawingml/2006/main">
              <a:ext uri="{FF2B5EF4-FFF2-40B4-BE49-F238E27FC236}">
                <a16:creationId xmlns:a16="http://schemas.microsoft.com/office/drawing/2014/main" id="{206D31EB-1893-4A42-9511-ED99FD92E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29ef87bf4b458e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text-2165">
            <a:extLst xmlns:a="http://schemas.openxmlformats.org/drawingml/2006/main">
              <a:ext uri="{FF2B5EF4-FFF2-40B4-BE49-F238E27FC236}">
                <a16:creationId xmlns:a16="http://schemas.microsoft.com/office/drawing/2014/main" id="{4CF2E724-0CBA-4DE7-947E-16DB2B9A9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45be128a4f4ef3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7" name="text-2166">
            <a:extLst xmlns:a="http://schemas.openxmlformats.org/drawingml/2006/main">
              <a:ext uri="{FF2B5EF4-FFF2-40B4-BE49-F238E27FC236}">
                <a16:creationId xmlns:a16="http://schemas.microsoft.com/office/drawing/2014/main" id="{E2EDA35F-EE41-4641-ACCD-CFCE789A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a7b06eb94f4ead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2167">
            <a:extLst xmlns:a="http://schemas.openxmlformats.org/drawingml/2006/main">
              <a:ext uri="{FF2B5EF4-FFF2-40B4-BE49-F238E27FC236}">
                <a16:creationId xmlns:a16="http://schemas.microsoft.com/office/drawing/2014/main" id="{4B860219-AD50-40E8-81A2-2A7502D8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193221879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1590">
            <a:extLst xmlns:a="http://schemas.openxmlformats.org/drawingml/2006/main">
              <a:ext uri="{FF2B5EF4-FFF2-40B4-BE49-F238E27FC236}">
                <a16:creationId xmlns:a16="http://schemas.microsoft.com/office/drawing/2014/main" id="{7F4B1C3F-A27A-4619-81CB-33A77724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CREATIVE STARTERS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7388295-494D-48BC-9B04-9225244C2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六個真實提示詞，如何升級成 Skill</a:t>
            </a:r>
          </a:p>
        </p:txBody>
      </p:sp>
      <p:cxnSp>
        <p:nvCxnSpPr>
          <p:cNvPr id="40" name="shape-159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92">
            <a:extLst xmlns:a="http://schemas.openxmlformats.org/drawingml/2006/main">
              <a:ext uri="{FF2B5EF4-FFF2-40B4-BE49-F238E27FC236}">
                <a16:creationId xmlns:a16="http://schemas.microsoft.com/office/drawing/2014/main" id="{AC1E44A4-518F-4DDA-BD89-EEABE89C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48D1C55-DE99-4F81-A3AB-AF78C4F3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shape-1593">
            <a:extLst xmlns:a="http://schemas.openxmlformats.org/drawingml/2006/main">
              <a:ext uri="{FF2B5EF4-FFF2-40B4-BE49-F238E27FC236}">
                <a16:creationId xmlns:a16="http://schemas.microsoft.com/office/drawing/2014/main" id="{A74E9157-2D1B-4E14-9920-808FA1302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594">
            <a:extLst xmlns:a="http://schemas.openxmlformats.org/drawingml/2006/main">
              <a:ext uri="{FF2B5EF4-FFF2-40B4-BE49-F238E27FC236}">
                <a16:creationId xmlns:a16="http://schemas.microsoft.com/office/drawing/2014/main" id="{7DD49FDB-EFC9-4A9E-81E0-89533767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WEB</a:t>
            </a:r>
          </a:p>
        </p:txBody>
      </p:sp>
      <p:sp>
        <p:nvSpPr>
          <p:cNvPr id="8" name="text-1595">
            <a:extLst xmlns:a="http://schemas.openxmlformats.org/drawingml/2006/main">
              <a:ext uri="{FF2B5EF4-FFF2-40B4-BE49-F238E27FC236}">
                <a16:creationId xmlns:a16="http://schemas.microsoft.com/office/drawing/2014/main" id="{FF6BA838-F9A9-426E-9274-F4679CED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/onepage</a:t>
            </a:r>
          </a:p>
        </p:txBody>
      </p:sp>
      <p:sp>
        <p:nvSpPr>
          <p:cNvPr id="9" name="text-1596">
            <a:extLst xmlns:a="http://schemas.openxmlformats.org/drawingml/2006/main">
              <a:ext uri="{FF2B5EF4-FFF2-40B4-BE49-F238E27FC236}">
                <a16:creationId xmlns:a16="http://schemas.microsoft.com/office/drawing/2014/main" id="{3209CE82-606E-49CF-B112-2455DA410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單檔互動網站 → 課程資源頁產製＋RWD＋連結檢查。</a:t>
            </a:r>
          </a:p>
        </p:txBody>
      </p:sp>
      <p:sp>
        <p:nvSpPr>
          <p:cNvPr id="10" name="shape-1597">
            <a:extLst xmlns:a="http://schemas.openxmlformats.org/drawingml/2006/main">
              <a:ext uri="{FF2B5EF4-FFF2-40B4-BE49-F238E27FC236}">
                <a16:creationId xmlns:a16="http://schemas.microsoft.com/office/drawing/2014/main" id="{06B72332-54C5-43C3-B2C7-EEC26030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598">
            <a:extLst xmlns:a="http://schemas.openxmlformats.org/drawingml/2006/main">
              <a:ext uri="{FF2B5EF4-FFF2-40B4-BE49-F238E27FC236}">
                <a16:creationId xmlns:a16="http://schemas.microsoft.com/office/drawing/2014/main" id="{396A0430-94DF-45D9-906E-2589173A9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PPT</a:t>
            </a:r>
          </a:p>
        </p:txBody>
      </p:sp>
      <p:sp>
        <p:nvSpPr>
          <p:cNvPr id="12" name="text-1599">
            <a:extLst xmlns:a="http://schemas.openxmlformats.org/drawingml/2006/main">
              <a:ext uri="{FF2B5EF4-FFF2-40B4-BE49-F238E27FC236}">
                <a16:creationId xmlns:a16="http://schemas.microsoft.com/office/drawing/2014/main" id="{BEF43A10-062F-4375-B83B-8BA6C4601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/ppt</a:t>
            </a:r>
          </a:p>
        </p:txBody>
      </p:sp>
      <p:sp>
        <p:nvSpPr>
          <p:cNvPr id="13" name="text-1600">
            <a:extLst xmlns:a="http://schemas.openxmlformats.org/drawingml/2006/main">
              <a:ext uri="{FF2B5EF4-FFF2-40B4-BE49-F238E27FC236}">
                <a16:creationId xmlns:a16="http://schemas.microsoft.com/office/drawing/2014/main" id="{F8011451-0704-4B32-8337-3F5FF0EEF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溫馨簡報 → 來源整理＋頁面結構＋逐頁渲染檢核。</a:t>
            </a:r>
          </a:p>
        </p:txBody>
      </p:sp>
      <p:sp>
        <p:nvSpPr>
          <p:cNvPr id="14" name="shape-1601">
            <a:extLst xmlns:a="http://schemas.openxmlformats.org/drawingml/2006/main">
              <a:ext uri="{FF2B5EF4-FFF2-40B4-BE49-F238E27FC236}">
                <a16:creationId xmlns:a16="http://schemas.microsoft.com/office/drawing/2014/main" id="{505356AC-5BBB-415C-8083-E50F6D3FB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602">
            <a:extLst xmlns:a="http://schemas.openxmlformats.org/drawingml/2006/main">
              <a:ext uri="{FF2B5EF4-FFF2-40B4-BE49-F238E27FC236}">
                <a16:creationId xmlns:a16="http://schemas.microsoft.com/office/drawing/2014/main" id="{921B69DE-D052-4D2F-A450-E6B60056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SRT</a:t>
            </a:r>
          </a:p>
        </p:txBody>
      </p:sp>
      <p:sp>
        <p:nvSpPr>
          <p:cNvPr id="16" name="text-1603">
            <a:extLst xmlns:a="http://schemas.openxmlformats.org/drawingml/2006/main">
              <a:ext uri="{FF2B5EF4-FFF2-40B4-BE49-F238E27FC236}">
                <a16:creationId xmlns:a16="http://schemas.microsoft.com/office/drawing/2014/main" id="{173F02B4-FBF6-49CD-892F-FB136B57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/srt</a:t>
            </a:r>
          </a:p>
        </p:txBody>
      </p:sp>
      <p:sp>
        <p:nvSpPr>
          <p:cNvPr id="17" name="text-1604">
            <a:extLst xmlns:a="http://schemas.openxmlformats.org/drawingml/2006/main">
              <a:ext uri="{FF2B5EF4-FFF2-40B4-BE49-F238E27FC236}">
                <a16:creationId xmlns:a16="http://schemas.microsoft.com/office/drawing/2014/main" id="{B5DD170E-8C4E-4DED-91F4-B6410B6DC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SRT 字幕 → 語音轉錄＋專名校正＋空白切斷＋格式測試。</a:t>
            </a:r>
          </a:p>
        </p:txBody>
      </p:sp>
      <p:sp>
        <p:nvSpPr>
          <p:cNvPr id="18" name="shape-1605">
            <a:extLst xmlns:a="http://schemas.openxmlformats.org/drawingml/2006/main">
              <a:ext uri="{FF2B5EF4-FFF2-40B4-BE49-F238E27FC236}">
                <a16:creationId xmlns:a16="http://schemas.microsoft.com/office/drawing/2014/main" id="{70537879-A55D-462A-80F2-F22799277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606">
            <a:extLst xmlns:a="http://schemas.openxmlformats.org/drawingml/2006/main">
              <a:ext uri="{FF2B5EF4-FFF2-40B4-BE49-F238E27FC236}">
                <a16:creationId xmlns:a16="http://schemas.microsoft.com/office/drawing/2014/main" id="{569FD9A8-D26D-47DE-A5C6-5B439BA63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QA</a:t>
            </a:r>
          </a:p>
        </p:txBody>
      </p:sp>
      <p:sp>
        <p:nvSpPr>
          <p:cNvPr id="20" name="text-1607">
            <a:extLst xmlns:a="http://schemas.openxmlformats.org/drawingml/2006/main">
              <a:ext uri="{FF2B5EF4-FFF2-40B4-BE49-F238E27FC236}">
                <a16:creationId xmlns:a16="http://schemas.microsoft.com/office/drawing/2014/main" id="{A5D8A883-7011-4878-81D9-19B60F468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/audit</a:t>
            </a:r>
          </a:p>
        </p:txBody>
      </p:sp>
      <p:sp>
        <p:nvSpPr>
          <p:cNvPr id="21" name="text-1608">
            <a:extLst xmlns:a="http://schemas.openxmlformats.org/drawingml/2006/main">
              <a:ext uri="{FF2B5EF4-FFF2-40B4-BE49-F238E27FC236}">
                <a16:creationId xmlns:a16="http://schemas.microsoft.com/office/drawing/2014/main" id="{25C2F498-2EE8-4B15-A380-5B6C8A56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資料夾總檢 → 唯讀盤點＋風險分類＋移植建議＋交接文件。</a:t>
            </a:r>
          </a:p>
        </p:txBody>
      </p:sp>
      <p:sp>
        <p:nvSpPr>
          <p:cNvPr id="22" name="shape-1609">
            <a:extLst xmlns:a="http://schemas.openxmlformats.org/drawingml/2006/main">
              <a:ext uri="{FF2B5EF4-FFF2-40B4-BE49-F238E27FC236}">
                <a16:creationId xmlns:a16="http://schemas.microsoft.com/office/drawing/2014/main" id="{F2158AE1-B1D4-4682-91F5-FDC1F5E8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3" name="text-1610">
            <a:extLst xmlns:a="http://schemas.openxmlformats.org/drawingml/2006/main">
              <a:ext uri="{FF2B5EF4-FFF2-40B4-BE49-F238E27FC236}">
                <a16:creationId xmlns:a16="http://schemas.microsoft.com/office/drawing/2014/main" id="{51617F8B-5465-462A-A5F1-BB6E33FB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DEP</a:t>
            </a:r>
          </a:p>
        </p:txBody>
      </p:sp>
      <p:sp>
        <p:nvSpPr>
          <p:cNvPr id="24" name="text-1611">
            <a:extLst xmlns:a="http://schemas.openxmlformats.org/drawingml/2006/main">
              <a:ext uri="{FF2B5EF4-FFF2-40B4-BE49-F238E27FC236}">
                <a16:creationId xmlns:a16="http://schemas.microsoft.com/office/drawing/2014/main" id="{EC453A88-5A15-4376-82DE-8F24434B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/pages</a:t>
            </a:r>
          </a:p>
        </p:txBody>
      </p:sp>
      <p:sp>
        <p:nvSpPr>
          <p:cNvPr id="25" name="text-1612">
            <a:extLst xmlns:a="http://schemas.openxmlformats.org/drawingml/2006/main">
              <a:ext uri="{FF2B5EF4-FFF2-40B4-BE49-F238E27FC236}">
                <a16:creationId xmlns:a16="http://schemas.microsoft.com/office/drawing/2014/main" id="{4898DE57-82A5-41BE-97B0-E7FE529DA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GitHub Pages → 建置設定＋部署＋公開網址驗證。</a:t>
            </a:r>
          </a:p>
        </p:txBody>
      </p:sp>
      <p:sp>
        <p:nvSpPr>
          <p:cNvPr id="26" name="shape-1613">
            <a:extLst xmlns:a="http://schemas.openxmlformats.org/drawingml/2006/main">
              <a:ext uri="{FF2B5EF4-FFF2-40B4-BE49-F238E27FC236}">
                <a16:creationId xmlns:a16="http://schemas.microsoft.com/office/drawing/2014/main" id="{6B0D5B17-C98B-4DD5-8F2F-190E40B8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7" name="text-1614">
            <a:extLst xmlns:a="http://schemas.openxmlformats.org/drawingml/2006/main">
              <a:ext uri="{FF2B5EF4-FFF2-40B4-BE49-F238E27FC236}">
                <a16:creationId xmlns:a16="http://schemas.microsoft.com/office/drawing/2014/main" id="{869C25C5-4B39-498D-98FC-9144C3E0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7D4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META</a:t>
            </a:r>
          </a:p>
        </p:txBody>
      </p:sp>
      <p:sp>
        <p:nvSpPr>
          <p:cNvPr id="28" name="text-1615">
            <a:extLst xmlns:a="http://schemas.openxmlformats.org/drawingml/2006/main">
              <a:ext uri="{FF2B5EF4-FFF2-40B4-BE49-F238E27FC236}">
                <a16:creationId xmlns:a16="http://schemas.microsoft.com/office/drawing/2014/main" id="{0B3D6159-4EBF-4D35-A168-C19190C76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/skill</a:t>
            </a:r>
          </a:p>
        </p:txBody>
      </p:sp>
      <p:sp>
        <p:nvSpPr>
          <p:cNvPr id="29" name="text-1616">
            <a:extLst xmlns:a="http://schemas.openxmlformats.org/drawingml/2006/main">
              <a:ext uri="{FF2B5EF4-FFF2-40B4-BE49-F238E27FC236}">
                <a16:creationId xmlns:a16="http://schemas.microsoft.com/office/drawing/2014/main" id="{93ECCF39-8B83-4311-AC87-B0C5C6CB6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成功案例 → 根因、步驟、觸發條件與回歸測試的知識保存。</a:t>
            </a:r>
          </a:p>
        </p:txBody>
      </p:sp>
      <p:sp>
        <p:nvSpPr>
          <p:cNvPr id="30" name="text-2100">
            <a:extLst xmlns:a="http://schemas.openxmlformats.org/drawingml/2006/main">
              <a:ext uri="{FF2B5EF4-FFF2-40B4-BE49-F238E27FC236}">
                <a16:creationId xmlns:a16="http://schemas.microsoft.com/office/drawing/2014/main" id="{044B5D47-5C83-466C-AF01-40E03D738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4c03e778dfb4315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9853791415b4b06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8e5d141bcae4d51"/>
              </a:rPr>
              <a:t>Skills 資源庫 ↗</a:t>
            </a:r>
          </a:p>
        </p:txBody>
      </p:sp>
      <p:sp>
        <p:nvSpPr>
          <p:cNvPr id="31" name="shape-2168">
            <a:extLst xmlns:a="http://schemas.openxmlformats.org/drawingml/2006/main">
              <a:ext uri="{FF2B5EF4-FFF2-40B4-BE49-F238E27FC236}">
                <a16:creationId xmlns:a16="http://schemas.microsoft.com/office/drawing/2014/main" id="{1C19537C-2C83-4DF0-B49C-3A0C2A93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01310b9eb4f59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3" name="text-2169">
            <a:extLst xmlns:a="http://schemas.openxmlformats.org/drawingml/2006/main">
              <a:ext uri="{FF2B5EF4-FFF2-40B4-BE49-F238E27FC236}">
                <a16:creationId xmlns:a16="http://schemas.microsoft.com/office/drawing/2014/main" id="{E92D0B7F-D1BA-4E55-8C70-2C602D76E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d2fa242dc04cf6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5" name="text-2170">
            <a:extLst xmlns:a="http://schemas.openxmlformats.org/drawingml/2006/main">
              <a:ext uri="{FF2B5EF4-FFF2-40B4-BE49-F238E27FC236}">
                <a16:creationId xmlns:a16="http://schemas.microsoft.com/office/drawing/2014/main" id="{9F64CAF5-CFE4-45BE-9DAA-0832A076E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878d056c4a4b90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7" name="text-2171">
            <a:extLst xmlns:a="http://schemas.openxmlformats.org/drawingml/2006/main">
              <a:ext uri="{FF2B5EF4-FFF2-40B4-BE49-F238E27FC236}">
                <a16:creationId xmlns:a16="http://schemas.microsoft.com/office/drawing/2014/main" id="{F6188918-3975-465A-82AB-AD853214D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6583384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1617">
            <a:extLst xmlns:a="http://schemas.openxmlformats.org/drawingml/2006/main">
              <a:ext uri="{FF2B5EF4-FFF2-40B4-BE49-F238E27FC236}">
                <a16:creationId xmlns:a16="http://schemas.microsoft.com/office/drawing/2014/main" id="{EB8F2477-3876-46B8-9877-04902EBBC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FOLDER ANATOMY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268E001-0AAE-4BD5-A1CE-6BF0B6EB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Skill 資料夾：主文保持短，細節分層放</a:t>
            </a:r>
          </a:p>
        </p:txBody>
      </p:sp>
      <p:cxnSp>
        <p:nvCxnSpPr>
          <p:cNvPr id="40" name="shape-161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619">
            <a:extLst xmlns:a="http://schemas.openxmlformats.org/drawingml/2006/main">
              <a:ext uri="{FF2B5EF4-FFF2-40B4-BE49-F238E27FC236}">
                <a16:creationId xmlns:a16="http://schemas.microsoft.com/office/drawing/2014/main" id="{481EE138-5322-452D-8060-7CC8636BD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A7E0C08-01F7-4CA6-B32C-315822D4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1620">
            <a:extLst xmlns:a="http://schemas.openxmlformats.org/drawingml/2006/main">
              <a:ext uri="{FF2B5EF4-FFF2-40B4-BE49-F238E27FC236}">
                <a16:creationId xmlns:a16="http://schemas.microsoft.com/office/drawing/2014/main" id="{876A3151-CC41-4B1F-B819-5834C271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621">
            <a:extLst xmlns:a="http://schemas.openxmlformats.org/drawingml/2006/main">
              <a:ext uri="{FF2B5EF4-FFF2-40B4-BE49-F238E27FC236}">
                <a16:creationId xmlns:a16="http://schemas.microsoft.com/office/drawing/2014/main" id="{4282C5CA-A280-433A-968F-38E7775C5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622">
            <a:extLst xmlns:a="http://schemas.openxmlformats.org/drawingml/2006/main">
              <a:ext uri="{FF2B5EF4-FFF2-40B4-BE49-F238E27FC236}">
                <a16:creationId xmlns:a16="http://schemas.microsoft.com/office/drawing/2014/main" id="{8A9DE6E1-1050-4CB0-9B1F-294259F1C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623">
            <a:extLst xmlns:a="http://schemas.openxmlformats.org/drawingml/2006/main">
              <a:ext uri="{FF2B5EF4-FFF2-40B4-BE49-F238E27FC236}">
                <a16:creationId xmlns:a16="http://schemas.microsoft.com/office/drawing/2014/main" id="{066B749F-9149-44F4-9CAF-7717993A7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10" name="text-1624">
            <a:extLst xmlns:a="http://schemas.openxmlformats.org/drawingml/2006/main">
              <a:ext uri="{FF2B5EF4-FFF2-40B4-BE49-F238E27FC236}">
                <a16:creationId xmlns:a16="http://schemas.microsoft.com/office/drawing/2014/main" id="{61E041DD-260E-454F-828F-67C693A0C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名稱、描述、核心流程</a:t>
            </a:r>
          </a:p>
        </p:txBody>
      </p:sp>
      <p:sp>
        <p:nvSpPr>
          <p:cNvPr id="11" name="text-1625">
            <a:extLst xmlns:a="http://schemas.openxmlformats.org/drawingml/2006/main">
              <a:ext uri="{FF2B5EF4-FFF2-40B4-BE49-F238E27FC236}">
                <a16:creationId xmlns:a16="http://schemas.microsoft.com/office/drawing/2014/main" id="{A31F1CCA-FB65-4C80-B9F3-C49E7707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626">
            <a:extLst xmlns:a="http://schemas.openxmlformats.org/drawingml/2006/main">
              <a:ext uri="{FF2B5EF4-FFF2-40B4-BE49-F238E27FC236}">
                <a16:creationId xmlns:a16="http://schemas.microsoft.com/office/drawing/2014/main" id="{BAB1F054-AFDC-4174-98B0-4F2D5249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627">
            <a:extLst xmlns:a="http://schemas.openxmlformats.org/drawingml/2006/main">
              <a:ext uri="{FF2B5EF4-FFF2-40B4-BE49-F238E27FC236}">
                <a16:creationId xmlns:a16="http://schemas.microsoft.com/office/drawing/2014/main" id="{0F0FAB3C-4965-4BB7-868D-525880F88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628">
            <a:extLst xmlns:a="http://schemas.openxmlformats.org/drawingml/2006/main">
              <a:ext uri="{FF2B5EF4-FFF2-40B4-BE49-F238E27FC236}">
                <a16:creationId xmlns:a16="http://schemas.microsoft.com/office/drawing/2014/main" id="{F69C934B-639C-4643-8CB6-17D2F6175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629">
            <a:extLst xmlns:a="http://schemas.openxmlformats.org/drawingml/2006/main">
              <a:ext uri="{FF2B5EF4-FFF2-40B4-BE49-F238E27FC236}">
                <a16:creationId xmlns:a16="http://schemas.microsoft.com/office/drawing/2014/main" id="{FA737EE1-C962-4EDB-BD01-425947000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references/</a:t>
            </a:r>
          </a:p>
        </p:txBody>
      </p:sp>
      <p:sp>
        <p:nvSpPr>
          <p:cNvPr id="16" name="text-1630">
            <a:extLst xmlns:a="http://schemas.openxmlformats.org/drawingml/2006/main">
              <a:ext uri="{FF2B5EF4-FFF2-40B4-BE49-F238E27FC236}">
                <a16:creationId xmlns:a16="http://schemas.microsoft.com/office/drawing/2014/main" id="{F1109482-29A3-44DD-8961-54AB219CA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規範、知識、長篇範例</a:t>
            </a:r>
          </a:p>
        </p:txBody>
      </p:sp>
      <p:sp>
        <p:nvSpPr>
          <p:cNvPr id="17" name="text-1631">
            <a:extLst xmlns:a="http://schemas.openxmlformats.org/drawingml/2006/main">
              <a:ext uri="{FF2B5EF4-FFF2-40B4-BE49-F238E27FC236}">
                <a16:creationId xmlns:a16="http://schemas.microsoft.com/office/drawing/2014/main" id="{A486F512-5780-4C3C-A38E-8828D6CF0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632">
            <a:extLst xmlns:a="http://schemas.openxmlformats.org/drawingml/2006/main">
              <a:ext uri="{FF2B5EF4-FFF2-40B4-BE49-F238E27FC236}">
                <a16:creationId xmlns:a16="http://schemas.microsoft.com/office/drawing/2014/main" id="{BA3EC4DA-F9DD-4630-9C0B-C13C4C70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633">
            <a:extLst xmlns:a="http://schemas.openxmlformats.org/drawingml/2006/main">
              <a:ext uri="{FF2B5EF4-FFF2-40B4-BE49-F238E27FC236}">
                <a16:creationId xmlns:a16="http://schemas.microsoft.com/office/drawing/2014/main" id="{82DAC439-D221-4EBE-BAEB-9DAC0AAE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634">
            <a:extLst xmlns:a="http://schemas.openxmlformats.org/drawingml/2006/main">
              <a:ext uri="{FF2B5EF4-FFF2-40B4-BE49-F238E27FC236}">
                <a16:creationId xmlns:a16="http://schemas.microsoft.com/office/drawing/2014/main" id="{5DB86668-04E6-4876-8682-189C05DC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635">
            <a:extLst xmlns:a="http://schemas.openxmlformats.org/drawingml/2006/main">
              <a:ext uri="{FF2B5EF4-FFF2-40B4-BE49-F238E27FC236}">
                <a16:creationId xmlns:a16="http://schemas.microsoft.com/office/drawing/2014/main" id="{F9CF2298-EFD3-44EC-88E7-DD469139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scripts/</a:t>
            </a:r>
          </a:p>
        </p:txBody>
      </p:sp>
      <p:sp>
        <p:nvSpPr>
          <p:cNvPr id="22" name="text-1636">
            <a:extLst xmlns:a="http://schemas.openxmlformats.org/drawingml/2006/main">
              <a:ext uri="{FF2B5EF4-FFF2-40B4-BE49-F238E27FC236}">
                <a16:creationId xmlns:a16="http://schemas.microsoft.com/office/drawing/2014/main" id="{5D82AA01-109E-465D-8CF2-113C9744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可重複執行的檢查與轉換</a:t>
            </a:r>
          </a:p>
        </p:txBody>
      </p:sp>
      <p:sp>
        <p:nvSpPr>
          <p:cNvPr id="23" name="text-1637">
            <a:extLst xmlns:a="http://schemas.openxmlformats.org/drawingml/2006/main">
              <a:ext uri="{FF2B5EF4-FFF2-40B4-BE49-F238E27FC236}">
                <a16:creationId xmlns:a16="http://schemas.microsoft.com/office/drawing/2014/main" id="{8C9AD04E-FDA4-4D63-8427-C89CC74A1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638">
            <a:extLst xmlns:a="http://schemas.openxmlformats.org/drawingml/2006/main">
              <a:ext uri="{FF2B5EF4-FFF2-40B4-BE49-F238E27FC236}">
                <a16:creationId xmlns:a16="http://schemas.microsoft.com/office/drawing/2014/main" id="{176BEC34-7EA4-48A5-832C-E8EB091B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639">
            <a:extLst xmlns:a="http://schemas.openxmlformats.org/drawingml/2006/main">
              <a:ext uri="{FF2B5EF4-FFF2-40B4-BE49-F238E27FC236}">
                <a16:creationId xmlns:a16="http://schemas.microsoft.com/office/drawing/2014/main" id="{7841A267-0683-40CE-9335-D4519FD3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640">
            <a:extLst xmlns:a="http://schemas.openxmlformats.org/drawingml/2006/main">
              <a:ext uri="{FF2B5EF4-FFF2-40B4-BE49-F238E27FC236}">
                <a16:creationId xmlns:a16="http://schemas.microsoft.com/office/drawing/2014/main" id="{C6F8F308-5C00-4CD5-8086-4824B00E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641">
            <a:extLst xmlns:a="http://schemas.openxmlformats.org/drawingml/2006/main">
              <a:ext uri="{FF2B5EF4-FFF2-40B4-BE49-F238E27FC236}">
                <a16:creationId xmlns:a16="http://schemas.microsoft.com/office/drawing/2014/main" id="{AF1674A7-A07F-4F48-B34C-328C490C9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assets/</a:t>
            </a:r>
          </a:p>
        </p:txBody>
      </p:sp>
      <p:sp>
        <p:nvSpPr>
          <p:cNvPr id="28" name="text-1642">
            <a:extLst xmlns:a="http://schemas.openxmlformats.org/drawingml/2006/main">
              <a:ext uri="{FF2B5EF4-FFF2-40B4-BE49-F238E27FC236}">
                <a16:creationId xmlns:a16="http://schemas.microsoft.com/office/drawing/2014/main" id="{0DA83547-3971-42DF-9A8E-40ACE8D1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範本、圖片、輸出骨架</a:t>
            </a:r>
          </a:p>
        </p:txBody>
      </p:sp>
      <p:sp>
        <p:nvSpPr>
          <p:cNvPr id="29" name="text-1643">
            <a:extLst xmlns:a="http://schemas.openxmlformats.org/drawingml/2006/main">
              <a:ext uri="{FF2B5EF4-FFF2-40B4-BE49-F238E27FC236}">
                <a16:creationId xmlns:a16="http://schemas.microsoft.com/office/drawing/2014/main" id="{9EA48FB9-A89C-4232-85A4-FE3A8E71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2101">
            <a:extLst xmlns:a="http://schemas.openxmlformats.org/drawingml/2006/main">
              <a:ext uri="{FF2B5EF4-FFF2-40B4-BE49-F238E27FC236}">
                <a16:creationId xmlns:a16="http://schemas.microsoft.com/office/drawing/2014/main" id="{E33665A3-7437-43B4-9871-0C8D9A326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d1fcc4dd94a4af0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08510a99c304cad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ea6fd35fe0c4602"/>
              </a:rPr>
              <a:t>Skills 資源庫 ↗</a:t>
            </a:r>
          </a:p>
        </p:txBody>
      </p:sp>
      <p:sp>
        <p:nvSpPr>
          <p:cNvPr id="31" name="shape-2172">
            <a:extLst xmlns:a="http://schemas.openxmlformats.org/drawingml/2006/main">
              <a:ext uri="{FF2B5EF4-FFF2-40B4-BE49-F238E27FC236}">
                <a16:creationId xmlns:a16="http://schemas.microsoft.com/office/drawing/2014/main" id="{BA632775-EBA7-4E28-8CC3-28843693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7b046d6f504231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3" name="text-2173">
            <a:extLst xmlns:a="http://schemas.openxmlformats.org/drawingml/2006/main">
              <a:ext uri="{FF2B5EF4-FFF2-40B4-BE49-F238E27FC236}">
                <a16:creationId xmlns:a16="http://schemas.microsoft.com/office/drawing/2014/main" id="{CF69176E-0EDB-4925-8F92-8FFD52B46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2ab32ffd0467d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5" name="text-2174">
            <a:extLst xmlns:a="http://schemas.openxmlformats.org/drawingml/2006/main">
              <a:ext uri="{FF2B5EF4-FFF2-40B4-BE49-F238E27FC236}">
                <a16:creationId xmlns:a16="http://schemas.microsoft.com/office/drawing/2014/main" id="{540E4DC4-9BC3-469F-A8DC-3C1CF044D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dab5294e714fdb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7" name="text-2175">
            <a:extLst xmlns:a="http://schemas.openxmlformats.org/drawingml/2006/main">
              <a:ext uri="{FF2B5EF4-FFF2-40B4-BE49-F238E27FC236}">
                <a16:creationId xmlns:a16="http://schemas.microsoft.com/office/drawing/2014/main" id="{CA6C7D6B-761B-4130-AB0B-6C4428B5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209016629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-1644">
            <a:extLst xmlns:a="http://schemas.openxmlformats.org/drawingml/2006/main">
              <a:ext uri="{FF2B5EF4-FFF2-40B4-BE49-F238E27FC236}">
                <a16:creationId xmlns:a16="http://schemas.microsoft.com/office/drawing/2014/main" id="{68AB1BEC-9D86-4D5D-AA7E-C05A8EE1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85962C6-8CDD-49B5-921B-F82414296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跨平台 SKILL.md：最小而清楚</a:t>
            </a:r>
          </a:p>
        </p:txBody>
      </p:sp>
      <p:cxnSp>
        <p:nvCxnSpPr>
          <p:cNvPr id="23" name="shape-164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646">
            <a:extLst xmlns:a="http://schemas.openxmlformats.org/drawingml/2006/main">
              <a:ext uri="{FF2B5EF4-FFF2-40B4-BE49-F238E27FC236}">
                <a16:creationId xmlns:a16="http://schemas.microsoft.com/office/drawing/2014/main" id="{FAC13D5F-0AA6-495C-A77B-131333EE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56F9725-CEF3-4E23-9BB5-313D044C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6" name="text-1647">
            <a:extLst xmlns:a="http://schemas.openxmlformats.org/drawingml/2006/main">
              <a:ext uri="{FF2B5EF4-FFF2-40B4-BE49-F238E27FC236}">
                <a16:creationId xmlns:a16="http://schemas.microsoft.com/office/drawing/2014/main" id="{919AB0ED-4DD2-4749-AF18-EA615072C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B2A3D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name: course-site-quality-check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description: 檢查課程網站的手機版、無障礙、連結與部署狀態；當使用者要求網站上線前總檢時使用。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# 課程網站上線前總檢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先唯讀檢查現況，不直接發布。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依序檢查手機版、鍵盤操作、連結與隱私。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對每項標示：通過／失敗／未確認。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只有在使用者明確授權後才部署。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5. 交付檢查表、證據與下一步。</a:t>
            </a:r>
          </a:p>
        </p:txBody>
      </p:sp>
      <p:sp>
        <p:nvSpPr>
          <p:cNvPr id="7" name="text-1648">
            <a:extLst xmlns:a="http://schemas.openxmlformats.org/drawingml/2006/main">
              <a:ext uri="{FF2B5EF4-FFF2-40B4-BE49-F238E27FC236}">
                <a16:creationId xmlns:a16="http://schemas.microsoft.com/office/drawing/2014/main" id="{A7ECF5FD-5583-4770-8BC1-9658794E4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Frontmatter</a:t>
            </a:r>
          </a:p>
        </p:txBody>
      </p:sp>
      <p:sp>
        <p:nvSpPr>
          <p:cNvPr id="8" name="text-1649">
            <a:extLst xmlns:a="http://schemas.openxmlformats.org/drawingml/2006/main">
              <a:ext uri="{FF2B5EF4-FFF2-40B4-BE49-F238E27FC236}">
                <a16:creationId xmlns:a16="http://schemas.microsoft.com/office/drawing/2014/main" id="{68C72BF9-7CC6-4768-B833-8A5BB7A5D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為跨 Antigravity 與 Codex 使用，只保留 name、description。</a:t>
            </a:r>
          </a:p>
        </p:txBody>
      </p:sp>
      <p:sp>
        <p:nvSpPr>
          <p:cNvPr id="9" name="text-1650">
            <a:extLst xmlns:a="http://schemas.openxmlformats.org/drawingml/2006/main">
              <a:ext uri="{FF2B5EF4-FFF2-40B4-BE49-F238E27FC236}">
                <a16:creationId xmlns:a16="http://schemas.microsoft.com/office/drawing/2014/main" id="{3E6D9C74-3235-4643-ADE0-E30A4785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rPr>
              <a:t>描述要能觸發</a:t>
            </a:r>
          </a:p>
        </p:txBody>
      </p:sp>
      <p:sp>
        <p:nvSpPr>
          <p:cNvPr id="10" name="text-1651">
            <a:extLst xmlns:a="http://schemas.openxmlformats.org/drawingml/2006/main">
              <a:ext uri="{FF2B5EF4-FFF2-40B4-BE49-F238E27FC236}">
                <a16:creationId xmlns:a16="http://schemas.microsoft.com/office/drawing/2014/main" id="{7BB69C32-EBB2-4A8E-9AC9-AE7CB3ED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寫清楚何時使用，以及它解決什麼工作。</a:t>
            </a:r>
          </a:p>
        </p:txBody>
      </p:sp>
      <p:sp>
        <p:nvSpPr>
          <p:cNvPr id="11" name="text-1652">
            <a:extLst xmlns:a="http://schemas.openxmlformats.org/drawingml/2006/main">
              <a:ext uri="{FF2B5EF4-FFF2-40B4-BE49-F238E27FC236}">
                <a16:creationId xmlns:a16="http://schemas.microsoft.com/office/drawing/2014/main" id="{9297280F-4237-4D9A-BAB9-0A2060F85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流程要能驗收</a:t>
            </a:r>
          </a:p>
        </p:txBody>
      </p:sp>
      <p:sp>
        <p:nvSpPr>
          <p:cNvPr id="12" name="text-1653">
            <a:extLst xmlns:a="http://schemas.openxmlformats.org/drawingml/2006/main">
              <a:ext uri="{FF2B5EF4-FFF2-40B4-BE49-F238E27FC236}">
                <a16:creationId xmlns:a16="http://schemas.microsoft.com/office/drawing/2014/main" id="{DE2076B8-8C38-4A6B-BD30-63C7BD05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步驟、狀態與授權邊界都可檢查。</a:t>
            </a:r>
          </a:p>
        </p:txBody>
      </p:sp>
      <p:sp>
        <p:nvSpPr>
          <p:cNvPr id="13" name="text-2102">
            <a:extLst xmlns:a="http://schemas.openxmlformats.org/drawingml/2006/main">
              <a:ext uri="{FF2B5EF4-FFF2-40B4-BE49-F238E27FC236}">
                <a16:creationId xmlns:a16="http://schemas.microsoft.com/office/drawing/2014/main" id="{87BFD86D-737C-4237-B81E-A70BBED8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959e546684c4f8a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f74f2293c6449d1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99af62794754e57"/>
              </a:rPr>
              <a:t>Skills 資源庫 ↗</a:t>
            </a:r>
          </a:p>
        </p:txBody>
      </p:sp>
      <p:sp>
        <p:nvSpPr>
          <p:cNvPr id="14" name="shape-2176">
            <a:extLst xmlns:a="http://schemas.openxmlformats.org/drawingml/2006/main">
              <a:ext uri="{FF2B5EF4-FFF2-40B4-BE49-F238E27FC236}">
                <a16:creationId xmlns:a16="http://schemas.microsoft.com/office/drawing/2014/main" id="{4B0A0F6A-AEC6-43A7-AEFB-54C2BA735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bca1d595fc4398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6" name="text-2177">
            <a:extLst xmlns:a="http://schemas.openxmlformats.org/drawingml/2006/main">
              <a:ext uri="{FF2B5EF4-FFF2-40B4-BE49-F238E27FC236}">
                <a16:creationId xmlns:a16="http://schemas.microsoft.com/office/drawing/2014/main" id="{E8A031D7-32D0-4ABB-BD94-45D4E4C8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6d8585dc21462a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8" name="text-2178">
            <a:extLst xmlns:a="http://schemas.openxmlformats.org/drawingml/2006/main">
              <a:ext uri="{FF2B5EF4-FFF2-40B4-BE49-F238E27FC236}">
                <a16:creationId xmlns:a16="http://schemas.microsoft.com/office/drawing/2014/main" id="{0091AD6F-A80B-4B8A-8775-D72173F8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5e0d3978e94c19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0" name="text-2179">
            <a:extLst xmlns:a="http://schemas.openxmlformats.org/drawingml/2006/main">
              <a:ext uri="{FF2B5EF4-FFF2-40B4-BE49-F238E27FC236}">
                <a16:creationId xmlns:a16="http://schemas.microsoft.com/office/drawing/2014/main" id="{380984D8-95FC-4D5A-9891-A08A7142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59357760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1654">
            <a:extLst xmlns:a="http://schemas.openxmlformats.org/drawingml/2006/main">
              <a:ext uri="{FF2B5EF4-FFF2-40B4-BE49-F238E27FC236}">
                <a16:creationId xmlns:a16="http://schemas.microsoft.com/office/drawing/2014/main" id="{ECD26F3D-31E0-486D-AEEB-4A0C53D7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PROGRESSIVE DISCLOSURE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BFF2D8A-1F06-4040-88D7-AB4A02626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漸進式揭露：Agent 需要時才讀細節</a:t>
            </a:r>
          </a:p>
        </p:txBody>
      </p:sp>
      <p:cxnSp>
        <p:nvCxnSpPr>
          <p:cNvPr id="36" name="shape-165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656">
            <a:extLst xmlns:a="http://schemas.openxmlformats.org/drawingml/2006/main">
              <a:ext uri="{FF2B5EF4-FFF2-40B4-BE49-F238E27FC236}">
                <a16:creationId xmlns:a16="http://schemas.microsoft.com/office/drawing/2014/main" id="{97AED1FD-EB23-4574-892C-A0AEFCBE1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3FA8400-C76B-4C4E-A454-7F16D1376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shape-1657">
            <a:extLst xmlns:a="http://schemas.openxmlformats.org/drawingml/2006/main">
              <a:ext uri="{FF2B5EF4-FFF2-40B4-BE49-F238E27FC236}">
                <a16:creationId xmlns:a16="http://schemas.microsoft.com/office/drawing/2014/main" id="{3F5E5C6E-0FBE-4F8D-B23E-526EB303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658">
            <a:extLst xmlns:a="http://schemas.openxmlformats.org/drawingml/2006/main">
              <a:ext uri="{FF2B5EF4-FFF2-40B4-BE49-F238E27FC236}">
                <a16:creationId xmlns:a16="http://schemas.microsoft.com/office/drawing/2014/main" id="{1618F6B8-F39A-411F-99FF-CEBB3268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659">
            <a:extLst xmlns:a="http://schemas.openxmlformats.org/drawingml/2006/main">
              <a:ext uri="{FF2B5EF4-FFF2-40B4-BE49-F238E27FC236}">
                <a16:creationId xmlns:a16="http://schemas.microsoft.com/office/drawing/2014/main" id="{E479C0F4-BA83-49C1-AD74-82BFD817E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第一層：描述</a:t>
            </a:r>
          </a:p>
        </p:txBody>
      </p:sp>
      <p:sp>
        <p:nvSpPr>
          <p:cNvPr id="9" name="text-1660">
            <a:extLst xmlns:a="http://schemas.openxmlformats.org/drawingml/2006/main">
              <a:ext uri="{FF2B5EF4-FFF2-40B4-BE49-F238E27FC236}">
                <a16:creationId xmlns:a16="http://schemas.microsoft.com/office/drawing/2014/main" id="{46C53335-A3C2-4C0C-A667-8EF16EE8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Agent 先看名稱與 description，判斷是否適用。</a:t>
            </a:r>
          </a:p>
        </p:txBody>
      </p:sp>
      <p:sp>
        <p:nvSpPr>
          <p:cNvPr id="10" name="shape-1661">
            <a:extLst xmlns:a="http://schemas.openxmlformats.org/drawingml/2006/main">
              <a:ext uri="{FF2B5EF4-FFF2-40B4-BE49-F238E27FC236}">
                <a16:creationId xmlns:a16="http://schemas.microsoft.com/office/drawing/2014/main" id="{34999641-5D56-4E47-9BED-11AA86B41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662">
            <a:extLst xmlns:a="http://schemas.openxmlformats.org/drawingml/2006/main">
              <a:ext uri="{FF2B5EF4-FFF2-40B4-BE49-F238E27FC236}">
                <a16:creationId xmlns:a16="http://schemas.microsoft.com/office/drawing/2014/main" id="{DB88373C-F519-486B-B2CA-413D8080D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663">
            <a:extLst xmlns:a="http://schemas.openxmlformats.org/drawingml/2006/main">
              <a:ext uri="{FF2B5EF4-FFF2-40B4-BE49-F238E27FC236}">
                <a16:creationId xmlns:a16="http://schemas.microsoft.com/office/drawing/2014/main" id="{F55D8E87-7A5E-4A04-A63A-2317DCDB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第二層：主流程</a:t>
            </a:r>
          </a:p>
        </p:txBody>
      </p:sp>
      <p:sp>
        <p:nvSpPr>
          <p:cNvPr id="13" name="text-1664">
            <a:extLst xmlns:a="http://schemas.openxmlformats.org/drawingml/2006/main">
              <a:ext uri="{FF2B5EF4-FFF2-40B4-BE49-F238E27FC236}">
                <a16:creationId xmlns:a16="http://schemas.microsoft.com/office/drawing/2014/main" id="{B2A2AFC0-6F02-418D-9E84-34A0DE5A4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觸發後讀 SKILL.md，取得核心步驟與規則。</a:t>
            </a:r>
          </a:p>
        </p:txBody>
      </p:sp>
      <p:sp>
        <p:nvSpPr>
          <p:cNvPr id="14" name="shape-1665">
            <a:extLst xmlns:a="http://schemas.openxmlformats.org/drawingml/2006/main">
              <a:ext uri="{FF2B5EF4-FFF2-40B4-BE49-F238E27FC236}">
                <a16:creationId xmlns:a16="http://schemas.microsoft.com/office/drawing/2014/main" id="{2B2D43DE-F069-4C11-8870-591EB8A29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666">
            <a:extLst xmlns:a="http://schemas.openxmlformats.org/drawingml/2006/main">
              <a:ext uri="{FF2B5EF4-FFF2-40B4-BE49-F238E27FC236}">
                <a16:creationId xmlns:a16="http://schemas.microsoft.com/office/drawing/2014/main" id="{7C82EA66-4EE9-4A1F-A29E-A93CE697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667">
            <a:extLst xmlns:a="http://schemas.openxmlformats.org/drawingml/2006/main">
              <a:ext uri="{FF2B5EF4-FFF2-40B4-BE49-F238E27FC236}">
                <a16:creationId xmlns:a16="http://schemas.microsoft.com/office/drawing/2014/main" id="{B564F68D-67FD-40E3-A17B-4A55928B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第三層：附件</a:t>
            </a:r>
          </a:p>
        </p:txBody>
      </p:sp>
      <p:sp>
        <p:nvSpPr>
          <p:cNvPr id="17" name="text-1668">
            <a:extLst xmlns:a="http://schemas.openxmlformats.org/drawingml/2006/main">
              <a:ext uri="{FF2B5EF4-FFF2-40B4-BE49-F238E27FC236}">
                <a16:creationId xmlns:a16="http://schemas.microsoft.com/office/drawing/2014/main" id="{81AA3225-B7E9-4E0C-A797-585A19099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任務需要時才讀 references、執行 scripts、取用 assets。</a:t>
            </a:r>
          </a:p>
        </p:txBody>
      </p:sp>
      <p:sp>
        <p:nvSpPr>
          <p:cNvPr id="18" name="text-1669">
            <a:extLst xmlns:a="http://schemas.openxmlformats.org/drawingml/2006/main">
              <a:ext uri="{FF2B5EF4-FFF2-40B4-BE49-F238E27FC236}">
                <a16:creationId xmlns:a16="http://schemas.microsoft.com/office/drawing/2014/main" id="{FCE87071-63E8-415D-B678-72EC92624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描述</a:t>
            </a:r>
          </a:p>
        </p:txBody>
      </p:sp>
      <p:sp>
        <p:nvSpPr>
          <p:cNvPr id="19" name="text-1670">
            <a:extLst xmlns:a="http://schemas.openxmlformats.org/drawingml/2006/main">
              <a:ext uri="{FF2B5EF4-FFF2-40B4-BE49-F238E27FC236}">
                <a16:creationId xmlns:a16="http://schemas.microsoft.com/office/drawing/2014/main" id="{74624D0D-EC13-443F-B8F3-8DE3770FE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20" name="text-1671">
            <a:extLst xmlns:a="http://schemas.openxmlformats.org/drawingml/2006/main">
              <a:ext uri="{FF2B5EF4-FFF2-40B4-BE49-F238E27FC236}">
                <a16:creationId xmlns:a16="http://schemas.microsoft.com/office/drawing/2014/main" id="{D53877E0-8F96-4964-A079-597032BA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附件</a:t>
            </a:r>
          </a:p>
        </p:txBody>
      </p:sp>
      <p:sp>
        <p:nvSpPr>
          <p:cNvPr id="21" name="text-1672">
            <a:extLst xmlns:a="http://schemas.openxmlformats.org/drawingml/2006/main">
              <a:ext uri="{FF2B5EF4-FFF2-40B4-BE49-F238E27FC236}">
                <a16:creationId xmlns:a16="http://schemas.microsoft.com/office/drawing/2014/main" id="{A278FA6A-EFC1-43B7-8D04-763C9EA17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EECE7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可驗證成果</a:t>
            </a:r>
          </a:p>
        </p:txBody>
      </p:sp>
      <p:cxnSp>
        <p:nvCxnSpPr>
          <p:cNvPr id="55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628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56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5295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57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962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6B4A"/>
            </a:solidFill>
            <a:prstDash val="solid"/>
            <a:tailEnd type="arrow" w="sm" len="sm"/>
          </a:ln>
        </p:spPr>
      </p:cxnSp>
      <p:sp>
        <p:nvSpPr>
          <p:cNvPr id="25" name="text-1673">
            <a:extLst xmlns:a="http://schemas.openxmlformats.org/drawingml/2006/main">
              <a:ext uri="{FF2B5EF4-FFF2-40B4-BE49-F238E27FC236}">
                <a16:creationId xmlns:a16="http://schemas.microsoft.com/office/drawing/2014/main" id="{02817572-6CF3-4E63-ABFF-79342C0F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619750"/>
            <a:ext cx="560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按需載入，不把整個知識庫一次塞進主文</a:t>
            </a:r>
          </a:p>
        </p:txBody>
      </p:sp>
      <p:sp>
        <p:nvSpPr>
          <p:cNvPr id="26" name="text-2103">
            <a:extLst xmlns:a="http://schemas.openxmlformats.org/drawingml/2006/main">
              <a:ext uri="{FF2B5EF4-FFF2-40B4-BE49-F238E27FC236}">
                <a16:creationId xmlns:a16="http://schemas.microsoft.com/office/drawing/2014/main" id="{2483FF95-7505-443D-B5B1-174BC8C3D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941b9789fd0477c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83b686ea9144d71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91449063e3f44a7"/>
              </a:rPr>
              <a:t>Skills 資源庫 ↗</a:t>
            </a:r>
          </a:p>
        </p:txBody>
      </p:sp>
      <p:sp>
        <p:nvSpPr>
          <p:cNvPr id="27" name="shape-2180">
            <a:extLst xmlns:a="http://schemas.openxmlformats.org/drawingml/2006/main">
              <a:ext uri="{FF2B5EF4-FFF2-40B4-BE49-F238E27FC236}">
                <a16:creationId xmlns:a16="http://schemas.microsoft.com/office/drawing/2014/main" id="{159196F0-EDEE-4789-B941-937A2986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8af94502a44d89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2181">
            <a:extLst xmlns:a="http://schemas.openxmlformats.org/drawingml/2006/main">
              <a:ext uri="{FF2B5EF4-FFF2-40B4-BE49-F238E27FC236}">
                <a16:creationId xmlns:a16="http://schemas.microsoft.com/office/drawing/2014/main" id="{AAA5D72E-DEC5-4050-B2FF-F725A4FC7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07a33b3e47493b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1" name="text-2182">
            <a:extLst xmlns:a="http://schemas.openxmlformats.org/drawingml/2006/main">
              <a:ext uri="{FF2B5EF4-FFF2-40B4-BE49-F238E27FC236}">
                <a16:creationId xmlns:a16="http://schemas.microsoft.com/office/drawing/2014/main" id="{A6DC6DF5-4BE5-45A6-842E-2D01703C4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871fbabb7b4e30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3" name="text-2183">
            <a:extLst xmlns:a="http://schemas.openxmlformats.org/drawingml/2006/main">
              <a:ext uri="{FF2B5EF4-FFF2-40B4-BE49-F238E27FC236}">
                <a16:creationId xmlns:a16="http://schemas.microsoft.com/office/drawing/2014/main" id="{73E5B4AB-24B8-40CF-9686-FE656943C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18107015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1674">
            <a:extLst xmlns:a="http://schemas.openxmlformats.org/drawingml/2006/main">
              <a:ext uri="{FF2B5EF4-FFF2-40B4-BE49-F238E27FC236}">
                <a16:creationId xmlns:a16="http://schemas.microsoft.com/office/drawing/2014/main" id="{B3191D8E-8D36-4530-BAD9-7A6C3C4C8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9686838-A3F1-4861-85AD-56869C74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 C｜把一筆提示詞升級成教育 Skill</a:t>
            </a:r>
          </a:p>
        </p:txBody>
      </p:sp>
      <p:cxnSp>
        <p:nvCxnSpPr>
          <p:cNvPr id="29" name="shape-167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676">
            <a:extLst xmlns:a="http://schemas.openxmlformats.org/drawingml/2006/main">
              <a:ext uri="{FF2B5EF4-FFF2-40B4-BE49-F238E27FC236}">
                <a16:creationId xmlns:a16="http://schemas.microsoft.com/office/drawing/2014/main" id="{83B58E1C-EC26-41AC-8D34-B39D3406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DC6E3DB-ABDD-4999-97D4-2ED9C765E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text-1677">
            <a:extLst xmlns:a="http://schemas.openxmlformats.org/drawingml/2006/main">
              <a:ext uri="{FF2B5EF4-FFF2-40B4-BE49-F238E27FC236}">
                <a16:creationId xmlns:a16="http://schemas.microsoft.com/office/drawing/2014/main" id="{FA8CD3CA-B8EF-41CD-BD64-5B14DDA9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678">
            <a:extLst xmlns:a="http://schemas.openxmlformats.org/drawingml/2006/main">
              <a:ext uri="{FF2B5EF4-FFF2-40B4-BE49-F238E27FC236}">
                <a16:creationId xmlns:a16="http://schemas.microsoft.com/office/drawing/2014/main" id="{B382D91D-9A6E-4CA0-BEAC-3C56D21E2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679">
            <a:extLst xmlns:a="http://schemas.openxmlformats.org/drawingml/2006/main">
              <a:ext uri="{FF2B5EF4-FFF2-40B4-BE49-F238E27FC236}">
                <a16:creationId xmlns:a16="http://schemas.microsoft.com/office/drawing/2014/main" id="{DD614C0E-1599-4131-89C1-6002F5D6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680">
            <a:extLst xmlns:a="http://schemas.openxmlformats.org/drawingml/2006/main">
              <a:ext uri="{FF2B5EF4-FFF2-40B4-BE49-F238E27FC236}">
                <a16:creationId xmlns:a16="http://schemas.microsoft.com/office/drawing/2014/main" id="{EAE04CFF-5D2E-4538-9B01-AEB08DCC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從快捷面板選一個高頻提示詞</a:t>
            </a:r>
          </a:p>
        </p:txBody>
      </p:sp>
      <p:sp>
        <p:nvSpPr>
          <p:cNvPr id="10" name="text-1681">
            <a:extLst xmlns:a="http://schemas.openxmlformats.org/drawingml/2006/main">
              <a:ext uri="{FF2B5EF4-FFF2-40B4-BE49-F238E27FC236}">
                <a16:creationId xmlns:a16="http://schemas.microsoft.com/office/drawing/2014/main" id="{BC15342B-25B8-4DA8-82EB-B19C170C8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682">
            <a:extLst xmlns:a="http://schemas.openxmlformats.org/drawingml/2006/main">
              <a:ext uri="{FF2B5EF4-FFF2-40B4-BE49-F238E27FC236}">
                <a16:creationId xmlns:a16="http://schemas.microsoft.com/office/drawing/2014/main" id="{7B3EF133-06D8-48CB-80E9-BC910866E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補齊輸入、步驟、限制與驗收</a:t>
            </a:r>
          </a:p>
        </p:txBody>
      </p:sp>
      <p:sp>
        <p:nvSpPr>
          <p:cNvPr id="12" name="text-1683">
            <a:extLst xmlns:a="http://schemas.openxmlformats.org/drawingml/2006/main">
              <a:ext uri="{FF2B5EF4-FFF2-40B4-BE49-F238E27FC236}">
                <a16:creationId xmlns:a16="http://schemas.microsoft.com/office/drawing/2014/main" id="{6C26C3C1-B099-49B6-9946-F89BB1C87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684">
            <a:extLst xmlns:a="http://schemas.openxmlformats.org/drawingml/2006/main">
              <a:ext uri="{FF2B5EF4-FFF2-40B4-BE49-F238E27FC236}">
                <a16:creationId xmlns:a16="http://schemas.microsoft.com/office/drawing/2014/main" id="{9313F131-0E4F-4875-A601-CD1FF066B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建立資料夾與 SKILL.md</a:t>
            </a:r>
          </a:p>
        </p:txBody>
      </p:sp>
      <p:sp>
        <p:nvSpPr>
          <p:cNvPr id="14" name="text-1685">
            <a:extLst xmlns:a="http://schemas.openxmlformats.org/drawingml/2006/main">
              <a:ext uri="{FF2B5EF4-FFF2-40B4-BE49-F238E27FC236}">
                <a16:creationId xmlns:a16="http://schemas.microsoft.com/office/drawing/2014/main" id="{47107D43-427F-4EA4-B2D6-30B39B04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686">
            <a:extLst xmlns:a="http://schemas.openxmlformats.org/drawingml/2006/main">
              <a:ext uri="{FF2B5EF4-FFF2-40B4-BE49-F238E27FC236}">
                <a16:creationId xmlns:a16="http://schemas.microsoft.com/office/drawing/2014/main" id="{4558070F-2D50-423B-9BF8-2D30814E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在 Agent 中用自然語句觸發並修正</a:t>
            </a:r>
          </a:p>
        </p:txBody>
      </p:sp>
      <p:sp>
        <p:nvSpPr>
          <p:cNvPr id="16" name="shape-1687">
            <a:extLst xmlns:a="http://schemas.openxmlformats.org/drawingml/2006/main">
              <a:ext uri="{FF2B5EF4-FFF2-40B4-BE49-F238E27FC236}">
                <a16:creationId xmlns:a16="http://schemas.microsoft.com/office/drawing/2014/main" id="{CA0AD1B4-C136-4B08-AE31-4F3E0679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688">
            <a:extLst xmlns:a="http://schemas.openxmlformats.org/drawingml/2006/main">
              <a:ext uri="{FF2B5EF4-FFF2-40B4-BE49-F238E27FC236}">
                <a16:creationId xmlns:a16="http://schemas.microsoft.com/office/drawing/2014/main" id="{1F0539E3-C634-45D3-A64D-7EA6294C4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689">
            <a:extLst xmlns:a="http://schemas.openxmlformats.org/drawingml/2006/main">
              <a:ext uri="{FF2B5EF4-FFF2-40B4-BE49-F238E27FC236}">
                <a16:creationId xmlns:a16="http://schemas.microsoft.com/office/drawing/2014/main" id="{58BF0215-235B-497A-93B8-168E3549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名稱與描述清楚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流程可重複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有至少一項驗收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需要授權的動作會停</a:t>
            </a:r>
          </a:p>
        </p:txBody>
      </p:sp>
      <p:sp>
        <p:nvSpPr>
          <p:cNvPr id="19" name="text-2104">
            <a:extLst xmlns:a="http://schemas.openxmlformats.org/drawingml/2006/main">
              <a:ext uri="{FF2B5EF4-FFF2-40B4-BE49-F238E27FC236}">
                <a16:creationId xmlns:a16="http://schemas.microsoft.com/office/drawing/2014/main" id="{531B34D3-DEBC-48D4-B550-AF72AF2F2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24a6d42ac5147d1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f6e007c81d243ee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a5d403e67734ef9"/>
              </a:rPr>
              <a:t>Skills 資源庫 ↗</a:t>
            </a:r>
          </a:p>
        </p:txBody>
      </p:sp>
      <p:sp>
        <p:nvSpPr>
          <p:cNvPr id="20" name="shape-2184">
            <a:extLst xmlns:a="http://schemas.openxmlformats.org/drawingml/2006/main">
              <a:ext uri="{FF2B5EF4-FFF2-40B4-BE49-F238E27FC236}">
                <a16:creationId xmlns:a16="http://schemas.microsoft.com/office/drawing/2014/main" id="{59F7AE94-138A-402D-AE8F-20849AAEF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2b4ce4fba744df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2185">
            <a:extLst xmlns:a="http://schemas.openxmlformats.org/drawingml/2006/main">
              <a:ext uri="{FF2B5EF4-FFF2-40B4-BE49-F238E27FC236}">
                <a16:creationId xmlns:a16="http://schemas.microsoft.com/office/drawing/2014/main" id="{079390FB-E53B-4933-BF52-8DC308E2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69f2d672c44744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2186">
            <a:extLst xmlns:a="http://schemas.openxmlformats.org/drawingml/2006/main">
              <a:ext uri="{FF2B5EF4-FFF2-40B4-BE49-F238E27FC236}">
                <a16:creationId xmlns:a16="http://schemas.microsoft.com/office/drawing/2014/main" id="{89002B1E-5FA8-41D4-847E-6B0B80A4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f4739f50384b8f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2187">
            <a:extLst xmlns:a="http://schemas.openxmlformats.org/drawingml/2006/main">
              <a:ext uri="{FF2B5EF4-FFF2-40B4-BE49-F238E27FC236}">
                <a16:creationId xmlns:a16="http://schemas.microsoft.com/office/drawing/2014/main" id="{AEFE5D4B-51BB-4B78-AD44-FEA41784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67028225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1690">
            <a:extLst xmlns:a="http://schemas.openxmlformats.org/drawingml/2006/main">
              <a:ext uri="{FF2B5EF4-FFF2-40B4-BE49-F238E27FC236}">
                <a16:creationId xmlns:a16="http://schemas.microsoft.com/office/drawing/2014/main" id="{FF947CA0-3D9E-4F3B-AC7E-AFFC6351F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CROSS-AGENT TEST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F5C9349-BEDB-464D-BE14-237BF3084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同一個 Skill，做兩輪交叉測試</a:t>
            </a:r>
          </a:p>
        </p:txBody>
      </p:sp>
      <p:cxnSp>
        <p:nvCxnSpPr>
          <p:cNvPr id="32" name="shape-169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692">
            <a:extLst xmlns:a="http://schemas.openxmlformats.org/drawingml/2006/main">
              <a:ext uri="{FF2B5EF4-FFF2-40B4-BE49-F238E27FC236}">
                <a16:creationId xmlns:a16="http://schemas.microsoft.com/office/drawing/2014/main" id="{B4DB2181-081D-46B9-8B0D-2A446432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B780BA7-EF09-4000-B60A-86C90E3FF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6" name="shape-1693">
            <a:extLst xmlns:a="http://schemas.openxmlformats.org/drawingml/2006/main">
              <a:ext uri="{FF2B5EF4-FFF2-40B4-BE49-F238E27FC236}">
                <a16:creationId xmlns:a16="http://schemas.microsoft.com/office/drawing/2014/main" id="{9A12C883-E543-4506-81B2-2CEBD535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694">
            <a:extLst xmlns:a="http://schemas.openxmlformats.org/drawingml/2006/main">
              <a:ext uri="{FF2B5EF4-FFF2-40B4-BE49-F238E27FC236}">
                <a16:creationId xmlns:a16="http://schemas.microsoft.com/office/drawing/2014/main" id="{BB064385-EA09-48A1-8B38-1D5B6AD88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695">
            <a:extLst xmlns:a="http://schemas.openxmlformats.org/drawingml/2006/main">
              <a:ext uri="{FF2B5EF4-FFF2-40B4-BE49-F238E27FC236}">
                <a16:creationId xmlns:a16="http://schemas.microsoft.com/office/drawing/2014/main" id="{7DC42D94-1CE3-4123-B0E3-949CB83C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觸發</a:t>
            </a:r>
          </a:p>
        </p:txBody>
      </p:sp>
      <p:sp>
        <p:nvSpPr>
          <p:cNvPr id="9" name="text-1696">
            <a:extLst xmlns:a="http://schemas.openxmlformats.org/drawingml/2006/main">
              <a:ext uri="{FF2B5EF4-FFF2-40B4-BE49-F238E27FC236}">
                <a16:creationId xmlns:a16="http://schemas.microsoft.com/office/drawing/2014/main" id="{5D3C0CCE-E4CC-4E43-9585-D538E2132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與 Codex 是否都能從 description 判斷何時使用？</a:t>
            </a:r>
          </a:p>
        </p:txBody>
      </p:sp>
      <p:sp>
        <p:nvSpPr>
          <p:cNvPr id="10" name="shape-1697">
            <a:extLst xmlns:a="http://schemas.openxmlformats.org/drawingml/2006/main">
              <a:ext uri="{FF2B5EF4-FFF2-40B4-BE49-F238E27FC236}">
                <a16:creationId xmlns:a16="http://schemas.microsoft.com/office/drawing/2014/main" id="{D1E41F9C-3911-4AA3-8760-367BF4932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698">
            <a:extLst xmlns:a="http://schemas.openxmlformats.org/drawingml/2006/main">
              <a:ext uri="{FF2B5EF4-FFF2-40B4-BE49-F238E27FC236}">
                <a16:creationId xmlns:a16="http://schemas.microsoft.com/office/drawing/2014/main" id="{F292CDBC-7D68-422A-8C83-30A306378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699">
            <a:extLst xmlns:a="http://schemas.openxmlformats.org/drawingml/2006/main">
              <a:ext uri="{FF2B5EF4-FFF2-40B4-BE49-F238E27FC236}">
                <a16:creationId xmlns:a16="http://schemas.microsoft.com/office/drawing/2014/main" id="{2A878217-8CB9-4EFE-85B3-3345461EF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步驟</a:t>
            </a:r>
          </a:p>
        </p:txBody>
      </p:sp>
      <p:sp>
        <p:nvSpPr>
          <p:cNvPr id="13" name="text-1700">
            <a:extLst xmlns:a="http://schemas.openxmlformats.org/drawingml/2006/main">
              <a:ext uri="{FF2B5EF4-FFF2-40B4-BE49-F238E27FC236}">
                <a16:creationId xmlns:a16="http://schemas.microsoft.com/office/drawing/2014/main" id="{14169468-9ABD-45E0-8C43-E83D76E58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是否按相同順序處理，或清楚說明環境差異？</a:t>
            </a:r>
          </a:p>
        </p:txBody>
      </p:sp>
      <p:sp>
        <p:nvSpPr>
          <p:cNvPr id="14" name="shape-1701">
            <a:extLst xmlns:a="http://schemas.openxmlformats.org/drawingml/2006/main">
              <a:ext uri="{FF2B5EF4-FFF2-40B4-BE49-F238E27FC236}">
                <a16:creationId xmlns:a16="http://schemas.microsoft.com/office/drawing/2014/main" id="{C28C0351-D251-4663-8BEB-AD5DA5A5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702">
            <a:extLst xmlns:a="http://schemas.openxmlformats.org/drawingml/2006/main">
              <a:ext uri="{FF2B5EF4-FFF2-40B4-BE49-F238E27FC236}">
                <a16:creationId xmlns:a16="http://schemas.microsoft.com/office/drawing/2014/main" id="{4B23EB2B-87B6-4274-A207-70E29BC8F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703">
            <a:extLst xmlns:a="http://schemas.openxmlformats.org/drawingml/2006/main">
              <a:ext uri="{FF2B5EF4-FFF2-40B4-BE49-F238E27FC236}">
                <a16:creationId xmlns:a16="http://schemas.microsoft.com/office/drawing/2014/main" id="{8C893311-27B5-45A1-A8D4-3029A7635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護欄</a:t>
            </a:r>
          </a:p>
        </p:txBody>
      </p:sp>
      <p:sp>
        <p:nvSpPr>
          <p:cNvPr id="17" name="text-1704">
            <a:extLst xmlns:a="http://schemas.openxmlformats.org/drawingml/2006/main">
              <a:ext uri="{FF2B5EF4-FFF2-40B4-BE49-F238E27FC236}">
                <a16:creationId xmlns:a16="http://schemas.microsoft.com/office/drawing/2014/main" id="{8FE0D285-5AA0-49CF-A92F-1CAF5065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是否都在發布、刪除、寄送或改權限前停下？</a:t>
            </a:r>
          </a:p>
        </p:txBody>
      </p:sp>
      <p:sp>
        <p:nvSpPr>
          <p:cNvPr id="18" name="shape-1705">
            <a:extLst xmlns:a="http://schemas.openxmlformats.org/drawingml/2006/main">
              <a:ext uri="{FF2B5EF4-FFF2-40B4-BE49-F238E27FC236}">
                <a16:creationId xmlns:a16="http://schemas.microsoft.com/office/drawing/2014/main" id="{9B9DC989-7831-4D45-96B4-AA04A2F7F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706">
            <a:extLst xmlns:a="http://schemas.openxmlformats.org/drawingml/2006/main">
              <a:ext uri="{FF2B5EF4-FFF2-40B4-BE49-F238E27FC236}">
                <a16:creationId xmlns:a16="http://schemas.microsoft.com/office/drawing/2014/main" id="{172B1CEB-A350-409F-A37B-FA7D1989B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707">
            <a:extLst xmlns:a="http://schemas.openxmlformats.org/drawingml/2006/main">
              <a:ext uri="{FF2B5EF4-FFF2-40B4-BE49-F238E27FC236}">
                <a16:creationId xmlns:a16="http://schemas.microsoft.com/office/drawing/2014/main" id="{868A109C-85F7-4845-AE95-8FEDC506D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21" name="text-1708">
            <a:extLst xmlns:a="http://schemas.openxmlformats.org/drawingml/2006/main">
              <a:ext uri="{FF2B5EF4-FFF2-40B4-BE49-F238E27FC236}">
                <a16:creationId xmlns:a16="http://schemas.microsoft.com/office/drawing/2014/main" id="{DFA3F5E4-E333-434C-BF24-669C06AA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是否都回報通過、失敗與未確認，而非只說完成？</a:t>
            </a:r>
          </a:p>
        </p:txBody>
      </p:sp>
      <p:sp>
        <p:nvSpPr>
          <p:cNvPr id="22" name="text-2105">
            <a:extLst xmlns:a="http://schemas.openxmlformats.org/drawingml/2006/main">
              <a:ext uri="{FF2B5EF4-FFF2-40B4-BE49-F238E27FC236}">
                <a16:creationId xmlns:a16="http://schemas.microsoft.com/office/drawing/2014/main" id="{C4D17681-8E57-4667-9686-FDE8D02A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c2e559b81c84004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38b55fc83674f76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5cd27d9aa8a44e1"/>
              </a:rPr>
              <a:t>Skills 資源庫 ↗</a:t>
            </a:r>
          </a:p>
        </p:txBody>
      </p:sp>
      <p:sp>
        <p:nvSpPr>
          <p:cNvPr id="23" name="shape-2188">
            <a:extLst xmlns:a="http://schemas.openxmlformats.org/drawingml/2006/main">
              <a:ext uri="{FF2B5EF4-FFF2-40B4-BE49-F238E27FC236}">
                <a16:creationId xmlns:a16="http://schemas.microsoft.com/office/drawing/2014/main" id="{1EB1CC58-DEED-41D5-8084-D09DFAAF6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88a9893f9749eb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text-2189">
            <a:extLst xmlns:a="http://schemas.openxmlformats.org/drawingml/2006/main">
              <a:ext uri="{FF2B5EF4-FFF2-40B4-BE49-F238E27FC236}">
                <a16:creationId xmlns:a16="http://schemas.microsoft.com/office/drawing/2014/main" id="{B5778E8D-2EAE-454D-8F2A-E59F2F36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cbb64251d949d3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7" name="text-2190">
            <a:extLst xmlns:a="http://schemas.openxmlformats.org/drawingml/2006/main">
              <a:ext uri="{FF2B5EF4-FFF2-40B4-BE49-F238E27FC236}">
                <a16:creationId xmlns:a16="http://schemas.microsoft.com/office/drawing/2014/main" id="{3B694892-5C40-452C-904A-BBE19D11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9e38e8d42c41e3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2191">
            <a:extLst xmlns:a="http://schemas.openxmlformats.org/drawingml/2006/main">
              <a:ext uri="{FF2B5EF4-FFF2-40B4-BE49-F238E27FC236}">
                <a16:creationId xmlns:a16="http://schemas.microsoft.com/office/drawing/2014/main" id="{2B0898A4-5F0F-471C-BFB8-2BFADBFD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2141191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709">
            <a:extLst xmlns:a="http://schemas.openxmlformats.org/drawingml/2006/main">
              <a:ext uri="{FF2B5EF4-FFF2-40B4-BE49-F238E27FC236}">
                <a16:creationId xmlns:a16="http://schemas.microsoft.com/office/drawing/2014/main" id="{88E58F94-618B-4CC9-9EA2-8804D10C9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" name="text-1710">
            <a:extLst xmlns:a="http://schemas.openxmlformats.org/drawingml/2006/main">
              <a:ext uri="{FF2B5EF4-FFF2-40B4-BE49-F238E27FC236}">
                <a16:creationId xmlns:a16="http://schemas.microsoft.com/office/drawing/2014/main" id="{0457EA86-59F9-4D4E-ABCA-62610D45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分析學生資料</a:t>
            </a:r>
          </a:p>
        </p:txBody>
      </p:sp>
      <p:sp>
        <p:nvSpPr>
          <p:cNvPr id="3" name="text-1711">
            <a:extLst xmlns:a="http://schemas.openxmlformats.org/drawingml/2006/main">
              <a:ext uri="{FF2B5EF4-FFF2-40B4-BE49-F238E27FC236}">
                <a16:creationId xmlns:a16="http://schemas.microsoft.com/office/drawing/2014/main" id="{DE42FE20-980E-4D61-B0B0-FB6E145E6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把選擇題統計與簡答題編碼分流處理，再用人工複核與一致性檢查，把 AI 變成研究助理而不是黑箱評分者。</a:t>
            </a:r>
          </a:p>
        </p:txBody>
      </p:sp>
      <p:sp>
        <p:nvSpPr>
          <p:cNvPr id="4" name="shape-1712">
            <a:extLst xmlns:a="http://schemas.openxmlformats.org/drawingml/2006/main">
              <a:ext uri="{FF2B5EF4-FFF2-40B4-BE49-F238E27FC236}">
                <a16:creationId xmlns:a16="http://schemas.microsoft.com/office/drawing/2014/main" id="{499A8563-207E-4400-ABC3-A322DFA76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713">
            <a:extLst xmlns:a="http://schemas.openxmlformats.org/drawingml/2006/main">
              <a:ext uri="{FF2B5EF4-FFF2-40B4-BE49-F238E27FC236}">
                <a16:creationId xmlns:a16="http://schemas.microsoft.com/office/drawing/2014/main" id="{4F325B74-F89A-45A3-B99E-26A33C06B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71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7" name="text-1715">
            <a:extLst xmlns:a="http://schemas.openxmlformats.org/drawingml/2006/main">
              <a:ext uri="{FF2B5EF4-FFF2-40B4-BE49-F238E27FC236}">
                <a16:creationId xmlns:a16="http://schemas.microsoft.com/office/drawing/2014/main" id="{AFFCC516-993E-4D94-AB36-760D6B469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C3727DD-10C5-473E-88F7-1E152330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9" name="text-2107">
            <a:extLst xmlns:a="http://schemas.openxmlformats.org/drawingml/2006/main">
              <a:ext uri="{FF2B5EF4-FFF2-40B4-BE49-F238E27FC236}">
                <a16:creationId xmlns:a16="http://schemas.microsoft.com/office/drawing/2014/main" id="{7F269EC4-CF55-4F59-8604-5FFCADD92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09ec1e4e7204692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b064ad1bb1043d9"/>
              </a:rPr>
              <a:t>Codex ↗</a:t>
            </a:r>
          </a:p>
        </p:txBody>
      </p:sp>
      <p:sp>
        <p:nvSpPr>
          <p:cNvPr id="10" name="shape-2194">
            <a:extLst xmlns:a="http://schemas.openxmlformats.org/drawingml/2006/main">
              <a:ext uri="{FF2B5EF4-FFF2-40B4-BE49-F238E27FC236}">
                <a16:creationId xmlns:a16="http://schemas.microsoft.com/office/drawing/2014/main" id="{9791A25B-999B-497F-B11A-BF92D9C29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60f62bf11b44f2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2195">
            <a:extLst xmlns:a="http://schemas.openxmlformats.org/drawingml/2006/main">
              <a:ext uri="{FF2B5EF4-FFF2-40B4-BE49-F238E27FC236}">
                <a16:creationId xmlns:a16="http://schemas.microsoft.com/office/drawing/2014/main" id="{54164125-10BA-4405-AC62-BA0250FD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c1e0db250d4612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2196">
            <a:extLst xmlns:a="http://schemas.openxmlformats.org/drawingml/2006/main">
              <a:ext uri="{FF2B5EF4-FFF2-40B4-BE49-F238E27FC236}">
                <a16:creationId xmlns:a16="http://schemas.microsoft.com/office/drawing/2014/main" id="{AAD08A82-22D6-4477-BF52-8A6A31F9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010890037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716">
            <a:extLst xmlns:a="http://schemas.openxmlformats.org/drawingml/2006/main">
              <a:ext uri="{FF2B5EF4-FFF2-40B4-BE49-F238E27FC236}">
                <a16:creationId xmlns:a16="http://schemas.microsoft.com/office/drawing/2014/main" id="{BBCE8608-C047-4E6B-9753-B2BC957E5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TWO DATA LANES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75DB158-CF10-4E77-B31E-E828665E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先分流：選擇題算表現，簡答題讀理解證據</a:t>
            </a:r>
          </a:p>
        </p:txBody>
      </p:sp>
      <p:cxnSp>
        <p:nvCxnSpPr>
          <p:cNvPr id="31" name="shape-171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18">
            <a:extLst xmlns:a="http://schemas.openxmlformats.org/drawingml/2006/main">
              <a:ext uri="{FF2B5EF4-FFF2-40B4-BE49-F238E27FC236}">
                <a16:creationId xmlns:a16="http://schemas.microsoft.com/office/drawing/2014/main" id="{C99C3649-1FEA-462A-91F9-5A63126A7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5180091-7F5E-4E6A-A3B0-9A0F291EE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shape-1719">
            <a:extLst xmlns:a="http://schemas.openxmlformats.org/drawingml/2006/main">
              <a:ext uri="{FF2B5EF4-FFF2-40B4-BE49-F238E27FC236}">
                <a16:creationId xmlns:a16="http://schemas.microsoft.com/office/drawing/2014/main" id="{F3099E10-CBEB-45DF-95C1-901D58A2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720">
            <a:extLst xmlns:a="http://schemas.openxmlformats.org/drawingml/2006/main">
              <a:ext uri="{FF2B5EF4-FFF2-40B4-BE49-F238E27FC236}">
                <a16:creationId xmlns:a16="http://schemas.microsoft.com/office/drawing/2014/main" id="{56F1FED5-426B-47D5-9E02-B75AD178F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721">
            <a:extLst xmlns:a="http://schemas.openxmlformats.org/drawingml/2006/main">
              <a:ext uri="{FF2B5EF4-FFF2-40B4-BE49-F238E27FC236}">
                <a16:creationId xmlns:a16="http://schemas.microsoft.com/office/drawing/2014/main" id="{326463CB-95EE-4F5A-821E-DD08DBBC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選擇題／結構化資料</a:t>
            </a:r>
          </a:p>
        </p:txBody>
      </p:sp>
      <p:sp>
        <p:nvSpPr>
          <p:cNvPr id="9" name="text-1722">
            <a:extLst xmlns:a="http://schemas.openxmlformats.org/drawingml/2006/main">
              <a:ext uri="{FF2B5EF4-FFF2-40B4-BE49-F238E27FC236}">
                <a16:creationId xmlns:a16="http://schemas.microsoft.com/office/drawing/2014/main" id="{22E63340-F41F-470E-B618-8B2E9BAF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答案鍵比對與缺漏檢查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全班、分組與題目答對率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干擾選項分布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異常值與資料品質標記</a:t>
            </a:r>
          </a:p>
        </p:txBody>
      </p:sp>
      <p:sp>
        <p:nvSpPr>
          <p:cNvPr id="10" name="text-1723">
            <a:extLst xmlns:a="http://schemas.openxmlformats.org/drawingml/2006/main">
              <a:ext uri="{FF2B5EF4-FFF2-40B4-BE49-F238E27FC236}">
                <a16:creationId xmlns:a16="http://schemas.microsoft.com/office/drawing/2014/main" id="{06C896C6-8526-41B0-91D5-CE40172B5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簡答題／文字資料</a:t>
            </a:r>
          </a:p>
        </p:txBody>
      </p:sp>
      <p:sp>
        <p:nvSpPr>
          <p:cNvPr id="11" name="text-1724">
            <a:extLst xmlns:a="http://schemas.openxmlformats.org/drawingml/2006/main">
              <a:ext uri="{FF2B5EF4-FFF2-40B4-BE49-F238E27FC236}">
                <a16:creationId xmlns:a16="http://schemas.microsoft.com/office/drawing/2014/main" id="{ED113BC5-8A39-4C85-A1A0-580D92EF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先定義逐題編碼規準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保留支持編碼的文字證據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初編＋信心與待複核旗標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人工獨立抽查與處理歧異</a:t>
            </a:r>
          </a:p>
        </p:txBody>
      </p:sp>
      <p:sp>
        <p:nvSpPr>
          <p:cNvPr id="12" name="text-1725">
            <a:extLst xmlns:a="http://schemas.openxmlformats.org/drawingml/2006/main">
              <a:ext uri="{FF2B5EF4-FFF2-40B4-BE49-F238E27FC236}">
                <a16:creationId xmlns:a16="http://schemas.microsoft.com/office/drawing/2014/main" id="{3FA7070B-E753-432F-9937-796428B3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答案鍵</a:t>
            </a:r>
          </a:p>
        </p:txBody>
      </p:sp>
      <p:sp>
        <p:nvSpPr>
          <p:cNvPr id="13" name="text-1726">
            <a:extLst xmlns:a="http://schemas.openxmlformats.org/drawingml/2006/main">
              <a:ext uri="{FF2B5EF4-FFF2-40B4-BE49-F238E27FC236}">
                <a16:creationId xmlns:a16="http://schemas.microsoft.com/office/drawing/2014/main" id="{AEBB5C90-6235-4DDD-B242-8AE6CB9DE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統計</a:t>
            </a:r>
          </a:p>
        </p:txBody>
      </p:sp>
      <p:sp>
        <p:nvSpPr>
          <p:cNvPr id="14" name="text-1727">
            <a:extLst xmlns:a="http://schemas.openxmlformats.org/drawingml/2006/main">
              <a:ext uri="{FF2B5EF4-FFF2-40B4-BE49-F238E27FC236}">
                <a16:creationId xmlns:a16="http://schemas.microsoft.com/office/drawing/2014/main" id="{C2F7756C-CDCA-4624-907A-9645FDFE3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群體趨勢</a:t>
            </a:r>
          </a:p>
        </p:txBody>
      </p:sp>
      <p:cxnSp>
        <p:nvCxnSpPr>
          <p:cNvPr id="43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038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4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sp>
        <p:nvSpPr>
          <p:cNvPr id="17" name="text-1728">
            <a:extLst xmlns:a="http://schemas.openxmlformats.org/drawingml/2006/main">
              <a:ext uri="{FF2B5EF4-FFF2-40B4-BE49-F238E27FC236}">
                <a16:creationId xmlns:a16="http://schemas.microsoft.com/office/drawing/2014/main" id="{21FAA53C-0E89-49AC-AB08-9CC15035F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編碼規準</a:t>
            </a:r>
          </a:p>
        </p:txBody>
      </p:sp>
      <p:sp>
        <p:nvSpPr>
          <p:cNvPr id="18" name="text-1729">
            <a:extLst xmlns:a="http://schemas.openxmlformats.org/drawingml/2006/main">
              <a:ext uri="{FF2B5EF4-FFF2-40B4-BE49-F238E27FC236}">
                <a16:creationId xmlns:a16="http://schemas.microsoft.com/office/drawing/2014/main" id="{F9492992-152C-4D5D-B4B7-F4CC271FE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EECE7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AI 初編</a:t>
            </a:r>
          </a:p>
        </p:txBody>
      </p:sp>
      <p:sp>
        <p:nvSpPr>
          <p:cNvPr id="19" name="text-1730">
            <a:extLst xmlns:a="http://schemas.openxmlformats.org/drawingml/2006/main">
              <a:ext uri="{FF2B5EF4-FFF2-40B4-BE49-F238E27FC236}">
                <a16:creationId xmlns:a16="http://schemas.microsoft.com/office/drawing/2014/main" id="{9C036AF1-B3D1-4154-A6FF-BE5C83A52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cxnSp>
        <p:nvCxnSpPr>
          <p:cNvPr id="48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677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9F94"/>
            </a:solidFill>
            <a:prstDash val="solid"/>
            <a:tailEnd type="arrow" w="sm" len="sm"/>
          </a:ln>
        </p:spPr>
      </p:cxnSp>
      <p:cxnSp>
        <p:nvCxnSpPr>
          <p:cNvPr id="49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9201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6B4A"/>
            </a:solidFill>
            <a:prstDash val="solid"/>
            <a:tailEnd type="arrow" w="sm" len="sm"/>
          </a:ln>
        </p:spPr>
      </p:cxnSp>
      <p:sp>
        <p:nvSpPr>
          <p:cNvPr id="22" name="text-1731">
            <a:extLst xmlns:a="http://schemas.openxmlformats.org/drawingml/2006/main">
              <a:ext uri="{FF2B5EF4-FFF2-40B4-BE49-F238E27FC236}">
                <a16:creationId xmlns:a16="http://schemas.microsoft.com/office/drawing/2014/main" id="{E702348C-3826-41A5-B100-09590832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兩條資料流，最後在報告層匯合；不要用同一套規則硬套</a:t>
            </a:r>
          </a:p>
        </p:txBody>
      </p:sp>
      <p:sp>
        <p:nvSpPr>
          <p:cNvPr id="23" name="text-2108">
            <a:extLst xmlns:a="http://schemas.openxmlformats.org/drawingml/2006/main">
              <a:ext uri="{FF2B5EF4-FFF2-40B4-BE49-F238E27FC236}">
                <a16:creationId xmlns:a16="http://schemas.microsoft.com/office/drawing/2014/main" id="{FD33227B-880E-4888-8359-3D3291F3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ae3869ed14a4518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1d95e41d8194c9a"/>
              </a:rPr>
              <a:t>Codex ↗</a:t>
            </a:r>
          </a:p>
        </p:txBody>
      </p:sp>
      <p:sp>
        <p:nvSpPr>
          <p:cNvPr id="24" name="shape-2197">
            <a:extLst xmlns:a="http://schemas.openxmlformats.org/drawingml/2006/main">
              <a:ext uri="{FF2B5EF4-FFF2-40B4-BE49-F238E27FC236}">
                <a16:creationId xmlns:a16="http://schemas.microsoft.com/office/drawing/2014/main" id="{9E0EB781-5103-4FD3-B770-F1E91AAC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20d9f8a607493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6" name="text-2198">
            <a:extLst xmlns:a="http://schemas.openxmlformats.org/drawingml/2006/main">
              <a:ext uri="{FF2B5EF4-FFF2-40B4-BE49-F238E27FC236}">
                <a16:creationId xmlns:a16="http://schemas.microsoft.com/office/drawing/2014/main" id="{D0D75E0A-E45B-472C-9A1D-C9AC36B77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eac0e781414c25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8" name="text-2199">
            <a:extLst xmlns:a="http://schemas.openxmlformats.org/drawingml/2006/main">
              <a:ext uri="{FF2B5EF4-FFF2-40B4-BE49-F238E27FC236}">
                <a16:creationId xmlns:a16="http://schemas.microsoft.com/office/drawing/2014/main" id="{F2BA6233-DBF4-4407-BB24-0801320B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35401061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text-1732">
            <a:extLst xmlns:a="http://schemas.openxmlformats.org/drawingml/2006/main">
              <a:ext uri="{FF2B5EF4-FFF2-40B4-BE49-F238E27FC236}">
                <a16:creationId xmlns:a16="http://schemas.microsoft.com/office/drawing/2014/main" id="{41C7F5C7-3C59-4DCB-9525-956F02A80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EVIDENCE PIPELINE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133BDAB-20B1-4059-8275-DE2A931A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七步研究流程：從原始資料到可追查報告</a:t>
            </a:r>
          </a:p>
        </p:txBody>
      </p:sp>
      <p:cxnSp>
        <p:nvCxnSpPr>
          <p:cNvPr id="56" name="shape-173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34">
            <a:extLst xmlns:a="http://schemas.openxmlformats.org/drawingml/2006/main">
              <a:ext uri="{FF2B5EF4-FFF2-40B4-BE49-F238E27FC236}">
                <a16:creationId xmlns:a16="http://schemas.microsoft.com/office/drawing/2014/main" id="{BE14F718-9983-4F4D-91E5-54066CFA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3E0F29F-0CED-415B-AA78-E0D77FEE9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6" name="shape-1735">
            <a:extLst xmlns:a="http://schemas.openxmlformats.org/drawingml/2006/main">
              <a:ext uri="{FF2B5EF4-FFF2-40B4-BE49-F238E27FC236}">
                <a16:creationId xmlns:a16="http://schemas.microsoft.com/office/drawing/2014/main" id="{2FBC4FDA-FFDD-420E-8F74-5205B0970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736">
            <a:extLst xmlns:a="http://schemas.openxmlformats.org/drawingml/2006/main">
              <a:ext uri="{FF2B5EF4-FFF2-40B4-BE49-F238E27FC236}">
                <a16:creationId xmlns:a16="http://schemas.microsoft.com/office/drawing/2014/main" id="{E38AA77D-0978-4D71-95ED-1B6DC931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737">
            <a:extLst xmlns:a="http://schemas.openxmlformats.org/drawingml/2006/main">
              <a:ext uri="{FF2B5EF4-FFF2-40B4-BE49-F238E27FC236}">
                <a16:creationId xmlns:a16="http://schemas.microsoft.com/office/drawing/2014/main" id="{9D012B63-6D7F-47FA-A47B-645D8EE8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738">
            <a:extLst xmlns:a="http://schemas.openxmlformats.org/drawingml/2006/main">
              <a:ext uri="{FF2B5EF4-FFF2-40B4-BE49-F238E27FC236}">
                <a16:creationId xmlns:a16="http://schemas.microsoft.com/office/drawing/2014/main" id="{4A5C8D80-6D76-4335-BB8B-0E4AD6052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去識別</a:t>
            </a:r>
          </a:p>
        </p:txBody>
      </p:sp>
      <p:sp>
        <p:nvSpPr>
          <p:cNvPr id="10" name="text-1739">
            <a:extLst xmlns:a="http://schemas.openxmlformats.org/drawingml/2006/main">
              <a:ext uri="{FF2B5EF4-FFF2-40B4-BE49-F238E27FC236}">
                <a16:creationId xmlns:a16="http://schemas.microsoft.com/office/drawing/2014/main" id="{C6148DD7-046D-4F19-8E95-8CAE98AA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移除姓名與直接識別欄位</a:t>
            </a:r>
          </a:p>
        </p:txBody>
      </p:sp>
      <p:sp>
        <p:nvSpPr>
          <p:cNvPr id="11" name="text-1740">
            <a:extLst xmlns:a="http://schemas.openxmlformats.org/drawingml/2006/main">
              <a:ext uri="{FF2B5EF4-FFF2-40B4-BE49-F238E27FC236}">
                <a16:creationId xmlns:a16="http://schemas.microsoft.com/office/drawing/2014/main" id="{64E25841-C057-43FC-83E8-9F01D087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741">
            <a:extLst xmlns:a="http://schemas.openxmlformats.org/drawingml/2006/main">
              <a:ext uri="{FF2B5EF4-FFF2-40B4-BE49-F238E27FC236}">
                <a16:creationId xmlns:a16="http://schemas.microsoft.com/office/drawing/2014/main" id="{B3BFF1EF-4F35-4CBF-B0EF-E98C346CD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742">
            <a:extLst xmlns:a="http://schemas.openxmlformats.org/drawingml/2006/main">
              <a:ext uri="{FF2B5EF4-FFF2-40B4-BE49-F238E27FC236}">
                <a16:creationId xmlns:a16="http://schemas.microsoft.com/office/drawing/2014/main" id="{4304AD2A-97C3-4F6F-8F87-B0B842AC7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743">
            <a:extLst xmlns:a="http://schemas.openxmlformats.org/drawingml/2006/main">
              <a:ext uri="{FF2B5EF4-FFF2-40B4-BE49-F238E27FC236}">
                <a16:creationId xmlns:a16="http://schemas.microsoft.com/office/drawing/2014/main" id="{C3E35195-72A3-46C6-A477-89A839D8B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744">
            <a:extLst xmlns:a="http://schemas.openxmlformats.org/drawingml/2006/main">
              <a:ext uri="{FF2B5EF4-FFF2-40B4-BE49-F238E27FC236}">
                <a16:creationId xmlns:a16="http://schemas.microsoft.com/office/drawing/2014/main" id="{ADD453A2-6F3F-4A5F-8BCF-D015DCA7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資料字典</a:t>
            </a:r>
          </a:p>
        </p:txBody>
      </p:sp>
      <p:sp>
        <p:nvSpPr>
          <p:cNvPr id="16" name="text-1745">
            <a:extLst xmlns:a="http://schemas.openxmlformats.org/drawingml/2006/main">
              <a:ext uri="{FF2B5EF4-FFF2-40B4-BE49-F238E27FC236}">
                <a16:creationId xmlns:a16="http://schemas.microsoft.com/office/drawing/2014/main" id="{95377662-8833-42A7-899F-FBEA90C6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欄位、答案鍵、缺失值</a:t>
            </a:r>
          </a:p>
        </p:txBody>
      </p:sp>
      <p:sp>
        <p:nvSpPr>
          <p:cNvPr id="17" name="text-1746">
            <a:extLst xmlns:a="http://schemas.openxmlformats.org/drawingml/2006/main">
              <a:ext uri="{FF2B5EF4-FFF2-40B4-BE49-F238E27FC236}">
                <a16:creationId xmlns:a16="http://schemas.microsoft.com/office/drawing/2014/main" id="{BB3DB1E4-5276-437B-A84F-2204E4EA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747">
            <a:extLst xmlns:a="http://schemas.openxmlformats.org/drawingml/2006/main">
              <a:ext uri="{FF2B5EF4-FFF2-40B4-BE49-F238E27FC236}">
                <a16:creationId xmlns:a16="http://schemas.microsoft.com/office/drawing/2014/main" id="{0F1884CE-34F4-4B96-9A05-622818570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748">
            <a:extLst xmlns:a="http://schemas.openxmlformats.org/drawingml/2006/main">
              <a:ext uri="{FF2B5EF4-FFF2-40B4-BE49-F238E27FC236}">
                <a16:creationId xmlns:a16="http://schemas.microsoft.com/office/drawing/2014/main" id="{0A8C302F-F3D7-4D81-8745-BA4A4EEC3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749">
            <a:extLst xmlns:a="http://schemas.openxmlformats.org/drawingml/2006/main">
              <a:ext uri="{FF2B5EF4-FFF2-40B4-BE49-F238E27FC236}">
                <a16:creationId xmlns:a16="http://schemas.microsoft.com/office/drawing/2014/main" id="{4FBAF959-6B6C-4D74-9EE2-8BFB79276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750">
            <a:extLst xmlns:a="http://schemas.openxmlformats.org/drawingml/2006/main">
              <a:ext uri="{FF2B5EF4-FFF2-40B4-BE49-F238E27FC236}">
                <a16:creationId xmlns:a16="http://schemas.microsoft.com/office/drawing/2014/main" id="{9A9CEA71-2B48-4D93-A342-3C657F45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品質檢查</a:t>
            </a:r>
          </a:p>
        </p:txBody>
      </p:sp>
      <p:sp>
        <p:nvSpPr>
          <p:cNvPr id="22" name="text-1751">
            <a:extLst xmlns:a="http://schemas.openxmlformats.org/drawingml/2006/main">
              <a:ext uri="{FF2B5EF4-FFF2-40B4-BE49-F238E27FC236}">
                <a16:creationId xmlns:a16="http://schemas.microsoft.com/office/drawing/2014/main" id="{70C272DC-9B61-4FB8-8575-DDCC1B7B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重複、空白、非法值</a:t>
            </a:r>
          </a:p>
        </p:txBody>
      </p:sp>
      <p:sp>
        <p:nvSpPr>
          <p:cNvPr id="23" name="text-1752">
            <a:extLst xmlns:a="http://schemas.openxmlformats.org/drawingml/2006/main">
              <a:ext uri="{FF2B5EF4-FFF2-40B4-BE49-F238E27FC236}">
                <a16:creationId xmlns:a16="http://schemas.microsoft.com/office/drawing/2014/main" id="{A632948E-1260-429D-9E7D-128B29E7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753">
            <a:extLst xmlns:a="http://schemas.openxmlformats.org/drawingml/2006/main">
              <a:ext uri="{FF2B5EF4-FFF2-40B4-BE49-F238E27FC236}">
                <a16:creationId xmlns:a16="http://schemas.microsoft.com/office/drawing/2014/main" id="{F898705D-3EF0-4705-8EB8-36607BC70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754">
            <a:extLst xmlns:a="http://schemas.openxmlformats.org/drawingml/2006/main">
              <a:ext uri="{FF2B5EF4-FFF2-40B4-BE49-F238E27FC236}">
                <a16:creationId xmlns:a16="http://schemas.microsoft.com/office/drawing/2014/main" id="{586E72A2-8352-4F6B-84E2-0D4279EA1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755">
            <a:extLst xmlns:a="http://schemas.openxmlformats.org/drawingml/2006/main">
              <a:ext uri="{FF2B5EF4-FFF2-40B4-BE49-F238E27FC236}">
                <a16:creationId xmlns:a16="http://schemas.microsoft.com/office/drawing/2014/main" id="{636933EB-CDBF-49BC-A9E2-652333F4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756">
            <a:extLst xmlns:a="http://schemas.openxmlformats.org/drawingml/2006/main">
              <a:ext uri="{FF2B5EF4-FFF2-40B4-BE49-F238E27FC236}">
                <a16:creationId xmlns:a16="http://schemas.microsoft.com/office/drawing/2014/main" id="{5C1C117F-6346-401D-B1C2-CE3D84A06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選擇題</a:t>
            </a:r>
          </a:p>
        </p:txBody>
      </p:sp>
      <p:sp>
        <p:nvSpPr>
          <p:cNvPr id="28" name="text-1757">
            <a:extLst xmlns:a="http://schemas.openxmlformats.org/drawingml/2006/main">
              <a:ext uri="{FF2B5EF4-FFF2-40B4-BE49-F238E27FC236}">
                <a16:creationId xmlns:a16="http://schemas.microsoft.com/office/drawing/2014/main" id="{0A1884BB-2F2D-4165-97A4-9B17C4BA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答對率與選項分布</a:t>
            </a:r>
          </a:p>
        </p:txBody>
      </p:sp>
      <p:sp>
        <p:nvSpPr>
          <p:cNvPr id="29" name="text-1758">
            <a:extLst xmlns:a="http://schemas.openxmlformats.org/drawingml/2006/main">
              <a:ext uri="{FF2B5EF4-FFF2-40B4-BE49-F238E27FC236}">
                <a16:creationId xmlns:a16="http://schemas.microsoft.com/office/drawing/2014/main" id="{912A9D11-901D-4832-B87C-552944BD7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759">
            <a:extLst xmlns:a="http://schemas.openxmlformats.org/drawingml/2006/main">
              <a:ext uri="{FF2B5EF4-FFF2-40B4-BE49-F238E27FC236}">
                <a16:creationId xmlns:a16="http://schemas.microsoft.com/office/drawing/2014/main" id="{4FCF9C86-2798-4A09-A5C1-3158B19AD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1760">
            <a:extLst xmlns:a="http://schemas.openxmlformats.org/drawingml/2006/main">
              <a:ext uri="{FF2B5EF4-FFF2-40B4-BE49-F238E27FC236}">
                <a16:creationId xmlns:a16="http://schemas.microsoft.com/office/drawing/2014/main" id="{CF51A00D-DAD4-418E-8143-E3289B238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761">
            <a:extLst xmlns:a="http://schemas.openxmlformats.org/drawingml/2006/main">
              <a:ext uri="{FF2B5EF4-FFF2-40B4-BE49-F238E27FC236}">
                <a16:creationId xmlns:a16="http://schemas.microsoft.com/office/drawing/2014/main" id="{E05A67D0-50BA-44F9-862F-219243404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762">
            <a:extLst xmlns:a="http://schemas.openxmlformats.org/drawingml/2006/main">
              <a:ext uri="{FF2B5EF4-FFF2-40B4-BE49-F238E27FC236}">
                <a16:creationId xmlns:a16="http://schemas.microsoft.com/office/drawing/2014/main" id="{0F246B7E-DFBE-4AF8-B55D-81AC953F9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簡答初編</a:t>
            </a:r>
          </a:p>
        </p:txBody>
      </p:sp>
      <p:sp>
        <p:nvSpPr>
          <p:cNvPr id="34" name="text-1763">
            <a:extLst xmlns:a="http://schemas.openxmlformats.org/drawingml/2006/main">
              <a:ext uri="{FF2B5EF4-FFF2-40B4-BE49-F238E27FC236}">
                <a16:creationId xmlns:a16="http://schemas.microsoft.com/office/drawing/2014/main" id="{763E8F16-C8AE-411B-9AF1-C44658570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依規準＋文字證據</a:t>
            </a:r>
          </a:p>
        </p:txBody>
      </p:sp>
      <p:sp>
        <p:nvSpPr>
          <p:cNvPr id="35" name="text-1764">
            <a:extLst xmlns:a="http://schemas.openxmlformats.org/drawingml/2006/main">
              <a:ext uri="{FF2B5EF4-FFF2-40B4-BE49-F238E27FC236}">
                <a16:creationId xmlns:a16="http://schemas.microsoft.com/office/drawing/2014/main" id="{0DCCAD3C-DB2B-4AED-B7DB-632B0D89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6" name="shape-1765">
            <a:extLst xmlns:a="http://schemas.openxmlformats.org/drawingml/2006/main">
              <a:ext uri="{FF2B5EF4-FFF2-40B4-BE49-F238E27FC236}">
                <a16:creationId xmlns:a16="http://schemas.microsoft.com/office/drawing/2014/main" id="{149A7DE2-5C7C-4322-A1C4-B9C1EC2D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7" name="shape-1766">
            <a:extLst xmlns:a="http://schemas.openxmlformats.org/drawingml/2006/main">
              <a:ext uri="{FF2B5EF4-FFF2-40B4-BE49-F238E27FC236}">
                <a16:creationId xmlns:a16="http://schemas.microsoft.com/office/drawing/2014/main" id="{94DE888D-5F77-437D-95FD-600178C4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text-1767">
            <a:extLst xmlns:a="http://schemas.openxmlformats.org/drawingml/2006/main">
              <a:ext uri="{FF2B5EF4-FFF2-40B4-BE49-F238E27FC236}">
                <a16:creationId xmlns:a16="http://schemas.microsoft.com/office/drawing/2014/main" id="{CC166EA8-D61E-4B26-A50B-FA0E2324F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39" name="text-1768">
            <a:extLst xmlns:a="http://schemas.openxmlformats.org/drawingml/2006/main">
              <a:ext uri="{FF2B5EF4-FFF2-40B4-BE49-F238E27FC236}">
                <a16:creationId xmlns:a16="http://schemas.microsoft.com/office/drawing/2014/main" id="{3E358819-72EE-4E85-A53F-BDB62682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sp>
        <p:nvSpPr>
          <p:cNvPr id="40" name="text-1769">
            <a:extLst xmlns:a="http://schemas.openxmlformats.org/drawingml/2006/main">
              <a:ext uri="{FF2B5EF4-FFF2-40B4-BE49-F238E27FC236}">
                <a16:creationId xmlns:a16="http://schemas.microsoft.com/office/drawing/2014/main" id="{FAF62591-849A-4367-9F90-968C49A14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盲評抽查與歧異討論</a:t>
            </a:r>
          </a:p>
        </p:txBody>
      </p:sp>
      <p:sp>
        <p:nvSpPr>
          <p:cNvPr id="41" name="text-1770">
            <a:extLst xmlns:a="http://schemas.openxmlformats.org/drawingml/2006/main">
              <a:ext uri="{FF2B5EF4-FFF2-40B4-BE49-F238E27FC236}">
                <a16:creationId xmlns:a16="http://schemas.microsoft.com/office/drawing/2014/main" id="{C0FE973A-3389-4C92-B2CC-B3CCE669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771">
            <a:extLst xmlns:a="http://schemas.openxmlformats.org/drawingml/2006/main">
              <a:ext uri="{FF2B5EF4-FFF2-40B4-BE49-F238E27FC236}">
                <a16:creationId xmlns:a16="http://schemas.microsoft.com/office/drawing/2014/main" id="{8DA6DA37-E03B-4072-A2AE-9BC666403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43" name="shape-1772">
            <a:extLst xmlns:a="http://schemas.openxmlformats.org/drawingml/2006/main">
              <a:ext uri="{FF2B5EF4-FFF2-40B4-BE49-F238E27FC236}">
                <a16:creationId xmlns:a16="http://schemas.microsoft.com/office/drawing/2014/main" id="{D1ED7DB2-35D0-4687-815F-487AFD9E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text-1773">
            <a:extLst xmlns:a="http://schemas.openxmlformats.org/drawingml/2006/main">
              <a:ext uri="{FF2B5EF4-FFF2-40B4-BE49-F238E27FC236}">
                <a16:creationId xmlns:a16="http://schemas.microsoft.com/office/drawing/2014/main" id="{DECA54D6-4D63-4A9D-AA0A-68EE62BD7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7</a:t>
            </a:r>
          </a:p>
        </p:txBody>
      </p:sp>
      <p:sp>
        <p:nvSpPr>
          <p:cNvPr id="45" name="text-1774">
            <a:extLst xmlns:a="http://schemas.openxmlformats.org/drawingml/2006/main">
              <a:ext uri="{FF2B5EF4-FFF2-40B4-BE49-F238E27FC236}">
                <a16:creationId xmlns:a16="http://schemas.microsoft.com/office/drawing/2014/main" id="{180A8437-C127-4E3D-99B5-83FDA79C0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彙整報告</a:t>
            </a:r>
          </a:p>
        </p:txBody>
      </p:sp>
      <p:sp>
        <p:nvSpPr>
          <p:cNvPr id="46" name="text-1775">
            <a:extLst xmlns:a="http://schemas.openxmlformats.org/drawingml/2006/main">
              <a:ext uri="{FF2B5EF4-FFF2-40B4-BE49-F238E27FC236}">
                <a16:creationId xmlns:a16="http://schemas.microsoft.com/office/drawing/2014/main" id="{7AF3B14D-59BA-4BF0-9BCD-F292A2E4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群體趨勢、限制、未確認</a:t>
            </a:r>
          </a:p>
        </p:txBody>
      </p:sp>
      <p:sp>
        <p:nvSpPr>
          <p:cNvPr id="47" name="text-1776">
            <a:extLst xmlns:a="http://schemas.openxmlformats.org/drawingml/2006/main">
              <a:ext uri="{FF2B5EF4-FFF2-40B4-BE49-F238E27FC236}">
                <a16:creationId xmlns:a16="http://schemas.microsoft.com/office/drawing/2014/main" id="{91E52A44-1209-4CB2-BF13-09D60FDEC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48" name="text-2109">
            <a:extLst xmlns:a="http://schemas.openxmlformats.org/drawingml/2006/main">
              <a:ext uri="{FF2B5EF4-FFF2-40B4-BE49-F238E27FC236}">
                <a16:creationId xmlns:a16="http://schemas.microsoft.com/office/drawing/2014/main" id="{7EC72D51-0760-48BB-A0A0-0E1EA49E0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2fb026313044603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8902a44bc83435a"/>
              </a:rPr>
              <a:t>Codex ↗</a:t>
            </a:r>
          </a:p>
        </p:txBody>
      </p:sp>
      <p:sp>
        <p:nvSpPr>
          <p:cNvPr id="49" name="shape-2200">
            <a:extLst xmlns:a="http://schemas.openxmlformats.org/drawingml/2006/main">
              <a:ext uri="{FF2B5EF4-FFF2-40B4-BE49-F238E27FC236}">
                <a16:creationId xmlns:a16="http://schemas.microsoft.com/office/drawing/2014/main" id="{E5B043F7-4CC6-4890-8D45-BF4569E64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dacb6fabf44e5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1" name="text-2201">
            <a:extLst xmlns:a="http://schemas.openxmlformats.org/drawingml/2006/main">
              <a:ext uri="{FF2B5EF4-FFF2-40B4-BE49-F238E27FC236}">
                <a16:creationId xmlns:a16="http://schemas.microsoft.com/office/drawing/2014/main" id="{5F4F833D-83E1-4187-BBF8-F8D7A47AB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9ca3a5a21640b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3" name="text-2202">
            <a:extLst xmlns:a="http://schemas.openxmlformats.org/drawingml/2006/main">
              <a:ext uri="{FF2B5EF4-FFF2-40B4-BE49-F238E27FC236}">
                <a16:creationId xmlns:a16="http://schemas.microsoft.com/office/drawing/2014/main" id="{B9A7845B-C743-4001-8F9E-E775F6B9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56410339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777">
            <a:extLst xmlns:a="http://schemas.openxmlformats.org/drawingml/2006/main">
              <a:ext uri="{FF2B5EF4-FFF2-40B4-BE49-F238E27FC236}">
                <a16:creationId xmlns:a16="http://schemas.microsoft.com/office/drawing/2014/main" id="{587B4849-2BB6-47C0-919D-6BB040DE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HUMAN-SCORED · AI PARALLEL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617F882-944E-49AD-8EEA-D72EA2AC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初編不等於正式評分：PIRLS 2026 給我們的訊號</a:t>
            </a:r>
          </a:p>
        </p:txBody>
      </p:sp>
      <p:cxnSp>
        <p:nvCxnSpPr>
          <p:cNvPr id="30" name="shape-177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79">
            <a:extLst xmlns:a="http://schemas.openxmlformats.org/drawingml/2006/main">
              <a:ext uri="{FF2B5EF4-FFF2-40B4-BE49-F238E27FC236}">
                <a16:creationId xmlns:a16="http://schemas.microsoft.com/office/drawing/2014/main" id="{8E202181-5033-42F5-9AD0-4D3E0776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7E8A762-6917-4D8C-87F1-258C14C63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40</a:t>
            </a:r>
          </a:p>
        </p:txBody>
      </p:sp>
      <p:sp>
        <p:nvSpPr>
          <p:cNvPr id="6" name="shape-1780">
            <a:extLst xmlns:a="http://schemas.openxmlformats.org/drawingml/2006/main">
              <a:ext uri="{FF2B5EF4-FFF2-40B4-BE49-F238E27FC236}">
                <a16:creationId xmlns:a16="http://schemas.microsoft.com/office/drawing/2014/main" id="{5E510F0A-E6AA-47B5-8B6F-6E165A4B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781">
            <a:extLst xmlns:a="http://schemas.openxmlformats.org/drawingml/2006/main">
              <a:ext uri="{FF2B5EF4-FFF2-40B4-BE49-F238E27FC236}">
                <a16:creationId xmlns:a16="http://schemas.microsoft.com/office/drawing/2014/main" id="{8AA34CF5-7455-4F29-985C-DAE8B019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H</a:t>
            </a:r>
          </a:p>
        </p:txBody>
      </p:sp>
      <p:sp>
        <p:nvSpPr>
          <p:cNvPr id="8" name="text-1782">
            <a:extLst xmlns:a="http://schemas.openxmlformats.org/drawingml/2006/main">
              <a:ext uri="{FF2B5EF4-FFF2-40B4-BE49-F238E27FC236}">
                <a16:creationId xmlns:a16="http://schemas.microsoft.com/office/drawing/2014/main" id="{D87F9964-F0E3-4A0D-93C7-1E83D995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人工仍是主流程</a:t>
            </a:r>
          </a:p>
        </p:txBody>
      </p:sp>
      <p:sp>
        <p:nvSpPr>
          <p:cNvPr id="9" name="text-1783">
            <a:extLst xmlns:a="http://schemas.openxmlformats.org/drawingml/2006/main">
              <a:ext uri="{FF2B5EF4-FFF2-40B4-BE49-F238E27FC236}">
                <a16:creationId xmlns:a16="http://schemas.microsoft.com/office/drawing/2014/main" id="{7D452F0F-EDBD-4CB8-8870-C6B57A7A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PIRLS 2026 的 constructed-response 項目規劃由各國人工評分。</a:t>
            </a:r>
          </a:p>
        </p:txBody>
      </p:sp>
      <p:sp>
        <p:nvSpPr>
          <p:cNvPr id="10" name="shape-1784">
            <a:extLst xmlns:a="http://schemas.openxmlformats.org/drawingml/2006/main">
              <a:ext uri="{FF2B5EF4-FFF2-40B4-BE49-F238E27FC236}">
                <a16:creationId xmlns:a16="http://schemas.microsoft.com/office/drawing/2014/main" id="{9FCAB413-47BC-4301-84D4-7120A502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785">
            <a:extLst xmlns:a="http://schemas.openxmlformats.org/drawingml/2006/main">
              <a:ext uri="{FF2B5EF4-FFF2-40B4-BE49-F238E27FC236}">
                <a16:creationId xmlns:a16="http://schemas.microsoft.com/office/drawing/2014/main" id="{E7293B00-27E1-46A8-9B0D-21E541EDD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AI</a:t>
            </a:r>
          </a:p>
        </p:txBody>
      </p:sp>
      <p:sp>
        <p:nvSpPr>
          <p:cNvPr id="12" name="text-1786">
            <a:extLst xmlns:a="http://schemas.openxmlformats.org/drawingml/2006/main">
              <a:ext uri="{FF2B5EF4-FFF2-40B4-BE49-F238E27FC236}">
                <a16:creationId xmlns:a16="http://schemas.microsoft.com/office/drawing/2014/main" id="{6B95FAD5-C8E9-4364-B83D-9C5DB0F3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平行研究</a:t>
            </a:r>
          </a:p>
        </p:txBody>
      </p:sp>
      <p:sp>
        <p:nvSpPr>
          <p:cNvPr id="13" name="text-1787">
            <a:extLst xmlns:a="http://schemas.openxmlformats.org/drawingml/2006/main">
              <a:ext uri="{FF2B5EF4-FFF2-40B4-BE49-F238E27FC236}">
                <a16:creationId xmlns:a16="http://schemas.microsoft.com/office/drawing/2014/main" id="{F45923F8-1C12-462B-BD6B-9ED168BD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其中 40% 題目規劃同步以 LLM／NLP 方法進行平行評分研究。</a:t>
            </a:r>
          </a:p>
        </p:txBody>
      </p:sp>
      <p:sp>
        <p:nvSpPr>
          <p:cNvPr id="14" name="shape-1788">
            <a:extLst xmlns:a="http://schemas.openxmlformats.org/drawingml/2006/main">
              <a:ext uri="{FF2B5EF4-FFF2-40B4-BE49-F238E27FC236}">
                <a16:creationId xmlns:a16="http://schemas.microsoft.com/office/drawing/2014/main" id="{73A27D40-13D6-480E-B227-ADFCA9C2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789">
            <a:extLst xmlns:a="http://schemas.openxmlformats.org/drawingml/2006/main">
              <a:ext uri="{FF2B5EF4-FFF2-40B4-BE49-F238E27FC236}">
                <a16:creationId xmlns:a16="http://schemas.microsoft.com/office/drawing/2014/main" id="{05DCB84A-B2CC-443D-8845-C30DF1916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</a:t>
            </a:r>
          </a:p>
        </p:txBody>
      </p:sp>
      <p:sp>
        <p:nvSpPr>
          <p:cNvPr id="16" name="text-1790">
            <a:extLst xmlns:a="http://schemas.openxmlformats.org/drawingml/2006/main">
              <a:ext uri="{FF2B5EF4-FFF2-40B4-BE49-F238E27FC236}">
                <a16:creationId xmlns:a16="http://schemas.microsoft.com/office/drawing/2014/main" id="{BAE02E44-7393-4684-B2BA-8ED7D6790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不是只看準確率</a:t>
            </a:r>
          </a:p>
        </p:txBody>
      </p:sp>
      <p:sp>
        <p:nvSpPr>
          <p:cNvPr id="17" name="text-1791">
            <a:extLst xmlns:a="http://schemas.openxmlformats.org/drawingml/2006/main">
              <a:ext uri="{FF2B5EF4-FFF2-40B4-BE49-F238E27FC236}">
                <a16:creationId xmlns:a16="http://schemas.microsoft.com/office/drawing/2014/main" id="{16E7E665-4682-4021-9796-D092AC32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還要關注資料隱私、安全、跨國與跨語言一致性。</a:t>
            </a:r>
          </a:p>
        </p:txBody>
      </p:sp>
      <p:sp>
        <p:nvSpPr>
          <p:cNvPr id="18" name="shape-1792">
            <a:extLst xmlns:a="http://schemas.openxmlformats.org/drawingml/2006/main">
              <a:ext uri="{FF2B5EF4-FFF2-40B4-BE49-F238E27FC236}">
                <a16:creationId xmlns:a16="http://schemas.microsoft.com/office/drawing/2014/main" id="{6242A2BE-7C47-4483-9724-EADA6757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793">
            <a:extLst xmlns:a="http://schemas.openxmlformats.org/drawingml/2006/main">
              <a:ext uri="{FF2B5EF4-FFF2-40B4-BE49-F238E27FC236}">
                <a16:creationId xmlns:a16="http://schemas.microsoft.com/office/drawing/2014/main" id="{86305CB9-28FA-4E94-8F4E-9B108D8E8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</a:t>
            </a:r>
          </a:p>
        </p:txBody>
      </p:sp>
      <p:sp>
        <p:nvSpPr>
          <p:cNvPr id="20" name="text-1794">
            <a:extLst xmlns:a="http://schemas.openxmlformats.org/drawingml/2006/main">
              <a:ext uri="{FF2B5EF4-FFF2-40B4-BE49-F238E27FC236}">
                <a16:creationId xmlns:a16="http://schemas.microsoft.com/office/drawing/2014/main" id="{258A4750-FF18-4C85-83C6-23FFB86B2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逐題評估</a:t>
            </a:r>
          </a:p>
        </p:txBody>
      </p:sp>
      <p:sp>
        <p:nvSpPr>
          <p:cNvPr id="21" name="text-1795">
            <a:extLst xmlns:a="http://schemas.openxmlformats.org/drawingml/2006/main">
              <a:ext uri="{FF2B5EF4-FFF2-40B4-BE49-F238E27FC236}">
                <a16:creationId xmlns:a16="http://schemas.microsoft.com/office/drawing/2014/main" id="{40161F58-FB0E-467C-B792-65BF77A12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自動評分效果會依題目、語言與回答型態而變，需逐題驗證。</a:t>
            </a:r>
          </a:p>
        </p:txBody>
      </p:sp>
      <p:sp>
        <p:nvSpPr>
          <p:cNvPr id="22" name="text-2110">
            <a:extLst xmlns:a="http://schemas.openxmlformats.org/drawingml/2006/main">
              <a:ext uri="{FF2B5EF4-FFF2-40B4-BE49-F238E27FC236}">
                <a16:creationId xmlns:a16="http://schemas.microsoft.com/office/drawing/2014/main" id="{2465F970-69C8-44F1-92AD-CEC2C5699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66e3277cccf438a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dc70f5abdc34d23"/>
              </a:rPr>
              <a:t>Codex ↗</a:t>
            </a:r>
          </a:p>
        </p:txBody>
      </p:sp>
      <p:sp>
        <p:nvSpPr>
          <p:cNvPr id="23" name="shape-2203">
            <a:extLst xmlns:a="http://schemas.openxmlformats.org/drawingml/2006/main">
              <a:ext uri="{FF2B5EF4-FFF2-40B4-BE49-F238E27FC236}">
                <a16:creationId xmlns:a16="http://schemas.microsoft.com/office/drawing/2014/main" id="{A828207F-C3CB-4D12-A4AE-482B5E5D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e1ca6ad9ed461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2204">
            <a:extLst xmlns:a="http://schemas.openxmlformats.org/drawingml/2006/main">
              <a:ext uri="{FF2B5EF4-FFF2-40B4-BE49-F238E27FC236}">
                <a16:creationId xmlns:a16="http://schemas.microsoft.com/office/drawing/2014/main" id="{6254948B-1A71-439C-93BE-CF4403B9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6b3835b98e458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2205">
            <a:extLst xmlns:a="http://schemas.openxmlformats.org/drawingml/2006/main">
              <a:ext uri="{FF2B5EF4-FFF2-40B4-BE49-F238E27FC236}">
                <a16:creationId xmlns:a16="http://schemas.microsoft.com/office/drawing/2014/main" id="{C9F41EA8-2980-494A-9850-2937E1168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46005171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796">
            <a:extLst xmlns:a="http://schemas.openxmlformats.org/drawingml/2006/main">
              <a:ext uri="{FF2B5EF4-FFF2-40B4-BE49-F238E27FC236}">
                <a16:creationId xmlns:a16="http://schemas.microsoft.com/office/drawing/2014/main" id="{FBE69DA5-6327-477E-AD04-BD836823F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DATA &amp; CODING QUALITY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5C1B43E-2381-480C-9D00-089A7640C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報告前的四項品質檢核</a:t>
            </a:r>
          </a:p>
        </p:txBody>
      </p:sp>
      <p:cxnSp>
        <p:nvCxnSpPr>
          <p:cNvPr id="38" name="shape-179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98">
            <a:extLst xmlns:a="http://schemas.openxmlformats.org/drawingml/2006/main">
              <a:ext uri="{FF2B5EF4-FFF2-40B4-BE49-F238E27FC236}">
                <a16:creationId xmlns:a16="http://schemas.microsoft.com/office/drawing/2014/main" id="{E388C01F-DC46-4398-B3E7-066DAEE6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B3975A6-C2BB-4B7F-A0EE-AF721525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41</a:t>
            </a:r>
          </a:p>
        </p:txBody>
      </p:sp>
      <p:sp>
        <p:nvSpPr>
          <p:cNvPr id="6" name="shape-1799">
            <a:extLst xmlns:a="http://schemas.openxmlformats.org/drawingml/2006/main">
              <a:ext uri="{FF2B5EF4-FFF2-40B4-BE49-F238E27FC236}">
                <a16:creationId xmlns:a16="http://schemas.microsoft.com/office/drawing/2014/main" id="{0806BCDC-7CE2-4CDF-A588-48E42D0D5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800">
            <a:extLst xmlns:a="http://schemas.openxmlformats.org/drawingml/2006/main">
              <a:ext uri="{FF2B5EF4-FFF2-40B4-BE49-F238E27FC236}">
                <a16:creationId xmlns:a16="http://schemas.microsoft.com/office/drawing/2014/main" id="{D44DA48C-AF5E-41F7-95A4-65B384D91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801">
            <a:extLst xmlns:a="http://schemas.openxmlformats.org/drawingml/2006/main">
              <a:ext uri="{FF2B5EF4-FFF2-40B4-BE49-F238E27FC236}">
                <a16:creationId xmlns:a16="http://schemas.microsoft.com/office/drawing/2014/main" id="{C73DF2A3-9EA5-4250-93B5-60B63DB39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資料完整性</a:t>
            </a:r>
          </a:p>
        </p:txBody>
      </p:sp>
      <p:sp>
        <p:nvSpPr>
          <p:cNvPr id="9" name="text-1802">
            <a:extLst xmlns:a="http://schemas.openxmlformats.org/drawingml/2006/main">
              <a:ext uri="{FF2B5EF4-FFF2-40B4-BE49-F238E27FC236}">
                <a16:creationId xmlns:a16="http://schemas.microsoft.com/office/drawing/2014/main" id="{DE1A810A-B01E-439B-8714-FFC71EF2F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列出缺漏、重複、非法選項與無法解析的文字，不要自動補答案。</a:t>
            </a:r>
          </a:p>
        </p:txBody>
      </p:sp>
      <p:sp>
        <p:nvSpPr>
          <p:cNvPr id="10" name="shape-1803">
            <a:extLst xmlns:a="http://schemas.openxmlformats.org/drawingml/2006/main">
              <a:ext uri="{FF2B5EF4-FFF2-40B4-BE49-F238E27FC236}">
                <a16:creationId xmlns:a16="http://schemas.microsoft.com/office/drawing/2014/main" id="{12ACE299-8A1D-487A-BE7F-D80273D6F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804">
            <a:extLst xmlns:a="http://schemas.openxmlformats.org/drawingml/2006/main">
              <a:ext uri="{FF2B5EF4-FFF2-40B4-BE49-F238E27FC236}">
                <a16:creationId xmlns:a16="http://schemas.microsoft.com/office/drawing/2014/main" id="{818B0D75-AFC8-46AD-8C94-A724D7EC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805">
            <a:extLst xmlns:a="http://schemas.openxmlformats.org/drawingml/2006/main">
              <a:ext uri="{FF2B5EF4-FFF2-40B4-BE49-F238E27FC236}">
                <a16:creationId xmlns:a16="http://schemas.microsoft.com/office/drawing/2014/main" id="{205163F4-56CE-4F49-8063-6206C44B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逐題可追查</a:t>
            </a:r>
          </a:p>
        </p:txBody>
      </p:sp>
      <p:sp>
        <p:nvSpPr>
          <p:cNvPr id="13" name="text-1806">
            <a:extLst xmlns:a="http://schemas.openxmlformats.org/drawingml/2006/main">
              <a:ext uri="{FF2B5EF4-FFF2-40B4-BE49-F238E27FC236}">
                <a16:creationId xmlns:a16="http://schemas.microsoft.com/office/drawing/2014/main" id="{DD838B31-3CD2-4216-834A-47BD750FA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每個簡答編碼都保留 evidence excerpt 與 rationale。</a:t>
            </a:r>
          </a:p>
        </p:txBody>
      </p:sp>
      <p:sp>
        <p:nvSpPr>
          <p:cNvPr id="14" name="shape-1807">
            <a:extLst xmlns:a="http://schemas.openxmlformats.org/drawingml/2006/main">
              <a:ext uri="{FF2B5EF4-FFF2-40B4-BE49-F238E27FC236}">
                <a16:creationId xmlns:a16="http://schemas.microsoft.com/office/drawing/2014/main" id="{998E8815-9D09-4414-B25F-D00EE42C9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808">
            <a:extLst xmlns:a="http://schemas.openxmlformats.org/drawingml/2006/main">
              <a:ext uri="{FF2B5EF4-FFF2-40B4-BE49-F238E27FC236}">
                <a16:creationId xmlns:a16="http://schemas.microsoft.com/office/drawing/2014/main" id="{5700BE95-1791-4104-A9D2-34C53D26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809">
            <a:extLst xmlns:a="http://schemas.openxmlformats.org/drawingml/2006/main">
              <a:ext uri="{FF2B5EF4-FFF2-40B4-BE49-F238E27FC236}">
                <a16:creationId xmlns:a16="http://schemas.microsoft.com/office/drawing/2014/main" id="{D49B9B4C-8D1C-4B0A-869D-E4685D12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一致性</a:t>
            </a:r>
          </a:p>
        </p:txBody>
      </p:sp>
      <p:sp>
        <p:nvSpPr>
          <p:cNvPr id="17" name="text-1810">
            <a:extLst xmlns:a="http://schemas.openxmlformats.org/drawingml/2006/main">
              <a:ext uri="{FF2B5EF4-FFF2-40B4-BE49-F238E27FC236}">
                <a16:creationId xmlns:a16="http://schemas.microsoft.com/office/drawing/2014/main" id="{CCAE4B0B-8B55-4A77-9988-2371ADD92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比較 AI 與人工代碼，集中檢視不一致、低信心與邊界案例。</a:t>
            </a:r>
          </a:p>
        </p:txBody>
      </p:sp>
      <p:sp>
        <p:nvSpPr>
          <p:cNvPr id="18" name="shape-1811">
            <a:extLst xmlns:a="http://schemas.openxmlformats.org/drawingml/2006/main">
              <a:ext uri="{FF2B5EF4-FFF2-40B4-BE49-F238E27FC236}">
                <a16:creationId xmlns:a16="http://schemas.microsoft.com/office/drawing/2014/main" id="{6D73CD60-F645-49FB-98CB-CA04F0A3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812">
            <a:extLst xmlns:a="http://schemas.openxmlformats.org/drawingml/2006/main">
              <a:ext uri="{FF2B5EF4-FFF2-40B4-BE49-F238E27FC236}">
                <a16:creationId xmlns:a16="http://schemas.microsoft.com/office/drawing/2014/main" id="{F9BE4EA1-E965-4A70-86FD-CF5E4C6D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813">
            <a:extLst xmlns:a="http://schemas.openxmlformats.org/drawingml/2006/main">
              <a:ext uri="{FF2B5EF4-FFF2-40B4-BE49-F238E27FC236}">
                <a16:creationId xmlns:a16="http://schemas.microsoft.com/office/drawing/2014/main" id="{54C28EA3-332E-44E4-A626-93491A80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報告邊界</a:t>
            </a:r>
          </a:p>
        </p:txBody>
      </p:sp>
      <p:sp>
        <p:nvSpPr>
          <p:cNvPr id="21" name="text-1814">
            <a:extLst xmlns:a="http://schemas.openxmlformats.org/drawingml/2006/main">
              <a:ext uri="{FF2B5EF4-FFF2-40B4-BE49-F238E27FC236}">
                <a16:creationId xmlns:a16="http://schemas.microsoft.com/office/drawing/2014/main" id="{35478C95-8630-449B-83B4-D342668F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以群體趨勢協助教學診斷，不用未驗證的 AI 分數做高風險個人決策。</a:t>
            </a:r>
          </a:p>
        </p:txBody>
      </p:sp>
      <p:sp>
        <p:nvSpPr>
          <p:cNvPr id="22" name="text-1815">
            <a:extLst xmlns:a="http://schemas.openxmlformats.org/drawingml/2006/main">
              <a:ext uri="{FF2B5EF4-FFF2-40B4-BE49-F238E27FC236}">
                <a16:creationId xmlns:a16="http://schemas.microsoft.com/office/drawing/2014/main" id="{C069D238-0452-4CBA-A7D6-ED4D70D8F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資料完整</a:t>
            </a:r>
          </a:p>
        </p:txBody>
      </p:sp>
      <p:sp>
        <p:nvSpPr>
          <p:cNvPr id="23" name="text-1816">
            <a:extLst xmlns:a="http://schemas.openxmlformats.org/drawingml/2006/main">
              <a:ext uri="{FF2B5EF4-FFF2-40B4-BE49-F238E27FC236}">
                <a16:creationId xmlns:a16="http://schemas.microsoft.com/office/drawing/2014/main" id="{88BED991-AE6C-441F-A959-3C6C98CF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證據可追查</a:t>
            </a:r>
          </a:p>
        </p:txBody>
      </p:sp>
      <p:sp>
        <p:nvSpPr>
          <p:cNvPr id="24" name="text-1817">
            <a:extLst xmlns:a="http://schemas.openxmlformats.org/drawingml/2006/main">
              <a:ext uri="{FF2B5EF4-FFF2-40B4-BE49-F238E27FC236}">
                <a16:creationId xmlns:a16="http://schemas.microsoft.com/office/drawing/2014/main" id="{26417FFC-B7C8-4CE6-990B-30E63F42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AI／人一致性</a:t>
            </a:r>
          </a:p>
        </p:txBody>
      </p:sp>
      <p:sp>
        <p:nvSpPr>
          <p:cNvPr id="25" name="text-1818">
            <a:extLst xmlns:a="http://schemas.openxmlformats.org/drawingml/2006/main">
              <a:ext uri="{FF2B5EF4-FFF2-40B4-BE49-F238E27FC236}">
                <a16:creationId xmlns:a16="http://schemas.microsoft.com/office/drawing/2014/main" id="{3AC2851F-5EE6-4841-B952-9DC07C94C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EECE7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✓ 報告有邊界</a:t>
            </a:r>
          </a:p>
        </p:txBody>
      </p:sp>
      <p:cxnSp>
        <p:nvCxnSpPr>
          <p:cNvPr id="61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28956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62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61975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63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3439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6B4A"/>
            </a:solidFill>
            <a:prstDash val="solid"/>
            <a:tailEnd type="arrow" w="sm" len="sm"/>
          </a:ln>
        </p:spPr>
      </p:cxnSp>
      <p:sp>
        <p:nvSpPr>
          <p:cNvPr id="29" name="text-1819">
            <a:extLst xmlns:a="http://schemas.openxmlformats.org/drawingml/2006/main">
              <a:ext uri="{FF2B5EF4-FFF2-40B4-BE49-F238E27FC236}">
                <a16:creationId xmlns:a16="http://schemas.microsoft.com/office/drawing/2014/main" id="{953DD55C-891B-4FD5-942F-9A42817C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657850"/>
            <a:ext cx="640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四道閘門都通過，才進入研究報告；否則標示未確認</a:t>
            </a:r>
          </a:p>
        </p:txBody>
      </p:sp>
      <p:sp>
        <p:nvSpPr>
          <p:cNvPr id="30" name="text-2111">
            <a:extLst xmlns:a="http://schemas.openxmlformats.org/drawingml/2006/main">
              <a:ext uri="{FF2B5EF4-FFF2-40B4-BE49-F238E27FC236}">
                <a16:creationId xmlns:a16="http://schemas.microsoft.com/office/drawing/2014/main" id="{95BE917C-C45D-478F-B448-908350FC6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3986acb74554c42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22382c72d2a4811"/>
              </a:rPr>
              <a:t>Codex ↗</a:t>
            </a:r>
          </a:p>
        </p:txBody>
      </p:sp>
      <p:sp>
        <p:nvSpPr>
          <p:cNvPr id="31" name="shape-2206">
            <a:extLst xmlns:a="http://schemas.openxmlformats.org/drawingml/2006/main">
              <a:ext uri="{FF2B5EF4-FFF2-40B4-BE49-F238E27FC236}">
                <a16:creationId xmlns:a16="http://schemas.microsoft.com/office/drawing/2014/main" id="{F34148D4-EEA7-447D-8D30-58B4E4B1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8206eb06d04702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2207">
            <a:extLst xmlns:a="http://schemas.openxmlformats.org/drawingml/2006/main">
              <a:ext uri="{FF2B5EF4-FFF2-40B4-BE49-F238E27FC236}">
                <a16:creationId xmlns:a16="http://schemas.microsoft.com/office/drawing/2014/main" id="{37A245AF-2392-4A7C-93B7-9FBA054ED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f8df18d02b4c6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2208">
            <a:extLst xmlns:a="http://schemas.openxmlformats.org/drawingml/2006/main">
              <a:ext uri="{FF2B5EF4-FFF2-40B4-BE49-F238E27FC236}">
                <a16:creationId xmlns:a16="http://schemas.microsoft.com/office/drawing/2014/main" id="{A1669520-B93C-408A-AE36-B15620251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06438985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820">
            <a:extLst xmlns:a="http://schemas.openxmlformats.org/drawingml/2006/main">
              <a:ext uri="{FF2B5EF4-FFF2-40B4-BE49-F238E27FC236}">
                <a16:creationId xmlns:a16="http://schemas.microsoft.com/office/drawing/2014/main" id="{87744600-B530-4FC2-A23F-C4E207DF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B7DE785-B405-45AF-9B35-8798343F6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 D｜PIRLS 風格合成資料分析</a:t>
            </a:r>
          </a:p>
        </p:txBody>
      </p:sp>
      <p:cxnSp>
        <p:nvCxnSpPr>
          <p:cNvPr id="27" name="shape-182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822">
            <a:extLst xmlns:a="http://schemas.openxmlformats.org/drawingml/2006/main">
              <a:ext uri="{FF2B5EF4-FFF2-40B4-BE49-F238E27FC236}">
                <a16:creationId xmlns:a16="http://schemas.microsoft.com/office/drawing/2014/main" id="{3D0BE77D-8BAE-47C5-AA5C-7133346F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595A949-8176-43DA-BDB4-418F529ED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42</a:t>
            </a:r>
          </a:p>
        </p:txBody>
      </p:sp>
      <p:sp>
        <p:nvSpPr>
          <p:cNvPr id="6" name="text-1823">
            <a:extLst xmlns:a="http://schemas.openxmlformats.org/drawingml/2006/main">
              <a:ext uri="{FF2B5EF4-FFF2-40B4-BE49-F238E27FC236}">
                <a16:creationId xmlns:a16="http://schemas.microsoft.com/office/drawing/2014/main" id="{8ECC316B-29C1-4B6D-A055-0BAE4F14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20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824">
            <a:extLst xmlns:a="http://schemas.openxmlformats.org/drawingml/2006/main">
              <a:ext uri="{FF2B5EF4-FFF2-40B4-BE49-F238E27FC236}">
                <a16:creationId xmlns:a16="http://schemas.microsoft.com/office/drawing/2014/main" id="{C4055E91-7812-4FB8-ADB7-D9A6B0AD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825">
            <a:extLst xmlns:a="http://schemas.openxmlformats.org/drawingml/2006/main">
              <a:ext uri="{FF2B5EF4-FFF2-40B4-BE49-F238E27FC236}">
                <a16:creationId xmlns:a16="http://schemas.microsoft.com/office/drawing/2014/main" id="{B919E7B8-B83B-4343-9ACC-0126B52E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826">
            <a:extLst xmlns:a="http://schemas.openxmlformats.org/drawingml/2006/main">
              <a:ext uri="{FF2B5EF4-FFF2-40B4-BE49-F238E27FC236}">
                <a16:creationId xmlns:a16="http://schemas.microsoft.com/office/drawing/2014/main" id="{68577776-E59E-4F23-BE8C-C91D68C3D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載入 CSV、答案鍵與簡答題編碼規準</a:t>
            </a:r>
          </a:p>
        </p:txBody>
      </p:sp>
      <p:sp>
        <p:nvSpPr>
          <p:cNvPr id="10" name="text-1827">
            <a:extLst xmlns:a="http://schemas.openxmlformats.org/drawingml/2006/main">
              <a:ext uri="{FF2B5EF4-FFF2-40B4-BE49-F238E27FC236}">
                <a16:creationId xmlns:a16="http://schemas.microsoft.com/office/drawing/2014/main" id="{F547D7F0-F9B2-4880-B455-733F364E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828">
            <a:extLst xmlns:a="http://schemas.openxmlformats.org/drawingml/2006/main">
              <a:ext uri="{FF2B5EF4-FFF2-40B4-BE49-F238E27FC236}">
                <a16:creationId xmlns:a16="http://schemas.microsoft.com/office/drawing/2014/main" id="{7E88CF44-82E6-4BD6-B3BD-579B56CD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先做缺漏與非法值檢查</a:t>
            </a:r>
          </a:p>
        </p:txBody>
      </p:sp>
      <p:sp>
        <p:nvSpPr>
          <p:cNvPr id="12" name="text-1829">
            <a:extLst xmlns:a="http://schemas.openxmlformats.org/drawingml/2006/main">
              <a:ext uri="{FF2B5EF4-FFF2-40B4-BE49-F238E27FC236}">
                <a16:creationId xmlns:a16="http://schemas.microsoft.com/office/drawing/2014/main" id="{C73EAAF3-0EA3-4010-AD35-5A5F89B96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830">
            <a:extLst xmlns:a="http://schemas.openxmlformats.org/drawingml/2006/main">
              <a:ext uri="{FF2B5EF4-FFF2-40B4-BE49-F238E27FC236}">
                <a16:creationId xmlns:a16="http://schemas.microsoft.com/office/drawing/2014/main" id="{D302AED5-1F63-4455-A869-9252896A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計算選擇題答對率與選項分布</a:t>
            </a:r>
          </a:p>
        </p:txBody>
      </p:sp>
      <p:sp>
        <p:nvSpPr>
          <p:cNvPr id="14" name="text-1831">
            <a:extLst xmlns:a="http://schemas.openxmlformats.org/drawingml/2006/main">
              <a:ext uri="{FF2B5EF4-FFF2-40B4-BE49-F238E27FC236}">
                <a16:creationId xmlns:a16="http://schemas.microsoft.com/office/drawing/2014/main" id="{1CB98360-90A1-43A3-8567-8A9DF79B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832">
            <a:extLst xmlns:a="http://schemas.openxmlformats.org/drawingml/2006/main">
              <a:ext uri="{FF2B5EF4-FFF2-40B4-BE49-F238E27FC236}">
                <a16:creationId xmlns:a16="http://schemas.microsoft.com/office/drawing/2014/main" id="{7B318D96-B376-4C00-866A-9693EEA6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讓 AI 初編簡答並與講師參考編碼比較</a:t>
            </a:r>
          </a:p>
        </p:txBody>
      </p:sp>
      <p:sp>
        <p:nvSpPr>
          <p:cNvPr id="16" name="shape-1833">
            <a:extLst xmlns:a="http://schemas.openxmlformats.org/drawingml/2006/main">
              <a:ext uri="{FF2B5EF4-FFF2-40B4-BE49-F238E27FC236}">
                <a16:creationId xmlns:a16="http://schemas.microsoft.com/office/drawing/2014/main" id="{51E5D6E7-6B92-4987-B4EE-FB5EF9DF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834">
            <a:extLst xmlns:a="http://schemas.openxmlformats.org/drawingml/2006/main">
              <a:ext uri="{FF2B5EF4-FFF2-40B4-BE49-F238E27FC236}">
                <a16:creationId xmlns:a16="http://schemas.microsoft.com/office/drawing/2014/main" id="{BC0A1333-DC2F-4A73-BD45-048077EB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835">
            <a:extLst xmlns:a="http://schemas.openxmlformats.org/drawingml/2006/main">
              <a:ext uri="{FF2B5EF4-FFF2-40B4-BE49-F238E27FC236}">
                <a16:creationId xmlns:a16="http://schemas.microsoft.com/office/drawing/2014/main" id="{5A4D6AF9-3165-4245-91B4-19022095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不含真實個資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選擇題與簡答題分流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列出所有不一致案例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報告標示限制與未確認</a:t>
            </a:r>
          </a:p>
        </p:txBody>
      </p:sp>
      <p:sp>
        <p:nvSpPr>
          <p:cNvPr id="19" name="text-2112">
            <a:extLst xmlns:a="http://schemas.openxmlformats.org/drawingml/2006/main">
              <a:ext uri="{FF2B5EF4-FFF2-40B4-BE49-F238E27FC236}">
                <a16:creationId xmlns:a16="http://schemas.microsoft.com/office/drawing/2014/main" id="{8031A787-6C0A-404B-8372-04860C0D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12f3c148e3a44dc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4f4df21474d42f0"/>
              </a:rPr>
              <a:t>Codex ↗</a:t>
            </a:r>
          </a:p>
        </p:txBody>
      </p:sp>
      <p:sp>
        <p:nvSpPr>
          <p:cNvPr id="20" name="shape-2209">
            <a:extLst xmlns:a="http://schemas.openxmlformats.org/drawingml/2006/main">
              <a:ext uri="{FF2B5EF4-FFF2-40B4-BE49-F238E27FC236}">
                <a16:creationId xmlns:a16="http://schemas.microsoft.com/office/drawing/2014/main" id="{89533B59-7B52-4553-80FE-21928A3CB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1c28e3795543b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2210">
            <a:extLst xmlns:a="http://schemas.openxmlformats.org/drawingml/2006/main">
              <a:ext uri="{FF2B5EF4-FFF2-40B4-BE49-F238E27FC236}">
                <a16:creationId xmlns:a16="http://schemas.microsoft.com/office/drawing/2014/main" id="{A9290B2D-D90D-45BA-8B64-BD38B09A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fdc327c0224ce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2211">
            <a:extLst xmlns:a="http://schemas.openxmlformats.org/drawingml/2006/main">
              <a:ext uri="{FF2B5EF4-FFF2-40B4-BE49-F238E27FC236}">
                <a16:creationId xmlns:a16="http://schemas.microsoft.com/office/drawing/2014/main" id="{B5194F19-49CB-418F-B087-A5BF7FE5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78918477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836">
            <a:extLst xmlns:a="http://schemas.openxmlformats.org/drawingml/2006/main">
              <a:ext uri="{FF2B5EF4-FFF2-40B4-BE49-F238E27FC236}">
                <a16:creationId xmlns:a16="http://schemas.microsoft.com/office/drawing/2014/main" id="{0C9A4CDC-80FC-458B-875C-23E8FA52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ADVANCED USE CASES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86D33F1-EF06-4273-A3BD-DAD798479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大學教學的 Agent Skills 應用地圖</a:t>
            </a:r>
          </a:p>
        </p:txBody>
      </p:sp>
      <p:cxnSp>
        <p:nvCxnSpPr>
          <p:cNvPr id="38" name="shape-183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838">
            <a:extLst xmlns:a="http://schemas.openxmlformats.org/drawingml/2006/main">
              <a:ext uri="{FF2B5EF4-FFF2-40B4-BE49-F238E27FC236}">
                <a16:creationId xmlns:a16="http://schemas.microsoft.com/office/drawing/2014/main" id="{BB7101F2-9EAB-45A6-809D-596DEF7E6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29917FF-49FF-4F9C-B1C9-341B80E38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43</a:t>
            </a:r>
          </a:p>
        </p:txBody>
      </p:sp>
      <p:sp>
        <p:nvSpPr>
          <p:cNvPr id="6" name="shape-1839">
            <a:extLst xmlns:a="http://schemas.openxmlformats.org/drawingml/2006/main">
              <a:ext uri="{FF2B5EF4-FFF2-40B4-BE49-F238E27FC236}">
                <a16:creationId xmlns:a16="http://schemas.microsoft.com/office/drawing/2014/main" id="{FF660FC5-C020-430C-A1E2-76059EB7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840">
            <a:extLst xmlns:a="http://schemas.openxmlformats.org/drawingml/2006/main">
              <a:ext uri="{FF2B5EF4-FFF2-40B4-BE49-F238E27FC236}">
                <a16:creationId xmlns:a16="http://schemas.microsoft.com/office/drawing/2014/main" id="{89CF888C-1F6D-4F56-B29F-CFB5F58D2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841">
            <a:extLst xmlns:a="http://schemas.openxmlformats.org/drawingml/2006/main">
              <a:ext uri="{FF2B5EF4-FFF2-40B4-BE49-F238E27FC236}">
                <a16:creationId xmlns:a16="http://schemas.microsoft.com/office/drawing/2014/main" id="{D55A56A1-738B-488F-A03D-ED9442EC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課程設計</a:t>
            </a:r>
          </a:p>
        </p:txBody>
      </p:sp>
      <p:sp>
        <p:nvSpPr>
          <p:cNvPr id="9" name="text-1842">
            <a:extLst xmlns:a="http://schemas.openxmlformats.org/drawingml/2006/main">
              <a:ext uri="{FF2B5EF4-FFF2-40B4-BE49-F238E27FC236}">
                <a16:creationId xmlns:a16="http://schemas.microsoft.com/office/drawing/2014/main" id="{699D7C40-B87B-4B5D-8BEE-42904E83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課綱一致性、學習目標與評量對齊、週次負荷檢核。</a:t>
            </a:r>
          </a:p>
        </p:txBody>
      </p:sp>
      <p:sp>
        <p:nvSpPr>
          <p:cNvPr id="10" name="shape-1843">
            <a:extLst xmlns:a="http://schemas.openxmlformats.org/drawingml/2006/main">
              <a:ext uri="{FF2B5EF4-FFF2-40B4-BE49-F238E27FC236}">
                <a16:creationId xmlns:a16="http://schemas.microsoft.com/office/drawing/2014/main" id="{33E09148-807E-469B-AC80-42E406E61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844">
            <a:extLst xmlns:a="http://schemas.openxmlformats.org/drawingml/2006/main">
              <a:ext uri="{FF2B5EF4-FFF2-40B4-BE49-F238E27FC236}">
                <a16:creationId xmlns:a16="http://schemas.microsoft.com/office/drawing/2014/main" id="{8B8FC652-7991-48E6-A050-1042C2C4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845">
            <a:extLst xmlns:a="http://schemas.openxmlformats.org/drawingml/2006/main">
              <a:ext uri="{FF2B5EF4-FFF2-40B4-BE49-F238E27FC236}">
                <a16:creationId xmlns:a16="http://schemas.microsoft.com/office/drawing/2014/main" id="{49527D45-EAAA-4B78-9412-4AF439D8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研究與閱讀</a:t>
            </a:r>
          </a:p>
        </p:txBody>
      </p:sp>
      <p:sp>
        <p:nvSpPr>
          <p:cNvPr id="13" name="text-1846">
            <a:extLst xmlns:a="http://schemas.openxmlformats.org/drawingml/2006/main">
              <a:ext uri="{FF2B5EF4-FFF2-40B4-BE49-F238E27FC236}">
                <a16:creationId xmlns:a16="http://schemas.microsoft.com/office/drawing/2014/main" id="{DE394710-6177-4A8F-AF2A-0375E2774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文獻整理、觀點矩陣、研究限制與引用追查。</a:t>
            </a:r>
          </a:p>
        </p:txBody>
      </p:sp>
      <p:sp>
        <p:nvSpPr>
          <p:cNvPr id="14" name="shape-1847">
            <a:extLst xmlns:a="http://schemas.openxmlformats.org/drawingml/2006/main">
              <a:ext uri="{FF2B5EF4-FFF2-40B4-BE49-F238E27FC236}">
                <a16:creationId xmlns:a16="http://schemas.microsoft.com/office/drawing/2014/main" id="{C6CFD41B-1356-42A7-B241-B01E9AC9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848">
            <a:extLst xmlns:a="http://schemas.openxmlformats.org/drawingml/2006/main">
              <a:ext uri="{FF2B5EF4-FFF2-40B4-BE49-F238E27FC236}">
                <a16:creationId xmlns:a16="http://schemas.microsoft.com/office/drawing/2014/main" id="{A3FB3D96-3C98-48D9-9CC8-C80DABEE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849">
            <a:extLst xmlns:a="http://schemas.openxmlformats.org/drawingml/2006/main">
              <a:ext uri="{FF2B5EF4-FFF2-40B4-BE49-F238E27FC236}">
                <a16:creationId xmlns:a16="http://schemas.microsoft.com/office/drawing/2014/main" id="{95543849-E32C-43EE-96FA-E58B7BC7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教材製作</a:t>
            </a:r>
          </a:p>
        </p:txBody>
      </p:sp>
      <p:sp>
        <p:nvSpPr>
          <p:cNvPr id="17" name="text-1850">
            <a:extLst xmlns:a="http://schemas.openxmlformats.org/drawingml/2006/main">
              <a:ext uri="{FF2B5EF4-FFF2-40B4-BE49-F238E27FC236}">
                <a16:creationId xmlns:a16="http://schemas.microsoft.com/office/drawing/2014/main" id="{CD33FD3B-1A43-4429-B13D-20FF9613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簡報、互動網站、圖表、字幕與多格式轉換。</a:t>
            </a:r>
          </a:p>
        </p:txBody>
      </p:sp>
      <p:sp>
        <p:nvSpPr>
          <p:cNvPr id="18" name="shape-1851">
            <a:extLst xmlns:a="http://schemas.openxmlformats.org/drawingml/2006/main">
              <a:ext uri="{FF2B5EF4-FFF2-40B4-BE49-F238E27FC236}">
                <a16:creationId xmlns:a16="http://schemas.microsoft.com/office/drawing/2014/main" id="{AC94D44A-8443-4EBF-884D-B2D2E2164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852">
            <a:extLst xmlns:a="http://schemas.openxmlformats.org/drawingml/2006/main">
              <a:ext uri="{FF2B5EF4-FFF2-40B4-BE49-F238E27FC236}">
                <a16:creationId xmlns:a16="http://schemas.microsoft.com/office/drawing/2014/main" id="{B5ED3F78-AB42-400B-8214-BF61481E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853">
            <a:extLst xmlns:a="http://schemas.openxmlformats.org/drawingml/2006/main">
              <a:ext uri="{FF2B5EF4-FFF2-40B4-BE49-F238E27FC236}">
                <a16:creationId xmlns:a16="http://schemas.microsoft.com/office/drawing/2014/main" id="{4A9B8A45-C44E-417E-9DAB-3AB180CD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學習支持</a:t>
            </a:r>
          </a:p>
        </p:txBody>
      </p:sp>
      <p:sp>
        <p:nvSpPr>
          <p:cNvPr id="21" name="text-1854">
            <a:extLst xmlns:a="http://schemas.openxmlformats.org/drawingml/2006/main">
              <a:ext uri="{FF2B5EF4-FFF2-40B4-BE49-F238E27FC236}">
                <a16:creationId xmlns:a16="http://schemas.microsoft.com/office/drawing/2014/main" id="{7C5F8391-7F53-4086-BE8A-75DD5D79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形成性回饋、差異化支架、常見迷思與練習生成。</a:t>
            </a:r>
          </a:p>
        </p:txBody>
      </p:sp>
      <p:sp>
        <p:nvSpPr>
          <p:cNvPr id="22" name="shape-1855">
            <a:extLst xmlns:a="http://schemas.openxmlformats.org/drawingml/2006/main">
              <a:ext uri="{FF2B5EF4-FFF2-40B4-BE49-F238E27FC236}">
                <a16:creationId xmlns:a16="http://schemas.microsoft.com/office/drawing/2014/main" id="{84AE6A7B-F7B6-4AB7-ABED-F709FDDF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3" name="text-1856">
            <a:extLst xmlns:a="http://schemas.openxmlformats.org/drawingml/2006/main">
              <a:ext uri="{FF2B5EF4-FFF2-40B4-BE49-F238E27FC236}">
                <a16:creationId xmlns:a16="http://schemas.microsoft.com/office/drawing/2014/main" id="{565C05DC-293F-4654-85C6-786B3E62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24" name="text-1857">
            <a:extLst xmlns:a="http://schemas.openxmlformats.org/drawingml/2006/main">
              <a:ext uri="{FF2B5EF4-FFF2-40B4-BE49-F238E27FC236}">
                <a16:creationId xmlns:a16="http://schemas.microsoft.com/office/drawing/2014/main" id="{7DAD5EB8-33E5-4EB6-A666-4E3CB5D2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品質保證</a:t>
            </a:r>
          </a:p>
        </p:txBody>
      </p:sp>
      <p:sp>
        <p:nvSpPr>
          <p:cNvPr id="25" name="text-1858">
            <a:extLst xmlns:a="http://schemas.openxmlformats.org/drawingml/2006/main">
              <a:ext uri="{FF2B5EF4-FFF2-40B4-BE49-F238E27FC236}">
                <a16:creationId xmlns:a16="http://schemas.microsoft.com/office/drawing/2014/main" id="{D3440E59-73B1-4A13-8086-9C38E7ECE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RWD、無障礙、連結、內容依據與版本檢查。</a:t>
            </a:r>
          </a:p>
        </p:txBody>
      </p:sp>
      <p:sp>
        <p:nvSpPr>
          <p:cNvPr id="26" name="shape-1859">
            <a:extLst xmlns:a="http://schemas.openxmlformats.org/drawingml/2006/main">
              <a:ext uri="{FF2B5EF4-FFF2-40B4-BE49-F238E27FC236}">
                <a16:creationId xmlns:a16="http://schemas.microsoft.com/office/drawing/2014/main" id="{7697F3E2-63D2-4BEC-BBA1-F30470720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7" name="text-1860">
            <a:extLst xmlns:a="http://schemas.openxmlformats.org/drawingml/2006/main">
              <a:ext uri="{FF2B5EF4-FFF2-40B4-BE49-F238E27FC236}">
                <a16:creationId xmlns:a16="http://schemas.microsoft.com/office/drawing/2014/main" id="{08CD1298-4BB1-4854-A61A-B13C9CC3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28" name="text-1861">
            <a:extLst xmlns:a="http://schemas.openxmlformats.org/drawingml/2006/main">
              <a:ext uri="{FF2B5EF4-FFF2-40B4-BE49-F238E27FC236}">
                <a16:creationId xmlns:a16="http://schemas.microsoft.com/office/drawing/2014/main" id="{112D488B-BE49-4EB1-BBFD-8820B51E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部署交付</a:t>
            </a:r>
          </a:p>
        </p:txBody>
      </p:sp>
      <p:sp>
        <p:nvSpPr>
          <p:cNvPr id="29" name="text-1862">
            <a:extLst xmlns:a="http://schemas.openxmlformats.org/drawingml/2006/main">
              <a:ext uri="{FF2B5EF4-FFF2-40B4-BE49-F238E27FC236}">
                <a16:creationId xmlns:a16="http://schemas.microsoft.com/office/drawing/2014/main" id="{8FF32124-9013-4C65-B042-7D6D72EA7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Sites、Pages、文件、測試證據與團隊交接。</a:t>
            </a:r>
          </a:p>
        </p:txBody>
      </p:sp>
      <p:sp>
        <p:nvSpPr>
          <p:cNvPr id="30" name="text-2113">
            <a:extLst xmlns:a="http://schemas.openxmlformats.org/drawingml/2006/main">
              <a:ext uri="{FF2B5EF4-FFF2-40B4-BE49-F238E27FC236}">
                <a16:creationId xmlns:a16="http://schemas.microsoft.com/office/drawing/2014/main" id="{DFC0CEF5-023C-41ED-8E2C-89D608741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86d21e65448419d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4f3fd34edf04088"/>
              </a:rPr>
              <a:t>Codex ↗</a:t>
            </a:r>
          </a:p>
        </p:txBody>
      </p:sp>
      <p:sp>
        <p:nvSpPr>
          <p:cNvPr id="31" name="shape-2212">
            <a:extLst xmlns:a="http://schemas.openxmlformats.org/drawingml/2006/main">
              <a:ext uri="{FF2B5EF4-FFF2-40B4-BE49-F238E27FC236}">
                <a16:creationId xmlns:a16="http://schemas.microsoft.com/office/drawing/2014/main" id="{062E66F6-6683-4C6A-8F9C-2385FB6C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29bcb10f024ed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2213">
            <a:extLst xmlns:a="http://schemas.openxmlformats.org/drawingml/2006/main">
              <a:ext uri="{FF2B5EF4-FFF2-40B4-BE49-F238E27FC236}">
                <a16:creationId xmlns:a16="http://schemas.microsoft.com/office/drawing/2014/main" id="{63C0F1EA-3968-4031-B3C3-C523B621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95aca14a924c8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2214">
            <a:extLst xmlns:a="http://schemas.openxmlformats.org/drawingml/2006/main">
              <a:ext uri="{FF2B5EF4-FFF2-40B4-BE49-F238E27FC236}">
                <a16:creationId xmlns:a16="http://schemas.microsoft.com/office/drawing/2014/main" id="{09733B12-CB1F-4306-9FFE-9F150EFE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420664017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863">
            <a:extLst xmlns:a="http://schemas.openxmlformats.org/drawingml/2006/main">
              <a:ext uri="{FF2B5EF4-FFF2-40B4-BE49-F238E27FC236}">
                <a16:creationId xmlns:a16="http://schemas.microsoft.com/office/drawing/2014/main" id="{0379E3FF-36B4-4CA0-B661-CA23267C6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GUARDRAILS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78405D8-565C-4B0A-8B79-869F782D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教育現場安全護欄：先寫進 Skill，再交給 Agent</a:t>
            </a:r>
          </a:p>
        </p:txBody>
      </p:sp>
      <p:cxnSp>
        <p:nvCxnSpPr>
          <p:cNvPr id="30" name="shape-18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865">
            <a:extLst xmlns:a="http://schemas.openxmlformats.org/drawingml/2006/main">
              <a:ext uri="{FF2B5EF4-FFF2-40B4-BE49-F238E27FC236}">
                <a16:creationId xmlns:a16="http://schemas.microsoft.com/office/drawing/2014/main" id="{F52E4780-E063-4358-8F14-D8BB06772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39D6473-2CB2-470B-89F5-BA0DC95C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44</a:t>
            </a:r>
          </a:p>
        </p:txBody>
      </p:sp>
      <p:sp>
        <p:nvSpPr>
          <p:cNvPr id="6" name="shape-1866">
            <a:extLst xmlns:a="http://schemas.openxmlformats.org/drawingml/2006/main">
              <a:ext uri="{FF2B5EF4-FFF2-40B4-BE49-F238E27FC236}">
                <a16:creationId xmlns:a16="http://schemas.microsoft.com/office/drawing/2014/main" id="{2FBF365B-0352-4A7F-9F07-2D3955C8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867">
            <a:extLst xmlns:a="http://schemas.openxmlformats.org/drawingml/2006/main">
              <a:ext uri="{FF2B5EF4-FFF2-40B4-BE49-F238E27FC236}">
                <a16:creationId xmlns:a16="http://schemas.microsoft.com/office/drawing/2014/main" id="{E6F8A5D6-CA9B-45BA-8A75-2D9C9323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868">
            <a:extLst xmlns:a="http://schemas.openxmlformats.org/drawingml/2006/main">
              <a:ext uri="{FF2B5EF4-FFF2-40B4-BE49-F238E27FC236}">
                <a16:creationId xmlns:a16="http://schemas.microsoft.com/office/drawing/2014/main" id="{1E7BCD3C-D575-4367-832E-59212AAEA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個資最小化</a:t>
            </a:r>
          </a:p>
        </p:txBody>
      </p:sp>
      <p:sp>
        <p:nvSpPr>
          <p:cNvPr id="9" name="text-1869">
            <a:extLst xmlns:a="http://schemas.openxmlformats.org/drawingml/2006/main">
              <a:ext uri="{FF2B5EF4-FFF2-40B4-BE49-F238E27FC236}">
                <a16:creationId xmlns:a16="http://schemas.microsoft.com/office/drawing/2014/main" id="{15000B2B-CC89-4575-A4FC-97821E5BC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先匿名化；不把學生姓名、成績、信箱與研究資料放入公開工作區。</a:t>
            </a:r>
          </a:p>
        </p:txBody>
      </p:sp>
      <p:sp>
        <p:nvSpPr>
          <p:cNvPr id="10" name="shape-1870">
            <a:extLst xmlns:a="http://schemas.openxmlformats.org/drawingml/2006/main">
              <a:ext uri="{FF2B5EF4-FFF2-40B4-BE49-F238E27FC236}">
                <a16:creationId xmlns:a16="http://schemas.microsoft.com/office/drawing/2014/main" id="{54DFE4C5-90FD-424D-848B-E6ED90894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871">
            <a:extLst xmlns:a="http://schemas.openxmlformats.org/drawingml/2006/main">
              <a:ext uri="{FF2B5EF4-FFF2-40B4-BE49-F238E27FC236}">
                <a16:creationId xmlns:a16="http://schemas.microsoft.com/office/drawing/2014/main" id="{486EB47E-2DA5-4997-9A79-3B788E442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872">
            <a:extLst xmlns:a="http://schemas.openxmlformats.org/drawingml/2006/main">
              <a:ext uri="{FF2B5EF4-FFF2-40B4-BE49-F238E27FC236}">
                <a16:creationId xmlns:a16="http://schemas.microsoft.com/office/drawing/2014/main" id="{C6C36EBF-2352-402E-AA94-A8AE8772A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來源與版權</a:t>
            </a:r>
          </a:p>
        </p:txBody>
      </p:sp>
      <p:sp>
        <p:nvSpPr>
          <p:cNvPr id="13" name="text-1873">
            <a:extLst xmlns:a="http://schemas.openxmlformats.org/drawingml/2006/main">
              <a:ext uri="{FF2B5EF4-FFF2-40B4-BE49-F238E27FC236}">
                <a16:creationId xmlns:a16="http://schemas.microsoft.com/office/drawing/2014/main" id="{3A2D146D-32A6-4D32-8F80-A4802A3C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保留引用、授權與來源邊界；生成不等於可任意公開。</a:t>
            </a:r>
          </a:p>
        </p:txBody>
      </p:sp>
      <p:sp>
        <p:nvSpPr>
          <p:cNvPr id="14" name="shape-1874">
            <a:extLst xmlns:a="http://schemas.openxmlformats.org/drawingml/2006/main">
              <a:ext uri="{FF2B5EF4-FFF2-40B4-BE49-F238E27FC236}">
                <a16:creationId xmlns:a16="http://schemas.microsoft.com/office/drawing/2014/main" id="{35C4AD6D-22B3-4BDB-8350-065BDA571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875">
            <a:extLst xmlns:a="http://schemas.openxmlformats.org/drawingml/2006/main">
              <a:ext uri="{FF2B5EF4-FFF2-40B4-BE49-F238E27FC236}">
                <a16:creationId xmlns:a16="http://schemas.microsoft.com/office/drawing/2014/main" id="{17EB3897-0889-4A41-B5EB-A1CA387D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876">
            <a:extLst xmlns:a="http://schemas.openxmlformats.org/drawingml/2006/main">
              <a:ext uri="{FF2B5EF4-FFF2-40B4-BE49-F238E27FC236}">
                <a16:creationId xmlns:a16="http://schemas.microsoft.com/office/drawing/2014/main" id="{ADE9B8CD-5BE6-4787-9D3F-79D5971F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人工決策</a:t>
            </a:r>
          </a:p>
        </p:txBody>
      </p:sp>
      <p:sp>
        <p:nvSpPr>
          <p:cNvPr id="17" name="text-1877">
            <a:extLst xmlns:a="http://schemas.openxmlformats.org/drawingml/2006/main">
              <a:ext uri="{FF2B5EF4-FFF2-40B4-BE49-F238E27FC236}">
                <a16:creationId xmlns:a16="http://schemas.microsoft.com/office/drawing/2014/main" id="{334AB8BA-1286-43C9-9BE8-6C2681058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評分、倫理、輔導與正式行政決定，由人負責並保留紀錄。</a:t>
            </a:r>
          </a:p>
        </p:txBody>
      </p:sp>
      <p:sp>
        <p:nvSpPr>
          <p:cNvPr id="18" name="shape-1878">
            <a:extLst xmlns:a="http://schemas.openxmlformats.org/drawingml/2006/main">
              <a:ext uri="{FF2B5EF4-FFF2-40B4-BE49-F238E27FC236}">
                <a16:creationId xmlns:a16="http://schemas.microsoft.com/office/drawing/2014/main" id="{8E0391CC-9F5F-4DC1-804D-BCB44C5B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879">
            <a:extLst xmlns:a="http://schemas.openxmlformats.org/drawingml/2006/main">
              <a:ext uri="{FF2B5EF4-FFF2-40B4-BE49-F238E27FC236}">
                <a16:creationId xmlns:a16="http://schemas.microsoft.com/office/drawing/2014/main" id="{A644716E-B023-46CC-8296-263845FB6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880">
            <a:extLst xmlns:a="http://schemas.openxmlformats.org/drawingml/2006/main">
              <a:ext uri="{FF2B5EF4-FFF2-40B4-BE49-F238E27FC236}">
                <a16:creationId xmlns:a16="http://schemas.microsoft.com/office/drawing/2014/main" id="{DAA76BB0-E993-43F3-A94A-B9F8CB93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可逆優先</a:t>
            </a:r>
          </a:p>
        </p:txBody>
      </p:sp>
      <p:sp>
        <p:nvSpPr>
          <p:cNvPr id="21" name="text-1881">
            <a:extLst xmlns:a="http://schemas.openxmlformats.org/drawingml/2006/main">
              <a:ext uri="{FF2B5EF4-FFF2-40B4-BE49-F238E27FC236}">
                <a16:creationId xmlns:a16="http://schemas.microsoft.com/office/drawing/2014/main" id="{8C493C9C-A653-40B7-9E44-99C709ACC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先分析、預覽、備份；發布、刪除與改權限需要明確確認。</a:t>
            </a:r>
          </a:p>
        </p:txBody>
      </p:sp>
      <p:sp>
        <p:nvSpPr>
          <p:cNvPr id="22" name="text-2114">
            <a:extLst xmlns:a="http://schemas.openxmlformats.org/drawingml/2006/main">
              <a:ext uri="{FF2B5EF4-FFF2-40B4-BE49-F238E27FC236}">
                <a16:creationId xmlns:a16="http://schemas.microsoft.com/office/drawing/2014/main" id="{5E77C7A5-56F5-4E1B-8EDD-5AD25A27E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bbdc86172274025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98fd51aeb6a4b13"/>
              </a:rPr>
              <a:t>Codex ↗</a:t>
            </a:r>
          </a:p>
        </p:txBody>
      </p:sp>
      <p:sp>
        <p:nvSpPr>
          <p:cNvPr id="23" name="shape-2215">
            <a:extLst xmlns:a="http://schemas.openxmlformats.org/drawingml/2006/main">
              <a:ext uri="{FF2B5EF4-FFF2-40B4-BE49-F238E27FC236}">
                <a16:creationId xmlns:a16="http://schemas.microsoft.com/office/drawing/2014/main" id="{9BCCBE9A-304C-4BC3-B7FF-EC9B96B32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a12e5e2f7343f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2216">
            <a:extLst xmlns:a="http://schemas.openxmlformats.org/drawingml/2006/main">
              <a:ext uri="{FF2B5EF4-FFF2-40B4-BE49-F238E27FC236}">
                <a16:creationId xmlns:a16="http://schemas.microsoft.com/office/drawing/2014/main" id="{FC31F6E6-A6F7-44E5-9402-41B6C934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b0eace96f416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2217">
            <a:extLst xmlns:a="http://schemas.openxmlformats.org/drawingml/2006/main">
              <a:ext uri="{FF2B5EF4-FFF2-40B4-BE49-F238E27FC236}">
                <a16:creationId xmlns:a16="http://schemas.microsoft.com/office/drawing/2014/main" id="{A8B48FE6-0758-47F4-8D6C-EA9D5739C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430505357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882">
            <a:extLst xmlns:a="http://schemas.openxmlformats.org/drawingml/2006/main">
              <a:ext uri="{FF2B5EF4-FFF2-40B4-BE49-F238E27FC236}">
                <a16:creationId xmlns:a16="http://schemas.microsoft.com/office/drawing/2014/main" id="{67F61B9A-BA68-454F-B310-43D9954B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F89FE3E-7430-4F1C-AEA4-170ACB1DE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整合挑戰｜讓 Agent 回應一個可驗證的痛點</a:t>
            </a:r>
          </a:p>
        </p:txBody>
      </p:sp>
      <p:cxnSp>
        <p:nvCxnSpPr>
          <p:cNvPr id="27" name="shape-188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884">
            <a:extLst xmlns:a="http://schemas.openxmlformats.org/drawingml/2006/main">
              <a:ext uri="{FF2B5EF4-FFF2-40B4-BE49-F238E27FC236}">
                <a16:creationId xmlns:a16="http://schemas.microsoft.com/office/drawing/2014/main" id="{E5349D14-4B69-4ECE-853C-C6327D21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9E17589-B2B4-465B-8700-F96575DA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45</a:t>
            </a:r>
          </a:p>
        </p:txBody>
      </p:sp>
      <p:sp>
        <p:nvSpPr>
          <p:cNvPr id="6" name="text-1885">
            <a:extLst xmlns:a="http://schemas.openxmlformats.org/drawingml/2006/main">
              <a:ext uri="{FF2B5EF4-FFF2-40B4-BE49-F238E27FC236}">
                <a16:creationId xmlns:a16="http://schemas.microsoft.com/office/drawing/2014/main" id="{232E3E0F-70F2-4DAF-B93D-9D0280AC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886">
            <a:extLst xmlns:a="http://schemas.openxmlformats.org/drawingml/2006/main">
              <a:ext uri="{FF2B5EF4-FFF2-40B4-BE49-F238E27FC236}">
                <a16:creationId xmlns:a16="http://schemas.microsoft.com/office/drawing/2014/main" id="{8E6E4AED-54C0-43EC-8B8E-FB3CAED11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887">
            <a:extLst xmlns:a="http://schemas.openxmlformats.org/drawingml/2006/main">
              <a:ext uri="{FF2B5EF4-FFF2-40B4-BE49-F238E27FC236}">
                <a16:creationId xmlns:a16="http://schemas.microsoft.com/office/drawing/2014/main" id="{15E7174F-2FA5-4F8C-A858-7DB6A5E8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888">
            <a:extLst xmlns:a="http://schemas.openxmlformats.org/drawingml/2006/main">
              <a:ext uri="{FF2B5EF4-FFF2-40B4-BE49-F238E27FC236}">
                <a16:creationId xmlns:a16="http://schemas.microsoft.com/office/drawing/2014/main" id="{0495CE58-95AA-41B2-A1D7-F86A78E51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啟用剛完成的 Skill</a:t>
            </a:r>
          </a:p>
        </p:txBody>
      </p:sp>
      <p:sp>
        <p:nvSpPr>
          <p:cNvPr id="10" name="text-1889">
            <a:extLst xmlns:a="http://schemas.openxmlformats.org/drawingml/2006/main">
              <a:ext uri="{FF2B5EF4-FFF2-40B4-BE49-F238E27FC236}">
                <a16:creationId xmlns:a16="http://schemas.microsoft.com/office/drawing/2014/main" id="{54FF4CE6-6CAC-42A1-B527-492492E3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890">
            <a:extLst xmlns:a="http://schemas.openxmlformats.org/drawingml/2006/main">
              <a:ext uri="{FF2B5EF4-FFF2-40B4-BE49-F238E27FC236}">
                <a16:creationId xmlns:a16="http://schemas.microsoft.com/office/drawing/2014/main" id="{9938320F-0142-4B5C-9CB0-B2F4F6F96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對上午作品或合成資料提出一項真實教學／研究痛點任務</a:t>
            </a:r>
          </a:p>
        </p:txBody>
      </p:sp>
      <p:sp>
        <p:nvSpPr>
          <p:cNvPr id="12" name="text-1891">
            <a:extLst xmlns:a="http://schemas.openxmlformats.org/drawingml/2006/main">
              <a:ext uri="{FF2B5EF4-FFF2-40B4-BE49-F238E27FC236}">
                <a16:creationId xmlns:a16="http://schemas.microsoft.com/office/drawing/2014/main" id="{6E28FC3D-C9A1-4390-A9F0-111CF227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892">
            <a:extLst xmlns:a="http://schemas.openxmlformats.org/drawingml/2006/main">
              <a:ext uri="{FF2B5EF4-FFF2-40B4-BE49-F238E27FC236}">
                <a16:creationId xmlns:a16="http://schemas.microsoft.com/office/drawing/2014/main" id="{4277ABBE-16CB-4507-A3D4-D7EB308D8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要求 Agent 實作並驗證</a:t>
            </a:r>
          </a:p>
        </p:txBody>
      </p:sp>
      <p:sp>
        <p:nvSpPr>
          <p:cNvPr id="14" name="text-1893">
            <a:extLst xmlns:a="http://schemas.openxmlformats.org/drawingml/2006/main">
              <a:ext uri="{FF2B5EF4-FFF2-40B4-BE49-F238E27FC236}">
                <a16:creationId xmlns:a16="http://schemas.microsoft.com/office/drawing/2014/main" id="{B67F4870-CC49-48FF-9530-CA7B43431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894">
            <a:extLst xmlns:a="http://schemas.openxmlformats.org/drawingml/2006/main">
              <a:ext uri="{FF2B5EF4-FFF2-40B4-BE49-F238E27FC236}">
                <a16:creationId xmlns:a16="http://schemas.microsoft.com/office/drawing/2014/main" id="{D3902ABC-7FE4-40F8-B18C-8C2377F6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準備 90 秒成果與證據</a:t>
            </a:r>
          </a:p>
        </p:txBody>
      </p:sp>
      <p:sp>
        <p:nvSpPr>
          <p:cNvPr id="16" name="shape-1895">
            <a:extLst xmlns:a="http://schemas.openxmlformats.org/drawingml/2006/main">
              <a:ext uri="{FF2B5EF4-FFF2-40B4-BE49-F238E27FC236}">
                <a16:creationId xmlns:a16="http://schemas.microsoft.com/office/drawing/2014/main" id="{85CDF887-0DA4-4F69-9E15-85D7CDCEE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896">
            <a:extLst xmlns:a="http://schemas.openxmlformats.org/drawingml/2006/main">
              <a:ext uri="{FF2B5EF4-FFF2-40B4-BE49-F238E27FC236}">
                <a16:creationId xmlns:a16="http://schemas.microsoft.com/office/drawing/2014/main" id="{801A7044-E963-4DAF-9C4D-B68C3E75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897">
            <a:extLst xmlns:a="http://schemas.openxmlformats.org/drawingml/2006/main">
              <a:ext uri="{FF2B5EF4-FFF2-40B4-BE49-F238E27FC236}">
                <a16:creationId xmlns:a16="http://schemas.microsoft.com/office/drawing/2014/main" id="{4CB8E231-B6A3-4B12-83D0-093BEC8F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Skill 有被正確觸發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成果可開啟或可檢查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至少一個驗證證據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說明一項人工決定</a:t>
            </a:r>
          </a:p>
        </p:txBody>
      </p:sp>
      <p:sp>
        <p:nvSpPr>
          <p:cNvPr id="19" name="text-2115">
            <a:extLst xmlns:a="http://schemas.openxmlformats.org/drawingml/2006/main">
              <a:ext uri="{FF2B5EF4-FFF2-40B4-BE49-F238E27FC236}">
                <a16:creationId xmlns:a16="http://schemas.microsoft.com/office/drawing/2014/main" id="{911DFA1D-E1DB-4254-AA7F-8752250E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1810d4592214840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22e8e7dd55f47d6"/>
              </a:rPr>
              <a:t>Codex ↗</a:t>
            </a:r>
          </a:p>
        </p:txBody>
      </p:sp>
      <p:sp>
        <p:nvSpPr>
          <p:cNvPr id="20" name="shape-2218">
            <a:extLst xmlns:a="http://schemas.openxmlformats.org/drawingml/2006/main">
              <a:ext uri="{FF2B5EF4-FFF2-40B4-BE49-F238E27FC236}">
                <a16:creationId xmlns:a16="http://schemas.microsoft.com/office/drawing/2014/main" id="{7B29633A-7DB8-474C-85ED-76385D08B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848a6dcef24c8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2219">
            <a:extLst xmlns:a="http://schemas.openxmlformats.org/drawingml/2006/main">
              <a:ext uri="{FF2B5EF4-FFF2-40B4-BE49-F238E27FC236}">
                <a16:creationId xmlns:a16="http://schemas.microsoft.com/office/drawing/2014/main" id="{1D17DAFC-288B-4932-B545-7FB9F9D0D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219ad585b244a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2220">
            <a:extLst xmlns:a="http://schemas.openxmlformats.org/drawingml/2006/main">
              <a:ext uri="{FF2B5EF4-FFF2-40B4-BE49-F238E27FC236}">
                <a16:creationId xmlns:a16="http://schemas.microsoft.com/office/drawing/2014/main" id="{096BE7A1-9486-473E-8074-F9AB24EC0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485798817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898">
            <a:extLst xmlns:a="http://schemas.openxmlformats.org/drawingml/2006/main">
              <a:ext uri="{FF2B5EF4-FFF2-40B4-BE49-F238E27FC236}">
                <a16:creationId xmlns:a16="http://schemas.microsoft.com/office/drawing/2014/main" id="{872CF835-CE47-4DC1-A125-407970195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PEER REVIEW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06C186F-2F44-4030-B40D-37F59FEC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同儕回饋只看四件事</a:t>
            </a:r>
          </a:p>
        </p:txBody>
      </p:sp>
      <p:cxnSp>
        <p:nvCxnSpPr>
          <p:cNvPr id="30" name="shape-189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900">
            <a:extLst xmlns:a="http://schemas.openxmlformats.org/drawingml/2006/main">
              <a:ext uri="{FF2B5EF4-FFF2-40B4-BE49-F238E27FC236}">
                <a16:creationId xmlns:a16="http://schemas.microsoft.com/office/drawing/2014/main" id="{96F54FCF-F596-47CC-B75A-8F7177BFC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1EFEA2F-7341-4860-A7DE-9CEBE7AB2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46</a:t>
            </a:r>
          </a:p>
        </p:txBody>
      </p:sp>
      <p:sp>
        <p:nvSpPr>
          <p:cNvPr id="6" name="shape-1901">
            <a:extLst xmlns:a="http://schemas.openxmlformats.org/drawingml/2006/main">
              <a:ext uri="{FF2B5EF4-FFF2-40B4-BE49-F238E27FC236}">
                <a16:creationId xmlns:a16="http://schemas.microsoft.com/office/drawing/2014/main" id="{866F1C9B-706B-4EBC-B675-05773E9B9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902">
            <a:extLst xmlns:a="http://schemas.openxmlformats.org/drawingml/2006/main">
              <a:ext uri="{FF2B5EF4-FFF2-40B4-BE49-F238E27FC236}">
                <a16:creationId xmlns:a16="http://schemas.microsoft.com/office/drawing/2014/main" id="{CD9546E7-3A5A-456D-AAA8-3485ABD5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903">
            <a:extLst xmlns:a="http://schemas.openxmlformats.org/drawingml/2006/main">
              <a:ext uri="{FF2B5EF4-FFF2-40B4-BE49-F238E27FC236}">
                <a16:creationId xmlns:a16="http://schemas.microsoft.com/office/drawing/2014/main" id="{B32D2748-54ED-4AAC-94DD-58A78925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價值</a:t>
            </a:r>
          </a:p>
        </p:txBody>
      </p:sp>
      <p:sp>
        <p:nvSpPr>
          <p:cNvPr id="9" name="text-1904">
            <a:extLst xmlns:a="http://schemas.openxmlformats.org/drawingml/2006/main">
              <a:ext uri="{FF2B5EF4-FFF2-40B4-BE49-F238E27FC236}">
                <a16:creationId xmlns:a16="http://schemas.microsoft.com/office/drawing/2014/main" id="{0EFFC505-69D2-4CEB-8E70-F6B912B41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這個 Agent 任務是否回應真實教學／研究痛點？</a:t>
            </a:r>
          </a:p>
        </p:txBody>
      </p:sp>
      <p:sp>
        <p:nvSpPr>
          <p:cNvPr id="10" name="shape-1905">
            <a:extLst xmlns:a="http://schemas.openxmlformats.org/drawingml/2006/main">
              <a:ext uri="{FF2B5EF4-FFF2-40B4-BE49-F238E27FC236}">
                <a16:creationId xmlns:a16="http://schemas.microsoft.com/office/drawing/2014/main" id="{2235A1BD-272E-445B-94BC-C7337B0D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906">
            <a:extLst xmlns:a="http://schemas.openxmlformats.org/drawingml/2006/main">
              <a:ext uri="{FF2B5EF4-FFF2-40B4-BE49-F238E27FC236}">
                <a16:creationId xmlns:a16="http://schemas.microsoft.com/office/drawing/2014/main" id="{4E5D242A-928B-4748-8C84-70D1DC74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907">
            <a:extLst xmlns:a="http://schemas.openxmlformats.org/drawingml/2006/main">
              <a:ext uri="{FF2B5EF4-FFF2-40B4-BE49-F238E27FC236}">
                <a16:creationId xmlns:a16="http://schemas.microsoft.com/office/drawing/2014/main" id="{D07FC457-12A7-4ACA-8658-CF81B7966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清楚</a:t>
            </a:r>
          </a:p>
        </p:txBody>
      </p:sp>
      <p:sp>
        <p:nvSpPr>
          <p:cNvPr id="13" name="text-1908">
            <a:extLst xmlns:a="http://schemas.openxmlformats.org/drawingml/2006/main">
              <a:ext uri="{FF2B5EF4-FFF2-40B4-BE49-F238E27FC236}">
                <a16:creationId xmlns:a16="http://schemas.microsoft.com/office/drawing/2014/main" id="{6B1FE9F3-14B4-415E-B6EA-0ED97755D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陌生人是否能理解 Skill 的觸發時機與流程？</a:t>
            </a:r>
          </a:p>
        </p:txBody>
      </p:sp>
      <p:sp>
        <p:nvSpPr>
          <p:cNvPr id="14" name="shape-1909">
            <a:extLst xmlns:a="http://schemas.openxmlformats.org/drawingml/2006/main">
              <a:ext uri="{FF2B5EF4-FFF2-40B4-BE49-F238E27FC236}">
                <a16:creationId xmlns:a16="http://schemas.microsoft.com/office/drawing/2014/main" id="{D5861C3B-D157-478C-81DD-CDE2E926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910">
            <a:extLst xmlns:a="http://schemas.openxmlformats.org/drawingml/2006/main">
              <a:ext uri="{FF2B5EF4-FFF2-40B4-BE49-F238E27FC236}">
                <a16:creationId xmlns:a16="http://schemas.microsoft.com/office/drawing/2014/main" id="{39CD32E4-612E-40F4-BC88-54556753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911">
            <a:extLst xmlns:a="http://schemas.openxmlformats.org/drawingml/2006/main">
              <a:ext uri="{FF2B5EF4-FFF2-40B4-BE49-F238E27FC236}">
                <a16:creationId xmlns:a16="http://schemas.microsoft.com/office/drawing/2014/main" id="{27FFD153-E3EF-4D56-AFCF-F2FCDB0D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17" name="text-1912">
            <a:extLst xmlns:a="http://schemas.openxmlformats.org/drawingml/2006/main">
              <a:ext uri="{FF2B5EF4-FFF2-40B4-BE49-F238E27FC236}">
                <a16:creationId xmlns:a16="http://schemas.microsoft.com/office/drawing/2014/main" id="{9FE36DF9-3A00-4AA4-987E-C7A01D73C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完成宣告是否有檔案、測試、畫面或引用支持？</a:t>
            </a:r>
          </a:p>
        </p:txBody>
      </p:sp>
      <p:sp>
        <p:nvSpPr>
          <p:cNvPr id="18" name="shape-1913">
            <a:extLst xmlns:a="http://schemas.openxmlformats.org/drawingml/2006/main">
              <a:ext uri="{FF2B5EF4-FFF2-40B4-BE49-F238E27FC236}">
                <a16:creationId xmlns:a16="http://schemas.microsoft.com/office/drawing/2014/main" id="{B8F5E200-8307-46DB-B284-7F42FAD74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914">
            <a:extLst xmlns:a="http://schemas.openxmlformats.org/drawingml/2006/main">
              <a:ext uri="{FF2B5EF4-FFF2-40B4-BE49-F238E27FC236}">
                <a16:creationId xmlns:a16="http://schemas.microsoft.com/office/drawing/2014/main" id="{FF4BB831-326A-41B7-9E3E-E9528005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915">
            <a:extLst xmlns:a="http://schemas.openxmlformats.org/drawingml/2006/main">
              <a:ext uri="{FF2B5EF4-FFF2-40B4-BE49-F238E27FC236}">
                <a16:creationId xmlns:a16="http://schemas.microsoft.com/office/drawing/2014/main" id="{41730830-6945-4FC8-8A4C-0E47A397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21" name="text-1916">
            <a:extLst xmlns:a="http://schemas.openxmlformats.org/drawingml/2006/main">
              <a:ext uri="{FF2B5EF4-FFF2-40B4-BE49-F238E27FC236}">
                <a16:creationId xmlns:a16="http://schemas.microsoft.com/office/drawing/2014/main" id="{C5AD47C8-FD75-44A3-97E8-A0393FEA8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是否知道哪些動作需確認、哪些結果仍未確認？</a:t>
            </a:r>
          </a:p>
        </p:txBody>
      </p:sp>
      <p:sp>
        <p:nvSpPr>
          <p:cNvPr id="22" name="text-2116">
            <a:extLst xmlns:a="http://schemas.openxmlformats.org/drawingml/2006/main">
              <a:ext uri="{FF2B5EF4-FFF2-40B4-BE49-F238E27FC236}">
                <a16:creationId xmlns:a16="http://schemas.microsoft.com/office/drawing/2014/main" id="{7D195B4E-08CC-482B-BB7B-F8914412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15d073c3a5e452a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157a57016294018"/>
              </a:rPr>
              <a:t>Codex ↗</a:t>
            </a:r>
          </a:p>
        </p:txBody>
      </p:sp>
      <p:sp>
        <p:nvSpPr>
          <p:cNvPr id="23" name="shape-2221">
            <a:extLst xmlns:a="http://schemas.openxmlformats.org/drawingml/2006/main">
              <a:ext uri="{FF2B5EF4-FFF2-40B4-BE49-F238E27FC236}">
                <a16:creationId xmlns:a16="http://schemas.microsoft.com/office/drawing/2014/main" id="{55E81FFD-0D0A-4918-8865-07B5F6331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d36f9cba0b4a6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2222">
            <a:extLst xmlns:a="http://schemas.openxmlformats.org/drawingml/2006/main">
              <a:ext uri="{FF2B5EF4-FFF2-40B4-BE49-F238E27FC236}">
                <a16:creationId xmlns:a16="http://schemas.microsoft.com/office/drawing/2014/main" id="{3F57DB03-4D1D-43D5-BC32-EB5D328D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6d55f114194747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2223">
            <a:extLst xmlns:a="http://schemas.openxmlformats.org/drawingml/2006/main">
              <a:ext uri="{FF2B5EF4-FFF2-40B4-BE49-F238E27FC236}">
                <a16:creationId xmlns:a16="http://schemas.microsoft.com/office/drawing/2014/main" id="{9C25F4FC-D3C3-4605-BA73-F501F60B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89756037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1917">
            <a:extLst xmlns:a="http://schemas.openxmlformats.org/drawingml/2006/main">
              <a:ext uri="{FF2B5EF4-FFF2-40B4-BE49-F238E27FC236}">
                <a16:creationId xmlns:a16="http://schemas.microsoft.com/office/drawing/2014/main" id="{3BB3A011-C32C-43AE-9D61-AF5A94F9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NEXT 30 DAYS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84283FC-2915-47AB-AFB8-0F8D545B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30 天導入計畫：小步驗證，留下可重用資產</a:t>
            </a:r>
          </a:p>
        </p:txBody>
      </p:sp>
      <p:cxnSp>
        <p:nvCxnSpPr>
          <p:cNvPr id="35" name="shape-191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919">
            <a:extLst xmlns:a="http://schemas.openxmlformats.org/drawingml/2006/main">
              <a:ext uri="{FF2B5EF4-FFF2-40B4-BE49-F238E27FC236}">
                <a16:creationId xmlns:a16="http://schemas.microsoft.com/office/drawing/2014/main" id="{5C6C15D3-5395-4949-8E70-5E78EC3B8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007A8D9-BE28-4545-A9A2-A74AC2C95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47</a:t>
            </a:r>
          </a:p>
        </p:txBody>
      </p:sp>
      <p:sp>
        <p:nvSpPr>
          <p:cNvPr id="6" name="shape-1920">
            <a:extLst xmlns:a="http://schemas.openxmlformats.org/drawingml/2006/main">
              <a:ext uri="{FF2B5EF4-FFF2-40B4-BE49-F238E27FC236}">
                <a16:creationId xmlns:a16="http://schemas.microsoft.com/office/drawing/2014/main" id="{045BFAD0-EE94-4888-B121-2805D1C0B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10591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hape-1921">
            <a:extLst xmlns:a="http://schemas.openxmlformats.org/drawingml/2006/main">
              <a:ext uri="{FF2B5EF4-FFF2-40B4-BE49-F238E27FC236}">
                <a16:creationId xmlns:a16="http://schemas.microsoft.com/office/drawing/2014/main" id="{3F1DF540-6F32-4A17-9F2B-96AC3B9E5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922">
            <a:extLst xmlns:a="http://schemas.openxmlformats.org/drawingml/2006/main">
              <a:ext uri="{FF2B5EF4-FFF2-40B4-BE49-F238E27FC236}">
                <a16:creationId xmlns:a16="http://schemas.microsoft.com/office/drawing/2014/main" id="{888A0C21-E098-4CB2-97EE-AC73A54BE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1 週</a:t>
            </a:r>
          </a:p>
        </p:txBody>
      </p:sp>
      <p:sp>
        <p:nvSpPr>
          <p:cNvPr id="9" name="text-1923">
            <a:extLst xmlns:a="http://schemas.openxmlformats.org/drawingml/2006/main">
              <a:ext uri="{FF2B5EF4-FFF2-40B4-BE49-F238E27FC236}">
                <a16:creationId xmlns:a16="http://schemas.microsoft.com/office/drawing/2014/main" id="{880BFBB4-1A27-4D0C-B1B9-2E56BD3B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選任務</a:t>
            </a:r>
          </a:p>
        </p:txBody>
      </p:sp>
      <p:sp>
        <p:nvSpPr>
          <p:cNvPr id="10" name="text-1924">
            <a:extLst xmlns:a="http://schemas.openxmlformats.org/drawingml/2006/main">
              <a:ext uri="{FF2B5EF4-FFF2-40B4-BE49-F238E27FC236}">
                <a16:creationId xmlns:a16="http://schemas.microsoft.com/office/drawing/2014/main" id="{491F2298-92B6-46C2-8212-6CDB98575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高頻、耗時、可驗證</a:t>
            </a:r>
          </a:p>
        </p:txBody>
      </p:sp>
      <p:sp>
        <p:nvSpPr>
          <p:cNvPr id="11" name="shape-1925">
            <a:extLst xmlns:a="http://schemas.openxmlformats.org/drawingml/2006/main">
              <a:ext uri="{FF2B5EF4-FFF2-40B4-BE49-F238E27FC236}">
                <a16:creationId xmlns:a16="http://schemas.microsoft.com/office/drawing/2014/main" id="{FA7CAB7A-B810-487B-B341-F00DE24E9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926">
            <a:extLst xmlns:a="http://schemas.openxmlformats.org/drawingml/2006/main">
              <a:ext uri="{FF2B5EF4-FFF2-40B4-BE49-F238E27FC236}">
                <a16:creationId xmlns:a16="http://schemas.microsoft.com/office/drawing/2014/main" id="{8F2BC7F0-BDCA-44C5-9085-0376FA54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2 週</a:t>
            </a:r>
          </a:p>
        </p:txBody>
      </p:sp>
      <p:sp>
        <p:nvSpPr>
          <p:cNvPr id="13" name="text-1927">
            <a:extLst xmlns:a="http://schemas.openxmlformats.org/drawingml/2006/main">
              <a:ext uri="{FF2B5EF4-FFF2-40B4-BE49-F238E27FC236}">
                <a16:creationId xmlns:a16="http://schemas.microsoft.com/office/drawing/2014/main" id="{452E7EA2-A06F-4BC7-9838-EAFEB3B7A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試流程</a:t>
            </a:r>
          </a:p>
        </p:txBody>
      </p:sp>
      <p:sp>
        <p:nvSpPr>
          <p:cNvPr id="14" name="text-1928">
            <a:extLst xmlns:a="http://schemas.openxmlformats.org/drawingml/2006/main">
              <a:ext uri="{FF2B5EF4-FFF2-40B4-BE49-F238E27FC236}">
                <a16:creationId xmlns:a16="http://schemas.microsoft.com/office/drawing/2014/main" id="{0E42B7E9-1AE9-4BA0-B581-9FACAE7B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自己跑 3 次</a:t>
            </a:r>
          </a:p>
        </p:txBody>
      </p:sp>
      <p:sp>
        <p:nvSpPr>
          <p:cNvPr id="15" name="shape-1929">
            <a:extLst xmlns:a="http://schemas.openxmlformats.org/drawingml/2006/main">
              <a:ext uri="{FF2B5EF4-FFF2-40B4-BE49-F238E27FC236}">
                <a16:creationId xmlns:a16="http://schemas.microsoft.com/office/drawing/2014/main" id="{1D445B21-B45D-4FB6-A334-9BBBA805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930">
            <a:extLst xmlns:a="http://schemas.openxmlformats.org/drawingml/2006/main">
              <a:ext uri="{FF2B5EF4-FFF2-40B4-BE49-F238E27FC236}">
                <a16:creationId xmlns:a16="http://schemas.microsoft.com/office/drawing/2014/main" id="{C2479D25-0706-47B8-94AD-C2CE2A143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3 週</a:t>
            </a:r>
          </a:p>
        </p:txBody>
      </p:sp>
      <p:sp>
        <p:nvSpPr>
          <p:cNvPr id="17" name="text-1931">
            <a:extLst xmlns:a="http://schemas.openxmlformats.org/drawingml/2006/main">
              <a:ext uri="{FF2B5EF4-FFF2-40B4-BE49-F238E27FC236}">
                <a16:creationId xmlns:a16="http://schemas.microsoft.com/office/drawing/2014/main" id="{A8663105-AD61-4434-BE02-5002F0B2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給同儕</a:t>
            </a:r>
          </a:p>
        </p:txBody>
      </p:sp>
      <p:sp>
        <p:nvSpPr>
          <p:cNvPr id="18" name="text-1932">
            <a:extLst xmlns:a="http://schemas.openxmlformats.org/drawingml/2006/main">
              <a:ext uri="{FF2B5EF4-FFF2-40B4-BE49-F238E27FC236}">
                <a16:creationId xmlns:a16="http://schemas.microsoft.com/office/drawing/2014/main" id="{283CCC81-6C67-473E-89BE-664AE292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找 1 人盲測</a:t>
            </a:r>
          </a:p>
        </p:txBody>
      </p:sp>
      <p:sp>
        <p:nvSpPr>
          <p:cNvPr id="19" name="shape-1933">
            <a:extLst xmlns:a="http://schemas.openxmlformats.org/drawingml/2006/main">
              <a:ext uri="{FF2B5EF4-FFF2-40B4-BE49-F238E27FC236}">
                <a16:creationId xmlns:a16="http://schemas.microsoft.com/office/drawing/2014/main" id="{B74F993A-3F9F-412A-9CFB-BC6966F98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934">
            <a:extLst xmlns:a="http://schemas.openxmlformats.org/drawingml/2006/main">
              <a:ext uri="{FF2B5EF4-FFF2-40B4-BE49-F238E27FC236}">
                <a16:creationId xmlns:a16="http://schemas.microsoft.com/office/drawing/2014/main" id="{4FF197B0-6F61-4F4F-B0E5-32EB2E8D8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4 週</a:t>
            </a:r>
          </a:p>
        </p:txBody>
      </p:sp>
      <p:sp>
        <p:nvSpPr>
          <p:cNvPr id="21" name="text-1935">
            <a:extLst xmlns:a="http://schemas.openxmlformats.org/drawingml/2006/main">
              <a:ext uri="{FF2B5EF4-FFF2-40B4-BE49-F238E27FC236}">
                <a16:creationId xmlns:a16="http://schemas.microsoft.com/office/drawing/2014/main" id="{12F754D6-5CD8-4663-AAB3-FC32D9DC4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修 Skill</a:t>
            </a:r>
          </a:p>
        </p:txBody>
      </p:sp>
      <p:sp>
        <p:nvSpPr>
          <p:cNvPr id="22" name="text-1936">
            <a:extLst xmlns:a="http://schemas.openxmlformats.org/drawingml/2006/main">
              <a:ext uri="{FF2B5EF4-FFF2-40B4-BE49-F238E27FC236}">
                <a16:creationId xmlns:a16="http://schemas.microsoft.com/office/drawing/2014/main" id="{4CA77040-F352-41A9-8237-2F6D68F61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補規則與範例</a:t>
            </a:r>
          </a:p>
        </p:txBody>
      </p:sp>
      <p:sp>
        <p:nvSpPr>
          <p:cNvPr id="23" name="shape-1937">
            <a:extLst xmlns:a="http://schemas.openxmlformats.org/drawingml/2006/main">
              <a:ext uri="{FF2B5EF4-FFF2-40B4-BE49-F238E27FC236}">
                <a16:creationId xmlns:a16="http://schemas.microsoft.com/office/drawing/2014/main" id="{9CDE3846-109D-4F25-974F-9274573A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1938">
            <a:extLst xmlns:a="http://schemas.openxmlformats.org/drawingml/2006/main">
              <a:ext uri="{FF2B5EF4-FFF2-40B4-BE49-F238E27FC236}">
                <a16:creationId xmlns:a16="http://schemas.microsoft.com/office/drawing/2014/main" id="{95B3B388-0E02-464E-AC28-DFD0ECCE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30 天</a:t>
            </a:r>
          </a:p>
        </p:txBody>
      </p:sp>
      <p:sp>
        <p:nvSpPr>
          <p:cNvPr id="25" name="text-1939">
            <a:extLst xmlns:a="http://schemas.openxmlformats.org/drawingml/2006/main">
              <a:ext uri="{FF2B5EF4-FFF2-40B4-BE49-F238E27FC236}">
                <a16:creationId xmlns:a16="http://schemas.microsoft.com/office/drawing/2014/main" id="{92327498-B776-4A87-B0AE-B429F2389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決定</a:t>
            </a:r>
          </a:p>
        </p:txBody>
      </p:sp>
      <p:sp>
        <p:nvSpPr>
          <p:cNvPr id="26" name="text-1940">
            <a:extLst xmlns:a="http://schemas.openxmlformats.org/drawingml/2006/main">
              <a:ext uri="{FF2B5EF4-FFF2-40B4-BE49-F238E27FC236}">
                <a16:creationId xmlns:a16="http://schemas.microsoft.com/office/drawing/2014/main" id="{8AF526EF-EAAB-4C0A-A95D-D8D5033CA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採用、修改或淘汰</a:t>
            </a:r>
          </a:p>
        </p:txBody>
      </p:sp>
      <p:sp>
        <p:nvSpPr>
          <p:cNvPr id="27" name="text-2117">
            <a:extLst xmlns:a="http://schemas.openxmlformats.org/drawingml/2006/main">
              <a:ext uri="{FF2B5EF4-FFF2-40B4-BE49-F238E27FC236}">
                <a16:creationId xmlns:a16="http://schemas.microsoft.com/office/drawing/2014/main" id="{5C24AF4D-C57D-457C-B53D-9C5B4E2E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64abd5139334aa3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b3c04b82c374fc7"/>
              </a:rPr>
              <a:t>Codex ↗</a:t>
            </a:r>
          </a:p>
        </p:txBody>
      </p:sp>
      <p:sp>
        <p:nvSpPr>
          <p:cNvPr id="28" name="shape-2224">
            <a:extLst xmlns:a="http://schemas.openxmlformats.org/drawingml/2006/main">
              <a:ext uri="{FF2B5EF4-FFF2-40B4-BE49-F238E27FC236}">
                <a16:creationId xmlns:a16="http://schemas.microsoft.com/office/drawing/2014/main" id="{1E386DED-9116-40AC-A9AB-63DFAB1E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06dfc5e0b94aa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0" name="text-2225">
            <a:extLst xmlns:a="http://schemas.openxmlformats.org/drawingml/2006/main">
              <a:ext uri="{FF2B5EF4-FFF2-40B4-BE49-F238E27FC236}">
                <a16:creationId xmlns:a16="http://schemas.microsoft.com/office/drawing/2014/main" id="{F385E52A-BF7F-4472-8CA3-56D0D6B2E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7a15a80a51416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2" name="text-2226">
            <a:extLst xmlns:a="http://schemas.openxmlformats.org/drawingml/2006/main">
              <a:ext uri="{FF2B5EF4-FFF2-40B4-BE49-F238E27FC236}">
                <a16:creationId xmlns:a16="http://schemas.microsoft.com/office/drawing/2014/main" id="{7D65E1A9-ABA5-49CA-AD64-864CAAD8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769765116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941">
            <a:extLst xmlns:a="http://schemas.openxmlformats.org/drawingml/2006/main">
              <a:ext uri="{FF2B5EF4-FFF2-40B4-BE49-F238E27FC236}">
                <a16:creationId xmlns:a16="http://schemas.microsoft.com/office/drawing/2014/main" id="{C6668B9D-5106-4C44-849A-1373E123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FROM ASSISTANT TO SUPERPOWER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FEFCCDE-7953-460E-8B55-B818C002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時代：我們像擁有了超能力</a:t>
            </a:r>
          </a:p>
        </p:txBody>
      </p:sp>
      <p:cxnSp>
        <p:nvCxnSpPr>
          <p:cNvPr id="24" name="shape-19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943">
            <a:extLst xmlns:a="http://schemas.openxmlformats.org/drawingml/2006/main">
              <a:ext uri="{FF2B5EF4-FFF2-40B4-BE49-F238E27FC236}">
                <a16:creationId xmlns:a16="http://schemas.microsoft.com/office/drawing/2014/main" id="{1514DF64-105A-4630-B400-66ACD2A4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62BD61E-0B9B-4B32-9CE4-B052B3EC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48</a:t>
            </a:r>
          </a:p>
        </p:txBody>
      </p:sp>
      <p:sp>
        <p:nvSpPr>
          <p:cNvPr id="6" name="shape-1944">
            <a:extLst xmlns:a="http://schemas.openxmlformats.org/drawingml/2006/main">
              <a:ext uri="{FF2B5EF4-FFF2-40B4-BE49-F238E27FC236}">
                <a16:creationId xmlns:a16="http://schemas.microsoft.com/office/drawing/2014/main" id="{970BDEC2-A89A-42AA-8557-DDF4D9C0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945">
            <a:extLst xmlns:a="http://schemas.openxmlformats.org/drawingml/2006/main">
              <a:ext uri="{FF2B5EF4-FFF2-40B4-BE49-F238E27FC236}">
                <a16:creationId xmlns:a16="http://schemas.microsoft.com/office/drawing/2014/main" id="{C36D0152-BE78-442F-B0E1-76386D55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946">
            <a:extLst xmlns:a="http://schemas.openxmlformats.org/drawingml/2006/main">
              <a:ext uri="{FF2B5EF4-FFF2-40B4-BE49-F238E27FC236}">
                <a16:creationId xmlns:a16="http://schemas.microsoft.com/office/drawing/2014/main" id="{BA0AA383-B9C9-4282-9B38-EAC64218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能力被放大</a:t>
            </a:r>
          </a:p>
        </p:txBody>
      </p:sp>
      <p:sp>
        <p:nvSpPr>
          <p:cNvPr id="9" name="text-1947">
            <a:extLst xmlns:a="http://schemas.openxmlformats.org/drawingml/2006/main">
              <a:ext uri="{FF2B5EF4-FFF2-40B4-BE49-F238E27FC236}">
                <a16:creationId xmlns:a16="http://schemas.microsoft.com/office/drawing/2014/main" id="{42BB4040-C6B0-4B9D-B89D-E499812AD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完成以前想不到自己做得到的事，從執行者變成能推進整個工作的人。</a:t>
            </a:r>
          </a:p>
        </p:txBody>
      </p:sp>
      <p:sp>
        <p:nvSpPr>
          <p:cNvPr id="10" name="shape-1948">
            <a:extLst xmlns:a="http://schemas.openxmlformats.org/drawingml/2006/main">
              <a:ext uri="{FF2B5EF4-FFF2-40B4-BE49-F238E27FC236}">
                <a16:creationId xmlns:a16="http://schemas.microsoft.com/office/drawing/2014/main" id="{58C11500-D7F8-4880-B510-34C122A79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949">
            <a:extLst xmlns:a="http://schemas.openxmlformats.org/drawingml/2006/main">
              <a:ext uri="{FF2B5EF4-FFF2-40B4-BE49-F238E27FC236}">
                <a16:creationId xmlns:a16="http://schemas.microsoft.com/office/drawing/2014/main" id="{1A9FD2F4-5252-4FA5-8C25-D05C8C8C0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950">
            <a:extLst xmlns:a="http://schemas.openxmlformats.org/drawingml/2006/main">
              <a:ext uri="{FF2B5EF4-FFF2-40B4-BE49-F238E27FC236}">
                <a16:creationId xmlns:a16="http://schemas.microsoft.com/office/drawing/2014/main" id="{A1179A2F-9573-4115-94F4-5EC165D3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新的可能感</a:t>
            </a:r>
          </a:p>
        </p:txBody>
      </p:sp>
      <p:sp>
        <p:nvSpPr>
          <p:cNvPr id="13" name="text-1951">
            <a:extLst xmlns:a="http://schemas.openxmlformats.org/drawingml/2006/main">
              <a:ext uri="{FF2B5EF4-FFF2-40B4-BE49-F238E27FC236}">
                <a16:creationId xmlns:a16="http://schemas.microsoft.com/office/drawing/2014/main" id="{8E59AE81-98E8-472F-B61D-B760B1BE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「沒有你做不到的事，只有你想不到的事」成為一種強烈的行動感。</a:t>
            </a:r>
          </a:p>
        </p:txBody>
      </p:sp>
      <p:sp>
        <p:nvSpPr>
          <p:cNvPr id="14" name="shape-1952">
            <a:extLst xmlns:a="http://schemas.openxmlformats.org/drawingml/2006/main">
              <a:ext uri="{FF2B5EF4-FFF2-40B4-BE49-F238E27FC236}">
                <a16:creationId xmlns:a16="http://schemas.microsoft.com/office/drawing/2014/main" id="{05A77EF1-FFC2-429F-AD21-9789EDC0F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953">
            <a:extLst xmlns:a="http://schemas.openxmlformats.org/drawingml/2006/main">
              <a:ext uri="{FF2B5EF4-FFF2-40B4-BE49-F238E27FC236}">
                <a16:creationId xmlns:a16="http://schemas.microsoft.com/office/drawing/2014/main" id="{B9203086-D665-4E84-8AEE-9E3B51E7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954">
            <a:extLst xmlns:a="http://schemas.openxmlformats.org/drawingml/2006/main">
              <a:ext uri="{FF2B5EF4-FFF2-40B4-BE49-F238E27FC236}">
                <a16:creationId xmlns:a16="http://schemas.microsoft.com/office/drawing/2014/main" id="{1C64D564-7437-4DA6-B22B-E90A7A9A9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一個人也能做大事</a:t>
            </a:r>
          </a:p>
        </p:txBody>
      </p:sp>
      <p:sp>
        <p:nvSpPr>
          <p:cNvPr id="17" name="text-1955">
            <a:extLst xmlns:a="http://schemas.openxmlformats.org/drawingml/2006/main">
              <a:ext uri="{FF2B5EF4-FFF2-40B4-BE49-F238E27FC236}">
                <a16:creationId xmlns:a16="http://schemas.microsoft.com/office/drawing/2014/main" id="{93DFD953-7416-4749-82DC-F20D66116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講者觀察：一人公司、一人獨角獸的想像，正被 Agent 重新打開。</a:t>
            </a:r>
          </a:p>
        </p:txBody>
      </p:sp>
      <p:sp>
        <p:nvSpPr>
          <p:cNvPr id="18" name="shape-1956">
            <a:extLst xmlns:a="http://schemas.openxmlformats.org/drawingml/2006/main">
              <a:ext uri="{FF2B5EF4-FFF2-40B4-BE49-F238E27FC236}">
                <a16:creationId xmlns:a16="http://schemas.microsoft.com/office/drawing/2014/main" id="{711B682F-9005-4D30-8F4F-CCCA8F44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957">
            <a:extLst xmlns:a="http://schemas.openxmlformats.org/drawingml/2006/main">
              <a:ext uri="{FF2B5EF4-FFF2-40B4-BE49-F238E27FC236}">
                <a16:creationId xmlns:a16="http://schemas.microsoft.com/office/drawing/2014/main" id="{86241574-DA75-4EA0-82E6-C50C0ABE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958">
            <a:extLst xmlns:a="http://schemas.openxmlformats.org/drawingml/2006/main">
              <a:ext uri="{FF2B5EF4-FFF2-40B4-BE49-F238E27FC236}">
                <a16:creationId xmlns:a16="http://schemas.microsoft.com/office/drawing/2014/main" id="{84C25DEC-FFEC-443D-A999-FFE3F49E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能力不等於責任全包</a:t>
            </a:r>
          </a:p>
        </p:txBody>
      </p:sp>
      <p:sp>
        <p:nvSpPr>
          <p:cNvPr id="21" name="text-1959">
            <a:extLst xmlns:a="http://schemas.openxmlformats.org/drawingml/2006/main">
              <a:ext uri="{FF2B5EF4-FFF2-40B4-BE49-F238E27FC236}">
                <a16:creationId xmlns:a16="http://schemas.microsoft.com/office/drawing/2014/main" id="{9162789E-1368-4DF5-AD98-F9975A1B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力量變大之後，更要重新決定哪些事值得做、哪些事可以放下。</a:t>
            </a:r>
          </a:p>
        </p:txBody>
      </p:sp>
    </p:spTree>
    <p:extLst>
      <p:ext uri="{BB962C8B-B14F-4D97-AF65-F5344CB8AC3E}">
        <p14:creationId xmlns:p14="http://schemas.microsoft.com/office/powerpoint/2010/main" val="510147320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1960">
            <a:extLst xmlns:a="http://schemas.openxmlformats.org/drawingml/2006/main">
              <a:ext uri="{FF2B5EF4-FFF2-40B4-BE49-F238E27FC236}">
                <a16:creationId xmlns:a16="http://schemas.microsoft.com/office/drawing/2014/main" id="{E900AE09-BCAC-4023-ADC2-E8B08A74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DISCOVERY &amp; DOPAMINE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F26A94B-5FC5-4DBB-B4B9-10A45B97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從「做不到」到「我可以」：一人公司的多巴胺時代</a:t>
            </a:r>
          </a:p>
        </p:txBody>
      </p:sp>
      <p:cxnSp>
        <p:nvCxnSpPr>
          <p:cNvPr id="14" name="shape-19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962">
            <a:extLst xmlns:a="http://schemas.openxmlformats.org/drawingml/2006/main">
              <a:ext uri="{FF2B5EF4-FFF2-40B4-BE49-F238E27FC236}">
                <a16:creationId xmlns:a16="http://schemas.microsoft.com/office/drawing/2014/main" id="{2C7E70FA-4157-4FBF-B139-DB65D5BDD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97E4460-9D98-4670-BD3F-417221450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49</a:t>
            </a:r>
          </a:p>
        </p:txBody>
      </p:sp>
      <p:sp>
        <p:nvSpPr>
          <p:cNvPr id="6" name="shape-1963">
            <a:extLst xmlns:a="http://schemas.openxmlformats.org/drawingml/2006/main">
              <a:ext uri="{FF2B5EF4-FFF2-40B4-BE49-F238E27FC236}">
                <a16:creationId xmlns:a16="http://schemas.microsoft.com/office/drawing/2014/main" id="{0A497437-A1FD-4E29-A7EF-BF017973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964">
            <a:extLst xmlns:a="http://schemas.openxmlformats.org/drawingml/2006/main">
              <a:ext uri="{FF2B5EF4-FFF2-40B4-BE49-F238E27FC236}">
                <a16:creationId xmlns:a16="http://schemas.microsoft.com/office/drawing/2014/main" id="{E6DA8801-341D-4F52-ADD8-B2B732EAF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965">
            <a:extLst xmlns:a="http://schemas.openxmlformats.org/drawingml/2006/main">
              <a:ext uri="{FF2B5EF4-FFF2-40B4-BE49-F238E27FC236}">
                <a16:creationId xmlns:a16="http://schemas.microsoft.com/office/drawing/2014/main" id="{F18BF756-C640-46A0-927E-215DD7BF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被打開的新大陸</a:t>
            </a:r>
          </a:p>
        </p:txBody>
      </p:sp>
      <p:sp>
        <p:nvSpPr>
          <p:cNvPr id="9" name="text-1966">
            <a:extLst xmlns:a="http://schemas.openxmlformats.org/drawingml/2006/main">
              <a:ext uri="{FF2B5EF4-FFF2-40B4-BE49-F238E27FC236}">
                <a16:creationId xmlns:a16="http://schemas.microsoft.com/office/drawing/2014/main" id="{7475B8D3-5EF3-4079-BA20-709F8A438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以前沒有 AI 的時候，我們常做到這裡就好。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有了 AI Agent，原本以為做不到的事，忽然可以拆解、委派、測試，再一步步完成。</a:t>
            </a:r>
          </a:p>
        </p:txBody>
      </p:sp>
      <p:sp>
        <p:nvSpPr>
          <p:cNvPr id="10" name="text-1967">
            <a:extLst xmlns:a="http://schemas.openxmlformats.org/drawingml/2006/main">
              <a:ext uri="{FF2B5EF4-FFF2-40B4-BE49-F238E27FC236}">
                <a16:creationId xmlns:a16="http://schemas.microsoft.com/office/drawing/2014/main" id="{3AD32DDF-EE3B-4000-AA37-22823550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能力變強的代價</a:t>
            </a:r>
          </a:p>
        </p:txBody>
      </p:sp>
      <p:sp>
        <p:nvSpPr>
          <p:cNvPr id="11" name="text-1968">
            <a:extLst xmlns:a="http://schemas.openxmlformats.org/drawingml/2006/main">
              <a:ext uri="{FF2B5EF4-FFF2-40B4-BE49-F238E27FC236}">
                <a16:creationId xmlns:a16="http://schemas.microsoft.com/office/drawing/2014/main" id="{2BB45B51-376F-49DA-8EEA-BA79CA80C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發現自己還能做更多，會產生強烈的成就感與興奮感。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但如果沒有停下來重新選擇，可能把每一個新可能都變成新的待辦事項。</a:t>
            </a:r>
          </a:p>
        </p:txBody>
      </p:sp>
    </p:spTree>
    <p:extLst>
      <p:ext uri="{BB962C8B-B14F-4D97-AF65-F5344CB8AC3E}">
        <p14:creationId xmlns:p14="http://schemas.microsoft.com/office/powerpoint/2010/main" val="1302458228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969">
            <a:extLst xmlns:a="http://schemas.openxmlformats.org/drawingml/2006/main">
              <a:ext uri="{FF2B5EF4-FFF2-40B4-BE49-F238E27FC236}">
                <a16:creationId xmlns:a16="http://schemas.microsoft.com/office/drawing/2014/main" id="{F0E12134-83CA-4E7A-91B2-4FE5AB60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THE PRODUCTIVITY PARADOX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2E74AC6-1C9E-43A8-B6B2-049D4180A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效率提升 20 倍，為什麼人反而更忙？</a:t>
            </a:r>
          </a:p>
        </p:txBody>
      </p:sp>
      <p:cxnSp>
        <p:nvCxnSpPr>
          <p:cNvPr id="24" name="shape-197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971">
            <a:extLst xmlns:a="http://schemas.openxmlformats.org/drawingml/2006/main">
              <a:ext uri="{FF2B5EF4-FFF2-40B4-BE49-F238E27FC236}">
                <a16:creationId xmlns:a16="http://schemas.microsoft.com/office/drawing/2014/main" id="{1D156846-D191-4E44-9DBB-4C7C54B08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05ACCE5-60AC-4AE6-879D-2317BA914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50</a:t>
            </a:r>
          </a:p>
        </p:txBody>
      </p:sp>
      <p:sp>
        <p:nvSpPr>
          <p:cNvPr id="6" name="shape-1972">
            <a:extLst xmlns:a="http://schemas.openxmlformats.org/drawingml/2006/main">
              <a:ext uri="{FF2B5EF4-FFF2-40B4-BE49-F238E27FC236}">
                <a16:creationId xmlns:a16="http://schemas.microsoft.com/office/drawing/2014/main" id="{C9A5A49C-EEA7-48A6-8039-BF14DE83C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973">
            <a:extLst xmlns:a="http://schemas.openxmlformats.org/drawingml/2006/main">
              <a:ext uri="{FF2B5EF4-FFF2-40B4-BE49-F238E27FC236}">
                <a16:creationId xmlns:a16="http://schemas.microsoft.com/office/drawing/2014/main" id="{C1EECE65-F1A4-4634-8D78-3C8F1883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974">
            <a:extLst xmlns:a="http://schemas.openxmlformats.org/drawingml/2006/main">
              <a:ext uri="{FF2B5EF4-FFF2-40B4-BE49-F238E27FC236}">
                <a16:creationId xmlns:a16="http://schemas.microsoft.com/office/drawing/2014/main" id="{92FAB30D-0C1F-4664-86E7-03D3A65C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時間真的變多了</a:t>
            </a:r>
          </a:p>
        </p:txBody>
      </p:sp>
      <p:sp>
        <p:nvSpPr>
          <p:cNvPr id="9" name="text-1975">
            <a:extLst xmlns:a="http://schemas.openxmlformats.org/drawingml/2006/main">
              <a:ext uri="{FF2B5EF4-FFF2-40B4-BE49-F238E27FC236}">
                <a16:creationId xmlns:a16="http://schemas.microsoft.com/office/drawing/2014/main" id="{B1272234-E3D1-4C57-BD1C-BB96325F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一件事可能只需要原本 1/10 甚至 1/20 的時間，效率提升至少 20 倍。</a:t>
            </a:r>
          </a:p>
        </p:txBody>
      </p:sp>
      <p:sp>
        <p:nvSpPr>
          <p:cNvPr id="10" name="shape-1976">
            <a:extLst xmlns:a="http://schemas.openxmlformats.org/drawingml/2006/main">
              <a:ext uri="{FF2B5EF4-FFF2-40B4-BE49-F238E27FC236}">
                <a16:creationId xmlns:a16="http://schemas.microsoft.com/office/drawing/2014/main" id="{FFA88F75-3E4C-40E2-B92D-7D78AE691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977">
            <a:extLst xmlns:a="http://schemas.openxmlformats.org/drawingml/2006/main">
              <a:ext uri="{FF2B5EF4-FFF2-40B4-BE49-F238E27FC236}">
                <a16:creationId xmlns:a16="http://schemas.microsoft.com/office/drawing/2014/main" id="{EA5B2D80-CF42-44D6-B1B2-A98A9D99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978">
            <a:extLst xmlns:a="http://schemas.openxmlformats.org/drawingml/2006/main">
              <a:ext uri="{FF2B5EF4-FFF2-40B4-BE49-F238E27FC236}">
                <a16:creationId xmlns:a16="http://schemas.microsoft.com/office/drawing/2014/main" id="{DD102B51-73B1-4575-BCCB-E35B3033C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任務也跟著膨脹</a:t>
            </a:r>
          </a:p>
        </p:txBody>
      </p:sp>
      <p:sp>
        <p:nvSpPr>
          <p:cNvPr id="13" name="text-1979">
            <a:extLst xmlns:a="http://schemas.openxmlformats.org/drawingml/2006/main">
              <a:ext uri="{FF2B5EF4-FFF2-40B4-BE49-F238E27FC236}">
                <a16:creationId xmlns:a16="http://schemas.microsoft.com/office/drawing/2014/main" id="{F2E386BC-006E-48D0-8E59-2C5C1157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省下來的時間，常被拿去安排更多優化、改良、版本與新點子。</a:t>
            </a:r>
          </a:p>
        </p:txBody>
      </p:sp>
      <p:sp>
        <p:nvSpPr>
          <p:cNvPr id="14" name="shape-1980">
            <a:extLst xmlns:a="http://schemas.openxmlformats.org/drawingml/2006/main">
              <a:ext uri="{FF2B5EF4-FFF2-40B4-BE49-F238E27FC236}">
                <a16:creationId xmlns:a16="http://schemas.microsoft.com/office/drawing/2014/main" id="{2C4D9689-4988-44F5-9AEB-8AD650A7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981">
            <a:extLst xmlns:a="http://schemas.openxmlformats.org/drawingml/2006/main">
              <a:ext uri="{FF2B5EF4-FFF2-40B4-BE49-F238E27FC236}">
                <a16:creationId xmlns:a16="http://schemas.microsoft.com/office/drawing/2014/main" id="{E888DDEC-6E27-4EDD-A295-5E257A736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982">
            <a:extLst xmlns:a="http://schemas.openxmlformats.org/drawingml/2006/main">
              <a:ext uri="{FF2B5EF4-FFF2-40B4-BE49-F238E27FC236}">
                <a16:creationId xmlns:a16="http://schemas.microsoft.com/office/drawing/2014/main" id="{584B18CA-78E0-40A7-958F-36F8FD5F1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忙不是 Agent 的錯</a:t>
            </a:r>
          </a:p>
        </p:txBody>
      </p:sp>
      <p:sp>
        <p:nvSpPr>
          <p:cNvPr id="17" name="text-1983">
            <a:extLst xmlns:a="http://schemas.openxmlformats.org/drawingml/2006/main">
              <a:ext uri="{FF2B5EF4-FFF2-40B4-BE49-F238E27FC236}">
                <a16:creationId xmlns:a16="http://schemas.microsoft.com/office/drawing/2014/main" id="{3CC2EDC8-E48F-44FA-A337-875D29F55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真正需要檢查的是：我們是否把所有能做的事，都誤認成應該做的事？</a:t>
            </a:r>
          </a:p>
        </p:txBody>
      </p:sp>
      <p:sp>
        <p:nvSpPr>
          <p:cNvPr id="18" name="shape-1984">
            <a:extLst xmlns:a="http://schemas.openxmlformats.org/drawingml/2006/main">
              <a:ext uri="{FF2B5EF4-FFF2-40B4-BE49-F238E27FC236}">
                <a16:creationId xmlns:a16="http://schemas.microsoft.com/office/drawing/2014/main" id="{73CD6799-A597-487D-B938-46BE37F1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985">
            <a:extLst xmlns:a="http://schemas.openxmlformats.org/drawingml/2006/main">
              <a:ext uri="{FF2B5EF4-FFF2-40B4-BE49-F238E27FC236}">
                <a16:creationId xmlns:a16="http://schemas.microsoft.com/office/drawing/2014/main" id="{DFFBB109-CBC3-421B-A3A0-FEED7869C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986">
            <a:extLst xmlns:a="http://schemas.openxmlformats.org/drawingml/2006/main">
              <a:ext uri="{FF2B5EF4-FFF2-40B4-BE49-F238E27FC236}">
                <a16:creationId xmlns:a16="http://schemas.microsoft.com/office/drawing/2014/main" id="{B9A6E102-3C9F-43CC-A4CF-8BB60B44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重新定義完成</a:t>
            </a:r>
          </a:p>
        </p:txBody>
      </p:sp>
      <p:sp>
        <p:nvSpPr>
          <p:cNvPr id="21" name="text-1987">
            <a:extLst xmlns:a="http://schemas.openxmlformats.org/drawingml/2006/main">
              <a:ext uri="{FF2B5EF4-FFF2-40B4-BE49-F238E27FC236}">
                <a16:creationId xmlns:a16="http://schemas.microsoft.com/office/drawing/2014/main" id="{EAA18E69-1CF2-41FD-B689-2A9ECDF1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完成不只是做得更快，也包括知道何時停止、休息與把時間交還給生活。</a:t>
            </a:r>
          </a:p>
        </p:txBody>
      </p:sp>
    </p:spTree>
    <p:extLst>
      <p:ext uri="{BB962C8B-B14F-4D97-AF65-F5344CB8AC3E}">
        <p14:creationId xmlns:p14="http://schemas.microsoft.com/office/powerpoint/2010/main" val="1873307767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1988">
            <a:extLst xmlns:a="http://schemas.openxmlformats.org/drawingml/2006/main">
              <a:ext uri="{FF2B5EF4-FFF2-40B4-BE49-F238E27FC236}">
                <a16:creationId xmlns:a16="http://schemas.microsoft.com/office/drawing/2014/main" id="{B24CD6E3-6D5D-4331-8152-B95C1B902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WHO IS HARNESSING WHOM?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957AC16-340E-4F35-93B6-A7BE8758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誰在駕馭誰？Harness 的人生反思</a:t>
            </a:r>
          </a:p>
        </p:txBody>
      </p:sp>
      <p:cxnSp>
        <p:nvCxnSpPr>
          <p:cNvPr id="14" name="shape-198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990">
            <a:extLst xmlns:a="http://schemas.openxmlformats.org/drawingml/2006/main">
              <a:ext uri="{FF2B5EF4-FFF2-40B4-BE49-F238E27FC236}">
                <a16:creationId xmlns:a16="http://schemas.microsoft.com/office/drawing/2014/main" id="{7EF86AB5-3F61-49D3-BB33-125D02D99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72DE2E8-03D8-425B-957F-F6157214E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51</a:t>
            </a:r>
          </a:p>
        </p:txBody>
      </p:sp>
      <p:sp>
        <p:nvSpPr>
          <p:cNvPr id="6" name="shape-1991">
            <a:extLst xmlns:a="http://schemas.openxmlformats.org/drawingml/2006/main">
              <a:ext uri="{FF2B5EF4-FFF2-40B4-BE49-F238E27FC236}">
                <a16:creationId xmlns:a16="http://schemas.microsoft.com/office/drawing/2014/main" id="{30D3F4CB-D2F7-49DF-BEFF-875B489D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992">
            <a:extLst xmlns:a="http://schemas.openxmlformats.org/drawingml/2006/main">
              <a:ext uri="{FF2B5EF4-FFF2-40B4-BE49-F238E27FC236}">
                <a16:creationId xmlns:a16="http://schemas.microsoft.com/office/drawing/2014/main" id="{29F54397-5EAA-42A7-9288-0B135AD6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993">
            <a:extLst xmlns:a="http://schemas.openxmlformats.org/drawingml/2006/main">
              <a:ext uri="{FF2B5EF4-FFF2-40B4-BE49-F238E27FC236}">
                <a16:creationId xmlns:a16="http://schemas.microsoft.com/office/drawing/2014/main" id="{7EDEA1D1-ED3B-4BFD-90BD-294B1679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我們原本的說法</a:t>
            </a:r>
          </a:p>
        </p:txBody>
      </p:sp>
      <p:sp>
        <p:nvSpPr>
          <p:cNvPr id="9" name="text-1994">
            <a:extLst xmlns:a="http://schemas.openxmlformats.org/drawingml/2006/main">
              <a:ext uri="{FF2B5EF4-FFF2-40B4-BE49-F238E27FC236}">
                <a16:creationId xmlns:a16="http://schemas.microsoft.com/office/drawing/2014/main" id="{7AE33FFC-7834-4B8C-B117-698741FAB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我們說要 harness Agent：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駕馭它、指派它、讓它長時間不中斷地完成工作。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人的目標、界線與最後決定，應該留在人的手上。</a:t>
            </a:r>
          </a:p>
        </p:txBody>
      </p:sp>
      <p:sp>
        <p:nvSpPr>
          <p:cNvPr id="10" name="text-1995">
            <a:extLst xmlns:a="http://schemas.openxmlformats.org/drawingml/2006/main">
              <a:ext uri="{FF2B5EF4-FFF2-40B4-BE49-F238E27FC236}">
                <a16:creationId xmlns:a16="http://schemas.microsoft.com/office/drawing/2014/main" id="{FBAB1101-AEB5-4E51-92D8-50DFED83E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可能發生的反轉</a:t>
            </a:r>
          </a:p>
        </p:txBody>
      </p:sp>
      <p:sp>
        <p:nvSpPr>
          <p:cNvPr id="11" name="text-1996">
            <a:extLst xmlns:a="http://schemas.openxmlformats.org/drawingml/2006/main">
              <a:ext uri="{FF2B5EF4-FFF2-40B4-BE49-F238E27FC236}">
                <a16:creationId xmlns:a16="http://schemas.microsoft.com/office/drawing/2014/main" id="{0DD0A2EC-47DE-4633-87C4-B346F28B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如果 Agent 讓我們攬下更多任務，日夜追逐下一個優化，明明是我們在使用工具，生活卻開始被工具的可能性牽著走。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這就是「誰在駕馭誰？」的提醒。</a:t>
            </a:r>
          </a:p>
        </p:txBody>
      </p:sp>
    </p:spTree>
    <p:extLst>
      <p:ext uri="{BB962C8B-B14F-4D97-AF65-F5344CB8AC3E}">
        <p14:creationId xmlns:p14="http://schemas.microsoft.com/office/powerpoint/2010/main" val="39689536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997">
            <a:extLst xmlns:a="http://schemas.openxmlformats.org/drawingml/2006/main">
              <a:ext uri="{FF2B5EF4-FFF2-40B4-BE49-F238E27FC236}">
                <a16:creationId xmlns:a16="http://schemas.microsoft.com/office/drawing/2014/main" id="{CF8E38A2-F5F6-4962-9F07-9557360A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POWER &amp; EMOTIONAL VALUE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ADF5710-A665-4914-9538-4DEA73FBC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帶來強大能力，也帶來情緒價值</a:t>
            </a:r>
          </a:p>
        </p:txBody>
      </p:sp>
      <p:cxnSp>
        <p:nvCxnSpPr>
          <p:cNvPr id="24" name="shape-199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999">
            <a:extLst xmlns:a="http://schemas.openxmlformats.org/drawingml/2006/main">
              <a:ext uri="{FF2B5EF4-FFF2-40B4-BE49-F238E27FC236}">
                <a16:creationId xmlns:a16="http://schemas.microsoft.com/office/drawing/2014/main" id="{79427DB5-10B5-4972-9852-029252B8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9675D59-86E5-4C18-8909-DED07AEA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52</a:t>
            </a:r>
          </a:p>
        </p:txBody>
      </p:sp>
      <p:sp>
        <p:nvSpPr>
          <p:cNvPr id="6" name="shape-2000">
            <a:extLst xmlns:a="http://schemas.openxmlformats.org/drawingml/2006/main">
              <a:ext uri="{FF2B5EF4-FFF2-40B4-BE49-F238E27FC236}">
                <a16:creationId xmlns:a16="http://schemas.microsoft.com/office/drawing/2014/main" id="{54D4CB5B-193F-49BA-9446-3F3501D64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2001">
            <a:extLst xmlns:a="http://schemas.openxmlformats.org/drawingml/2006/main">
              <a:ext uri="{FF2B5EF4-FFF2-40B4-BE49-F238E27FC236}">
                <a16:creationId xmlns:a16="http://schemas.microsoft.com/office/drawing/2014/main" id="{97C69F81-3577-491C-B6C2-56403D6C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002">
            <a:extLst xmlns:a="http://schemas.openxmlformats.org/drawingml/2006/main">
              <a:ext uri="{FF2B5EF4-FFF2-40B4-BE49-F238E27FC236}">
                <a16:creationId xmlns:a16="http://schemas.microsoft.com/office/drawing/2014/main" id="{3296C17C-D94B-4486-BA60-319BEB959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不用先是主管</a:t>
            </a:r>
          </a:p>
        </p:txBody>
      </p:sp>
      <p:sp>
        <p:nvSpPr>
          <p:cNvPr id="9" name="text-2003">
            <a:extLst xmlns:a="http://schemas.openxmlformats.org/drawingml/2006/main">
              <a:ext uri="{FF2B5EF4-FFF2-40B4-BE49-F238E27FC236}">
                <a16:creationId xmlns:a16="http://schemas.microsoft.com/office/drawing/2014/main" id="{A99B2E2C-F29C-4DA1-8656-C8B45E6DD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即使是基層員工或教師，也能像一位很會分派工作的主管，指派任務、拆解工作與追蹤進度。</a:t>
            </a:r>
          </a:p>
        </p:txBody>
      </p:sp>
      <p:sp>
        <p:nvSpPr>
          <p:cNvPr id="10" name="shape-2004">
            <a:extLst xmlns:a="http://schemas.openxmlformats.org/drawingml/2006/main">
              <a:ext uri="{FF2B5EF4-FFF2-40B4-BE49-F238E27FC236}">
                <a16:creationId xmlns:a16="http://schemas.microsoft.com/office/drawing/2014/main" id="{2768824C-DAB6-4559-871E-1D5A78D7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2005">
            <a:extLst xmlns:a="http://schemas.openxmlformats.org/drawingml/2006/main">
              <a:ext uri="{FF2B5EF4-FFF2-40B4-BE49-F238E27FC236}">
                <a16:creationId xmlns:a16="http://schemas.microsoft.com/office/drawing/2014/main" id="{7F0DB2A5-8A7E-41A2-A831-E8FABD1AA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006">
            <a:extLst xmlns:a="http://schemas.openxmlformats.org/drawingml/2006/main">
              <a:ext uri="{FF2B5EF4-FFF2-40B4-BE49-F238E27FC236}">
                <a16:creationId xmlns:a16="http://schemas.microsoft.com/office/drawing/2014/main" id="{4D51D017-F4C0-44ED-B1FD-D036836C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隨時回應與陪伴</a:t>
            </a:r>
          </a:p>
        </p:txBody>
      </p:sp>
      <p:sp>
        <p:nvSpPr>
          <p:cNvPr id="13" name="text-2007">
            <a:extLst xmlns:a="http://schemas.openxmlformats.org/drawingml/2006/main">
              <a:ext uri="{FF2B5EF4-FFF2-40B4-BE49-F238E27FC236}">
                <a16:creationId xmlns:a16="http://schemas.microsoft.com/office/drawing/2014/main" id="{D38A1658-A493-4AE7-8C21-0444D3019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在使用者的體感中，AI 常能即時回應、鼓勵與陪伴，讓人覺得自己能完成好多事。</a:t>
            </a:r>
          </a:p>
        </p:txBody>
      </p:sp>
      <p:sp>
        <p:nvSpPr>
          <p:cNvPr id="14" name="shape-2008">
            <a:extLst xmlns:a="http://schemas.openxmlformats.org/drawingml/2006/main">
              <a:ext uri="{FF2B5EF4-FFF2-40B4-BE49-F238E27FC236}">
                <a16:creationId xmlns:a16="http://schemas.microsoft.com/office/drawing/2014/main" id="{900A64B3-0ED5-45C6-9FEB-EAD69466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2009">
            <a:extLst xmlns:a="http://schemas.openxmlformats.org/drawingml/2006/main">
              <a:ext uri="{FF2B5EF4-FFF2-40B4-BE49-F238E27FC236}">
                <a16:creationId xmlns:a16="http://schemas.microsoft.com/office/drawing/2014/main" id="{87BD130C-C9A8-49DD-8E7E-49098B2B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010">
            <a:extLst xmlns:a="http://schemas.openxmlformats.org/drawingml/2006/main">
              <a:ext uri="{FF2B5EF4-FFF2-40B4-BE49-F238E27FC236}">
                <a16:creationId xmlns:a16="http://schemas.microsoft.com/office/drawing/2014/main" id="{C3945077-5AC8-4D9D-A202-1F7A1B68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正面回饋很有力量</a:t>
            </a:r>
          </a:p>
        </p:txBody>
      </p:sp>
      <p:sp>
        <p:nvSpPr>
          <p:cNvPr id="17" name="text-2011">
            <a:extLst xmlns:a="http://schemas.openxmlformats.org/drawingml/2006/main">
              <a:ext uri="{FF2B5EF4-FFF2-40B4-BE49-F238E27FC236}">
                <a16:creationId xmlns:a16="http://schemas.microsoft.com/office/drawing/2014/main" id="{B294D7A2-641C-4CE7-8D30-0D058641A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它不會像真實同事一樣抱怨或離職；但「AI 永遠給正面情緒價值」是使用感受，不是無條件保證。</a:t>
            </a:r>
          </a:p>
        </p:txBody>
      </p:sp>
      <p:sp>
        <p:nvSpPr>
          <p:cNvPr id="18" name="shape-2012">
            <a:extLst xmlns:a="http://schemas.openxmlformats.org/drawingml/2006/main">
              <a:ext uri="{FF2B5EF4-FFF2-40B4-BE49-F238E27FC236}">
                <a16:creationId xmlns:a16="http://schemas.microsoft.com/office/drawing/2014/main" id="{EB70F6F0-01A8-4A66-8BF8-CD679870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2013">
            <a:extLst xmlns:a="http://schemas.openxmlformats.org/drawingml/2006/main">
              <a:ext uri="{FF2B5EF4-FFF2-40B4-BE49-F238E27FC236}">
                <a16:creationId xmlns:a16="http://schemas.microsoft.com/office/drawing/2014/main" id="{5AE8F41E-3DE8-4526-A9BC-CD77B77D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014">
            <a:extLst xmlns:a="http://schemas.openxmlformats.org/drawingml/2006/main">
              <a:ext uri="{FF2B5EF4-FFF2-40B4-BE49-F238E27FC236}">
                <a16:creationId xmlns:a16="http://schemas.microsoft.com/office/drawing/2014/main" id="{6B94BA0A-4404-451B-BB54-05FA1B14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人仍要負責關係</a:t>
            </a:r>
          </a:p>
        </p:txBody>
      </p:sp>
      <p:sp>
        <p:nvSpPr>
          <p:cNvPr id="21" name="text-2015">
            <a:extLst xmlns:a="http://schemas.openxmlformats.org/drawingml/2006/main">
              <a:ext uri="{FF2B5EF4-FFF2-40B4-BE49-F238E27FC236}">
                <a16:creationId xmlns:a16="http://schemas.microsoft.com/office/drawing/2014/main" id="{33378D06-1CD1-4C9A-838E-4AFC2D7F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 AI 當成工作夥伴，不把家人、同儕與專業判斷交給它代替。</a:t>
            </a:r>
          </a:p>
        </p:txBody>
      </p:sp>
    </p:spTree>
    <p:extLst>
      <p:ext uri="{BB962C8B-B14F-4D97-AF65-F5344CB8AC3E}">
        <p14:creationId xmlns:p14="http://schemas.microsoft.com/office/powerpoint/2010/main" val="856833981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2016">
            <a:extLst xmlns:a="http://schemas.openxmlformats.org/drawingml/2006/main">
              <a:ext uri="{FF2B5EF4-FFF2-40B4-BE49-F238E27FC236}">
                <a16:creationId xmlns:a16="http://schemas.microsoft.com/office/drawing/2014/main" id="{1A515DFA-05F0-4B73-83D0-EC6FD55CE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TIME RETURNED TO LIFE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E0CA65E-23CA-4A96-BDFC-9AD36C61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把省下的時間還給人生：素養教育的所在</a:t>
            </a:r>
          </a:p>
        </p:txBody>
      </p:sp>
      <p:cxnSp>
        <p:nvCxnSpPr>
          <p:cNvPr id="38" name="shape-201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018">
            <a:extLst xmlns:a="http://schemas.openxmlformats.org/drawingml/2006/main">
              <a:ext uri="{FF2B5EF4-FFF2-40B4-BE49-F238E27FC236}">
                <a16:creationId xmlns:a16="http://schemas.microsoft.com/office/drawing/2014/main" id="{CF46FD4D-8822-44C5-9D6C-D939D59F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F7FC251-E044-4068-B746-81A0CD189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53</a:t>
            </a:r>
          </a:p>
        </p:txBody>
      </p:sp>
      <p:sp>
        <p:nvSpPr>
          <p:cNvPr id="6" name="shape-2019">
            <a:extLst xmlns:a="http://schemas.openxmlformats.org/drawingml/2006/main">
              <a:ext uri="{FF2B5EF4-FFF2-40B4-BE49-F238E27FC236}">
                <a16:creationId xmlns:a16="http://schemas.microsoft.com/office/drawing/2014/main" id="{26ED934A-D717-4DE7-AD2A-73B8143B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2020">
            <a:extLst xmlns:a="http://schemas.openxmlformats.org/drawingml/2006/main">
              <a:ext uri="{FF2B5EF4-FFF2-40B4-BE49-F238E27FC236}">
                <a16:creationId xmlns:a16="http://schemas.microsoft.com/office/drawing/2014/main" id="{55A58378-C788-4571-812D-31C9E2AE7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2021">
            <a:extLst xmlns:a="http://schemas.openxmlformats.org/drawingml/2006/main">
              <a:ext uri="{FF2B5EF4-FFF2-40B4-BE49-F238E27FC236}">
                <a16:creationId xmlns:a16="http://schemas.microsoft.com/office/drawing/2014/main" id="{28487DB8-5EF5-4477-B1DB-1A9B3785C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022">
            <a:extLst xmlns:a="http://schemas.openxmlformats.org/drawingml/2006/main">
              <a:ext uri="{FF2B5EF4-FFF2-40B4-BE49-F238E27FC236}">
                <a16:creationId xmlns:a16="http://schemas.microsoft.com/office/drawing/2014/main" id="{C452EC9B-6802-4EE9-8BBD-2DE8F4790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培養興趣</a:t>
            </a:r>
          </a:p>
        </p:txBody>
      </p:sp>
      <p:sp>
        <p:nvSpPr>
          <p:cNvPr id="10" name="text-2023">
            <a:extLst xmlns:a="http://schemas.openxmlformats.org/drawingml/2006/main">
              <a:ext uri="{FF2B5EF4-FFF2-40B4-BE49-F238E27FC236}">
                <a16:creationId xmlns:a16="http://schemas.microsoft.com/office/drawing/2014/main" id="{A87272B7-DA9D-4D18-AF51-2F1F42D1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探索工作與教學之外，過去沒有時間嘗試的路。</a:t>
            </a:r>
          </a:p>
        </p:txBody>
      </p:sp>
      <p:sp>
        <p:nvSpPr>
          <p:cNvPr id="11" name="text-2024">
            <a:extLst xmlns:a="http://schemas.openxmlformats.org/drawingml/2006/main">
              <a:ext uri="{FF2B5EF4-FFF2-40B4-BE49-F238E27FC236}">
                <a16:creationId xmlns:a16="http://schemas.microsoft.com/office/drawing/2014/main" id="{2FD88D9F-3747-4C54-8A39-4C6CAA9EE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2025">
            <a:extLst xmlns:a="http://schemas.openxmlformats.org/drawingml/2006/main">
              <a:ext uri="{FF2B5EF4-FFF2-40B4-BE49-F238E27FC236}">
                <a16:creationId xmlns:a16="http://schemas.microsoft.com/office/drawing/2014/main" id="{BEE4F194-1B87-4D65-9F8F-A1FA9AFC4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2026">
            <a:extLst xmlns:a="http://schemas.openxmlformats.org/drawingml/2006/main">
              <a:ext uri="{FF2B5EF4-FFF2-40B4-BE49-F238E27FC236}">
                <a16:creationId xmlns:a16="http://schemas.microsoft.com/office/drawing/2014/main" id="{0503FF73-6F00-470B-97C6-D659997F0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2027">
            <a:extLst xmlns:a="http://schemas.openxmlformats.org/drawingml/2006/main">
              <a:ext uri="{FF2B5EF4-FFF2-40B4-BE49-F238E27FC236}">
                <a16:creationId xmlns:a16="http://schemas.microsoft.com/office/drawing/2014/main" id="{2327F5CC-2CC5-448C-BA49-61284F8D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028">
            <a:extLst xmlns:a="http://schemas.openxmlformats.org/drawingml/2006/main">
              <a:ext uri="{FF2B5EF4-FFF2-40B4-BE49-F238E27FC236}">
                <a16:creationId xmlns:a16="http://schemas.microsoft.com/office/drawing/2014/main" id="{23D70A20-DC53-4EB4-A930-FB68DAB2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陪伴家人</a:t>
            </a:r>
          </a:p>
        </p:txBody>
      </p:sp>
      <p:sp>
        <p:nvSpPr>
          <p:cNvPr id="16" name="text-2029">
            <a:extLst xmlns:a="http://schemas.openxmlformats.org/drawingml/2006/main">
              <a:ext uri="{FF2B5EF4-FFF2-40B4-BE49-F238E27FC236}">
                <a16:creationId xmlns:a16="http://schemas.microsoft.com/office/drawing/2014/main" id="{5B0C79D7-F28E-4D57-B9E0-36FFA5E6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陪伴孩子與家人，參與孩子的成長過程。</a:t>
            </a:r>
          </a:p>
        </p:txBody>
      </p:sp>
      <p:sp>
        <p:nvSpPr>
          <p:cNvPr id="17" name="text-2030">
            <a:extLst xmlns:a="http://schemas.openxmlformats.org/drawingml/2006/main">
              <a:ext uri="{FF2B5EF4-FFF2-40B4-BE49-F238E27FC236}">
                <a16:creationId xmlns:a16="http://schemas.microsoft.com/office/drawing/2014/main" id="{1A4DB98B-E33E-446D-BC83-2DF941DED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2031">
            <a:extLst xmlns:a="http://schemas.openxmlformats.org/drawingml/2006/main">
              <a:ext uri="{FF2B5EF4-FFF2-40B4-BE49-F238E27FC236}">
                <a16:creationId xmlns:a16="http://schemas.microsoft.com/office/drawing/2014/main" id="{ABE258AC-50D7-413A-AD5A-71A02EEB8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2032">
            <a:extLst xmlns:a="http://schemas.openxmlformats.org/drawingml/2006/main">
              <a:ext uri="{FF2B5EF4-FFF2-40B4-BE49-F238E27FC236}">
                <a16:creationId xmlns:a16="http://schemas.microsoft.com/office/drawing/2014/main" id="{BE24F9D9-448B-4746-9C88-46890AAC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033">
            <a:extLst xmlns:a="http://schemas.openxmlformats.org/drawingml/2006/main">
              <a:ext uri="{FF2B5EF4-FFF2-40B4-BE49-F238E27FC236}">
                <a16:creationId xmlns:a16="http://schemas.microsoft.com/office/drawing/2014/main" id="{9A239086-B070-4B28-9026-B29E3D983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2034">
            <a:extLst xmlns:a="http://schemas.openxmlformats.org/drawingml/2006/main">
              <a:ext uri="{FF2B5EF4-FFF2-40B4-BE49-F238E27FC236}">
                <a16:creationId xmlns:a16="http://schemas.microsoft.com/office/drawing/2014/main" id="{B56907BE-BB54-40ED-9BE1-887C92BD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深入交流</a:t>
            </a:r>
          </a:p>
        </p:txBody>
      </p:sp>
      <p:sp>
        <p:nvSpPr>
          <p:cNvPr id="22" name="text-2035">
            <a:extLst xmlns:a="http://schemas.openxmlformats.org/drawingml/2006/main">
              <a:ext uri="{FF2B5EF4-FFF2-40B4-BE49-F238E27FC236}">
                <a16:creationId xmlns:a16="http://schemas.microsoft.com/office/drawing/2014/main" id="{7E90E822-274E-418B-9342-70FEF1AF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和同儕、同事好好聊天，重新建立理解與信任。</a:t>
            </a:r>
          </a:p>
        </p:txBody>
      </p:sp>
      <p:sp>
        <p:nvSpPr>
          <p:cNvPr id="23" name="text-2036">
            <a:extLst xmlns:a="http://schemas.openxmlformats.org/drawingml/2006/main">
              <a:ext uri="{FF2B5EF4-FFF2-40B4-BE49-F238E27FC236}">
                <a16:creationId xmlns:a16="http://schemas.microsoft.com/office/drawing/2014/main" id="{FFF6E8DF-EE87-4EB9-B2B1-16DB95177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2037">
            <a:extLst xmlns:a="http://schemas.openxmlformats.org/drawingml/2006/main">
              <a:ext uri="{FF2B5EF4-FFF2-40B4-BE49-F238E27FC236}">
                <a16:creationId xmlns:a16="http://schemas.microsoft.com/office/drawing/2014/main" id="{B09B1650-08C5-4480-854E-16A2ACFC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2038">
            <a:extLst xmlns:a="http://schemas.openxmlformats.org/drawingml/2006/main">
              <a:ext uri="{FF2B5EF4-FFF2-40B4-BE49-F238E27FC236}">
                <a16:creationId xmlns:a16="http://schemas.microsoft.com/office/drawing/2014/main" id="{C2C2ED72-F21E-42B3-BEB4-DAD1CEE5D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2039">
            <a:extLst xmlns:a="http://schemas.openxmlformats.org/drawingml/2006/main">
              <a:ext uri="{FF2B5EF4-FFF2-40B4-BE49-F238E27FC236}">
                <a16:creationId xmlns:a16="http://schemas.microsoft.com/office/drawing/2014/main" id="{E7272231-1F4F-421D-9702-1A2FB16DF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2040">
            <a:extLst xmlns:a="http://schemas.openxmlformats.org/drawingml/2006/main">
              <a:ext uri="{FF2B5EF4-FFF2-40B4-BE49-F238E27FC236}">
                <a16:creationId xmlns:a16="http://schemas.microsoft.com/office/drawing/2014/main" id="{94238D08-CAAD-4DAC-BDEB-13685A711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發展志向</a:t>
            </a:r>
          </a:p>
        </p:txBody>
      </p:sp>
      <p:sp>
        <p:nvSpPr>
          <p:cNvPr id="28" name="text-2041">
            <a:extLst xmlns:a="http://schemas.openxmlformats.org/drawingml/2006/main">
              <a:ext uri="{FF2B5EF4-FFF2-40B4-BE49-F238E27FC236}">
                <a16:creationId xmlns:a16="http://schemas.microsoft.com/office/drawing/2014/main" id="{F298E15F-4A3D-4031-B365-CD90AEE30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把時間投入職涯發展、個人興趣與真正重要的目標。</a:t>
            </a:r>
          </a:p>
        </p:txBody>
      </p:sp>
      <p:sp>
        <p:nvSpPr>
          <p:cNvPr id="29" name="text-2042">
            <a:extLst xmlns:a="http://schemas.openxmlformats.org/drawingml/2006/main">
              <a:ext uri="{FF2B5EF4-FFF2-40B4-BE49-F238E27FC236}">
                <a16:creationId xmlns:a16="http://schemas.microsoft.com/office/drawing/2014/main" id="{D8EFC0D0-97E2-456A-A8C1-3962B9C4E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2043">
            <a:extLst xmlns:a="http://schemas.openxmlformats.org/drawingml/2006/main">
              <a:ext uri="{FF2B5EF4-FFF2-40B4-BE49-F238E27FC236}">
                <a16:creationId xmlns:a16="http://schemas.microsoft.com/office/drawing/2014/main" id="{4165284A-ABC9-4603-B258-443200CD8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2044">
            <a:extLst xmlns:a="http://schemas.openxmlformats.org/drawingml/2006/main">
              <a:ext uri="{FF2B5EF4-FFF2-40B4-BE49-F238E27FC236}">
                <a16:creationId xmlns:a16="http://schemas.microsoft.com/office/drawing/2014/main" id="{3F7E29DE-DE18-41A7-B8F8-0785386F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2045">
            <a:extLst xmlns:a="http://schemas.openxmlformats.org/drawingml/2006/main">
              <a:ext uri="{FF2B5EF4-FFF2-40B4-BE49-F238E27FC236}">
                <a16:creationId xmlns:a16="http://schemas.microsoft.com/office/drawing/2014/main" id="{F8530CBE-65ED-4BA6-AD56-4D1281469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2046">
            <a:extLst xmlns:a="http://schemas.openxmlformats.org/drawingml/2006/main">
              <a:ext uri="{FF2B5EF4-FFF2-40B4-BE49-F238E27FC236}">
                <a16:creationId xmlns:a16="http://schemas.microsoft.com/office/drawing/2014/main" id="{016F9F17-0903-4189-89C4-EA0CE21BE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內化成生活</a:t>
            </a:r>
          </a:p>
        </p:txBody>
      </p:sp>
      <p:sp>
        <p:nvSpPr>
          <p:cNvPr id="34" name="text-2047">
            <a:extLst xmlns:a="http://schemas.openxmlformats.org/drawingml/2006/main">
              <a:ext uri="{FF2B5EF4-FFF2-40B4-BE49-F238E27FC236}">
                <a16:creationId xmlns:a16="http://schemas.microsoft.com/office/drawing/2014/main" id="{CEDC2095-67C5-4B3E-B03B-E0006261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讓 AI 能力服務人的關係、成長與人生意義。</a:t>
            </a:r>
          </a:p>
        </p:txBody>
      </p:sp>
      <p:sp>
        <p:nvSpPr>
          <p:cNvPr id="35" name="text-2048">
            <a:extLst xmlns:a="http://schemas.openxmlformats.org/drawingml/2006/main">
              <a:ext uri="{FF2B5EF4-FFF2-40B4-BE49-F238E27FC236}">
                <a16:creationId xmlns:a16="http://schemas.microsoft.com/office/drawing/2014/main" id="{E2B9C096-7F01-4A14-8CC0-B18EFDF7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949788435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text-2049">
            <a:extLst xmlns:a="http://schemas.openxmlformats.org/drawingml/2006/main">
              <a:ext uri="{FF2B5EF4-FFF2-40B4-BE49-F238E27FC236}">
                <a16:creationId xmlns:a16="http://schemas.microsoft.com/office/drawing/2014/main" id="{7C9CA75D-2830-4290-BEC0-35B5A713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685DF1C-C4BF-4452-B1E8-42F97E84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下午資源書籤</a:t>
            </a:r>
          </a:p>
        </p:txBody>
      </p:sp>
      <p:cxnSp>
        <p:nvCxnSpPr>
          <p:cNvPr id="45" name="shape-205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051">
            <a:extLst xmlns:a="http://schemas.openxmlformats.org/drawingml/2006/main">
              <a:ext uri="{FF2B5EF4-FFF2-40B4-BE49-F238E27FC236}">
                <a16:creationId xmlns:a16="http://schemas.microsoft.com/office/drawing/2014/main" id="{7837CC3E-A33C-4B5C-A01D-60BCFE25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F00822D-5A63-4E59-8247-CBFCE7052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54</a:t>
            </a:r>
          </a:p>
        </p:txBody>
      </p:sp>
      <p:sp>
        <p:nvSpPr>
          <p:cNvPr id="6" name="shape-2052">
            <a:extLst xmlns:a="http://schemas.openxmlformats.org/drawingml/2006/main">
              <a:ext uri="{FF2B5EF4-FFF2-40B4-BE49-F238E27FC236}">
                <a16:creationId xmlns:a16="http://schemas.microsoft.com/office/drawing/2014/main" id="{C89DBC4E-30EF-4246-904E-736E573A8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2053">
            <a:extLst xmlns:a="http://schemas.openxmlformats.org/drawingml/2006/main">
              <a:ext uri="{FF2B5EF4-FFF2-40B4-BE49-F238E27FC236}">
                <a16:creationId xmlns:a16="http://schemas.microsoft.com/office/drawing/2014/main" id="{909CD011-6A89-405D-B7B9-99AD31AE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2054">
            <a:extLst xmlns:a="http://schemas.openxmlformats.org/drawingml/2006/main">
              <a:ext uri="{FF2B5EF4-FFF2-40B4-BE49-F238E27FC236}">
                <a16:creationId xmlns:a16="http://schemas.microsoft.com/office/drawing/2014/main" id="{4BC06DBE-D86C-4209-89AE-EDC877E7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1ba43597440e4751"/>
              </a:rPr>
              <a:t>../START_HERE_研習資源導航.html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a10c2ebdeb4dbf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2055">
            <a:extLst xmlns:a="http://schemas.openxmlformats.org/drawingml/2006/main">
              <a:ext uri="{FF2B5EF4-FFF2-40B4-BE49-F238E27FC236}">
                <a16:creationId xmlns:a16="http://schemas.microsoft.com/office/drawing/2014/main" id="{D0D072F9-7839-49CF-A701-F73EF406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2056">
            <a:extLst xmlns:a="http://schemas.openxmlformats.org/drawingml/2006/main">
              <a:ext uri="{FF2B5EF4-FFF2-40B4-BE49-F238E27FC236}">
                <a16:creationId xmlns:a16="http://schemas.microsoft.com/office/drawing/2014/main" id="{A0514F4F-C93E-40D9-9705-2562DBC98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 Google Antigravity</a:t>
            </a:r>
          </a:p>
        </p:txBody>
      </p:sp>
      <p:sp>
        <p:nvSpPr>
          <p:cNvPr id="12" name="text-2057">
            <a:extLst xmlns:a="http://schemas.openxmlformats.org/drawingml/2006/main">
              <a:ext uri="{FF2B5EF4-FFF2-40B4-BE49-F238E27FC236}">
                <a16:creationId xmlns:a16="http://schemas.microsoft.com/office/drawing/2014/main" id="{34A5AEC6-030D-4EB8-B12C-E8489B20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1632a9988f654082"/>
              </a:rPr>
              <a:t>https://antigravity.google/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e2dd05b1174081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2058">
            <a:extLst xmlns:a="http://schemas.openxmlformats.org/drawingml/2006/main">
              <a:ext uri="{FF2B5EF4-FFF2-40B4-BE49-F238E27FC236}">
                <a16:creationId xmlns:a16="http://schemas.microsoft.com/office/drawing/2014/main" id="{3838308E-D5A4-4373-BBE9-60A056A9B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2059">
            <a:extLst xmlns:a="http://schemas.openxmlformats.org/drawingml/2006/main">
              <a:ext uri="{FF2B5EF4-FFF2-40B4-BE49-F238E27FC236}">
                <a16:creationId xmlns:a16="http://schemas.microsoft.com/office/drawing/2014/main" id="{63790D44-AD50-4391-8245-8CDFD6D1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 Codex</a:t>
            </a:r>
          </a:p>
        </p:txBody>
      </p:sp>
      <p:sp>
        <p:nvSpPr>
          <p:cNvPr id="16" name="text-2060">
            <a:extLst xmlns:a="http://schemas.openxmlformats.org/drawingml/2006/main">
              <a:ext uri="{FF2B5EF4-FFF2-40B4-BE49-F238E27FC236}">
                <a16:creationId xmlns:a16="http://schemas.microsoft.com/office/drawing/2014/main" id="{2D512ADD-993A-428A-9E65-56F8523A1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5e8c5bf07ea94ea8"/>
              </a:rPr>
              <a:t>https://chatgpt.com/codex/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b9ae9aeacd4f90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2061">
            <a:extLst xmlns:a="http://schemas.openxmlformats.org/drawingml/2006/main">
              <a:ext uri="{FF2B5EF4-FFF2-40B4-BE49-F238E27FC236}">
                <a16:creationId xmlns:a16="http://schemas.microsoft.com/office/drawing/2014/main" id="{C7B09C65-B728-4541-B161-350B5951F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2062">
            <a:extLst xmlns:a="http://schemas.openxmlformats.org/drawingml/2006/main">
              <a:ext uri="{FF2B5EF4-FFF2-40B4-BE49-F238E27FC236}">
                <a16:creationId xmlns:a16="http://schemas.microsoft.com/office/drawing/2014/main" id="{D29B7316-16FD-46DA-BCF3-8BD41AF37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 Claude</a:t>
            </a:r>
          </a:p>
        </p:txBody>
      </p:sp>
      <p:sp>
        <p:nvSpPr>
          <p:cNvPr id="20" name="text-2063">
            <a:extLst xmlns:a="http://schemas.openxmlformats.org/drawingml/2006/main">
              <a:ext uri="{FF2B5EF4-FFF2-40B4-BE49-F238E27FC236}">
                <a16:creationId xmlns:a16="http://schemas.microsoft.com/office/drawing/2014/main" id="{15BD7A52-3A3B-4B0F-8AEE-828A8CEE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c34873af16564dcf"/>
              </a:rPr>
              <a:t>https://claude.ai/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509c37c7144b0f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2064">
            <a:extLst xmlns:a="http://schemas.openxmlformats.org/drawingml/2006/main">
              <a:ext uri="{FF2B5EF4-FFF2-40B4-BE49-F238E27FC236}">
                <a16:creationId xmlns:a16="http://schemas.microsoft.com/office/drawing/2014/main" id="{4DFB5422-38FD-4E48-B168-0505A2EA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3" name="text-2065">
            <a:extLst xmlns:a="http://schemas.openxmlformats.org/drawingml/2006/main">
              <a:ext uri="{FF2B5EF4-FFF2-40B4-BE49-F238E27FC236}">
                <a16:creationId xmlns:a16="http://schemas.microsoft.com/office/drawing/2014/main" id="{3943ACF4-3691-4F22-9F5F-4BAAF4656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Skills 官方教學</a:t>
            </a:r>
          </a:p>
        </p:txBody>
      </p:sp>
      <p:sp>
        <p:nvSpPr>
          <p:cNvPr id="24" name="text-2066">
            <a:extLst xmlns:a="http://schemas.openxmlformats.org/drawingml/2006/main">
              <a:ext uri="{FF2B5EF4-FFF2-40B4-BE49-F238E27FC236}">
                <a16:creationId xmlns:a16="http://schemas.microsoft.com/office/drawing/2014/main" id="{F35CFD93-A519-4554-B137-0F028A172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6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ad488732d2ce4b69"/>
              </a:rPr>
              <a:t>https://codelabs.developers.google.com/getting-started-with-antigravity-skills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e91dacd1b84933"/>
          <a:stretch xmlns:a="http://schemas.openxmlformats.org/drawingml/2006/main"/>
        </p:blipFill>
        <p:spPr>
          <a:xfrm xmlns:a="http://schemas.openxmlformats.org/drawingml/2006/main">
            <a:off x="49530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2067">
            <a:extLst xmlns:a="http://schemas.openxmlformats.org/drawingml/2006/main">
              <a:ext uri="{FF2B5EF4-FFF2-40B4-BE49-F238E27FC236}">
                <a16:creationId xmlns:a16="http://schemas.microsoft.com/office/drawing/2014/main" id="{49409578-A37A-4E88-B78A-483A693D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7" name="text-2068">
            <a:extLst xmlns:a="http://schemas.openxmlformats.org/drawingml/2006/main">
              <a:ext uri="{FF2B5EF4-FFF2-40B4-BE49-F238E27FC236}">
                <a16:creationId xmlns:a16="http://schemas.microsoft.com/office/drawing/2014/main" id="{D33C9D03-6381-4009-A3E8-463D0A60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Skills 資源庫：三師爸與國際公開 Skills</a:t>
            </a:r>
          </a:p>
        </p:txBody>
      </p:sp>
      <p:sp>
        <p:nvSpPr>
          <p:cNvPr id="28" name="text-2069">
            <a:extLst xmlns:a="http://schemas.openxmlformats.org/drawingml/2006/main">
              <a:ext uri="{FF2B5EF4-FFF2-40B4-BE49-F238E27FC236}">
                <a16:creationId xmlns:a16="http://schemas.microsoft.com/office/drawing/2014/main" id="{3CCFD5AE-09C4-4533-90C5-D34D58B7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521437a5947b4807"/>
              </a:rPr>
              <a:t>https://cagoooo.github.io/ncu-ai-agent-workshop-20260826/04_%E5%AF%A6%E4%BD%9C%E5%B7%A5%E5%85%B7/07_Agent_Skills%E8%B3%87%E6%BA%90%E5%BA%AB.html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bb00e463ea474e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2070">
            <a:extLst xmlns:a="http://schemas.openxmlformats.org/drawingml/2006/main">
              <a:ext uri="{FF2B5EF4-FFF2-40B4-BE49-F238E27FC236}">
                <a16:creationId xmlns:a16="http://schemas.microsoft.com/office/drawing/2014/main" id="{30ACE812-9D2B-46BB-9D94-A7D606E9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text-2071">
            <a:extLst xmlns:a="http://schemas.openxmlformats.org/drawingml/2006/main">
              <a:ext uri="{FF2B5EF4-FFF2-40B4-BE49-F238E27FC236}">
                <a16:creationId xmlns:a16="http://schemas.microsoft.com/office/drawing/2014/main" id="{E8E14A7A-EE87-48F3-A000-51627D8C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提示詞快捷面板（同資料夾）</a:t>
            </a:r>
          </a:p>
        </p:txBody>
      </p:sp>
      <p:sp>
        <p:nvSpPr>
          <p:cNvPr id="32" name="text-2072">
            <a:extLst xmlns:a="http://schemas.openxmlformats.org/drawingml/2006/main">
              <a:ext uri="{FF2B5EF4-FFF2-40B4-BE49-F238E27FC236}">
                <a16:creationId xmlns:a16="http://schemas.microsoft.com/office/drawing/2014/main" id="{4E3033E1-EF73-48CD-B4C8-BF2FDB4B2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18bf6bb87a2a4785"/>
              </a:rPr>
              <a:t>../04_實作工具/提示詞快捷面板_研習用.html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af676008e2448b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shape-2073">
            <a:extLst xmlns:a="http://schemas.openxmlformats.org/drawingml/2006/main">
              <a:ext uri="{FF2B5EF4-FFF2-40B4-BE49-F238E27FC236}">
                <a16:creationId xmlns:a16="http://schemas.microsoft.com/office/drawing/2014/main" id="{ABFD7D6D-6CC2-4D85-8FDB-5419A461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5" name="text-2074">
            <a:extLst xmlns:a="http://schemas.openxmlformats.org/drawingml/2006/main">
              <a:ext uri="{FF2B5EF4-FFF2-40B4-BE49-F238E27FC236}">
                <a16:creationId xmlns:a16="http://schemas.microsoft.com/office/drawing/2014/main" id="{EA2825C6-FDA9-4764-AF6E-54A2DBC3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  <p:sp>
        <p:nvSpPr>
          <p:cNvPr id="36" name="text-2075">
            <a:extLst xmlns:a="http://schemas.openxmlformats.org/drawingml/2006/main">
              <a:ext uri="{FF2B5EF4-FFF2-40B4-BE49-F238E27FC236}">
                <a16:creationId xmlns:a16="http://schemas.microsoft.com/office/drawing/2014/main" id="{CC4B6F93-AEB5-48E6-8CBA-7C7FF641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4a75529249764ad2"/>
              </a:rPr>
              <a:t>https://cagoooo.github.io/Akai/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4d526fc0044fc5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8" name="shape-2076">
            <a:extLst xmlns:a="http://schemas.openxmlformats.org/drawingml/2006/main">
              <a:ext uri="{FF2B5EF4-FFF2-40B4-BE49-F238E27FC236}">
                <a16:creationId xmlns:a16="http://schemas.microsoft.com/office/drawing/2014/main" id="{FD4E5144-0711-4EBD-87F9-21E1F666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9" name="text-2077">
            <a:extLst xmlns:a="http://schemas.openxmlformats.org/drawingml/2006/main">
              <a:ext uri="{FF2B5EF4-FFF2-40B4-BE49-F238E27FC236}">
                <a16:creationId xmlns:a16="http://schemas.microsoft.com/office/drawing/2014/main" id="{D39EBFB3-A654-446E-8EA8-543E9106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PIRLS 2026 評分規劃</a:t>
            </a:r>
          </a:p>
        </p:txBody>
      </p:sp>
      <p:sp>
        <p:nvSpPr>
          <p:cNvPr id="40" name="text-2078">
            <a:extLst xmlns:a="http://schemas.openxmlformats.org/drawingml/2006/main">
              <a:ext uri="{FF2B5EF4-FFF2-40B4-BE49-F238E27FC236}">
                <a16:creationId xmlns:a16="http://schemas.microsoft.com/office/drawing/2014/main" id="{7AE50792-83BB-4F3C-A25C-D5D2D338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2d01eed451cb47e5"/>
              </a:rPr>
              <a:t>https://www.iea.nl/sites/default/files/2025-10/GA66_PIRLS%202026.pdf</a:t>
            </a:r>
          </a:p>
        </p:txBody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3c48a2cb804e05"/>
          <a:stretch xmlns:a="http://schemas.openxmlformats.org/drawingml/2006/main"/>
        </p:blipFill>
        <p:spPr>
          <a:xfrm xmlns:a="http://schemas.openxmlformats.org/drawingml/2006/main">
            <a:off x="105537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2" name="text-2079">
            <a:extLst xmlns:a="http://schemas.openxmlformats.org/drawingml/2006/main">
              <a:ext uri="{FF2B5EF4-FFF2-40B4-BE49-F238E27FC236}">
                <a16:creationId xmlns:a16="http://schemas.microsoft.com/office/drawing/2014/main" id="{111045FC-2F4E-430C-837A-E1D10E861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38850"/>
            <a:ext cx="1116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好的教學與研究 Agent 不只會做事；它會在正確邊界內做事，並留下你能檢查的證據。</a:t>
            </a:r>
          </a:p>
        </p:txBody>
      </p:sp>
    </p:spTree>
    <p:extLst>
      <p:ext uri="{BB962C8B-B14F-4D97-AF65-F5344CB8AC3E}">
        <p14:creationId xmlns:p14="http://schemas.microsoft.com/office/powerpoint/2010/main" val="935016055"/>
      </p:ext>
    </p:extLst>
  </p:cSld>
</p:sld>
</file>

<file path=ppt/theme/theme1.xml><?xml version="1.0" encoding="utf-8"?>
<a:theme xmlns:a="http://schemas.openxmlformats.org/drawingml/2006/main" name="ChatGPT">
  <a:themeElements>
    <a:clrScheme name="NCU Afternoon">
      <a:dk1>
        <a:srgbClr val="0F1E2E"/>
      </a:dk1>
      <a:lt1>
        <a:srgbClr val="FFFFFF"/>
      </a:lt1>
      <a:dk2>
        <a:srgbClr val="F0F4F8"/>
      </a:dk2>
      <a:lt2>
        <a:srgbClr val="E2EDF8"/>
      </a:lt2>
      <a:accent1>
        <a:srgbClr val="1B64DA"/>
      </a:accent1>
      <a:accent2>
        <a:srgbClr val="FF6B4A"/>
      </a:accent2>
      <a:accent3>
        <a:srgbClr val="0E9F94"/>
      </a:accent3>
      <a:accent4>
        <a:srgbClr val="6366F1"/>
      </a:accent4>
      <a:accent5>
        <a:srgbClr val="F59E0B"/>
      </a:accent5>
      <a:accent6>
        <a:srgbClr val="10B981"/>
      </a:accent6>
      <a:hlink>
        <a:srgbClr val="1B64DA"/>
      </a:hlink>
      <a:folHlink>
        <a:srgbClr val="6366F1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2026-08-23T10:00:45.0790000Z</dcterms:created>
  <dcterms:modified xsi:type="dcterms:W3CDTF">2026-08-23T10:00:45.0790000Z</dcterms:modified>
</coreProperties>
</file>