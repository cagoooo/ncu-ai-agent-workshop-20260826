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e3dc36cf58f4893" /><Relationship Type="http://schemas.openxmlformats.org/officeDocument/2006/relationships/extended-properties" Target="/docProps/app.xml" Id="R4bf295ef9f1e45c9" /><Relationship Type="http://schemas.openxmlformats.org/officeDocument/2006/relationships/officeDocument" Target="/ppt/presentation.xml" Id="R4ebb0b0031a34a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290f4446ff4cf3"/>
  </p:sldMasterIdLst>
  <p:notesMasterIdLst>
    <p:notesMasterId xmlns:r="http://schemas.openxmlformats.org/officeDocument/2006/relationships" r:id="R5ae3543ec9474fa1"/>
  </p:notesMasterIdLst>
  <p:sldIdLst>
    <p:sldId xmlns:r="http://schemas.openxmlformats.org/officeDocument/2006/relationships" id="256" r:id="R616633fe5b244367"/>
    <p:sldId xmlns:r="http://schemas.openxmlformats.org/officeDocument/2006/relationships" id="257" r:id="R92b297a700124ecf"/>
    <p:sldId xmlns:r="http://schemas.openxmlformats.org/officeDocument/2006/relationships" id="258" r:id="Rd15e0e2c76d34198"/>
    <p:sldId xmlns:r="http://schemas.openxmlformats.org/officeDocument/2006/relationships" id="259" r:id="Ra4b25ab645c243c5"/>
    <p:sldId xmlns:r="http://schemas.openxmlformats.org/officeDocument/2006/relationships" id="260" r:id="R6e79a0a75619460c"/>
    <p:sldId xmlns:r="http://schemas.openxmlformats.org/officeDocument/2006/relationships" id="261" r:id="R7f0ef80fd6f440d7"/>
    <p:sldId xmlns:r="http://schemas.openxmlformats.org/officeDocument/2006/relationships" id="262" r:id="R59f87192ec0143d3"/>
    <p:sldId xmlns:r="http://schemas.openxmlformats.org/officeDocument/2006/relationships" id="263" r:id="R7faef1d4591d4c35"/>
    <p:sldId xmlns:r="http://schemas.openxmlformats.org/officeDocument/2006/relationships" id="264" r:id="R232d7f12944e4922"/>
    <p:sldId xmlns:r="http://schemas.openxmlformats.org/officeDocument/2006/relationships" id="265" r:id="Reeb42524d72549f0"/>
    <p:sldId xmlns:r="http://schemas.openxmlformats.org/officeDocument/2006/relationships" id="266" r:id="R984930b77b5c44ad"/>
    <p:sldId xmlns:r="http://schemas.openxmlformats.org/officeDocument/2006/relationships" id="267" r:id="R03dc4df7d2244fe6"/>
    <p:sldId xmlns:r="http://schemas.openxmlformats.org/officeDocument/2006/relationships" id="268" r:id="R7d7f0b40b3f940b6"/>
    <p:sldId xmlns:r="http://schemas.openxmlformats.org/officeDocument/2006/relationships" id="269" r:id="Raa3d2988130c4780"/>
    <p:sldId xmlns:r="http://schemas.openxmlformats.org/officeDocument/2006/relationships" id="270" r:id="R66480cb0645d47f3"/>
    <p:sldId xmlns:r="http://schemas.openxmlformats.org/officeDocument/2006/relationships" id="271" r:id="R95eff7ee5cba4e72"/>
    <p:sldId xmlns:r="http://schemas.openxmlformats.org/officeDocument/2006/relationships" id="272" r:id="R645434bb6bd546e4"/>
    <p:sldId xmlns:r="http://schemas.openxmlformats.org/officeDocument/2006/relationships" id="273" r:id="R29d6a258fd994a48"/>
    <p:sldId xmlns:r="http://schemas.openxmlformats.org/officeDocument/2006/relationships" id="274" r:id="R6bf96c895b4649c6"/>
    <p:sldId xmlns:r="http://schemas.openxmlformats.org/officeDocument/2006/relationships" id="275" r:id="Rea948ad22e0141aa"/>
    <p:sldId xmlns:r="http://schemas.openxmlformats.org/officeDocument/2006/relationships" id="276" r:id="R6e1404b4d2514472"/>
    <p:sldId xmlns:r="http://schemas.openxmlformats.org/officeDocument/2006/relationships" id="277" r:id="R36840bb29f014ac1"/>
    <p:sldId xmlns:r="http://schemas.openxmlformats.org/officeDocument/2006/relationships" id="278" r:id="Rdd990e4365ae4c02"/>
    <p:sldId xmlns:r="http://schemas.openxmlformats.org/officeDocument/2006/relationships" id="279" r:id="Rde7da0ba14af4f84"/>
    <p:sldId xmlns:r="http://schemas.openxmlformats.org/officeDocument/2006/relationships" id="280" r:id="Rf57de99905a44ce6"/>
    <p:sldId xmlns:r="http://schemas.openxmlformats.org/officeDocument/2006/relationships" id="281" r:id="R581300cda3444bd3"/>
    <p:sldId xmlns:r="http://schemas.openxmlformats.org/officeDocument/2006/relationships" id="282" r:id="Ra83a5d2cff494eca"/>
    <p:sldId xmlns:r="http://schemas.openxmlformats.org/officeDocument/2006/relationships" id="283" r:id="Rf3a72cb7ee9e4ab0"/>
    <p:sldId xmlns:r="http://schemas.openxmlformats.org/officeDocument/2006/relationships" id="284" r:id="Rb40eecf9a0f94adc"/>
    <p:sldId xmlns:r="http://schemas.openxmlformats.org/officeDocument/2006/relationships" id="285" r:id="R6106b4c2d0df402c"/>
    <p:sldId xmlns:r="http://schemas.openxmlformats.org/officeDocument/2006/relationships" id="286" r:id="R9fc2a7c94a26419c"/>
    <p:sldId xmlns:r="http://schemas.openxmlformats.org/officeDocument/2006/relationships" id="287" r:id="R39800fb3c1304bae"/>
    <p:sldId xmlns:r="http://schemas.openxmlformats.org/officeDocument/2006/relationships" id="288" r:id="R2b65e9f1d06c4318"/>
    <p:sldId xmlns:r="http://schemas.openxmlformats.org/officeDocument/2006/relationships" id="289" r:id="R881e8e0fc5734cf3"/>
    <p:sldId xmlns:r="http://schemas.openxmlformats.org/officeDocument/2006/relationships" id="290" r:id="R49c00f7744a441b7"/>
    <p:sldId xmlns:r="http://schemas.openxmlformats.org/officeDocument/2006/relationships" id="291" r:id="R3852bcbf9e5b4fda"/>
    <p:sldId xmlns:r="http://schemas.openxmlformats.org/officeDocument/2006/relationships" id="292" r:id="R563155f53b744704"/>
    <p:sldId xmlns:r="http://schemas.openxmlformats.org/officeDocument/2006/relationships" id="293" r:id="R4379184a3c57470e"/>
    <p:sldId xmlns:r="http://schemas.openxmlformats.org/officeDocument/2006/relationships" id="294" r:id="R7cd2fd825b564c4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10a03066914726" /><Relationship Type="http://schemas.openxmlformats.org/officeDocument/2006/relationships/slideMaster" Target="/ppt/slideMasters/slideMaster1.xml" Id="R59290f4446ff4cf3" /><Relationship Type="http://schemas.openxmlformats.org/officeDocument/2006/relationships/notesMaster" Target="/ppt/notesMasters/notesMaster1.xml" Id="R5ae3543ec9474fa1" /><Relationship Type="http://schemas.openxmlformats.org/officeDocument/2006/relationships/presProps" Target="/ppt/presProps.xml" Id="R1ce7ecc4a3354c47" /><Relationship Type="http://schemas.openxmlformats.org/officeDocument/2006/relationships/tableStyles" Target="/ppt/tableStyles.xml" Id="Rd225e9c6027f4c0d" /><Relationship Type="http://schemas.openxmlformats.org/officeDocument/2006/relationships/slide" Target="/ppt/slides/slide1.xml" Id="R616633fe5b244367" /><Relationship Type="http://schemas.openxmlformats.org/officeDocument/2006/relationships/slide" Target="/ppt/slides/slide2.xml" Id="R92b297a700124ecf" /><Relationship Type="http://schemas.openxmlformats.org/officeDocument/2006/relationships/slide" Target="/ppt/slides/slide3.xml" Id="Rd15e0e2c76d34198" /><Relationship Type="http://schemas.openxmlformats.org/officeDocument/2006/relationships/slide" Target="/ppt/slides/slide4.xml" Id="Ra4b25ab645c243c5" /><Relationship Type="http://schemas.openxmlformats.org/officeDocument/2006/relationships/slide" Target="/ppt/slides/slide5.xml" Id="R6e79a0a75619460c" /><Relationship Type="http://schemas.openxmlformats.org/officeDocument/2006/relationships/slide" Target="/ppt/slides/slide6.xml" Id="R7f0ef80fd6f440d7" /><Relationship Type="http://schemas.openxmlformats.org/officeDocument/2006/relationships/slide" Target="/ppt/slides/slide7.xml" Id="R59f87192ec0143d3" /><Relationship Type="http://schemas.openxmlformats.org/officeDocument/2006/relationships/slide" Target="/ppt/slides/slide8.xml" Id="R7faef1d4591d4c35" /><Relationship Type="http://schemas.openxmlformats.org/officeDocument/2006/relationships/slide" Target="/ppt/slides/slide9.xml" Id="R232d7f12944e4922" /><Relationship Type="http://schemas.openxmlformats.org/officeDocument/2006/relationships/slide" Target="/ppt/slides/slide10.xml" Id="Reeb42524d72549f0" /><Relationship Type="http://schemas.openxmlformats.org/officeDocument/2006/relationships/slide" Target="/ppt/slides/slide11.xml" Id="R984930b77b5c44ad" /><Relationship Type="http://schemas.openxmlformats.org/officeDocument/2006/relationships/slide" Target="/ppt/slides/slide12.xml" Id="R03dc4df7d2244fe6" /><Relationship Type="http://schemas.openxmlformats.org/officeDocument/2006/relationships/slide" Target="/ppt/slides/slide13.xml" Id="R7d7f0b40b3f940b6" /><Relationship Type="http://schemas.openxmlformats.org/officeDocument/2006/relationships/slide" Target="/ppt/slides/slide14.xml" Id="Raa3d2988130c4780" /><Relationship Type="http://schemas.openxmlformats.org/officeDocument/2006/relationships/slide" Target="/ppt/slides/slide15.xml" Id="R66480cb0645d47f3" /><Relationship Type="http://schemas.openxmlformats.org/officeDocument/2006/relationships/slide" Target="/ppt/slides/slide16.xml" Id="R95eff7ee5cba4e72" /><Relationship Type="http://schemas.openxmlformats.org/officeDocument/2006/relationships/slide" Target="/ppt/slides/slide17.xml" Id="R645434bb6bd546e4" /><Relationship Type="http://schemas.openxmlformats.org/officeDocument/2006/relationships/slide" Target="/ppt/slides/slide18.xml" Id="R29d6a258fd994a48" /><Relationship Type="http://schemas.openxmlformats.org/officeDocument/2006/relationships/slide" Target="/ppt/slides/slide19.xml" Id="R6bf96c895b4649c6" /><Relationship Type="http://schemas.openxmlformats.org/officeDocument/2006/relationships/slide" Target="/ppt/slides/slide20.xml" Id="Rea948ad22e0141aa" /><Relationship Type="http://schemas.openxmlformats.org/officeDocument/2006/relationships/slide" Target="/ppt/slides/slide21.xml" Id="R6e1404b4d2514472" /><Relationship Type="http://schemas.openxmlformats.org/officeDocument/2006/relationships/slide" Target="/ppt/slides/slide22.xml" Id="R36840bb29f014ac1" /><Relationship Type="http://schemas.openxmlformats.org/officeDocument/2006/relationships/slide" Target="/ppt/slides/slide23.xml" Id="Rdd990e4365ae4c02" /><Relationship Type="http://schemas.openxmlformats.org/officeDocument/2006/relationships/slide" Target="/ppt/slides/slide24.xml" Id="Rde7da0ba14af4f84" /><Relationship Type="http://schemas.openxmlformats.org/officeDocument/2006/relationships/slide" Target="/ppt/slides/slide25.xml" Id="Rf57de99905a44ce6" /><Relationship Type="http://schemas.openxmlformats.org/officeDocument/2006/relationships/slide" Target="/ppt/slides/slide26.xml" Id="R581300cda3444bd3" /><Relationship Type="http://schemas.openxmlformats.org/officeDocument/2006/relationships/slide" Target="/ppt/slides/slide27.xml" Id="Ra83a5d2cff494eca" /><Relationship Type="http://schemas.openxmlformats.org/officeDocument/2006/relationships/slide" Target="/ppt/slides/slide28.xml" Id="Rf3a72cb7ee9e4ab0" /><Relationship Type="http://schemas.openxmlformats.org/officeDocument/2006/relationships/slide" Target="/ppt/slides/slide29.xml" Id="Rb40eecf9a0f94adc" /><Relationship Type="http://schemas.openxmlformats.org/officeDocument/2006/relationships/slide" Target="/ppt/slides/slide30.xml" Id="R6106b4c2d0df402c" /><Relationship Type="http://schemas.openxmlformats.org/officeDocument/2006/relationships/slide" Target="/ppt/slides/slide31.xml" Id="R9fc2a7c94a26419c" /><Relationship Type="http://schemas.openxmlformats.org/officeDocument/2006/relationships/slide" Target="/ppt/slides/slide32.xml" Id="R39800fb3c1304bae" /><Relationship Type="http://schemas.openxmlformats.org/officeDocument/2006/relationships/slide" Target="/ppt/slides/slide33.xml" Id="R2b65e9f1d06c4318" /><Relationship Type="http://schemas.openxmlformats.org/officeDocument/2006/relationships/slide" Target="/ppt/slides/slide34.xml" Id="R881e8e0fc5734cf3" /><Relationship Type="http://schemas.openxmlformats.org/officeDocument/2006/relationships/slide" Target="/ppt/slides/slide35.xml" Id="R49c00f7744a441b7" /><Relationship Type="http://schemas.openxmlformats.org/officeDocument/2006/relationships/slide" Target="/ppt/slides/slide36.xml" Id="R3852bcbf9e5b4fda" /><Relationship Type="http://schemas.openxmlformats.org/officeDocument/2006/relationships/slide" Target="/ppt/slides/slide37.xml" Id="R563155f53b744704" /><Relationship Type="http://schemas.openxmlformats.org/officeDocument/2006/relationships/slide" Target="/ppt/slides/slide38.xml" Id="R4379184a3c57470e" /><Relationship Type="http://schemas.openxmlformats.org/officeDocument/2006/relationships/slide" Target="/ppt/slides/slide39.xml" Id="R7cd2fd825b564c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b6a87fddb446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706116200d4c30" /><Relationship Type="http://schemas.openxmlformats.org/officeDocument/2006/relationships/notesMaster" Target="/ppt/notesMasters/notesMaster1.xml" Id="R3ef9e061c62745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7ac6777ab948b3" /><Relationship Type="http://schemas.openxmlformats.org/officeDocument/2006/relationships/notesMaster" Target="/ppt/notesMasters/notesMaster1.xml" Id="Reb2d84e6051943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45028b80cd4b33" /><Relationship Type="http://schemas.openxmlformats.org/officeDocument/2006/relationships/notesMaster" Target="/ppt/notesMasters/notesMaster1.xml" Id="R7f93e45a668344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a396fa917a4a77" /><Relationship Type="http://schemas.openxmlformats.org/officeDocument/2006/relationships/notesMaster" Target="/ppt/notesMasters/notesMaster1.xml" Id="Raa2642fd3d6c4d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6de2e9fa274d7c" /><Relationship Type="http://schemas.openxmlformats.org/officeDocument/2006/relationships/notesMaster" Target="/ppt/notesMasters/notesMaster1.xml" Id="R33845404ee0b43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882a74b786d40ef" /><Relationship Type="http://schemas.openxmlformats.org/officeDocument/2006/relationships/notesMaster" Target="/ppt/notesMasters/notesMaster1.xml" Id="R20acec79d570435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c276d59d704af1" /><Relationship Type="http://schemas.openxmlformats.org/officeDocument/2006/relationships/notesMaster" Target="/ppt/notesMasters/notesMaster1.xml" Id="R68fc4ce464a74f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452fa41b0954236" /><Relationship Type="http://schemas.openxmlformats.org/officeDocument/2006/relationships/notesMaster" Target="/ppt/notesMasters/notesMaster1.xml" Id="R450e8bdb02ef496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851537d0f504212" /><Relationship Type="http://schemas.openxmlformats.org/officeDocument/2006/relationships/notesMaster" Target="/ppt/notesMasters/notesMaster1.xml" Id="R001e49ce2e9a465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432ce57d8c34acc" /><Relationship Type="http://schemas.openxmlformats.org/officeDocument/2006/relationships/notesMaster" Target="/ppt/notesMasters/notesMaster1.xml" Id="R44c79ce2400d481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6b6a84b9b294a76" /><Relationship Type="http://schemas.openxmlformats.org/officeDocument/2006/relationships/notesMaster" Target="/ppt/notesMasters/notesMaster1.xml" Id="R11f0f00b593c425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f3f9ccb8b5d4d74" /><Relationship Type="http://schemas.openxmlformats.org/officeDocument/2006/relationships/notesMaster" Target="/ppt/notesMasters/notesMaster1.xml" Id="R3ddc259cccec4dc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6f15c3cb0f842b4" /><Relationship Type="http://schemas.openxmlformats.org/officeDocument/2006/relationships/notesMaster" Target="/ppt/notesMasters/notesMaster1.xml" Id="R1d0bfcf5ba7c4e2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0dfbde1ed154420" /><Relationship Type="http://schemas.openxmlformats.org/officeDocument/2006/relationships/notesMaster" Target="/ppt/notesMasters/notesMaster1.xml" Id="R40fe215a2b65448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f3d5f236e4a4c36" /><Relationship Type="http://schemas.openxmlformats.org/officeDocument/2006/relationships/notesMaster" Target="/ppt/notesMasters/notesMaster1.xml" Id="R67335712ca804a3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67f2e046c25471c" /><Relationship Type="http://schemas.openxmlformats.org/officeDocument/2006/relationships/notesMaster" Target="/ppt/notesMasters/notesMaster1.xml" Id="R3ad8889d7b2d44a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1d6dd8e642c418b" /><Relationship Type="http://schemas.openxmlformats.org/officeDocument/2006/relationships/notesMaster" Target="/ppt/notesMasters/notesMaster1.xml" Id="R7ec69d0958054c0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52cb871ae8c42ae" /><Relationship Type="http://schemas.openxmlformats.org/officeDocument/2006/relationships/notesMaster" Target="/ppt/notesMasters/notesMaster1.xml" Id="Rfdbf95768f9f4e0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6f609249b7247ff" /><Relationship Type="http://schemas.openxmlformats.org/officeDocument/2006/relationships/notesMaster" Target="/ppt/notesMasters/notesMaster1.xml" Id="R6c9a7204cae04d4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eb1ad04c58b4b8a" /><Relationship Type="http://schemas.openxmlformats.org/officeDocument/2006/relationships/notesMaster" Target="/ppt/notesMasters/notesMaster1.xml" Id="Rbcdf4485c1fb432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2062e0df8774454" /><Relationship Type="http://schemas.openxmlformats.org/officeDocument/2006/relationships/notesMaster" Target="/ppt/notesMasters/notesMaster1.xml" Id="R0796e9de6a164b4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cd96a7f892942c9" /><Relationship Type="http://schemas.openxmlformats.org/officeDocument/2006/relationships/notesMaster" Target="/ppt/notesMasters/notesMaster1.xml" Id="Re955d73ba731461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2feac613aea4d3b" /><Relationship Type="http://schemas.openxmlformats.org/officeDocument/2006/relationships/notesMaster" Target="/ppt/notesMasters/notesMaster1.xml" Id="R7306c0ac51a44b7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43cbada4e6949d7" /><Relationship Type="http://schemas.openxmlformats.org/officeDocument/2006/relationships/notesMaster" Target="/ppt/notesMasters/notesMaster1.xml" Id="R144c0fc6c0f54d5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f94fab6e25945f8" /><Relationship Type="http://schemas.openxmlformats.org/officeDocument/2006/relationships/notesMaster" Target="/ppt/notesMasters/notesMaster1.xml" Id="Rb34edf45544d4e7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e16d08bfbaf481f" /><Relationship Type="http://schemas.openxmlformats.org/officeDocument/2006/relationships/notesMaster" Target="/ppt/notesMasters/notesMaster1.xml" Id="R3ab26997fe9c4a8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d39bad498fa4bad" /><Relationship Type="http://schemas.openxmlformats.org/officeDocument/2006/relationships/notesMaster" Target="/ppt/notesMasters/notesMaster1.xml" Id="R1016bfbb76ca425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dcdd2fa8ce74501" /><Relationship Type="http://schemas.openxmlformats.org/officeDocument/2006/relationships/notesMaster" Target="/ppt/notesMasters/notesMaster1.xml" Id="R8d342e5f0cd34c6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0c381994a21461c" /><Relationship Type="http://schemas.openxmlformats.org/officeDocument/2006/relationships/notesMaster" Target="/ppt/notesMasters/notesMaster1.xml" Id="Rb56629c1bdfb437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2c3e26523cb411b" /><Relationship Type="http://schemas.openxmlformats.org/officeDocument/2006/relationships/notesMaster" Target="/ppt/notesMasters/notesMaster1.xml" Id="R76d16ca489d5478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f74539da4554152" /><Relationship Type="http://schemas.openxmlformats.org/officeDocument/2006/relationships/notesMaster" Target="/ppt/notesMasters/notesMaster1.xml" Id="R0af7870f5c1440e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f3ad49be7c14891" /><Relationship Type="http://schemas.openxmlformats.org/officeDocument/2006/relationships/notesMaster" Target="/ppt/notesMasters/notesMaster1.xml" Id="Rda4a793710f1443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4b73a30b42d4d77" /><Relationship Type="http://schemas.openxmlformats.org/officeDocument/2006/relationships/notesMaster" Target="/ppt/notesMasters/notesMaster1.xml" Id="R92978b7428324ec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da078457a394f13" /><Relationship Type="http://schemas.openxmlformats.org/officeDocument/2006/relationships/notesMaster" Target="/ppt/notesMasters/notesMaster1.xml" Id="R55d153b8f729452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73954af175b441f" /><Relationship Type="http://schemas.openxmlformats.org/officeDocument/2006/relationships/notesMaster" Target="/ppt/notesMasters/notesMaster1.xml" Id="R7f5991211ed4495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46396e85dfc74f49" /><Relationship Type="http://schemas.openxmlformats.org/officeDocument/2006/relationships/notesMaster" Target="/ppt/notesMasters/notesMaster1.xml" Id="Ra55ee54fdb3a4e9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837510b7b5f4ebb" /><Relationship Type="http://schemas.openxmlformats.org/officeDocument/2006/relationships/notesMaster" Target="/ppt/notesMasters/notesMaster1.xml" Id="R20496cfb6b8a46e9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cdb691a90464856" /><Relationship Type="http://schemas.openxmlformats.org/officeDocument/2006/relationships/notesMaster" Target="/ppt/notesMasters/notesMaster1.xml" Id="R42dd6a3231ba41a1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046b86b37c154c22" /><Relationship Type="http://schemas.openxmlformats.org/officeDocument/2006/relationships/notesMaster" Target="/ppt/notesMasters/notesMaster1.xml" Id="R11418d2ec9a243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Typeless 放在最前面，先把教師腦中的口語想法整理成可複製、可查證、可交給 Gemini Notebook 的文字素材。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權限，擔任測試者與教學觀察員仍可完整參與。Typeless 先協助把每組的口述痛點整理成後續 Notebook、Gem 與 Canvas 都能使用的任務文字。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痛點可能來自教學現場、研究資料、行政流程或共備工作。請每組先說出一個痛點，再把它寫成一句：『我希望哪一群學生、研究參與者或行政夥伴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個工具。請依參與者選定的教學／研究痛點，搜尋 1–2 個最接近的案例，分析它的使用者、輸入、輸出與互動方式，完成『痛點 → 案例 → 可驗證成果』的連線。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上午先教兩條語音入口。Typeless 適合把想法整理成可複製文字，再交給 Notebook、Gem 或 Canvas；ChatGPT Voice in Work／Codex 適合在桌面版工作區直接口述任務、追問進度與協調 Agent。兩者不是功能排名，而是依工作情境選擇。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現場請避免直接口述學生姓名、信箱、成績或未公開研究資料；先以合成情境示範。Codex Voice 仍需麥克風與工作區權限，請依帳號與資料控制設定使用。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示範同一個痛點的兩種走法：Typeless 先把口語整理成可複製文字；Codex Voice 則在 ChatGPT 桌面版的 Work／Codex 工作區直接口述任務，讓 Agent 先提出計畫再行動。兩者都要人工檢查意圖、限制、權限與敏感資料。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每組先從自己的真實痛點開始，不要從漂亮的 AI 題目開始。Typeless 使用者保留『原始口述』與『整理後版本』；Codex Voice 使用者保留『口述任務』與『Agent 計畫』。兩組都要在交給下一個工具前，確認沒有個資、越權要求或未授權發布。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這張橋接圖把兩種語音入口放回上午產線：Typeless 負責整理文字，Codex Voice 負責在工作區協調 Agent；兩者都必須留下可檢查的文字、計畫或證據。接著可把問題交給 Gemini Notebook 建立來源包，或交給 Codex／Gem／Canvas 推進作品。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現場示範以教學駕駛艙 GitHub repo 與公開網站為入口：先閱讀 README 與一個單元頁，再把可公開的內容加入 Gemini Notebook。示範一題能回到引用的問題，再示範一題資料不足的問題；最後把 Notebook 產出的摘要或提問稿放回駕駛艙的教學脈絡。提醒：不要上傳學生個資、未授權教材或私人研究資料。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這一輪不追求把整座駕駛艙搬進筆記本，而是完成一個可追查的小案例。巡視時請確認來源權限、引用位置與輸出是否真的能被教師修改。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請參與者只選一個駕駛艙成品完成，不要同時生成全部。強調 Notebook 是來源與推理的工作區，駕駛艙則是給教師或學生使用的整理與操作入口；完成後用『內容依據、使用者可用、教師可改』三項快速評估。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這一頁的現場操作會直接打開講師帳號中既有的 Gem，讓大家看『真實產物如何拆解』。公開版本只示範結構與方法，不顯示私人 Gem 名稱、檔案或對話內容；若參與者帳號看不到相同 Gem，就用下一頁的通用範本重建。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示範先在帳號中複製一個既有 Gem 的有效做法，再把它改成研習用的『教學與研究設計教練』。右側範本刻意保留簡短、可讀、可測試；實際儲存前請確認背景檔案與分享權限。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巡視時請先確認參與者真的在改造一個既有資產，而不是另開一個完全不同的 Gem。測試案例至少包含：未提供學生程度、要求捏造引用、要求直接替學生完成作業。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以『會議記錄自動產出平台（Pro 版）』作為需求參考，不把真實會議逐字稿直接貼入公開示範。先在 Canvas 生成最小可用的會議紀錄介面，再把公開網址嵌入 Google Sites；若來源網站禁止 iframe，就改用『在新分頁開啟』的備援按鈕。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先展示 #84 會議記錄自動產出平台的需求與操作脈絡，再請 Canvas 生成一個不含真實個資的最小原型。示範完成後複製分享網址，實際放進 Google Sites 頁面預覽；若嵌入被阻擋，保留同一網址的外開備援。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這個練習把上午三個重點串起來：Gemini Notebook 可整理會議來源，既有 Gem 可固定摘要格式，Canvas 產出可操作介面，Google Sites 負責組織與分享。嵌入前一定要用合成資料或已授權內容驗證。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 Google Sites 完成 Canvas 會議紀錄系統的嵌入與分享；若作品需要版本化、程式碼維護或跨專案重用，再選 GitHub Pages。EZPage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Sites 的現場流程是準備分享網址、插入嵌入、調整版面、預覽並發布。請用 #84 會議紀錄平台的需求作為畫面參考；若 Canvas 網址回應拒絕嵌入，直接提供清楚的『在新分頁開啟』按鈕，不要為了嵌入而放寬資料權限。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秒：30 秒說明資料與使用者，45 秒操作作品，15 秒說明下一步。示範資料請使用合成或已授權內容；技術評論與 Agent 升級留到午後。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https://gemini.google.com/gems/create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https://sites.google.com/new</a:t>
            </a:r>
          </a:p>
          <a:p xmlns:a="http://schemas.openxmlformats.org/drawingml/2006/main">
            <a:r>
              <a:t>- https://pages.github.com/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44c9bf7a354b2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b15a960cec4043" /><Relationship Type="http://schemas.openxmlformats.org/officeDocument/2006/relationships/slideLayout" Target="/ppt/slideLayouts/slideLayout1.xml" Id="Rf10637515ef348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0637515ef348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a45217f2d4654" /><Relationship Type="http://schemas.openxmlformats.org/officeDocument/2006/relationships/image" Target="/ppt/media/image.png" Id="R4efb9b41696a4f48" /><Relationship Type="http://schemas.openxmlformats.org/officeDocument/2006/relationships/notesSlide" Target="/ppt/notesSlides/notesSlide1.xml" Id="R7efb7ce6376c49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41675798ef49f5" /><Relationship Type="http://schemas.openxmlformats.org/officeDocument/2006/relationships/hyperlink" Target="https://www.typeless.com/" TargetMode="External" Id="Rfd09286991eb47a3" /><Relationship Type="http://schemas.openxmlformats.org/officeDocument/2006/relationships/hyperlink" Target="https://notebook.google.com/" TargetMode="External" Id="Rc5439d5af66945a3" /><Relationship Type="http://schemas.openxmlformats.org/officeDocument/2006/relationships/image" Target="/ppt/media/image2.png" Id="R3c34bc03a52749d6" /><Relationship Type="http://schemas.openxmlformats.org/officeDocument/2006/relationships/image" Target="/ppt/media/image3.png" Id="R8bdaf2bddeb4424a" /><Relationship Type="http://schemas.openxmlformats.org/officeDocument/2006/relationships/notesSlide" Target="/ppt/notesSlides/notesSlide2.xml" Id="R94e5ec8ed9064ae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8e009d4009423d" /><Relationship Type="http://schemas.openxmlformats.org/officeDocument/2006/relationships/notesSlide" Target="/ppt/notesSlides/notesSlide3.xml" Id="Re325baad08c849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caf21d1cda4197" /><Relationship Type="http://schemas.openxmlformats.org/officeDocument/2006/relationships/notesSlide" Target="/ppt/notesSlides/notesSlide4.xml" Id="R484f13d7a23146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d30ee61e8e4975" /><Relationship Type="http://schemas.openxmlformats.org/officeDocument/2006/relationships/notesSlide" Target="/ppt/notesSlides/notesSlide5.xml" Id="Rf2d4d6b5a11445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36687503a347b0" /><Relationship Type="http://schemas.openxmlformats.org/officeDocument/2006/relationships/notesSlide" Target="/ppt/notesSlides/notesSlide6.xml" Id="Rca93da4ba77e4f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9b34e75cf44cc9" /><Relationship Type="http://schemas.openxmlformats.org/officeDocument/2006/relationships/image" Target="/ppt/media/image4.png" Id="Rcc75a8829b6149a3" /><Relationship Type="http://schemas.openxmlformats.org/officeDocument/2006/relationships/hyperlink" Target="https://cagoooo.github.io/Akai/" TargetMode="External" Id="R522239262f314d38" /><Relationship Type="http://schemas.openxmlformats.org/officeDocument/2006/relationships/image" Target="/ppt/media/image5.png" Id="Ra1e2d006f88d49b4" /><Relationship Type="http://schemas.openxmlformats.org/officeDocument/2006/relationships/notesSlide" Target="/ppt/notesSlides/notesSlide7.xml" Id="Raae8a73793c7420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6a6cd40484ba8" /><Relationship Type="http://schemas.openxmlformats.org/officeDocument/2006/relationships/hyperlink" Target="https://cagoooo.github.io/Akai/tool/91/" TargetMode="External" Id="R3be64f1ad8f64af3" /><Relationship Type="http://schemas.openxmlformats.org/officeDocument/2006/relationships/image" Target="/ppt/media/image6.png" Id="R80ff1c2844dc47f6" /><Relationship Type="http://schemas.openxmlformats.org/officeDocument/2006/relationships/hyperlink" Target="https://cagoooo.github.io/PhotoPoet/" TargetMode="External" Id="Rcf308b26641b4461" /><Relationship Type="http://schemas.openxmlformats.org/officeDocument/2006/relationships/image" Target="/ppt/media/image7.png" Id="Rae9520dcb02046d4" /><Relationship Type="http://schemas.openxmlformats.org/officeDocument/2006/relationships/hyperlink" Target="https://cagoooo.github.io/Akai/tool/58/" TargetMode="External" Id="R66c01b69d1f940e4" /><Relationship Type="http://schemas.openxmlformats.org/officeDocument/2006/relationships/image" Target="/ppt/media/image8.png" Id="R010fa437b09848c2" /><Relationship Type="http://schemas.openxmlformats.org/officeDocument/2006/relationships/hyperlink" Target="https://cagoooo.github.io/prepare/" TargetMode="External" Id="Rfe72a1053c834dc7" /><Relationship Type="http://schemas.openxmlformats.org/officeDocument/2006/relationships/image" Target="/ppt/media/image9.png" Id="R77c3337e7e8842c5" /><Relationship Type="http://schemas.openxmlformats.org/officeDocument/2006/relationships/hyperlink" Target="https://cagoooo.github.io/Akai/tool/11/" TargetMode="External" Id="R48dff4ebb76645b7" /><Relationship Type="http://schemas.openxmlformats.org/officeDocument/2006/relationships/image" Target="/ppt/media/image10.png" Id="R7ca127be48b142d2" /><Relationship Type="http://schemas.openxmlformats.org/officeDocument/2006/relationships/hyperlink" Target="https://cagoooo.github.io/Akailao/" TargetMode="External" Id="R28eaeaea193943ec" /><Relationship Type="http://schemas.openxmlformats.org/officeDocument/2006/relationships/image" Target="/ppt/media/image11.png" Id="R0206b41b761f40ab" /><Relationship Type="http://schemas.openxmlformats.org/officeDocument/2006/relationships/notesSlide" Target="/ppt/notesSlides/notesSlide8.xml" Id="Rfd910750da4d4f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8575112e204503" /><Relationship Type="http://schemas.openxmlformats.org/officeDocument/2006/relationships/hyperlink" Target="https://cagoooo.github.io/Akai/tool/3/" TargetMode="External" Id="Ra02f05186b9f4619" /><Relationship Type="http://schemas.openxmlformats.org/officeDocument/2006/relationships/image" Target="/ppt/media/image12.png" Id="Rf2d62dde96e14ffd" /><Relationship Type="http://schemas.openxmlformats.org/officeDocument/2006/relationships/hyperlink" Target="https://cagoooo.github.io/vote/" TargetMode="External" Id="R6f37d11375764c9b" /><Relationship Type="http://schemas.openxmlformats.org/officeDocument/2006/relationships/image" Target="/ppt/media/image13.png" Id="R32be336a21fd4874" /><Relationship Type="http://schemas.openxmlformats.org/officeDocument/2006/relationships/hyperlink" Target="https://cagoooo.github.io/Akai/tool/24/" TargetMode="External" Id="R84534227b16746d0" /><Relationship Type="http://schemas.openxmlformats.org/officeDocument/2006/relationships/image" Target="/ppt/media/image14.png" Id="Rfe68f44ccf0c48be" /><Relationship Type="http://schemas.openxmlformats.org/officeDocument/2006/relationships/hyperlink" Target="https://sites.google.com/mail2.smes.tyc.edu.tw/114teacher/" TargetMode="External" Id="Rf7cb5477ec844c4e" /><Relationship Type="http://schemas.openxmlformats.org/officeDocument/2006/relationships/image" Target="/ppt/media/image15.png" Id="R9ac8db47f3294d0e" /><Relationship Type="http://schemas.openxmlformats.org/officeDocument/2006/relationships/hyperlink" Target="https://cagoooo.github.io/Akai/tool/81/" TargetMode="External" Id="R840246aaf80f47f9" /><Relationship Type="http://schemas.openxmlformats.org/officeDocument/2006/relationships/image" Target="/ppt/media/image16.png" Id="Rbabbfd51ef0a4840" /><Relationship Type="http://schemas.openxmlformats.org/officeDocument/2006/relationships/hyperlink" Target="https://cagoooo.github.io/it-cockpit/" TargetMode="External" Id="Rf3f6962fe3a34856" /><Relationship Type="http://schemas.openxmlformats.org/officeDocument/2006/relationships/image" Target="/ppt/media/image17.png" Id="R977c2816130c48ff" /><Relationship Type="http://schemas.openxmlformats.org/officeDocument/2006/relationships/notesSlide" Target="/ppt/notesSlides/notesSlide9.xml" Id="R52e8e9151a8e4a2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4d06b7ce34058" /><Relationship Type="http://schemas.openxmlformats.org/officeDocument/2006/relationships/hyperlink" Target="https://www.typeless.com/" TargetMode="External" Id="R2b095f3acd234c0a" /><Relationship Type="http://schemas.openxmlformats.org/officeDocument/2006/relationships/hyperlink" Target="https://chatgpt.com/codex/" TargetMode="External" Id="R3858b469c1cf43f1" /><Relationship Type="http://schemas.openxmlformats.org/officeDocument/2006/relationships/image" Target="/ppt/media/image18.png" Id="R803e4f15f7734791" /><Relationship Type="http://schemas.openxmlformats.org/officeDocument/2006/relationships/image" Target="/ppt/media/image19.png" Id="R53c5af2815d94ad0" /><Relationship Type="http://schemas.openxmlformats.org/officeDocument/2006/relationships/notesSlide" Target="/ppt/notesSlides/notesSlide10.xml" Id="R6e886fc9c48a43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70f0edbe964964" /><Relationship Type="http://schemas.openxmlformats.org/officeDocument/2006/relationships/hyperlink" Target="https://www.typeless.com/" TargetMode="External" Id="R6ac323c204a34722" /><Relationship Type="http://schemas.openxmlformats.org/officeDocument/2006/relationships/hyperlink" Target="https://chatgpt.com/codex/" TargetMode="External" Id="R118ac7ca66f34848" /><Relationship Type="http://schemas.openxmlformats.org/officeDocument/2006/relationships/image" Target="/ppt/media/image20.png" Id="Rb1f2ec005600482d" /><Relationship Type="http://schemas.openxmlformats.org/officeDocument/2006/relationships/image" Target="/ppt/media/image21.png" Id="R0057d55114564273" /><Relationship Type="http://schemas.openxmlformats.org/officeDocument/2006/relationships/notesSlide" Target="/ppt/notesSlides/notesSlide11.xml" Id="R0b9e3561f1c842e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4814d358894b55" /><Relationship Type="http://schemas.openxmlformats.org/officeDocument/2006/relationships/hyperlink" Target="https://www.typeless.com/downloads" TargetMode="External" Id="R09dab42f90914ce3" /><Relationship Type="http://schemas.openxmlformats.org/officeDocument/2006/relationships/hyperlink" Target="https://chatgpt.com/codex/" TargetMode="External" Id="Rb0771d4448894661" /><Relationship Type="http://schemas.openxmlformats.org/officeDocument/2006/relationships/image" Target="/ppt/media/image22.png" Id="Rf062224b2a7b4171" /><Relationship Type="http://schemas.openxmlformats.org/officeDocument/2006/relationships/image" Target="/ppt/media/image23.png" Id="Re4a7a3481bbc4e7b" /><Relationship Type="http://schemas.openxmlformats.org/officeDocument/2006/relationships/notesSlide" Target="/ppt/notesSlides/notesSlide12.xml" Id="Rb92c78678774456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5cc6d50e6e4c9d" /><Relationship Type="http://schemas.openxmlformats.org/officeDocument/2006/relationships/hyperlink" Target="https://www.typeless.com/" TargetMode="External" Id="R7233242fc16b44b1" /><Relationship Type="http://schemas.openxmlformats.org/officeDocument/2006/relationships/hyperlink" Target="https://chatgpt.com/codex/" TargetMode="External" Id="R82c4cc120d2540ee" /><Relationship Type="http://schemas.openxmlformats.org/officeDocument/2006/relationships/hyperlink" Target="https://notebook.google.com/" TargetMode="External" Id="R919bcad269bc4690" /><Relationship Type="http://schemas.openxmlformats.org/officeDocument/2006/relationships/image" Target="/ppt/media/image24.png" Id="Rd3619de5c2b245ed" /><Relationship Type="http://schemas.openxmlformats.org/officeDocument/2006/relationships/image" Target="/ppt/media/image25.png" Id="Rd43a07174f9a43bc" /><Relationship Type="http://schemas.openxmlformats.org/officeDocument/2006/relationships/notesSlide" Target="/ppt/notesSlides/notesSlide13.xml" Id="R48e82a072a4944b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e803dcd8bc4218" /><Relationship Type="http://schemas.openxmlformats.org/officeDocument/2006/relationships/notesSlide" Target="/ppt/notesSlides/notesSlide14.xml" Id="Rdcad8c8f3ad4458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ecf295379f482f" /><Relationship Type="http://schemas.openxmlformats.org/officeDocument/2006/relationships/hyperlink" Target="https://notebook.google.com/" TargetMode="External" Id="Ra78fbfd4a10a4448" /><Relationship Type="http://schemas.openxmlformats.org/officeDocument/2006/relationships/image" Target="/ppt/media/image26.png" Id="R27ffa3ed27d446a9" /><Relationship Type="http://schemas.openxmlformats.org/officeDocument/2006/relationships/notesSlide" Target="/ppt/notesSlides/notesSlide15.xml" Id="Rff899682d57044b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834edd8a344da" /><Relationship Type="http://schemas.openxmlformats.org/officeDocument/2006/relationships/hyperlink" Target="https://notebook.google.com/" TargetMode="External" Id="R8e5a3bbebdf44d42" /><Relationship Type="http://schemas.openxmlformats.org/officeDocument/2006/relationships/image" Target="/ppt/media/image27.png" Id="Rcd7a9a6fee944f6a" /><Relationship Type="http://schemas.openxmlformats.org/officeDocument/2006/relationships/notesSlide" Target="/ppt/notesSlides/notesSlide16.xml" Id="Rd73c85c6908d436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77a80fc104463c" /><Relationship Type="http://schemas.openxmlformats.org/officeDocument/2006/relationships/hyperlink" Target="https://notebook.google.com/" TargetMode="External" Id="R0737419be3254239" /><Relationship Type="http://schemas.openxmlformats.org/officeDocument/2006/relationships/image" Target="/ppt/media/image28.png" Id="R2a4f7711ee034dc7" /><Relationship Type="http://schemas.openxmlformats.org/officeDocument/2006/relationships/notesSlide" Target="/ppt/notesSlides/notesSlide17.xml" Id="R6aebea6f02734af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784b837454d27" /><Relationship Type="http://schemas.openxmlformats.org/officeDocument/2006/relationships/hyperlink" Target="https://notebook.google.com/" TargetMode="External" Id="Rce24474a40ec43d6" /><Relationship Type="http://schemas.openxmlformats.org/officeDocument/2006/relationships/hyperlink" Target="https://github.com/cagoooo/it-cockpit" TargetMode="External" Id="Rbb70611fb7354155" /><Relationship Type="http://schemas.openxmlformats.org/officeDocument/2006/relationships/hyperlink" Target="https://cagoooo.github.io/it-cockpit/" TargetMode="External" Id="R234fb27100ca4301" /><Relationship Type="http://schemas.openxmlformats.org/officeDocument/2006/relationships/image" Target="/ppt/media/image29.png" Id="R6242a6b87dde46fb" /><Relationship Type="http://schemas.openxmlformats.org/officeDocument/2006/relationships/image" Target="/ppt/media/image30.png" Id="R97fe76580e034ef3" /><Relationship Type="http://schemas.openxmlformats.org/officeDocument/2006/relationships/image" Target="/ppt/media/image31.png" Id="R451f727630ee4d50" /><Relationship Type="http://schemas.openxmlformats.org/officeDocument/2006/relationships/notesSlide" Target="/ppt/notesSlides/notesSlide18.xml" Id="R7ce9b6eb77fc42b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92cdf998a4eaa" /><Relationship Type="http://schemas.openxmlformats.org/officeDocument/2006/relationships/hyperlink" Target="https://notebook.google.com/" TargetMode="External" Id="R4e323fe643b44679" /><Relationship Type="http://schemas.openxmlformats.org/officeDocument/2006/relationships/hyperlink" Target="https://cagoooo.github.io/it-cockpit/" TargetMode="External" Id="R18f2d4b8289c42d2" /><Relationship Type="http://schemas.openxmlformats.org/officeDocument/2006/relationships/image" Target="/ppt/media/image32.png" Id="R31d507299ccb4f5e" /><Relationship Type="http://schemas.openxmlformats.org/officeDocument/2006/relationships/image" Target="/ppt/media/image33.png" Id="R5d73e8e7b4ba427d" /><Relationship Type="http://schemas.openxmlformats.org/officeDocument/2006/relationships/notesSlide" Target="/ppt/notesSlides/notesSlide19.xml" Id="R7e8bb91cf1794d3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0d779bc9646b5" /><Relationship Type="http://schemas.openxmlformats.org/officeDocument/2006/relationships/hyperlink" Target="https://notebook.google.com/" TargetMode="External" Id="R543a3ea01d7f4217" /><Relationship Type="http://schemas.openxmlformats.org/officeDocument/2006/relationships/image" Target="/ppt/media/image34.png" Id="R7c1a1bb8a65c41c6" /><Relationship Type="http://schemas.openxmlformats.org/officeDocument/2006/relationships/notesSlide" Target="/ppt/notesSlides/notesSlide20.xml" Id="Refac9073cd24457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c21e07c964c5d" /><Relationship Type="http://schemas.openxmlformats.org/officeDocument/2006/relationships/hyperlink" Target="https://notebook.google.com/" TargetMode="External" Id="Rc2095330b26441ee" /><Relationship Type="http://schemas.openxmlformats.org/officeDocument/2006/relationships/image" Target="/ppt/media/image35.png" Id="Rcff3faa525f24e3b" /><Relationship Type="http://schemas.openxmlformats.org/officeDocument/2006/relationships/notesSlide" Target="/ppt/notesSlides/notesSlide21.xml" Id="R9147911e341d42f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d491e91f994ecc" /><Relationship Type="http://schemas.openxmlformats.org/officeDocument/2006/relationships/hyperlink" Target="https://notebook.google.com/" TargetMode="External" Id="R243b17dd8072473c" /><Relationship Type="http://schemas.openxmlformats.org/officeDocument/2006/relationships/image" Target="/ppt/media/image36.png" Id="R4df6d4143d6e4a13" /><Relationship Type="http://schemas.openxmlformats.org/officeDocument/2006/relationships/notesSlide" Target="/ppt/notesSlides/notesSlide22.xml" Id="R5beea27895ae471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bca4ca93be463e" /><Relationship Type="http://schemas.openxmlformats.org/officeDocument/2006/relationships/hyperlink" Target="https://gemini.google.com/gems/create" TargetMode="External" Id="Raa517b1f54bb43a9" /><Relationship Type="http://schemas.openxmlformats.org/officeDocument/2006/relationships/image" Target="/ppt/media/image37.png" Id="Rdf6e925a15684ce4" /><Relationship Type="http://schemas.openxmlformats.org/officeDocument/2006/relationships/notesSlide" Target="/ppt/notesSlides/notesSlide23.xml" Id="R1eb2fa48ef5445f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276cf93a8d4b35" /><Relationship Type="http://schemas.openxmlformats.org/officeDocument/2006/relationships/hyperlink" Target="https://gemini.google.com/gems/create" TargetMode="External" Id="R810994fc69974a5e" /><Relationship Type="http://schemas.openxmlformats.org/officeDocument/2006/relationships/image" Target="/ppt/media/image38.png" Id="R45937074e2644ff8" /><Relationship Type="http://schemas.openxmlformats.org/officeDocument/2006/relationships/notesSlide" Target="/ppt/notesSlides/notesSlide24.xml" Id="R6883dbe98103473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76b4890aa6491f" /><Relationship Type="http://schemas.openxmlformats.org/officeDocument/2006/relationships/hyperlink" Target="https://gemini.google.com/gems/create" TargetMode="External" Id="R11611fb16a52478e" /><Relationship Type="http://schemas.openxmlformats.org/officeDocument/2006/relationships/image" Target="/ppt/media/image39.png" Id="R005c2c13cb774a9c" /><Relationship Type="http://schemas.openxmlformats.org/officeDocument/2006/relationships/notesSlide" Target="/ppt/notesSlides/notesSlide25.xml" Id="Re8ac81ef804443c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51274f57a4c4e" /><Relationship Type="http://schemas.openxmlformats.org/officeDocument/2006/relationships/hyperlink" Target="https://gemini.google.com/gems/create" TargetMode="External" Id="R7e984f399c5d47ca" /><Relationship Type="http://schemas.openxmlformats.org/officeDocument/2006/relationships/image" Target="/ppt/media/image40.png" Id="Rdafff2c7ae8d473b" /><Relationship Type="http://schemas.openxmlformats.org/officeDocument/2006/relationships/notesSlide" Target="/ppt/notesSlides/notesSlide26.xml" Id="Rc4459d7a7166412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a61cbddb394f8a" /><Relationship Type="http://schemas.openxmlformats.org/officeDocument/2006/relationships/hyperlink" Target="https://gemini.google.com/gems/create" TargetMode="External" Id="R8eda204ced8d469e" /><Relationship Type="http://schemas.openxmlformats.org/officeDocument/2006/relationships/image" Target="/ppt/media/image41.png" Id="R9d72e26bd35e4808" /><Relationship Type="http://schemas.openxmlformats.org/officeDocument/2006/relationships/notesSlide" Target="/ppt/notesSlides/notesSlide27.xml" Id="R14ea89e1c999484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a86ef043814d1e" /><Relationship Type="http://schemas.openxmlformats.org/officeDocument/2006/relationships/hyperlink" Target="https://gemini.google.com/gems/create" TargetMode="External" Id="Ra06300d7f6b64570" /><Relationship Type="http://schemas.openxmlformats.org/officeDocument/2006/relationships/image" Target="/ppt/media/image42.png" Id="Raa4f9b6be11440b7" /><Relationship Type="http://schemas.openxmlformats.org/officeDocument/2006/relationships/notesSlide" Target="/ppt/notesSlides/notesSlide28.xml" Id="R038c48114f4240a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02b953eab94110" /><Relationship Type="http://schemas.openxmlformats.org/officeDocument/2006/relationships/hyperlink" Target="https://gemini.google.com/app" TargetMode="External" Id="R72a57c1b4d1b4640" /><Relationship Type="http://schemas.openxmlformats.org/officeDocument/2006/relationships/image" Target="/ppt/media/image43.png" Id="R2e3be5b7a9b6474e" /><Relationship Type="http://schemas.openxmlformats.org/officeDocument/2006/relationships/notesSlide" Target="/ppt/notesSlides/notesSlide29.xml" Id="R0cdb8e8570d84fb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ef2a7b6be34f60" /><Relationship Type="http://schemas.openxmlformats.org/officeDocument/2006/relationships/hyperlink" Target="https://gemini.google.com/app" TargetMode="External" Id="R335d849b561e45a8" /><Relationship Type="http://schemas.openxmlformats.org/officeDocument/2006/relationships/image" Target="/ppt/media/image44.png" Id="R1843ac4197324e54" /><Relationship Type="http://schemas.openxmlformats.org/officeDocument/2006/relationships/notesSlide" Target="/ppt/notesSlides/notesSlide30.xml" Id="R31de06b1106940c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8708e460624c01" /><Relationship Type="http://schemas.openxmlformats.org/officeDocument/2006/relationships/hyperlink" Target="https://gemini.google.com/app" TargetMode="External" Id="R5bc5d2fe8ca14f23" /><Relationship Type="http://schemas.openxmlformats.org/officeDocument/2006/relationships/hyperlink" Target="https://cagoooo.github.io/domain-meeting-go/" TargetMode="External" Id="Rd9f76555ce5847d5" /><Relationship Type="http://schemas.openxmlformats.org/officeDocument/2006/relationships/image" Target="/ppt/media/image45.png" Id="R8081a020f6c24234" /><Relationship Type="http://schemas.openxmlformats.org/officeDocument/2006/relationships/image" Target="/ppt/media/image46.png" Id="R379cf4ad573743fc" /><Relationship Type="http://schemas.openxmlformats.org/officeDocument/2006/relationships/notesSlide" Target="/ppt/notesSlides/notesSlide31.xml" Id="R9f053866ac7444e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3dbc65f17340c3" /><Relationship Type="http://schemas.openxmlformats.org/officeDocument/2006/relationships/hyperlink" Target="https://gemini.google.com/app" TargetMode="External" Id="R6aa8e91623ce44c1" /><Relationship Type="http://schemas.openxmlformats.org/officeDocument/2006/relationships/hyperlink" Target="https://cagoooo.github.io/domain-meeting-go/" TargetMode="External" Id="Raafc3b494c7148b9" /><Relationship Type="http://schemas.openxmlformats.org/officeDocument/2006/relationships/hyperlink" Target="https://sites.google.com/mail2.smes.tyc.edu.tw/114teacher/" TargetMode="External" Id="R129bae1c7b5d45cc" /><Relationship Type="http://schemas.openxmlformats.org/officeDocument/2006/relationships/image" Target="/ppt/media/image47.png" Id="R21fb38045fc54afe" /><Relationship Type="http://schemas.openxmlformats.org/officeDocument/2006/relationships/image" Target="/ppt/media/image48.png" Id="Re5b6a966e4414510" /><Relationship Type="http://schemas.openxmlformats.org/officeDocument/2006/relationships/image" Target="/ppt/media/image49.png" Id="Rd5b0f6a9c57743b5" /><Relationship Type="http://schemas.openxmlformats.org/officeDocument/2006/relationships/notesSlide" Target="/ppt/notesSlides/notesSlide32.xml" Id="R7dfc37d94b5c43f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a89f143b044528" /><Relationship Type="http://schemas.openxmlformats.org/officeDocument/2006/relationships/hyperlink" Target="https://sites.google.com/new" TargetMode="External" Id="Rf2b3e19eaafa4228" /><Relationship Type="http://schemas.openxmlformats.org/officeDocument/2006/relationships/hyperlink" Target="https://cagoooo.github.io/domain-meeting-go/" TargetMode="External" Id="Rb1d6e74351fa4d21" /><Relationship Type="http://schemas.openxmlformats.org/officeDocument/2006/relationships/image" Target="/ppt/media/image50.png" Id="R672c29f40b8a4162" /><Relationship Type="http://schemas.openxmlformats.org/officeDocument/2006/relationships/image" Target="/ppt/media/image51.png" Id="R7618991d6317467d" /><Relationship Type="http://schemas.openxmlformats.org/officeDocument/2006/relationships/notesSlide" Target="/ppt/notesSlides/notesSlide33.xml" Id="R0702299c388944d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01b81d6aa84f58" /><Relationship Type="http://schemas.openxmlformats.org/officeDocument/2006/relationships/hyperlink" Target="https://sites.google.com/new" TargetMode="External" Id="R6796b60333544d52" /><Relationship Type="http://schemas.openxmlformats.org/officeDocument/2006/relationships/hyperlink" Target="https://pages.github.com/" TargetMode="External" Id="Radd0fd802c2b4006" /><Relationship Type="http://schemas.openxmlformats.org/officeDocument/2006/relationships/hyperlink" Target="https://gg90052.github.io/ezpage/" TargetMode="External" Id="R37db47adcbd741ea" /><Relationship Type="http://schemas.openxmlformats.org/officeDocument/2006/relationships/image" Target="/ppt/media/image52.png" Id="R5caa87c585e34c7b" /><Relationship Type="http://schemas.openxmlformats.org/officeDocument/2006/relationships/image" Target="/ppt/media/image53.png" Id="R29a1ab401f504a11" /><Relationship Type="http://schemas.openxmlformats.org/officeDocument/2006/relationships/image" Target="/ppt/media/image54.png" Id="R37616723474f48ce" /><Relationship Type="http://schemas.openxmlformats.org/officeDocument/2006/relationships/notesSlide" Target="/ppt/notesSlides/notesSlide34.xml" Id="Rd0155d90f7484f8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955b3c0dc74274" /><Relationship Type="http://schemas.openxmlformats.org/officeDocument/2006/relationships/hyperlink" Target="https://sites.google.com/new" TargetMode="External" Id="R37ebc0f7a2954bd7" /><Relationship Type="http://schemas.openxmlformats.org/officeDocument/2006/relationships/hyperlink" Target="https://sites.google.com/mail2.smes.tyc.edu.tw/114teacher/" TargetMode="External" Id="Rc13d41a2c9d14536" /><Relationship Type="http://schemas.openxmlformats.org/officeDocument/2006/relationships/image" Target="/ppt/media/image55.png" Id="Rc26beda956a04389" /><Relationship Type="http://schemas.openxmlformats.org/officeDocument/2006/relationships/image" Target="/ppt/media/image56.png" Id="Rd2e142291d04445e" /><Relationship Type="http://schemas.openxmlformats.org/officeDocument/2006/relationships/notesSlide" Target="/ppt/notesSlides/notesSlide35.xml" Id="Rc38c3f80e912420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418a37dc14ed6" /><Relationship Type="http://schemas.openxmlformats.org/officeDocument/2006/relationships/hyperlink" Target="https://pages.github.com/" TargetMode="External" Id="Rd92c948d0af145d8" /><Relationship Type="http://schemas.openxmlformats.org/officeDocument/2006/relationships/image" Target="/ppt/media/image57.png" Id="R11c31606059d4f1e" /><Relationship Type="http://schemas.openxmlformats.org/officeDocument/2006/relationships/notesSlide" Target="/ppt/notesSlides/notesSlide36.xml" Id="Ra17f869b1ff24d6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6c6a9ee8354bab" /><Relationship Type="http://schemas.openxmlformats.org/officeDocument/2006/relationships/hyperlink" Target="https://gg90052.github.io/ezpage/" TargetMode="External" Id="R38be27e12e7244a0" /><Relationship Type="http://schemas.openxmlformats.org/officeDocument/2006/relationships/image" Target="/ppt/media/image58.png" Id="Rb0c7957c1ab94db8" /><Relationship Type="http://schemas.openxmlformats.org/officeDocument/2006/relationships/notesSlide" Target="/ppt/notesSlides/notesSlide37.xml" Id="R34f785e2b0834a9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0bca88d8a4276" /><Relationship Type="http://schemas.openxmlformats.org/officeDocument/2006/relationships/hyperlink" Target="https://notebook.google.com/" TargetMode="External" Id="R77c8266ed67248e7" /><Relationship Type="http://schemas.openxmlformats.org/officeDocument/2006/relationships/hyperlink" Target="https://cagoooo.github.io/domain-meeting-go/" TargetMode="External" Id="Rfb578a3627694289" /><Relationship Type="http://schemas.openxmlformats.org/officeDocument/2006/relationships/hyperlink" Target="https://sites.google.com/mail2.smes.tyc.edu.tw/114teacher/" TargetMode="External" Id="Ra3792c3d8536491a" /><Relationship Type="http://schemas.openxmlformats.org/officeDocument/2006/relationships/image" Target="/ppt/media/image59.png" Id="R7f64e4cec16b4bb3" /><Relationship Type="http://schemas.openxmlformats.org/officeDocument/2006/relationships/image" Target="/ppt/media/image60.png" Id="R4084f9c20c0249d3" /><Relationship Type="http://schemas.openxmlformats.org/officeDocument/2006/relationships/image" Target="/ppt/media/image61.png" Id="R820c153631484580" /><Relationship Type="http://schemas.openxmlformats.org/officeDocument/2006/relationships/notesSlide" Target="/ppt/notesSlides/notesSlide38.xml" Id="R9392c6b6cfe64c3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7877455fea4541" /><Relationship Type="http://schemas.openxmlformats.org/officeDocument/2006/relationships/hyperlink" Target="../START_HERE_&#30740;&#32722;&#36039;&#28304;&#23566;&#33322;.html" TargetMode="External" Id="R878992df33264cf0" /><Relationship Type="http://schemas.openxmlformats.org/officeDocument/2006/relationships/image" Target="/ppt/media/image62.png" Id="Rc6075b26af234db5" /><Relationship Type="http://schemas.openxmlformats.org/officeDocument/2006/relationships/hyperlink" Target="https://notebook.google.com/" TargetMode="External" Id="R2881eb17911f4f0d" /><Relationship Type="http://schemas.openxmlformats.org/officeDocument/2006/relationships/image" Target="/ppt/media/image63.png" Id="Rbf72f7cf8ec8409e" /><Relationship Type="http://schemas.openxmlformats.org/officeDocument/2006/relationships/hyperlink" Target="https://gemini.google.com/gems/create" TargetMode="External" Id="Re39f1137fa424767" /><Relationship Type="http://schemas.openxmlformats.org/officeDocument/2006/relationships/image" Target="/ppt/media/image64.png" Id="R0e9292b2a7834821" /><Relationship Type="http://schemas.openxmlformats.org/officeDocument/2006/relationships/hyperlink" Target="https://gemini.google.com/app" TargetMode="External" Id="Rb6d188bd6b864630" /><Relationship Type="http://schemas.openxmlformats.org/officeDocument/2006/relationships/image" Target="/ppt/media/image65.png" Id="Ra4d47373824d4285" /><Relationship Type="http://schemas.openxmlformats.org/officeDocument/2006/relationships/hyperlink" Target="https://github.com/cagoooo/it-cockpit" TargetMode="External" Id="R3e376536a63c4e1d" /><Relationship Type="http://schemas.openxmlformats.org/officeDocument/2006/relationships/image" Target="/ppt/media/image66.png" Id="R46af7462ccb14609" /><Relationship Type="http://schemas.openxmlformats.org/officeDocument/2006/relationships/hyperlink" Target="https://cagoooo.github.io/it-cockpit/" TargetMode="External" Id="R3a7f50c02e6a45ab" /><Relationship Type="http://schemas.openxmlformats.org/officeDocument/2006/relationships/image" Target="/ppt/media/image67.png" Id="R7b5b3245f6e1439e" /><Relationship Type="http://schemas.openxmlformats.org/officeDocument/2006/relationships/hyperlink" Target="https://cagoooo.github.io/domain-meeting-go/" TargetMode="External" Id="R3ccd27e370694285" /><Relationship Type="http://schemas.openxmlformats.org/officeDocument/2006/relationships/image" Target="/ppt/media/image68.png" Id="R57b21b249d4f4256" /><Relationship Type="http://schemas.openxmlformats.org/officeDocument/2006/relationships/hyperlink" Target="https://sites.google.com/new" TargetMode="External" Id="Raddd2ee320044f15" /><Relationship Type="http://schemas.openxmlformats.org/officeDocument/2006/relationships/image" Target="/ppt/media/image69.png" Id="Rd387f922e4c84ae7" /><Relationship Type="http://schemas.openxmlformats.org/officeDocument/2006/relationships/hyperlink" Target="https://pages.github.com/" TargetMode="External" Id="R2583ba2a5ddb4f0e" /><Relationship Type="http://schemas.openxmlformats.org/officeDocument/2006/relationships/image" Target="/ppt/media/image70.png" Id="Re5948bd23c774b74" /><Relationship Type="http://schemas.openxmlformats.org/officeDocument/2006/relationships/hyperlink" Target="https://gg90052.github.io/ezpage/" TargetMode="External" Id="R8ba6fcf04a4c44ed" /><Relationship Type="http://schemas.openxmlformats.org/officeDocument/2006/relationships/image" Target="/ppt/media/image71.png" Id="R3c92e0e628a04b00" /><Relationship Type="http://schemas.openxmlformats.org/officeDocument/2006/relationships/notesSlide" Target="/ppt/notesSlides/notesSlide39.xml" Id="R95fe87de81d34de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fb9b41696a4f4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AE944853-E841-49E9-8F8D-482BBA62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65A4AF8-53C6-4C5A-924E-06296BFC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6934B73-3974-4852-A117-D3335713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C2B30CF8-98EE-46E7-903C-111B53DE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C96FFBDC-A4E9-4681-BE71-650B937F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D667B306-12FC-4C74-B2CF-D1612CA2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92349F84-8C4C-426D-B736-2553DCAF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5960881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8">
            <a:extLst xmlns:a="http://schemas.openxmlformats.org/drawingml/2006/main">
              <a:ext uri="{FF2B5EF4-FFF2-40B4-BE49-F238E27FC236}">
                <a16:creationId xmlns:a16="http://schemas.microsoft.com/office/drawing/2014/main" id="{5A42E0C0-8101-4094-AD4E-7C3DA7F3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049C18-9482-411C-BBE8-4100BC6E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44" name="shape-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BB8D5C21-4ECB-4F9C-B2C4-B1600A65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C6841B7-FCFF-40BC-93B3-B66E86A0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1">
            <a:extLst xmlns:a="http://schemas.openxmlformats.org/drawingml/2006/main">
              <a:ext uri="{FF2B5EF4-FFF2-40B4-BE49-F238E27FC236}">
                <a16:creationId xmlns:a16="http://schemas.microsoft.com/office/drawing/2014/main" id="{5DF8F57C-BEC7-43BA-B514-D93C288D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12">
            <a:extLst xmlns:a="http://schemas.openxmlformats.org/drawingml/2006/main">
              <a:ext uri="{FF2B5EF4-FFF2-40B4-BE49-F238E27FC236}">
                <a16:creationId xmlns:a16="http://schemas.microsoft.com/office/drawing/2014/main" id="{C9DFDFB5-6D4F-4158-A280-2ACB54D3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">
            <a:extLst xmlns:a="http://schemas.openxmlformats.org/drawingml/2006/main">
              <a:ext uri="{FF2B5EF4-FFF2-40B4-BE49-F238E27FC236}">
                <a16:creationId xmlns:a16="http://schemas.microsoft.com/office/drawing/2014/main" id="{08291A57-5BCC-4B7B-8D54-0EBE74DA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">
            <a:extLst xmlns:a="http://schemas.openxmlformats.org/drawingml/2006/main">
              <a:ext uri="{FF2B5EF4-FFF2-40B4-BE49-F238E27FC236}">
                <a16:creationId xmlns:a16="http://schemas.microsoft.com/office/drawing/2014/main" id="{FF8E64BC-8B97-4312-92B5-81E5DFE4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先說清楚</a:t>
            </a:r>
          </a:p>
        </p:txBody>
      </p:sp>
      <p:sp>
        <p:nvSpPr>
          <p:cNvPr id="10" name="text-15">
            <a:extLst xmlns:a="http://schemas.openxmlformats.org/drawingml/2006/main">
              <a:ext uri="{FF2B5EF4-FFF2-40B4-BE49-F238E27FC236}">
                <a16:creationId xmlns:a16="http://schemas.microsoft.com/office/drawing/2014/main" id="{D6E011E4-68CC-495C-8BB9-D9B27A99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Typeless 把口語想法整理成可用文字</a:t>
            </a:r>
          </a:p>
        </p:txBody>
      </p:sp>
      <p:sp>
        <p:nvSpPr>
          <p:cNvPr id="11" name="text-16">
            <a:extLst xmlns:a="http://schemas.openxmlformats.org/drawingml/2006/main">
              <a:ext uri="{FF2B5EF4-FFF2-40B4-BE49-F238E27FC236}">
                <a16:creationId xmlns:a16="http://schemas.microsoft.com/office/drawing/2014/main" id="{2AC117A2-541F-47F5-981C-F591A4C3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">
            <a:extLst xmlns:a="http://schemas.openxmlformats.org/drawingml/2006/main">
              <a:ext uri="{FF2B5EF4-FFF2-40B4-BE49-F238E27FC236}">
                <a16:creationId xmlns:a16="http://schemas.microsoft.com/office/drawing/2014/main" id="{E6FBB732-2499-4BD1-A701-76ED42A9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18">
            <a:extLst xmlns:a="http://schemas.openxmlformats.org/drawingml/2006/main">
              <a:ext uri="{FF2B5EF4-FFF2-40B4-BE49-F238E27FC236}">
                <a16:creationId xmlns:a16="http://schemas.microsoft.com/office/drawing/2014/main" id="{A498A5C5-F531-47B8-8250-42C9CB2E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9">
            <a:extLst xmlns:a="http://schemas.openxmlformats.org/drawingml/2006/main">
              <a:ext uri="{FF2B5EF4-FFF2-40B4-BE49-F238E27FC236}">
                <a16:creationId xmlns:a16="http://schemas.microsoft.com/office/drawing/2014/main" id="{907E5822-D077-4390-8B6E-800D5883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0">
            <a:extLst xmlns:a="http://schemas.openxmlformats.org/drawingml/2006/main">
              <a:ext uri="{FF2B5EF4-FFF2-40B4-BE49-F238E27FC236}">
                <a16:creationId xmlns:a16="http://schemas.microsoft.com/office/drawing/2014/main" id="{49D88310-EBAD-4B81-A98D-57E49F84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16" name="text-21">
            <a:extLst xmlns:a="http://schemas.openxmlformats.org/drawingml/2006/main">
              <a:ext uri="{FF2B5EF4-FFF2-40B4-BE49-F238E27FC236}">
                <a16:creationId xmlns:a16="http://schemas.microsoft.com/office/drawing/2014/main" id="{4A4D5F92-5AE2-4F59-807B-0E2052BD7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17" name="text-22">
            <a:extLst xmlns:a="http://schemas.openxmlformats.org/drawingml/2006/main">
              <a:ext uri="{FF2B5EF4-FFF2-40B4-BE49-F238E27FC236}">
                <a16:creationId xmlns:a16="http://schemas.microsoft.com/office/drawing/2014/main" id="{A01CC198-7A1D-4ADE-A20A-057CDB4F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3">
            <a:extLst xmlns:a="http://schemas.openxmlformats.org/drawingml/2006/main">
              <a:ext uri="{FF2B5EF4-FFF2-40B4-BE49-F238E27FC236}">
                <a16:creationId xmlns:a16="http://schemas.microsoft.com/office/drawing/2014/main" id="{C9652C24-5556-4729-B07C-8618243B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4">
            <a:extLst xmlns:a="http://schemas.openxmlformats.org/drawingml/2006/main">
              <a:ext uri="{FF2B5EF4-FFF2-40B4-BE49-F238E27FC236}">
                <a16:creationId xmlns:a16="http://schemas.microsoft.com/office/drawing/2014/main" id="{BE4488FE-4DDA-4A7A-AEE5-E34B9AB1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5">
            <a:extLst xmlns:a="http://schemas.openxmlformats.org/drawingml/2006/main">
              <a:ext uri="{FF2B5EF4-FFF2-40B4-BE49-F238E27FC236}">
                <a16:creationId xmlns:a16="http://schemas.microsoft.com/office/drawing/2014/main" id="{E139D353-63B1-4610-9012-6A462BFB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6">
            <a:extLst xmlns:a="http://schemas.openxmlformats.org/drawingml/2006/main">
              <a:ext uri="{FF2B5EF4-FFF2-40B4-BE49-F238E27FC236}">
                <a16:creationId xmlns:a16="http://schemas.microsoft.com/office/drawing/2014/main" id="{F0651A88-7F9B-495F-AD92-4895B92D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22" name="text-27">
            <a:extLst xmlns:a="http://schemas.openxmlformats.org/drawingml/2006/main">
              <a:ext uri="{FF2B5EF4-FFF2-40B4-BE49-F238E27FC236}">
                <a16:creationId xmlns:a16="http://schemas.microsoft.com/office/drawing/2014/main" id="{9901C97B-50BA-4AE4-B6FD-9F424BC9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23" name="text-28">
            <a:extLst xmlns:a="http://schemas.openxmlformats.org/drawingml/2006/main">
              <a:ext uri="{FF2B5EF4-FFF2-40B4-BE49-F238E27FC236}">
                <a16:creationId xmlns:a16="http://schemas.microsoft.com/office/drawing/2014/main" id="{19FAD130-57A5-46B0-9AF2-F1FA3197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9">
            <a:extLst xmlns:a="http://schemas.openxmlformats.org/drawingml/2006/main">
              <a:ext uri="{FF2B5EF4-FFF2-40B4-BE49-F238E27FC236}">
                <a16:creationId xmlns:a16="http://schemas.microsoft.com/office/drawing/2014/main" id="{84DA6F0A-B0A5-4E42-9BDD-61483136B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30">
            <a:extLst xmlns:a="http://schemas.openxmlformats.org/drawingml/2006/main">
              <a:ext uri="{FF2B5EF4-FFF2-40B4-BE49-F238E27FC236}">
                <a16:creationId xmlns:a16="http://schemas.microsoft.com/office/drawing/2014/main" id="{B1094C25-5840-493F-9610-73874B32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31">
            <a:extLst xmlns:a="http://schemas.openxmlformats.org/drawingml/2006/main">
              <a:ext uri="{FF2B5EF4-FFF2-40B4-BE49-F238E27FC236}">
                <a16:creationId xmlns:a16="http://schemas.microsoft.com/office/drawing/2014/main" id="{7858D0ED-4538-4F9F-8E0C-C39F2C85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32">
            <a:extLst xmlns:a="http://schemas.openxmlformats.org/drawingml/2006/main">
              <a:ext uri="{FF2B5EF4-FFF2-40B4-BE49-F238E27FC236}">
                <a16:creationId xmlns:a16="http://schemas.microsoft.com/office/drawing/2014/main" id="{0E1BE07C-9CC4-4A05-8314-61182C2A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28" name="text-33">
            <a:extLst xmlns:a="http://schemas.openxmlformats.org/drawingml/2006/main">
              <a:ext uri="{FF2B5EF4-FFF2-40B4-BE49-F238E27FC236}">
                <a16:creationId xmlns:a16="http://schemas.microsoft.com/office/drawing/2014/main" id="{D8D992D1-085C-4562-9175-35FD59D56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29" name="text-34">
            <a:extLst xmlns:a="http://schemas.openxmlformats.org/drawingml/2006/main">
              <a:ext uri="{FF2B5EF4-FFF2-40B4-BE49-F238E27FC236}">
                <a16:creationId xmlns:a16="http://schemas.microsoft.com/office/drawing/2014/main" id="{F19F8856-185F-424D-834A-55AAC8C1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35">
            <a:extLst xmlns:a="http://schemas.openxmlformats.org/drawingml/2006/main">
              <a:ext uri="{FF2B5EF4-FFF2-40B4-BE49-F238E27FC236}">
                <a16:creationId xmlns:a16="http://schemas.microsoft.com/office/drawing/2014/main" id="{9ADF64BF-9BFE-45AA-AB65-AFE5FC39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shape-36">
            <a:extLst xmlns:a="http://schemas.openxmlformats.org/drawingml/2006/main">
              <a:ext uri="{FF2B5EF4-FFF2-40B4-BE49-F238E27FC236}">
                <a16:creationId xmlns:a16="http://schemas.microsoft.com/office/drawing/2014/main" id="{05CFDC78-5BA3-47B6-A153-A43A8138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37">
            <a:extLst xmlns:a="http://schemas.openxmlformats.org/drawingml/2006/main">
              <a:ext uri="{FF2B5EF4-FFF2-40B4-BE49-F238E27FC236}">
                <a16:creationId xmlns:a16="http://schemas.microsoft.com/office/drawing/2014/main" id="{50CEB0E4-3990-43F7-A01F-034502AA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38">
            <a:extLst xmlns:a="http://schemas.openxmlformats.org/drawingml/2006/main">
              <a:ext uri="{FF2B5EF4-FFF2-40B4-BE49-F238E27FC236}">
                <a16:creationId xmlns:a16="http://schemas.microsoft.com/office/drawing/2014/main" id="{4154DEC3-B520-4A00-8370-31ECB48E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34" name="text-39">
            <a:extLst xmlns:a="http://schemas.openxmlformats.org/drawingml/2006/main">
              <a:ext uri="{FF2B5EF4-FFF2-40B4-BE49-F238E27FC236}">
                <a16:creationId xmlns:a16="http://schemas.microsoft.com/office/drawing/2014/main" id="{1B2841FF-1477-43C5-AE40-B306DC17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35" name="text-40">
            <a:extLst xmlns:a="http://schemas.openxmlformats.org/drawingml/2006/main">
              <a:ext uri="{FF2B5EF4-FFF2-40B4-BE49-F238E27FC236}">
                <a16:creationId xmlns:a16="http://schemas.microsoft.com/office/drawing/2014/main" id="{C4E7DB4A-57D1-4CED-BAB5-A7BEE06B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734">
            <a:extLst xmlns:a="http://schemas.openxmlformats.org/drawingml/2006/main">
              <a:ext uri="{FF2B5EF4-FFF2-40B4-BE49-F238E27FC236}">
                <a16:creationId xmlns:a16="http://schemas.microsoft.com/office/drawing/2014/main" id="{9A0B06EA-DEEF-487D-8025-831B79F9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d09286991eb47a3"/>
              </a:rPr>
              <a:t>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5439d5af66945a3"/>
              </a:rPr>
              <a:t>Gemini Notebook ↗</a:t>
            </a:r>
          </a:p>
        </p:txBody>
      </p:sp>
      <p:sp>
        <p:nvSpPr>
          <p:cNvPr id="37" name="shape-764">
            <a:extLst xmlns:a="http://schemas.openxmlformats.org/drawingml/2006/main">
              <a:ext uri="{FF2B5EF4-FFF2-40B4-BE49-F238E27FC236}">
                <a16:creationId xmlns:a16="http://schemas.microsoft.com/office/drawing/2014/main" id="{936AC2CC-355D-4813-960E-53A6C711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34bc03a52749d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765">
            <a:extLst xmlns:a="http://schemas.openxmlformats.org/drawingml/2006/main">
              <a:ext uri="{FF2B5EF4-FFF2-40B4-BE49-F238E27FC236}">
                <a16:creationId xmlns:a16="http://schemas.microsoft.com/office/drawing/2014/main" id="{E7294453-2DA9-4C75-9F8E-FC06E9F1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daf2bddeb4424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766">
            <a:extLst xmlns:a="http://schemas.openxmlformats.org/drawingml/2006/main">
              <a:ext uri="{FF2B5EF4-FFF2-40B4-BE49-F238E27FC236}">
                <a16:creationId xmlns:a16="http://schemas.microsoft.com/office/drawing/2014/main" id="{48021790-91D4-4C4B-9157-18D234E1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6875633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41">
            <a:extLst xmlns:a="http://schemas.openxmlformats.org/drawingml/2006/main">
              <a:ext uri="{FF2B5EF4-FFF2-40B4-BE49-F238E27FC236}">
                <a16:creationId xmlns:a16="http://schemas.microsoft.com/office/drawing/2014/main" id="{C2CB8758-E079-475F-8063-17A664BC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833D32-167F-4DDA-B439-D67C0781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7" name="shape-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">
            <a:extLst xmlns:a="http://schemas.openxmlformats.org/drawingml/2006/main">
              <a:ext uri="{FF2B5EF4-FFF2-40B4-BE49-F238E27FC236}">
                <a16:creationId xmlns:a16="http://schemas.microsoft.com/office/drawing/2014/main" id="{F15B94F1-2914-446E-9A9C-DB43A16A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E2F022-889E-4881-8EC4-7A274AC5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40" name="shape-44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shape-45">
            <a:extLst xmlns:a="http://schemas.openxmlformats.org/drawingml/2006/main">
              <a:ext uri="{FF2B5EF4-FFF2-40B4-BE49-F238E27FC236}">
                <a16:creationId xmlns:a16="http://schemas.microsoft.com/office/drawing/2014/main" id="{2FBF9462-FA2F-4027-8A21-D294EC89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6">
            <a:extLst xmlns:a="http://schemas.openxmlformats.org/drawingml/2006/main">
              <a:ext uri="{FF2B5EF4-FFF2-40B4-BE49-F238E27FC236}">
                <a16:creationId xmlns:a16="http://schemas.microsoft.com/office/drawing/2014/main" id="{CF3451B8-159F-4156-9FE9-AC7CB267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00–10</a:t>
            </a:r>
          </a:p>
        </p:txBody>
      </p:sp>
      <p:sp>
        <p:nvSpPr>
          <p:cNvPr id="9" name="text-47">
            <a:extLst xmlns:a="http://schemas.openxmlformats.org/drawingml/2006/main">
              <a:ext uri="{FF2B5EF4-FFF2-40B4-BE49-F238E27FC236}">
                <a16:creationId xmlns:a16="http://schemas.microsoft.com/office/drawing/2014/main" id="{D0A77D39-8ABD-448D-9AFD-76DE5625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48">
            <a:extLst xmlns:a="http://schemas.openxmlformats.org/drawingml/2006/main">
              <a:ext uri="{FF2B5EF4-FFF2-40B4-BE49-F238E27FC236}">
                <a16:creationId xmlns:a16="http://schemas.microsoft.com/office/drawing/2014/main" id="{118FF837-ECD9-4100-A6C8-5933947C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49">
            <a:extLst xmlns:a="http://schemas.openxmlformats.org/drawingml/2006/main">
              <a:ext uri="{FF2B5EF4-FFF2-40B4-BE49-F238E27FC236}">
                <a16:creationId xmlns:a16="http://schemas.microsoft.com/office/drawing/2014/main" id="{7AC9BD42-1AAA-4D39-B545-65275DFD6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50">
            <a:extLst xmlns:a="http://schemas.openxmlformats.org/drawingml/2006/main">
              <a:ext uri="{FF2B5EF4-FFF2-40B4-BE49-F238E27FC236}">
                <a16:creationId xmlns:a16="http://schemas.microsoft.com/office/drawing/2014/main" id="{B7D83D79-6C78-4287-A5FF-227DA5247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10–25</a:t>
            </a:r>
          </a:p>
        </p:txBody>
      </p:sp>
      <p:sp>
        <p:nvSpPr>
          <p:cNvPr id="13" name="text-51">
            <a:extLst xmlns:a="http://schemas.openxmlformats.org/drawingml/2006/main">
              <a:ext uri="{FF2B5EF4-FFF2-40B4-BE49-F238E27FC236}">
                <a16:creationId xmlns:a16="http://schemas.microsoft.com/office/drawing/2014/main" id="{35592232-AD8E-44F8-8CE0-F07AB411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sp>
        <p:nvSpPr>
          <p:cNvPr id="14" name="text-52">
            <a:extLst xmlns:a="http://schemas.openxmlformats.org/drawingml/2006/main">
              <a:ext uri="{FF2B5EF4-FFF2-40B4-BE49-F238E27FC236}">
                <a16:creationId xmlns:a16="http://schemas.microsoft.com/office/drawing/2014/main" id="{B838EFE4-899E-4587-987D-2DB4BC40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語音輸入與整理</a:t>
            </a:r>
          </a:p>
        </p:txBody>
      </p:sp>
      <p:sp>
        <p:nvSpPr>
          <p:cNvPr id="15" name="shape-53">
            <a:extLst xmlns:a="http://schemas.openxmlformats.org/drawingml/2006/main">
              <a:ext uri="{FF2B5EF4-FFF2-40B4-BE49-F238E27FC236}">
                <a16:creationId xmlns:a16="http://schemas.microsoft.com/office/drawing/2014/main" id="{442126FC-6328-4A7D-86B9-0B6DC977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54">
            <a:extLst xmlns:a="http://schemas.openxmlformats.org/drawingml/2006/main">
              <a:ext uri="{FF2B5EF4-FFF2-40B4-BE49-F238E27FC236}">
                <a16:creationId xmlns:a16="http://schemas.microsoft.com/office/drawing/2014/main" id="{2549C134-0F9D-4F02-AE18-6D8461FE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25–65</a:t>
            </a:r>
          </a:p>
        </p:txBody>
      </p:sp>
      <p:sp>
        <p:nvSpPr>
          <p:cNvPr id="17" name="text-55">
            <a:extLst xmlns:a="http://schemas.openxmlformats.org/drawingml/2006/main">
              <a:ext uri="{FF2B5EF4-FFF2-40B4-BE49-F238E27FC236}">
                <a16:creationId xmlns:a16="http://schemas.microsoft.com/office/drawing/2014/main" id="{07D228E3-E588-4D36-B7C4-96AF0380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8" name="text-56">
            <a:extLst xmlns:a="http://schemas.openxmlformats.org/drawingml/2006/main">
              <a:ext uri="{FF2B5EF4-FFF2-40B4-BE49-F238E27FC236}">
                <a16:creationId xmlns:a16="http://schemas.microsoft.com/office/drawing/2014/main" id="{0849C1AA-FA76-4B62-A0BA-9B2B2B92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9" name="shape-57">
            <a:extLst xmlns:a="http://schemas.openxmlformats.org/drawingml/2006/main">
              <a:ext uri="{FF2B5EF4-FFF2-40B4-BE49-F238E27FC236}">
                <a16:creationId xmlns:a16="http://schemas.microsoft.com/office/drawing/2014/main" id="{CFD500EE-CE8A-478F-A77D-78F08082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8">
            <a:extLst xmlns:a="http://schemas.openxmlformats.org/drawingml/2006/main">
              <a:ext uri="{FF2B5EF4-FFF2-40B4-BE49-F238E27FC236}">
                <a16:creationId xmlns:a16="http://schemas.microsoft.com/office/drawing/2014/main" id="{5F783075-018F-4883-B420-1A1588EC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65–90</a:t>
            </a:r>
          </a:p>
        </p:txBody>
      </p:sp>
      <p:sp>
        <p:nvSpPr>
          <p:cNvPr id="21" name="text-59">
            <a:extLst xmlns:a="http://schemas.openxmlformats.org/drawingml/2006/main">
              <a:ext uri="{FF2B5EF4-FFF2-40B4-BE49-F238E27FC236}">
                <a16:creationId xmlns:a16="http://schemas.microsoft.com/office/drawing/2014/main" id="{BB2A2675-A1D1-4546-AD0F-099893DC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60">
            <a:extLst xmlns:a="http://schemas.openxmlformats.org/drawingml/2006/main">
              <a:ext uri="{FF2B5EF4-FFF2-40B4-BE49-F238E27FC236}">
                <a16:creationId xmlns:a16="http://schemas.microsoft.com/office/drawing/2014/main" id="{A5D387F3-77B4-4060-97E3-46B96EF7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23" name="shape-61">
            <a:extLst xmlns:a="http://schemas.openxmlformats.org/drawingml/2006/main">
              <a:ext uri="{FF2B5EF4-FFF2-40B4-BE49-F238E27FC236}">
                <a16:creationId xmlns:a16="http://schemas.microsoft.com/office/drawing/2014/main" id="{6A4D422F-1EE8-4F54-981F-34490A15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62">
            <a:extLst xmlns:a="http://schemas.openxmlformats.org/drawingml/2006/main">
              <a:ext uri="{FF2B5EF4-FFF2-40B4-BE49-F238E27FC236}">
                <a16:creationId xmlns:a16="http://schemas.microsoft.com/office/drawing/2014/main" id="{EC44C991-9FB5-433D-B41E-0BE13192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90–100</a:t>
            </a:r>
          </a:p>
        </p:txBody>
      </p:sp>
      <p:sp>
        <p:nvSpPr>
          <p:cNvPr id="25" name="text-63">
            <a:extLst xmlns:a="http://schemas.openxmlformats.org/drawingml/2006/main">
              <a:ext uri="{FF2B5EF4-FFF2-40B4-BE49-F238E27FC236}">
                <a16:creationId xmlns:a16="http://schemas.microsoft.com/office/drawing/2014/main" id="{855F43F4-BA4A-497C-A561-1E53570D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64">
            <a:extLst xmlns:a="http://schemas.openxmlformats.org/drawingml/2006/main">
              <a:ext uri="{FF2B5EF4-FFF2-40B4-BE49-F238E27FC236}">
                <a16:creationId xmlns:a16="http://schemas.microsoft.com/office/drawing/2014/main" id="{0C6B29BD-0937-4C6C-B341-74388E51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7" name="shape-65">
            <a:extLst xmlns:a="http://schemas.openxmlformats.org/drawingml/2006/main">
              <a:ext uri="{FF2B5EF4-FFF2-40B4-BE49-F238E27FC236}">
                <a16:creationId xmlns:a16="http://schemas.microsoft.com/office/drawing/2014/main" id="{DA4A5F53-CC98-4B11-8C76-585D06198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66">
            <a:extLst xmlns:a="http://schemas.openxmlformats.org/drawingml/2006/main">
              <a:ext uri="{FF2B5EF4-FFF2-40B4-BE49-F238E27FC236}">
                <a16:creationId xmlns:a16="http://schemas.microsoft.com/office/drawing/2014/main" id="{10DF4F3B-0AA8-4F6E-96C7-38460DC8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100–140</a:t>
            </a:r>
          </a:p>
        </p:txBody>
      </p:sp>
      <p:sp>
        <p:nvSpPr>
          <p:cNvPr id="29" name="text-67">
            <a:extLst xmlns:a="http://schemas.openxmlformats.org/drawingml/2006/main">
              <a:ext uri="{FF2B5EF4-FFF2-40B4-BE49-F238E27FC236}">
                <a16:creationId xmlns:a16="http://schemas.microsoft.com/office/drawing/2014/main" id="{159AFE84-5E42-48A7-80AF-E7232EAB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30" name="text-68">
            <a:extLst xmlns:a="http://schemas.openxmlformats.org/drawingml/2006/main">
              <a:ext uri="{FF2B5EF4-FFF2-40B4-BE49-F238E27FC236}">
                <a16:creationId xmlns:a16="http://schemas.microsoft.com/office/drawing/2014/main" id="{783F5F8F-8D47-414D-B6A9-E944B79F2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31" name="shape-69">
            <a:extLst xmlns:a="http://schemas.openxmlformats.org/drawingml/2006/main">
              <a:ext uri="{FF2B5EF4-FFF2-40B4-BE49-F238E27FC236}">
                <a16:creationId xmlns:a16="http://schemas.microsoft.com/office/drawing/2014/main" id="{FD018C9A-B510-4DD8-82FE-C6B3C363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70">
            <a:extLst xmlns:a="http://schemas.openxmlformats.org/drawingml/2006/main">
              <a:ext uri="{FF2B5EF4-FFF2-40B4-BE49-F238E27FC236}">
                <a16:creationId xmlns:a16="http://schemas.microsoft.com/office/drawing/2014/main" id="{E95A4A6E-EF82-4084-9F8C-A24CEEB3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140–180</a:t>
            </a:r>
          </a:p>
        </p:txBody>
      </p:sp>
      <p:sp>
        <p:nvSpPr>
          <p:cNvPr id="33" name="text-71">
            <a:extLst xmlns:a="http://schemas.openxmlformats.org/drawingml/2006/main">
              <a:ext uri="{FF2B5EF4-FFF2-40B4-BE49-F238E27FC236}">
                <a16:creationId xmlns:a16="http://schemas.microsoft.com/office/drawing/2014/main" id="{5F6BC16E-2921-41B1-A1CF-D7551ADF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4" name="text-72">
            <a:extLst xmlns:a="http://schemas.openxmlformats.org/drawingml/2006/main">
              <a:ext uri="{FF2B5EF4-FFF2-40B4-BE49-F238E27FC236}">
                <a16:creationId xmlns:a16="http://schemas.microsoft.com/office/drawing/2014/main" id="{7730C1AB-20E9-4F5D-BBE9-EA200781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11675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73">
            <a:extLst xmlns:a="http://schemas.openxmlformats.org/drawingml/2006/main">
              <a:ext uri="{FF2B5EF4-FFF2-40B4-BE49-F238E27FC236}">
                <a16:creationId xmlns:a16="http://schemas.microsoft.com/office/drawing/2014/main" id="{87E93FD3-C7FA-4513-89C7-D75C4A95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5215EF-3016-411D-89C4-C23AF31A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7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5">
            <a:extLst xmlns:a="http://schemas.openxmlformats.org/drawingml/2006/main">
              <a:ext uri="{FF2B5EF4-FFF2-40B4-BE49-F238E27FC236}">
                <a16:creationId xmlns:a16="http://schemas.microsoft.com/office/drawing/2014/main" id="{FD9DA932-188A-4EF1-B69E-8CE57947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4406250-32D7-4467-A643-AD3B6AF1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76">
            <a:extLst xmlns:a="http://schemas.openxmlformats.org/drawingml/2006/main">
              <a:ext uri="{FF2B5EF4-FFF2-40B4-BE49-F238E27FC236}">
                <a16:creationId xmlns:a16="http://schemas.microsoft.com/office/drawing/2014/main" id="{4FDC74CC-07D9-41BC-A88A-D8D1128B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77">
            <a:extLst xmlns:a="http://schemas.openxmlformats.org/drawingml/2006/main">
              <a:ext uri="{FF2B5EF4-FFF2-40B4-BE49-F238E27FC236}">
                <a16:creationId xmlns:a16="http://schemas.microsoft.com/office/drawing/2014/main" id="{9E872CE1-D8C7-463D-AA31-C83D1201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78">
            <a:extLst xmlns:a="http://schemas.openxmlformats.org/drawingml/2006/main">
              <a:ext uri="{FF2B5EF4-FFF2-40B4-BE49-F238E27FC236}">
                <a16:creationId xmlns:a16="http://schemas.microsoft.com/office/drawing/2014/main" id="{21422452-4D2C-44FF-992D-F181DE22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79">
            <a:extLst xmlns:a="http://schemas.openxmlformats.org/drawingml/2006/main">
              <a:ext uri="{FF2B5EF4-FFF2-40B4-BE49-F238E27FC236}">
                <a16:creationId xmlns:a16="http://schemas.microsoft.com/office/drawing/2014/main" id="{BD1D67F0-CE8A-4AF6-9EA3-F04ACFA9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80">
            <a:extLst xmlns:a="http://schemas.openxmlformats.org/drawingml/2006/main">
              <a:ext uri="{FF2B5EF4-FFF2-40B4-BE49-F238E27FC236}">
                <a16:creationId xmlns:a16="http://schemas.microsoft.com/office/drawing/2014/main" id="{E00394B3-266C-45ED-8C82-F433D9A6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81">
            <a:extLst xmlns:a="http://schemas.openxmlformats.org/drawingml/2006/main">
              <a:ext uri="{FF2B5EF4-FFF2-40B4-BE49-F238E27FC236}">
                <a16:creationId xmlns:a16="http://schemas.microsoft.com/office/drawing/2014/main" id="{BC4EA858-2299-4F53-91B4-C4F1E203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2">
            <a:extLst xmlns:a="http://schemas.openxmlformats.org/drawingml/2006/main">
              <a:ext uri="{FF2B5EF4-FFF2-40B4-BE49-F238E27FC236}">
                <a16:creationId xmlns:a16="http://schemas.microsoft.com/office/drawing/2014/main" id="{6AF7EE21-B827-4EEE-9619-62993481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83">
            <a:extLst xmlns:a="http://schemas.openxmlformats.org/drawingml/2006/main">
              <a:ext uri="{FF2B5EF4-FFF2-40B4-BE49-F238E27FC236}">
                <a16:creationId xmlns:a16="http://schemas.microsoft.com/office/drawing/2014/main" id="{0D08C3B9-9482-408E-8E10-153A68FE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84">
            <a:extLst xmlns:a="http://schemas.openxmlformats.org/drawingml/2006/main">
              <a:ext uri="{FF2B5EF4-FFF2-40B4-BE49-F238E27FC236}">
                <a16:creationId xmlns:a16="http://schemas.microsoft.com/office/drawing/2014/main" id="{5E91CD3C-2C2D-4421-87D2-8843D4A7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85">
            <a:extLst xmlns:a="http://schemas.openxmlformats.org/drawingml/2006/main">
              <a:ext uri="{FF2B5EF4-FFF2-40B4-BE49-F238E27FC236}">
                <a16:creationId xmlns:a16="http://schemas.microsoft.com/office/drawing/2014/main" id="{15476D76-8FCE-4712-B80A-C52770DE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6">
            <a:extLst xmlns:a="http://schemas.openxmlformats.org/drawingml/2006/main">
              <a:ext uri="{FF2B5EF4-FFF2-40B4-BE49-F238E27FC236}">
                <a16:creationId xmlns:a16="http://schemas.microsoft.com/office/drawing/2014/main" id="{17B24EFB-C4F9-4BF0-AB85-D20B4DDC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87">
            <a:extLst xmlns:a="http://schemas.openxmlformats.org/drawingml/2006/main">
              <a:ext uri="{FF2B5EF4-FFF2-40B4-BE49-F238E27FC236}">
                <a16:creationId xmlns:a16="http://schemas.microsoft.com/office/drawing/2014/main" id="{8F3F118C-4DD6-4CE2-A47D-2213A141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88">
            <a:extLst xmlns:a="http://schemas.openxmlformats.org/drawingml/2006/main">
              <a:ext uri="{FF2B5EF4-FFF2-40B4-BE49-F238E27FC236}">
                <a16:creationId xmlns:a16="http://schemas.microsoft.com/office/drawing/2014/main" id="{5EB3B2AA-3722-4C15-B01E-29E96028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89">
            <a:extLst xmlns:a="http://schemas.openxmlformats.org/drawingml/2006/main">
              <a:ext uri="{FF2B5EF4-FFF2-40B4-BE49-F238E27FC236}">
                <a16:creationId xmlns:a16="http://schemas.microsoft.com/office/drawing/2014/main" id="{B409ADD0-66E9-48FB-A7A2-76E317E6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0">
            <a:extLst xmlns:a="http://schemas.openxmlformats.org/drawingml/2006/main">
              <a:ext uri="{FF2B5EF4-FFF2-40B4-BE49-F238E27FC236}">
                <a16:creationId xmlns:a16="http://schemas.microsoft.com/office/drawing/2014/main" id="{CD7621C7-1DEC-47D5-9E85-687FB52B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91">
            <a:extLst xmlns:a="http://schemas.openxmlformats.org/drawingml/2006/main">
              <a:ext uri="{FF2B5EF4-FFF2-40B4-BE49-F238E27FC236}">
                <a16:creationId xmlns:a16="http://schemas.microsoft.com/office/drawing/2014/main" id="{039B6562-041E-49B5-9FE3-362F5EED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5744290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92">
            <a:extLst xmlns:a="http://schemas.openxmlformats.org/drawingml/2006/main">
              <a:ext uri="{FF2B5EF4-FFF2-40B4-BE49-F238E27FC236}">
                <a16:creationId xmlns:a16="http://schemas.microsoft.com/office/drawing/2014/main" id="{C6E813E9-CE58-4A42-92AE-C75C265B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6FED28-98C0-4009-912F-5DCBC0EA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9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4">
            <a:extLst xmlns:a="http://schemas.openxmlformats.org/drawingml/2006/main">
              <a:ext uri="{FF2B5EF4-FFF2-40B4-BE49-F238E27FC236}">
                <a16:creationId xmlns:a16="http://schemas.microsoft.com/office/drawing/2014/main" id="{5F79ABC9-8F6F-4C93-8036-68CCE1BB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EFC33A7-F247-4D4C-A246-06A5DFAC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95">
            <a:extLst xmlns:a="http://schemas.openxmlformats.org/drawingml/2006/main">
              <a:ext uri="{FF2B5EF4-FFF2-40B4-BE49-F238E27FC236}">
                <a16:creationId xmlns:a16="http://schemas.microsoft.com/office/drawing/2014/main" id="{E6C4C9D9-C1E3-4701-BC8F-70E87911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96">
            <a:extLst xmlns:a="http://schemas.openxmlformats.org/drawingml/2006/main">
              <a:ext uri="{FF2B5EF4-FFF2-40B4-BE49-F238E27FC236}">
                <a16:creationId xmlns:a16="http://schemas.microsoft.com/office/drawing/2014/main" id="{26D4C64A-8C2A-4E2F-80BB-8D7D554C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97">
            <a:extLst xmlns:a="http://schemas.openxmlformats.org/drawingml/2006/main">
              <a:ext uri="{FF2B5EF4-FFF2-40B4-BE49-F238E27FC236}">
                <a16:creationId xmlns:a16="http://schemas.microsoft.com/office/drawing/2014/main" id="{A15625C4-1782-4864-8C92-DC4E12ED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98">
            <a:extLst xmlns:a="http://schemas.openxmlformats.org/drawingml/2006/main">
              <a:ext uri="{FF2B5EF4-FFF2-40B4-BE49-F238E27FC236}">
                <a16:creationId xmlns:a16="http://schemas.microsoft.com/office/drawing/2014/main" id="{3927AFA3-8E7C-47C0-B5E3-38AEFC20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99">
            <a:extLst xmlns:a="http://schemas.openxmlformats.org/drawingml/2006/main">
              <a:ext uri="{FF2B5EF4-FFF2-40B4-BE49-F238E27FC236}">
                <a16:creationId xmlns:a16="http://schemas.microsoft.com/office/drawing/2014/main" id="{7B51FB5E-5792-4234-A7CF-65586A14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100">
            <a:extLst xmlns:a="http://schemas.openxmlformats.org/drawingml/2006/main">
              <a:ext uri="{FF2B5EF4-FFF2-40B4-BE49-F238E27FC236}">
                <a16:creationId xmlns:a16="http://schemas.microsoft.com/office/drawing/2014/main" id="{B10CEA77-F703-4A44-BCAA-C55D5E1D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101">
            <a:extLst xmlns:a="http://schemas.openxmlformats.org/drawingml/2006/main">
              <a:ext uri="{FF2B5EF4-FFF2-40B4-BE49-F238E27FC236}">
                <a16:creationId xmlns:a16="http://schemas.microsoft.com/office/drawing/2014/main" id="{C2D9B273-E418-48FE-A7EF-C65FD5BE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102">
            <a:extLst xmlns:a="http://schemas.openxmlformats.org/drawingml/2006/main">
              <a:ext uri="{FF2B5EF4-FFF2-40B4-BE49-F238E27FC236}">
                <a16:creationId xmlns:a16="http://schemas.microsoft.com/office/drawing/2014/main" id="{795F3743-E1B3-4187-ACF5-7FF7948C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103">
            <a:extLst xmlns:a="http://schemas.openxmlformats.org/drawingml/2006/main">
              <a:ext uri="{FF2B5EF4-FFF2-40B4-BE49-F238E27FC236}">
                <a16:creationId xmlns:a16="http://schemas.microsoft.com/office/drawing/2014/main" id="{7D7A084A-7A98-4CC9-A37F-3B6C9873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104">
            <a:extLst xmlns:a="http://schemas.openxmlformats.org/drawingml/2006/main">
              <a:ext uri="{FF2B5EF4-FFF2-40B4-BE49-F238E27FC236}">
                <a16:creationId xmlns:a16="http://schemas.microsoft.com/office/drawing/2014/main" id="{DCAEBA92-6C3F-43F0-9573-9E4094F0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18677679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05">
            <a:extLst xmlns:a="http://schemas.openxmlformats.org/drawingml/2006/main">
              <a:ext uri="{FF2B5EF4-FFF2-40B4-BE49-F238E27FC236}">
                <a16:creationId xmlns:a16="http://schemas.microsoft.com/office/drawing/2014/main" id="{D1639F57-63EE-4405-B8B6-F8E6DD54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PAIN POINT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33C030-6D88-4C22-80DF-BD2F79B5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先從真實教學／研究痛點出發</a:t>
            </a:r>
          </a:p>
        </p:txBody>
      </p:sp>
      <p:cxnSp>
        <p:nvCxnSpPr>
          <p:cNvPr id="24" name="shape-10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7">
            <a:extLst xmlns:a="http://schemas.openxmlformats.org/drawingml/2006/main">
              <a:ext uri="{FF2B5EF4-FFF2-40B4-BE49-F238E27FC236}">
                <a16:creationId xmlns:a16="http://schemas.microsoft.com/office/drawing/2014/main" id="{F5E6490A-D059-481F-8D6E-C8A93168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6303A42-DF42-4C80-AD67-25C7C990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108">
            <a:extLst xmlns:a="http://schemas.openxmlformats.org/drawingml/2006/main">
              <a:ext uri="{FF2B5EF4-FFF2-40B4-BE49-F238E27FC236}">
                <a16:creationId xmlns:a16="http://schemas.microsoft.com/office/drawing/2014/main" id="{B565E8D3-F42D-4D7B-961B-EBDA9947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09">
            <a:extLst xmlns:a="http://schemas.openxmlformats.org/drawingml/2006/main">
              <a:ext uri="{FF2B5EF4-FFF2-40B4-BE49-F238E27FC236}">
                <a16:creationId xmlns:a16="http://schemas.microsoft.com/office/drawing/2014/main" id="{7C9E09C9-FD86-44FD-A75E-FD7498C0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110">
            <a:extLst xmlns:a="http://schemas.openxmlformats.org/drawingml/2006/main">
              <a:ext uri="{FF2B5EF4-FFF2-40B4-BE49-F238E27FC236}">
                <a16:creationId xmlns:a16="http://schemas.microsoft.com/office/drawing/2014/main" id="{3D0C7BA0-E6CD-4338-AD56-0B439EB8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內容理解痛點</a:t>
            </a:r>
          </a:p>
        </p:txBody>
      </p:sp>
      <p:sp>
        <p:nvSpPr>
          <p:cNvPr id="9" name="text-111">
            <a:extLst xmlns:a="http://schemas.openxmlformats.org/drawingml/2006/main">
              <a:ext uri="{FF2B5EF4-FFF2-40B4-BE49-F238E27FC236}">
                <a16:creationId xmlns:a16="http://schemas.microsoft.com/office/drawing/2014/main" id="{0373C5AB-3AC3-41BF-AB2A-7A2FF497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112">
            <a:extLst xmlns:a="http://schemas.openxmlformats.org/drawingml/2006/main">
              <a:ext uri="{FF2B5EF4-FFF2-40B4-BE49-F238E27FC236}">
                <a16:creationId xmlns:a16="http://schemas.microsoft.com/office/drawing/2014/main" id="{6140D50C-D083-446C-B2A7-5A4998B2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13">
            <a:extLst xmlns:a="http://schemas.openxmlformats.org/drawingml/2006/main">
              <a:ext uri="{FF2B5EF4-FFF2-40B4-BE49-F238E27FC236}">
                <a16:creationId xmlns:a16="http://schemas.microsoft.com/office/drawing/2014/main" id="{0A9DF818-139E-45B7-956E-9EE78D70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114">
            <a:extLst xmlns:a="http://schemas.openxmlformats.org/drawingml/2006/main">
              <a:ext uri="{FF2B5EF4-FFF2-40B4-BE49-F238E27FC236}">
                <a16:creationId xmlns:a16="http://schemas.microsoft.com/office/drawing/2014/main" id="{096A95C1-630A-4DE4-89B2-68E7853B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資料分析痛點</a:t>
            </a:r>
          </a:p>
        </p:txBody>
      </p:sp>
      <p:sp>
        <p:nvSpPr>
          <p:cNvPr id="13" name="text-115">
            <a:extLst xmlns:a="http://schemas.openxmlformats.org/drawingml/2006/main">
              <a:ext uri="{FF2B5EF4-FFF2-40B4-BE49-F238E27FC236}">
                <a16:creationId xmlns:a16="http://schemas.microsoft.com/office/drawing/2014/main" id="{C49CB7BB-625D-42DD-81FF-33060485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116">
            <a:extLst xmlns:a="http://schemas.openxmlformats.org/drawingml/2006/main">
              <a:ext uri="{FF2B5EF4-FFF2-40B4-BE49-F238E27FC236}">
                <a16:creationId xmlns:a16="http://schemas.microsoft.com/office/drawing/2014/main" id="{6EEFDB52-7CBA-4ACF-93BA-02C0D5EE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17">
            <a:extLst xmlns:a="http://schemas.openxmlformats.org/drawingml/2006/main">
              <a:ext uri="{FF2B5EF4-FFF2-40B4-BE49-F238E27FC236}">
                <a16:creationId xmlns:a16="http://schemas.microsoft.com/office/drawing/2014/main" id="{78549E97-8BD4-43FC-8EDD-755DC70B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118">
            <a:extLst xmlns:a="http://schemas.openxmlformats.org/drawingml/2006/main">
              <a:ext uri="{FF2B5EF4-FFF2-40B4-BE49-F238E27FC236}">
                <a16:creationId xmlns:a16="http://schemas.microsoft.com/office/drawing/2014/main" id="{A9264076-9EC0-48F7-B390-14D67C33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互動設計痛點</a:t>
            </a:r>
          </a:p>
        </p:txBody>
      </p:sp>
      <p:sp>
        <p:nvSpPr>
          <p:cNvPr id="17" name="text-119">
            <a:extLst xmlns:a="http://schemas.openxmlformats.org/drawingml/2006/main">
              <a:ext uri="{FF2B5EF4-FFF2-40B4-BE49-F238E27FC236}">
                <a16:creationId xmlns:a16="http://schemas.microsoft.com/office/drawing/2014/main" id="{F1CBD7BA-9C2D-4CAD-BAA0-56F0C598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120">
            <a:extLst xmlns:a="http://schemas.openxmlformats.org/drawingml/2006/main">
              <a:ext uri="{FF2B5EF4-FFF2-40B4-BE49-F238E27FC236}">
                <a16:creationId xmlns:a16="http://schemas.microsoft.com/office/drawing/2014/main" id="{ABB76D13-A824-4B4F-A24C-A4DDD7E8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21">
            <a:extLst xmlns:a="http://schemas.openxmlformats.org/drawingml/2006/main">
              <a:ext uri="{FF2B5EF4-FFF2-40B4-BE49-F238E27FC236}">
                <a16:creationId xmlns:a16="http://schemas.microsoft.com/office/drawing/2014/main" id="{D58FAF12-445A-4FD3-8930-62BA0903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122">
            <a:extLst xmlns:a="http://schemas.openxmlformats.org/drawingml/2006/main">
              <a:ext uri="{FF2B5EF4-FFF2-40B4-BE49-F238E27FC236}">
                <a16:creationId xmlns:a16="http://schemas.microsoft.com/office/drawing/2014/main" id="{7A68F8E3-BC06-4592-A5EA-7A1EA2A8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研究／行政痛點</a:t>
            </a:r>
          </a:p>
        </p:txBody>
      </p:sp>
      <p:sp>
        <p:nvSpPr>
          <p:cNvPr id="21" name="text-123">
            <a:extLst xmlns:a="http://schemas.openxmlformats.org/drawingml/2006/main">
              <a:ext uri="{FF2B5EF4-FFF2-40B4-BE49-F238E27FC236}">
                <a16:creationId xmlns:a16="http://schemas.microsoft.com/office/drawing/2014/main" id="{04522090-4F4F-491F-A8E1-3571107A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想把文獻、資料、方法與行政流程整理成可持續更新的工作區。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7666925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24">
            <a:extLst xmlns:a="http://schemas.openxmlformats.org/drawingml/2006/main">
              <a:ext uri="{FF2B5EF4-FFF2-40B4-BE49-F238E27FC236}">
                <a16:creationId xmlns:a16="http://schemas.microsoft.com/office/drawing/2014/main" id="{970B6A1E-67A6-4ED6-A7A3-7E4C81D4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AFB733B-99B4-477D-A856-B308E159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5" name="shape-12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26">
            <a:extLst xmlns:a="http://schemas.openxmlformats.org/drawingml/2006/main">
              <a:ext uri="{FF2B5EF4-FFF2-40B4-BE49-F238E27FC236}">
                <a16:creationId xmlns:a16="http://schemas.microsoft.com/office/drawing/2014/main" id="{B0E25A67-8562-4612-9AAB-ABC46CF0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12B7956-42AC-4C8D-8876-F5018EC6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75a8829b6149a3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27">
            <a:extLst xmlns:a="http://schemas.openxmlformats.org/drawingml/2006/main">
              <a:ext uri="{FF2B5EF4-FFF2-40B4-BE49-F238E27FC236}">
                <a16:creationId xmlns:a16="http://schemas.microsoft.com/office/drawing/2014/main" id="{EFBFCFBA-A4E6-42FB-B55D-1E35AFD0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128">
            <a:extLst xmlns:a="http://schemas.openxmlformats.org/drawingml/2006/main">
              <a:ext uri="{FF2B5EF4-FFF2-40B4-BE49-F238E27FC236}">
                <a16:creationId xmlns:a16="http://schemas.microsoft.com/office/drawing/2014/main" id="{4C7243AA-8EF5-4DEC-AB6B-7026CECF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735">
            <a:extLst xmlns:a="http://schemas.openxmlformats.org/drawingml/2006/main">
              <a:ext uri="{FF2B5EF4-FFF2-40B4-BE49-F238E27FC236}">
                <a16:creationId xmlns:a16="http://schemas.microsoft.com/office/drawing/2014/main" id="{88D3CCC4-48D4-46E7-9D25-55797919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22239262f314d38"/>
              </a:rPr>
              <a:t>開啟教育科技創新專區 ↗</a:t>
            </a:r>
          </a:p>
        </p:txBody>
      </p:sp>
      <p:sp>
        <p:nvSpPr>
          <p:cNvPr id="10" name="shape-767">
            <a:extLst xmlns:a="http://schemas.openxmlformats.org/drawingml/2006/main">
              <a:ext uri="{FF2B5EF4-FFF2-40B4-BE49-F238E27FC236}">
                <a16:creationId xmlns:a16="http://schemas.microsoft.com/office/drawing/2014/main" id="{A26D259F-1B2C-4E06-A643-CAA0C967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e2d006f88d49b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768">
            <a:extLst xmlns:a="http://schemas.openxmlformats.org/drawingml/2006/main">
              <a:ext uri="{FF2B5EF4-FFF2-40B4-BE49-F238E27FC236}">
                <a16:creationId xmlns:a16="http://schemas.microsoft.com/office/drawing/2014/main" id="{AB0D775C-E914-4CAD-ACA9-2DC6F29A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</p:spTree>
    <p:extLst>
      <p:ext uri="{BB962C8B-B14F-4D97-AF65-F5344CB8AC3E}">
        <p14:creationId xmlns:p14="http://schemas.microsoft.com/office/powerpoint/2010/main" val="19767192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29">
            <a:extLst xmlns:a="http://schemas.openxmlformats.org/drawingml/2006/main">
              <a:ext uri="{FF2B5EF4-FFF2-40B4-BE49-F238E27FC236}">
                <a16:creationId xmlns:a16="http://schemas.microsoft.com/office/drawing/2014/main" id="{6352A55E-1146-4436-A668-CBD90DC42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DD17A6-87B1-4028-84C7-73FBEF4C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33" name="shape-13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31">
            <a:extLst xmlns:a="http://schemas.openxmlformats.org/drawingml/2006/main">
              <a:ext uri="{FF2B5EF4-FFF2-40B4-BE49-F238E27FC236}">
                <a16:creationId xmlns:a16="http://schemas.microsoft.com/office/drawing/2014/main" id="{8CDEA408-DBB4-4979-A7A7-E600B3B7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7E71A8B-20F9-4A66-804F-9CB2D33B4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132">
            <a:extLst xmlns:a="http://schemas.openxmlformats.org/drawingml/2006/main">
              <a:ext uri="{FF2B5EF4-FFF2-40B4-BE49-F238E27FC236}">
                <a16:creationId xmlns:a16="http://schemas.microsoft.com/office/drawing/2014/main" id="{B2AD3490-4059-4236-A5DB-341D923D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133">
            <a:extLst xmlns:a="http://schemas.openxmlformats.org/drawingml/2006/main">
              <a:ext uri="{FF2B5EF4-FFF2-40B4-BE49-F238E27FC236}">
                <a16:creationId xmlns:a16="http://schemas.microsoft.com/office/drawing/2014/main" id="{22614CFF-5952-42C9-BF82-81A59D55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34">
            <a:extLst xmlns:a="http://schemas.openxmlformats.org/drawingml/2006/main">
              <a:ext uri="{FF2B5EF4-FFF2-40B4-BE49-F238E27FC236}">
                <a16:creationId xmlns:a16="http://schemas.microsoft.com/office/drawing/2014/main" id="{264FE675-B414-4473-A755-9C435861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135">
            <a:extLst xmlns:a="http://schemas.openxmlformats.org/drawingml/2006/main">
              <a:ext uri="{FF2B5EF4-FFF2-40B4-BE49-F238E27FC236}">
                <a16:creationId xmlns:a16="http://schemas.microsoft.com/office/drawing/2014/main" id="{8793ADAD-D70C-414A-8A3C-C3356E4C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136">
            <a:extLst xmlns:a="http://schemas.openxmlformats.org/drawingml/2006/main">
              <a:ext uri="{FF2B5EF4-FFF2-40B4-BE49-F238E27FC236}">
                <a16:creationId xmlns:a16="http://schemas.microsoft.com/office/drawing/2014/main" id="{76E1C4A9-CC40-493B-AC0F-67BF43EB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137">
            <a:extLst xmlns:a="http://schemas.openxmlformats.org/drawingml/2006/main">
              <a:ext uri="{FF2B5EF4-FFF2-40B4-BE49-F238E27FC236}">
                <a16:creationId xmlns:a16="http://schemas.microsoft.com/office/drawing/2014/main" id="{952A3BD5-F76C-4C9D-925A-3A075202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be64f1ad8f64af3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ff1c2844dc47f6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38">
            <a:extLst xmlns:a="http://schemas.openxmlformats.org/drawingml/2006/main">
              <a:ext uri="{FF2B5EF4-FFF2-40B4-BE49-F238E27FC236}">
                <a16:creationId xmlns:a16="http://schemas.microsoft.com/office/drawing/2014/main" id="{56C7C6A9-A8C7-42BB-8AE7-F95D0F84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f308b26641b4461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9520dcb02046d4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39">
            <a:extLst xmlns:a="http://schemas.openxmlformats.org/drawingml/2006/main">
              <a:ext uri="{FF2B5EF4-FFF2-40B4-BE49-F238E27FC236}">
                <a16:creationId xmlns:a16="http://schemas.microsoft.com/office/drawing/2014/main" id="{48E3A6DF-7F24-4242-AF07-1215366F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40">
            <a:extLst xmlns:a="http://schemas.openxmlformats.org/drawingml/2006/main">
              <a:ext uri="{FF2B5EF4-FFF2-40B4-BE49-F238E27FC236}">
                <a16:creationId xmlns:a16="http://schemas.microsoft.com/office/drawing/2014/main" id="{867A9C64-1717-4072-97F8-D0DEA32A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7" name="text-141">
            <a:extLst xmlns:a="http://schemas.openxmlformats.org/drawingml/2006/main">
              <a:ext uri="{FF2B5EF4-FFF2-40B4-BE49-F238E27FC236}">
                <a16:creationId xmlns:a16="http://schemas.microsoft.com/office/drawing/2014/main" id="{C86E1827-3872-457C-B177-A05BFD68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8" name="text-142">
            <a:extLst xmlns:a="http://schemas.openxmlformats.org/drawingml/2006/main">
              <a:ext uri="{FF2B5EF4-FFF2-40B4-BE49-F238E27FC236}">
                <a16:creationId xmlns:a16="http://schemas.microsoft.com/office/drawing/2014/main" id="{596AB232-6C2A-403A-846C-33CD70CF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9" name="text-143">
            <a:extLst xmlns:a="http://schemas.openxmlformats.org/drawingml/2006/main">
              <a:ext uri="{FF2B5EF4-FFF2-40B4-BE49-F238E27FC236}">
                <a16:creationId xmlns:a16="http://schemas.microsoft.com/office/drawing/2014/main" id="{5C03BE0A-043E-46B6-8E2B-CAD4FFB6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6c01b69d1f940e4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fa437b09848c2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44">
            <a:extLst xmlns:a="http://schemas.openxmlformats.org/drawingml/2006/main">
              <a:ext uri="{FF2B5EF4-FFF2-40B4-BE49-F238E27FC236}">
                <a16:creationId xmlns:a16="http://schemas.microsoft.com/office/drawing/2014/main" id="{39A65754-9F35-4C38-B979-F1B4A243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e72a1053c834dc7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c3337e7e8842c5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45">
            <a:extLst xmlns:a="http://schemas.openxmlformats.org/drawingml/2006/main">
              <a:ext uri="{FF2B5EF4-FFF2-40B4-BE49-F238E27FC236}">
                <a16:creationId xmlns:a16="http://schemas.microsoft.com/office/drawing/2014/main" id="{156F5958-A4F0-4CFC-A49A-5DE086B4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46">
            <a:extLst xmlns:a="http://schemas.openxmlformats.org/drawingml/2006/main">
              <a:ext uri="{FF2B5EF4-FFF2-40B4-BE49-F238E27FC236}">
                <a16:creationId xmlns:a16="http://schemas.microsoft.com/office/drawing/2014/main" id="{6B4E6B15-3842-4814-965B-86815D31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5" name="text-147">
            <a:extLst xmlns:a="http://schemas.openxmlformats.org/drawingml/2006/main">
              <a:ext uri="{FF2B5EF4-FFF2-40B4-BE49-F238E27FC236}">
                <a16:creationId xmlns:a16="http://schemas.microsoft.com/office/drawing/2014/main" id="{5D4F673A-DB40-4A21-AF73-5AA09813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6" name="text-148">
            <a:extLst xmlns:a="http://schemas.openxmlformats.org/drawingml/2006/main">
              <a:ext uri="{FF2B5EF4-FFF2-40B4-BE49-F238E27FC236}">
                <a16:creationId xmlns:a16="http://schemas.microsoft.com/office/drawing/2014/main" id="{6B7EC25E-E365-42ED-9452-0D5C93B5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7" name="text-149">
            <a:extLst xmlns:a="http://schemas.openxmlformats.org/drawingml/2006/main">
              <a:ext uri="{FF2B5EF4-FFF2-40B4-BE49-F238E27FC236}">
                <a16:creationId xmlns:a16="http://schemas.microsoft.com/office/drawing/2014/main" id="{7AABC3CC-B62D-484F-B178-BFC66F01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8dff4ebb76645b7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a127be48b142d2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50">
            <a:extLst xmlns:a="http://schemas.openxmlformats.org/drawingml/2006/main">
              <a:ext uri="{FF2B5EF4-FFF2-40B4-BE49-F238E27FC236}">
                <a16:creationId xmlns:a16="http://schemas.microsoft.com/office/drawing/2014/main" id="{1A9F8D64-28ED-40C9-8099-3EB5E4EE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eaeaea193943ec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06b41b761f40ab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7366233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51">
            <a:extLst xmlns:a="http://schemas.openxmlformats.org/drawingml/2006/main">
              <a:ext uri="{FF2B5EF4-FFF2-40B4-BE49-F238E27FC236}">
                <a16:creationId xmlns:a16="http://schemas.microsoft.com/office/drawing/2014/main" id="{111A3BDC-B97E-4F54-8071-D1DC03B3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096223-BA25-42AE-8D16-E552ACC6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33" name="shape-15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53">
            <a:extLst xmlns:a="http://schemas.openxmlformats.org/drawingml/2006/main">
              <a:ext uri="{FF2B5EF4-FFF2-40B4-BE49-F238E27FC236}">
                <a16:creationId xmlns:a16="http://schemas.microsoft.com/office/drawing/2014/main" id="{564B9182-ED41-4771-9718-F2FBE4EF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4EAB17A-7200-4E7F-B006-B6D13BA9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54">
            <a:extLst xmlns:a="http://schemas.openxmlformats.org/drawingml/2006/main">
              <a:ext uri="{FF2B5EF4-FFF2-40B4-BE49-F238E27FC236}">
                <a16:creationId xmlns:a16="http://schemas.microsoft.com/office/drawing/2014/main" id="{6C603A47-61AF-4DB1-8298-83ED77BB3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155">
            <a:extLst xmlns:a="http://schemas.openxmlformats.org/drawingml/2006/main">
              <a:ext uri="{FF2B5EF4-FFF2-40B4-BE49-F238E27FC236}">
                <a16:creationId xmlns:a16="http://schemas.microsoft.com/office/drawing/2014/main" id="{06B42B68-248D-44FA-8E2B-44083E43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56">
            <a:extLst xmlns:a="http://schemas.openxmlformats.org/drawingml/2006/main">
              <a:ext uri="{FF2B5EF4-FFF2-40B4-BE49-F238E27FC236}">
                <a16:creationId xmlns:a16="http://schemas.microsoft.com/office/drawing/2014/main" id="{EB1F9B28-C81B-4EE1-AC9C-0B54EE54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157">
            <a:extLst xmlns:a="http://schemas.openxmlformats.org/drawingml/2006/main">
              <a:ext uri="{FF2B5EF4-FFF2-40B4-BE49-F238E27FC236}">
                <a16:creationId xmlns:a16="http://schemas.microsoft.com/office/drawing/2014/main" id="{3493F9BA-6B6B-42C0-8434-420974C4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158">
            <a:extLst xmlns:a="http://schemas.openxmlformats.org/drawingml/2006/main">
              <a:ext uri="{FF2B5EF4-FFF2-40B4-BE49-F238E27FC236}">
                <a16:creationId xmlns:a16="http://schemas.microsoft.com/office/drawing/2014/main" id="{CA5D9A16-E9CA-41A5-996A-6F06ACC9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159">
            <a:extLst xmlns:a="http://schemas.openxmlformats.org/drawingml/2006/main">
              <a:ext uri="{FF2B5EF4-FFF2-40B4-BE49-F238E27FC236}">
                <a16:creationId xmlns:a16="http://schemas.microsoft.com/office/drawing/2014/main" id="{FE5EACDB-D37C-4C37-B9EA-A15CE9BC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02f05186b9f4619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d62dde96e14ffd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60">
            <a:extLst xmlns:a="http://schemas.openxmlformats.org/drawingml/2006/main">
              <a:ext uri="{FF2B5EF4-FFF2-40B4-BE49-F238E27FC236}">
                <a16:creationId xmlns:a16="http://schemas.microsoft.com/office/drawing/2014/main" id="{1D001FA4-A31D-4AD8-BC6C-7207FD9F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f37d11375764c9b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be336a21fd4874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61">
            <a:extLst xmlns:a="http://schemas.openxmlformats.org/drawingml/2006/main">
              <a:ext uri="{FF2B5EF4-FFF2-40B4-BE49-F238E27FC236}">
                <a16:creationId xmlns:a16="http://schemas.microsoft.com/office/drawing/2014/main" id="{56FCED47-727F-4EBD-A5BD-D8ACC091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62">
            <a:extLst xmlns:a="http://schemas.openxmlformats.org/drawingml/2006/main">
              <a:ext uri="{FF2B5EF4-FFF2-40B4-BE49-F238E27FC236}">
                <a16:creationId xmlns:a16="http://schemas.microsoft.com/office/drawing/2014/main" id="{6FE30798-1EC6-4BA5-B778-2E698C32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7" name="text-163">
            <a:extLst xmlns:a="http://schemas.openxmlformats.org/drawingml/2006/main">
              <a:ext uri="{FF2B5EF4-FFF2-40B4-BE49-F238E27FC236}">
                <a16:creationId xmlns:a16="http://schemas.microsoft.com/office/drawing/2014/main" id="{40ABB64B-6CAA-4196-BEC7-52C3D44A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8" name="text-164">
            <a:extLst xmlns:a="http://schemas.openxmlformats.org/drawingml/2006/main">
              <a:ext uri="{FF2B5EF4-FFF2-40B4-BE49-F238E27FC236}">
                <a16:creationId xmlns:a16="http://schemas.microsoft.com/office/drawing/2014/main" id="{262EB881-E9AF-4EB9-832C-E77323C1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9" name="text-165">
            <a:extLst xmlns:a="http://schemas.openxmlformats.org/drawingml/2006/main">
              <a:ext uri="{FF2B5EF4-FFF2-40B4-BE49-F238E27FC236}">
                <a16:creationId xmlns:a16="http://schemas.microsoft.com/office/drawing/2014/main" id="{484B2754-1CC1-414D-A4C8-5B86C865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534227b16746d0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68f44ccf0c48be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66">
            <a:extLst xmlns:a="http://schemas.openxmlformats.org/drawingml/2006/main">
              <a:ext uri="{FF2B5EF4-FFF2-40B4-BE49-F238E27FC236}">
                <a16:creationId xmlns:a16="http://schemas.microsoft.com/office/drawing/2014/main" id="{A95F93AF-AECD-4327-A416-F3822EA05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7cb5477ec844c4e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8db47f3294d0e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67">
            <a:extLst xmlns:a="http://schemas.openxmlformats.org/drawingml/2006/main">
              <a:ext uri="{FF2B5EF4-FFF2-40B4-BE49-F238E27FC236}">
                <a16:creationId xmlns:a16="http://schemas.microsoft.com/office/drawing/2014/main" id="{7CFF55F9-3E35-497D-922B-C8550F02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68">
            <a:extLst xmlns:a="http://schemas.openxmlformats.org/drawingml/2006/main">
              <a:ext uri="{FF2B5EF4-FFF2-40B4-BE49-F238E27FC236}">
                <a16:creationId xmlns:a16="http://schemas.microsoft.com/office/drawing/2014/main" id="{9F4FAAC7-805F-4ED9-AF4F-A5E3395A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5" name="text-169">
            <a:extLst xmlns:a="http://schemas.openxmlformats.org/drawingml/2006/main">
              <a:ext uri="{FF2B5EF4-FFF2-40B4-BE49-F238E27FC236}">
                <a16:creationId xmlns:a16="http://schemas.microsoft.com/office/drawing/2014/main" id="{5B6401B6-12A5-4166-8EAD-7E46502E8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6" name="text-170">
            <a:extLst xmlns:a="http://schemas.openxmlformats.org/drawingml/2006/main">
              <a:ext uri="{FF2B5EF4-FFF2-40B4-BE49-F238E27FC236}">
                <a16:creationId xmlns:a16="http://schemas.microsoft.com/office/drawing/2014/main" id="{3CFE26FA-3C2E-4205-9358-E95E14F4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7" name="text-171">
            <a:extLst xmlns:a="http://schemas.openxmlformats.org/drawingml/2006/main">
              <a:ext uri="{FF2B5EF4-FFF2-40B4-BE49-F238E27FC236}">
                <a16:creationId xmlns:a16="http://schemas.microsoft.com/office/drawing/2014/main" id="{964AECE5-F367-4992-A47E-BDDFEA6D4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0246aaf80f47f9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bfd51ef0a4840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72">
            <a:extLst xmlns:a="http://schemas.openxmlformats.org/drawingml/2006/main">
              <a:ext uri="{FF2B5EF4-FFF2-40B4-BE49-F238E27FC236}">
                <a16:creationId xmlns:a16="http://schemas.microsoft.com/office/drawing/2014/main" id="{9FAC2E5E-E894-4F27-8C80-D925BED4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3f6962fe3a34856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7c2816130c48ff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569130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73">
            <a:extLst xmlns:a="http://schemas.openxmlformats.org/drawingml/2006/main">
              <a:ext uri="{FF2B5EF4-FFF2-40B4-BE49-F238E27FC236}">
                <a16:creationId xmlns:a16="http://schemas.microsoft.com/office/drawing/2014/main" id="{971D9866-6061-48E1-85AC-BC81CA65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INPUT OPTIONS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8FE9A4E-6772-41EC-88AF-24FB840E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語音輸入有兩條路：Typeless × Codex Voice</a:t>
            </a:r>
          </a:p>
        </p:txBody>
      </p:sp>
      <p:cxnSp>
        <p:nvCxnSpPr>
          <p:cNvPr id="30" name="shape-17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75">
            <a:extLst xmlns:a="http://schemas.openxmlformats.org/drawingml/2006/main">
              <a:ext uri="{FF2B5EF4-FFF2-40B4-BE49-F238E27FC236}">
                <a16:creationId xmlns:a16="http://schemas.microsoft.com/office/drawing/2014/main" id="{6015333B-23A4-4631-8078-E089E023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99C1B0D-BB96-43D5-AC5B-123C8767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shape-176">
            <a:extLst xmlns:a="http://schemas.openxmlformats.org/drawingml/2006/main">
              <a:ext uri="{FF2B5EF4-FFF2-40B4-BE49-F238E27FC236}">
                <a16:creationId xmlns:a16="http://schemas.microsoft.com/office/drawing/2014/main" id="{310D051D-10BB-4C2E-8E25-4CEA56CE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77">
            <a:extLst xmlns:a="http://schemas.openxmlformats.org/drawingml/2006/main">
              <a:ext uri="{FF2B5EF4-FFF2-40B4-BE49-F238E27FC236}">
                <a16:creationId xmlns:a16="http://schemas.microsoft.com/office/drawing/2014/main" id="{9D74C9CB-010A-4098-AF67-4BAD6790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178">
            <a:extLst xmlns:a="http://schemas.openxmlformats.org/drawingml/2006/main">
              <a:ext uri="{FF2B5EF4-FFF2-40B4-BE49-F238E27FC236}">
                <a16:creationId xmlns:a16="http://schemas.microsoft.com/office/drawing/2014/main" id="{2D577A7F-90B2-4C27-84A2-BCB27B16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Typeless｜跨應用</a:t>
            </a:r>
          </a:p>
        </p:txBody>
      </p:sp>
      <p:sp>
        <p:nvSpPr>
          <p:cNvPr id="9" name="text-179">
            <a:extLst xmlns:a="http://schemas.openxmlformats.org/drawingml/2006/main">
              <a:ext uri="{FF2B5EF4-FFF2-40B4-BE49-F238E27FC236}">
                <a16:creationId xmlns:a16="http://schemas.microsoft.com/office/drawing/2014/main" id="{B1700A3E-6DA9-4F65-84C4-8F1EBE26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在原本的輸入框直接說，先把課程構想、研究問題或行政需求整理成可複製文字。</a:t>
            </a:r>
          </a:p>
        </p:txBody>
      </p:sp>
      <p:sp>
        <p:nvSpPr>
          <p:cNvPr id="10" name="shape-180">
            <a:extLst xmlns:a="http://schemas.openxmlformats.org/drawingml/2006/main">
              <a:ext uri="{FF2B5EF4-FFF2-40B4-BE49-F238E27FC236}">
                <a16:creationId xmlns:a16="http://schemas.microsoft.com/office/drawing/2014/main" id="{C3FDE7C5-4971-4E11-9886-2980187E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81">
            <a:extLst xmlns:a="http://schemas.openxmlformats.org/drawingml/2006/main">
              <a:ext uri="{FF2B5EF4-FFF2-40B4-BE49-F238E27FC236}">
                <a16:creationId xmlns:a16="http://schemas.microsoft.com/office/drawing/2014/main" id="{55A18543-173D-485C-99BF-02E3C5A4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182">
            <a:extLst xmlns:a="http://schemas.openxmlformats.org/drawingml/2006/main">
              <a:ext uri="{FF2B5EF4-FFF2-40B4-BE49-F238E27FC236}">
                <a16:creationId xmlns:a16="http://schemas.microsoft.com/office/drawing/2014/main" id="{97EECABF-A389-4A19-AA1D-C18FDD4A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Codex Voice｜原生</a:t>
            </a:r>
          </a:p>
        </p:txBody>
      </p:sp>
      <p:sp>
        <p:nvSpPr>
          <p:cNvPr id="13" name="text-183">
            <a:extLst xmlns:a="http://schemas.openxmlformats.org/drawingml/2006/main">
              <a:ext uri="{FF2B5EF4-FFF2-40B4-BE49-F238E27FC236}">
                <a16:creationId xmlns:a16="http://schemas.microsoft.com/office/drawing/2014/main" id="{F42BA6D1-13D4-47B7-A502-C7AFF8BB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在 ChatGPT 桌面版 Work／Codex 內直接口述任務、追問進度，讓 Agent 依工作區與權限協作。</a:t>
            </a:r>
          </a:p>
        </p:txBody>
      </p:sp>
      <p:sp>
        <p:nvSpPr>
          <p:cNvPr id="14" name="shape-184">
            <a:extLst xmlns:a="http://schemas.openxmlformats.org/drawingml/2006/main">
              <a:ext uri="{FF2B5EF4-FFF2-40B4-BE49-F238E27FC236}">
                <a16:creationId xmlns:a16="http://schemas.microsoft.com/office/drawing/2014/main" id="{FF0A1178-18D7-483C-B60D-DDAF73495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85">
            <a:extLst xmlns:a="http://schemas.openxmlformats.org/drawingml/2006/main">
              <a:ext uri="{FF2B5EF4-FFF2-40B4-BE49-F238E27FC236}">
                <a16:creationId xmlns:a16="http://schemas.microsoft.com/office/drawing/2014/main" id="{659C5CD4-442B-44FD-B942-E84D58A4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86">
            <a:extLst xmlns:a="http://schemas.openxmlformats.org/drawingml/2006/main">
              <a:ext uri="{FF2B5EF4-FFF2-40B4-BE49-F238E27FC236}">
                <a16:creationId xmlns:a16="http://schemas.microsoft.com/office/drawing/2014/main" id="{088657E7-B99E-4167-A2AD-D8CC5CDF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共同流程</a:t>
            </a:r>
          </a:p>
        </p:txBody>
      </p:sp>
      <p:sp>
        <p:nvSpPr>
          <p:cNvPr id="17" name="text-187">
            <a:extLst xmlns:a="http://schemas.openxmlformats.org/drawingml/2006/main">
              <a:ext uri="{FF2B5EF4-FFF2-40B4-BE49-F238E27FC236}">
                <a16:creationId xmlns:a16="http://schemas.microsoft.com/office/drawing/2014/main" id="{DC33B9BF-A0EA-48D7-AD25-BBDBECB8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說清楚對象、痛點、限制與完成標準；再人工檢查，才交給 Notebook 或 Agent。</a:t>
            </a:r>
          </a:p>
        </p:txBody>
      </p:sp>
      <p:sp>
        <p:nvSpPr>
          <p:cNvPr id="18" name="shape-188">
            <a:extLst xmlns:a="http://schemas.openxmlformats.org/drawingml/2006/main">
              <a:ext uri="{FF2B5EF4-FFF2-40B4-BE49-F238E27FC236}">
                <a16:creationId xmlns:a16="http://schemas.microsoft.com/office/drawing/2014/main" id="{7F833401-90F5-4D6A-8D90-AC3D6290F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89">
            <a:extLst xmlns:a="http://schemas.openxmlformats.org/drawingml/2006/main">
              <a:ext uri="{FF2B5EF4-FFF2-40B4-BE49-F238E27FC236}">
                <a16:creationId xmlns:a16="http://schemas.microsoft.com/office/drawing/2014/main" id="{FA67AF44-41BF-473C-859D-41DA76F0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90">
            <a:extLst xmlns:a="http://schemas.openxmlformats.org/drawingml/2006/main">
              <a:ext uri="{FF2B5EF4-FFF2-40B4-BE49-F238E27FC236}">
                <a16:creationId xmlns:a16="http://schemas.microsoft.com/office/drawing/2014/main" id="{0E9A81B3-E0DE-4A2A-BF66-342D93D8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隱私選擇</a:t>
            </a:r>
          </a:p>
        </p:txBody>
      </p:sp>
      <p:sp>
        <p:nvSpPr>
          <p:cNvPr id="21" name="text-191">
            <a:extLst xmlns:a="http://schemas.openxmlformats.org/drawingml/2006/main">
              <a:ext uri="{FF2B5EF4-FFF2-40B4-BE49-F238E27FC236}">
                <a16:creationId xmlns:a16="http://schemas.microsoft.com/office/drawing/2014/main" id="{D1D8F493-D3B3-4B6A-B55E-11CF0079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敏感資料先匿名化。可改用 Codex Voice，但仍要確認麥克風、工作區權限與資料控制設定；不等於離線或零留存。</a:t>
            </a:r>
          </a:p>
        </p:txBody>
      </p:sp>
      <p:sp>
        <p:nvSpPr>
          <p:cNvPr id="22" name="text-736">
            <a:extLst xmlns:a="http://schemas.openxmlformats.org/drawingml/2006/main">
              <a:ext uri="{FF2B5EF4-FFF2-40B4-BE49-F238E27FC236}">
                <a16:creationId xmlns:a16="http://schemas.microsoft.com/office/drawing/2014/main" id="{C601FBA2-EE6E-454D-ADB2-503530AD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b095f3acd234c0a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858b469c1cf43f1"/>
              </a:rPr>
              <a:t>Codex Voice ↗</a:t>
            </a:r>
          </a:p>
        </p:txBody>
      </p:sp>
      <p:sp>
        <p:nvSpPr>
          <p:cNvPr id="23" name="shape-769">
            <a:extLst xmlns:a="http://schemas.openxmlformats.org/drawingml/2006/main">
              <a:ext uri="{FF2B5EF4-FFF2-40B4-BE49-F238E27FC236}">
                <a16:creationId xmlns:a16="http://schemas.microsoft.com/office/drawing/2014/main" id="{5D062194-3CE3-4E30-8238-9D6A3B2F1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3e4f15f773479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770">
            <a:extLst xmlns:a="http://schemas.openxmlformats.org/drawingml/2006/main">
              <a:ext uri="{FF2B5EF4-FFF2-40B4-BE49-F238E27FC236}">
                <a16:creationId xmlns:a16="http://schemas.microsoft.com/office/drawing/2014/main" id="{51F158F3-DF4B-4CF7-9BF7-5F43511F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c5af2815d94ad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771">
            <a:extLst xmlns:a="http://schemas.openxmlformats.org/drawingml/2006/main">
              <a:ext uri="{FF2B5EF4-FFF2-40B4-BE49-F238E27FC236}">
                <a16:creationId xmlns:a16="http://schemas.microsoft.com/office/drawing/2014/main" id="{34F60481-3E5A-49B0-9E5D-6E91A0A4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4910371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92">
            <a:extLst xmlns:a="http://schemas.openxmlformats.org/drawingml/2006/main">
              <a:ext uri="{FF2B5EF4-FFF2-40B4-BE49-F238E27FC236}">
                <a16:creationId xmlns:a16="http://schemas.microsoft.com/office/drawing/2014/main" id="{5FB2FFC6-C74F-4E79-BB1A-50B8C554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TYPELESS ↔ CODEX VOICE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492F0F5-299C-4EA7-805A-0DDFDC1F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同一個痛點，兩種語音路徑</a:t>
            </a:r>
          </a:p>
        </p:txBody>
      </p:sp>
      <p:cxnSp>
        <p:nvCxnSpPr>
          <p:cNvPr id="20" name="shape-19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94">
            <a:extLst xmlns:a="http://schemas.openxmlformats.org/drawingml/2006/main">
              <a:ext uri="{FF2B5EF4-FFF2-40B4-BE49-F238E27FC236}">
                <a16:creationId xmlns:a16="http://schemas.microsoft.com/office/drawing/2014/main" id="{BDCA3713-EEB4-4F27-95BB-94B6BE75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7C56AB8-D42D-4D18-942E-5A1A38BC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195">
            <a:extLst xmlns:a="http://schemas.openxmlformats.org/drawingml/2006/main">
              <a:ext uri="{FF2B5EF4-FFF2-40B4-BE49-F238E27FC236}">
                <a16:creationId xmlns:a16="http://schemas.microsoft.com/office/drawing/2014/main" id="{C6628741-511E-4DEF-91B3-D8B71DA48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96">
            <a:extLst xmlns:a="http://schemas.openxmlformats.org/drawingml/2006/main">
              <a:ext uri="{FF2B5EF4-FFF2-40B4-BE49-F238E27FC236}">
                <a16:creationId xmlns:a16="http://schemas.microsoft.com/office/drawing/2014/main" id="{C9DD341C-B0F9-4B05-ADAD-0D12D8CE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97">
            <a:extLst xmlns:a="http://schemas.openxmlformats.org/drawingml/2006/main">
              <a:ext uri="{FF2B5EF4-FFF2-40B4-BE49-F238E27FC236}">
                <a16:creationId xmlns:a16="http://schemas.microsoft.com/office/drawing/2014/main" id="{A288A916-FAEE-43B7-8960-CC35F5DD2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Typeless：口述 → 文字</a:t>
            </a:r>
          </a:p>
        </p:txBody>
      </p:sp>
      <p:sp>
        <p:nvSpPr>
          <p:cNvPr id="9" name="text-198">
            <a:extLst xmlns:a="http://schemas.openxmlformats.org/drawingml/2006/main">
              <a:ext uri="{FF2B5EF4-FFF2-40B4-BE49-F238E27FC236}">
                <a16:creationId xmlns:a16="http://schemas.microsoft.com/office/drawing/2014/main" id="{B175BCBD-E210-4676-A410-0FD7D195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我想做一個大學教師 AI 研習……呃……先讓大家說出自己的痛點，然後整理資料，最後做一個可以分享的作品。</a:t>
            </a:r>
          </a:p>
        </p:txBody>
      </p:sp>
      <p:sp>
        <p:nvSpPr>
          <p:cNvPr id="10" name="text-199">
            <a:extLst xmlns:a="http://schemas.openxmlformats.org/drawingml/2006/main">
              <a:ext uri="{FF2B5EF4-FFF2-40B4-BE49-F238E27FC236}">
                <a16:creationId xmlns:a16="http://schemas.microsoft.com/office/drawing/2014/main" id="{AC061A6E-B8D7-44A4-8637-F91C6AC2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Codex Voice：口述 → 任務</a:t>
            </a:r>
          </a:p>
        </p:txBody>
      </p:sp>
      <p:sp>
        <p:nvSpPr>
          <p:cNvPr id="11" name="text-200">
            <a:extLst xmlns:a="http://schemas.openxmlformats.org/drawingml/2006/main">
              <a:ext uri="{FF2B5EF4-FFF2-40B4-BE49-F238E27FC236}">
                <a16:creationId xmlns:a16="http://schemas.microsoft.com/office/drawing/2014/main" id="{D503A12A-45F3-40BF-AD5D-EA308F99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請先閱讀目前工作區的研習素材，整理三個教學／研究痛點，提出可驗證計畫，等我確認後再執行；最後回報變更與證據。</a:t>
            </a:r>
          </a:p>
        </p:txBody>
      </p:sp>
      <p:sp>
        <p:nvSpPr>
          <p:cNvPr id="12" name="text-737">
            <a:extLst xmlns:a="http://schemas.openxmlformats.org/drawingml/2006/main">
              <a:ext uri="{FF2B5EF4-FFF2-40B4-BE49-F238E27FC236}">
                <a16:creationId xmlns:a16="http://schemas.microsoft.com/office/drawing/2014/main" id="{84AAC406-1979-45B2-9AB7-B51A2D25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ac323c204a34722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18ac7ca66f34848"/>
              </a:rPr>
              <a:t>Codex Voice ↗</a:t>
            </a:r>
          </a:p>
        </p:txBody>
      </p:sp>
      <p:sp>
        <p:nvSpPr>
          <p:cNvPr id="13" name="shape-772">
            <a:extLst xmlns:a="http://schemas.openxmlformats.org/drawingml/2006/main">
              <a:ext uri="{FF2B5EF4-FFF2-40B4-BE49-F238E27FC236}">
                <a16:creationId xmlns:a16="http://schemas.microsoft.com/office/drawing/2014/main" id="{4C597F1C-368C-4B52-AEE6-727BF0AD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2ec005600482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773">
            <a:extLst xmlns:a="http://schemas.openxmlformats.org/drawingml/2006/main">
              <a:ext uri="{FF2B5EF4-FFF2-40B4-BE49-F238E27FC236}">
                <a16:creationId xmlns:a16="http://schemas.microsoft.com/office/drawing/2014/main" id="{770C558C-3B04-4270-8631-91EB679C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57d5511456427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774">
            <a:extLst xmlns:a="http://schemas.openxmlformats.org/drawingml/2006/main">
              <a:ext uri="{FF2B5EF4-FFF2-40B4-BE49-F238E27FC236}">
                <a16:creationId xmlns:a16="http://schemas.microsoft.com/office/drawing/2014/main" id="{557FDBC7-FC23-4856-A3E4-E2D722D4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9713649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01">
            <a:extLst xmlns:a="http://schemas.openxmlformats.org/drawingml/2006/main">
              <a:ext uri="{FF2B5EF4-FFF2-40B4-BE49-F238E27FC236}">
                <a16:creationId xmlns:a16="http://schemas.microsoft.com/office/drawing/2014/main" id="{6295D175-F8AC-4BD7-8528-A9E99C4A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C9D56D-2D4C-49D0-B563-B0C05EDE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實作｜選一條語音路徑說出真實痛點</a:t>
            </a:r>
          </a:p>
        </p:txBody>
      </p:sp>
      <p:cxnSp>
        <p:nvCxnSpPr>
          <p:cNvPr id="27" name="shape-2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03">
            <a:extLst xmlns:a="http://schemas.openxmlformats.org/drawingml/2006/main">
              <a:ext uri="{FF2B5EF4-FFF2-40B4-BE49-F238E27FC236}">
                <a16:creationId xmlns:a16="http://schemas.microsoft.com/office/drawing/2014/main" id="{703AE33E-3002-40C5-A644-219E65D6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B2C001A-1195-4E64-ADAC-09F30202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text-204">
            <a:extLst xmlns:a="http://schemas.openxmlformats.org/drawingml/2006/main">
              <a:ext uri="{FF2B5EF4-FFF2-40B4-BE49-F238E27FC236}">
                <a16:creationId xmlns:a16="http://schemas.microsoft.com/office/drawing/2014/main" id="{E669159C-1AAB-430D-98F5-BAEFBA86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12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205">
            <a:extLst xmlns:a="http://schemas.openxmlformats.org/drawingml/2006/main">
              <a:ext uri="{FF2B5EF4-FFF2-40B4-BE49-F238E27FC236}">
                <a16:creationId xmlns:a16="http://schemas.microsoft.com/office/drawing/2014/main" id="{B2CB1C06-D66C-4C10-AFFF-459211A2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206">
            <a:extLst xmlns:a="http://schemas.openxmlformats.org/drawingml/2006/main">
              <a:ext uri="{FF2B5EF4-FFF2-40B4-BE49-F238E27FC236}">
                <a16:creationId xmlns:a16="http://schemas.microsoft.com/office/drawing/2014/main" id="{2BEFFDFA-99AF-4F0D-A8DE-54E9AFAF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07">
            <a:extLst xmlns:a="http://schemas.openxmlformats.org/drawingml/2006/main">
              <a:ext uri="{FF2B5EF4-FFF2-40B4-BE49-F238E27FC236}">
                <a16:creationId xmlns:a16="http://schemas.microsoft.com/office/drawing/2014/main" id="{A0A20190-FD95-49B9-B492-860876F90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 Typeless 或 ChatGPT 桌面版 Work／Codex Voice</a:t>
            </a:r>
          </a:p>
        </p:txBody>
      </p:sp>
      <p:sp>
        <p:nvSpPr>
          <p:cNvPr id="10" name="text-208">
            <a:extLst xmlns:a="http://schemas.openxmlformats.org/drawingml/2006/main">
              <a:ext uri="{FF2B5EF4-FFF2-40B4-BE49-F238E27FC236}">
                <a16:creationId xmlns:a16="http://schemas.microsoft.com/office/drawing/2014/main" id="{D9BAD963-3A49-40E1-86AC-24887EF4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09">
            <a:extLst xmlns:a="http://schemas.openxmlformats.org/drawingml/2006/main">
              <a:ext uri="{FF2B5EF4-FFF2-40B4-BE49-F238E27FC236}">
                <a16:creationId xmlns:a16="http://schemas.microsoft.com/office/drawing/2014/main" id="{43F68B70-8162-4342-82C1-3FFB294E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連續口述 30–60 秒：對象、困難、想完成的改變</a:t>
            </a:r>
          </a:p>
        </p:txBody>
      </p:sp>
      <p:sp>
        <p:nvSpPr>
          <p:cNvPr id="12" name="text-210">
            <a:extLst xmlns:a="http://schemas.openxmlformats.org/drawingml/2006/main">
              <a:ext uri="{FF2B5EF4-FFF2-40B4-BE49-F238E27FC236}">
                <a16:creationId xmlns:a16="http://schemas.microsoft.com/office/drawing/2014/main" id="{18BFB571-4325-44F3-BBB3-23E340F4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211">
            <a:extLst xmlns:a="http://schemas.openxmlformats.org/drawingml/2006/main">
              <a:ext uri="{FF2B5EF4-FFF2-40B4-BE49-F238E27FC236}">
                <a16:creationId xmlns:a16="http://schemas.microsoft.com/office/drawing/2014/main" id="{5C63D9ED-55B0-483C-A5C1-16A7952F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 複製整理稿；Codex 先要求計畫，暫不直接執行</a:t>
            </a:r>
          </a:p>
        </p:txBody>
      </p:sp>
      <p:sp>
        <p:nvSpPr>
          <p:cNvPr id="14" name="text-212">
            <a:extLst xmlns:a="http://schemas.openxmlformats.org/drawingml/2006/main">
              <a:ext uri="{FF2B5EF4-FFF2-40B4-BE49-F238E27FC236}">
                <a16:creationId xmlns:a16="http://schemas.microsoft.com/office/drawing/2014/main" id="{4C2E93E8-871A-45E3-BF95-5A8CF7EA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213">
            <a:extLst xmlns:a="http://schemas.openxmlformats.org/drawingml/2006/main">
              <a:ext uri="{FF2B5EF4-FFF2-40B4-BE49-F238E27FC236}">
                <a16:creationId xmlns:a16="http://schemas.microsoft.com/office/drawing/2014/main" id="{4C0BE964-BB3F-4504-9401-2053923E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人工檢查個資、權限與邊界，再交給 Notebook 或 Codex</a:t>
            </a:r>
          </a:p>
        </p:txBody>
      </p:sp>
      <p:sp>
        <p:nvSpPr>
          <p:cNvPr id="16" name="shape-214">
            <a:extLst xmlns:a="http://schemas.openxmlformats.org/drawingml/2006/main">
              <a:ext uri="{FF2B5EF4-FFF2-40B4-BE49-F238E27FC236}">
                <a16:creationId xmlns:a16="http://schemas.microsoft.com/office/drawing/2014/main" id="{A8ECB17B-375A-48C1-B248-9F99EF54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215">
            <a:extLst xmlns:a="http://schemas.openxmlformats.org/drawingml/2006/main">
              <a:ext uri="{FF2B5EF4-FFF2-40B4-BE49-F238E27FC236}">
                <a16:creationId xmlns:a16="http://schemas.microsoft.com/office/drawing/2014/main" id="{5C176912-068A-4394-8E8D-6AB30B7C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216">
            <a:extLst xmlns:a="http://schemas.openxmlformats.org/drawingml/2006/main">
              <a:ext uri="{FF2B5EF4-FFF2-40B4-BE49-F238E27FC236}">
                <a16:creationId xmlns:a16="http://schemas.microsoft.com/office/drawing/2014/main" id="{9CC9F35A-76FB-44BA-975F-63CF702E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內容已匿名化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路徑與工具選擇有記錄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至少寫出一個可驗證目標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下一個工具與人工確認點清楚</a:t>
            </a:r>
          </a:p>
        </p:txBody>
      </p:sp>
      <p:sp>
        <p:nvSpPr>
          <p:cNvPr id="19" name="text-738">
            <a:extLst xmlns:a="http://schemas.openxmlformats.org/drawingml/2006/main">
              <a:ext uri="{FF2B5EF4-FFF2-40B4-BE49-F238E27FC236}">
                <a16:creationId xmlns:a16="http://schemas.microsoft.com/office/drawing/2014/main" id="{350A4810-0E7E-4705-A12A-BA1B8DE8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9dab42f90914ce3"/>
              </a:rPr>
              <a:t>下載 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0771d4448894661"/>
              </a:rPr>
              <a:t>Codex Voice ↗</a:t>
            </a:r>
          </a:p>
        </p:txBody>
      </p:sp>
      <p:sp>
        <p:nvSpPr>
          <p:cNvPr id="20" name="shape-775">
            <a:extLst xmlns:a="http://schemas.openxmlformats.org/drawingml/2006/main">
              <a:ext uri="{FF2B5EF4-FFF2-40B4-BE49-F238E27FC236}">
                <a16:creationId xmlns:a16="http://schemas.microsoft.com/office/drawing/2014/main" id="{433A91B2-3F18-469A-9AF2-DB206474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62224b2a7b417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776">
            <a:extLst xmlns:a="http://schemas.openxmlformats.org/drawingml/2006/main">
              <a:ext uri="{FF2B5EF4-FFF2-40B4-BE49-F238E27FC236}">
                <a16:creationId xmlns:a16="http://schemas.microsoft.com/office/drawing/2014/main" id="{6620A8F7-FCAF-4708-BE4E-284F4A6D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下載 Typeless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a7a3481bbc4e7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777">
            <a:extLst xmlns:a="http://schemas.openxmlformats.org/drawingml/2006/main">
              <a:ext uri="{FF2B5EF4-FFF2-40B4-BE49-F238E27FC236}">
                <a16:creationId xmlns:a16="http://schemas.microsoft.com/office/drawing/2014/main" id="{D78CF57E-E31F-491F-98C1-8D60DC95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05827766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217">
            <a:extLst xmlns:a="http://schemas.openxmlformats.org/drawingml/2006/main">
              <a:ext uri="{FF2B5EF4-FFF2-40B4-BE49-F238E27FC236}">
                <a16:creationId xmlns:a16="http://schemas.microsoft.com/office/drawing/2014/main" id="{4C92B622-FBB2-42DD-BC70-BD4EC9B9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→ EVIDENCE → OUTPUT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F9AB28B-76A4-4911-AD3F-375D9F75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語音 → 證據 → 作品：兩條路徑可會合</a:t>
            </a:r>
          </a:p>
        </p:txBody>
      </p:sp>
      <p:cxnSp>
        <p:nvCxnSpPr>
          <p:cNvPr id="44" name="shape-21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19">
            <a:extLst xmlns:a="http://schemas.openxmlformats.org/drawingml/2006/main">
              <a:ext uri="{FF2B5EF4-FFF2-40B4-BE49-F238E27FC236}">
                <a16:creationId xmlns:a16="http://schemas.microsoft.com/office/drawing/2014/main" id="{3FC52975-5599-4A19-BCE4-E76C4EBC2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D2861A-E986-4247-BA70-3E49E7E3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20">
            <a:extLst xmlns:a="http://schemas.openxmlformats.org/drawingml/2006/main">
              <a:ext uri="{FF2B5EF4-FFF2-40B4-BE49-F238E27FC236}">
                <a16:creationId xmlns:a16="http://schemas.microsoft.com/office/drawing/2014/main" id="{2743D531-AFEF-4A78-AC27-630B1E16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221">
            <a:extLst xmlns:a="http://schemas.openxmlformats.org/drawingml/2006/main">
              <a:ext uri="{FF2B5EF4-FFF2-40B4-BE49-F238E27FC236}">
                <a16:creationId xmlns:a16="http://schemas.microsoft.com/office/drawing/2014/main" id="{19D9A9A7-C914-4D45-A32D-6040E6E1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22">
            <a:extLst xmlns:a="http://schemas.openxmlformats.org/drawingml/2006/main">
              <a:ext uri="{FF2B5EF4-FFF2-40B4-BE49-F238E27FC236}">
                <a16:creationId xmlns:a16="http://schemas.microsoft.com/office/drawing/2014/main" id="{CEAECB93-3180-43B3-9E55-F0F98E4F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23">
            <a:extLst xmlns:a="http://schemas.openxmlformats.org/drawingml/2006/main">
              <a:ext uri="{FF2B5EF4-FFF2-40B4-BE49-F238E27FC236}">
                <a16:creationId xmlns:a16="http://schemas.microsoft.com/office/drawing/2014/main" id="{278E4014-EEE2-4ABE-A1FD-F59D174C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選入口</a:t>
            </a:r>
          </a:p>
        </p:txBody>
      </p:sp>
      <p:sp>
        <p:nvSpPr>
          <p:cNvPr id="10" name="text-224">
            <a:extLst xmlns:a="http://schemas.openxmlformats.org/drawingml/2006/main">
              <a:ext uri="{FF2B5EF4-FFF2-40B4-BE49-F238E27FC236}">
                <a16:creationId xmlns:a16="http://schemas.microsoft.com/office/drawing/2014/main" id="{1490299D-3811-4596-A94E-B05D9F7D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 跨應用；Codex Voice 工作區內直接說</a:t>
            </a:r>
          </a:p>
        </p:txBody>
      </p:sp>
      <p:sp>
        <p:nvSpPr>
          <p:cNvPr id="11" name="text-225">
            <a:extLst xmlns:a="http://schemas.openxmlformats.org/drawingml/2006/main">
              <a:ext uri="{FF2B5EF4-FFF2-40B4-BE49-F238E27FC236}">
                <a16:creationId xmlns:a16="http://schemas.microsoft.com/office/drawing/2014/main" id="{14BC4C2E-FD5B-4429-A22E-8041D055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26">
            <a:extLst xmlns:a="http://schemas.openxmlformats.org/drawingml/2006/main">
              <a:ext uri="{FF2B5EF4-FFF2-40B4-BE49-F238E27FC236}">
                <a16:creationId xmlns:a16="http://schemas.microsoft.com/office/drawing/2014/main" id="{19658B35-4164-4554-9138-9234E081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227">
            <a:extLst xmlns:a="http://schemas.openxmlformats.org/drawingml/2006/main">
              <a:ext uri="{FF2B5EF4-FFF2-40B4-BE49-F238E27FC236}">
                <a16:creationId xmlns:a16="http://schemas.microsoft.com/office/drawing/2014/main" id="{E500B2C0-8033-4BDD-A54F-2F58B47D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28">
            <a:extLst xmlns:a="http://schemas.openxmlformats.org/drawingml/2006/main">
              <a:ext uri="{FF2B5EF4-FFF2-40B4-BE49-F238E27FC236}">
                <a16:creationId xmlns:a16="http://schemas.microsoft.com/office/drawing/2014/main" id="{7AEDB462-36EC-428C-9A2E-B815BD96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29">
            <a:extLst xmlns:a="http://schemas.openxmlformats.org/drawingml/2006/main">
              <a:ext uri="{FF2B5EF4-FFF2-40B4-BE49-F238E27FC236}">
                <a16:creationId xmlns:a16="http://schemas.microsoft.com/office/drawing/2014/main" id="{B75ACE5E-22B3-43F2-95AA-52690D5A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說清楚痛點</a:t>
            </a:r>
          </a:p>
        </p:txBody>
      </p:sp>
      <p:sp>
        <p:nvSpPr>
          <p:cNvPr id="16" name="text-230">
            <a:extLst xmlns:a="http://schemas.openxmlformats.org/drawingml/2006/main">
              <a:ext uri="{FF2B5EF4-FFF2-40B4-BE49-F238E27FC236}">
                <a16:creationId xmlns:a16="http://schemas.microsoft.com/office/drawing/2014/main" id="{E6CC9D61-1A60-457A-B4D1-FBF2C95D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對象、情境、限制與想完成的改變</a:t>
            </a:r>
          </a:p>
        </p:txBody>
      </p:sp>
      <p:sp>
        <p:nvSpPr>
          <p:cNvPr id="17" name="text-231">
            <a:extLst xmlns:a="http://schemas.openxmlformats.org/drawingml/2006/main">
              <a:ext uri="{FF2B5EF4-FFF2-40B4-BE49-F238E27FC236}">
                <a16:creationId xmlns:a16="http://schemas.microsoft.com/office/drawing/2014/main" id="{75A85787-E3ED-4E7E-A4BC-1D519F78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32">
            <a:extLst xmlns:a="http://schemas.openxmlformats.org/drawingml/2006/main">
              <a:ext uri="{FF2B5EF4-FFF2-40B4-BE49-F238E27FC236}">
                <a16:creationId xmlns:a16="http://schemas.microsoft.com/office/drawing/2014/main" id="{CBF682C7-B89F-4B70-A9E8-B7F83632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33">
            <a:extLst xmlns:a="http://schemas.openxmlformats.org/drawingml/2006/main">
              <a:ext uri="{FF2B5EF4-FFF2-40B4-BE49-F238E27FC236}">
                <a16:creationId xmlns:a16="http://schemas.microsoft.com/office/drawing/2014/main" id="{DA1614E0-E1E9-4083-A982-A7BDD622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34">
            <a:extLst xmlns:a="http://schemas.openxmlformats.org/drawingml/2006/main">
              <a:ext uri="{FF2B5EF4-FFF2-40B4-BE49-F238E27FC236}">
                <a16:creationId xmlns:a16="http://schemas.microsoft.com/office/drawing/2014/main" id="{E3D118C9-8228-45D8-B796-09E65B39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35">
            <a:extLst xmlns:a="http://schemas.openxmlformats.org/drawingml/2006/main">
              <a:ext uri="{FF2B5EF4-FFF2-40B4-BE49-F238E27FC236}">
                <a16:creationId xmlns:a16="http://schemas.microsoft.com/office/drawing/2014/main" id="{AC1C8D33-7B1D-4C3F-9263-51290B19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留下可檢查文字</a:t>
            </a:r>
          </a:p>
        </p:txBody>
      </p:sp>
      <p:sp>
        <p:nvSpPr>
          <p:cNvPr id="22" name="text-236">
            <a:extLst xmlns:a="http://schemas.openxmlformats.org/drawingml/2006/main">
              <a:ext uri="{FF2B5EF4-FFF2-40B4-BE49-F238E27FC236}">
                <a16:creationId xmlns:a16="http://schemas.microsoft.com/office/drawing/2014/main" id="{044A940A-67FB-4C9E-81BC-1B8703B01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整理稿或 Agent 計畫，先人工確認</a:t>
            </a:r>
          </a:p>
        </p:txBody>
      </p:sp>
      <p:sp>
        <p:nvSpPr>
          <p:cNvPr id="23" name="text-237">
            <a:extLst xmlns:a="http://schemas.openxmlformats.org/drawingml/2006/main">
              <a:ext uri="{FF2B5EF4-FFF2-40B4-BE49-F238E27FC236}">
                <a16:creationId xmlns:a16="http://schemas.microsoft.com/office/drawing/2014/main" id="{65E18FAB-0A90-42AC-95E5-E47A5A08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38">
            <a:extLst xmlns:a="http://schemas.openxmlformats.org/drawingml/2006/main">
              <a:ext uri="{FF2B5EF4-FFF2-40B4-BE49-F238E27FC236}">
                <a16:creationId xmlns:a16="http://schemas.microsoft.com/office/drawing/2014/main" id="{D853C99B-32EE-456E-A9AA-5C913531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239">
            <a:extLst xmlns:a="http://schemas.openxmlformats.org/drawingml/2006/main">
              <a:ext uri="{FF2B5EF4-FFF2-40B4-BE49-F238E27FC236}">
                <a16:creationId xmlns:a16="http://schemas.microsoft.com/office/drawing/2014/main" id="{3A64AF51-EBF8-4504-AFF7-101E79E8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40">
            <a:extLst xmlns:a="http://schemas.openxmlformats.org/drawingml/2006/main">
              <a:ext uri="{FF2B5EF4-FFF2-40B4-BE49-F238E27FC236}">
                <a16:creationId xmlns:a16="http://schemas.microsoft.com/office/drawing/2014/main" id="{617915E8-45FE-4B2E-8C82-953CA84A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41">
            <a:extLst xmlns:a="http://schemas.openxmlformats.org/drawingml/2006/main">
              <a:ext uri="{FF2B5EF4-FFF2-40B4-BE49-F238E27FC236}">
                <a16:creationId xmlns:a16="http://schemas.microsoft.com/office/drawing/2014/main" id="{37BC8CEE-2226-4081-93C1-CCB6D1FA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接到工作流</a:t>
            </a:r>
          </a:p>
        </p:txBody>
      </p:sp>
      <p:sp>
        <p:nvSpPr>
          <p:cNvPr id="28" name="text-242">
            <a:extLst xmlns:a="http://schemas.openxmlformats.org/drawingml/2006/main">
              <a:ext uri="{FF2B5EF4-FFF2-40B4-BE49-F238E27FC236}">
                <a16:creationId xmlns:a16="http://schemas.microsoft.com/office/drawing/2014/main" id="{9A673618-2533-437F-8448-EE8939F0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 管來源；Codex 管檔案、測試與任務</a:t>
            </a:r>
          </a:p>
        </p:txBody>
      </p:sp>
      <p:sp>
        <p:nvSpPr>
          <p:cNvPr id="29" name="text-243">
            <a:extLst xmlns:a="http://schemas.openxmlformats.org/drawingml/2006/main">
              <a:ext uri="{FF2B5EF4-FFF2-40B4-BE49-F238E27FC236}">
                <a16:creationId xmlns:a16="http://schemas.microsoft.com/office/drawing/2014/main" id="{24E525F9-7E74-454F-AA83-15FA6B81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244">
            <a:extLst xmlns:a="http://schemas.openxmlformats.org/drawingml/2006/main">
              <a:ext uri="{FF2B5EF4-FFF2-40B4-BE49-F238E27FC236}">
                <a16:creationId xmlns:a16="http://schemas.microsoft.com/office/drawing/2014/main" id="{02199D05-9B29-4D57-A687-40CCC9AA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shape-245">
            <a:extLst xmlns:a="http://schemas.openxmlformats.org/drawingml/2006/main">
              <a:ext uri="{FF2B5EF4-FFF2-40B4-BE49-F238E27FC236}">
                <a16:creationId xmlns:a16="http://schemas.microsoft.com/office/drawing/2014/main" id="{1DE2714F-10A8-4408-8DDB-0546A935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46">
            <a:extLst xmlns:a="http://schemas.openxmlformats.org/drawingml/2006/main">
              <a:ext uri="{FF2B5EF4-FFF2-40B4-BE49-F238E27FC236}">
                <a16:creationId xmlns:a16="http://schemas.microsoft.com/office/drawing/2014/main" id="{017680C4-DB29-4FA4-9031-E2712C05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247">
            <a:extLst xmlns:a="http://schemas.openxmlformats.org/drawingml/2006/main">
              <a:ext uri="{FF2B5EF4-FFF2-40B4-BE49-F238E27FC236}">
                <a16:creationId xmlns:a16="http://schemas.microsoft.com/office/drawing/2014/main" id="{233BD343-F8FA-4577-8437-CAF35B182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做成成果</a:t>
            </a:r>
          </a:p>
        </p:txBody>
      </p:sp>
      <p:sp>
        <p:nvSpPr>
          <p:cNvPr id="34" name="text-248">
            <a:extLst xmlns:a="http://schemas.openxmlformats.org/drawingml/2006/main">
              <a:ext uri="{FF2B5EF4-FFF2-40B4-BE49-F238E27FC236}">
                <a16:creationId xmlns:a16="http://schemas.microsoft.com/office/drawing/2014/main" id="{D4DD469C-61E4-45E2-8F88-9A683A77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Gem、Canvas、網站或可追查交付</a:t>
            </a:r>
          </a:p>
        </p:txBody>
      </p:sp>
      <p:sp>
        <p:nvSpPr>
          <p:cNvPr id="35" name="text-249">
            <a:extLst xmlns:a="http://schemas.openxmlformats.org/drawingml/2006/main">
              <a:ext uri="{FF2B5EF4-FFF2-40B4-BE49-F238E27FC236}">
                <a16:creationId xmlns:a16="http://schemas.microsoft.com/office/drawing/2014/main" id="{643999DB-214A-4B5D-BC54-5F336E16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739">
            <a:extLst xmlns:a="http://schemas.openxmlformats.org/drawingml/2006/main">
              <a:ext uri="{FF2B5EF4-FFF2-40B4-BE49-F238E27FC236}">
                <a16:creationId xmlns:a16="http://schemas.microsoft.com/office/drawing/2014/main" id="{9A32FE5F-439F-405C-B867-39BCC6397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233242fc16b44b1"/>
              </a:rPr>
              <a:t>Typeless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2c4cc120d2540ee"/>
              </a:rPr>
              <a:t>Codex Voice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19bcad269bc4690"/>
              </a:rPr>
              <a:t>Gemini Notebook ↗</a:t>
            </a:r>
          </a:p>
        </p:txBody>
      </p:sp>
      <p:sp>
        <p:nvSpPr>
          <p:cNvPr id="37" name="shape-778">
            <a:extLst xmlns:a="http://schemas.openxmlformats.org/drawingml/2006/main">
              <a:ext uri="{FF2B5EF4-FFF2-40B4-BE49-F238E27FC236}">
                <a16:creationId xmlns:a16="http://schemas.microsoft.com/office/drawing/2014/main" id="{964F5E90-913F-4C86-95CB-595FD491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619de5c2b245e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779">
            <a:extLst xmlns:a="http://schemas.openxmlformats.org/drawingml/2006/main">
              <a:ext uri="{FF2B5EF4-FFF2-40B4-BE49-F238E27FC236}">
                <a16:creationId xmlns:a16="http://schemas.microsoft.com/office/drawing/2014/main" id="{A3D514F1-E45C-4211-9562-7438FC48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3a07174f9a43b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780">
            <a:extLst xmlns:a="http://schemas.openxmlformats.org/drawingml/2006/main">
              <a:ext uri="{FF2B5EF4-FFF2-40B4-BE49-F238E27FC236}">
                <a16:creationId xmlns:a16="http://schemas.microsoft.com/office/drawing/2014/main" id="{4232987A-697A-4245-A3F9-6331168C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4333385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250">
            <a:extLst xmlns:a="http://schemas.openxmlformats.org/drawingml/2006/main">
              <a:ext uri="{FF2B5EF4-FFF2-40B4-BE49-F238E27FC236}">
                <a16:creationId xmlns:a16="http://schemas.microsoft.com/office/drawing/2014/main" id="{14C8ADB4-C8BA-4C28-92A8-0BC04B05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1DEA1D-2245-4964-8F48-9FE88548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38" name="shape-25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52">
            <a:extLst xmlns:a="http://schemas.openxmlformats.org/drawingml/2006/main">
              <a:ext uri="{FF2B5EF4-FFF2-40B4-BE49-F238E27FC236}">
                <a16:creationId xmlns:a16="http://schemas.microsoft.com/office/drawing/2014/main" id="{10344792-7497-459D-9BD9-1832F46D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40B83B2-262D-4B90-9E74-4002B68E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253">
            <a:extLst xmlns:a="http://schemas.openxmlformats.org/drawingml/2006/main">
              <a:ext uri="{FF2B5EF4-FFF2-40B4-BE49-F238E27FC236}">
                <a16:creationId xmlns:a16="http://schemas.microsoft.com/office/drawing/2014/main" id="{AD9FDA73-0C7B-493D-AEB0-433E0A4F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254">
            <a:extLst xmlns:a="http://schemas.openxmlformats.org/drawingml/2006/main">
              <a:ext uri="{FF2B5EF4-FFF2-40B4-BE49-F238E27FC236}">
                <a16:creationId xmlns:a16="http://schemas.microsoft.com/office/drawing/2014/main" id="{D73AD447-4673-4068-84DA-217500EF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55">
            <a:extLst xmlns:a="http://schemas.openxmlformats.org/drawingml/2006/main">
              <a:ext uri="{FF2B5EF4-FFF2-40B4-BE49-F238E27FC236}">
                <a16:creationId xmlns:a16="http://schemas.microsoft.com/office/drawing/2014/main" id="{0364B7EF-16A9-4202-A581-9E73B949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56">
            <a:extLst xmlns:a="http://schemas.openxmlformats.org/drawingml/2006/main">
              <a:ext uri="{FF2B5EF4-FFF2-40B4-BE49-F238E27FC236}">
                <a16:creationId xmlns:a16="http://schemas.microsoft.com/office/drawing/2014/main" id="{EFF748F2-45FC-4BB7-9228-5B14D7BE6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10" name="text-257">
            <a:extLst xmlns:a="http://schemas.openxmlformats.org/drawingml/2006/main">
              <a:ext uri="{FF2B5EF4-FFF2-40B4-BE49-F238E27FC236}">
                <a16:creationId xmlns:a16="http://schemas.microsoft.com/office/drawing/2014/main" id="{EE2541E5-4DAF-437C-A707-DE670BDC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11" name="text-258">
            <a:extLst xmlns:a="http://schemas.openxmlformats.org/drawingml/2006/main">
              <a:ext uri="{FF2B5EF4-FFF2-40B4-BE49-F238E27FC236}">
                <a16:creationId xmlns:a16="http://schemas.microsoft.com/office/drawing/2014/main" id="{5B509020-195C-44A4-8D99-F611CA1B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59">
            <a:extLst xmlns:a="http://schemas.openxmlformats.org/drawingml/2006/main">
              <a:ext uri="{FF2B5EF4-FFF2-40B4-BE49-F238E27FC236}">
                <a16:creationId xmlns:a16="http://schemas.microsoft.com/office/drawing/2014/main" id="{259C5B52-A42D-46D0-A23F-DBC7EBAD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260">
            <a:extLst xmlns:a="http://schemas.openxmlformats.org/drawingml/2006/main">
              <a:ext uri="{FF2B5EF4-FFF2-40B4-BE49-F238E27FC236}">
                <a16:creationId xmlns:a16="http://schemas.microsoft.com/office/drawing/2014/main" id="{CEC66058-7870-4A0D-9050-6041AC4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61">
            <a:extLst xmlns:a="http://schemas.openxmlformats.org/drawingml/2006/main">
              <a:ext uri="{FF2B5EF4-FFF2-40B4-BE49-F238E27FC236}">
                <a16:creationId xmlns:a16="http://schemas.microsoft.com/office/drawing/2014/main" id="{54B7124A-0457-42EE-BC67-468E50D8C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62">
            <a:extLst xmlns:a="http://schemas.openxmlformats.org/drawingml/2006/main">
              <a:ext uri="{FF2B5EF4-FFF2-40B4-BE49-F238E27FC236}">
                <a16:creationId xmlns:a16="http://schemas.microsoft.com/office/drawing/2014/main" id="{2E2FE55D-1F9B-4690-8FA4-EBC4CE1B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6" name="text-263">
            <a:extLst xmlns:a="http://schemas.openxmlformats.org/drawingml/2006/main">
              <a:ext uri="{FF2B5EF4-FFF2-40B4-BE49-F238E27FC236}">
                <a16:creationId xmlns:a16="http://schemas.microsoft.com/office/drawing/2014/main" id="{D1A43A3D-27D1-4711-9D85-38D6FC66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7" name="text-264">
            <a:extLst xmlns:a="http://schemas.openxmlformats.org/drawingml/2006/main">
              <a:ext uri="{FF2B5EF4-FFF2-40B4-BE49-F238E27FC236}">
                <a16:creationId xmlns:a16="http://schemas.microsoft.com/office/drawing/2014/main" id="{4A15E542-0B4B-4469-9186-C002977F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65">
            <a:extLst xmlns:a="http://schemas.openxmlformats.org/drawingml/2006/main">
              <a:ext uri="{FF2B5EF4-FFF2-40B4-BE49-F238E27FC236}">
                <a16:creationId xmlns:a16="http://schemas.microsoft.com/office/drawing/2014/main" id="{F906BE94-1480-4374-ADA2-6B471070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66">
            <a:extLst xmlns:a="http://schemas.openxmlformats.org/drawingml/2006/main">
              <a:ext uri="{FF2B5EF4-FFF2-40B4-BE49-F238E27FC236}">
                <a16:creationId xmlns:a16="http://schemas.microsoft.com/office/drawing/2014/main" id="{B03E666B-A678-4A3D-B930-A7888BD5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67">
            <a:extLst xmlns:a="http://schemas.openxmlformats.org/drawingml/2006/main">
              <a:ext uri="{FF2B5EF4-FFF2-40B4-BE49-F238E27FC236}">
                <a16:creationId xmlns:a16="http://schemas.microsoft.com/office/drawing/2014/main" id="{17001EAC-FFF2-46EA-A8EA-CDBCC20B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68">
            <a:extLst xmlns:a="http://schemas.openxmlformats.org/drawingml/2006/main">
              <a:ext uri="{FF2B5EF4-FFF2-40B4-BE49-F238E27FC236}">
                <a16:creationId xmlns:a16="http://schemas.microsoft.com/office/drawing/2014/main" id="{3346176D-D136-48D3-A7C2-18D0AA36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269">
            <a:extLst xmlns:a="http://schemas.openxmlformats.org/drawingml/2006/main">
              <a:ext uri="{FF2B5EF4-FFF2-40B4-BE49-F238E27FC236}">
                <a16:creationId xmlns:a16="http://schemas.microsoft.com/office/drawing/2014/main" id="{894D643B-3A64-4634-A24B-A75F7A1B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23" name="text-270">
            <a:extLst xmlns:a="http://schemas.openxmlformats.org/drawingml/2006/main">
              <a:ext uri="{FF2B5EF4-FFF2-40B4-BE49-F238E27FC236}">
                <a16:creationId xmlns:a16="http://schemas.microsoft.com/office/drawing/2014/main" id="{A8C3E70C-9656-419D-9135-E6FE17C9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71">
            <a:extLst xmlns:a="http://schemas.openxmlformats.org/drawingml/2006/main">
              <a:ext uri="{FF2B5EF4-FFF2-40B4-BE49-F238E27FC236}">
                <a16:creationId xmlns:a16="http://schemas.microsoft.com/office/drawing/2014/main" id="{975D9431-7A44-42BF-AFB1-8B54B674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272">
            <a:extLst xmlns:a="http://schemas.openxmlformats.org/drawingml/2006/main">
              <a:ext uri="{FF2B5EF4-FFF2-40B4-BE49-F238E27FC236}">
                <a16:creationId xmlns:a16="http://schemas.microsoft.com/office/drawing/2014/main" id="{7EB26424-9429-4B3B-9ACF-78AD9FA0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73">
            <a:extLst xmlns:a="http://schemas.openxmlformats.org/drawingml/2006/main">
              <a:ext uri="{FF2B5EF4-FFF2-40B4-BE49-F238E27FC236}">
                <a16:creationId xmlns:a16="http://schemas.microsoft.com/office/drawing/2014/main" id="{3BA9EE95-B6EA-4C72-8B4D-733B9BAA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74">
            <a:extLst xmlns:a="http://schemas.openxmlformats.org/drawingml/2006/main">
              <a:ext uri="{FF2B5EF4-FFF2-40B4-BE49-F238E27FC236}">
                <a16:creationId xmlns:a16="http://schemas.microsoft.com/office/drawing/2014/main" id="{4078C02F-4D38-42F9-85C1-FB3D4DAC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8" name="text-275">
            <a:extLst xmlns:a="http://schemas.openxmlformats.org/drawingml/2006/main">
              <a:ext uri="{FF2B5EF4-FFF2-40B4-BE49-F238E27FC236}">
                <a16:creationId xmlns:a16="http://schemas.microsoft.com/office/drawing/2014/main" id="{23831558-084C-4D92-B318-A69A0E80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9" name="text-276">
            <a:extLst xmlns:a="http://schemas.openxmlformats.org/drawingml/2006/main">
              <a:ext uri="{FF2B5EF4-FFF2-40B4-BE49-F238E27FC236}">
                <a16:creationId xmlns:a16="http://schemas.microsoft.com/office/drawing/2014/main" id="{E5D599DC-7EF0-4EB5-B8F1-43ABE2EA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277">
            <a:extLst xmlns:a="http://schemas.openxmlformats.org/drawingml/2006/main">
              <a:ext uri="{FF2B5EF4-FFF2-40B4-BE49-F238E27FC236}">
                <a16:creationId xmlns:a16="http://schemas.microsoft.com/office/drawing/2014/main" id="{525BB321-5492-4CAA-A663-D4E03FED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shape-278">
            <a:extLst xmlns:a="http://schemas.openxmlformats.org/drawingml/2006/main">
              <a:ext uri="{FF2B5EF4-FFF2-40B4-BE49-F238E27FC236}">
                <a16:creationId xmlns:a16="http://schemas.microsoft.com/office/drawing/2014/main" id="{07B1BB26-39D5-4339-BF6C-6D390846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79">
            <a:extLst xmlns:a="http://schemas.openxmlformats.org/drawingml/2006/main">
              <a:ext uri="{FF2B5EF4-FFF2-40B4-BE49-F238E27FC236}">
                <a16:creationId xmlns:a16="http://schemas.microsoft.com/office/drawing/2014/main" id="{6232B560-0751-4B4F-B205-656B6FE7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280">
            <a:extLst xmlns:a="http://schemas.openxmlformats.org/drawingml/2006/main">
              <a:ext uri="{FF2B5EF4-FFF2-40B4-BE49-F238E27FC236}">
                <a16:creationId xmlns:a16="http://schemas.microsoft.com/office/drawing/2014/main" id="{7515E906-5E8A-4425-888C-78D85FE0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34" name="text-281">
            <a:extLst xmlns:a="http://schemas.openxmlformats.org/drawingml/2006/main">
              <a:ext uri="{FF2B5EF4-FFF2-40B4-BE49-F238E27FC236}">
                <a16:creationId xmlns:a16="http://schemas.microsoft.com/office/drawing/2014/main" id="{2EE11DE6-E2B5-44B3-BF48-F8C22F8E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35" name="text-282">
            <a:extLst xmlns:a="http://schemas.openxmlformats.org/drawingml/2006/main">
              <a:ext uri="{FF2B5EF4-FFF2-40B4-BE49-F238E27FC236}">
                <a16:creationId xmlns:a16="http://schemas.microsoft.com/office/drawing/2014/main" id="{902E02DF-C3FB-438B-9A82-431AC15B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402706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3">
            <a:extLst xmlns:a="http://schemas.openxmlformats.org/drawingml/2006/main">
              <a:ext uri="{FF2B5EF4-FFF2-40B4-BE49-F238E27FC236}">
                <a16:creationId xmlns:a16="http://schemas.microsoft.com/office/drawing/2014/main" id="{966DBB24-FF31-4595-B434-07C67305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284">
            <a:extLst xmlns:a="http://schemas.openxmlformats.org/drawingml/2006/main">
              <a:ext uri="{FF2B5EF4-FFF2-40B4-BE49-F238E27FC236}">
                <a16:creationId xmlns:a16="http://schemas.microsoft.com/office/drawing/2014/main" id="{4A35D4CD-9D84-4B30-8025-DB2633B0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285">
            <a:extLst xmlns:a="http://schemas.openxmlformats.org/drawingml/2006/main">
              <a:ext uri="{FF2B5EF4-FFF2-40B4-BE49-F238E27FC236}">
                <a16:creationId xmlns:a16="http://schemas.microsoft.com/office/drawing/2014/main" id="{29BE4063-37DB-493A-983E-50BF5CC8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286">
            <a:extLst xmlns:a="http://schemas.openxmlformats.org/drawingml/2006/main">
              <a:ext uri="{FF2B5EF4-FFF2-40B4-BE49-F238E27FC236}">
                <a16:creationId xmlns:a16="http://schemas.microsoft.com/office/drawing/2014/main" id="{36697FDC-4976-43E6-ADF5-950DEF3F4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287">
            <a:extLst xmlns:a="http://schemas.openxmlformats.org/drawingml/2006/main">
              <a:ext uri="{FF2B5EF4-FFF2-40B4-BE49-F238E27FC236}">
                <a16:creationId xmlns:a16="http://schemas.microsoft.com/office/drawing/2014/main" id="{312A77F5-97DC-4325-9E0F-2E4825E4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28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289">
            <a:extLst xmlns:a="http://schemas.openxmlformats.org/drawingml/2006/main">
              <a:ext uri="{FF2B5EF4-FFF2-40B4-BE49-F238E27FC236}">
                <a16:creationId xmlns:a16="http://schemas.microsoft.com/office/drawing/2014/main" id="{7A88CDDD-57CD-4656-80B6-76614DBE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E9F04B-105D-4660-A35D-C71EB155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9" name="text-740">
            <a:extLst xmlns:a="http://schemas.openxmlformats.org/drawingml/2006/main">
              <a:ext uri="{FF2B5EF4-FFF2-40B4-BE49-F238E27FC236}">
                <a16:creationId xmlns:a16="http://schemas.microsoft.com/office/drawing/2014/main" id="{FC767ECB-2356-4854-912F-36B407777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78fbfd4a10a4448"/>
              </a:rPr>
              <a:t>開啟 Gemini Notebook ↗</a:t>
            </a:r>
          </a:p>
        </p:txBody>
      </p:sp>
      <p:sp>
        <p:nvSpPr>
          <p:cNvPr id="10" name="shape-781">
            <a:extLst xmlns:a="http://schemas.openxmlformats.org/drawingml/2006/main">
              <a:ext uri="{FF2B5EF4-FFF2-40B4-BE49-F238E27FC236}">
                <a16:creationId xmlns:a16="http://schemas.microsoft.com/office/drawing/2014/main" id="{4807E57A-1E19-432E-A09B-6C948F7B9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ffa3ed27d446a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782">
            <a:extLst xmlns:a="http://schemas.openxmlformats.org/drawingml/2006/main">
              <a:ext uri="{FF2B5EF4-FFF2-40B4-BE49-F238E27FC236}">
                <a16:creationId xmlns:a16="http://schemas.microsoft.com/office/drawing/2014/main" id="{17473D71-83E0-415C-9F16-F56EFBBE3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7584801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90">
            <a:extLst xmlns:a="http://schemas.openxmlformats.org/drawingml/2006/main">
              <a:ext uri="{FF2B5EF4-FFF2-40B4-BE49-F238E27FC236}">
                <a16:creationId xmlns:a16="http://schemas.microsoft.com/office/drawing/2014/main" id="{A901BCCD-F44C-4991-A48B-826FA30D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73F267-831F-4EA6-854A-3E600CAE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4" name="shape-2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2">
            <a:extLst xmlns:a="http://schemas.openxmlformats.org/drawingml/2006/main">
              <a:ext uri="{FF2B5EF4-FFF2-40B4-BE49-F238E27FC236}">
                <a16:creationId xmlns:a16="http://schemas.microsoft.com/office/drawing/2014/main" id="{EE5877B3-4773-4AE7-89F9-72A1F010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23A5CDE-D59A-42C2-86E7-4C68C265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293">
            <a:extLst xmlns:a="http://schemas.openxmlformats.org/drawingml/2006/main">
              <a:ext uri="{FF2B5EF4-FFF2-40B4-BE49-F238E27FC236}">
                <a16:creationId xmlns:a16="http://schemas.microsoft.com/office/drawing/2014/main" id="{7F45B155-D8B0-49E1-AACE-449F693D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294">
            <a:extLst xmlns:a="http://schemas.openxmlformats.org/drawingml/2006/main">
              <a:ext uri="{FF2B5EF4-FFF2-40B4-BE49-F238E27FC236}">
                <a16:creationId xmlns:a16="http://schemas.microsoft.com/office/drawing/2014/main" id="{D0DF88F1-455B-40ED-98B4-BF243590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95">
            <a:extLst xmlns:a="http://schemas.openxmlformats.org/drawingml/2006/main">
              <a:ext uri="{FF2B5EF4-FFF2-40B4-BE49-F238E27FC236}">
                <a16:creationId xmlns:a16="http://schemas.microsoft.com/office/drawing/2014/main" id="{7FBF576E-ABD4-411D-A181-06CB8F6F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296">
            <a:extLst xmlns:a="http://schemas.openxmlformats.org/drawingml/2006/main">
              <a:ext uri="{FF2B5EF4-FFF2-40B4-BE49-F238E27FC236}">
                <a16:creationId xmlns:a16="http://schemas.microsoft.com/office/drawing/2014/main" id="{56089B35-116C-4703-B9A3-C5F68A10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297">
            <a:extLst xmlns:a="http://schemas.openxmlformats.org/drawingml/2006/main">
              <a:ext uri="{FF2B5EF4-FFF2-40B4-BE49-F238E27FC236}">
                <a16:creationId xmlns:a16="http://schemas.microsoft.com/office/drawing/2014/main" id="{FC942124-1E97-4654-AD2E-309D7FC6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298">
            <a:extLst xmlns:a="http://schemas.openxmlformats.org/drawingml/2006/main">
              <a:ext uri="{FF2B5EF4-FFF2-40B4-BE49-F238E27FC236}">
                <a16:creationId xmlns:a16="http://schemas.microsoft.com/office/drawing/2014/main" id="{3DCB434D-D4C1-4609-8EDA-2730A6A0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299">
            <a:extLst xmlns:a="http://schemas.openxmlformats.org/drawingml/2006/main">
              <a:ext uri="{FF2B5EF4-FFF2-40B4-BE49-F238E27FC236}">
                <a16:creationId xmlns:a16="http://schemas.microsoft.com/office/drawing/2014/main" id="{45F2179D-1FDA-42B7-A178-0215EFE4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300">
            <a:extLst xmlns:a="http://schemas.openxmlformats.org/drawingml/2006/main">
              <a:ext uri="{FF2B5EF4-FFF2-40B4-BE49-F238E27FC236}">
                <a16:creationId xmlns:a16="http://schemas.microsoft.com/office/drawing/2014/main" id="{F242C071-5FCD-4EB3-9B74-29846C01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301">
            <a:extLst xmlns:a="http://schemas.openxmlformats.org/drawingml/2006/main">
              <a:ext uri="{FF2B5EF4-FFF2-40B4-BE49-F238E27FC236}">
                <a16:creationId xmlns:a16="http://schemas.microsoft.com/office/drawing/2014/main" id="{C45BF007-DF09-4797-BE5E-6D7A79D0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302">
            <a:extLst xmlns:a="http://schemas.openxmlformats.org/drawingml/2006/main">
              <a:ext uri="{FF2B5EF4-FFF2-40B4-BE49-F238E27FC236}">
                <a16:creationId xmlns:a16="http://schemas.microsoft.com/office/drawing/2014/main" id="{00FD75BF-ABBF-44F4-8713-7FF2DD38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741">
            <a:extLst xmlns:a="http://schemas.openxmlformats.org/drawingml/2006/main">
              <a:ext uri="{FF2B5EF4-FFF2-40B4-BE49-F238E27FC236}">
                <a16:creationId xmlns:a16="http://schemas.microsoft.com/office/drawing/2014/main" id="{C57FDA7E-6402-4A6D-88BA-A42791FB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e5a3bbebdf44d42"/>
              </a:rPr>
              <a:t>開啟 Gemini Notebook ↗</a:t>
            </a:r>
          </a:p>
        </p:txBody>
      </p:sp>
      <p:sp>
        <p:nvSpPr>
          <p:cNvPr id="19" name="shape-783">
            <a:extLst xmlns:a="http://schemas.openxmlformats.org/drawingml/2006/main">
              <a:ext uri="{FF2B5EF4-FFF2-40B4-BE49-F238E27FC236}">
                <a16:creationId xmlns:a16="http://schemas.microsoft.com/office/drawing/2014/main" id="{61D0A940-E2AE-4B6B-A8F6-194210DE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a9a6fee944f6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784">
            <a:extLst xmlns:a="http://schemas.openxmlformats.org/drawingml/2006/main">
              <a:ext uri="{FF2B5EF4-FFF2-40B4-BE49-F238E27FC236}">
                <a16:creationId xmlns:a16="http://schemas.microsoft.com/office/drawing/2014/main" id="{506179DC-07A5-4CA6-94A9-15010E42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39969481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303">
            <a:extLst xmlns:a="http://schemas.openxmlformats.org/drawingml/2006/main">
              <a:ext uri="{FF2B5EF4-FFF2-40B4-BE49-F238E27FC236}">
                <a16:creationId xmlns:a16="http://schemas.microsoft.com/office/drawing/2014/main" id="{54C3CED5-1F5E-41C9-A776-09A8BE08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75591C-92A2-4482-B6A2-9B6C33A0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4" name="shape-3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05">
            <a:extLst xmlns:a="http://schemas.openxmlformats.org/drawingml/2006/main">
              <a:ext uri="{FF2B5EF4-FFF2-40B4-BE49-F238E27FC236}">
                <a16:creationId xmlns:a16="http://schemas.microsoft.com/office/drawing/2014/main" id="{9D6E2820-328C-4B74-BBE7-6518F287D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2A2EB7F-3546-4031-A585-100F4E315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306">
            <a:extLst xmlns:a="http://schemas.openxmlformats.org/drawingml/2006/main">
              <a:ext uri="{FF2B5EF4-FFF2-40B4-BE49-F238E27FC236}">
                <a16:creationId xmlns:a16="http://schemas.microsoft.com/office/drawing/2014/main" id="{CFD7954F-0032-4B4D-A5D9-449F6CFA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07">
            <a:extLst xmlns:a="http://schemas.openxmlformats.org/drawingml/2006/main">
              <a:ext uri="{FF2B5EF4-FFF2-40B4-BE49-F238E27FC236}">
                <a16:creationId xmlns:a16="http://schemas.microsoft.com/office/drawing/2014/main" id="{757D7682-5459-4227-A58B-F27B9048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308">
            <a:extLst xmlns:a="http://schemas.openxmlformats.org/drawingml/2006/main">
              <a:ext uri="{FF2B5EF4-FFF2-40B4-BE49-F238E27FC236}">
                <a16:creationId xmlns:a16="http://schemas.microsoft.com/office/drawing/2014/main" id="{11FAB587-5F9D-445C-9B6D-9CD0F511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309">
            <a:extLst xmlns:a="http://schemas.openxmlformats.org/drawingml/2006/main">
              <a:ext uri="{FF2B5EF4-FFF2-40B4-BE49-F238E27FC236}">
                <a16:creationId xmlns:a16="http://schemas.microsoft.com/office/drawing/2014/main" id="{EE88DF63-DD0F-4DE8-94F1-F11DF7C9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310">
            <a:extLst xmlns:a="http://schemas.openxmlformats.org/drawingml/2006/main">
              <a:ext uri="{FF2B5EF4-FFF2-40B4-BE49-F238E27FC236}">
                <a16:creationId xmlns:a16="http://schemas.microsoft.com/office/drawing/2014/main" id="{4C11B022-B90B-4FA5-A5CD-489D6D411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11">
            <a:extLst xmlns:a="http://schemas.openxmlformats.org/drawingml/2006/main">
              <a:ext uri="{FF2B5EF4-FFF2-40B4-BE49-F238E27FC236}">
                <a16:creationId xmlns:a16="http://schemas.microsoft.com/office/drawing/2014/main" id="{0C604815-CD6E-439E-A3AA-003E6C97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312">
            <a:extLst xmlns:a="http://schemas.openxmlformats.org/drawingml/2006/main">
              <a:ext uri="{FF2B5EF4-FFF2-40B4-BE49-F238E27FC236}">
                <a16:creationId xmlns:a16="http://schemas.microsoft.com/office/drawing/2014/main" id="{D18955E4-397C-4626-83EC-5B633E74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313">
            <a:extLst xmlns:a="http://schemas.openxmlformats.org/drawingml/2006/main">
              <a:ext uri="{FF2B5EF4-FFF2-40B4-BE49-F238E27FC236}">
                <a16:creationId xmlns:a16="http://schemas.microsoft.com/office/drawing/2014/main" id="{A8A6A34F-D8C1-477D-BD58-F119CEE6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314">
            <a:extLst xmlns:a="http://schemas.openxmlformats.org/drawingml/2006/main">
              <a:ext uri="{FF2B5EF4-FFF2-40B4-BE49-F238E27FC236}">
                <a16:creationId xmlns:a16="http://schemas.microsoft.com/office/drawing/2014/main" id="{043FF9A9-B342-468D-81A2-813E72BE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15">
            <a:extLst xmlns:a="http://schemas.openxmlformats.org/drawingml/2006/main">
              <a:ext uri="{FF2B5EF4-FFF2-40B4-BE49-F238E27FC236}">
                <a16:creationId xmlns:a16="http://schemas.microsoft.com/office/drawing/2014/main" id="{5D79AA3C-B9D0-4B29-9011-F6775D05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316">
            <a:extLst xmlns:a="http://schemas.openxmlformats.org/drawingml/2006/main">
              <a:ext uri="{FF2B5EF4-FFF2-40B4-BE49-F238E27FC236}">
                <a16:creationId xmlns:a16="http://schemas.microsoft.com/office/drawing/2014/main" id="{3EDE48A1-B44D-4702-BEE9-3B266AB8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317">
            <a:extLst xmlns:a="http://schemas.openxmlformats.org/drawingml/2006/main">
              <a:ext uri="{FF2B5EF4-FFF2-40B4-BE49-F238E27FC236}">
                <a16:creationId xmlns:a16="http://schemas.microsoft.com/office/drawing/2014/main" id="{2AFD6455-0814-46F2-9602-C3BF05C2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742">
            <a:extLst xmlns:a="http://schemas.openxmlformats.org/drawingml/2006/main">
              <a:ext uri="{FF2B5EF4-FFF2-40B4-BE49-F238E27FC236}">
                <a16:creationId xmlns:a16="http://schemas.microsoft.com/office/drawing/2014/main" id="{678695F9-F22E-4A62-A7DF-25A4B121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737419be3254239"/>
              </a:rPr>
              <a:t>開啟 Gemini Notebook ↗</a:t>
            </a:r>
          </a:p>
        </p:txBody>
      </p:sp>
      <p:sp>
        <p:nvSpPr>
          <p:cNvPr id="19" name="shape-785">
            <a:extLst xmlns:a="http://schemas.openxmlformats.org/drawingml/2006/main">
              <a:ext uri="{FF2B5EF4-FFF2-40B4-BE49-F238E27FC236}">
                <a16:creationId xmlns:a16="http://schemas.microsoft.com/office/drawing/2014/main" id="{D5ABEA64-096B-4D2B-B85A-09F65162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4f7711ee034dc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786">
            <a:extLst xmlns:a="http://schemas.openxmlformats.org/drawingml/2006/main">
              <a:ext uri="{FF2B5EF4-FFF2-40B4-BE49-F238E27FC236}">
                <a16:creationId xmlns:a16="http://schemas.microsoft.com/office/drawing/2014/main" id="{A9A1F0CD-D45E-481B-9342-48E5F9E5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34203956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318">
            <a:extLst xmlns:a="http://schemas.openxmlformats.org/drawingml/2006/main">
              <a:ext uri="{FF2B5EF4-FFF2-40B4-BE49-F238E27FC236}">
                <a16:creationId xmlns:a16="http://schemas.microsoft.com/office/drawing/2014/main" id="{E72A3A6F-33DD-449D-8BD7-0164D370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GITHUB × GEMINI NOTEBOOK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8342C75-022E-4F42-9FA3-1C1DE37A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示範：教學駕駛艙 × Gemini Notebook</a:t>
            </a:r>
          </a:p>
        </p:txBody>
      </p:sp>
      <p:cxnSp>
        <p:nvCxnSpPr>
          <p:cNvPr id="40" name="shape-3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20">
            <a:extLst xmlns:a="http://schemas.openxmlformats.org/drawingml/2006/main">
              <a:ext uri="{FF2B5EF4-FFF2-40B4-BE49-F238E27FC236}">
                <a16:creationId xmlns:a16="http://schemas.microsoft.com/office/drawing/2014/main" id="{82B02742-0429-4FF0-A2FF-9D04DEC9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904EDE-274A-40F3-A4C4-928A0C667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321">
            <a:extLst xmlns:a="http://schemas.openxmlformats.org/drawingml/2006/main">
              <a:ext uri="{FF2B5EF4-FFF2-40B4-BE49-F238E27FC236}">
                <a16:creationId xmlns:a16="http://schemas.microsoft.com/office/drawing/2014/main" id="{367DCE16-F8BD-4248-8A21-8DE6B4F6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322">
            <a:extLst xmlns:a="http://schemas.openxmlformats.org/drawingml/2006/main">
              <a:ext uri="{FF2B5EF4-FFF2-40B4-BE49-F238E27FC236}">
                <a16:creationId xmlns:a16="http://schemas.microsoft.com/office/drawing/2014/main" id="{7E2B6DFE-2AC9-4B22-ACE7-B8A42ADF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23">
            <a:extLst xmlns:a="http://schemas.openxmlformats.org/drawingml/2006/main">
              <a:ext uri="{FF2B5EF4-FFF2-40B4-BE49-F238E27FC236}">
                <a16:creationId xmlns:a16="http://schemas.microsoft.com/office/drawing/2014/main" id="{D28034D2-89B0-4AD7-9592-96743AE4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24">
            <a:extLst xmlns:a="http://schemas.openxmlformats.org/drawingml/2006/main">
              <a:ext uri="{FF2B5EF4-FFF2-40B4-BE49-F238E27FC236}">
                <a16:creationId xmlns:a16="http://schemas.microsoft.com/office/drawing/2014/main" id="{782E2727-17DA-49C4-A90D-E5DF0D9E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開啟資源</a:t>
            </a:r>
          </a:p>
        </p:txBody>
      </p:sp>
      <p:sp>
        <p:nvSpPr>
          <p:cNvPr id="10" name="text-325">
            <a:extLst xmlns:a="http://schemas.openxmlformats.org/drawingml/2006/main">
              <a:ext uri="{FF2B5EF4-FFF2-40B4-BE49-F238E27FC236}">
                <a16:creationId xmlns:a16="http://schemas.microsoft.com/office/drawing/2014/main" id="{08BE2625-4A13-42AC-88B3-8E887F6DB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 it-cockpit 的 README、目錄與單元頁</a:t>
            </a:r>
          </a:p>
        </p:txBody>
      </p:sp>
      <p:sp>
        <p:nvSpPr>
          <p:cNvPr id="11" name="text-326">
            <a:extLst xmlns:a="http://schemas.openxmlformats.org/drawingml/2006/main">
              <a:ext uri="{FF2B5EF4-FFF2-40B4-BE49-F238E27FC236}">
                <a16:creationId xmlns:a16="http://schemas.microsoft.com/office/drawing/2014/main" id="{2CB63CD9-DD6F-4D79-B6B9-E5AB488F5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327">
            <a:extLst xmlns:a="http://schemas.openxmlformats.org/drawingml/2006/main">
              <a:ext uri="{FF2B5EF4-FFF2-40B4-BE49-F238E27FC236}">
                <a16:creationId xmlns:a16="http://schemas.microsoft.com/office/drawing/2014/main" id="{E16618A3-A9F5-4CBA-9124-DB95A637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328">
            <a:extLst xmlns:a="http://schemas.openxmlformats.org/drawingml/2006/main">
              <a:ext uri="{FF2B5EF4-FFF2-40B4-BE49-F238E27FC236}">
                <a16:creationId xmlns:a16="http://schemas.microsoft.com/office/drawing/2014/main" id="{AB074C67-D398-42C7-BEFD-02A5B821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329">
            <a:extLst xmlns:a="http://schemas.openxmlformats.org/drawingml/2006/main">
              <a:ext uri="{FF2B5EF4-FFF2-40B4-BE49-F238E27FC236}">
                <a16:creationId xmlns:a16="http://schemas.microsoft.com/office/drawing/2014/main" id="{8294BF64-FB41-42C3-A9A6-7C175FEB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330">
            <a:extLst xmlns:a="http://schemas.openxmlformats.org/drawingml/2006/main">
              <a:ext uri="{FF2B5EF4-FFF2-40B4-BE49-F238E27FC236}">
                <a16:creationId xmlns:a16="http://schemas.microsoft.com/office/drawing/2014/main" id="{92B5BAF1-CF1D-4B89-98A1-D41ADE84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挑選來源</a:t>
            </a:r>
          </a:p>
        </p:txBody>
      </p:sp>
      <p:sp>
        <p:nvSpPr>
          <p:cNvPr id="16" name="text-331">
            <a:extLst xmlns:a="http://schemas.openxmlformats.org/drawingml/2006/main">
              <a:ext uri="{FF2B5EF4-FFF2-40B4-BE49-F238E27FC236}">
                <a16:creationId xmlns:a16="http://schemas.microsoft.com/office/drawing/2014/main" id="{2C08FB0A-45E3-4CB0-9B7F-0DF77195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選教材、課程說明、影片或互動頁，組成小型來源包</a:t>
            </a:r>
          </a:p>
        </p:txBody>
      </p:sp>
      <p:sp>
        <p:nvSpPr>
          <p:cNvPr id="17" name="text-332">
            <a:extLst xmlns:a="http://schemas.openxmlformats.org/drawingml/2006/main">
              <a:ext uri="{FF2B5EF4-FFF2-40B4-BE49-F238E27FC236}">
                <a16:creationId xmlns:a16="http://schemas.microsoft.com/office/drawing/2014/main" id="{A711F30C-B6D0-47D3-BA90-87117A54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333">
            <a:extLst xmlns:a="http://schemas.openxmlformats.org/drawingml/2006/main">
              <a:ext uri="{FF2B5EF4-FFF2-40B4-BE49-F238E27FC236}">
                <a16:creationId xmlns:a16="http://schemas.microsoft.com/office/drawing/2014/main" id="{5593B56B-858A-49E5-B87C-FD08AEF7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334">
            <a:extLst xmlns:a="http://schemas.openxmlformats.org/drawingml/2006/main">
              <a:ext uri="{FF2B5EF4-FFF2-40B4-BE49-F238E27FC236}">
                <a16:creationId xmlns:a16="http://schemas.microsoft.com/office/drawing/2014/main" id="{A1DA750C-22AF-4762-B176-3210890F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335">
            <a:extLst xmlns:a="http://schemas.openxmlformats.org/drawingml/2006/main">
              <a:ext uri="{FF2B5EF4-FFF2-40B4-BE49-F238E27FC236}">
                <a16:creationId xmlns:a16="http://schemas.microsoft.com/office/drawing/2014/main" id="{86F324E6-1D2B-43F3-91C4-1C9504DC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336">
            <a:extLst xmlns:a="http://schemas.openxmlformats.org/drawingml/2006/main">
              <a:ext uri="{FF2B5EF4-FFF2-40B4-BE49-F238E27FC236}">
                <a16:creationId xmlns:a16="http://schemas.microsoft.com/office/drawing/2014/main" id="{889B3259-2C6B-4D3C-9196-54105467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提問查證</a:t>
            </a:r>
          </a:p>
        </p:txBody>
      </p:sp>
      <p:sp>
        <p:nvSpPr>
          <p:cNvPr id="22" name="text-337">
            <a:extLst xmlns:a="http://schemas.openxmlformats.org/drawingml/2006/main">
              <a:ext uri="{FF2B5EF4-FFF2-40B4-BE49-F238E27FC236}">
                <a16:creationId xmlns:a16="http://schemas.microsoft.com/office/drawing/2014/main" id="{641CE0A3-93F6-41BA-B37C-C1FF5FF7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請列引用、找差異，也測一題來源中沒有答案的問題</a:t>
            </a:r>
          </a:p>
        </p:txBody>
      </p:sp>
      <p:sp>
        <p:nvSpPr>
          <p:cNvPr id="23" name="text-338">
            <a:extLst xmlns:a="http://schemas.openxmlformats.org/drawingml/2006/main">
              <a:ext uri="{FF2B5EF4-FFF2-40B4-BE49-F238E27FC236}">
                <a16:creationId xmlns:a16="http://schemas.microsoft.com/office/drawing/2014/main" id="{E4F05BD2-294B-43E3-93E0-AB488504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339">
            <a:extLst xmlns:a="http://schemas.openxmlformats.org/drawingml/2006/main">
              <a:ext uri="{FF2B5EF4-FFF2-40B4-BE49-F238E27FC236}">
                <a16:creationId xmlns:a16="http://schemas.microsoft.com/office/drawing/2014/main" id="{5D47B986-124E-4C04-BC31-7BB01211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340">
            <a:extLst xmlns:a="http://schemas.openxmlformats.org/drawingml/2006/main">
              <a:ext uri="{FF2B5EF4-FFF2-40B4-BE49-F238E27FC236}">
                <a16:creationId xmlns:a16="http://schemas.microsoft.com/office/drawing/2014/main" id="{A94AF5C9-ADCD-4D8D-93B4-7F0A4031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341">
            <a:extLst xmlns:a="http://schemas.openxmlformats.org/drawingml/2006/main">
              <a:ext uri="{FF2B5EF4-FFF2-40B4-BE49-F238E27FC236}">
                <a16:creationId xmlns:a16="http://schemas.microsoft.com/office/drawing/2014/main" id="{9D96DD18-9C2B-4487-9738-B6C8E609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342">
            <a:extLst xmlns:a="http://schemas.openxmlformats.org/drawingml/2006/main">
              <a:ext uri="{FF2B5EF4-FFF2-40B4-BE49-F238E27FC236}">
                <a16:creationId xmlns:a16="http://schemas.microsoft.com/office/drawing/2014/main" id="{37F5ACA1-162B-48D8-8F67-A3FB82F46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轉成教學</a:t>
            </a:r>
          </a:p>
        </p:txBody>
      </p:sp>
      <p:sp>
        <p:nvSpPr>
          <p:cNvPr id="28" name="text-343">
            <a:extLst xmlns:a="http://schemas.openxmlformats.org/drawingml/2006/main">
              <a:ext uri="{FF2B5EF4-FFF2-40B4-BE49-F238E27FC236}">
                <a16:creationId xmlns:a16="http://schemas.microsoft.com/office/drawing/2014/main" id="{16EF0184-AD2F-45A6-94BA-A5F85554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把整理結果轉成導讀、學習單、活動或共備摘要</a:t>
            </a:r>
          </a:p>
        </p:txBody>
      </p:sp>
      <p:sp>
        <p:nvSpPr>
          <p:cNvPr id="29" name="text-344">
            <a:extLst xmlns:a="http://schemas.openxmlformats.org/drawingml/2006/main">
              <a:ext uri="{FF2B5EF4-FFF2-40B4-BE49-F238E27FC236}">
                <a16:creationId xmlns:a16="http://schemas.microsoft.com/office/drawing/2014/main" id="{A5360664-3969-43E2-86CC-891A9482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746">
            <a:extLst xmlns:a="http://schemas.openxmlformats.org/drawingml/2006/main">
              <a:ext uri="{FF2B5EF4-FFF2-40B4-BE49-F238E27FC236}">
                <a16:creationId xmlns:a16="http://schemas.microsoft.com/office/drawing/2014/main" id="{82BE9ADF-E38F-4CCD-9936-A56BF971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e24474a40ec43d6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b70611fb7354155"/>
              </a:rPr>
              <a:t>Cockpit GitHub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34fb27100ca4301"/>
              </a:rPr>
              <a:t>Cockpit ↗</a:t>
            </a:r>
          </a:p>
        </p:txBody>
      </p:sp>
      <p:sp>
        <p:nvSpPr>
          <p:cNvPr id="31" name="shape-793">
            <a:extLst xmlns:a="http://schemas.openxmlformats.org/drawingml/2006/main">
              <a:ext uri="{FF2B5EF4-FFF2-40B4-BE49-F238E27FC236}">
                <a16:creationId xmlns:a16="http://schemas.microsoft.com/office/drawing/2014/main" id="{B0D7364E-405F-4B45-B9F0-D2CE7452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42a6b87dde46fb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794">
            <a:extLst xmlns:a="http://schemas.openxmlformats.org/drawingml/2006/main">
              <a:ext uri="{FF2B5EF4-FFF2-40B4-BE49-F238E27FC236}">
                <a16:creationId xmlns:a16="http://schemas.microsoft.com/office/drawing/2014/main" id="{C429B9D7-E51D-4D28-AD56-E00DD834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fe76580e034ef3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795">
            <a:extLst xmlns:a="http://schemas.openxmlformats.org/drawingml/2006/main">
              <a:ext uri="{FF2B5EF4-FFF2-40B4-BE49-F238E27FC236}">
                <a16:creationId xmlns:a16="http://schemas.microsoft.com/office/drawing/2014/main" id="{5E2CCD8C-8F6F-4890-8F8F-957751886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Cockpit GitH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1f727630ee4d50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796">
            <a:extLst xmlns:a="http://schemas.openxmlformats.org/drawingml/2006/main">
              <a:ext uri="{FF2B5EF4-FFF2-40B4-BE49-F238E27FC236}">
                <a16:creationId xmlns:a16="http://schemas.microsoft.com/office/drawing/2014/main" id="{91A324A4-B28E-4FCE-97A9-EEF63312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169990048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345">
            <a:extLst xmlns:a="http://schemas.openxmlformats.org/drawingml/2006/main">
              <a:ext uri="{FF2B5EF4-FFF2-40B4-BE49-F238E27FC236}">
                <a16:creationId xmlns:a16="http://schemas.microsoft.com/office/drawing/2014/main" id="{52E33F14-36C5-4CD4-897E-52973484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D26539-7112-4A2C-99CA-05E0BDBB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實作一｜教學駕駛艙 × Gemini Notebook</a:t>
            </a:r>
          </a:p>
        </p:txBody>
      </p:sp>
      <p:cxnSp>
        <p:nvCxnSpPr>
          <p:cNvPr id="27" name="shape-34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47">
            <a:extLst xmlns:a="http://schemas.openxmlformats.org/drawingml/2006/main">
              <a:ext uri="{FF2B5EF4-FFF2-40B4-BE49-F238E27FC236}">
                <a16:creationId xmlns:a16="http://schemas.microsoft.com/office/drawing/2014/main" id="{20CF9A3B-13C3-4B2D-891A-2B01774D7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1E43CED-010F-42EB-909A-6B9530E2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348">
            <a:extLst xmlns:a="http://schemas.openxmlformats.org/drawingml/2006/main">
              <a:ext uri="{FF2B5EF4-FFF2-40B4-BE49-F238E27FC236}">
                <a16:creationId xmlns:a16="http://schemas.microsoft.com/office/drawing/2014/main" id="{2EA4D21F-9885-415E-A6BD-A8984AB3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49">
            <a:extLst xmlns:a="http://schemas.openxmlformats.org/drawingml/2006/main">
              <a:ext uri="{FF2B5EF4-FFF2-40B4-BE49-F238E27FC236}">
                <a16:creationId xmlns:a16="http://schemas.microsoft.com/office/drawing/2014/main" id="{406FDE74-863A-4280-B25B-18CCBC4C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50">
            <a:extLst xmlns:a="http://schemas.openxmlformats.org/drawingml/2006/main">
              <a:ext uri="{FF2B5EF4-FFF2-40B4-BE49-F238E27FC236}">
                <a16:creationId xmlns:a16="http://schemas.microsoft.com/office/drawing/2014/main" id="{E5B2EC21-EB6E-4CDE-BACC-F9833133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51">
            <a:extLst xmlns:a="http://schemas.openxmlformats.org/drawingml/2006/main">
              <a:ext uri="{FF2B5EF4-FFF2-40B4-BE49-F238E27FC236}">
                <a16:creationId xmlns:a16="http://schemas.microsoft.com/office/drawing/2014/main" id="{EBFF88E4-819E-4DDC-8AF0-C018F9B6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it-cockpit repo 或公開駕駛艙，選定一個單元</a:t>
            </a:r>
          </a:p>
        </p:txBody>
      </p:sp>
      <p:sp>
        <p:nvSpPr>
          <p:cNvPr id="10" name="text-352">
            <a:extLst xmlns:a="http://schemas.openxmlformats.org/drawingml/2006/main">
              <a:ext uri="{FF2B5EF4-FFF2-40B4-BE49-F238E27FC236}">
                <a16:creationId xmlns:a16="http://schemas.microsoft.com/office/drawing/2014/main" id="{3844C59D-7FC8-43F1-AB65-9062D95A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53">
            <a:extLst xmlns:a="http://schemas.openxmlformats.org/drawingml/2006/main">
              <a:ext uri="{FF2B5EF4-FFF2-40B4-BE49-F238E27FC236}">
                <a16:creationId xmlns:a16="http://schemas.microsoft.com/office/drawing/2014/main" id="{5AB78686-C89D-487E-9A5C-CA30696C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 2–3 份可公開、互相補充的來源</a:t>
            </a:r>
          </a:p>
        </p:txBody>
      </p:sp>
      <p:sp>
        <p:nvSpPr>
          <p:cNvPr id="12" name="text-354">
            <a:extLst xmlns:a="http://schemas.openxmlformats.org/drawingml/2006/main">
              <a:ext uri="{FF2B5EF4-FFF2-40B4-BE49-F238E27FC236}">
                <a16:creationId xmlns:a16="http://schemas.microsoft.com/office/drawing/2014/main" id="{743AB69C-C805-4A2E-89F6-EA07ED7EA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55">
            <a:extLst xmlns:a="http://schemas.openxmlformats.org/drawingml/2006/main">
              <a:ext uri="{FF2B5EF4-FFF2-40B4-BE49-F238E27FC236}">
                <a16:creationId xmlns:a16="http://schemas.microsoft.com/office/drawing/2014/main" id="{DC8E2F04-C4C6-4508-8AB3-3A59FEDD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個轉化題</a:t>
            </a:r>
          </a:p>
        </p:txBody>
      </p:sp>
      <p:sp>
        <p:nvSpPr>
          <p:cNvPr id="14" name="text-356">
            <a:extLst xmlns:a="http://schemas.openxmlformats.org/drawingml/2006/main">
              <a:ext uri="{FF2B5EF4-FFF2-40B4-BE49-F238E27FC236}">
                <a16:creationId xmlns:a16="http://schemas.microsoft.com/office/drawing/2014/main" id="{DDBBE590-F1F8-4F87-AFCA-6886FE70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57">
            <a:extLst xmlns:a="http://schemas.openxmlformats.org/drawingml/2006/main">
              <a:ext uri="{FF2B5EF4-FFF2-40B4-BE49-F238E27FC236}">
                <a16:creationId xmlns:a16="http://schemas.microsoft.com/office/drawing/2014/main" id="{9F6A2635-FDA6-4A25-B075-0BD33A45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點開引用，保存一個可用輸出與一個待修正處</a:t>
            </a:r>
          </a:p>
        </p:txBody>
      </p:sp>
      <p:sp>
        <p:nvSpPr>
          <p:cNvPr id="16" name="shape-358">
            <a:extLst xmlns:a="http://schemas.openxmlformats.org/drawingml/2006/main">
              <a:ext uri="{FF2B5EF4-FFF2-40B4-BE49-F238E27FC236}">
                <a16:creationId xmlns:a16="http://schemas.microsoft.com/office/drawing/2014/main" id="{3DBC31D7-9342-4EEA-9B8E-79538A4A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359">
            <a:extLst xmlns:a="http://schemas.openxmlformats.org/drawingml/2006/main">
              <a:ext uri="{FF2B5EF4-FFF2-40B4-BE49-F238E27FC236}">
                <a16:creationId xmlns:a16="http://schemas.microsoft.com/office/drawing/2014/main" id="{DCF5A450-D229-4001-BC2D-64FBCAEB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360">
            <a:extLst xmlns:a="http://schemas.openxmlformats.org/drawingml/2006/main">
              <a:ext uri="{FF2B5EF4-FFF2-40B4-BE49-F238E27FC236}">
                <a16:creationId xmlns:a16="http://schemas.microsoft.com/office/drawing/2014/main" id="{7170BAFA-C640-4699-B2BE-5FC9417D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來源來自 GitHub／公開教材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個引用可追查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完成一個能進入課堂的輸出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記錄一個需人工修正的地方</a:t>
            </a:r>
          </a:p>
        </p:txBody>
      </p:sp>
      <p:sp>
        <p:nvSpPr>
          <p:cNvPr id="19" name="text-747">
            <a:extLst xmlns:a="http://schemas.openxmlformats.org/drawingml/2006/main">
              <a:ext uri="{FF2B5EF4-FFF2-40B4-BE49-F238E27FC236}">
                <a16:creationId xmlns:a16="http://schemas.microsoft.com/office/drawing/2014/main" id="{7526544C-2E2D-4DC5-94D7-69A748A5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e323fe643b44679"/>
              </a:rPr>
              <a:t>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8f2d4b8289c42d2"/>
              </a:rPr>
              <a:t>Cockpit ↗</a:t>
            </a:r>
          </a:p>
        </p:txBody>
      </p:sp>
      <p:sp>
        <p:nvSpPr>
          <p:cNvPr id="20" name="shape-797">
            <a:extLst xmlns:a="http://schemas.openxmlformats.org/drawingml/2006/main">
              <a:ext uri="{FF2B5EF4-FFF2-40B4-BE49-F238E27FC236}">
                <a16:creationId xmlns:a16="http://schemas.microsoft.com/office/drawing/2014/main" id="{71878EF3-47B8-4B7A-95A4-B6F04F1F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d507299ccb4f5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798">
            <a:extLst xmlns:a="http://schemas.openxmlformats.org/drawingml/2006/main">
              <a:ext uri="{FF2B5EF4-FFF2-40B4-BE49-F238E27FC236}">
                <a16:creationId xmlns:a16="http://schemas.microsoft.com/office/drawing/2014/main" id="{92F054CC-567C-4308-B836-1A4CC502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73e8e7b4ba427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799">
            <a:extLst xmlns:a="http://schemas.openxmlformats.org/drawingml/2006/main">
              <a:ext uri="{FF2B5EF4-FFF2-40B4-BE49-F238E27FC236}">
                <a16:creationId xmlns:a16="http://schemas.microsoft.com/office/drawing/2014/main" id="{05E31366-72E2-423B-A800-F594DD50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14490629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361">
            <a:extLst xmlns:a="http://schemas.openxmlformats.org/drawingml/2006/main">
              <a:ext uri="{FF2B5EF4-FFF2-40B4-BE49-F238E27FC236}">
                <a16:creationId xmlns:a16="http://schemas.microsoft.com/office/drawing/2014/main" id="{BED678D4-4671-4E01-8663-635BF8C9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B72E51C-B9B5-494A-ACFC-6FA27732A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4" name="shape-36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63">
            <a:extLst xmlns:a="http://schemas.openxmlformats.org/drawingml/2006/main">
              <a:ext uri="{FF2B5EF4-FFF2-40B4-BE49-F238E27FC236}">
                <a16:creationId xmlns:a16="http://schemas.microsoft.com/office/drawing/2014/main" id="{042E91B3-065B-45A1-BB92-55225127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E1F645-1AFB-44B6-B702-11A6AB69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64">
            <a:extLst xmlns:a="http://schemas.openxmlformats.org/drawingml/2006/main">
              <a:ext uri="{FF2B5EF4-FFF2-40B4-BE49-F238E27FC236}">
                <a16:creationId xmlns:a16="http://schemas.microsoft.com/office/drawing/2014/main" id="{F2A01E78-FA9B-46FD-BAD0-94548EB3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65">
            <a:extLst xmlns:a="http://schemas.openxmlformats.org/drawingml/2006/main">
              <a:ext uri="{FF2B5EF4-FFF2-40B4-BE49-F238E27FC236}">
                <a16:creationId xmlns:a16="http://schemas.microsoft.com/office/drawing/2014/main" id="{614565FF-C2CB-447F-ADD5-9B7B34BE6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366">
            <a:extLst xmlns:a="http://schemas.openxmlformats.org/drawingml/2006/main">
              <a:ext uri="{FF2B5EF4-FFF2-40B4-BE49-F238E27FC236}">
                <a16:creationId xmlns:a16="http://schemas.microsoft.com/office/drawing/2014/main" id="{562519BD-1A8D-45A8-B1C5-1B275285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367">
            <a:extLst xmlns:a="http://schemas.openxmlformats.org/drawingml/2006/main">
              <a:ext uri="{FF2B5EF4-FFF2-40B4-BE49-F238E27FC236}">
                <a16:creationId xmlns:a16="http://schemas.microsoft.com/office/drawing/2014/main" id="{3D00D761-E795-486E-8723-3E27093D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368">
            <a:extLst xmlns:a="http://schemas.openxmlformats.org/drawingml/2006/main">
              <a:ext uri="{FF2B5EF4-FFF2-40B4-BE49-F238E27FC236}">
                <a16:creationId xmlns:a16="http://schemas.microsoft.com/office/drawing/2014/main" id="{2C4A00BC-4759-4D8C-B990-B9491255F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69">
            <a:extLst xmlns:a="http://schemas.openxmlformats.org/drawingml/2006/main">
              <a:ext uri="{FF2B5EF4-FFF2-40B4-BE49-F238E27FC236}">
                <a16:creationId xmlns:a16="http://schemas.microsoft.com/office/drawing/2014/main" id="{E0F14688-F089-43EF-8608-EF091034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370">
            <a:extLst xmlns:a="http://schemas.openxmlformats.org/drawingml/2006/main">
              <a:ext uri="{FF2B5EF4-FFF2-40B4-BE49-F238E27FC236}">
                <a16:creationId xmlns:a16="http://schemas.microsoft.com/office/drawing/2014/main" id="{A98DEE41-AFFB-4258-8D96-EC65BEC1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371">
            <a:extLst xmlns:a="http://schemas.openxmlformats.org/drawingml/2006/main">
              <a:ext uri="{FF2B5EF4-FFF2-40B4-BE49-F238E27FC236}">
                <a16:creationId xmlns:a16="http://schemas.microsoft.com/office/drawing/2014/main" id="{4DFF21EB-01C2-492A-B320-F1E31A92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372">
            <a:extLst xmlns:a="http://schemas.openxmlformats.org/drawingml/2006/main">
              <a:ext uri="{FF2B5EF4-FFF2-40B4-BE49-F238E27FC236}">
                <a16:creationId xmlns:a16="http://schemas.microsoft.com/office/drawing/2014/main" id="{04494FF8-F4B9-4810-A755-CADB234B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73">
            <a:extLst xmlns:a="http://schemas.openxmlformats.org/drawingml/2006/main">
              <a:ext uri="{FF2B5EF4-FFF2-40B4-BE49-F238E27FC236}">
                <a16:creationId xmlns:a16="http://schemas.microsoft.com/office/drawing/2014/main" id="{EC0C6AC1-E3ED-453C-9BFF-1007F9F2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374">
            <a:extLst xmlns:a="http://schemas.openxmlformats.org/drawingml/2006/main">
              <a:ext uri="{FF2B5EF4-FFF2-40B4-BE49-F238E27FC236}">
                <a16:creationId xmlns:a16="http://schemas.microsoft.com/office/drawing/2014/main" id="{F16334CA-75D1-40B6-91C6-3CE3CBF0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375">
            <a:extLst xmlns:a="http://schemas.openxmlformats.org/drawingml/2006/main">
              <a:ext uri="{FF2B5EF4-FFF2-40B4-BE49-F238E27FC236}">
                <a16:creationId xmlns:a16="http://schemas.microsoft.com/office/drawing/2014/main" id="{A983A44A-E9A3-4DD5-AC49-61379985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743">
            <a:extLst xmlns:a="http://schemas.openxmlformats.org/drawingml/2006/main">
              <a:ext uri="{FF2B5EF4-FFF2-40B4-BE49-F238E27FC236}">
                <a16:creationId xmlns:a16="http://schemas.microsoft.com/office/drawing/2014/main" id="{77B9D510-08E8-4E1F-BD4D-D18A6083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43a3ea01d7f4217"/>
              </a:rPr>
              <a:t>開啟 Gemini Notebook ↗</a:t>
            </a:r>
          </a:p>
        </p:txBody>
      </p:sp>
      <p:sp>
        <p:nvSpPr>
          <p:cNvPr id="19" name="shape-787">
            <a:extLst xmlns:a="http://schemas.openxmlformats.org/drawingml/2006/main">
              <a:ext uri="{FF2B5EF4-FFF2-40B4-BE49-F238E27FC236}">
                <a16:creationId xmlns:a16="http://schemas.microsoft.com/office/drawing/2014/main" id="{B1E3153E-9E4A-48F0-8090-3D7916EF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a1bb8a65c41c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788">
            <a:extLst xmlns:a="http://schemas.openxmlformats.org/drawingml/2006/main">
              <a:ext uri="{FF2B5EF4-FFF2-40B4-BE49-F238E27FC236}">
                <a16:creationId xmlns:a16="http://schemas.microsoft.com/office/drawing/2014/main" id="{B025E80C-4844-4FC3-9584-EB1AC369E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62502993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76">
            <a:extLst xmlns:a="http://schemas.openxmlformats.org/drawingml/2006/main">
              <a:ext uri="{FF2B5EF4-FFF2-40B4-BE49-F238E27FC236}">
                <a16:creationId xmlns:a16="http://schemas.microsoft.com/office/drawing/2014/main" id="{3C898085-A455-46A4-8505-CA40CEFF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COCKPIT OUTPUTS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7C5996-3C49-4733-920B-A5E7D990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教學駕駛艙如何接住 Gemini Notebook 的產出</a:t>
            </a:r>
          </a:p>
        </p:txBody>
      </p:sp>
      <p:cxnSp>
        <p:nvCxnSpPr>
          <p:cNvPr id="28" name="shape-37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8">
            <a:extLst xmlns:a="http://schemas.openxmlformats.org/drawingml/2006/main">
              <a:ext uri="{FF2B5EF4-FFF2-40B4-BE49-F238E27FC236}">
                <a16:creationId xmlns:a16="http://schemas.microsoft.com/office/drawing/2014/main" id="{633D1D77-B56F-40F2-89FF-9DC8105D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FD2E51-9111-4E11-BA36-D1CEFC84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79">
            <a:extLst xmlns:a="http://schemas.openxmlformats.org/drawingml/2006/main">
              <a:ext uri="{FF2B5EF4-FFF2-40B4-BE49-F238E27FC236}">
                <a16:creationId xmlns:a16="http://schemas.microsoft.com/office/drawing/2014/main" id="{C8D5F316-6E30-49FA-B92E-8E3609A3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80">
            <a:extLst xmlns:a="http://schemas.openxmlformats.org/drawingml/2006/main">
              <a:ext uri="{FF2B5EF4-FFF2-40B4-BE49-F238E27FC236}">
                <a16:creationId xmlns:a16="http://schemas.microsoft.com/office/drawing/2014/main" id="{30D49EAE-68C6-4B0E-BECB-6DC9D6E1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81">
            <a:extLst xmlns:a="http://schemas.openxmlformats.org/drawingml/2006/main">
              <a:ext uri="{FF2B5EF4-FFF2-40B4-BE49-F238E27FC236}">
                <a16:creationId xmlns:a16="http://schemas.microsoft.com/office/drawing/2014/main" id="{370C99E1-F3D1-4A98-AD9A-C276A97F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課程導讀</a:t>
            </a:r>
          </a:p>
        </p:txBody>
      </p:sp>
      <p:sp>
        <p:nvSpPr>
          <p:cNvPr id="9" name="text-382">
            <a:extLst xmlns:a="http://schemas.openxmlformats.org/drawingml/2006/main">
              <a:ext uri="{FF2B5EF4-FFF2-40B4-BE49-F238E27FC236}">
                <a16:creationId xmlns:a16="http://schemas.microsoft.com/office/drawing/2014/main" id="{D6184628-D2AC-49BD-985B-723FDFBE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README 與單元頁整理學習目標、先備知識與學習路徑。</a:t>
            </a:r>
          </a:p>
        </p:txBody>
      </p:sp>
      <p:sp>
        <p:nvSpPr>
          <p:cNvPr id="10" name="shape-383">
            <a:extLst xmlns:a="http://schemas.openxmlformats.org/drawingml/2006/main">
              <a:ext uri="{FF2B5EF4-FFF2-40B4-BE49-F238E27FC236}">
                <a16:creationId xmlns:a16="http://schemas.microsoft.com/office/drawing/2014/main" id="{F4467756-B1BD-4276-9F97-3E62B8C7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84">
            <a:extLst xmlns:a="http://schemas.openxmlformats.org/drawingml/2006/main">
              <a:ext uri="{FF2B5EF4-FFF2-40B4-BE49-F238E27FC236}">
                <a16:creationId xmlns:a16="http://schemas.microsoft.com/office/drawing/2014/main" id="{497BF8CC-A160-458C-B1EB-1DC82653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85">
            <a:extLst xmlns:a="http://schemas.openxmlformats.org/drawingml/2006/main">
              <a:ext uri="{FF2B5EF4-FFF2-40B4-BE49-F238E27FC236}">
                <a16:creationId xmlns:a16="http://schemas.microsoft.com/office/drawing/2014/main" id="{1CCEDDA7-DBE6-4FB1-AE62-971A26D8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影片／圖表</a:t>
            </a:r>
          </a:p>
        </p:txBody>
      </p:sp>
      <p:sp>
        <p:nvSpPr>
          <p:cNvPr id="13" name="text-386">
            <a:extLst xmlns:a="http://schemas.openxmlformats.org/drawingml/2006/main">
              <a:ext uri="{FF2B5EF4-FFF2-40B4-BE49-F238E27FC236}">
                <a16:creationId xmlns:a16="http://schemas.microsoft.com/office/drawing/2014/main" id="{6803EEC1-1949-4A4D-98DE-0ACFC8AB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Notebook 生成的內容轉成課前導讀、課中提問或視覺化摘要。</a:t>
            </a:r>
          </a:p>
        </p:txBody>
      </p:sp>
      <p:sp>
        <p:nvSpPr>
          <p:cNvPr id="14" name="shape-387">
            <a:extLst xmlns:a="http://schemas.openxmlformats.org/drawingml/2006/main">
              <a:ext uri="{FF2B5EF4-FFF2-40B4-BE49-F238E27FC236}">
                <a16:creationId xmlns:a16="http://schemas.microsoft.com/office/drawing/2014/main" id="{FD9F6CEE-F322-419A-BAB0-3F3A98B9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88">
            <a:extLst xmlns:a="http://schemas.openxmlformats.org/drawingml/2006/main">
              <a:ext uri="{FF2B5EF4-FFF2-40B4-BE49-F238E27FC236}">
                <a16:creationId xmlns:a16="http://schemas.microsoft.com/office/drawing/2014/main" id="{045A9276-7533-4334-A4C5-56D4756D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89">
            <a:extLst xmlns:a="http://schemas.openxmlformats.org/drawingml/2006/main">
              <a:ext uri="{FF2B5EF4-FFF2-40B4-BE49-F238E27FC236}">
                <a16:creationId xmlns:a16="http://schemas.microsoft.com/office/drawing/2014/main" id="{7FFC43EE-3DEF-4370-91DF-2BABE51B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關卡</a:t>
            </a:r>
          </a:p>
        </p:txBody>
      </p:sp>
      <p:sp>
        <p:nvSpPr>
          <p:cNvPr id="17" name="text-390">
            <a:extLst xmlns:a="http://schemas.openxmlformats.org/drawingml/2006/main">
              <a:ext uri="{FF2B5EF4-FFF2-40B4-BE49-F238E27FC236}">
                <a16:creationId xmlns:a16="http://schemas.microsoft.com/office/drawing/2014/main" id="{533DD7BD-1C0D-4262-BC3A-0F572848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將來源中的概念轉成互動任務腳本，再交給 Canvas 做原型。</a:t>
            </a:r>
          </a:p>
        </p:txBody>
      </p:sp>
      <p:sp>
        <p:nvSpPr>
          <p:cNvPr id="18" name="shape-391">
            <a:extLst xmlns:a="http://schemas.openxmlformats.org/drawingml/2006/main">
              <a:ext uri="{FF2B5EF4-FFF2-40B4-BE49-F238E27FC236}">
                <a16:creationId xmlns:a16="http://schemas.microsoft.com/office/drawing/2014/main" id="{F97B9088-DEF0-4145-82A4-5BA60A60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92">
            <a:extLst xmlns:a="http://schemas.openxmlformats.org/drawingml/2006/main">
              <a:ext uri="{FF2B5EF4-FFF2-40B4-BE49-F238E27FC236}">
                <a16:creationId xmlns:a16="http://schemas.microsoft.com/office/drawing/2014/main" id="{7D10BB2C-5D88-4F38-89B3-66FAE8170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93">
            <a:extLst xmlns:a="http://schemas.openxmlformats.org/drawingml/2006/main">
              <a:ext uri="{FF2B5EF4-FFF2-40B4-BE49-F238E27FC236}">
                <a16:creationId xmlns:a16="http://schemas.microsoft.com/office/drawing/2014/main" id="{D01B898B-4B2E-4C76-BE75-5E973C13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教師共備</a:t>
            </a:r>
          </a:p>
        </p:txBody>
      </p:sp>
      <p:sp>
        <p:nvSpPr>
          <p:cNvPr id="21" name="text-394">
            <a:extLst xmlns:a="http://schemas.openxmlformats.org/drawingml/2006/main">
              <a:ext uri="{FF2B5EF4-FFF2-40B4-BE49-F238E27FC236}">
                <a16:creationId xmlns:a16="http://schemas.microsoft.com/office/drawing/2014/main" id="{A5F50DE4-707F-4724-A1B6-FEA1011D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輸出可共編的備課摘要、活動流程與證據，回到駕駛艙持續更新。</a:t>
            </a:r>
          </a:p>
        </p:txBody>
      </p:sp>
      <p:sp>
        <p:nvSpPr>
          <p:cNvPr id="22" name="text-744">
            <a:extLst xmlns:a="http://schemas.openxmlformats.org/drawingml/2006/main">
              <a:ext uri="{FF2B5EF4-FFF2-40B4-BE49-F238E27FC236}">
                <a16:creationId xmlns:a16="http://schemas.microsoft.com/office/drawing/2014/main" id="{10A2C21E-182D-4EC7-85A2-5F29EBD6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2095330b26441ee"/>
              </a:rPr>
              <a:t>開啟 Gemini Notebook ↗</a:t>
            </a:r>
          </a:p>
        </p:txBody>
      </p:sp>
      <p:sp>
        <p:nvSpPr>
          <p:cNvPr id="23" name="shape-789">
            <a:extLst xmlns:a="http://schemas.openxmlformats.org/drawingml/2006/main">
              <a:ext uri="{FF2B5EF4-FFF2-40B4-BE49-F238E27FC236}">
                <a16:creationId xmlns:a16="http://schemas.microsoft.com/office/drawing/2014/main" id="{23CF780A-091A-4ADE-859A-81927F4E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f3faa525f24e3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790">
            <a:extLst xmlns:a="http://schemas.openxmlformats.org/drawingml/2006/main">
              <a:ext uri="{FF2B5EF4-FFF2-40B4-BE49-F238E27FC236}">
                <a16:creationId xmlns:a16="http://schemas.microsoft.com/office/drawing/2014/main" id="{56F0C11B-5D7E-48FE-85CE-C6EF0A5F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88172379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95">
            <a:extLst xmlns:a="http://schemas.openxmlformats.org/drawingml/2006/main">
              <a:ext uri="{FF2B5EF4-FFF2-40B4-BE49-F238E27FC236}">
                <a16:creationId xmlns:a16="http://schemas.microsoft.com/office/drawing/2014/main" id="{764DAE8A-E3EB-4787-9B7D-2E925720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4CDD0D-0983-4098-A2B9-63C23A98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8" name="shape-3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97">
            <a:extLst xmlns:a="http://schemas.openxmlformats.org/drawingml/2006/main">
              <a:ext uri="{FF2B5EF4-FFF2-40B4-BE49-F238E27FC236}">
                <a16:creationId xmlns:a16="http://schemas.microsoft.com/office/drawing/2014/main" id="{26567E3B-C51D-4811-8CC7-C7DCA2FE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6C15F85-A1CF-4ECF-B419-31C162E0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398">
            <a:extLst xmlns:a="http://schemas.openxmlformats.org/drawingml/2006/main">
              <a:ext uri="{FF2B5EF4-FFF2-40B4-BE49-F238E27FC236}">
                <a16:creationId xmlns:a16="http://schemas.microsoft.com/office/drawing/2014/main" id="{9D84AFD9-D903-434C-BD47-17EB32E4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99">
            <a:extLst xmlns:a="http://schemas.openxmlformats.org/drawingml/2006/main">
              <a:ext uri="{FF2B5EF4-FFF2-40B4-BE49-F238E27FC236}">
                <a16:creationId xmlns:a16="http://schemas.microsoft.com/office/drawing/2014/main" id="{898B1452-079F-4C2B-948D-D15EA3F6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400">
            <a:extLst xmlns:a="http://schemas.openxmlformats.org/drawingml/2006/main">
              <a:ext uri="{FF2B5EF4-FFF2-40B4-BE49-F238E27FC236}">
                <a16:creationId xmlns:a16="http://schemas.microsoft.com/office/drawing/2014/main" id="{01D7E12E-D3F8-4DC9-873B-ADC9FA5D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401">
            <a:extLst xmlns:a="http://schemas.openxmlformats.org/drawingml/2006/main">
              <a:ext uri="{FF2B5EF4-FFF2-40B4-BE49-F238E27FC236}">
                <a16:creationId xmlns:a16="http://schemas.microsoft.com/office/drawing/2014/main" id="{BF71E054-B19A-4CA0-B59B-1C91F8FD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402">
            <a:extLst xmlns:a="http://schemas.openxmlformats.org/drawingml/2006/main">
              <a:ext uri="{FF2B5EF4-FFF2-40B4-BE49-F238E27FC236}">
                <a16:creationId xmlns:a16="http://schemas.microsoft.com/office/drawing/2014/main" id="{B31B3CF0-D5FF-474D-89F9-A68CC50B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03">
            <a:extLst xmlns:a="http://schemas.openxmlformats.org/drawingml/2006/main">
              <a:ext uri="{FF2B5EF4-FFF2-40B4-BE49-F238E27FC236}">
                <a16:creationId xmlns:a16="http://schemas.microsoft.com/office/drawing/2014/main" id="{FF1F3104-807D-4187-A018-C48010ED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404">
            <a:extLst xmlns:a="http://schemas.openxmlformats.org/drawingml/2006/main">
              <a:ext uri="{FF2B5EF4-FFF2-40B4-BE49-F238E27FC236}">
                <a16:creationId xmlns:a16="http://schemas.microsoft.com/office/drawing/2014/main" id="{76BB77AD-B4D3-45CB-BBD9-597B1741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405">
            <a:extLst xmlns:a="http://schemas.openxmlformats.org/drawingml/2006/main">
              <a:ext uri="{FF2B5EF4-FFF2-40B4-BE49-F238E27FC236}">
                <a16:creationId xmlns:a16="http://schemas.microsoft.com/office/drawing/2014/main" id="{A7E9293E-BE34-48B0-8C86-2023AC52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406">
            <a:extLst xmlns:a="http://schemas.openxmlformats.org/drawingml/2006/main">
              <a:ext uri="{FF2B5EF4-FFF2-40B4-BE49-F238E27FC236}">
                <a16:creationId xmlns:a16="http://schemas.microsoft.com/office/drawing/2014/main" id="{A201A291-8D5B-4FBD-BFD6-74A960CAA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07">
            <a:extLst xmlns:a="http://schemas.openxmlformats.org/drawingml/2006/main">
              <a:ext uri="{FF2B5EF4-FFF2-40B4-BE49-F238E27FC236}">
                <a16:creationId xmlns:a16="http://schemas.microsoft.com/office/drawing/2014/main" id="{6E1AE232-F4D4-49DB-B3ED-ACAAE0F4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08">
            <a:extLst xmlns:a="http://schemas.openxmlformats.org/drawingml/2006/main">
              <a:ext uri="{FF2B5EF4-FFF2-40B4-BE49-F238E27FC236}">
                <a16:creationId xmlns:a16="http://schemas.microsoft.com/office/drawing/2014/main" id="{A1D5089B-AFAB-4481-B594-81FA43E9D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409">
            <a:extLst xmlns:a="http://schemas.openxmlformats.org/drawingml/2006/main">
              <a:ext uri="{FF2B5EF4-FFF2-40B4-BE49-F238E27FC236}">
                <a16:creationId xmlns:a16="http://schemas.microsoft.com/office/drawing/2014/main" id="{303CA520-AC43-4FC5-BFD3-52AB455E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410">
            <a:extLst xmlns:a="http://schemas.openxmlformats.org/drawingml/2006/main">
              <a:ext uri="{FF2B5EF4-FFF2-40B4-BE49-F238E27FC236}">
                <a16:creationId xmlns:a16="http://schemas.microsoft.com/office/drawing/2014/main" id="{AA6D32DC-CD7D-401E-BB97-9F4B5267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11">
            <a:extLst xmlns:a="http://schemas.openxmlformats.org/drawingml/2006/main">
              <a:ext uri="{FF2B5EF4-FFF2-40B4-BE49-F238E27FC236}">
                <a16:creationId xmlns:a16="http://schemas.microsoft.com/office/drawing/2014/main" id="{84F55990-F13D-4FD6-9B2E-7C8D2005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12">
            <a:extLst xmlns:a="http://schemas.openxmlformats.org/drawingml/2006/main">
              <a:ext uri="{FF2B5EF4-FFF2-40B4-BE49-F238E27FC236}">
                <a16:creationId xmlns:a16="http://schemas.microsoft.com/office/drawing/2014/main" id="{45C3CC17-54D0-4CDE-A7B4-0B79F328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413">
            <a:extLst xmlns:a="http://schemas.openxmlformats.org/drawingml/2006/main">
              <a:ext uri="{FF2B5EF4-FFF2-40B4-BE49-F238E27FC236}">
                <a16:creationId xmlns:a16="http://schemas.microsoft.com/office/drawing/2014/main" id="{62261EA9-52BA-4CF0-BAB9-27B69EC1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745">
            <a:extLst xmlns:a="http://schemas.openxmlformats.org/drawingml/2006/main">
              <a:ext uri="{FF2B5EF4-FFF2-40B4-BE49-F238E27FC236}">
                <a16:creationId xmlns:a16="http://schemas.microsoft.com/office/drawing/2014/main" id="{8C074DFE-292E-424D-B887-70631441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43b17dd8072473c"/>
              </a:rPr>
              <a:t>開啟 Gemini Notebook ↗</a:t>
            </a:r>
          </a:p>
        </p:txBody>
      </p:sp>
      <p:sp>
        <p:nvSpPr>
          <p:cNvPr id="23" name="shape-791">
            <a:extLst xmlns:a="http://schemas.openxmlformats.org/drawingml/2006/main">
              <a:ext uri="{FF2B5EF4-FFF2-40B4-BE49-F238E27FC236}">
                <a16:creationId xmlns:a16="http://schemas.microsoft.com/office/drawing/2014/main" id="{42D06BEC-A097-4D87-B048-9B426965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f6d4143d6e4a1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792">
            <a:extLst xmlns:a="http://schemas.openxmlformats.org/drawingml/2006/main">
              <a:ext uri="{FF2B5EF4-FFF2-40B4-BE49-F238E27FC236}">
                <a16:creationId xmlns:a16="http://schemas.microsoft.com/office/drawing/2014/main" id="{09C63AD5-3B19-4DC5-B2BD-1680D109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65311408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14">
            <a:extLst xmlns:a="http://schemas.openxmlformats.org/drawingml/2006/main">
              <a:ext uri="{FF2B5EF4-FFF2-40B4-BE49-F238E27FC236}">
                <a16:creationId xmlns:a16="http://schemas.microsoft.com/office/drawing/2014/main" id="{43E802B7-4922-4C8A-850F-A50E207E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415">
            <a:extLst xmlns:a="http://schemas.openxmlformats.org/drawingml/2006/main">
              <a:ext uri="{FF2B5EF4-FFF2-40B4-BE49-F238E27FC236}">
                <a16:creationId xmlns:a16="http://schemas.microsoft.com/office/drawing/2014/main" id="{4E87B98A-B2B6-4096-A3C1-4BFBDEAE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416">
            <a:extLst xmlns:a="http://schemas.openxmlformats.org/drawingml/2006/main">
              <a:ext uri="{FF2B5EF4-FFF2-40B4-BE49-F238E27FC236}">
                <a16:creationId xmlns:a16="http://schemas.microsoft.com/office/drawing/2014/main" id="{BD0110F0-C6EC-4F2B-BFFE-31766ACF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417">
            <a:extLst xmlns:a="http://schemas.openxmlformats.org/drawingml/2006/main">
              <a:ext uri="{FF2B5EF4-FFF2-40B4-BE49-F238E27FC236}">
                <a16:creationId xmlns:a16="http://schemas.microsoft.com/office/drawing/2014/main" id="{6F5E8A56-65F6-43D0-B728-77369F0D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18">
            <a:extLst xmlns:a="http://schemas.openxmlformats.org/drawingml/2006/main">
              <a:ext uri="{FF2B5EF4-FFF2-40B4-BE49-F238E27FC236}">
                <a16:creationId xmlns:a16="http://schemas.microsoft.com/office/drawing/2014/main" id="{A39A1247-F53F-45C2-A2B1-68011332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20">
            <a:extLst xmlns:a="http://schemas.openxmlformats.org/drawingml/2006/main">
              <a:ext uri="{FF2B5EF4-FFF2-40B4-BE49-F238E27FC236}">
                <a16:creationId xmlns:a16="http://schemas.microsoft.com/office/drawing/2014/main" id="{13668BB3-DA9C-42AE-B985-96218990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1E114D0-890B-4485-8F77-C4B03699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748">
            <a:extLst xmlns:a="http://schemas.openxmlformats.org/drawingml/2006/main">
              <a:ext uri="{FF2B5EF4-FFF2-40B4-BE49-F238E27FC236}">
                <a16:creationId xmlns:a16="http://schemas.microsoft.com/office/drawing/2014/main" id="{5FAF3653-954E-4AE1-BDC3-8EA202E2F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a517b1f54bb43a9"/>
              </a:rPr>
              <a:t>建立／查看 Gem ↗</a:t>
            </a:r>
          </a:p>
        </p:txBody>
      </p:sp>
      <p:sp>
        <p:nvSpPr>
          <p:cNvPr id="10" name="shape-800">
            <a:extLst xmlns:a="http://schemas.openxmlformats.org/drawingml/2006/main">
              <a:ext uri="{FF2B5EF4-FFF2-40B4-BE49-F238E27FC236}">
                <a16:creationId xmlns:a16="http://schemas.microsoft.com/office/drawing/2014/main" id="{DB91693E-F5CE-4E81-8E75-A598BA15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6e925a15684ce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801">
            <a:extLst xmlns:a="http://schemas.openxmlformats.org/drawingml/2006/main">
              <a:ext uri="{FF2B5EF4-FFF2-40B4-BE49-F238E27FC236}">
                <a16:creationId xmlns:a16="http://schemas.microsoft.com/office/drawing/2014/main" id="{AA34CAE8-7941-4AC0-AD1F-6515997B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4792646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421">
            <a:extLst xmlns:a="http://schemas.openxmlformats.org/drawingml/2006/main">
              <a:ext uri="{FF2B5EF4-FFF2-40B4-BE49-F238E27FC236}">
                <a16:creationId xmlns:a16="http://schemas.microsoft.com/office/drawing/2014/main" id="{F821B250-E1E6-414E-B184-D41E6C71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FF1CB5C-B6A1-4997-85B8-56F300D2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8" name="shape-42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23">
            <a:extLst xmlns:a="http://schemas.openxmlformats.org/drawingml/2006/main">
              <a:ext uri="{FF2B5EF4-FFF2-40B4-BE49-F238E27FC236}">
                <a16:creationId xmlns:a16="http://schemas.microsoft.com/office/drawing/2014/main" id="{A44327C5-7442-41EF-9A1A-AB8B3B2A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EBCB276-0CA5-4842-B474-8D66A9BD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424">
            <a:extLst xmlns:a="http://schemas.openxmlformats.org/drawingml/2006/main">
              <a:ext uri="{FF2B5EF4-FFF2-40B4-BE49-F238E27FC236}">
                <a16:creationId xmlns:a16="http://schemas.microsoft.com/office/drawing/2014/main" id="{315C887A-BBC5-4FEB-AD02-25D29ADE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25">
            <a:extLst xmlns:a="http://schemas.openxmlformats.org/drawingml/2006/main">
              <a:ext uri="{FF2B5EF4-FFF2-40B4-BE49-F238E27FC236}">
                <a16:creationId xmlns:a16="http://schemas.microsoft.com/office/drawing/2014/main" id="{9066BBE0-DD33-4933-9690-1545C17A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426">
            <a:extLst xmlns:a="http://schemas.openxmlformats.org/drawingml/2006/main">
              <a:ext uri="{FF2B5EF4-FFF2-40B4-BE49-F238E27FC236}">
                <a16:creationId xmlns:a16="http://schemas.microsoft.com/office/drawing/2014/main" id="{ADA68466-7F19-4281-ADD3-9640156F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427">
            <a:extLst xmlns:a="http://schemas.openxmlformats.org/drawingml/2006/main">
              <a:ext uri="{FF2B5EF4-FFF2-40B4-BE49-F238E27FC236}">
                <a16:creationId xmlns:a16="http://schemas.microsoft.com/office/drawing/2014/main" id="{9A34355C-9E03-4EBA-82B7-56BB3658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428">
            <a:extLst xmlns:a="http://schemas.openxmlformats.org/drawingml/2006/main">
              <a:ext uri="{FF2B5EF4-FFF2-40B4-BE49-F238E27FC236}">
                <a16:creationId xmlns:a16="http://schemas.microsoft.com/office/drawing/2014/main" id="{DDF3869A-2588-4ADD-8486-9BA7D96F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429">
            <a:extLst xmlns:a="http://schemas.openxmlformats.org/drawingml/2006/main">
              <a:ext uri="{FF2B5EF4-FFF2-40B4-BE49-F238E27FC236}">
                <a16:creationId xmlns:a16="http://schemas.microsoft.com/office/drawing/2014/main" id="{90FAF0EE-8FE7-4DC6-98E7-5A1C42E6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749">
            <a:extLst xmlns:a="http://schemas.openxmlformats.org/drawingml/2006/main">
              <a:ext uri="{FF2B5EF4-FFF2-40B4-BE49-F238E27FC236}">
                <a16:creationId xmlns:a16="http://schemas.microsoft.com/office/drawing/2014/main" id="{73B0F742-0076-42D5-9D3B-FBABBCD6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10994fc69974a5e"/>
              </a:rPr>
              <a:t>建立／查看 Gem ↗</a:t>
            </a:r>
          </a:p>
        </p:txBody>
      </p:sp>
      <p:sp>
        <p:nvSpPr>
          <p:cNvPr id="13" name="shape-802">
            <a:extLst xmlns:a="http://schemas.openxmlformats.org/drawingml/2006/main">
              <a:ext uri="{FF2B5EF4-FFF2-40B4-BE49-F238E27FC236}">
                <a16:creationId xmlns:a16="http://schemas.microsoft.com/office/drawing/2014/main" id="{83484080-DCC5-4821-8516-273DBBBE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937074e2644ff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803">
            <a:extLst xmlns:a="http://schemas.openxmlformats.org/drawingml/2006/main">
              <a:ext uri="{FF2B5EF4-FFF2-40B4-BE49-F238E27FC236}">
                <a16:creationId xmlns:a16="http://schemas.microsoft.com/office/drawing/2014/main" id="{A8402B1D-1D38-487E-9DB6-FC172E38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11253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30">
            <a:extLst xmlns:a="http://schemas.openxmlformats.org/drawingml/2006/main">
              <a:ext uri="{FF2B5EF4-FFF2-40B4-BE49-F238E27FC236}">
                <a16:creationId xmlns:a16="http://schemas.microsoft.com/office/drawing/2014/main" id="{384BC48C-C55F-43A2-BC24-9E43A2FE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EXISTING GEM → REUSABLE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2D2A69-88A2-4C6C-9A1F-4BAD338F8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示範：從帳號既有 Gem 反向拆解</a:t>
            </a:r>
          </a:p>
        </p:txBody>
      </p:sp>
      <p:cxnSp>
        <p:nvCxnSpPr>
          <p:cNvPr id="28" name="shape-4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2">
            <a:extLst xmlns:a="http://schemas.openxmlformats.org/drawingml/2006/main">
              <a:ext uri="{FF2B5EF4-FFF2-40B4-BE49-F238E27FC236}">
                <a16:creationId xmlns:a16="http://schemas.microsoft.com/office/drawing/2014/main" id="{0F3E3EBD-1F6A-4C2D-AAFF-8EC0E80D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D1AD9A-623A-4FAD-AF4D-269D1FF5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6" name="shape-433">
            <a:extLst xmlns:a="http://schemas.openxmlformats.org/drawingml/2006/main">
              <a:ext uri="{FF2B5EF4-FFF2-40B4-BE49-F238E27FC236}">
                <a16:creationId xmlns:a16="http://schemas.microsoft.com/office/drawing/2014/main" id="{8A418D2A-5BFB-4E76-B599-080CAC91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34">
            <a:extLst xmlns:a="http://schemas.openxmlformats.org/drawingml/2006/main">
              <a:ext uri="{FF2B5EF4-FFF2-40B4-BE49-F238E27FC236}">
                <a16:creationId xmlns:a16="http://schemas.microsoft.com/office/drawing/2014/main" id="{3BAD9B5D-3A73-4792-BC93-AEBB5C43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435">
            <a:extLst xmlns:a="http://schemas.openxmlformats.org/drawingml/2006/main">
              <a:ext uri="{FF2B5EF4-FFF2-40B4-BE49-F238E27FC236}">
                <a16:creationId xmlns:a16="http://schemas.microsoft.com/office/drawing/2014/main" id="{B7B040DB-27D1-48FC-9B37-A4DDDDA0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找到一個既有 Gem</a:t>
            </a:r>
          </a:p>
        </p:txBody>
      </p:sp>
      <p:sp>
        <p:nvSpPr>
          <p:cNvPr id="9" name="text-436">
            <a:extLst xmlns:a="http://schemas.openxmlformats.org/drawingml/2006/main">
              <a:ext uri="{FF2B5EF4-FFF2-40B4-BE49-F238E27FC236}">
                <a16:creationId xmlns:a16="http://schemas.microsoft.com/office/drawing/2014/main" id="{469353F4-998E-435D-A639-4CA0196D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先看名稱、用途與最常用的一次輸出；不把私人內容直接放進公開簡報。</a:t>
            </a:r>
          </a:p>
        </p:txBody>
      </p:sp>
      <p:sp>
        <p:nvSpPr>
          <p:cNvPr id="10" name="shape-437">
            <a:extLst xmlns:a="http://schemas.openxmlformats.org/drawingml/2006/main">
              <a:ext uri="{FF2B5EF4-FFF2-40B4-BE49-F238E27FC236}">
                <a16:creationId xmlns:a16="http://schemas.microsoft.com/office/drawing/2014/main" id="{C92643F6-86DB-4E94-AC05-23FA04DF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38">
            <a:extLst xmlns:a="http://schemas.openxmlformats.org/drawingml/2006/main">
              <a:ext uri="{FF2B5EF4-FFF2-40B4-BE49-F238E27FC236}">
                <a16:creationId xmlns:a16="http://schemas.microsoft.com/office/drawing/2014/main" id="{6CE890E4-CA63-4D0D-B0C8-869733ED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39">
            <a:extLst xmlns:a="http://schemas.openxmlformats.org/drawingml/2006/main">
              <a:ext uri="{FF2B5EF4-FFF2-40B4-BE49-F238E27FC236}">
                <a16:creationId xmlns:a16="http://schemas.microsoft.com/office/drawing/2014/main" id="{E5A2B501-9BB4-4FC2-B626-37DBD25A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拆出四格</a:t>
            </a:r>
          </a:p>
        </p:txBody>
      </p:sp>
      <p:sp>
        <p:nvSpPr>
          <p:cNvPr id="13" name="text-440">
            <a:extLst xmlns:a="http://schemas.openxmlformats.org/drawingml/2006/main">
              <a:ext uri="{FF2B5EF4-FFF2-40B4-BE49-F238E27FC236}">
                <a16:creationId xmlns:a16="http://schemas.microsoft.com/office/drawing/2014/main" id="{A30F18D6-8301-4351-A0C4-B9FC63C8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從既有指令辨認角色、任務、背景與格式，找出穩定與失敗的地方。</a:t>
            </a:r>
          </a:p>
        </p:txBody>
      </p:sp>
      <p:sp>
        <p:nvSpPr>
          <p:cNvPr id="14" name="shape-441">
            <a:extLst xmlns:a="http://schemas.openxmlformats.org/drawingml/2006/main">
              <a:ext uri="{FF2B5EF4-FFF2-40B4-BE49-F238E27FC236}">
                <a16:creationId xmlns:a16="http://schemas.microsoft.com/office/drawing/2014/main" id="{BFF1914E-8A21-4B39-AAC1-A44001FD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42">
            <a:extLst xmlns:a="http://schemas.openxmlformats.org/drawingml/2006/main">
              <a:ext uri="{FF2B5EF4-FFF2-40B4-BE49-F238E27FC236}">
                <a16:creationId xmlns:a16="http://schemas.microsoft.com/office/drawing/2014/main" id="{5F8A1124-15EE-46AA-B067-7F7DD6E1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443">
            <a:extLst xmlns:a="http://schemas.openxmlformats.org/drawingml/2006/main">
              <a:ext uri="{FF2B5EF4-FFF2-40B4-BE49-F238E27FC236}">
                <a16:creationId xmlns:a16="http://schemas.microsoft.com/office/drawing/2014/main" id="{E9A589B1-BF3E-4EDD-9CAD-7610C7B6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改成研習版本</a:t>
            </a:r>
          </a:p>
        </p:txBody>
      </p:sp>
      <p:sp>
        <p:nvSpPr>
          <p:cNvPr id="17" name="text-444">
            <a:extLst xmlns:a="http://schemas.openxmlformats.org/drawingml/2006/main">
              <a:ext uri="{FF2B5EF4-FFF2-40B4-BE49-F238E27FC236}">
                <a16:creationId xmlns:a16="http://schemas.microsoft.com/office/drawing/2014/main" id="{B92AEA82-6BCD-465A-A554-B0635DBE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保留有效步驟，再加入大學教師／研究社群的情境與安全邊界。</a:t>
            </a:r>
          </a:p>
        </p:txBody>
      </p:sp>
      <p:sp>
        <p:nvSpPr>
          <p:cNvPr id="18" name="shape-445">
            <a:extLst xmlns:a="http://schemas.openxmlformats.org/drawingml/2006/main">
              <a:ext uri="{FF2B5EF4-FFF2-40B4-BE49-F238E27FC236}">
                <a16:creationId xmlns:a16="http://schemas.microsoft.com/office/drawing/2014/main" id="{277EF84E-34F8-4DEF-81FB-AD65C117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46">
            <a:extLst xmlns:a="http://schemas.openxmlformats.org/drawingml/2006/main">
              <a:ext uri="{FF2B5EF4-FFF2-40B4-BE49-F238E27FC236}">
                <a16:creationId xmlns:a16="http://schemas.microsoft.com/office/drawing/2014/main" id="{8C5EF4C8-588F-429A-86B2-414E502E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447">
            <a:extLst xmlns:a="http://schemas.openxmlformats.org/drawingml/2006/main">
              <a:ext uri="{FF2B5EF4-FFF2-40B4-BE49-F238E27FC236}">
                <a16:creationId xmlns:a16="http://schemas.microsoft.com/office/drawing/2014/main" id="{E0778432-8C8E-4031-8E59-9DE5E8C2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壓力測試</a:t>
            </a:r>
          </a:p>
        </p:txBody>
      </p:sp>
      <p:sp>
        <p:nvSpPr>
          <p:cNvPr id="21" name="text-448">
            <a:extLst xmlns:a="http://schemas.openxmlformats.org/drawingml/2006/main">
              <a:ext uri="{FF2B5EF4-FFF2-40B4-BE49-F238E27FC236}">
                <a16:creationId xmlns:a16="http://schemas.microsoft.com/office/drawing/2014/main" id="{587895AC-3E2B-4F06-B5C1-33BE3965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用正常案例、資料不足與越界要求各測一次，留下可比較的證據。</a:t>
            </a:r>
          </a:p>
        </p:txBody>
      </p:sp>
      <p:sp>
        <p:nvSpPr>
          <p:cNvPr id="22" name="text-750">
            <a:extLst xmlns:a="http://schemas.openxmlformats.org/drawingml/2006/main">
              <a:ext uri="{FF2B5EF4-FFF2-40B4-BE49-F238E27FC236}">
                <a16:creationId xmlns:a16="http://schemas.microsoft.com/office/drawing/2014/main" id="{FB50D4CF-DEFD-4546-8031-98AD7DA2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1611fb16a52478e"/>
              </a:rPr>
              <a:t>建立／查看 Gem ↗</a:t>
            </a:r>
          </a:p>
        </p:txBody>
      </p:sp>
      <p:sp>
        <p:nvSpPr>
          <p:cNvPr id="23" name="shape-804">
            <a:extLst xmlns:a="http://schemas.openxmlformats.org/drawingml/2006/main">
              <a:ext uri="{FF2B5EF4-FFF2-40B4-BE49-F238E27FC236}">
                <a16:creationId xmlns:a16="http://schemas.microsoft.com/office/drawing/2014/main" id="{F84777D0-6053-4E13-8FF5-52426511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5c2c13cb774a9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805">
            <a:extLst xmlns:a="http://schemas.openxmlformats.org/drawingml/2006/main">
              <a:ext uri="{FF2B5EF4-FFF2-40B4-BE49-F238E27FC236}">
                <a16:creationId xmlns:a16="http://schemas.microsoft.com/office/drawing/2014/main" id="{5A552985-5F74-4AFE-8AC1-530DE0BC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46988573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49">
            <a:extLst xmlns:a="http://schemas.openxmlformats.org/drawingml/2006/main">
              <a:ext uri="{FF2B5EF4-FFF2-40B4-BE49-F238E27FC236}">
                <a16:creationId xmlns:a16="http://schemas.microsoft.com/office/drawing/2014/main" id="{0D2E0EEE-20B8-4ABA-85B7-C6C2FD21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1C170F-0663-44A4-94D7-0D09D03E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範例｜把既有 Gem 改造成「教學與研究設計教練」</a:t>
            </a:r>
          </a:p>
        </p:txBody>
      </p:sp>
      <p:cxnSp>
        <p:nvCxnSpPr>
          <p:cNvPr id="19" name="shape-45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51">
            <a:extLst xmlns:a="http://schemas.openxmlformats.org/drawingml/2006/main">
              <a:ext uri="{FF2B5EF4-FFF2-40B4-BE49-F238E27FC236}">
                <a16:creationId xmlns:a16="http://schemas.microsoft.com/office/drawing/2014/main" id="{79BBA324-53FB-44F0-927D-4F430586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3419080-BD47-47A1-8B1A-3B8409DA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text-452">
            <a:extLst xmlns:a="http://schemas.openxmlformats.org/drawingml/2006/main">
              <a:ext uri="{FF2B5EF4-FFF2-40B4-BE49-F238E27FC236}">
                <a16:creationId xmlns:a16="http://schemas.microsoft.com/office/drawing/2014/main" id="{5EC63DCF-A926-4C1A-9C03-DF1D90C4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請先讀取既有 Gem 的有效輸出習慣，再依以下規格工作。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角色與任務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先問課程／研究目標、對象、資料與困難。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保留有效步驟，提出 3 個可實作方案。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不替教師或研究者做最終決定。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以上傳資料與 Gemini Notebook 引用為優先；資料不足要明確指出。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輸出：摘要 → 可複製工作表 → 風險／人工確認。</a:t>
            </a:r>
          </a:p>
        </p:txBody>
      </p:sp>
      <p:sp>
        <p:nvSpPr>
          <p:cNvPr id="7" name="text-453">
            <a:extLst xmlns:a="http://schemas.openxmlformats.org/drawingml/2006/main">
              <a:ext uri="{FF2B5EF4-FFF2-40B4-BE49-F238E27FC236}">
                <a16:creationId xmlns:a16="http://schemas.microsoft.com/office/drawing/2014/main" id="{D5D78CF3-213F-471C-ADA2-9ABCDC4F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先辨識既有資產</a:t>
            </a:r>
          </a:p>
        </p:txBody>
      </p:sp>
      <p:sp>
        <p:nvSpPr>
          <p:cNvPr id="8" name="text-454">
            <a:extLst xmlns:a="http://schemas.openxmlformats.org/drawingml/2006/main">
              <a:ext uri="{FF2B5EF4-FFF2-40B4-BE49-F238E27FC236}">
                <a16:creationId xmlns:a16="http://schemas.microsoft.com/office/drawing/2014/main" id="{FAC30A4D-924F-4CA9-8467-796E2311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先找出原本已經穩定的步驟，只改一個變因。</a:t>
            </a:r>
          </a:p>
        </p:txBody>
      </p:sp>
      <p:sp>
        <p:nvSpPr>
          <p:cNvPr id="9" name="text-455">
            <a:extLst xmlns:a="http://schemas.openxmlformats.org/drawingml/2006/main">
              <a:ext uri="{FF2B5EF4-FFF2-40B4-BE49-F238E27FC236}">
                <a16:creationId xmlns:a16="http://schemas.microsoft.com/office/drawing/2014/main" id="{F74F9FDA-A349-4598-9EC4-137AD403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456">
            <a:extLst xmlns:a="http://schemas.openxmlformats.org/drawingml/2006/main">
              <a:ext uri="{FF2B5EF4-FFF2-40B4-BE49-F238E27FC236}">
                <a16:creationId xmlns:a16="http://schemas.microsoft.com/office/drawing/2014/main" id="{AFDE17B4-7088-48FA-973D-A520B945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457">
            <a:extLst xmlns:a="http://schemas.openxmlformats.org/drawingml/2006/main">
              <a:ext uri="{FF2B5EF4-FFF2-40B4-BE49-F238E27FC236}">
                <a16:creationId xmlns:a16="http://schemas.microsoft.com/office/drawing/2014/main" id="{C83A0B0E-2DC6-4AE3-98FF-FCC0D611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用反例驗收</a:t>
            </a:r>
          </a:p>
        </p:txBody>
      </p:sp>
      <p:sp>
        <p:nvSpPr>
          <p:cNvPr id="12" name="text-458">
            <a:extLst xmlns:a="http://schemas.openxmlformats.org/drawingml/2006/main">
              <a:ext uri="{FF2B5EF4-FFF2-40B4-BE49-F238E27FC236}">
                <a16:creationId xmlns:a16="http://schemas.microsoft.com/office/drawing/2014/main" id="{3C35FCA9-7CBA-4FB6-8EC6-339AB87C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資料不足或要求越界時，也要能追問、拒絕或標記未確認。</a:t>
            </a:r>
          </a:p>
        </p:txBody>
      </p:sp>
      <p:sp>
        <p:nvSpPr>
          <p:cNvPr id="13" name="text-751">
            <a:extLst xmlns:a="http://schemas.openxmlformats.org/drawingml/2006/main">
              <a:ext uri="{FF2B5EF4-FFF2-40B4-BE49-F238E27FC236}">
                <a16:creationId xmlns:a16="http://schemas.microsoft.com/office/drawing/2014/main" id="{1FC90A29-FB5D-4577-B0D0-04DECB84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e984f399c5d47ca"/>
              </a:rPr>
              <a:t>建立／查看 Gem ↗</a:t>
            </a:r>
          </a:p>
        </p:txBody>
      </p:sp>
      <p:sp>
        <p:nvSpPr>
          <p:cNvPr id="14" name="shape-806">
            <a:extLst xmlns:a="http://schemas.openxmlformats.org/drawingml/2006/main">
              <a:ext uri="{FF2B5EF4-FFF2-40B4-BE49-F238E27FC236}">
                <a16:creationId xmlns:a16="http://schemas.microsoft.com/office/drawing/2014/main" id="{91037796-E632-488F-B291-C13B8C7B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fff2c7ae8d473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807">
            <a:extLst xmlns:a="http://schemas.openxmlformats.org/drawingml/2006/main">
              <a:ext uri="{FF2B5EF4-FFF2-40B4-BE49-F238E27FC236}">
                <a16:creationId xmlns:a16="http://schemas.microsoft.com/office/drawing/2014/main" id="{9B07263F-4BB3-4610-BF66-90E5A72F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14690526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459">
            <a:extLst xmlns:a="http://schemas.openxmlformats.org/drawingml/2006/main">
              <a:ext uri="{FF2B5EF4-FFF2-40B4-BE49-F238E27FC236}">
                <a16:creationId xmlns:a16="http://schemas.microsoft.com/office/drawing/2014/main" id="{069D7A80-5687-4192-BCCE-AF4179FD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166C897-2544-408C-9573-221D378B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實作二｜從既有 Gem 做一次改造與壓力測試</a:t>
            </a:r>
          </a:p>
        </p:txBody>
      </p:sp>
      <p:cxnSp>
        <p:nvCxnSpPr>
          <p:cNvPr id="25" name="shape-4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61">
            <a:extLst xmlns:a="http://schemas.openxmlformats.org/drawingml/2006/main">
              <a:ext uri="{FF2B5EF4-FFF2-40B4-BE49-F238E27FC236}">
                <a16:creationId xmlns:a16="http://schemas.microsoft.com/office/drawing/2014/main" id="{534CF90E-9603-4836-99DA-1CB3E7F4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393EF98-B835-4E9D-87E8-1C8A20D1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text-462">
            <a:extLst xmlns:a="http://schemas.openxmlformats.org/drawingml/2006/main">
              <a:ext uri="{FF2B5EF4-FFF2-40B4-BE49-F238E27FC236}">
                <a16:creationId xmlns:a16="http://schemas.microsoft.com/office/drawing/2014/main" id="{5FB719A7-965C-4A97-9CAC-69E2C450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463">
            <a:extLst xmlns:a="http://schemas.openxmlformats.org/drawingml/2006/main">
              <a:ext uri="{FF2B5EF4-FFF2-40B4-BE49-F238E27FC236}">
                <a16:creationId xmlns:a16="http://schemas.microsoft.com/office/drawing/2014/main" id="{B9B812E5-020F-443B-98BB-4899DD23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464">
            <a:extLst xmlns:a="http://schemas.openxmlformats.org/drawingml/2006/main">
              <a:ext uri="{FF2B5EF4-FFF2-40B4-BE49-F238E27FC236}">
                <a16:creationId xmlns:a16="http://schemas.microsoft.com/office/drawing/2014/main" id="{2BD6BB9B-E88C-44BB-BE5E-2FAF1CD0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65">
            <a:extLst xmlns:a="http://schemas.openxmlformats.org/drawingml/2006/main">
              <a:ext uri="{FF2B5EF4-FFF2-40B4-BE49-F238E27FC236}">
                <a16:creationId xmlns:a16="http://schemas.microsoft.com/office/drawing/2014/main" id="{F3A43FEA-0C0F-484C-8135-2F35D9FC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在自己的帳號中選一個既有 Gem，記下它原本的用途</a:t>
            </a:r>
          </a:p>
        </p:txBody>
      </p:sp>
      <p:sp>
        <p:nvSpPr>
          <p:cNvPr id="10" name="text-466">
            <a:extLst xmlns:a="http://schemas.openxmlformats.org/drawingml/2006/main">
              <a:ext uri="{FF2B5EF4-FFF2-40B4-BE49-F238E27FC236}">
                <a16:creationId xmlns:a16="http://schemas.microsoft.com/office/drawing/2014/main" id="{2D010D9A-D4FC-4360-970A-F1C91827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67">
            <a:extLst xmlns:a="http://schemas.openxmlformats.org/drawingml/2006/main">
              <a:ext uri="{FF2B5EF4-FFF2-40B4-BE49-F238E27FC236}">
                <a16:creationId xmlns:a16="http://schemas.microsoft.com/office/drawing/2014/main" id="{54A3A93B-48CA-4466-AAEC-5C8483C6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拆出角色、任務、背景與格式，只改一個變因</a:t>
            </a:r>
          </a:p>
        </p:txBody>
      </p:sp>
      <p:sp>
        <p:nvSpPr>
          <p:cNvPr id="12" name="text-468">
            <a:extLst xmlns:a="http://schemas.openxmlformats.org/drawingml/2006/main">
              <a:ext uri="{FF2B5EF4-FFF2-40B4-BE49-F238E27FC236}">
                <a16:creationId xmlns:a16="http://schemas.microsoft.com/office/drawing/2014/main" id="{1A7E184B-72A8-4F7A-B0CF-542015C2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469">
            <a:extLst xmlns:a="http://schemas.openxmlformats.org/drawingml/2006/main">
              <a:ext uri="{FF2B5EF4-FFF2-40B4-BE49-F238E27FC236}">
                <a16:creationId xmlns:a16="http://schemas.microsoft.com/office/drawing/2014/main" id="{9EE57C31-123D-474D-8FA7-C1110E89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用正常案例測一次，再用資料不足／越界案例測一次</a:t>
            </a:r>
          </a:p>
        </p:txBody>
      </p:sp>
      <p:sp>
        <p:nvSpPr>
          <p:cNvPr id="14" name="text-470">
            <a:extLst xmlns:a="http://schemas.openxmlformats.org/drawingml/2006/main">
              <a:ext uri="{FF2B5EF4-FFF2-40B4-BE49-F238E27FC236}">
                <a16:creationId xmlns:a16="http://schemas.microsoft.com/office/drawing/2014/main" id="{D03BC0D2-5714-4BF8-AC4E-E6D4B651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471">
            <a:extLst xmlns:a="http://schemas.openxmlformats.org/drawingml/2006/main">
              <a:ext uri="{FF2B5EF4-FFF2-40B4-BE49-F238E27FC236}">
                <a16:creationId xmlns:a16="http://schemas.microsoft.com/office/drawing/2014/main" id="{4A49FEF4-2320-46A9-B4D0-6763BE0B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比較前後輸出，留下可重複使用的版本與限制</a:t>
            </a:r>
          </a:p>
        </p:txBody>
      </p:sp>
      <p:sp>
        <p:nvSpPr>
          <p:cNvPr id="16" name="shape-472">
            <a:extLst xmlns:a="http://schemas.openxmlformats.org/drawingml/2006/main">
              <a:ext uri="{FF2B5EF4-FFF2-40B4-BE49-F238E27FC236}">
                <a16:creationId xmlns:a16="http://schemas.microsoft.com/office/drawing/2014/main" id="{3C2A4015-431E-4E9E-B42A-42FA65EA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73">
            <a:extLst xmlns:a="http://schemas.openxmlformats.org/drawingml/2006/main">
              <a:ext uri="{FF2B5EF4-FFF2-40B4-BE49-F238E27FC236}">
                <a16:creationId xmlns:a16="http://schemas.microsoft.com/office/drawing/2014/main" id="{DDC63BC0-17C6-4879-8759-C1BCF342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74">
            <a:extLst xmlns:a="http://schemas.openxmlformats.org/drawingml/2006/main">
              <a:ext uri="{FF2B5EF4-FFF2-40B4-BE49-F238E27FC236}">
                <a16:creationId xmlns:a16="http://schemas.microsoft.com/office/drawing/2014/main" id="{2C6E4019-A319-4AFD-B978-2A3EFEE5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用途與改動有記錄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輸出格式更穩定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遇資料不足會追問或標記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沒有捏造引用或課程事實</a:t>
            </a:r>
          </a:p>
        </p:txBody>
      </p:sp>
      <p:sp>
        <p:nvSpPr>
          <p:cNvPr id="19" name="text-752">
            <a:extLst xmlns:a="http://schemas.openxmlformats.org/drawingml/2006/main">
              <a:ext uri="{FF2B5EF4-FFF2-40B4-BE49-F238E27FC236}">
                <a16:creationId xmlns:a16="http://schemas.microsoft.com/office/drawing/2014/main" id="{907BD831-BA72-4C06-82BF-31E28290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eda204ced8d469e"/>
              </a:rPr>
              <a:t>建立／查看 Gem ↗</a:t>
            </a:r>
          </a:p>
        </p:txBody>
      </p:sp>
      <p:sp>
        <p:nvSpPr>
          <p:cNvPr id="20" name="shape-808">
            <a:extLst xmlns:a="http://schemas.openxmlformats.org/drawingml/2006/main">
              <a:ext uri="{FF2B5EF4-FFF2-40B4-BE49-F238E27FC236}">
                <a16:creationId xmlns:a16="http://schemas.microsoft.com/office/drawing/2014/main" id="{78FBC5E3-47DA-4225-8B84-E1816B85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72e26bd35e480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809">
            <a:extLst xmlns:a="http://schemas.openxmlformats.org/drawingml/2006/main">
              <a:ext uri="{FF2B5EF4-FFF2-40B4-BE49-F238E27FC236}">
                <a16:creationId xmlns:a16="http://schemas.microsoft.com/office/drawing/2014/main" id="{3C830B29-59B7-4A1A-AE1B-0982A354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24940624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75">
            <a:extLst xmlns:a="http://schemas.openxmlformats.org/drawingml/2006/main">
              <a:ext uri="{FF2B5EF4-FFF2-40B4-BE49-F238E27FC236}">
                <a16:creationId xmlns:a16="http://schemas.microsoft.com/office/drawing/2014/main" id="{D382F167-AAFD-4053-930D-6EA7E470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29F495-5F68-4A2A-A30F-97DECD56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8" name="shape-47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77">
            <a:extLst xmlns:a="http://schemas.openxmlformats.org/drawingml/2006/main">
              <a:ext uri="{FF2B5EF4-FFF2-40B4-BE49-F238E27FC236}">
                <a16:creationId xmlns:a16="http://schemas.microsoft.com/office/drawing/2014/main" id="{3D330985-93C0-4666-AC1C-078D4777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45C4E1-1857-45E5-97C9-C1AD69CF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478">
            <a:extLst xmlns:a="http://schemas.openxmlformats.org/drawingml/2006/main">
              <a:ext uri="{FF2B5EF4-FFF2-40B4-BE49-F238E27FC236}">
                <a16:creationId xmlns:a16="http://schemas.microsoft.com/office/drawing/2014/main" id="{DAA3476B-74E0-41AA-954D-D9F80B0A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79">
            <a:extLst xmlns:a="http://schemas.openxmlformats.org/drawingml/2006/main">
              <a:ext uri="{FF2B5EF4-FFF2-40B4-BE49-F238E27FC236}">
                <a16:creationId xmlns:a16="http://schemas.microsoft.com/office/drawing/2014/main" id="{50A30B13-B901-475C-A232-E2160C3B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480">
            <a:extLst xmlns:a="http://schemas.openxmlformats.org/drawingml/2006/main">
              <a:ext uri="{FF2B5EF4-FFF2-40B4-BE49-F238E27FC236}">
                <a16:creationId xmlns:a16="http://schemas.microsoft.com/office/drawing/2014/main" id="{5E46BFD0-7AAA-4BDB-A5A0-2E6CBB7B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481">
            <a:extLst xmlns:a="http://schemas.openxmlformats.org/drawingml/2006/main">
              <a:ext uri="{FF2B5EF4-FFF2-40B4-BE49-F238E27FC236}">
                <a16:creationId xmlns:a16="http://schemas.microsoft.com/office/drawing/2014/main" id="{57FFAEBB-05FE-4628-91E8-4BD59187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482">
            <a:extLst xmlns:a="http://schemas.openxmlformats.org/drawingml/2006/main">
              <a:ext uri="{FF2B5EF4-FFF2-40B4-BE49-F238E27FC236}">
                <a16:creationId xmlns:a16="http://schemas.microsoft.com/office/drawing/2014/main" id="{425F709A-291A-4487-BF93-2BF9AA2A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83">
            <a:extLst xmlns:a="http://schemas.openxmlformats.org/drawingml/2006/main">
              <a:ext uri="{FF2B5EF4-FFF2-40B4-BE49-F238E27FC236}">
                <a16:creationId xmlns:a16="http://schemas.microsoft.com/office/drawing/2014/main" id="{4C781AF7-E491-45BB-B7F9-62DCFC48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484">
            <a:extLst xmlns:a="http://schemas.openxmlformats.org/drawingml/2006/main">
              <a:ext uri="{FF2B5EF4-FFF2-40B4-BE49-F238E27FC236}">
                <a16:creationId xmlns:a16="http://schemas.microsoft.com/office/drawing/2014/main" id="{AD643F04-CBC4-45E1-9004-25985204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485">
            <a:extLst xmlns:a="http://schemas.openxmlformats.org/drawingml/2006/main">
              <a:ext uri="{FF2B5EF4-FFF2-40B4-BE49-F238E27FC236}">
                <a16:creationId xmlns:a16="http://schemas.microsoft.com/office/drawing/2014/main" id="{54E851B1-A0FD-498A-9EC4-9AEF7461C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486">
            <a:extLst xmlns:a="http://schemas.openxmlformats.org/drawingml/2006/main">
              <a:ext uri="{FF2B5EF4-FFF2-40B4-BE49-F238E27FC236}">
                <a16:creationId xmlns:a16="http://schemas.microsoft.com/office/drawing/2014/main" id="{FEDEF32C-8D76-4C29-8931-58D7F513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87">
            <a:extLst xmlns:a="http://schemas.openxmlformats.org/drawingml/2006/main">
              <a:ext uri="{FF2B5EF4-FFF2-40B4-BE49-F238E27FC236}">
                <a16:creationId xmlns:a16="http://schemas.microsoft.com/office/drawing/2014/main" id="{2B781914-DA8D-4D4B-B636-71E28F92B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88">
            <a:extLst xmlns:a="http://schemas.openxmlformats.org/drawingml/2006/main">
              <a:ext uri="{FF2B5EF4-FFF2-40B4-BE49-F238E27FC236}">
                <a16:creationId xmlns:a16="http://schemas.microsoft.com/office/drawing/2014/main" id="{08FF8D22-54A5-4189-8E0E-9D61EC06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489">
            <a:extLst xmlns:a="http://schemas.openxmlformats.org/drawingml/2006/main">
              <a:ext uri="{FF2B5EF4-FFF2-40B4-BE49-F238E27FC236}">
                <a16:creationId xmlns:a16="http://schemas.microsoft.com/office/drawing/2014/main" id="{EE337141-2F3B-49A5-9967-D90A552F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490">
            <a:extLst xmlns:a="http://schemas.openxmlformats.org/drawingml/2006/main">
              <a:ext uri="{FF2B5EF4-FFF2-40B4-BE49-F238E27FC236}">
                <a16:creationId xmlns:a16="http://schemas.microsoft.com/office/drawing/2014/main" id="{EA20860D-94CD-4098-9542-608E71BF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91">
            <a:extLst xmlns:a="http://schemas.openxmlformats.org/drawingml/2006/main">
              <a:ext uri="{FF2B5EF4-FFF2-40B4-BE49-F238E27FC236}">
                <a16:creationId xmlns:a16="http://schemas.microsoft.com/office/drawing/2014/main" id="{7E635546-00F2-4C9E-B4BC-57DDC9E3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92">
            <a:extLst xmlns:a="http://schemas.openxmlformats.org/drawingml/2006/main">
              <a:ext uri="{FF2B5EF4-FFF2-40B4-BE49-F238E27FC236}">
                <a16:creationId xmlns:a16="http://schemas.microsoft.com/office/drawing/2014/main" id="{A9D9CF3E-7BFB-4D23-88A4-C297555E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493">
            <a:extLst xmlns:a="http://schemas.openxmlformats.org/drawingml/2006/main">
              <a:ext uri="{FF2B5EF4-FFF2-40B4-BE49-F238E27FC236}">
                <a16:creationId xmlns:a16="http://schemas.microsoft.com/office/drawing/2014/main" id="{B0596486-CE8B-4147-844F-02123B18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753">
            <a:extLst xmlns:a="http://schemas.openxmlformats.org/drawingml/2006/main">
              <a:ext uri="{FF2B5EF4-FFF2-40B4-BE49-F238E27FC236}">
                <a16:creationId xmlns:a16="http://schemas.microsoft.com/office/drawing/2014/main" id="{677AB71E-6D87-4ADC-BD70-D9511BF7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06300d7f6b64570"/>
              </a:rPr>
              <a:t>建立／查看 Gem ↗</a:t>
            </a:r>
          </a:p>
        </p:txBody>
      </p:sp>
      <p:sp>
        <p:nvSpPr>
          <p:cNvPr id="23" name="shape-810">
            <a:extLst xmlns:a="http://schemas.openxmlformats.org/drawingml/2006/main">
              <a:ext uri="{FF2B5EF4-FFF2-40B4-BE49-F238E27FC236}">
                <a16:creationId xmlns:a16="http://schemas.microsoft.com/office/drawing/2014/main" id="{A26A442E-2EA6-44BF-BDCD-24FE77A9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4f9b6be11440b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811">
            <a:extLst xmlns:a="http://schemas.openxmlformats.org/drawingml/2006/main">
              <a:ext uri="{FF2B5EF4-FFF2-40B4-BE49-F238E27FC236}">
                <a16:creationId xmlns:a16="http://schemas.microsoft.com/office/drawing/2014/main" id="{E521871F-BFE2-44F1-9DC6-D2886F64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213778198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94">
            <a:extLst xmlns:a="http://schemas.openxmlformats.org/drawingml/2006/main">
              <a:ext uri="{FF2B5EF4-FFF2-40B4-BE49-F238E27FC236}">
                <a16:creationId xmlns:a16="http://schemas.microsoft.com/office/drawing/2014/main" id="{03FEFA55-0044-4E47-8601-B251B009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495">
            <a:extLst xmlns:a="http://schemas.openxmlformats.org/drawingml/2006/main">
              <a:ext uri="{FF2B5EF4-FFF2-40B4-BE49-F238E27FC236}">
                <a16:creationId xmlns:a16="http://schemas.microsoft.com/office/drawing/2014/main" id="{DDD74EFB-55E5-4FC9-8A2C-11959E27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496">
            <a:extLst xmlns:a="http://schemas.openxmlformats.org/drawingml/2006/main">
              <a:ext uri="{FF2B5EF4-FFF2-40B4-BE49-F238E27FC236}">
                <a16:creationId xmlns:a16="http://schemas.microsoft.com/office/drawing/2014/main" id="{B2EF13F9-B248-41D2-9D03-C1DBBB3E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497">
            <a:extLst xmlns:a="http://schemas.openxmlformats.org/drawingml/2006/main">
              <a:ext uri="{FF2B5EF4-FFF2-40B4-BE49-F238E27FC236}">
                <a16:creationId xmlns:a16="http://schemas.microsoft.com/office/drawing/2014/main" id="{630A5911-C8BC-4A89-9EF1-99BFE2E5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98">
            <a:extLst xmlns:a="http://schemas.openxmlformats.org/drawingml/2006/main">
              <a:ext uri="{FF2B5EF4-FFF2-40B4-BE49-F238E27FC236}">
                <a16:creationId xmlns:a16="http://schemas.microsoft.com/office/drawing/2014/main" id="{0595A617-43E5-4202-9AA5-D18960BA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9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500">
            <a:extLst xmlns:a="http://schemas.openxmlformats.org/drawingml/2006/main">
              <a:ext uri="{FF2B5EF4-FFF2-40B4-BE49-F238E27FC236}">
                <a16:creationId xmlns:a16="http://schemas.microsoft.com/office/drawing/2014/main" id="{D99FC6F5-D41E-4938-95F0-2FA4A167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7CE608D-4E71-426B-99B4-6504EBCA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9" name="text-754">
            <a:extLst xmlns:a="http://schemas.openxmlformats.org/drawingml/2006/main">
              <a:ext uri="{FF2B5EF4-FFF2-40B4-BE49-F238E27FC236}">
                <a16:creationId xmlns:a16="http://schemas.microsoft.com/office/drawing/2014/main" id="{D26E3437-101E-4AA7-96EB-3F1F2330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2a57c1b4d1b4640"/>
              </a:rPr>
              <a:t>開啟 Gemini Canvas ↗</a:t>
            </a:r>
          </a:p>
        </p:txBody>
      </p:sp>
      <p:sp>
        <p:nvSpPr>
          <p:cNvPr id="10" name="shape-812">
            <a:extLst xmlns:a="http://schemas.openxmlformats.org/drawingml/2006/main">
              <a:ext uri="{FF2B5EF4-FFF2-40B4-BE49-F238E27FC236}">
                <a16:creationId xmlns:a16="http://schemas.microsoft.com/office/drawing/2014/main" id="{A15E6F46-7140-45B4-A246-4AFBCD4C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3be5b7a9b6474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813">
            <a:extLst xmlns:a="http://schemas.openxmlformats.org/drawingml/2006/main">
              <a:ext uri="{FF2B5EF4-FFF2-40B4-BE49-F238E27FC236}">
                <a16:creationId xmlns:a16="http://schemas.microsoft.com/office/drawing/2014/main" id="{66505E40-D680-4585-8566-472750B69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28065517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01">
            <a:extLst xmlns:a="http://schemas.openxmlformats.org/drawingml/2006/main">
              <a:ext uri="{FF2B5EF4-FFF2-40B4-BE49-F238E27FC236}">
                <a16:creationId xmlns:a16="http://schemas.microsoft.com/office/drawing/2014/main" id="{19F1A667-5AD3-44E5-88A8-7E0A083E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 · MEETING SYSTEM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9D411F-54A2-42D6-9408-AE66DF01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教師會議紀錄系統的 Canvas 提示詞公式</a:t>
            </a:r>
          </a:p>
        </p:txBody>
      </p:sp>
      <p:cxnSp>
        <p:nvCxnSpPr>
          <p:cNvPr id="28" name="shape-5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03">
            <a:extLst xmlns:a="http://schemas.openxmlformats.org/drawingml/2006/main">
              <a:ext uri="{FF2B5EF4-FFF2-40B4-BE49-F238E27FC236}">
                <a16:creationId xmlns:a16="http://schemas.microsoft.com/office/drawing/2014/main" id="{2250A774-C8DF-426D-9391-994738A9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EC070F5-ABB9-4AB6-887D-AB66FEE8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504">
            <a:extLst xmlns:a="http://schemas.openxmlformats.org/drawingml/2006/main">
              <a:ext uri="{FF2B5EF4-FFF2-40B4-BE49-F238E27FC236}">
                <a16:creationId xmlns:a16="http://schemas.microsoft.com/office/drawing/2014/main" id="{F539AA30-6312-42E0-9895-218D400A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05">
            <a:extLst xmlns:a="http://schemas.openxmlformats.org/drawingml/2006/main">
              <a:ext uri="{FF2B5EF4-FFF2-40B4-BE49-F238E27FC236}">
                <a16:creationId xmlns:a16="http://schemas.microsoft.com/office/drawing/2014/main" id="{79A9C7AD-BEE7-401B-BEA7-DC59F1B0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506">
            <a:extLst xmlns:a="http://schemas.openxmlformats.org/drawingml/2006/main">
              <a:ext uri="{FF2B5EF4-FFF2-40B4-BE49-F238E27FC236}">
                <a16:creationId xmlns:a16="http://schemas.microsoft.com/office/drawing/2014/main" id="{19356D89-5902-4FC9-8B53-F05404B9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資料輸入</a:t>
            </a:r>
          </a:p>
        </p:txBody>
      </p:sp>
      <p:sp>
        <p:nvSpPr>
          <p:cNvPr id="9" name="text-507">
            <a:extLst xmlns:a="http://schemas.openxmlformats.org/drawingml/2006/main">
              <a:ext uri="{FF2B5EF4-FFF2-40B4-BE49-F238E27FC236}">
                <a16:creationId xmlns:a16="http://schemas.microsoft.com/office/drawing/2014/main" id="{5F59E032-1E3F-4480-BC12-76E4D499C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會議日期、議程、逐字稿或摘要；先用一筆合成資料示範。</a:t>
            </a:r>
          </a:p>
        </p:txBody>
      </p:sp>
      <p:sp>
        <p:nvSpPr>
          <p:cNvPr id="10" name="shape-508">
            <a:extLst xmlns:a="http://schemas.openxmlformats.org/drawingml/2006/main">
              <a:ext uri="{FF2B5EF4-FFF2-40B4-BE49-F238E27FC236}">
                <a16:creationId xmlns:a16="http://schemas.microsoft.com/office/drawing/2014/main" id="{091EF4B8-E06F-4DAB-AA16-6A87822E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09">
            <a:extLst xmlns:a="http://schemas.openxmlformats.org/drawingml/2006/main">
              <a:ext uri="{FF2B5EF4-FFF2-40B4-BE49-F238E27FC236}">
                <a16:creationId xmlns:a16="http://schemas.microsoft.com/office/drawing/2014/main" id="{CAEE2640-AD2E-483D-A98A-8E2173E6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510">
            <a:extLst xmlns:a="http://schemas.openxmlformats.org/drawingml/2006/main">
              <a:ext uri="{FF2B5EF4-FFF2-40B4-BE49-F238E27FC236}">
                <a16:creationId xmlns:a16="http://schemas.microsoft.com/office/drawing/2014/main" id="{903FC498-30CA-4002-BFBE-ABB55A37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工作流程</a:t>
            </a:r>
          </a:p>
        </p:txBody>
      </p:sp>
      <p:sp>
        <p:nvSpPr>
          <p:cNvPr id="13" name="text-511">
            <a:extLst xmlns:a="http://schemas.openxmlformats.org/drawingml/2006/main">
              <a:ext uri="{FF2B5EF4-FFF2-40B4-BE49-F238E27FC236}">
                <a16:creationId xmlns:a16="http://schemas.microsoft.com/office/drawing/2014/main" id="{84DD4D25-1893-4AEB-AD97-E419DA3D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把重點、決議、待辦、承辦人與期限變成可查詢欄位。</a:t>
            </a:r>
          </a:p>
        </p:txBody>
      </p:sp>
      <p:sp>
        <p:nvSpPr>
          <p:cNvPr id="14" name="shape-512">
            <a:extLst xmlns:a="http://schemas.openxmlformats.org/drawingml/2006/main">
              <a:ext uri="{FF2B5EF4-FFF2-40B4-BE49-F238E27FC236}">
                <a16:creationId xmlns:a16="http://schemas.microsoft.com/office/drawing/2014/main" id="{EDA0AA90-92B3-4760-90F2-B2F69AFA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13">
            <a:extLst xmlns:a="http://schemas.openxmlformats.org/drawingml/2006/main">
              <a:ext uri="{FF2B5EF4-FFF2-40B4-BE49-F238E27FC236}">
                <a16:creationId xmlns:a16="http://schemas.microsoft.com/office/drawing/2014/main" id="{2E2B4B06-0F03-4C7B-9D41-16C45F42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514">
            <a:extLst xmlns:a="http://schemas.openxmlformats.org/drawingml/2006/main">
              <a:ext uri="{FF2B5EF4-FFF2-40B4-BE49-F238E27FC236}">
                <a16:creationId xmlns:a16="http://schemas.microsoft.com/office/drawing/2014/main" id="{577185EC-509B-4121-B207-2FD15BF2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互動介面</a:t>
            </a:r>
          </a:p>
        </p:txBody>
      </p:sp>
      <p:sp>
        <p:nvSpPr>
          <p:cNvPr id="17" name="text-515">
            <a:extLst xmlns:a="http://schemas.openxmlformats.org/drawingml/2006/main">
              <a:ext uri="{FF2B5EF4-FFF2-40B4-BE49-F238E27FC236}">
                <a16:creationId xmlns:a16="http://schemas.microsoft.com/office/drawing/2014/main" id="{086B2BFD-FDCC-4245-9A3C-8A351F2F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加入搜尋、篩選、展開、匯出與手機操作，讓紀錄真的能被使用。</a:t>
            </a:r>
          </a:p>
        </p:txBody>
      </p:sp>
      <p:sp>
        <p:nvSpPr>
          <p:cNvPr id="18" name="shape-516">
            <a:extLst xmlns:a="http://schemas.openxmlformats.org/drawingml/2006/main">
              <a:ext uri="{FF2B5EF4-FFF2-40B4-BE49-F238E27FC236}">
                <a16:creationId xmlns:a16="http://schemas.microsoft.com/office/drawing/2014/main" id="{4B1107F6-2B49-4614-919F-94EB898BA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17">
            <a:extLst xmlns:a="http://schemas.openxmlformats.org/drawingml/2006/main">
              <a:ext uri="{FF2B5EF4-FFF2-40B4-BE49-F238E27FC236}">
                <a16:creationId xmlns:a16="http://schemas.microsoft.com/office/drawing/2014/main" id="{73E19621-513B-41EC-B98B-A2983239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518">
            <a:extLst xmlns:a="http://schemas.openxmlformats.org/drawingml/2006/main">
              <a:ext uri="{FF2B5EF4-FFF2-40B4-BE49-F238E27FC236}">
                <a16:creationId xmlns:a16="http://schemas.microsoft.com/office/drawing/2014/main" id="{5D06013C-9177-4232-B314-B8EBA96D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部署驗收</a:t>
            </a:r>
          </a:p>
        </p:txBody>
      </p:sp>
      <p:sp>
        <p:nvSpPr>
          <p:cNvPr id="21" name="text-519">
            <a:extLst xmlns:a="http://schemas.openxmlformats.org/drawingml/2006/main">
              <a:ext uri="{FF2B5EF4-FFF2-40B4-BE49-F238E27FC236}">
                <a16:creationId xmlns:a16="http://schemas.microsoft.com/office/drawing/2014/main" id="{51B69D64-21F8-44B8-A084-FDCC03EC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 RWD、無個資、可嵌入 Google Sites，並列出權限與備援方案。</a:t>
            </a:r>
          </a:p>
        </p:txBody>
      </p:sp>
      <p:sp>
        <p:nvSpPr>
          <p:cNvPr id="22" name="text-755">
            <a:extLst xmlns:a="http://schemas.openxmlformats.org/drawingml/2006/main">
              <a:ext uri="{FF2B5EF4-FFF2-40B4-BE49-F238E27FC236}">
                <a16:creationId xmlns:a16="http://schemas.microsoft.com/office/drawing/2014/main" id="{4CB23F43-D28B-49D3-A51D-9746FAF3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35d849b561e45a8"/>
              </a:rPr>
              <a:t>開啟 Gemini Canvas ↗</a:t>
            </a:r>
          </a:p>
        </p:txBody>
      </p:sp>
      <p:sp>
        <p:nvSpPr>
          <p:cNvPr id="23" name="shape-814">
            <a:extLst xmlns:a="http://schemas.openxmlformats.org/drawingml/2006/main">
              <a:ext uri="{FF2B5EF4-FFF2-40B4-BE49-F238E27FC236}">
                <a16:creationId xmlns:a16="http://schemas.microsoft.com/office/drawing/2014/main" id="{C084B456-7F77-4B3D-9BD9-389171B2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43ac4197324e5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815">
            <a:extLst xmlns:a="http://schemas.openxmlformats.org/drawingml/2006/main">
              <a:ext uri="{FF2B5EF4-FFF2-40B4-BE49-F238E27FC236}">
                <a16:creationId xmlns:a16="http://schemas.microsoft.com/office/drawing/2014/main" id="{EB18C3B1-B473-4BF0-A3E2-7ED926FA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3901051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520">
            <a:extLst xmlns:a="http://schemas.openxmlformats.org/drawingml/2006/main">
              <a:ext uri="{FF2B5EF4-FFF2-40B4-BE49-F238E27FC236}">
                <a16:creationId xmlns:a16="http://schemas.microsoft.com/office/drawing/2014/main" id="{E44F2837-0A31-4347-95AC-9453AE0E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CANVAS → GOOGLE SITES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51DCF65-0A31-4AE2-8204-9C1B643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示範：教師會議紀錄線上系統</a:t>
            </a:r>
          </a:p>
        </p:txBody>
      </p:sp>
      <p:cxnSp>
        <p:nvCxnSpPr>
          <p:cNvPr id="38" name="shape-52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22">
            <a:extLst xmlns:a="http://schemas.openxmlformats.org/drawingml/2006/main">
              <a:ext uri="{FF2B5EF4-FFF2-40B4-BE49-F238E27FC236}">
                <a16:creationId xmlns:a16="http://schemas.microsoft.com/office/drawing/2014/main" id="{47D5639A-5FC6-4379-A4E1-1EDF804C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A339150-23D2-4B81-BDB4-B10D1288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shape-523">
            <a:extLst xmlns:a="http://schemas.openxmlformats.org/drawingml/2006/main">
              <a:ext uri="{FF2B5EF4-FFF2-40B4-BE49-F238E27FC236}">
                <a16:creationId xmlns:a16="http://schemas.microsoft.com/office/drawing/2014/main" id="{033F3C00-4D96-406E-96E5-ABB52BE8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24">
            <a:extLst xmlns:a="http://schemas.openxmlformats.org/drawingml/2006/main">
              <a:ext uri="{FF2B5EF4-FFF2-40B4-BE49-F238E27FC236}">
                <a16:creationId xmlns:a16="http://schemas.microsoft.com/office/drawing/2014/main" id="{87FC622F-E96E-4A78-91AC-26FFCCBB3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25">
            <a:extLst xmlns:a="http://schemas.openxmlformats.org/drawingml/2006/main">
              <a:ext uri="{FF2B5EF4-FFF2-40B4-BE49-F238E27FC236}">
                <a16:creationId xmlns:a16="http://schemas.microsoft.com/office/drawing/2014/main" id="{E368BCB9-A882-4908-812A-25618DBD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26">
            <a:extLst xmlns:a="http://schemas.openxmlformats.org/drawingml/2006/main">
              <a:ext uri="{FF2B5EF4-FFF2-40B4-BE49-F238E27FC236}">
                <a16:creationId xmlns:a16="http://schemas.microsoft.com/office/drawing/2014/main" id="{A6881D16-4238-4D18-B71A-96B4641A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規格</a:t>
            </a:r>
          </a:p>
        </p:txBody>
      </p:sp>
      <p:sp>
        <p:nvSpPr>
          <p:cNvPr id="10" name="text-527">
            <a:extLst xmlns:a="http://schemas.openxmlformats.org/drawingml/2006/main">
              <a:ext uri="{FF2B5EF4-FFF2-40B4-BE49-F238E27FC236}">
                <a16:creationId xmlns:a16="http://schemas.microsoft.com/office/drawing/2014/main" id="{DB639AB5-4FD3-4C6D-AB1A-E062CA14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先寫使用者、欄位與一筆合成會議資料</a:t>
            </a:r>
          </a:p>
        </p:txBody>
      </p:sp>
      <p:sp>
        <p:nvSpPr>
          <p:cNvPr id="11" name="text-528">
            <a:extLst xmlns:a="http://schemas.openxmlformats.org/drawingml/2006/main">
              <a:ext uri="{FF2B5EF4-FFF2-40B4-BE49-F238E27FC236}">
                <a16:creationId xmlns:a16="http://schemas.microsoft.com/office/drawing/2014/main" id="{EBB17793-5F38-4237-9F29-AF93F393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29">
            <a:extLst xmlns:a="http://schemas.openxmlformats.org/drawingml/2006/main">
              <a:ext uri="{FF2B5EF4-FFF2-40B4-BE49-F238E27FC236}">
                <a16:creationId xmlns:a16="http://schemas.microsoft.com/office/drawing/2014/main" id="{8DB46EB5-9F65-4671-A6BA-C7974072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30">
            <a:extLst xmlns:a="http://schemas.openxmlformats.org/drawingml/2006/main">
              <a:ext uri="{FF2B5EF4-FFF2-40B4-BE49-F238E27FC236}">
                <a16:creationId xmlns:a16="http://schemas.microsoft.com/office/drawing/2014/main" id="{8459B29D-CA46-4831-A7F6-60397904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31">
            <a:extLst xmlns:a="http://schemas.openxmlformats.org/drawingml/2006/main">
              <a:ext uri="{FF2B5EF4-FFF2-40B4-BE49-F238E27FC236}">
                <a16:creationId xmlns:a16="http://schemas.microsoft.com/office/drawing/2014/main" id="{94CF4EA1-D55D-4376-9281-031C9BF4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32">
            <a:extLst xmlns:a="http://schemas.openxmlformats.org/drawingml/2006/main">
              <a:ext uri="{FF2B5EF4-FFF2-40B4-BE49-F238E27FC236}">
                <a16:creationId xmlns:a16="http://schemas.microsoft.com/office/drawing/2014/main" id="{655EA6F4-AC56-4A72-B180-164D3215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16" name="text-533">
            <a:extLst xmlns:a="http://schemas.openxmlformats.org/drawingml/2006/main">
              <a:ext uri="{FF2B5EF4-FFF2-40B4-BE49-F238E27FC236}">
                <a16:creationId xmlns:a16="http://schemas.microsoft.com/office/drawing/2014/main" id="{51BF920F-65B9-40B0-9E1B-06AB9E36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做出重點、決議、待辦與搜尋的最小原型</a:t>
            </a:r>
          </a:p>
        </p:txBody>
      </p:sp>
      <p:sp>
        <p:nvSpPr>
          <p:cNvPr id="17" name="text-534">
            <a:extLst xmlns:a="http://schemas.openxmlformats.org/drawingml/2006/main">
              <a:ext uri="{FF2B5EF4-FFF2-40B4-BE49-F238E27FC236}">
                <a16:creationId xmlns:a16="http://schemas.microsoft.com/office/drawing/2014/main" id="{48960E44-9D45-42A2-BA57-D8FA3F8B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35">
            <a:extLst xmlns:a="http://schemas.openxmlformats.org/drawingml/2006/main">
              <a:ext uri="{FF2B5EF4-FFF2-40B4-BE49-F238E27FC236}">
                <a16:creationId xmlns:a16="http://schemas.microsoft.com/office/drawing/2014/main" id="{AB855A7C-1D38-4743-8B01-629B1183D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36">
            <a:extLst xmlns:a="http://schemas.openxmlformats.org/drawingml/2006/main">
              <a:ext uri="{FF2B5EF4-FFF2-40B4-BE49-F238E27FC236}">
                <a16:creationId xmlns:a16="http://schemas.microsoft.com/office/drawing/2014/main" id="{015B450F-6AE1-4B2F-B495-E1E4F46C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37">
            <a:extLst xmlns:a="http://schemas.openxmlformats.org/drawingml/2006/main">
              <a:ext uri="{FF2B5EF4-FFF2-40B4-BE49-F238E27FC236}">
                <a16:creationId xmlns:a16="http://schemas.microsoft.com/office/drawing/2014/main" id="{C1A35F90-9A29-498A-9652-8B84F1FBE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38">
            <a:extLst xmlns:a="http://schemas.openxmlformats.org/drawingml/2006/main">
              <a:ext uri="{FF2B5EF4-FFF2-40B4-BE49-F238E27FC236}">
                <a16:creationId xmlns:a16="http://schemas.microsoft.com/office/drawing/2014/main" id="{23668EC4-50EE-47BE-92A3-5DDA969B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22" name="text-539">
            <a:extLst xmlns:a="http://schemas.openxmlformats.org/drawingml/2006/main">
              <a:ext uri="{FF2B5EF4-FFF2-40B4-BE49-F238E27FC236}">
                <a16:creationId xmlns:a16="http://schemas.microsoft.com/office/drawing/2014/main" id="{01CE2241-B8FB-4D8F-B810-5DD1D625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操作篩選、展開、匯出，檢查 RWD 與鍵盤路徑</a:t>
            </a:r>
          </a:p>
        </p:txBody>
      </p:sp>
      <p:sp>
        <p:nvSpPr>
          <p:cNvPr id="23" name="text-540">
            <a:extLst xmlns:a="http://schemas.openxmlformats.org/drawingml/2006/main">
              <a:ext uri="{FF2B5EF4-FFF2-40B4-BE49-F238E27FC236}">
                <a16:creationId xmlns:a16="http://schemas.microsoft.com/office/drawing/2014/main" id="{CCA4CB1A-3523-4AA7-9A2A-C062A2B3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41">
            <a:extLst xmlns:a="http://schemas.openxmlformats.org/drawingml/2006/main">
              <a:ext uri="{FF2B5EF4-FFF2-40B4-BE49-F238E27FC236}">
                <a16:creationId xmlns:a16="http://schemas.microsoft.com/office/drawing/2014/main" id="{E354A1CC-7D8F-4151-B90E-34FDA6D0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42">
            <a:extLst xmlns:a="http://schemas.openxmlformats.org/drawingml/2006/main">
              <a:ext uri="{FF2B5EF4-FFF2-40B4-BE49-F238E27FC236}">
                <a16:creationId xmlns:a16="http://schemas.microsoft.com/office/drawing/2014/main" id="{1DDE5CD4-A83A-41E9-981A-FABB54CA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43">
            <a:extLst xmlns:a="http://schemas.openxmlformats.org/drawingml/2006/main">
              <a:ext uri="{FF2B5EF4-FFF2-40B4-BE49-F238E27FC236}">
                <a16:creationId xmlns:a16="http://schemas.microsoft.com/office/drawing/2014/main" id="{C11D404B-65B1-4C1F-8ED8-2CDFBC02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44">
            <a:extLst xmlns:a="http://schemas.openxmlformats.org/drawingml/2006/main">
              <a:ext uri="{FF2B5EF4-FFF2-40B4-BE49-F238E27FC236}">
                <a16:creationId xmlns:a16="http://schemas.microsoft.com/office/drawing/2014/main" id="{8A56DEEF-2A79-4F97-80ED-B551CB3B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8" name="text-545">
            <a:extLst xmlns:a="http://schemas.openxmlformats.org/drawingml/2006/main">
              <a:ext uri="{FF2B5EF4-FFF2-40B4-BE49-F238E27FC236}">
                <a16:creationId xmlns:a16="http://schemas.microsoft.com/office/drawing/2014/main" id="{D0A04814-CF62-4C03-B005-0A83D759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修正權限、無障礙與嵌入限制，再交給 Google Sites</a:t>
            </a:r>
          </a:p>
        </p:txBody>
      </p:sp>
      <p:sp>
        <p:nvSpPr>
          <p:cNvPr id="29" name="text-546">
            <a:extLst xmlns:a="http://schemas.openxmlformats.org/drawingml/2006/main">
              <a:ext uri="{FF2B5EF4-FFF2-40B4-BE49-F238E27FC236}">
                <a16:creationId xmlns:a16="http://schemas.microsoft.com/office/drawing/2014/main" id="{51DFDC68-45D6-48A5-92DA-09519FFE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756">
            <a:extLst xmlns:a="http://schemas.openxmlformats.org/drawingml/2006/main">
              <a:ext uri="{FF2B5EF4-FFF2-40B4-BE49-F238E27FC236}">
                <a16:creationId xmlns:a16="http://schemas.microsoft.com/office/drawing/2014/main" id="{88C04C77-9DAF-4569-8281-789FCFF3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bc5d2fe8ca14f23"/>
              </a:rPr>
              <a:t>Canvas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9f76555ce5847d5"/>
              </a:rPr>
              <a:t>會議紀錄系統 ↗</a:t>
            </a:r>
          </a:p>
        </p:txBody>
      </p:sp>
      <p:sp>
        <p:nvSpPr>
          <p:cNvPr id="31" name="shape-816">
            <a:extLst xmlns:a="http://schemas.openxmlformats.org/drawingml/2006/main">
              <a:ext uri="{FF2B5EF4-FFF2-40B4-BE49-F238E27FC236}">
                <a16:creationId xmlns:a16="http://schemas.microsoft.com/office/drawing/2014/main" id="{ECFF6F34-F0E8-4C18-BCD3-F872A0D1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81a020f6c2423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817">
            <a:extLst xmlns:a="http://schemas.openxmlformats.org/drawingml/2006/main">
              <a:ext uri="{FF2B5EF4-FFF2-40B4-BE49-F238E27FC236}">
                <a16:creationId xmlns:a16="http://schemas.microsoft.com/office/drawing/2014/main" id="{CE95C45B-328D-477D-9390-BEE9ED9D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9cf4ad573743f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818">
            <a:extLst xmlns:a="http://schemas.openxmlformats.org/drawingml/2006/main">
              <a:ext uri="{FF2B5EF4-FFF2-40B4-BE49-F238E27FC236}">
                <a16:creationId xmlns:a16="http://schemas.microsoft.com/office/drawing/2014/main" id="{256C1C1B-F30D-41B4-9F91-230CBC06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122018268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547">
            <a:extLst xmlns:a="http://schemas.openxmlformats.org/drawingml/2006/main">
              <a:ext uri="{FF2B5EF4-FFF2-40B4-BE49-F238E27FC236}">
                <a16:creationId xmlns:a16="http://schemas.microsoft.com/office/drawing/2014/main" id="{3F7A0586-CC41-404A-B491-D0A2EE8A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B19708-FDA7-46A9-A50A-93E47A04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實作三｜Canvas 會議紀錄 × Google Sites</a:t>
            </a:r>
          </a:p>
        </p:txBody>
      </p:sp>
      <p:cxnSp>
        <p:nvCxnSpPr>
          <p:cNvPr id="29" name="shape-54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49">
            <a:extLst xmlns:a="http://schemas.openxmlformats.org/drawingml/2006/main">
              <a:ext uri="{FF2B5EF4-FFF2-40B4-BE49-F238E27FC236}">
                <a16:creationId xmlns:a16="http://schemas.microsoft.com/office/drawing/2014/main" id="{9A774559-0F47-414A-BD25-6AD1E512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34EF558-1FB6-4424-8400-6A16E6AD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text-550">
            <a:extLst xmlns:a="http://schemas.openxmlformats.org/drawingml/2006/main">
              <a:ext uri="{FF2B5EF4-FFF2-40B4-BE49-F238E27FC236}">
                <a16:creationId xmlns:a16="http://schemas.microsoft.com/office/drawing/2014/main" id="{D3BF1C5F-2EF4-468A-889A-1B4B181C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551">
            <a:extLst xmlns:a="http://schemas.openxmlformats.org/drawingml/2006/main">
              <a:ext uri="{FF2B5EF4-FFF2-40B4-BE49-F238E27FC236}">
                <a16:creationId xmlns:a16="http://schemas.microsoft.com/office/drawing/2014/main" id="{DD503ADF-1C06-4B8E-AF4E-37ACAE72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552">
            <a:extLst xmlns:a="http://schemas.openxmlformats.org/drawingml/2006/main">
              <a:ext uri="{FF2B5EF4-FFF2-40B4-BE49-F238E27FC236}">
                <a16:creationId xmlns:a16="http://schemas.microsoft.com/office/drawing/2014/main" id="{B8F365C6-BF47-43C4-849E-6585F837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53">
            <a:extLst xmlns:a="http://schemas.openxmlformats.org/drawingml/2006/main">
              <a:ext uri="{FF2B5EF4-FFF2-40B4-BE49-F238E27FC236}">
                <a16:creationId xmlns:a16="http://schemas.microsoft.com/office/drawing/2014/main" id="{9D0A1FF6-FEE0-4475-B81E-8B7FABCC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 Canvas 生成含重點、決議、待辦與搜尋的最小原型</a:t>
            </a:r>
          </a:p>
        </p:txBody>
      </p:sp>
      <p:sp>
        <p:nvSpPr>
          <p:cNvPr id="10" name="text-554">
            <a:extLst xmlns:a="http://schemas.openxmlformats.org/drawingml/2006/main">
              <a:ext uri="{FF2B5EF4-FFF2-40B4-BE49-F238E27FC236}">
                <a16:creationId xmlns:a16="http://schemas.microsoft.com/office/drawing/2014/main" id="{98E7BF88-5170-4FB8-90A9-B4BA051B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55">
            <a:extLst xmlns:a="http://schemas.openxmlformats.org/drawingml/2006/main">
              <a:ext uri="{FF2B5EF4-FFF2-40B4-BE49-F238E27FC236}">
                <a16:creationId xmlns:a16="http://schemas.microsoft.com/office/drawing/2014/main" id="{526430F4-330F-46DA-B676-73592A62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用合成會議資料測試篩選、展開、匯出與手機版</a:t>
            </a:r>
          </a:p>
        </p:txBody>
      </p:sp>
      <p:sp>
        <p:nvSpPr>
          <p:cNvPr id="12" name="text-556">
            <a:extLst xmlns:a="http://schemas.openxmlformats.org/drawingml/2006/main">
              <a:ext uri="{FF2B5EF4-FFF2-40B4-BE49-F238E27FC236}">
                <a16:creationId xmlns:a16="http://schemas.microsoft.com/office/drawing/2014/main" id="{4CAFADEA-F26A-43F3-940F-7356C0CD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557">
            <a:extLst xmlns:a="http://schemas.openxmlformats.org/drawingml/2006/main">
              <a:ext uri="{FF2B5EF4-FFF2-40B4-BE49-F238E27FC236}">
                <a16:creationId xmlns:a16="http://schemas.microsoft.com/office/drawing/2014/main" id="{EF344345-377E-4EE5-BA71-B1A7B1FB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複製分享網址或嵌入碼，於 Google Sites 插入 → 嵌入 → 預覽</a:t>
            </a:r>
          </a:p>
        </p:txBody>
      </p:sp>
      <p:sp>
        <p:nvSpPr>
          <p:cNvPr id="14" name="text-558">
            <a:extLst xmlns:a="http://schemas.openxmlformats.org/drawingml/2006/main">
              <a:ext uri="{FF2B5EF4-FFF2-40B4-BE49-F238E27FC236}">
                <a16:creationId xmlns:a16="http://schemas.microsoft.com/office/drawing/2014/main" id="{8FCD8585-219C-4C5C-B898-865DE70DB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559">
            <a:extLst xmlns:a="http://schemas.openxmlformats.org/drawingml/2006/main">
              <a:ext uri="{FF2B5EF4-FFF2-40B4-BE49-F238E27FC236}">
                <a16:creationId xmlns:a16="http://schemas.microsoft.com/office/drawing/2014/main" id="{4848307A-E6C9-43ED-BF76-2DE6B3A8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發布前檢查權限；若 X-Frame 被阻擋，保留外開連結作備援</a:t>
            </a:r>
          </a:p>
        </p:txBody>
      </p:sp>
      <p:sp>
        <p:nvSpPr>
          <p:cNvPr id="16" name="shape-560">
            <a:extLst xmlns:a="http://schemas.openxmlformats.org/drawingml/2006/main">
              <a:ext uri="{FF2B5EF4-FFF2-40B4-BE49-F238E27FC236}">
                <a16:creationId xmlns:a16="http://schemas.microsoft.com/office/drawing/2014/main" id="{75DEC51B-D19C-4CD6-BEBB-D0800752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561">
            <a:extLst xmlns:a="http://schemas.openxmlformats.org/drawingml/2006/main">
              <a:ext uri="{FF2B5EF4-FFF2-40B4-BE49-F238E27FC236}">
                <a16:creationId xmlns:a16="http://schemas.microsoft.com/office/drawing/2014/main" id="{16A56CAA-4C28-4C02-8D43-76656BEB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562">
            <a:extLst xmlns:a="http://schemas.openxmlformats.org/drawingml/2006/main">
              <a:ext uri="{FF2B5EF4-FFF2-40B4-BE49-F238E27FC236}">
                <a16:creationId xmlns:a16="http://schemas.microsoft.com/office/drawing/2014/main" id="{0AAC465B-1374-44CC-9AC9-BC6CA85C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桌機／手機都能完成主要操作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至少一筆會議紀錄可查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Google Sites 預覽成功或有外開備援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不含個資且保留人工確認</a:t>
            </a:r>
          </a:p>
        </p:txBody>
      </p:sp>
      <p:sp>
        <p:nvSpPr>
          <p:cNvPr id="19" name="text-757">
            <a:extLst xmlns:a="http://schemas.openxmlformats.org/drawingml/2006/main">
              <a:ext uri="{FF2B5EF4-FFF2-40B4-BE49-F238E27FC236}">
                <a16:creationId xmlns:a16="http://schemas.microsoft.com/office/drawing/2014/main" id="{8392699B-CBAA-4DB6-81A1-603162F9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aa8e91623ce44c1"/>
              </a:rPr>
              <a:t>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afc3b494c7148b9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29bae1c7b5d45cc"/>
              </a:rPr>
              <a:t>Google Sites ↗</a:t>
            </a:r>
          </a:p>
        </p:txBody>
      </p:sp>
      <p:sp>
        <p:nvSpPr>
          <p:cNvPr id="20" name="shape-819">
            <a:extLst xmlns:a="http://schemas.openxmlformats.org/drawingml/2006/main">
              <a:ext uri="{FF2B5EF4-FFF2-40B4-BE49-F238E27FC236}">
                <a16:creationId xmlns:a16="http://schemas.microsoft.com/office/drawing/2014/main" id="{5AE1D2DB-AD1B-4AD7-A485-3D0B4B6E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fb38045fc54afe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820">
            <a:extLst xmlns:a="http://schemas.openxmlformats.org/drawingml/2006/main">
              <a:ext uri="{FF2B5EF4-FFF2-40B4-BE49-F238E27FC236}">
                <a16:creationId xmlns:a16="http://schemas.microsoft.com/office/drawing/2014/main" id="{242B77D4-9E84-4A4D-BDD7-E38CD96D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b6a966e4414510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821">
            <a:extLst xmlns:a="http://schemas.openxmlformats.org/drawingml/2006/main">
              <a:ext uri="{FF2B5EF4-FFF2-40B4-BE49-F238E27FC236}">
                <a16:creationId xmlns:a16="http://schemas.microsoft.com/office/drawing/2014/main" id="{C9E7A5E3-BEBD-4BDA-80BB-B2AA5F58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b0f6a9c57743b5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822">
            <a:extLst xmlns:a="http://schemas.openxmlformats.org/drawingml/2006/main">
              <a:ext uri="{FF2B5EF4-FFF2-40B4-BE49-F238E27FC236}">
                <a16:creationId xmlns:a16="http://schemas.microsoft.com/office/drawing/2014/main" id="{68F864F7-89D0-4B59-BE7F-B287E8D2E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9770511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563">
            <a:extLst xmlns:a="http://schemas.openxmlformats.org/drawingml/2006/main">
              <a:ext uri="{FF2B5EF4-FFF2-40B4-BE49-F238E27FC236}">
                <a16:creationId xmlns:a16="http://schemas.microsoft.com/office/drawing/2014/main" id="{182E6B29-30E7-4746-9B53-25DA1D2E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48F12AC-D5FC-45C4-8FE9-9DC21091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30" name="shape-5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65">
            <a:extLst xmlns:a="http://schemas.openxmlformats.org/drawingml/2006/main">
              <a:ext uri="{FF2B5EF4-FFF2-40B4-BE49-F238E27FC236}">
                <a16:creationId xmlns:a16="http://schemas.microsoft.com/office/drawing/2014/main" id="{3B67C72E-671D-43DE-87C0-26132833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4E64B82-758B-4BA8-B933-42A73236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shape-566">
            <a:extLst xmlns:a="http://schemas.openxmlformats.org/drawingml/2006/main">
              <a:ext uri="{FF2B5EF4-FFF2-40B4-BE49-F238E27FC236}">
                <a16:creationId xmlns:a16="http://schemas.microsoft.com/office/drawing/2014/main" id="{9296B875-A626-45A1-9937-51B21411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67">
            <a:extLst xmlns:a="http://schemas.openxmlformats.org/drawingml/2006/main">
              <a:ext uri="{FF2B5EF4-FFF2-40B4-BE49-F238E27FC236}">
                <a16:creationId xmlns:a16="http://schemas.microsoft.com/office/drawing/2014/main" id="{3E85EB5A-E35C-46EB-8F21-553184E9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568">
            <a:extLst xmlns:a="http://schemas.openxmlformats.org/drawingml/2006/main">
              <a:ext uri="{FF2B5EF4-FFF2-40B4-BE49-F238E27FC236}">
                <a16:creationId xmlns:a16="http://schemas.microsoft.com/office/drawing/2014/main" id="{F4FCB641-F2F9-474A-9840-C6D73A1D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569">
            <a:extLst xmlns:a="http://schemas.openxmlformats.org/drawingml/2006/main">
              <a:ext uri="{FF2B5EF4-FFF2-40B4-BE49-F238E27FC236}">
                <a16:creationId xmlns:a16="http://schemas.microsoft.com/office/drawing/2014/main" id="{B93EBAA0-D139-42D4-A960-5EF76920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570">
            <a:extLst xmlns:a="http://schemas.openxmlformats.org/drawingml/2006/main">
              <a:ext uri="{FF2B5EF4-FFF2-40B4-BE49-F238E27FC236}">
                <a16:creationId xmlns:a16="http://schemas.microsoft.com/office/drawing/2014/main" id="{A7CDE1BF-B2EC-4504-879E-1055E051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71">
            <a:extLst xmlns:a="http://schemas.openxmlformats.org/drawingml/2006/main">
              <a:ext uri="{FF2B5EF4-FFF2-40B4-BE49-F238E27FC236}">
                <a16:creationId xmlns:a16="http://schemas.microsoft.com/office/drawing/2014/main" id="{0C4D0FD7-A46B-4504-B931-731DB5F2A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572">
            <a:extLst xmlns:a="http://schemas.openxmlformats.org/drawingml/2006/main">
              <a:ext uri="{FF2B5EF4-FFF2-40B4-BE49-F238E27FC236}">
                <a16:creationId xmlns:a16="http://schemas.microsoft.com/office/drawing/2014/main" id="{FCE40338-A753-4C0B-805B-188174E4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573">
            <a:extLst xmlns:a="http://schemas.openxmlformats.org/drawingml/2006/main">
              <a:ext uri="{FF2B5EF4-FFF2-40B4-BE49-F238E27FC236}">
                <a16:creationId xmlns:a16="http://schemas.microsoft.com/office/drawing/2014/main" id="{03E9A157-1955-4F98-A30B-747E74B1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574">
            <a:extLst xmlns:a="http://schemas.openxmlformats.org/drawingml/2006/main">
              <a:ext uri="{FF2B5EF4-FFF2-40B4-BE49-F238E27FC236}">
                <a16:creationId xmlns:a16="http://schemas.microsoft.com/office/drawing/2014/main" id="{63E3975A-C819-4767-96C6-3D987C8F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75">
            <a:extLst xmlns:a="http://schemas.openxmlformats.org/drawingml/2006/main">
              <a:ext uri="{FF2B5EF4-FFF2-40B4-BE49-F238E27FC236}">
                <a16:creationId xmlns:a16="http://schemas.microsoft.com/office/drawing/2014/main" id="{8627D30B-C0B2-4D2D-95AD-38BC4BAB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576">
            <a:extLst xmlns:a="http://schemas.openxmlformats.org/drawingml/2006/main">
              <a:ext uri="{FF2B5EF4-FFF2-40B4-BE49-F238E27FC236}">
                <a16:creationId xmlns:a16="http://schemas.microsoft.com/office/drawing/2014/main" id="{FA7B4081-5079-4C88-9DB1-2602324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577">
            <a:extLst xmlns:a="http://schemas.openxmlformats.org/drawingml/2006/main">
              <a:ext uri="{FF2B5EF4-FFF2-40B4-BE49-F238E27FC236}">
                <a16:creationId xmlns:a16="http://schemas.microsoft.com/office/drawing/2014/main" id="{B6848A73-8B39-4072-AEF4-10127CB3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578">
            <a:extLst xmlns:a="http://schemas.openxmlformats.org/drawingml/2006/main">
              <a:ext uri="{FF2B5EF4-FFF2-40B4-BE49-F238E27FC236}">
                <a16:creationId xmlns:a16="http://schemas.microsoft.com/office/drawing/2014/main" id="{1DE5D14C-18EE-4379-BA2D-97C230F1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79">
            <a:extLst xmlns:a="http://schemas.openxmlformats.org/drawingml/2006/main">
              <a:ext uri="{FF2B5EF4-FFF2-40B4-BE49-F238E27FC236}">
                <a16:creationId xmlns:a16="http://schemas.microsoft.com/office/drawing/2014/main" id="{584E6FC8-24E4-42DD-8547-B2E2A7E6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580">
            <a:extLst xmlns:a="http://schemas.openxmlformats.org/drawingml/2006/main">
              <a:ext uri="{FF2B5EF4-FFF2-40B4-BE49-F238E27FC236}">
                <a16:creationId xmlns:a16="http://schemas.microsoft.com/office/drawing/2014/main" id="{B83C9DB1-1A3D-49D7-A489-99B507A6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581">
            <a:extLst xmlns:a="http://schemas.openxmlformats.org/drawingml/2006/main">
              <a:ext uri="{FF2B5EF4-FFF2-40B4-BE49-F238E27FC236}">
                <a16:creationId xmlns:a16="http://schemas.microsoft.com/office/drawing/2014/main" id="{D601AA86-7C9F-4566-B464-248AE78F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758">
            <a:extLst xmlns:a="http://schemas.openxmlformats.org/drawingml/2006/main">
              <a:ext uri="{FF2B5EF4-FFF2-40B4-BE49-F238E27FC236}">
                <a16:creationId xmlns:a16="http://schemas.microsoft.com/office/drawing/2014/main" id="{E2F9D716-6103-432B-8ED6-085EA45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2b3e19eaafa4228"/>
              </a:rPr>
              <a:t>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1d6e74351fa4d21"/>
              </a:rPr>
              <a:t>會議紀錄 ↗</a:t>
            </a:r>
          </a:p>
        </p:txBody>
      </p:sp>
      <p:sp>
        <p:nvSpPr>
          <p:cNvPr id="23" name="shape-823">
            <a:extLst xmlns:a="http://schemas.openxmlformats.org/drawingml/2006/main">
              <a:ext uri="{FF2B5EF4-FFF2-40B4-BE49-F238E27FC236}">
                <a16:creationId xmlns:a16="http://schemas.microsoft.com/office/drawing/2014/main" id="{09E8EC3E-4B99-4FD9-8350-8EFC762D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9f40b8a416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824">
            <a:extLst xmlns:a="http://schemas.openxmlformats.org/drawingml/2006/main">
              <a:ext uri="{FF2B5EF4-FFF2-40B4-BE49-F238E27FC236}">
                <a16:creationId xmlns:a16="http://schemas.microsoft.com/office/drawing/2014/main" id="{63631C7F-1BBF-4C94-95A2-A50832F4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18991d6317467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825">
            <a:extLst xmlns:a="http://schemas.openxmlformats.org/drawingml/2006/main">
              <a:ext uri="{FF2B5EF4-FFF2-40B4-BE49-F238E27FC236}">
                <a16:creationId xmlns:a16="http://schemas.microsoft.com/office/drawing/2014/main" id="{287FA3FD-2BBD-4EEF-8056-E053CA1E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42306322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82">
            <a:extLst xmlns:a="http://schemas.openxmlformats.org/drawingml/2006/main">
              <a:ext uri="{FF2B5EF4-FFF2-40B4-BE49-F238E27FC236}">
                <a16:creationId xmlns:a16="http://schemas.microsoft.com/office/drawing/2014/main" id="{DFB84949-8364-4296-9651-3B87E773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07F73BA-1BA6-4E2E-BDEC-91D5BAB3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8" name="shape-5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84">
            <a:extLst xmlns:a="http://schemas.openxmlformats.org/drawingml/2006/main">
              <a:ext uri="{FF2B5EF4-FFF2-40B4-BE49-F238E27FC236}">
                <a16:creationId xmlns:a16="http://schemas.microsoft.com/office/drawing/2014/main" id="{E9EC1C5F-AE69-46CF-ABCC-F344C53F2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AE94ADA-CB25-43B7-9E7A-E56E73BBC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585">
            <a:extLst xmlns:a="http://schemas.openxmlformats.org/drawingml/2006/main">
              <a:ext uri="{FF2B5EF4-FFF2-40B4-BE49-F238E27FC236}">
                <a16:creationId xmlns:a16="http://schemas.microsoft.com/office/drawing/2014/main" id="{537A4729-AB2B-41BA-8402-720B584D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586">
            <a:extLst xmlns:a="http://schemas.openxmlformats.org/drawingml/2006/main">
              <a:ext uri="{FF2B5EF4-FFF2-40B4-BE49-F238E27FC236}">
                <a16:creationId xmlns:a16="http://schemas.microsoft.com/office/drawing/2014/main" id="{6026BBD7-F0CA-4CA3-A15A-C79AAAB3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587">
            <a:extLst xmlns:a="http://schemas.openxmlformats.org/drawingml/2006/main">
              <a:ext uri="{FF2B5EF4-FFF2-40B4-BE49-F238E27FC236}">
                <a16:creationId xmlns:a16="http://schemas.microsoft.com/office/drawing/2014/main" id="{EDFC2CF1-FAB4-48B0-B476-ABCC3C55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588">
            <a:extLst xmlns:a="http://schemas.openxmlformats.org/drawingml/2006/main">
              <a:ext uri="{FF2B5EF4-FFF2-40B4-BE49-F238E27FC236}">
                <a16:creationId xmlns:a16="http://schemas.microsoft.com/office/drawing/2014/main" id="{C9A38089-F4BF-48B2-BDE7-D1C7EE70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可直接嵌入 Canvas 作品與會議紀錄系統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拖放編輯、多人協作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589">
            <a:extLst xmlns:a="http://schemas.openxmlformats.org/drawingml/2006/main">
              <a:ext uri="{FF2B5EF4-FFF2-40B4-BE49-F238E27FC236}">
                <a16:creationId xmlns:a16="http://schemas.microsoft.com/office/drawing/2014/main" id="{29B2CB72-F4FD-4BAD-BC32-6DCF5ECF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590">
            <a:extLst xmlns:a="http://schemas.openxmlformats.org/drawingml/2006/main">
              <a:ext uri="{FF2B5EF4-FFF2-40B4-BE49-F238E27FC236}">
                <a16:creationId xmlns:a16="http://schemas.microsoft.com/office/drawing/2014/main" id="{C9199DF3-49F8-4E34-9B75-2FDC86F5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原型可改成可版本化網站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591">
            <a:extLst xmlns:a="http://schemas.openxmlformats.org/drawingml/2006/main">
              <a:ext uri="{FF2B5EF4-FFF2-40B4-BE49-F238E27FC236}">
                <a16:creationId xmlns:a16="http://schemas.microsoft.com/office/drawing/2014/main" id="{C95E6863-5FC4-481E-ADDF-53F99326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592">
            <a:extLst xmlns:a="http://schemas.openxmlformats.org/drawingml/2006/main">
              <a:ext uri="{FF2B5EF4-FFF2-40B4-BE49-F238E27FC236}">
                <a16:creationId xmlns:a16="http://schemas.microsoft.com/office/drawing/2014/main" id="{3B85B8F9-5553-482D-978E-BFB6A483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593">
            <a:extLst xmlns:a="http://schemas.openxmlformats.org/drawingml/2006/main">
              <a:ext uri="{FF2B5EF4-FFF2-40B4-BE49-F238E27FC236}">
                <a16:creationId xmlns:a16="http://schemas.microsoft.com/office/drawing/2014/main" id="{010A69D5-DA15-4D89-91DB-82B94252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40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594">
            <a:extLst xmlns:a="http://schemas.openxmlformats.org/drawingml/2006/main">
              <a:ext uri="{FF2B5EF4-FFF2-40B4-BE49-F238E27FC236}">
                <a16:creationId xmlns:a16="http://schemas.microsoft.com/office/drawing/2014/main" id="{9E196BFE-A6DF-4931-91C1-BA2762C4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759">
            <a:extLst xmlns:a="http://schemas.openxmlformats.org/drawingml/2006/main">
              <a:ext uri="{FF2B5EF4-FFF2-40B4-BE49-F238E27FC236}">
                <a16:creationId xmlns:a16="http://schemas.microsoft.com/office/drawing/2014/main" id="{1A41DCC5-D9AF-4995-9048-C2A194A8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796b60333544d52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dd0fd802c2b4006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7db47adcbd741ea"/>
              </a:rPr>
              <a:t>EZPage ↗</a:t>
            </a:r>
          </a:p>
        </p:txBody>
      </p:sp>
      <p:sp>
        <p:nvSpPr>
          <p:cNvPr id="19" name="shape-826">
            <a:extLst xmlns:a="http://schemas.openxmlformats.org/drawingml/2006/main">
              <a:ext uri="{FF2B5EF4-FFF2-40B4-BE49-F238E27FC236}">
                <a16:creationId xmlns:a16="http://schemas.microsoft.com/office/drawing/2014/main" id="{E6EF5ED2-450F-457C-AA2B-43EB8962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aa87c585e34c7b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827">
            <a:extLst xmlns:a="http://schemas.openxmlformats.org/drawingml/2006/main">
              <a:ext uri="{FF2B5EF4-FFF2-40B4-BE49-F238E27FC236}">
                <a16:creationId xmlns:a16="http://schemas.microsoft.com/office/drawing/2014/main" id="{B2FC1BA7-0188-48E0-B4C9-4CF03EAA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a1ab401f504a11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text-828">
            <a:extLst xmlns:a="http://schemas.openxmlformats.org/drawingml/2006/main">
              <a:ext uri="{FF2B5EF4-FFF2-40B4-BE49-F238E27FC236}">
                <a16:creationId xmlns:a16="http://schemas.microsoft.com/office/drawing/2014/main" id="{3A9A988A-B023-45C9-9462-AC4E68CD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616723474f48ce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829">
            <a:extLst xmlns:a="http://schemas.openxmlformats.org/drawingml/2006/main">
              <a:ext uri="{FF2B5EF4-FFF2-40B4-BE49-F238E27FC236}">
                <a16:creationId xmlns:a16="http://schemas.microsoft.com/office/drawing/2014/main" id="{C9CA08E9-4991-45B8-9B92-DD165C4D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78264062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595">
            <a:extLst xmlns:a="http://schemas.openxmlformats.org/drawingml/2006/main">
              <a:ext uri="{FF2B5EF4-FFF2-40B4-BE49-F238E27FC236}">
                <a16:creationId xmlns:a16="http://schemas.microsoft.com/office/drawing/2014/main" id="{B9937DA1-0CB8-4AA7-8341-0E60A846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 · EMBED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A925DA6-B6F6-4EDB-9F09-C0B618CF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Sites：嵌入 Canvas 會議紀錄系統</a:t>
            </a:r>
          </a:p>
        </p:txBody>
      </p:sp>
      <p:cxnSp>
        <p:nvCxnSpPr>
          <p:cNvPr id="38" name="shape-5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97">
            <a:extLst xmlns:a="http://schemas.openxmlformats.org/drawingml/2006/main">
              <a:ext uri="{FF2B5EF4-FFF2-40B4-BE49-F238E27FC236}">
                <a16:creationId xmlns:a16="http://schemas.microsoft.com/office/drawing/2014/main" id="{FC03D6C5-084E-4BE5-BBA2-39FB1DEC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89634F-C034-4A94-8AC3-DB9427EF9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598">
            <a:extLst xmlns:a="http://schemas.openxmlformats.org/drawingml/2006/main">
              <a:ext uri="{FF2B5EF4-FFF2-40B4-BE49-F238E27FC236}">
                <a16:creationId xmlns:a16="http://schemas.microsoft.com/office/drawing/2014/main" id="{31E363A6-C689-4FA1-AAF2-E89382A8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99">
            <a:extLst xmlns:a="http://schemas.openxmlformats.org/drawingml/2006/main">
              <a:ext uri="{FF2B5EF4-FFF2-40B4-BE49-F238E27FC236}">
                <a16:creationId xmlns:a16="http://schemas.microsoft.com/office/drawing/2014/main" id="{7918F415-0368-489C-9D79-150FA3EC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00">
            <a:extLst xmlns:a="http://schemas.openxmlformats.org/drawingml/2006/main">
              <a:ext uri="{FF2B5EF4-FFF2-40B4-BE49-F238E27FC236}">
                <a16:creationId xmlns:a16="http://schemas.microsoft.com/office/drawing/2014/main" id="{980408E1-D568-4028-90D8-8CCE3496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01">
            <a:extLst xmlns:a="http://schemas.openxmlformats.org/drawingml/2006/main">
              <a:ext uri="{FF2B5EF4-FFF2-40B4-BE49-F238E27FC236}">
                <a16:creationId xmlns:a16="http://schemas.microsoft.com/office/drawing/2014/main" id="{BE414FA5-819F-42D8-BBFA-9D279A0D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準備網址</a:t>
            </a:r>
          </a:p>
        </p:txBody>
      </p:sp>
      <p:sp>
        <p:nvSpPr>
          <p:cNvPr id="10" name="text-602">
            <a:extLst xmlns:a="http://schemas.openxmlformats.org/drawingml/2006/main">
              <a:ext uri="{FF2B5EF4-FFF2-40B4-BE49-F238E27FC236}">
                <a16:creationId xmlns:a16="http://schemas.microsoft.com/office/drawing/2014/main" id="{84337FB2-DB35-4C4D-8CC4-B3919BEB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 Canvas 分享權限與公開範圍</a:t>
            </a:r>
          </a:p>
        </p:txBody>
      </p:sp>
      <p:sp>
        <p:nvSpPr>
          <p:cNvPr id="11" name="text-603">
            <a:extLst xmlns:a="http://schemas.openxmlformats.org/drawingml/2006/main">
              <a:ext uri="{FF2B5EF4-FFF2-40B4-BE49-F238E27FC236}">
                <a16:creationId xmlns:a16="http://schemas.microsoft.com/office/drawing/2014/main" id="{F351934F-5BB2-4CCA-87D6-45A5F1E6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604">
            <a:extLst xmlns:a="http://schemas.openxmlformats.org/drawingml/2006/main">
              <a:ext uri="{FF2B5EF4-FFF2-40B4-BE49-F238E27FC236}">
                <a16:creationId xmlns:a16="http://schemas.microsoft.com/office/drawing/2014/main" id="{6C05D4DF-260F-4212-8561-BC94A83F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605">
            <a:extLst xmlns:a="http://schemas.openxmlformats.org/drawingml/2006/main">
              <a:ext uri="{FF2B5EF4-FFF2-40B4-BE49-F238E27FC236}">
                <a16:creationId xmlns:a16="http://schemas.microsoft.com/office/drawing/2014/main" id="{F3F601A9-671C-4FD0-A78E-469A594D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06">
            <a:extLst xmlns:a="http://schemas.openxmlformats.org/drawingml/2006/main">
              <a:ext uri="{FF2B5EF4-FFF2-40B4-BE49-F238E27FC236}">
                <a16:creationId xmlns:a16="http://schemas.microsoft.com/office/drawing/2014/main" id="{E880A606-1BB1-43FD-BC04-A7EFCA7C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607">
            <a:extLst xmlns:a="http://schemas.openxmlformats.org/drawingml/2006/main">
              <a:ext uri="{FF2B5EF4-FFF2-40B4-BE49-F238E27FC236}">
                <a16:creationId xmlns:a16="http://schemas.microsoft.com/office/drawing/2014/main" id="{5EE48F3A-3B77-4597-AC34-E24D1291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插入嵌入</a:t>
            </a:r>
          </a:p>
        </p:txBody>
      </p:sp>
      <p:sp>
        <p:nvSpPr>
          <p:cNvPr id="16" name="text-608">
            <a:extLst xmlns:a="http://schemas.openxmlformats.org/drawingml/2006/main">
              <a:ext uri="{FF2B5EF4-FFF2-40B4-BE49-F238E27FC236}">
                <a16:creationId xmlns:a16="http://schemas.microsoft.com/office/drawing/2014/main" id="{9540F8DF-623E-48CA-839E-7C228A83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頁面 → 插入 → 嵌入 → 網址／嵌入碼</a:t>
            </a:r>
          </a:p>
        </p:txBody>
      </p:sp>
      <p:sp>
        <p:nvSpPr>
          <p:cNvPr id="17" name="text-609">
            <a:extLst xmlns:a="http://schemas.openxmlformats.org/drawingml/2006/main">
              <a:ext uri="{FF2B5EF4-FFF2-40B4-BE49-F238E27FC236}">
                <a16:creationId xmlns:a16="http://schemas.microsoft.com/office/drawing/2014/main" id="{31100A61-8147-4663-8E94-CDCF3121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610">
            <a:extLst xmlns:a="http://schemas.openxmlformats.org/drawingml/2006/main">
              <a:ext uri="{FF2B5EF4-FFF2-40B4-BE49-F238E27FC236}">
                <a16:creationId xmlns:a16="http://schemas.microsoft.com/office/drawing/2014/main" id="{1BE38C38-49A5-4CF5-A5C8-0CACC61F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611">
            <a:extLst xmlns:a="http://schemas.openxmlformats.org/drawingml/2006/main">
              <a:ext uri="{FF2B5EF4-FFF2-40B4-BE49-F238E27FC236}">
                <a16:creationId xmlns:a16="http://schemas.microsoft.com/office/drawing/2014/main" id="{3F8F77DC-D618-4CD1-B469-D3D831F5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612">
            <a:extLst xmlns:a="http://schemas.openxmlformats.org/drawingml/2006/main">
              <a:ext uri="{FF2B5EF4-FFF2-40B4-BE49-F238E27FC236}">
                <a16:creationId xmlns:a16="http://schemas.microsoft.com/office/drawing/2014/main" id="{419CC7EF-F4A2-4125-B86C-B78E187A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613">
            <a:extLst xmlns:a="http://schemas.openxmlformats.org/drawingml/2006/main">
              <a:ext uri="{FF2B5EF4-FFF2-40B4-BE49-F238E27FC236}">
                <a16:creationId xmlns:a16="http://schemas.microsoft.com/office/drawing/2014/main" id="{FBCE8BCB-E7F2-4B89-94F9-CD26EBBC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調整版面</a:t>
            </a:r>
          </a:p>
        </p:txBody>
      </p:sp>
      <p:sp>
        <p:nvSpPr>
          <p:cNvPr id="22" name="text-614">
            <a:extLst xmlns:a="http://schemas.openxmlformats.org/drawingml/2006/main">
              <a:ext uri="{FF2B5EF4-FFF2-40B4-BE49-F238E27FC236}">
                <a16:creationId xmlns:a16="http://schemas.microsoft.com/office/drawing/2014/main" id="{0AFB9DC5-FC64-4019-BFDB-B0275971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設定寬度、說明文字，預覽手機版</a:t>
            </a:r>
          </a:p>
        </p:txBody>
      </p:sp>
      <p:sp>
        <p:nvSpPr>
          <p:cNvPr id="23" name="text-615">
            <a:extLst xmlns:a="http://schemas.openxmlformats.org/drawingml/2006/main">
              <a:ext uri="{FF2B5EF4-FFF2-40B4-BE49-F238E27FC236}">
                <a16:creationId xmlns:a16="http://schemas.microsoft.com/office/drawing/2014/main" id="{AF7C6298-756D-40EB-A08A-25DB2470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616">
            <a:extLst xmlns:a="http://schemas.openxmlformats.org/drawingml/2006/main">
              <a:ext uri="{FF2B5EF4-FFF2-40B4-BE49-F238E27FC236}">
                <a16:creationId xmlns:a16="http://schemas.microsoft.com/office/drawing/2014/main" id="{6E7524F8-976D-4E49-966C-B1B69751C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617">
            <a:extLst xmlns:a="http://schemas.openxmlformats.org/drawingml/2006/main">
              <a:ext uri="{FF2B5EF4-FFF2-40B4-BE49-F238E27FC236}">
                <a16:creationId xmlns:a16="http://schemas.microsoft.com/office/drawing/2014/main" id="{864F5230-5D07-42E0-960C-B3B8BEEA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618">
            <a:extLst xmlns:a="http://schemas.openxmlformats.org/drawingml/2006/main">
              <a:ext uri="{FF2B5EF4-FFF2-40B4-BE49-F238E27FC236}">
                <a16:creationId xmlns:a16="http://schemas.microsoft.com/office/drawing/2014/main" id="{169CF5EC-506A-47BE-811A-08E6E459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619">
            <a:extLst xmlns:a="http://schemas.openxmlformats.org/drawingml/2006/main">
              <a:ext uri="{FF2B5EF4-FFF2-40B4-BE49-F238E27FC236}">
                <a16:creationId xmlns:a16="http://schemas.microsoft.com/office/drawing/2014/main" id="{DA409363-32A8-479E-BB28-2CFD9F2D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發布驗證</a:t>
            </a:r>
          </a:p>
        </p:txBody>
      </p:sp>
      <p:sp>
        <p:nvSpPr>
          <p:cNvPr id="28" name="text-620">
            <a:extLst xmlns:a="http://schemas.openxmlformats.org/drawingml/2006/main">
              <a:ext uri="{FF2B5EF4-FFF2-40B4-BE49-F238E27FC236}">
                <a16:creationId xmlns:a16="http://schemas.microsoft.com/office/drawing/2014/main" id="{15802A0C-DF53-4F4C-95B2-CBD7FF8E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檢查權限、連結、資料邊界與外開備援</a:t>
            </a:r>
          </a:p>
        </p:txBody>
      </p:sp>
      <p:sp>
        <p:nvSpPr>
          <p:cNvPr id="29" name="text-621">
            <a:extLst xmlns:a="http://schemas.openxmlformats.org/drawingml/2006/main">
              <a:ext uri="{FF2B5EF4-FFF2-40B4-BE49-F238E27FC236}">
                <a16:creationId xmlns:a16="http://schemas.microsoft.com/office/drawing/2014/main" id="{C941D386-E0F2-4C5D-AE16-A25C626D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761">
            <a:extLst xmlns:a="http://schemas.openxmlformats.org/drawingml/2006/main">
              <a:ext uri="{FF2B5EF4-FFF2-40B4-BE49-F238E27FC236}">
                <a16:creationId xmlns:a16="http://schemas.microsoft.com/office/drawing/2014/main" id="{F175D594-484C-4AF2-AE65-85DD93E5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1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7ebc0f7a2954bd7"/>
              </a:rPr>
              <a:t>建立 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13d41a2c9d14536"/>
              </a:rPr>
              <a:t>會議報告站 ↗</a:t>
            </a:r>
          </a:p>
        </p:txBody>
      </p:sp>
      <p:sp>
        <p:nvSpPr>
          <p:cNvPr id="31" name="shape-834">
            <a:extLst xmlns:a="http://schemas.openxmlformats.org/drawingml/2006/main">
              <a:ext uri="{FF2B5EF4-FFF2-40B4-BE49-F238E27FC236}">
                <a16:creationId xmlns:a16="http://schemas.microsoft.com/office/drawing/2014/main" id="{689F42CD-D5E9-4329-AE87-C2DF2F011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6beda956a0438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835">
            <a:extLst xmlns:a="http://schemas.openxmlformats.org/drawingml/2006/main">
              <a:ext uri="{FF2B5EF4-FFF2-40B4-BE49-F238E27FC236}">
                <a16:creationId xmlns:a16="http://schemas.microsoft.com/office/drawing/2014/main" id="{6C8E1ACE-025D-4887-A158-BE9E315E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e142291d04445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836">
            <a:extLst xmlns:a="http://schemas.openxmlformats.org/drawingml/2006/main">
              <a:ext uri="{FF2B5EF4-FFF2-40B4-BE49-F238E27FC236}">
                <a16:creationId xmlns:a16="http://schemas.microsoft.com/office/drawing/2014/main" id="{75CB5B57-84F5-4426-A20E-E9DF63A6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會議報告站</a:t>
            </a:r>
          </a:p>
        </p:txBody>
      </p:sp>
    </p:spTree>
    <p:extLst>
      <p:ext uri="{BB962C8B-B14F-4D97-AF65-F5344CB8AC3E}">
        <p14:creationId xmlns:p14="http://schemas.microsoft.com/office/powerpoint/2010/main" val="55340893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622">
            <a:extLst xmlns:a="http://schemas.openxmlformats.org/drawingml/2006/main">
              <a:ext uri="{FF2B5EF4-FFF2-40B4-BE49-F238E27FC236}">
                <a16:creationId xmlns:a16="http://schemas.microsoft.com/office/drawing/2014/main" id="{CFC4F261-0D78-4732-AA1A-D16F624D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81DB522-91A6-4890-B0A3-FBD1F619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40" name="shape-62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24">
            <a:extLst xmlns:a="http://schemas.openxmlformats.org/drawingml/2006/main">
              <a:ext uri="{FF2B5EF4-FFF2-40B4-BE49-F238E27FC236}">
                <a16:creationId xmlns:a16="http://schemas.microsoft.com/office/drawing/2014/main" id="{E1A488D7-EBE0-47A1-9E53-213C701A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981E336-0686-42A4-BFBD-DE764820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625">
            <a:extLst xmlns:a="http://schemas.openxmlformats.org/drawingml/2006/main">
              <a:ext uri="{FF2B5EF4-FFF2-40B4-BE49-F238E27FC236}">
                <a16:creationId xmlns:a16="http://schemas.microsoft.com/office/drawing/2014/main" id="{8C353028-62C2-4964-AD49-4395E40D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626">
            <a:extLst xmlns:a="http://schemas.openxmlformats.org/drawingml/2006/main">
              <a:ext uri="{FF2B5EF4-FFF2-40B4-BE49-F238E27FC236}">
                <a16:creationId xmlns:a16="http://schemas.microsoft.com/office/drawing/2014/main" id="{C942B12C-820F-4195-BD14-99A1A39D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27">
            <a:extLst xmlns:a="http://schemas.openxmlformats.org/drawingml/2006/main">
              <a:ext uri="{FF2B5EF4-FFF2-40B4-BE49-F238E27FC236}">
                <a16:creationId xmlns:a16="http://schemas.microsoft.com/office/drawing/2014/main" id="{0084B95C-661B-4363-BA3E-C0E3FD3C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28">
            <a:extLst xmlns:a="http://schemas.openxmlformats.org/drawingml/2006/main">
              <a:ext uri="{FF2B5EF4-FFF2-40B4-BE49-F238E27FC236}">
                <a16:creationId xmlns:a16="http://schemas.microsoft.com/office/drawing/2014/main" id="{D64FC327-126B-4A6E-9F8B-A10C1400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10" name="text-629">
            <a:extLst xmlns:a="http://schemas.openxmlformats.org/drawingml/2006/main">
              <a:ext uri="{FF2B5EF4-FFF2-40B4-BE49-F238E27FC236}">
                <a16:creationId xmlns:a16="http://schemas.microsoft.com/office/drawing/2014/main" id="{86A17DAB-F1F1-4D13-A46C-62247869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11" name="text-630">
            <a:extLst xmlns:a="http://schemas.openxmlformats.org/drawingml/2006/main">
              <a:ext uri="{FF2B5EF4-FFF2-40B4-BE49-F238E27FC236}">
                <a16:creationId xmlns:a16="http://schemas.microsoft.com/office/drawing/2014/main" id="{DC6EB490-57FF-40EE-9463-7FC4AD77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631">
            <a:extLst xmlns:a="http://schemas.openxmlformats.org/drawingml/2006/main">
              <a:ext uri="{FF2B5EF4-FFF2-40B4-BE49-F238E27FC236}">
                <a16:creationId xmlns:a16="http://schemas.microsoft.com/office/drawing/2014/main" id="{3D4E75B9-5F56-4613-A24B-DD523E8C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632">
            <a:extLst xmlns:a="http://schemas.openxmlformats.org/drawingml/2006/main">
              <a:ext uri="{FF2B5EF4-FFF2-40B4-BE49-F238E27FC236}">
                <a16:creationId xmlns:a16="http://schemas.microsoft.com/office/drawing/2014/main" id="{3F017CAE-50C2-49DC-B4F7-4A7A9960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33">
            <a:extLst xmlns:a="http://schemas.openxmlformats.org/drawingml/2006/main">
              <a:ext uri="{FF2B5EF4-FFF2-40B4-BE49-F238E27FC236}">
                <a16:creationId xmlns:a16="http://schemas.microsoft.com/office/drawing/2014/main" id="{559DFD16-4F75-4AE0-A7BC-71B4B683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634">
            <a:extLst xmlns:a="http://schemas.openxmlformats.org/drawingml/2006/main">
              <a:ext uri="{FF2B5EF4-FFF2-40B4-BE49-F238E27FC236}">
                <a16:creationId xmlns:a16="http://schemas.microsoft.com/office/drawing/2014/main" id="{D4C2706A-4AB7-4925-AF06-065501F5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6" name="text-635">
            <a:extLst xmlns:a="http://schemas.openxmlformats.org/drawingml/2006/main">
              <a:ext uri="{FF2B5EF4-FFF2-40B4-BE49-F238E27FC236}">
                <a16:creationId xmlns:a16="http://schemas.microsoft.com/office/drawing/2014/main" id="{B9A08E04-CB2C-4338-85BD-38DDCB9A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7" name="text-636">
            <a:extLst xmlns:a="http://schemas.openxmlformats.org/drawingml/2006/main">
              <a:ext uri="{FF2B5EF4-FFF2-40B4-BE49-F238E27FC236}">
                <a16:creationId xmlns:a16="http://schemas.microsoft.com/office/drawing/2014/main" id="{5FF39046-365A-415D-A4A5-0295F6D2A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637">
            <a:extLst xmlns:a="http://schemas.openxmlformats.org/drawingml/2006/main">
              <a:ext uri="{FF2B5EF4-FFF2-40B4-BE49-F238E27FC236}">
                <a16:creationId xmlns:a16="http://schemas.microsoft.com/office/drawing/2014/main" id="{E0A275A8-6239-43DA-B7A7-7C5C65FD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638">
            <a:extLst xmlns:a="http://schemas.openxmlformats.org/drawingml/2006/main">
              <a:ext uri="{FF2B5EF4-FFF2-40B4-BE49-F238E27FC236}">
                <a16:creationId xmlns:a16="http://schemas.microsoft.com/office/drawing/2014/main" id="{0C7DE25D-2D9A-4464-BE2B-DD12AB00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639">
            <a:extLst xmlns:a="http://schemas.openxmlformats.org/drawingml/2006/main">
              <a:ext uri="{FF2B5EF4-FFF2-40B4-BE49-F238E27FC236}">
                <a16:creationId xmlns:a16="http://schemas.microsoft.com/office/drawing/2014/main" id="{A047B6F8-59EE-4D77-AA4A-4E0E801D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640">
            <a:extLst xmlns:a="http://schemas.openxmlformats.org/drawingml/2006/main">
              <a:ext uri="{FF2B5EF4-FFF2-40B4-BE49-F238E27FC236}">
                <a16:creationId xmlns:a16="http://schemas.microsoft.com/office/drawing/2014/main" id="{014124B9-65BE-4D60-BA24-7DC88062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22" name="text-641">
            <a:extLst xmlns:a="http://schemas.openxmlformats.org/drawingml/2006/main">
              <a:ext uri="{FF2B5EF4-FFF2-40B4-BE49-F238E27FC236}">
                <a16:creationId xmlns:a16="http://schemas.microsoft.com/office/drawing/2014/main" id="{539A89FD-0B12-4BE9-86E0-08C1329D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23" name="text-642">
            <a:extLst xmlns:a="http://schemas.openxmlformats.org/drawingml/2006/main">
              <a:ext uri="{FF2B5EF4-FFF2-40B4-BE49-F238E27FC236}">
                <a16:creationId xmlns:a16="http://schemas.microsoft.com/office/drawing/2014/main" id="{7EBA591F-D9B5-4BC9-AEC0-8CC13BE3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643">
            <a:extLst xmlns:a="http://schemas.openxmlformats.org/drawingml/2006/main">
              <a:ext uri="{FF2B5EF4-FFF2-40B4-BE49-F238E27FC236}">
                <a16:creationId xmlns:a16="http://schemas.microsoft.com/office/drawing/2014/main" id="{F8FB2981-172C-40E1-BD3B-527179C2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644">
            <a:extLst xmlns:a="http://schemas.openxmlformats.org/drawingml/2006/main">
              <a:ext uri="{FF2B5EF4-FFF2-40B4-BE49-F238E27FC236}">
                <a16:creationId xmlns:a16="http://schemas.microsoft.com/office/drawing/2014/main" id="{39A0D698-91E6-42A1-89AC-DFCC7687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645">
            <a:extLst xmlns:a="http://schemas.openxmlformats.org/drawingml/2006/main">
              <a:ext uri="{FF2B5EF4-FFF2-40B4-BE49-F238E27FC236}">
                <a16:creationId xmlns:a16="http://schemas.microsoft.com/office/drawing/2014/main" id="{DE256D86-BD6F-4156-8A91-434FEB33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646">
            <a:extLst xmlns:a="http://schemas.openxmlformats.org/drawingml/2006/main">
              <a:ext uri="{FF2B5EF4-FFF2-40B4-BE49-F238E27FC236}">
                <a16:creationId xmlns:a16="http://schemas.microsoft.com/office/drawing/2014/main" id="{99CB55A1-E470-4F70-B63E-71EBA095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8" name="text-647">
            <a:extLst xmlns:a="http://schemas.openxmlformats.org/drawingml/2006/main">
              <a:ext uri="{FF2B5EF4-FFF2-40B4-BE49-F238E27FC236}">
                <a16:creationId xmlns:a16="http://schemas.microsoft.com/office/drawing/2014/main" id="{790777E2-FEE8-481E-89B2-42FBBE0D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9" name="text-648">
            <a:extLst xmlns:a="http://schemas.openxmlformats.org/drawingml/2006/main">
              <a:ext uri="{FF2B5EF4-FFF2-40B4-BE49-F238E27FC236}">
                <a16:creationId xmlns:a16="http://schemas.microsoft.com/office/drawing/2014/main" id="{7676C339-595F-476B-B9E0-85057450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shape-649">
            <a:extLst xmlns:a="http://schemas.openxmlformats.org/drawingml/2006/main">
              <a:ext uri="{FF2B5EF4-FFF2-40B4-BE49-F238E27FC236}">
                <a16:creationId xmlns:a16="http://schemas.microsoft.com/office/drawing/2014/main" id="{050B5280-D04D-4AD7-BA96-56FBD147E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14950"/>
            <a:ext cx="24288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text-650">
            <a:extLst xmlns:a="http://schemas.openxmlformats.org/drawingml/2006/main">
              <a:ext uri="{FF2B5EF4-FFF2-40B4-BE49-F238E27FC236}">
                <a16:creationId xmlns:a16="http://schemas.microsoft.com/office/drawing/2014/main" id="{A0F03796-0B2D-4971-8102-497F96B0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81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92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GH</a:t>
            </a:r>
          </a:p>
        </p:txBody>
      </p:sp>
      <p:sp>
        <p:nvSpPr>
          <p:cNvPr id="32" name="text-651">
            <a:extLst xmlns:a="http://schemas.openxmlformats.org/drawingml/2006/main">
              <a:ext uri="{FF2B5EF4-FFF2-40B4-BE49-F238E27FC236}">
                <a16:creationId xmlns:a16="http://schemas.microsoft.com/office/drawing/2014/main" id="{4FA2E2F3-1AB6-48D5-802C-0DB73F1E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391150"/>
            <a:ext cx="1781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sp>
        <p:nvSpPr>
          <p:cNvPr id="33" name="text-652">
            <a:extLst xmlns:a="http://schemas.openxmlformats.org/drawingml/2006/main">
              <a:ext uri="{FF2B5EF4-FFF2-40B4-BE49-F238E27FC236}">
                <a16:creationId xmlns:a16="http://schemas.microsoft.com/office/drawing/2014/main" id="{7C4D03A4-3986-4490-9223-D463724C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91175"/>
            <a:ext cx="17811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版本・部署・公開網址</a:t>
            </a:r>
          </a:p>
        </p:txBody>
      </p:sp>
      <p:sp>
        <p:nvSpPr>
          <p:cNvPr id="34" name="text-762">
            <a:extLst xmlns:a="http://schemas.openxmlformats.org/drawingml/2006/main">
              <a:ext uri="{FF2B5EF4-FFF2-40B4-BE49-F238E27FC236}">
                <a16:creationId xmlns:a16="http://schemas.microsoft.com/office/drawing/2014/main" id="{4D14BC1A-7C4F-4381-8290-4F86BBCC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92c948d0af145d8"/>
              </a:rPr>
              <a:t>開啟 GitHub Pages ↗</a:t>
            </a:r>
          </a:p>
        </p:txBody>
      </p:sp>
      <p:sp>
        <p:nvSpPr>
          <p:cNvPr id="35" name="shape-837">
            <a:extLst xmlns:a="http://schemas.openxmlformats.org/drawingml/2006/main">
              <a:ext uri="{FF2B5EF4-FFF2-40B4-BE49-F238E27FC236}">
                <a16:creationId xmlns:a16="http://schemas.microsoft.com/office/drawing/2014/main" id="{94C51EC1-08F8-4DD9-8FA0-59B593E4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31606059d4f1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7" name="text-838">
            <a:extLst xmlns:a="http://schemas.openxmlformats.org/drawingml/2006/main">
              <a:ext uri="{FF2B5EF4-FFF2-40B4-BE49-F238E27FC236}">
                <a16:creationId xmlns:a16="http://schemas.microsoft.com/office/drawing/2014/main" id="{49D86244-34F4-4C4C-9C98-A37C78DB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</p:spTree>
    <p:extLst>
      <p:ext uri="{BB962C8B-B14F-4D97-AF65-F5344CB8AC3E}">
        <p14:creationId xmlns:p14="http://schemas.microsoft.com/office/powerpoint/2010/main" val="66919138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653">
            <a:extLst xmlns:a="http://schemas.openxmlformats.org/drawingml/2006/main">
              <a:ext uri="{FF2B5EF4-FFF2-40B4-BE49-F238E27FC236}">
                <a16:creationId xmlns:a16="http://schemas.microsoft.com/office/drawing/2014/main" id="{74DB7A35-1A71-48E3-8479-E98DB2D3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EC6276C-1AA1-48CD-9287-5F091D50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43" name="shape-65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55">
            <a:extLst xmlns:a="http://schemas.openxmlformats.org/drawingml/2006/main">
              <a:ext uri="{FF2B5EF4-FFF2-40B4-BE49-F238E27FC236}">
                <a16:creationId xmlns:a16="http://schemas.microsoft.com/office/drawing/2014/main" id="{B2FED792-7FBE-4311-9C1A-0BA11E8B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4F0AE7-2DC0-4760-A95C-DD774A1D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656">
            <a:extLst xmlns:a="http://schemas.openxmlformats.org/drawingml/2006/main">
              <a:ext uri="{FF2B5EF4-FFF2-40B4-BE49-F238E27FC236}">
                <a16:creationId xmlns:a16="http://schemas.microsoft.com/office/drawing/2014/main" id="{1D71EB4E-47E5-48C5-9EAC-0AA3DD64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657">
            <a:extLst xmlns:a="http://schemas.openxmlformats.org/drawingml/2006/main">
              <a:ext uri="{FF2B5EF4-FFF2-40B4-BE49-F238E27FC236}">
                <a16:creationId xmlns:a16="http://schemas.microsoft.com/office/drawing/2014/main" id="{FBFB58C2-B181-47B6-A9CB-1260F165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58">
            <a:extLst xmlns:a="http://schemas.openxmlformats.org/drawingml/2006/main">
              <a:ext uri="{FF2B5EF4-FFF2-40B4-BE49-F238E27FC236}">
                <a16:creationId xmlns:a16="http://schemas.microsoft.com/office/drawing/2014/main" id="{328A29AF-8622-466E-91C0-7280DAEE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59">
            <a:extLst xmlns:a="http://schemas.openxmlformats.org/drawingml/2006/main">
              <a:ext uri="{FF2B5EF4-FFF2-40B4-BE49-F238E27FC236}">
                <a16:creationId xmlns:a16="http://schemas.microsoft.com/office/drawing/2014/main" id="{5747E126-B9E7-4F4B-B310-AA8D8AE6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10" name="text-660">
            <a:extLst xmlns:a="http://schemas.openxmlformats.org/drawingml/2006/main">
              <a:ext uri="{FF2B5EF4-FFF2-40B4-BE49-F238E27FC236}">
                <a16:creationId xmlns:a16="http://schemas.microsoft.com/office/drawing/2014/main" id="{4511FF14-AE78-4A37-8149-F397E72C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11" name="text-661">
            <a:extLst xmlns:a="http://schemas.openxmlformats.org/drawingml/2006/main">
              <a:ext uri="{FF2B5EF4-FFF2-40B4-BE49-F238E27FC236}">
                <a16:creationId xmlns:a16="http://schemas.microsoft.com/office/drawing/2014/main" id="{373C4798-7B22-439E-BD0F-DB51FDD3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662">
            <a:extLst xmlns:a="http://schemas.openxmlformats.org/drawingml/2006/main">
              <a:ext uri="{FF2B5EF4-FFF2-40B4-BE49-F238E27FC236}">
                <a16:creationId xmlns:a16="http://schemas.microsoft.com/office/drawing/2014/main" id="{1638436B-6571-4C72-89DA-770FBF9A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663">
            <a:extLst xmlns:a="http://schemas.openxmlformats.org/drawingml/2006/main">
              <a:ext uri="{FF2B5EF4-FFF2-40B4-BE49-F238E27FC236}">
                <a16:creationId xmlns:a16="http://schemas.microsoft.com/office/drawing/2014/main" id="{190EAE0B-1F59-4EF8-871A-D6412ED5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64">
            <a:extLst xmlns:a="http://schemas.openxmlformats.org/drawingml/2006/main">
              <a:ext uri="{FF2B5EF4-FFF2-40B4-BE49-F238E27FC236}">
                <a16:creationId xmlns:a16="http://schemas.microsoft.com/office/drawing/2014/main" id="{B287FB5C-9010-4E5F-9E94-82651F3D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665">
            <a:extLst xmlns:a="http://schemas.openxmlformats.org/drawingml/2006/main">
              <a:ext uri="{FF2B5EF4-FFF2-40B4-BE49-F238E27FC236}">
                <a16:creationId xmlns:a16="http://schemas.microsoft.com/office/drawing/2014/main" id="{ED78DBFE-4834-4B42-96E1-1E0FAE35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6" name="text-666">
            <a:extLst xmlns:a="http://schemas.openxmlformats.org/drawingml/2006/main">
              <a:ext uri="{FF2B5EF4-FFF2-40B4-BE49-F238E27FC236}">
                <a16:creationId xmlns:a16="http://schemas.microsoft.com/office/drawing/2014/main" id="{4375D962-B016-4C8C-9957-F57E8143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7" name="text-667">
            <a:extLst xmlns:a="http://schemas.openxmlformats.org/drawingml/2006/main">
              <a:ext uri="{FF2B5EF4-FFF2-40B4-BE49-F238E27FC236}">
                <a16:creationId xmlns:a16="http://schemas.microsoft.com/office/drawing/2014/main" id="{23273F8F-EC94-4320-BD70-EA2FBF14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668">
            <a:extLst xmlns:a="http://schemas.openxmlformats.org/drawingml/2006/main">
              <a:ext uri="{FF2B5EF4-FFF2-40B4-BE49-F238E27FC236}">
                <a16:creationId xmlns:a16="http://schemas.microsoft.com/office/drawing/2014/main" id="{CBECDF25-2C04-4751-B684-FCC365E4A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669">
            <a:extLst xmlns:a="http://schemas.openxmlformats.org/drawingml/2006/main">
              <a:ext uri="{FF2B5EF4-FFF2-40B4-BE49-F238E27FC236}">
                <a16:creationId xmlns:a16="http://schemas.microsoft.com/office/drawing/2014/main" id="{F57B460C-4C4C-4805-BBE0-30A0BE05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670">
            <a:extLst xmlns:a="http://schemas.openxmlformats.org/drawingml/2006/main">
              <a:ext uri="{FF2B5EF4-FFF2-40B4-BE49-F238E27FC236}">
                <a16:creationId xmlns:a16="http://schemas.microsoft.com/office/drawing/2014/main" id="{6F33F928-31B4-4842-B1E8-8120437A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671">
            <a:extLst xmlns:a="http://schemas.openxmlformats.org/drawingml/2006/main">
              <a:ext uri="{FF2B5EF4-FFF2-40B4-BE49-F238E27FC236}">
                <a16:creationId xmlns:a16="http://schemas.microsoft.com/office/drawing/2014/main" id="{74C83030-2B24-46A1-90CB-DAB03612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22" name="text-672">
            <a:extLst xmlns:a="http://schemas.openxmlformats.org/drawingml/2006/main">
              <a:ext uri="{FF2B5EF4-FFF2-40B4-BE49-F238E27FC236}">
                <a16:creationId xmlns:a16="http://schemas.microsoft.com/office/drawing/2014/main" id="{3B58C5F7-2228-4304-A6CE-CA3D0B94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23" name="text-673">
            <a:extLst xmlns:a="http://schemas.openxmlformats.org/drawingml/2006/main">
              <a:ext uri="{FF2B5EF4-FFF2-40B4-BE49-F238E27FC236}">
                <a16:creationId xmlns:a16="http://schemas.microsoft.com/office/drawing/2014/main" id="{66D7CAEB-731D-4279-BFFC-239E1586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674">
            <a:extLst xmlns:a="http://schemas.openxmlformats.org/drawingml/2006/main">
              <a:ext uri="{FF2B5EF4-FFF2-40B4-BE49-F238E27FC236}">
                <a16:creationId xmlns:a16="http://schemas.microsoft.com/office/drawing/2014/main" id="{AB6B24A3-18C4-4EE2-A8CD-6D5C53A5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675">
            <a:extLst xmlns:a="http://schemas.openxmlformats.org/drawingml/2006/main">
              <a:ext uri="{FF2B5EF4-FFF2-40B4-BE49-F238E27FC236}">
                <a16:creationId xmlns:a16="http://schemas.microsoft.com/office/drawing/2014/main" id="{C95B0A11-53E8-405C-9F02-891F2B0A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676">
            <a:extLst xmlns:a="http://schemas.openxmlformats.org/drawingml/2006/main">
              <a:ext uri="{FF2B5EF4-FFF2-40B4-BE49-F238E27FC236}">
                <a16:creationId xmlns:a16="http://schemas.microsoft.com/office/drawing/2014/main" id="{A4D75CDF-8E85-4BE4-B1CB-A9A0E333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677">
            <a:extLst xmlns:a="http://schemas.openxmlformats.org/drawingml/2006/main">
              <a:ext uri="{FF2B5EF4-FFF2-40B4-BE49-F238E27FC236}">
                <a16:creationId xmlns:a16="http://schemas.microsoft.com/office/drawing/2014/main" id="{FA48D8AF-0CAE-44A3-B7E0-F95E0061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8" name="text-678">
            <a:extLst xmlns:a="http://schemas.openxmlformats.org/drawingml/2006/main">
              <a:ext uri="{FF2B5EF4-FFF2-40B4-BE49-F238E27FC236}">
                <a16:creationId xmlns:a16="http://schemas.microsoft.com/office/drawing/2014/main" id="{44B5DC4F-FFB0-4E3D-8140-A5A93F92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9" name="text-679">
            <a:extLst xmlns:a="http://schemas.openxmlformats.org/drawingml/2006/main">
              <a:ext uri="{FF2B5EF4-FFF2-40B4-BE49-F238E27FC236}">
                <a16:creationId xmlns:a16="http://schemas.microsoft.com/office/drawing/2014/main" id="{9807D273-7A4E-497B-8C2C-B42FB85A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30" name="text-680">
            <a:extLst xmlns:a="http://schemas.openxmlformats.org/drawingml/2006/main">
              <a:ext uri="{FF2B5EF4-FFF2-40B4-BE49-F238E27FC236}">
                <a16:creationId xmlns:a16="http://schemas.microsoft.com/office/drawing/2014/main" id="{4366C1FD-9262-4E77-A382-8AA6AFD8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31" name="text-681">
            <a:extLst xmlns:a="http://schemas.openxmlformats.org/drawingml/2006/main">
              <a:ext uri="{FF2B5EF4-FFF2-40B4-BE49-F238E27FC236}">
                <a16:creationId xmlns:a16="http://schemas.microsoft.com/office/drawing/2014/main" id="{147BE87B-20C8-4457-99B8-4B2F2214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32" name="text-682">
            <a:extLst xmlns:a="http://schemas.openxmlformats.org/drawingml/2006/main">
              <a:ext uri="{FF2B5EF4-FFF2-40B4-BE49-F238E27FC236}">
                <a16:creationId xmlns:a16="http://schemas.microsoft.com/office/drawing/2014/main" id="{AA26A2B9-D51C-4660-B248-A7DFC02B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7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74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75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36" name="text-683">
            <a:extLst xmlns:a="http://schemas.openxmlformats.org/drawingml/2006/main">
              <a:ext uri="{FF2B5EF4-FFF2-40B4-BE49-F238E27FC236}">
                <a16:creationId xmlns:a16="http://schemas.microsoft.com/office/drawing/2014/main" id="{82429BA6-A9A1-4E29-9CEE-520AEDEA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37" name="text-763">
            <a:extLst xmlns:a="http://schemas.openxmlformats.org/drawingml/2006/main">
              <a:ext uri="{FF2B5EF4-FFF2-40B4-BE49-F238E27FC236}">
                <a16:creationId xmlns:a16="http://schemas.microsoft.com/office/drawing/2014/main" id="{EBB913FD-A776-4AD7-B156-68A5DAE1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8be27e12e7244a0"/>
              </a:rPr>
              <a:t>開啟 EZPage ↗</a:t>
            </a:r>
          </a:p>
        </p:txBody>
      </p:sp>
      <p:sp>
        <p:nvSpPr>
          <p:cNvPr id="38" name="shape-839">
            <a:extLst xmlns:a="http://schemas.openxmlformats.org/drawingml/2006/main">
              <a:ext uri="{FF2B5EF4-FFF2-40B4-BE49-F238E27FC236}">
                <a16:creationId xmlns:a16="http://schemas.microsoft.com/office/drawing/2014/main" id="{90625656-F07C-423C-8A21-9A9CEA7A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7957c1ab94db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40" name="text-840">
            <a:extLst xmlns:a="http://schemas.openxmlformats.org/drawingml/2006/main">
              <a:ext uri="{FF2B5EF4-FFF2-40B4-BE49-F238E27FC236}">
                <a16:creationId xmlns:a16="http://schemas.microsoft.com/office/drawing/2014/main" id="{209D83EE-564A-41D4-94AA-9B5935BD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7805107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684">
            <a:extLst xmlns:a="http://schemas.openxmlformats.org/drawingml/2006/main">
              <a:ext uri="{FF2B5EF4-FFF2-40B4-BE49-F238E27FC236}">
                <a16:creationId xmlns:a16="http://schemas.microsoft.com/office/drawing/2014/main" id="{5E94ABDD-0205-4DC2-969A-5A726733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5A2FE5-C16A-4215-AB62-E34FB02D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上午整合挑戰｜會議紀錄從來源到分享</a:t>
            </a:r>
          </a:p>
        </p:txBody>
      </p:sp>
      <p:cxnSp>
        <p:nvCxnSpPr>
          <p:cNvPr id="29" name="shape-68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86">
            <a:extLst xmlns:a="http://schemas.openxmlformats.org/drawingml/2006/main">
              <a:ext uri="{FF2B5EF4-FFF2-40B4-BE49-F238E27FC236}">
                <a16:creationId xmlns:a16="http://schemas.microsoft.com/office/drawing/2014/main" id="{C473A618-0F48-44D3-9084-1974DF5E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754650B-067A-44D5-AA12-871363B9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687">
            <a:extLst xmlns:a="http://schemas.openxmlformats.org/drawingml/2006/main">
              <a:ext uri="{FF2B5EF4-FFF2-40B4-BE49-F238E27FC236}">
                <a16:creationId xmlns:a16="http://schemas.microsoft.com/office/drawing/2014/main" id="{8CF2E574-E41E-416F-8E38-78045BCA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688">
            <a:extLst xmlns:a="http://schemas.openxmlformats.org/drawingml/2006/main">
              <a:ext uri="{FF2B5EF4-FFF2-40B4-BE49-F238E27FC236}">
                <a16:creationId xmlns:a16="http://schemas.microsoft.com/office/drawing/2014/main" id="{73543482-8DFD-4B50-9C4F-F552FEBE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689">
            <a:extLst xmlns:a="http://schemas.openxmlformats.org/drawingml/2006/main">
              <a:ext uri="{FF2B5EF4-FFF2-40B4-BE49-F238E27FC236}">
                <a16:creationId xmlns:a16="http://schemas.microsoft.com/office/drawing/2014/main" id="{9A52DA57-2887-4D39-AB91-8CBAEAC1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90">
            <a:extLst xmlns:a="http://schemas.openxmlformats.org/drawingml/2006/main">
              <a:ext uri="{FF2B5EF4-FFF2-40B4-BE49-F238E27FC236}">
                <a16:creationId xmlns:a16="http://schemas.microsoft.com/office/drawing/2014/main" id="{064CDEBF-2400-4A9A-B386-7F014503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Gemini Notebook 整理會議來源與背景，留下可追查引用</a:t>
            </a:r>
          </a:p>
        </p:txBody>
      </p:sp>
      <p:sp>
        <p:nvSpPr>
          <p:cNvPr id="10" name="text-691">
            <a:extLst xmlns:a="http://schemas.openxmlformats.org/drawingml/2006/main">
              <a:ext uri="{FF2B5EF4-FFF2-40B4-BE49-F238E27FC236}">
                <a16:creationId xmlns:a16="http://schemas.microsoft.com/office/drawing/2014/main" id="{B7BD75B4-D1EF-423B-863D-8B56BD63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92">
            <a:extLst xmlns:a="http://schemas.openxmlformats.org/drawingml/2006/main">
              <a:ext uri="{FF2B5EF4-FFF2-40B4-BE49-F238E27FC236}">
                <a16:creationId xmlns:a16="http://schemas.microsoft.com/office/drawing/2014/main" id="{C60E1924-E025-4EFE-B547-9CE29E1C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用帳號既有 Gem 產出固定格式的重點、決議與待辦</a:t>
            </a:r>
          </a:p>
        </p:txBody>
      </p:sp>
      <p:sp>
        <p:nvSpPr>
          <p:cNvPr id="12" name="text-693">
            <a:extLst xmlns:a="http://schemas.openxmlformats.org/drawingml/2006/main">
              <a:ext uri="{FF2B5EF4-FFF2-40B4-BE49-F238E27FC236}">
                <a16:creationId xmlns:a16="http://schemas.microsoft.com/office/drawing/2014/main" id="{B0E9B8A5-4395-4EF3-A3F5-B0AABFA1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94">
            <a:extLst xmlns:a="http://schemas.openxmlformats.org/drawingml/2006/main">
              <a:ext uri="{FF2B5EF4-FFF2-40B4-BE49-F238E27FC236}">
                <a16:creationId xmlns:a16="http://schemas.microsoft.com/office/drawing/2014/main" id="{D2DB89CC-1909-47B9-8D2B-7721262E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Canvas 做可搜尋、可篩選的會議紀錄原型</a:t>
            </a:r>
          </a:p>
        </p:txBody>
      </p:sp>
      <p:sp>
        <p:nvSpPr>
          <p:cNvPr id="14" name="text-695">
            <a:extLst xmlns:a="http://schemas.openxmlformats.org/drawingml/2006/main">
              <a:ext uri="{FF2B5EF4-FFF2-40B4-BE49-F238E27FC236}">
                <a16:creationId xmlns:a16="http://schemas.microsoft.com/office/drawing/2014/main" id="{8EC8A7EF-FB56-4CAB-B5D9-3DC4AB3E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96">
            <a:extLst xmlns:a="http://schemas.openxmlformats.org/drawingml/2006/main">
              <a:ext uri="{FF2B5EF4-FFF2-40B4-BE49-F238E27FC236}">
                <a16:creationId xmlns:a16="http://schemas.microsoft.com/office/drawing/2014/main" id="{7AF4CDE4-50B3-44C5-86F0-77E81542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 Canvas 網址嵌入 Google Sites，預覽手機版並說明備援</a:t>
            </a:r>
          </a:p>
        </p:txBody>
      </p:sp>
      <p:sp>
        <p:nvSpPr>
          <p:cNvPr id="16" name="shape-697">
            <a:extLst xmlns:a="http://schemas.openxmlformats.org/drawingml/2006/main">
              <a:ext uri="{FF2B5EF4-FFF2-40B4-BE49-F238E27FC236}">
                <a16:creationId xmlns:a16="http://schemas.microsoft.com/office/drawing/2014/main" id="{E6017D08-B33F-4B11-981A-C5761CE4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98">
            <a:extLst xmlns:a="http://schemas.openxmlformats.org/drawingml/2006/main">
              <a:ext uri="{FF2B5EF4-FFF2-40B4-BE49-F238E27FC236}">
                <a16:creationId xmlns:a16="http://schemas.microsoft.com/office/drawing/2014/main" id="{D45705FD-FC73-48F0-B5C9-7E6AD661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699">
            <a:extLst xmlns:a="http://schemas.openxmlformats.org/drawingml/2006/main">
              <a:ext uri="{FF2B5EF4-FFF2-40B4-BE49-F238E27FC236}">
                <a16:creationId xmlns:a16="http://schemas.microsoft.com/office/drawing/2014/main" id="{6DBB335F-1581-4CB7-9230-03F6BC43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來源與用途清楚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摘要格式可重複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作品真的能操作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知道權限與嵌入限制</a:t>
            </a:r>
          </a:p>
        </p:txBody>
      </p:sp>
      <p:sp>
        <p:nvSpPr>
          <p:cNvPr id="19" name="text-760">
            <a:extLst xmlns:a="http://schemas.openxmlformats.org/drawingml/2006/main">
              <a:ext uri="{FF2B5EF4-FFF2-40B4-BE49-F238E27FC236}">
                <a16:creationId xmlns:a16="http://schemas.microsoft.com/office/drawing/2014/main" id="{12AABEEA-3006-4043-843F-57D28FF2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7c8266ed67248e7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b578a3627694289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3792c3d8536491a"/>
              </a:rPr>
              <a:t>Google Sites ↗</a:t>
            </a:r>
          </a:p>
        </p:txBody>
      </p:sp>
      <p:sp>
        <p:nvSpPr>
          <p:cNvPr id="20" name="shape-830">
            <a:extLst xmlns:a="http://schemas.openxmlformats.org/drawingml/2006/main">
              <a:ext uri="{FF2B5EF4-FFF2-40B4-BE49-F238E27FC236}">
                <a16:creationId xmlns:a16="http://schemas.microsoft.com/office/drawing/2014/main" id="{1D34ECD1-C26F-4601-8E83-17429D35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64e4cec16b4bb3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831">
            <a:extLst xmlns:a="http://schemas.openxmlformats.org/drawingml/2006/main">
              <a:ext uri="{FF2B5EF4-FFF2-40B4-BE49-F238E27FC236}">
                <a16:creationId xmlns:a16="http://schemas.microsoft.com/office/drawing/2014/main" id="{21FB435A-7D66-4DEC-B056-B12F1240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84f9c20c0249d3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832">
            <a:extLst xmlns:a="http://schemas.openxmlformats.org/drawingml/2006/main">
              <a:ext uri="{FF2B5EF4-FFF2-40B4-BE49-F238E27FC236}">
                <a16:creationId xmlns:a16="http://schemas.microsoft.com/office/drawing/2014/main" id="{EDA39917-449E-499C-B2ED-228A17223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0c153631484580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833">
            <a:extLst xmlns:a="http://schemas.openxmlformats.org/drawingml/2006/main">
              <a:ext uri="{FF2B5EF4-FFF2-40B4-BE49-F238E27FC236}">
                <a16:creationId xmlns:a16="http://schemas.microsoft.com/office/drawing/2014/main" id="{413BBE8B-F2EE-43FE-8C72-5BFE6909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02665145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text-700">
            <a:extLst xmlns:a="http://schemas.openxmlformats.org/drawingml/2006/main">
              <a:ext uri="{FF2B5EF4-FFF2-40B4-BE49-F238E27FC236}">
                <a16:creationId xmlns:a16="http://schemas.microsoft.com/office/drawing/2014/main" id="{0D88DE8D-5753-4E2D-A79A-57C78952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D2F1618-017F-4796-9368-3729BAEB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49" name="shape-7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02">
            <a:extLst xmlns:a="http://schemas.openxmlformats.org/drawingml/2006/main">
              <a:ext uri="{FF2B5EF4-FFF2-40B4-BE49-F238E27FC236}">
                <a16:creationId xmlns:a16="http://schemas.microsoft.com/office/drawing/2014/main" id="{65BF6757-6074-4327-BC79-3BBA13FA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2D67F3F-68F9-463E-93CE-D308A6B8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703">
            <a:extLst xmlns:a="http://schemas.openxmlformats.org/drawingml/2006/main">
              <a:ext uri="{FF2B5EF4-FFF2-40B4-BE49-F238E27FC236}">
                <a16:creationId xmlns:a16="http://schemas.microsoft.com/office/drawing/2014/main" id="{7B1D12EC-62FB-47FD-9A41-2AE6928D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704">
            <a:extLst xmlns:a="http://schemas.openxmlformats.org/drawingml/2006/main">
              <a:ext uri="{FF2B5EF4-FFF2-40B4-BE49-F238E27FC236}">
                <a16:creationId xmlns:a16="http://schemas.microsoft.com/office/drawing/2014/main" id="{983339E2-8088-4EEC-A763-48DB71C3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705">
            <a:extLst xmlns:a="http://schemas.openxmlformats.org/drawingml/2006/main">
              <a:ext uri="{FF2B5EF4-FFF2-40B4-BE49-F238E27FC236}">
                <a16:creationId xmlns:a16="http://schemas.microsoft.com/office/drawing/2014/main" id="{48F30E5D-F298-41C0-99C5-4CEB36BF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78992df33264cf0"/>
              </a:rPr>
              <a:t>../START_HERE_研習資源導航.html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075b26af234db5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706">
            <a:extLst xmlns:a="http://schemas.openxmlformats.org/drawingml/2006/main">
              <a:ext uri="{FF2B5EF4-FFF2-40B4-BE49-F238E27FC236}">
                <a16:creationId xmlns:a16="http://schemas.microsoft.com/office/drawing/2014/main" id="{CAC729C1-F217-4749-B6D4-CDC43E89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707">
            <a:extLst xmlns:a="http://schemas.openxmlformats.org/drawingml/2006/main">
              <a:ext uri="{FF2B5EF4-FFF2-40B4-BE49-F238E27FC236}">
                <a16:creationId xmlns:a16="http://schemas.microsoft.com/office/drawing/2014/main" id="{D11F2E8A-5A4C-4F20-A0F2-CE5D3936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12" name="text-708">
            <a:extLst xmlns:a="http://schemas.openxmlformats.org/drawingml/2006/main">
              <a:ext uri="{FF2B5EF4-FFF2-40B4-BE49-F238E27FC236}">
                <a16:creationId xmlns:a16="http://schemas.microsoft.com/office/drawing/2014/main" id="{4C8E9CA0-9531-4F2C-B54F-1B366CB1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2881eb17911f4f0d"/>
              </a:rPr>
              <a:t>https://notebook.google.com/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72f7cf8ec8409e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709">
            <a:extLst xmlns:a="http://schemas.openxmlformats.org/drawingml/2006/main">
              <a:ext uri="{FF2B5EF4-FFF2-40B4-BE49-F238E27FC236}">
                <a16:creationId xmlns:a16="http://schemas.microsoft.com/office/drawing/2014/main" id="{538D91A9-8D10-45CD-95F0-8D3F39E9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10">
            <a:extLst xmlns:a="http://schemas.openxmlformats.org/drawingml/2006/main">
              <a:ext uri="{FF2B5EF4-FFF2-40B4-BE49-F238E27FC236}">
                <a16:creationId xmlns:a16="http://schemas.microsoft.com/office/drawing/2014/main" id="{AAD18BEB-B073-4A24-A17F-F3011317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6" name="text-711">
            <a:extLst xmlns:a="http://schemas.openxmlformats.org/drawingml/2006/main">
              <a:ext uri="{FF2B5EF4-FFF2-40B4-BE49-F238E27FC236}">
                <a16:creationId xmlns:a16="http://schemas.microsoft.com/office/drawing/2014/main" id="{6F245213-53E3-471A-8AA7-0D0AB105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e39f1137fa424767"/>
              </a:rPr>
              <a:t>https://gemini.google.com/gems/create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9292b2a7834821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712">
            <a:extLst xmlns:a="http://schemas.openxmlformats.org/drawingml/2006/main">
              <a:ext uri="{FF2B5EF4-FFF2-40B4-BE49-F238E27FC236}">
                <a16:creationId xmlns:a16="http://schemas.microsoft.com/office/drawing/2014/main" id="{F48B8319-6615-401A-8C66-700FB8F3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13">
            <a:extLst xmlns:a="http://schemas.openxmlformats.org/drawingml/2006/main">
              <a:ext uri="{FF2B5EF4-FFF2-40B4-BE49-F238E27FC236}">
                <a16:creationId xmlns:a16="http://schemas.microsoft.com/office/drawing/2014/main" id="{876530F6-6ECD-4C63-8953-ADE0C66F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20" name="text-714">
            <a:extLst xmlns:a="http://schemas.openxmlformats.org/drawingml/2006/main">
              <a:ext uri="{FF2B5EF4-FFF2-40B4-BE49-F238E27FC236}">
                <a16:creationId xmlns:a16="http://schemas.microsoft.com/office/drawing/2014/main" id="{DD68193B-5AA8-41E9-BF1F-5369BB6E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b6d188bd6b864630"/>
              </a:rPr>
              <a:t>https://gemini.google.com/app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d47373824d4285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715">
            <a:extLst xmlns:a="http://schemas.openxmlformats.org/drawingml/2006/main">
              <a:ext uri="{FF2B5EF4-FFF2-40B4-BE49-F238E27FC236}">
                <a16:creationId xmlns:a16="http://schemas.microsoft.com/office/drawing/2014/main" id="{BAE06B59-B1C1-484F-B9F7-1CC38830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3" name="text-716">
            <a:extLst xmlns:a="http://schemas.openxmlformats.org/drawingml/2006/main">
              <a:ext uri="{FF2B5EF4-FFF2-40B4-BE49-F238E27FC236}">
                <a16:creationId xmlns:a16="http://schemas.microsoft.com/office/drawing/2014/main" id="{D5A81298-29ED-4E8B-BD6A-BA777E63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 GitHub repo</a:t>
            </a:r>
          </a:p>
        </p:txBody>
      </p:sp>
      <p:sp>
        <p:nvSpPr>
          <p:cNvPr id="24" name="text-717">
            <a:extLst xmlns:a="http://schemas.openxmlformats.org/drawingml/2006/main">
              <a:ext uri="{FF2B5EF4-FFF2-40B4-BE49-F238E27FC236}">
                <a16:creationId xmlns:a16="http://schemas.microsoft.com/office/drawing/2014/main" id="{6A5CA776-EF64-4225-A588-DF4972D5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3e376536a63c4e1d"/>
              </a:rPr>
              <a:t>https://github.com/cagoooo/it-cockpit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f7462ccb14609"/>
          <a:stretch xmlns:a="http://schemas.openxmlformats.org/drawingml/2006/main"/>
        </p:blipFill>
        <p:spPr>
          <a:xfrm xmlns:a="http://schemas.openxmlformats.org/drawingml/2006/main">
            <a:off x="49530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718">
            <a:extLst xmlns:a="http://schemas.openxmlformats.org/drawingml/2006/main">
              <a:ext uri="{FF2B5EF4-FFF2-40B4-BE49-F238E27FC236}">
                <a16:creationId xmlns:a16="http://schemas.microsoft.com/office/drawing/2014/main" id="{29CEFC83-E7E6-4676-8219-A277ACD8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7" name="text-719">
            <a:extLst xmlns:a="http://schemas.openxmlformats.org/drawingml/2006/main">
              <a:ext uri="{FF2B5EF4-FFF2-40B4-BE49-F238E27FC236}">
                <a16:creationId xmlns:a16="http://schemas.microsoft.com/office/drawing/2014/main" id="{5B3E308E-A794-4C48-8FBE-EF54FD88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教學駕駛艙公開網站</a:t>
            </a:r>
          </a:p>
        </p:txBody>
      </p:sp>
      <p:sp>
        <p:nvSpPr>
          <p:cNvPr id="28" name="text-720">
            <a:extLst xmlns:a="http://schemas.openxmlformats.org/drawingml/2006/main">
              <a:ext uri="{FF2B5EF4-FFF2-40B4-BE49-F238E27FC236}">
                <a16:creationId xmlns:a16="http://schemas.microsoft.com/office/drawing/2014/main" id="{359A2F97-173F-456D-AC76-1F6989EE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3a7f50c02e6a45ab"/>
              </a:rPr>
              <a:t>https://cagoooo.github.io/it-cockpit/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5b3245f6e1439e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721">
            <a:extLst xmlns:a="http://schemas.openxmlformats.org/drawingml/2006/main">
              <a:ext uri="{FF2B5EF4-FFF2-40B4-BE49-F238E27FC236}">
                <a16:creationId xmlns:a16="http://schemas.microsoft.com/office/drawing/2014/main" id="{640CCA18-050A-461A-8E8A-66642029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722">
            <a:extLst xmlns:a="http://schemas.openxmlformats.org/drawingml/2006/main">
              <a:ext uri="{FF2B5EF4-FFF2-40B4-BE49-F238E27FC236}">
                <a16:creationId xmlns:a16="http://schemas.microsoft.com/office/drawing/2014/main" id="{2F672860-6BD5-488A-BA05-B0C78315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教師會議紀錄系統（#84）</a:t>
            </a:r>
          </a:p>
        </p:txBody>
      </p:sp>
      <p:sp>
        <p:nvSpPr>
          <p:cNvPr id="32" name="text-723">
            <a:extLst xmlns:a="http://schemas.openxmlformats.org/drawingml/2006/main">
              <a:ext uri="{FF2B5EF4-FFF2-40B4-BE49-F238E27FC236}">
                <a16:creationId xmlns:a16="http://schemas.microsoft.com/office/drawing/2014/main" id="{B7B6A47F-810D-4A5E-8D5F-B9C53DEA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3ccd27e370694285"/>
              </a:rPr>
              <a:t>https://cagoooo.github.io/domain-meeting-go/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b21b249d4f4256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724">
            <a:extLst xmlns:a="http://schemas.openxmlformats.org/drawingml/2006/main">
              <a:ext uri="{FF2B5EF4-FFF2-40B4-BE49-F238E27FC236}">
                <a16:creationId xmlns:a16="http://schemas.microsoft.com/office/drawing/2014/main" id="{0A8D8F24-1993-45B9-A46F-B3E6CC0C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5" name="text-725">
            <a:extLst xmlns:a="http://schemas.openxmlformats.org/drawingml/2006/main">
              <a:ext uri="{FF2B5EF4-FFF2-40B4-BE49-F238E27FC236}">
                <a16:creationId xmlns:a16="http://schemas.microsoft.com/office/drawing/2014/main" id="{CA9B03DB-2C12-4DE9-8788-70A82D02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36" name="text-726">
            <a:extLst xmlns:a="http://schemas.openxmlformats.org/drawingml/2006/main">
              <a:ext uri="{FF2B5EF4-FFF2-40B4-BE49-F238E27FC236}">
                <a16:creationId xmlns:a16="http://schemas.microsoft.com/office/drawing/2014/main" id="{96204B53-8602-447C-A23D-8EE3A194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ddd2ee320044f15"/>
              </a:rPr>
              <a:t>https://sites.google.com/new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87f922e4c84ae7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shape-727">
            <a:extLst xmlns:a="http://schemas.openxmlformats.org/drawingml/2006/main">
              <a:ext uri="{FF2B5EF4-FFF2-40B4-BE49-F238E27FC236}">
                <a16:creationId xmlns:a16="http://schemas.microsoft.com/office/drawing/2014/main" id="{9863DD5A-5CF9-4BB3-8330-656873283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9" name="text-728">
            <a:extLst xmlns:a="http://schemas.openxmlformats.org/drawingml/2006/main">
              <a:ext uri="{FF2B5EF4-FFF2-40B4-BE49-F238E27FC236}">
                <a16:creationId xmlns:a16="http://schemas.microsoft.com/office/drawing/2014/main" id="{924F68AF-8308-4BEF-BFFA-ADF40BDF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40" name="text-729">
            <a:extLst xmlns:a="http://schemas.openxmlformats.org/drawingml/2006/main">
              <a:ext uri="{FF2B5EF4-FFF2-40B4-BE49-F238E27FC236}">
                <a16:creationId xmlns:a16="http://schemas.microsoft.com/office/drawing/2014/main" id="{B96B6A84-06FB-4E03-A72E-67236A37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2583ba2a5ddb4f0e"/>
              </a:rPr>
              <a:t>https://pages.github.com/</a:t>
            </a:r>
          </a:p>
        </p:txBody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948bd23c774b74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2" name="shape-730">
            <a:extLst xmlns:a="http://schemas.openxmlformats.org/drawingml/2006/main">
              <a:ext uri="{FF2B5EF4-FFF2-40B4-BE49-F238E27FC236}">
                <a16:creationId xmlns:a16="http://schemas.microsoft.com/office/drawing/2014/main" id="{FD3A4BAB-5004-4DB0-ADDE-D266380F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43" name="text-731">
            <a:extLst xmlns:a="http://schemas.openxmlformats.org/drawingml/2006/main">
              <a:ext uri="{FF2B5EF4-FFF2-40B4-BE49-F238E27FC236}">
                <a16:creationId xmlns:a16="http://schemas.microsoft.com/office/drawing/2014/main" id="{5D21C2D8-7020-42FC-BA2F-8C5FB72E7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44" name="text-732">
            <a:extLst xmlns:a="http://schemas.openxmlformats.org/drawingml/2006/main">
              <a:ext uri="{FF2B5EF4-FFF2-40B4-BE49-F238E27FC236}">
                <a16:creationId xmlns:a16="http://schemas.microsoft.com/office/drawing/2014/main" id="{4DB9124E-7D0C-4FA5-9CD2-DF6A7412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ba6fcf04a4c44ed"/>
              </a:rPr>
              <a:t>https://gg90052.github.io/ezpage/</a:t>
            </a:r>
          </a:p>
        </p:txBody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92e0e628a04b00"/>
          <a:stretch xmlns:a="http://schemas.openxmlformats.org/drawingml/2006/main"/>
        </p:blipFill>
        <p:spPr>
          <a:xfrm xmlns:a="http://schemas.openxmlformats.org/drawingml/2006/main">
            <a:off x="105537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6" name="text-733">
            <a:extLst xmlns:a="http://schemas.openxmlformats.org/drawingml/2006/main">
              <a:ext uri="{FF2B5EF4-FFF2-40B4-BE49-F238E27FC236}">
                <a16:creationId xmlns:a16="http://schemas.microsoft.com/office/drawing/2014/main" id="{79E219B7-57D5-4E36-B207-FB424F38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38850"/>
            <a:ext cx="1116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700887328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2026-08-15T03:11:38.2400000Z</dcterms:created>
  <dcterms:modified xsi:type="dcterms:W3CDTF">2026-08-15T03:11:38.2400000Z</dcterms:modified>
</coreProperties>
</file>