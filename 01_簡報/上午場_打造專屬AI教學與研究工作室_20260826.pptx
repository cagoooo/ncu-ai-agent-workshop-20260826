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f82f99688e46a9" /><Relationship Type="http://schemas.openxmlformats.org/officeDocument/2006/relationships/extended-properties" Target="/docProps/app.xml" Id="R9b66e21f1c0b4e1b" /><Relationship Type="http://schemas.openxmlformats.org/officeDocument/2006/relationships/officeDocument" Target="/ppt/presentation.xml" Id="Rd34112a4218048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386f763b3245e5"/>
  </p:sldMasterIdLst>
  <p:notesMasterIdLst>
    <p:notesMasterId xmlns:r="http://schemas.openxmlformats.org/officeDocument/2006/relationships" r:id="R4cc137f661de4ada"/>
  </p:notesMasterIdLst>
  <p:sldIdLst>
    <p:sldId xmlns:r="http://schemas.openxmlformats.org/officeDocument/2006/relationships" id="256" r:id="Rbea9db2507f940d3"/>
    <p:sldId xmlns:r="http://schemas.openxmlformats.org/officeDocument/2006/relationships" id="257" r:id="Reee8280e0ed246e4"/>
    <p:sldId xmlns:r="http://schemas.openxmlformats.org/officeDocument/2006/relationships" id="258" r:id="R145ca4e1a9554f3a"/>
    <p:sldId xmlns:r="http://schemas.openxmlformats.org/officeDocument/2006/relationships" id="259" r:id="Re3fafdb3533f4af7"/>
    <p:sldId xmlns:r="http://schemas.openxmlformats.org/officeDocument/2006/relationships" id="260" r:id="Rf552453de28f418b"/>
    <p:sldId xmlns:r="http://schemas.openxmlformats.org/officeDocument/2006/relationships" id="261" r:id="R6ca6a7f42c7e4d13"/>
    <p:sldId xmlns:r="http://schemas.openxmlformats.org/officeDocument/2006/relationships" id="262" r:id="Ra51ab769d7ae46c9"/>
    <p:sldId xmlns:r="http://schemas.openxmlformats.org/officeDocument/2006/relationships" id="263" r:id="Rf62e78c1fb0f480c"/>
    <p:sldId xmlns:r="http://schemas.openxmlformats.org/officeDocument/2006/relationships" id="264" r:id="R3d8b0ab7c5d14ea6"/>
    <p:sldId xmlns:r="http://schemas.openxmlformats.org/officeDocument/2006/relationships" id="265" r:id="Rf2557ac73f8e43a0"/>
    <p:sldId xmlns:r="http://schemas.openxmlformats.org/officeDocument/2006/relationships" id="266" r:id="R894ddef91e5b4ba7"/>
    <p:sldId xmlns:r="http://schemas.openxmlformats.org/officeDocument/2006/relationships" id="267" r:id="R34136dfebe87487b"/>
    <p:sldId xmlns:r="http://schemas.openxmlformats.org/officeDocument/2006/relationships" id="268" r:id="Re941a705fd7846eb"/>
    <p:sldId xmlns:r="http://schemas.openxmlformats.org/officeDocument/2006/relationships" id="269" r:id="Rdc806276b6394465"/>
    <p:sldId xmlns:r="http://schemas.openxmlformats.org/officeDocument/2006/relationships" id="270" r:id="R6aec73c46be941c8"/>
    <p:sldId xmlns:r="http://schemas.openxmlformats.org/officeDocument/2006/relationships" id="271" r:id="R03b188c977024e78"/>
    <p:sldId xmlns:r="http://schemas.openxmlformats.org/officeDocument/2006/relationships" id="272" r:id="R86d628b1b6184357"/>
    <p:sldId xmlns:r="http://schemas.openxmlformats.org/officeDocument/2006/relationships" id="273" r:id="Rbf72fc498ce04ee8"/>
    <p:sldId xmlns:r="http://schemas.openxmlformats.org/officeDocument/2006/relationships" id="274" r:id="R2d57afd7f9234027"/>
    <p:sldId xmlns:r="http://schemas.openxmlformats.org/officeDocument/2006/relationships" id="275" r:id="R10c300041c9542c5"/>
    <p:sldId xmlns:r="http://schemas.openxmlformats.org/officeDocument/2006/relationships" id="276" r:id="R06e36a49554741db"/>
    <p:sldId xmlns:r="http://schemas.openxmlformats.org/officeDocument/2006/relationships" id="277" r:id="Rf10c46b955e3429d"/>
    <p:sldId xmlns:r="http://schemas.openxmlformats.org/officeDocument/2006/relationships" id="278" r:id="R99e00fbf63a24270"/>
    <p:sldId xmlns:r="http://schemas.openxmlformats.org/officeDocument/2006/relationships" id="279" r:id="Ra1b1336bd4be4f3a"/>
    <p:sldId xmlns:r="http://schemas.openxmlformats.org/officeDocument/2006/relationships" id="280" r:id="Rce055ccd59304298"/>
    <p:sldId xmlns:r="http://schemas.openxmlformats.org/officeDocument/2006/relationships" id="281" r:id="R90081926e51347f1"/>
    <p:sldId xmlns:r="http://schemas.openxmlformats.org/officeDocument/2006/relationships" id="282" r:id="R8f2a0e07224e4da8"/>
    <p:sldId xmlns:r="http://schemas.openxmlformats.org/officeDocument/2006/relationships" id="283" r:id="Re91c3c26fe824f01"/>
    <p:sldId xmlns:r="http://schemas.openxmlformats.org/officeDocument/2006/relationships" id="284" r:id="Rbd3f5742ef1b4794"/>
    <p:sldId xmlns:r="http://schemas.openxmlformats.org/officeDocument/2006/relationships" id="285" r:id="R3377d59b4a954537"/>
    <p:sldId xmlns:r="http://schemas.openxmlformats.org/officeDocument/2006/relationships" id="286" r:id="Ra8ed727afc3c4937"/>
    <p:sldId xmlns:r="http://schemas.openxmlformats.org/officeDocument/2006/relationships" id="287" r:id="Rc443e0cac1894e1b"/>
    <p:sldId xmlns:r="http://schemas.openxmlformats.org/officeDocument/2006/relationships" id="288" r:id="Rccdb113b45504d32"/>
    <p:sldId xmlns:r="http://schemas.openxmlformats.org/officeDocument/2006/relationships" id="289" r:id="R0124c42e313f42b4"/>
    <p:sldId xmlns:r="http://schemas.openxmlformats.org/officeDocument/2006/relationships" id="290" r:id="Rae6917738e9543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3e919b3c604a25" /><Relationship Type="http://schemas.openxmlformats.org/officeDocument/2006/relationships/slideMaster" Target="/ppt/slideMasters/slideMaster1.xml" Id="R43386f763b3245e5" /><Relationship Type="http://schemas.openxmlformats.org/officeDocument/2006/relationships/notesMaster" Target="/ppt/notesMasters/notesMaster1.xml" Id="R4cc137f661de4ada" /><Relationship Type="http://schemas.openxmlformats.org/officeDocument/2006/relationships/presProps" Target="/ppt/presProps.xml" Id="Rbbb71db508b04aad" /><Relationship Type="http://schemas.openxmlformats.org/officeDocument/2006/relationships/tableStyles" Target="/ppt/tableStyles.xml" Id="R1995d8c00fea4496" /><Relationship Type="http://schemas.openxmlformats.org/officeDocument/2006/relationships/slide" Target="/ppt/slides/slide1.xml" Id="Rbea9db2507f940d3" /><Relationship Type="http://schemas.openxmlformats.org/officeDocument/2006/relationships/slide" Target="/ppt/slides/slide2.xml" Id="Reee8280e0ed246e4" /><Relationship Type="http://schemas.openxmlformats.org/officeDocument/2006/relationships/slide" Target="/ppt/slides/slide3.xml" Id="R145ca4e1a9554f3a" /><Relationship Type="http://schemas.openxmlformats.org/officeDocument/2006/relationships/slide" Target="/ppt/slides/slide4.xml" Id="Re3fafdb3533f4af7" /><Relationship Type="http://schemas.openxmlformats.org/officeDocument/2006/relationships/slide" Target="/ppt/slides/slide5.xml" Id="Rf552453de28f418b" /><Relationship Type="http://schemas.openxmlformats.org/officeDocument/2006/relationships/slide" Target="/ppt/slides/slide6.xml" Id="R6ca6a7f42c7e4d13" /><Relationship Type="http://schemas.openxmlformats.org/officeDocument/2006/relationships/slide" Target="/ppt/slides/slide7.xml" Id="Ra51ab769d7ae46c9" /><Relationship Type="http://schemas.openxmlformats.org/officeDocument/2006/relationships/slide" Target="/ppt/slides/slide8.xml" Id="Rf62e78c1fb0f480c" /><Relationship Type="http://schemas.openxmlformats.org/officeDocument/2006/relationships/slide" Target="/ppt/slides/slide9.xml" Id="R3d8b0ab7c5d14ea6" /><Relationship Type="http://schemas.openxmlformats.org/officeDocument/2006/relationships/slide" Target="/ppt/slides/slide10.xml" Id="Rf2557ac73f8e43a0" /><Relationship Type="http://schemas.openxmlformats.org/officeDocument/2006/relationships/slide" Target="/ppt/slides/slide11.xml" Id="R894ddef91e5b4ba7" /><Relationship Type="http://schemas.openxmlformats.org/officeDocument/2006/relationships/slide" Target="/ppt/slides/slide12.xml" Id="R34136dfebe87487b" /><Relationship Type="http://schemas.openxmlformats.org/officeDocument/2006/relationships/slide" Target="/ppt/slides/slide13.xml" Id="Re941a705fd7846eb" /><Relationship Type="http://schemas.openxmlformats.org/officeDocument/2006/relationships/slide" Target="/ppt/slides/slide14.xml" Id="Rdc806276b6394465" /><Relationship Type="http://schemas.openxmlformats.org/officeDocument/2006/relationships/slide" Target="/ppt/slides/slide15.xml" Id="R6aec73c46be941c8" /><Relationship Type="http://schemas.openxmlformats.org/officeDocument/2006/relationships/slide" Target="/ppt/slides/slide16.xml" Id="R03b188c977024e78" /><Relationship Type="http://schemas.openxmlformats.org/officeDocument/2006/relationships/slide" Target="/ppt/slides/slide17.xml" Id="R86d628b1b6184357" /><Relationship Type="http://schemas.openxmlformats.org/officeDocument/2006/relationships/slide" Target="/ppt/slides/slide18.xml" Id="Rbf72fc498ce04ee8" /><Relationship Type="http://schemas.openxmlformats.org/officeDocument/2006/relationships/slide" Target="/ppt/slides/slide19.xml" Id="R2d57afd7f9234027" /><Relationship Type="http://schemas.openxmlformats.org/officeDocument/2006/relationships/slide" Target="/ppt/slides/slide20.xml" Id="R10c300041c9542c5" /><Relationship Type="http://schemas.openxmlformats.org/officeDocument/2006/relationships/slide" Target="/ppt/slides/slide21.xml" Id="R06e36a49554741db" /><Relationship Type="http://schemas.openxmlformats.org/officeDocument/2006/relationships/slide" Target="/ppt/slides/slide22.xml" Id="Rf10c46b955e3429d" /><Relationship Type="http://schemas.openxmlformats.org/officeDocument/2006/relationships/slide" Target="/ppt/slides/slide23.xml" Id="R99e00fbf63a24270" /><Relationship Type="http://schemas.openxmlformats.org/officeDocument/2006/relationships/slide" Target="/ppt/slides/slide24.xml" Id="Ra1b1336bd4be4f3a" /><Relationship Type="http://schemas.openxmlformats.org/officeDocument/2006/relationships/slide" Target="/ppt/slides/slide25.xml" Id="Rce055ccd59304298" /><Relationship Type="http://schemas.openxmlformats.org/officeDocument/2006/relationships/slide" Target="/ppt/slides/slide26.xml" Id="R90081926e51347f1" /><Relationship Type="http://schemas.openxmlformats.org/officeDocument/2006/relationships/slide" Target="/ppt/slides/slide27.xml" Id="R8f2a0e07224e4da8" /><Relationship Type="http://schemas.openxmlformats.org/officeDocument/2006/relationships/slide" Target="/ppt/slides/slide28.xml" Id="Re91c3c26fe824f01" /><Relationship Type="http://schemas.openxmlformats.org/officeDocument/2006/relationships/slide" Target="/ppt/slides/slide29.xml" Id="Rbd3f5742ef1b4794" /><Relationship Type="http://schemas.openxmlformats.org/officeDocument/2006/relationships/slide" Target="/ppt/slides/slide30.xml" Id="R3377d59b4a954537" /><Relationship Type="http://schemas.openxmlformats.org/officeDocument/2006/relationships/slide" Target="/ppt/slides/slide31.xml" Id="Ra8ed727afc3c4937" /><Relationship Type="http://schemas.openxmlformats.org/officeDocument/2006/relationships/slide" Target="/ppt/slides/slide32.xml" Id="Rc443e0cac1894e1b" /><Relationship Type="http://schemas.openxmlformats.org/officeDocument/2006/relationships/slide" Target="/ppt/slides/slide33.xml" Id="Rccdb113b45504d32" /><Relationship Type="http://schemas.openxmlformats.org/officeDocument/2006/relationships/slide" Target="/ppt/slides/slide34.xml" Id="R0124c42e313f42b4" /><Relationship Type="http://schemas.openxmlformats.org/officeDocument/2006/relationships/slide" Target="/ppt/slides/slide35.xml" Id="Rae6917738e9543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61c91a7c8a47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173d905e5f4bea" /><Relationship Type="http://schemas.openxmlformats.org/officeDocument/2006/relationships/notesMaster" Target="/ppt/notesMasters/notesMaster1.xml" Id="R74c4330004e0421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e366b1e9e240cb" /><Relationship Type="http://schemas.openxmlformats.org/officeDocument/2006/relationships/notesMaster" Target="/ppt/notesMasters/notesMaster1.xml" Id="R1bca420b622248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2543da21db04299" /><Relationship Type="http://schemas.openxmlformats.org/officeDocument/2006/relationships/notesMaster" Target="/ppt/notesMasters/notesMaster1.xml" Id="R0afe06de12304e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430e544f0c489d" /><Relationship Type="http://schemas.openxmlformats.org/officeDocument/2006/relationships/notesMaster" Target="/ppt/notesMasters/notesMaster1.xml" Id="R0587c828289241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8c2d1f869144ea" /><Relationship Type="http://schemas.openxmlformats.org/officeDocument/2006/relationships/notesMaster" Target="/ppt/notesMasters/notesMaster1.xml" Id="R5dfba9929af944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7cfaafd0cc450c" /><Relationship Type="http://schemas.openxmlformats.org/officeDocument/2006/relationships/notesMaster" Target="/ppt/notesMasters/notesMaster1.xml" Id="R7f045df3390840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009785f7cd4030" /><Relationship Type="http://schemas.openxmlformats.org/officeDocument/2006/relationships/notesMaster" Target="/ppt/notesMasters/notesMaster1.xml" Id="R11f9dc7067494a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b3f8dbd354a41ce" /><Relationship Type="http://schemas.openxmlformats.org/officeDocument/2006/relationships/notesMaster" Target="/ppt/notesMasters/notesMaster1.xml" Id="R8e838e45099e49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5b62d8d67d4fba" /><Relationship Type="http://schemas.openxmlformats.org/officeDocument/2006/relationships/notesMaster" Target="/ppt/notesMasters/notesMaster1.xml" Id="R2860a92d80734a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21dc42e1ad40ae" /><Relationship Type="http://schemas.openxmlformats.org/officeDocument/2006/relationships/notesMaster" Target="/ppt/notesMasters/notesMaster1.xml" Id="R8aa419e4e13d43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2f0b51afb34b40" /><Relationship Type="http://schemas.openxmlformats.org/officeDocument/2006/relationships/notesMaster" Target="/ppt/notesMasters/notesMaster1.xml" Id="Rd5bfb96307344c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9a6256187f4e97" /><Relationship Type="http://schemas.openxmlformats.org/officeDocument/2006/relationships/notesMaster" Target="/ppt/notesMasters/notesMaster1.xml" Id="Rdacb0e486c32449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7aaa72813834ad6" /><Relationship Type="http://schemas.openxmlformats.org/officeDocument/2006/relationships/notesMaster" Target="/ppt/notesMasters/notesMaster1.xml" Id="Raaf57103c40f48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500158e4d945d1" /><Relationship Type="http://schemas.openxmlformats.org/officeDocument/2006/relationships/notesMaster" Target="/ppt/notesMasters/notesMaster1.xml" Id="R3530cc34b86c471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8f08b04ea64ac6" /><Relationship Type="http://schemas.openxmlformats.org/officeDocument/2006/relationships/notesMaster" Target="/ppt/notesMasters/notesMaster1.xml" Id="Re1bcd06136854c9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c30fa0221894f0f" /><Relationship Type="http://schemas.openxmlformats.org/officeDocument/2006/relationships/notesMaster" Target="/ppt/notesMasters/notesMaster1.xml" Id="R6ff3391fc7e1411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85978c71c448bd" /><Relationship Type="http://schemas.openxmlformats.org/officeDocument/2006/relationships/notesMaster" Target="/ppt/notesMasters/notesMaster1.xml" Id="R4be55120e112433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ec7116d1a74bea" /><Relationship Type="http://schemas.openxmlformats.org/officeDocument/2006/relationships/notesMaster" Target="/ppt/notesMasters/notesMaster1.xml" Id="R17daf25b1f3c486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e6b7efd06144fe2" /><Relationship Type="http://schemas.openxmlformats.org/officeDocument/2006/relationships/notesMaster" Target="/ppt/notesMasters/notesMaster1.xml" Id="Ra08742693a2b4f1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02e463ee3b4bda" /><Relationship Type="http://schemas.openxmlformats.org/officeDocument/2006/relationships/notesMaster" Target="/ppt/notesMasters/notesMaster1.xml" Id="Ra9db2224efce433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6914e0900d843ef" /><Relationship Type="http://schemas.openxmlformats.org/officeDocument/2006/relationships/notesMaster" Target="/ppt/notesMasters/notesMaster1.xml" Id="R27ca1d9cb4354b1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0fa4e6f37b94a33" /><Relationship Type="http://schemas.openxmlformats.org/officeDocument/2006/relationships/notesMaster" Target="/ppt/notesMasters/notesMaster1.xml" Id="Rddc197c2957f46a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f179332f54a45a4" /><Relationship Type="http://schemas.openxmlformats.org/officeDocument/2006/relationships/notesMaster" Target="/ppt/notesMasters/notesMaster1.xml" Id="R29f4ccb4efc04f8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9abf70c8f504933" /><Relationship Type="http://schemas.openxmlformats.org/officeDocument/2006/relationships/notesMaster" Target="/ppt/notesMasters/notesMaster1.xml" Id="Rd31af34eb0c4400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a95a1cc2b7a4141" /><Relationship Type="http://schemas.openxmlformats.org/officeDocument/2006/relationships/notesMaster" Target="/ppt/notesMasters/notesMaster1.xml" Id="R177ffe5ef38447a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eeb5fb2caa44be6" /><Relationship Type="http://schemas.openxmlformats.org/officeDocument/2006/relationships/notesMaster" Target="/ppt/notesMasters/notesMaster1.xml" Id="R014622006f45463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619992db188493f" /><Relationship Type="http://schemas.openxmlformats.org/officeDocument/2006/relationships/notesMaster" Target="/ppt/notesMasters/notesMaster1.xml" Id="Rc5533b2c4ad84ca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6e62955cd4e4be3" /><Relationship Type="http://schemas.openxmlformats.org/officeDocument/2006/relationships/notesMaster" Target="/ppt/notesMasters/notesMaster1.xml" Id="R22fa66667c04427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53bc513020b4aab" /><Relationship Type="http://schemas.openxmlformats.org/officeDocument/2006/relationships/notesMaster" Target="/ppt/notesMasters/notesMaster1.xml" Id="Rbcb1d827a5324ba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6de3d63ee9945c2" /><Relationship Type="http://schemas.openxmlformats.org/officeDocument/2006/relationships/notesMaster" Target="/ppt/notesMasters/notesMaster1.xml" Id="Re1bea69c3b0743c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4656bc303634f5e" /><Relationship Type="http://schemas.openxmlformats.org/officeDocument/2006/relationships/notesMaster" Target="/ppt/notesMasters/notesMaster1.xml" Id="Rf2b0b89b18e247a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76f3e3ea3784a69" /><Relationship Type="http://schemas.openxmlformats.org/officeDocument/2006/relationships/notesMaster" Target="/ppt/notesMasters/notesMaster1.xml" Id="R520bb00ab72440e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83252fe52e144be" /><Relationship Type="http://schemas.openxmlformats.org/officeDocument/2006/relationships/notesMaster" Target="/ppt/notesMasters/notesMaster1.xml" Id="R3a62d10efe8f411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22963f7e4f84e1a" /><Relationship Type="http://schemas.openxmlformats.org/officeDocument/2006/relationships/notesMaster" Target="/ppt/notesMasters/notesMaster1.xml" Id="R6165615438224fe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ed7f79258564431" /><Relationship Type="http://schemas.openxmlformats.org/officeDocument/2006/relationships/notesMaster" Target="/ppt/notesMasters/notesMaster1.xml" Id="Rc490188048ba43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f15511a20f47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49c68cc1084072" /><Relationship Type="http://schemas.openxmlformats.org/officeDocument/2006/relationships/slideLayout" Target="/ppt/slideLayouts/slideLayout1.xml" Id="R2b82a2408a7b49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82a2408a7b49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79d6c40ee54d25" /><Relationship Type="http://schemas.openxmlformats.org/officeDocument/2006/relationships/image" Target="/ppt/media/image.png" Id="R725d109095b7459e" /><Relationship Type="http://schemas.openxmlformats.org/officeDocument/2006/relationships/notesSlide" Target="/ppt/notesSlides/notesSlide1.xml" Id="Ref181d5f793e4a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fe54195864667" /><Relationship Type="http://schemas.openxmlformats.org/officeDocument/2006/relationships/notesSlide" Target="/ppt/notesSlides/notesSlide2.xml" Id="R34f4695ed7594d7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4d0052f73d4e53" /><Relationship Type="http://schemas.openxmlformats.org/officeDocument/2006/relationships/notesSlide" Target="/ppt/notesSlides/notesSlide3.xml" Id="Rb54169289d5d47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9ccfb05a24384" /><Relationship Type="http://schemas.openxmlformats.org/officeDocument/2006/relationships/notesSlide" Target="/ppt/notesSlides/notesSlide4.xml" Id="R6efb01e574a74b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53ceca48d14b8f" /><Relationship Type="http://schemas.openxmlformats.org/officeDocument/2006/relationships/notesSlide" Target="/ppt/notesSlides/notesSlide5.xml" Id="R8137d0ecc965487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a201164294c47" /><Relationship Type="http://schemas.openxmlformats.org/officeDocument/2006/relationships/notesSlide" Target="/ppt/notesSlides/notesSlide6.xml" Id="Rde273f843e414b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002a97568416a" /><Relationship Type="http://schemas.openxmlformats.org/officeDocument/2006/relationships/image" Target="/ppt/media/image2.png" Id="R1bda4a826b2e4cca" /><Relationship Type="http://schemas.openxmlformats.org/officeDocument/2006/relationships/hyperlink" Target="https://cagoooo.github.io/Akai/" TargetMode="External" Id="Rb3d0178fe8754cdb" /><Relationship Type="http://schemas.openxmlformats.org/officeDocument/2006/relationships/image" Target="/ppt/media/image3.png" Id="R1dd951401f9241b6" /><Relationship Type="http://schemas.openxmlformats.org/officeDocument/2006/relationships/notesSlide" Target="/ppt/notesSlides/notesSlide7.xml" Id="R11bc0147ff2544c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e3e63a52343a0" /><Relationship Type="http://schemas.openxmlformats.org/officeDocument/2006/relationships/hyperlink" Target="https://cagoooo.github.io/Akai/tool/91/" TargetMode="External" Id="Rb523895cc2184cff" /><Relationship Type="http://schemas.openxmlformats.org/officeDocument/2006/relationships/image" Target="/ppt/media/image4.png" Id="Rf73a42f9005b4f6e" /><Relationship Type="http://schemas.openxmlformats.org/officeDocument/2006/relationships/hyperlink" Target="https://cagoooo.github.io/PhotoPoet/" TargetMode="External" Id="R06df408075754393" /><Relationship Type="http://schemas.openxmlformats.org/officeDocument/2006/relationships/image" Target="/ppt/media/image5.png" Id="Rd4ad6e6a0f20406d" /><Relationship Type="http://schemas.openxmlformats.org/officeDocument/2006/relationships/hyperlink" Target="https://cagoooo.github.io/Akai/tool/58/" TargetMode="External" Id="R9b2353b38a9043ce" /><Relationship Type="http://schemas.openxmlformats.org/officeDocument/2006/relationships/image" Target="/ppt/media/image6.png" Id="R645d5f1078894f9a" /><Relationship Type="http://schemas.openxmlformats.org/officeDocument/2006/relationships/hyperlink" Target="https://cagoooo.github.io/prepare/" TargetMode="External" Id="R79430228b8d749ed" /><Relationship Type="http://schemas.openxmlformats.org/officeDocument/2006/relationships/image" Target="/ppt/media/image7.png" Id="R0e908c101fac460f" /><Relationship Type="http://schemas.openxmlformats.org/officeDocument/2006/relationships/hyperlink" Target="https://cagoooo.github.io/Akai/tool/11/" TargetMode="External" Id="Rfc307219c54d42eb" /><Relationship Type="http://schemas.openxmlformats.org/officeDocument/2006/relationships/image" Target="/ppt/media/image8.png" Id="R3bdaa18847f0419f" /><Relationship Type="http://schemas.openxmlformats.org/officeDocument/2006/relationships/hyperlink" Target="https://cagoooo.github.io/Akailao/" TargetMode="External" Id="Ra70e88a66f51442a" /><Relationship Type="http://schemas.openxmlformats.org/officeDocument/2006/relationships/image" Target="/ppt/media/image9.png" Id="R7a424d11aeb1400a" /><Relationship Type="http://schemas.openxmlformats.org/officeDocument/2006/relationships/notesSlide" Target="/ppt/notesSlides/notesSlide8.xml" Id="R184a7387593f49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c2b12116d4803" /><Relationship Type="http://schemas.openxmlformats.org/officeDocument/2006/relationships/hyperlink" Target="https://cagoooo.github.io/Akai/tool/3/" TargetMode="External" Id="Re471201d51134fcb" /><Relationship Type="http://schemas.openxmlformats.org/officeDocument/2006/relationships/image" Target="/ppt/media/image10.png" Id="R34c3694294924051" /><Relationship Type="http://schemas.openxmlformats.org/officeDocument/2006/relationships/hyperlink" Target="https://cagoooo.github.io/vote/" TargetMode="External" Id="R7715e76abcf74662" /><Relationship Type="http://schemas.openxmlformats.org/officeDocument/2006/relationships/image" Target="/ppt/media/image11.png" Id="Rb7df73fc09154d9e" /><Relationship Type="http://schemas.openxmlformats.org/officeDocument/2006/relationships/hyperlink" Target="https://cagoooo.github.io/Akai/tool/24/" TargetMode="External" Id="Rc9e9a168049f46dc" /><Relationship Type="http://schemas.openxmlformats.org/officeDocument/2006/relationships/image" Target="/ppt/media/image12.png" Id="Ra6b111271ca545ea" /><Relationship Type="http://schemas.openxmlformats.org/officeDocument/2006/relationships/hyperlink" Target="https://sites.google.com/mail2.smes.tyc.edu.tw/114teacher/" TargetMode="External" Id="Re6f07b69d81e47ed" /><Relationship Type="http://schemas.openxmlformats.org/officeDocument/2006/relationships/image" Target="/ppt/media/image13.png" Id="Rc9ce068dc37a42f7" /><Relationship Type="http://schemas.openxmlformats.org/officeDocument/2006/relationships/hyperlink" Target="https://cagoooo.github.io/Akai/tool/81/" TargetMode="External" Id="Rf8f04c0bbfbb4299" /><Relationship Type="http://schemas.openxmlformats.org/officeDocument/2006/relationships/image" Target="/ppt/media/image14.png" Id="R46ac5aa138fc4996" /><Relationship Type="http://schemas.openxmlformats.org/officeDocument/2006/relationships/hyperlink" Target="https://cagoooo.github.io/it-cockpit/" TargetMode="External" Id="R80cb528f2e7a477e" /><Relationship Type="http://schemas.openxmlformats.org/officeDocument/2006/relationships/image" Target="/ppt/media/image15.png" Id="R56370bcd42aa4cd6" /><Relationship Type="http://schemas.openxmlformats.org/officeDocument/2006/relationships/notesSlide" Target="/ppt/notesSlides/notesSlide9.xml" Id="R033e028cdf274e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de4bc68484f14" /><Relationship Type="http://schemas.openxmlformats.org/officeDocument/2006/relationships/notesSlide" Target="/ppt/notesSlides/notesSlide10.xml" Id="R0b356b19056848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3fd9db1fb47ed" /><Relationship Type="http://schemas.openxmlformats.org/officeDocument/2006/relationships/hyperlink" Target="https://notebook.google.com/" TargetMode="External" Id="R64ea28444c4341e4" /><Relationship Type="http://schemas.openxmlformats.org/officeDocument/2006/relationships/image" Target="/ppt/media/image16.png" Id="R0aeab236ffd048a9" /><Relationship Type="http://schemas.openxmlformats.org/officeDocument/2006/relationships/notesSlide" Target="/ppt/notesSlides/notesSlide11.xml" Id="R28303a6abe2b494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57d2838ed43a2" /><Relationship Type="http://schemas.openxmlformats.org/officeDocument/2006/relationships/hyperlink" Target="https://notebook.google.com/" TargetMode="External" Id="Ra8312e0c6e7146ac" /><Relationship Type="http://schemas.openxmlformats.org/officeDocument/2006/relationships/image" Target="/ppt/media/image17.png" Id="R839e7eee06cd448d" /><Relationship Type="http://schemas.openxmlformats.org/officeDocument/2006/relationships/notesSlide" Target="/ppt/notesSlides/notesSlide12.xml" Id="R67691bd79a2f42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7cd1e9bba4a2d" /><Relationship Type="http://schemas.openxmlformats.org/officeDocument/2006/relationships/hyperlink" Target="https://notebook.google.com/" TargetMode="External" Id="R44bc1e05d6794e88" /><Relationship Type="http://schemas.openxmlformats.org/officeDocument/2006/relationships/image" Target="/ppt/media/image18.png" Id="R4947824306bd4d48" /><Relationship Type="http://schemas.openxmlformats.org/officeDocument/2006/relationships/notesSlide" Target="/ppt/notesSlides/notesSlide13.xml" Id="R43848633953945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3bc86af854395" /><Relationship Type="http://schemas.openxmlformats.org/officeDocument/2006/relationships/hyperlink" Target="https://notebook.google.com/" TargetMode="External" Id="R211b5c99b16948c0" /><Relationship Type="http://schemas.openxmlformats.org/officeDocument/2006/relationships/hyperlink" Target="https://github.com/cagoooo/it-cockpit" TargetMode="External" Id="R68e35dde238348ec" /><Relationship Type="http://schemas.openxmlformats.org/officeDocument/2006/relationships/hyperlink" Target="https://cagoooo.github.io/it-cockpit/" TargetMode="External" Id="Re45ffeaf4dad452c" /><Relationship Type="http://schemas.openxmlformats.org/officeDocument/2006/relationships/image" Target="/ppt/media/image19.png" Id="Racbcc188c6794140" /><Relationship Type="http://schemas.openxmlformats.org/officeDocument/2006/relationships/image" Target="/ppt/media/image20.png" Id="R0ddbae8eb9024ef5" /><Relationship Type="http://schemas.openxmlformats.org/officeDocument/2006/relationships/image" Target="/ppt/media/image21.png" Id="R5ebb095a46454979" /><Relationship Type="http://schemas.openxmlformats.org/officeDocument/2006/relationships/notesSlide" Target="/ppt/notesSlides/notesSlide14.xml" Id="R96b5cf35a69349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e0bba7e154a15" /><Relationship Type="http://schemas.openxmlformats.org/officeDocument/2006/relationships/hyperlink" Target="https://notebook.google.com/" TargetMode="External" Id="R0fba0e083cbd45d1" /><Relationship Type="http://schemas.openxmlformats.org/officeDocument/2006/relationships/hyperlink" Target="https://cagoooo.github.io/it-cockpit/" TargetMode="External" Id="R670aac8780e540d0" /><Relationship Type="http://schemas.openxmlformats.org/officeDocument/2006/relationships/image" Target="/ppt/media/image22.png" Id="R9d21a0ddecad4d46" /><Relationship Type="http://schemas.openxmlformats.org/officeDocument/2006/relationships/image" Target="/ppt/media/image23.png" Id="R0bebd96dfaf84ca0" /><Relationship Type="http://schemas.openxmlformats.org/officeDocument/2006/relationships/notesSlide" Target="/ppt/notesSlides/notesSlide15.xml" Id="Rc5b3db62650a4c2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95ccd21c940d0" /><Relationship Type="http://schemas.openxmlformats.org/officeDocument/2006/relationships/hyperlink" Target="https://notebook.google.com/" TargetMode="External" Id="Rbe6c68383fa04c02" /><Relationship Type="http://schemas.openxmlformats.org/officeDocument/2006/relationships/image" Target="/ppt/media/image24.png" Id="R1d312ba9b6df4d96" /><Relationship Type="http://schemas.openxmlformats.org/officeDocument/2006/relationships/notesSlide" Target="/ppt/notesSlides/notesSlide16.xml" Id="Rdacf4830ed7e4e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140a8e1ba4db6" /><Relationship Type="http://schemas.openxmlformats.org/officeDocument/2006/relationships/hyperlink" Target="https://notebook.google.com/" TargetMode="External" Id="R7263d813efcd45fd" /><Relationship Type="http://schemas.openxmlformats.org/officeDocument/2006/relationships/image" Target="/ppt/media/image25.png" Id="R36ae33ae196e4495" /><Relationship Type="http://schemas.openxmlformats.org/officeDocument/2006/relationships/notesSlide" Target="/ppt/notesSlides/notesSlide17.xml" Id="Rc21f1434195940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66f06ed3d4ac1" /><Relationship Type="http://schemas.openxmlformats.org/officeDocument/2006/relationships/hyperlink" Target="https://notebook.google.com/" TargetMode="External" Id="R84c2ba43490e486e" /><Relationship Type="http://schemas.openxmlformats.org/officeDocument/2006/relationships/image" Target="/ppt/media/image26.png" Id="R6dd3531992574176" /><Relationship Type="http://schemas.openxmlformats.org/officeDocument/2006/relationships/notesSlide" Target="/ppt/notesSlides/notesSlide18.xml" Id="R8a2c9949886e478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84e6540704dd6" /><Relationship Type="http://schemas.openxmlformats.org/officeDocument/2006/relationships/hyperlink" Target="https://gemini.google.com/gems/create" TargetMode="External" Id="Ra392e37a341e4212" /><Relationship Type="http://schemas.openxmlformats.org/officeDocument/2006/relationships/image" Target="/ppt/media/image27.png" Id="R7c1bec6661ae4ded" /><Relationship Type="http://schemas.openxmlformats.org/officeDocument/2006/relationships/notesSlide" Target="/ppt/notesSlides/notesSlide19.xml" Id="R454d6b5f5ca8482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34ea43d83748a1" /><Relationship Type="http://schemas.openxmlformats.org/officeDocument/2006/relationships/hyperlink" Target="https://gemini.google.com/gems/create" TargetMode="External" Id="R33094f0ecdd14848" /><Relationship Type="http://schemas.openxmlformats.org/officeDocument/2006/relationships/image" Target="/ppt/media/image28.png" Id="R5c36394178c54473" /><Relationship Type="http://schemas.openxmlformats.org/officeDocument/2006/relationships/notesSlide" Target="/ppt/notesSlides/notesSlide20.xml" Id="R622fa0ec7b80411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de90815144ae7" /><Relationship Type="http://schemas.openxmlformats.org/officeDocument/2006/relationships/hyperlink" Target="https://gemini.google.com/gems/create" TargetMode="External" Id="R767927e3fbda44cd" /><Relationship Type="http://schemas.openxmlformats.org/officeDocument/2006/relationships/image" Target="/ppt/media/image29.png" Id="Rcb65528c8e864979" /><Relationship Type="http://schemas.openxmlformats.org/officeDocument/2006/relationships/notesSlide" Target="/ppt/notesSlides/notesSlide21.xml" Id="Rd41edb9fbef34b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64488477747af" /><Relationship Type="http://schemas.openxmlformats.org/officeDocument/2006/relationships/hyperlink" Target="https://gemini.google.com/gems/create" TargetMode="External" Id="R4987deaed57e4327" /><Relationship Type="http://schemas.openxmlformats.org/officeDocument/2006/relationships/image" Target="/ppt/media/image30.png" Id="Ra00394737bfb43aa" /><Relationship Type="http://schemas.openxmlformats.org/officeDocument/2006/relationships/notesSlide" Target="/ppt/notesSlides/notesSlide22.xml" Id="Re249cafab54b49e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c9484e9814ab7" /><Relationship Type="http://schemas.openxmlformats.org/officeDocument/2006/relationships/hyperlink" Target="https://gemini.google.com/gems/create" TargetMode="External" Id="Rdcbac5064c51491a" /><Relationship Type="http://schemas.openxmlformats.org/officeDocument/2006/relationships/image" Target="/ppt/media/image31.png" Id="Ree46a99ec2cc4d91" /><Relationship Type="http://schemas.openxmlformats.org/officeDocument/2006/relationships/notesSlide" Target="/ppt/notesSlides/notesSlide23.xml" Id="R029b92be33c94f4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b349a772d54033" /><Relationship Type="http://schemas.openxmlformats.org/officeDocument/2006/relationships/hyperlink" Target="https://gemini.google.com/gems/create" TargetMode="External" Id="R7f2bcacb8525426f" /><Relationship Type="http://schemas.openxmlformats.org/officeDocument/2006/relationships/image" Target="/ppt/media/image32.png" Id="R6a8d7d4e47e64f57" /><Relationship Type="http://schemas.openxmlformats.org/officeDocument/2006/relationships/notesSlide" Target="/ppt/notesSlides/notesSlide24.xml" Id="Rd00f3ea193a84f8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ac1c5e8c9426b" /><Relationship Type="http://schemas.openxmlformats.org/officeDocument/2006/relationships/hyperlink" Target="https://gemini.google.com/app" TargetMode="External" Id="Rfe00263d1b3c46fc" /><Relationship Type="http://schemas.openxmlformats.org/officeDocument/2006/relationships/image" Target="/ppt/media/image33.png" Id="R7120611848bd4363" /><Relationship Type="http://schemas.openxmlformats.org/officeDocument/2006/relationships/notesSlide" Target="/ppt/notesSlides/notesSlide25.xml" Id="Rd30a6374d36e475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93d10b33749d3" /><Relationship Type="http://schemas.openxmlformats.org/officeDocument/2006/relationships/hyperlink" Target="https://gemini.google.com/app" TargetMode="External" Id="Rb8c8f31e9bae42d4" /><Relationship Type="http://schemas.openxmlformats.org/officeDocument/2006/relationships/image" Target="/ppt/media/image34.png" Id="R47eb5fcf23af437d" /><Relationship Type="http://schemas.openxmlformats.org/officeDocument/2006/relationships/notesSlide" Target="/ppt/notesSlides/notesSlide26.xml" Id="R9b446408a4dd467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17445fdf14d7c" /><Relationship Type="http://schemas.openxmlformats.org/officeDocument/2006/relationships/hyperlink" Target="https://gemini.google.com/app" TargetMode="External" Id="R39da6a50496f4eb8" /><Relationship Type="http://schemas.openxmlformats.org/officeDocument/2006/relationships/hyperlink" Target="https://cagoooo.github.io/domain-meeting-go/" TargetMode="External" Id="Ra23cd8b6f0064e1c" /><Relationship Type="http://schemas.openxmlformats.org/officeDocument/2006/relationships/image" Target="/ppt/media/image35.png" Id="Ra4b383ae0c1c4809" /><Relationship Type="http://schemas.openxmlformats.org/officeDocument/2006/relationships/image" Target="/ppt/media/image36.png" Id="Rc5e41905fe0e4524" /><Relationship Type="http://schemas.openxmlformats.org/officeDocument/2006/relationships/notesSlide" Target="/ppt/notesSlides/notesSlide27.xml" Id="Rdf274888ebaf4c8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ee32cd70d3410d" /><Relationship Type="http://schemas.openxmlformats.org/officeDocument/2006/relationships/hyperlink" Target="https://gemini.google.com/app" TargetMode="External" Id="Rd919728ec322481c" /><Relationship Type="http://schemas.openxmlformats.org/officeDocument/2006/relationships/hyperlink" Target="https://cagoooo.github.io/domain-meeting-go/" TargetMode="External" Id="Racbfa48523c04113" /><Relationship Type="http://schemas.openxmlformats.org/officeDocument/2006/relationships/hyperlink" Target="https://sites.google.com/mail2.smes.tyc.edu.tw/114teacher/" TargetMode="External" Id="R2fad2456ba514f15" /><Relationship Type="http://schemas.openxmlformats.org/officeDocument/2006/relationships/image" Target="/ppt/media/image37.png" Id="R24d4087ddb584aba" /><Relationship Type="http://schemas.openxmlformats.org/officeDocument/2006/relationships/image" Target="/ppt/media/image38.png" Id="R1f711d9a23f94e70" /><Relationship Type="http://schemas.openxmlformats.org/officeDocument/2006/relationships/image" Target="/ppt/media/image39.png" Id="Rf38346ed908c4acb" /><Relationship Type="http://schemas.openxmlformats.org/officeDocument/2006/relationships/notesSlide" Target="/ppt/notesSlides/notesSlide28.xml" Id="Reeb11908bed7464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b985b23d64332" /><Relationship Type="http://schemas.openxmlformats.org/officeDocument/2006/relationships/hyperlink" Target="https://sites.google.com/new" TargetMode="External" Id="Rc465433e412d4dd9" /><Relationship Type="http://schemas.openxmlformats.org/officeDocument/2006/relationships/hyperlink" Target="https://cagoooo.github.io/domain-meeting-go/" TargetMode="External" Id="R19846c091b8644bb" /><Relationship Type="http://schemas.openxmlformats.org/officeDocument/2006/relationships/image" Target="/ppt/media/image40.png" Id="Rfac4f475c52c4256" /><Relationship Type="http://schemas.openxmlformats.org/officeDocument/2006/relationships/image" Target="/ppt/media/image41.png" Id="Rc3e9d964cf6a498c" /><Relationship Type="http://schemas.openxmlformats.org/officeDocument/2006/relationships/notesSlide" Target="/ppt/notesSlides/notesSlide29.xml" Id="R56fbfe9c1aca4e8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d2da495b342a3" /><Relationship Type="http://schemas.openxmlformats.org/officeDocument/2006/relationships/hyperlink" Target="https://sites.google.com/new" TargetMode="External" Id="R38cadb007c9842c0" /><Relationship Type="http://schemas.openxmlformats.org/officeDocument/2006/relationships/hyperlink" Target="https://pages.github.com/" TargetMode="External" Id="R8bc84f5519634b31" /><Relationship Type="http://schemas.openxmlformats.org/officeDocument/2006/relationships/hyperlink" Target="https://gg90052.github.io/ezpage/" TargetMode="External" Id="Rc64d06e5edde4178" /><Relationship Type="http://schemas.openxmlformats.org/officeDocument/2006/relationships/image" Target="/ppt/media/image42.png" Id="Re5b95ef4fa7341c0" /><Relationship Type="http://schemas.openxmlformats.org/officeDocument/2006/relationships/image" Target="/ppt/media/image43.png" Id="R9b1e2a9c894c48e0" /><Relationship Type="http://schemas.openxmlformats.org/officeDocument/2006/relationships/image" Target="/ppt/media/image44.png" Id="Rc0d7a8057757448b" /><Relationship Type="http://schemas.openxmlformats.org/officeDocument/2006/relationships/notesSlide" Target="/ppt/notesSlides/notesSlide30.xml" Id="R945c79b3b1dc4d0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23d771db9451c" /><Relationship Type="http://schemas.openxmlformats.org/officeDocument/2006/relationships/hyperlink" Target="https://sites.google.com/new" TargetMode="External" Id="R9529e6d9650b43aa" /><Relationship Type="http://schemas.openxmlformats.org/officeDocument/2006/relationships/hyperlink" Target="https://sites.google.com/mail2.smes.tyc.edu.tw/114teacher/" TargetMode="External" Id="Ra63197f7d96e43d9" /><Relationship Type="http://schemas.openxmlformats.org/officeDocument/2006/relationships/image" Target="/ppt/media/image45.png" Id="R6f09ba7b29274f7f" /><Relationship Type="http://schemas.openxmlformats.org/officeDocument/2006/relationships/image" Target="/ppt/media/image46.png" Id="Rbe40837538d14c8a" /><Relationship Type="http://schemas.openxmlformats.org/officeDocument/2006/relationships/notesSlide" Target="/ppt/notesSlides/notesSlide31.xml" Id="R6b581141ae88402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5537f403e44caa" /><Relationship Type="http://schemas.openxmlformats.org/officeDocument/2006/relationships/hyperlink" Target="https://pages.github.com/" TargetMode="External" Id="R8e73570e51ba47a8" /><Relationship Type="http://schemas.openxmlformats.org/officeDocument/2006/relationships/image" Target="/ppt/media/image47.png" Id="Rba8389d1bac94682" /><Relationship Type="http://schemas.openxmlformats.org/officeDocument/2006/relationships/notesSlide" Target="/ppt/notesSlides/notesSlide32.xml" Id="Re5f8bc27f6f3434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0751aaa754b5d" /><Relationship Type="http://schemas.openxmlformats.org/officeDocument/2006/relationships/hyperlink" Target="https://gg90052.github.io/ezpage/" TargetMode="External" Id="R2919f4e38bbe4bdc" /><Relationship Type="http://schemas.openxmlformats.org/officeDocument/2006/relationships/image" Target="/ppt/media/image48.png" Id="Rf18b296f1183409a" /><Relationship Type="http://schemas.openxmlformats.org/officeDocument/2006/relationships/notesSlide" Target="/ppt/notesSlides/notesSlide33.xml" Id="Rc533e0612f75428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1ad137ac144ce" /><Relationship Type="http://schemas.openxmlformats.org/officeDocument/2006/relationships/hyperlink" Target="https://notebook.google.com/" TargetMode="External" Id="R0d41bedeaea04d3b" /><Relationship Type="http://schemas.openxmlformats.org/officeDocument/2006/relationships/hyperlink" Target="https://cagoooo.github.io/domain-meeting-go/" TargetMode="External" Id="R39fec2162f5e47e2" /><Relationship Type="http://schemas.openxmlformats.org/officeDocument/2006/relationships/hyperlink" Target="https://sites.google.com/mail2.smes.tyc.edu.tw/114teacher/" TargetMode="External" Id="Rf337d77c47ee4718" /><Relationship Type="http://schemas.openxmlformats.org/officeDocument/2006/relationships/image" Target="/ppt/media/image49.png" Id="Ra8bf76fe688f4a08" /><Relationship Type="http://schemas.openxmlformats.org/officeDocument/2006/relationships/image" Target="/ppt/media/image50.png" Id="R32d82172f5fd49af" /><Relationship Type="http://schemas.openxmlformats.org/officeDocument/2006/relationships/image" Target="/ppt/media/image51.png" Id="R51d2ea51cf5f4401" /><Relationship Type="http://schemas.openxmlformats.org/officeDocument/2006/relationships/notesSlide" Target="/ppt/notesSlides/notesSlide34.xml" Id="R1f782439b68c4cf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04c72cd394aba" /><Relationship Type="http://schemas.openxmlformats.org/officeDocument/2006/relationships/hyperlink" Target="../START_HERE_&#30740;&#32722;&#36039;&#28304;&#23566;&#33322;.html" TargetMode="External" Id="R7ead62cd348e403e" /><Relationship Type="http://schemas.openxmlformats.org/officeDocument/2006/relationships/image" Target="/ppt/media/image52.png" Id="R5103892c24b94d4b" /><Relationship Type="http://schemas.openxmlformats.org/officeDocument/2006/relationships/hyperlink" Target="https://notebook.google.com/" TargetMode="External" Id="R6d94b70fc8894195" /><Relationship Type="http://schemas.openxmlformats.org/officeDocument/2006/relationships/image" Target="/ppt/media/image53.png" Id="R42ef13e2b1c842ea" /><Relationship Type="http://schemas.openxmlformats.org/officeDocument/2006/relationships/hyperlink" Target="https://gemini.google.com/gems/create" TargetMode="External" Id="R1c60f7674c844b6d" /><Relationship Type="http://schemas.openxmlformats.org/officeDocument/2006/relationships/image" Target="/ppt/media/image54.png" Id="Rdb98cb6244844a37" /><Relationship Type="http://schemas.openxmlformats.org/officeDocument/2006/relationships/hyperlink" Target="https://gemini.google.com/app" TargetMode="External" Id="R44cde40dc05548eb" /><Relationship Type="http://schemas.openxmlformats.org/officeDocument/2006/relationships/image" Target="/ppt/media/image55.png" Id="Rda900d8327c54d74" /><Relationship Type="http://schemas.openxmlformats.org/officeDocument/2006/relationships/hyperlink" Target="https://github.com/cagoooo/it-cockpit" TargetMode="External" Id="R9bc30b625a6b4298" /><Relationship Type="http://schemas.openxmlformats.org/officeDocument/2006/relationships/image" Target="/ppt/media/image56.png" Id="R39c8454adbb249f2" /><Relationship Type="http://schemas.openxmlformats.org/officeDocument/2006/relationships/hyperlink" Target="https://cagoooo.github.io/it-cockpit/" TargetMode="External" Id="R46effed8425e4ce3" /><Relationship Type="http://schemas.openxmlformats.org/officeDocument/2006/relationships/image" Target="/ppt/media/image57.png" Id="Rfccb991b605543ba" /><Relationship Type="http://schemas.openxmlformats.org/officeDocument/2006/relationships/hyperlink" Target="https://cagoooo.github.io/domain-meeting-go/" TargetMode="External" Id="R1e8fd4ca48304bfd" /><Relationship Type="http://schemas.openxmlformats.org/officeDocument/2006/relationships/image" Target="/ppt/media/image58.png" Id="Rbb31570833464378" /><Relationship Type="http://schemas.openxmlformats.org/officeDocument/2006/relationships/hyperlink" Target="https://sites.google.com/new" TargetMode="External" Id="R815d4d4c338240ad" /><Relationship Type="http://schemas.openxmlformats.org/officeDocument/2006/relationships/image" Target="/ppt/media/image59.png" Id="R1c527e810f1a4904" /><Relationship Type="http://schemas.openxmlformats.org/officeDocument/2006/relationships/hyperlink" Target="https://pages.github.com/" TargetMode="External" Id="Red29f0b084a94941" /><Relationship Type="http://schemas.openxmlformats.org/officeDocument/2006/relationships/image" Target="/ppt/media/image60.png" Id="R14cdb74eb8d1433e" /><Relationship Type="http://schemas.openxmlformats.org/officeDocument/2006/relationships/hyperlink" Target="https://gg90052.github.io/ezpage/" TargetMode="External" Id="Rc933f9ad49aa4e3c" /><Relationship Type="http://schemas.openxmlformats.org/officeDocument/2006/relationships/image" Target="/ppt/media/image61.png" Id="R533e72baa2f1499b" /><Relationship Type="http://schemas.openxmlformats.org/officeDocument/2006/relationships/notesSlide" Target="/ppt/notesSlides/notesSlide35.xml" Id="Rd7319b71c55042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5d109095b7459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11050FB0-A038-449C-836D-B50AA04F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6C27643E-FC39-4AFB-9388-26A57E77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35D6F89-EFF9-456B-AE2C-8CA32F4C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5CFEDE7-181C-4BF6-A96E-262B2839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038AA544-12E4-4B89-B5D5-9BDE95D5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5A1945D5-530B-4B0F-BEBF-13B66FAA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A7C2A44D-FA0B-4202-B8F6-51412E3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527408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8">
            <a:extLst xmlns:a="http://schemas.openxmlformats.org/drawingml/2006/main">
              <a:ext uri="{FF2B5EF4-FFF2-40B4-BE49-F238E27FC236}">
                <a16:creationId xmlns:a16="http://schemas.microsoft.com/office/drawing/2014/main" id="{D170E2E0-BE23-4C11-852D-FD4384A0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C2F0FE-569F-4220-BF51-99BA7E7F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32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F702164D-890C-47F3-B4C2-9F39E66F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51BAD0-5253-4816-BD23-A99204ED2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76E9F210-2404-4CCC-99FF-AE65B819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EE2A6B7A-260A-4418-8F65-71555146A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14D245BE-0261-4600-9175-9CF4B1CB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2A3DC869-5756-4093-B6B4-D63C6F084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720306D9-0FB6-470C-B60F-7F084312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59950DCE-6FC1-432B-82F2-911F1BF4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1931CDB1-A8DA-4FFE-9B7E-57D41F72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5F6FCD22-9A80-41F6-A3B0-7E99707C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A69C0D76-5F18-42E5-AC5C-8DDA3555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5A435B8F-1EA2-43C7-B352-CD5CBA8B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FF925180-A267-4604-81DD-A443A396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0FA3C0D0-6214-4F06-BF73-B285D030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C3459BA8-DFA2-4E12-A1BA-72CC6422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3A28EF3D-EE7D-43E6-9CCA-5CF53270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0904FAD9-0B30-447B-987E-00F9B60B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8766606D-DCAD-463A-8FA8-3A06691C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459FE045-E4BF-4AD9-B729-10ED9498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CA5B8569-CB81-4F2F-837A-5F857DEF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240C29CF-81FC-4A6F-89CB-38AE6DA6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3336360B-FDF9-4182-AD6E-B12F4143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282A05AF-64DE-4D36-B836-428F78CE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E3BE05AD-F7AE-474A-B43D-C5883158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3BBE962A-3B1E-466A-80E1-54F07599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8F987E20-91FC-49B9-87B4-17D8514F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83108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5">
            <a:extLst xmlns:a="http://schemas.openxmlformats.org/drawingml/2006/main">
              <a:ext uri="{FF2B5EF4-FFF2-40B4-BE49-F238E27FC236}">
                <a16:creationId xmlns:a16="http://schemas.microsoft.com/office/drawing/2014/main" id="{2E60D616-C47C-47C2-8DC8-BDCE1D98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072A2D-6CFE-4512-8C58-A58861AF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51E060A1-C478-4679-8028-0C40AC85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DA023C-BC3B-4AA1-B81D-C17AF797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8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9">
            <a:extLst xmlns:a="http://schemas.openxmlformats.org/drawingml/2006/main">
              <a:ext uri="{FF2B5EF4-FFF2-40B4-BE49-F238E27FC236}">
                <a16:creationId xmlns:a16="http://schemas.microsoft.com/office/drawing/2014/main" id="{5B07456D-B74D-41EE-8597-9EE626AE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2ED0C462-5E7D-4867-9E33-3490325B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054F441B-6CBE-4009-B224-5EB3983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2">
            <a:extLst xmlns:a="http://schemas.openxmlformats.org/drawingml/2006/main">
              <a:ext uri="{FF2B5EF4-FFF2-40B4-BE49-F238E27FC236}">
                <a16:creationId xmlns:a16="http://schemas.microsoft.com/office/drawing/2014/main" id="{D4E334B9-8CFB-4338-BFF6-42B314B5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3">
            <a:extLst xmlns:a="http://schemas.openxmlformats.org/drawingml/2006/main">
              <a:ext uri="{FF2B5EF4-FFF2-40B4-BE49-F238E27FC236}">
                <a16:creationId xmlns:a16="http://schemas.microsoft.com/office/drawing/2014/main" id="{2E266CEE-A6CA-4BD3-9AEA-F2D359B3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44">
            <a:extLst xmlns:a="http://schemas.openxmlformats.org/drawingml/2006/main">
              <a:ext uri="{FF2B5EF4-FFF2-40B4-BE49-F238E27FC236}">
                <a16:creationId xmlns:a16="http://schemas.microsoft.com/office/drawing/2014/main" id="{16D9E202-296C-41F7-9971-2A9EB883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CF70AD1F-B4B3-4836-AE87-424AB8C9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6">
            <a:extLst xmlns:a="http://schemas.openxmlformats.org/drawingml/2006/main">
              <a:ext uri="{FF2B5EF4-FFF2-40B4-BE49-F238E27FC236}">
                <a16:creationId xmlns:a16="http://schemas.microsoft.com/office/drawing/2014/main" id="{E9231C5E-9BDB-4A16-B39D-C51D5D92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7">
            <a:extLst xmlns:a="http://schemas.openxmlformats.org/drawingml/2006/main">
              <a:ext uri="{FF2B5EF4-FFF2-40B4-BE49-F238E27FC236}">
                <a16:creationId xmlns:a16="http://schemas.microsoft.com/office/drawing/2014/main" id="{74F6B0AF-BCE9-42B8-81CB-C3B66C9F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FB96D946-10AE-464B-BE3B-8EEBCCF1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9">
            <a:extLst xmlns:a="http://schemas.openxmlformats.org/drawingml/2006/main">
              <a:ext uri="{FF2B5EF4-FFF2-40B4-BE49-F238E27FC236}">
                <a16:creationId xmlns:a16="http://schemas.microsoft.com/office/drawing/2014/main" id="{0D0453D7-ABE3-4653-8516-1B0F972E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E2D3A06E-A45A-4CE6-A918-C2CDED7E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51">
            <a:extLst xmlns:a="http://schemas.openxmlformats.org/drawingml/2006/main">
              <a:ext uri="{FF2B5EF4-FFF2-40B4-BE49-F238E27FC236}">
                <a16:creationId xmlns:a16="http://schemas.microsoft.com/office/drawing/2014/main" id="{F51FA249-2D8B-498B-ACD8-0EB1FC34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">
            <a:extLst xmlns:a="http://schemas.openxmlformats.org/drawingml/2006/main">
              <a:ext uri="{FF2B5EF4-FFF2-40B4-BE49-F238E27FC236}">
                <a16:creationId xmlns:a16="http://schemas.microsoft.com/office/drawing/2014/main" id="{2D816F6F-6247-4192-911F-0D01AF65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53">
            <a:extLst xmlns:a="http://schemas.openxmlformats.org/drawingml/2006/main">
              <a:ext uri="{FF2B5EF4-FFF2-40B4-BE49-F238E27FC236}">
                <a16:creationId xmlns:a16="http://schemas.microsoft.com/office/drawing/2014/main" id="{FAD458B3-BBF6-4A18-B17D-F75893D6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54">
            <a:extLst xmlns:a="http://schemas.openxmlformats.org/drawingml/2006/main">
              <a:ext uri="{FF2B5EF4-FFF2-40B4-BE49-F238E27FC236}">
                <a16:creationId xmlns:a16="http://schemas.microsoft.com/office/drawing/2014/main" id="{AC04103B-56A5-4E8F-A91F-EF32571A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55">
            <a:extLst xmlns:a="http://schemas.openxmlformats.org/drawingml/2006/main">
              <a:ext uri="{FF2B5EF4-FFF2-40B4-BE49-F238E27FC236}">
                <a16:creationId xmlns:a16="http://schemas.microsoft.com/office/drawing/2014/main" id="{F3CDA772-3384-4D2B-9509-CCF4DB89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6">
            <a:extLst xmlns:a="http://schemas.openxmlformats.org/drawingml/2006/main">
              <a:ext uri="{FF2B5EF4-FFF2-40B4-BE49-F238E27FC236}">
                <a16:creationId xmlns:a16="http://schemas.microsoft.com/office/drawing/2014/main" id="{3EB5B319-1409-4A27-B118-D1B71CEA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7">
            <a:extLst xmlns:a="http://schemas.openxmlformats.org/drawingml/2006/main">
              <a:ext uri="{FF2B5EF4-FFF2-40B4-BE49-F238E27FC236}">
                <a16:creationId xmlns:a16="http://schemas.microsoft.com/office/drawing/2014/main" id="{44BCEBF0-1343-42A8-9976-F0980D09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8">
            <a:extLst xmlns:a="http://schemas.openxmlformats.org/drawingml/2006/main">
              <a:ext uri="{FF2B5EF4-FFF2-40B4-BE49-F238E27FC236}">
                <a16:creationId xmlns:a16="http://schemas.microsoft.com/office/drawing/2014/main" id="{9638014E-72D4-46DF-93B0-23DFFC5D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9">
            <a:extLst xmlns:a="http://schemas.openxmlformats.org/drawingml/2006/main">
              <a:ext uri="{FF2B5EF4-FFF2-40B4-BE49-F238E27FC236}">
                <a16:creationId xmlns:a16="http://schemas.microsoft.com/office/drawing/2014/main" id="{624AD598-B1C4-48C7-BFF2-558750D0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0">
            <a:extLst xmlns:a="http://schemas.openxmlformats.org/drawingml/2006/main">
              <a:ext uri="{FF2B5EF4-FFF2-40B4-BE49-F238E27FC236}">
                <a16:creationId xmlns:a16="http://schemas.microsoft.com/office/drawing/2014/main" id="{E345E5FF-4844-44FD-9000-2BDFF57D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61">
            <a:extLst xmlns:a="http://schemas.openxmlformats.org/drawingml/2006/main">
              <a:ext uri="{FF2B5EF4-FFF2-40B4-BE49-F238E27FC236}">
                <a16:creationId xmlns:a16="http://schemas.microsoft.com/office/drawing/2014/main" id="{19C8ECD3-1E60-4157-9C61-4BA723E4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62">
            <a:extLst xmlns:a="http://schemas.openxmlformats.org/drawingml/2006/main">
              <a:ext uri="{FF2B5EF4-FFF2-40B4-BE49-F238E27FC236}">
                <a16:creationId xmlns:a16="http://schemas.microsoft.com/office/drawing/2014/main" id="{36ED06B4-1414-43AD-ACFB-12F8E26B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909877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3">
            <a:extLst xmlns:a="http://schemas.openxmlformats.org/drawingml/2006/main">
              <a:ext uri="{FF2B5EF4-FFF2-40B4-BE49-F238E27FC236}">
                <a16:creationId xmlns:a16="http://schemas.microsoft.com/office/drawing/2014/main" id="{84A3C1D1-6020-424A-AFAD-431B611D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8919F9-E375-4157-9B2A-ECACB37E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">
            <a:extLst xmlns:a="http://schemas.openxmlformats.org/drawingml/2006/main">
              <a:ext uri="{FF2B5EF4-FFF2-40B4-BE49-F238E27FC236}">
                <a16:creationId xmlns:a16="http://schemas.microsoft.com/office/drawing/2014/main" id="{34C790D8-D712-48EC-9695-8A02208F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99BBD80-FDC4-4758-BFB5-170DBC46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6">
            <a:extLst xmlns:a="http://schemas.openxmlformats.org/drawingml/2006/main">
              <a:ext uri="{FF2B5EF4-FFF2-40B4-BE49-F238E27FC236}">
                <a16:creationId xmlns:a16="http://schemas.microsoft.com/office/drawing/2014/main" id="{35FB69D1-94E1-487C-A032-855F3AC0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7">
            <a:extLst xmlns:a="http://schemas.openxmlformats.org/drawingml/2006/main">
              <a:ext uri="{FF2B5EF4-FFF2-40B4-BE49-F238E27FC236}">
                <a16:creationId xmlns:a16="http://schemas.microsoft.com/office/drawing/2014/main" id="{4EA57950-2FBE-400F-BDE3-95550A3C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8">
            <a:extLst xmlns:a="http://schemas.openxmlformats.org/drawingml/2006/main">
              <a:ext uri="{FF2B5EF4-FFF2-40B4-BE49-F238E27FC236}">
                <a16:creationId xmlns:a16="http://schemas.microsoft.com/office/drawing/2014/main" id="{E14BB533-8A48-4C9B-9BDC-F56A9F13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9">
            <a:extLst xmlns:a="http://schemas.openxmlformats.org/drawingml/2006/main">
              <a:ext uri="{FF2B5EF4-FFF2-40B4-BE49-F238E27FC236}">
                <a16:creationId xmlns:a16="http://schemas.microsoft.com/office/drawing/2014/main" id="{BDBC3426-978C-4534-A01F-A0A8B158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70">
            <a:extLst xmlns:a="http://schemas.openxmlformats.org/drawingml/2006/main">
              <a:ext uri="{FF2B5EF4-FFF2-40B4-BE49-F238E27FC236}">
                <a16:creationId xmlns:a16="http://schemas.microsoft.com/office/drawing/2014/main" id="{FCFABD0C-EF3D-439C-AC7A-2143193B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FA538BD4-C173-46C0-91F3-EC017431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2">
            <a:extLst xmlns:a="http://schemas.openxmlformats.org/drawingml/2006/main">
              <a:ext uri="{FF2B5EF4-FFF2-40B4-BE49-F238E27FC236}">
                <a16:creationId xmlns:a16="http://schemas.microsoft.com/office/drawing/2014/main" id="{5E48D52E-EAD0-4D8D-8203-58E73F55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73">
            <a:extLst xmlns:a="http://schemas.openxmlformats.org/drawingml/2006/main">
              <a:ext uri="{FF2B5EF4-FFF2-40B4-BE49-F238E27FC236}">
                <a16:creationId xmlns:a16="http://schemas.microsoft.com/office/drawing/2014/main" id="{F1164905-9419-401D-BD03-53A4BA03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74">
            <a:extLst xmlns:a="http://schemas.openxmlformats.org/drawingml/2006/main">
              <a:ext uri="{FF2B5EF4-FFF2-40B4-BE49-F238E27FC236}">
                <a16:creationId xmlns:a16="http://schemas.microsoft.com/office/drawing/2014/main" id="{DB261C33-09BD-47B6-A661-F01FD428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179B0388-D146-481D-B681-8FDE1A89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0B8F21BB-A33A-4E21-A0D5-4D310356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7">
            <a:extLst xmlns:a="http://schemas.openxmlformats.org/drawingml/2006/main">
              <a:ext uri="{FF2B5EF4-FFF2-40B4-BE49-F238E27FC236}">
                <a16:creationId xmlns:a16="http://schemas.microsoft.com/office/drawing/2014/main" id="{D73D598C-A770-40F0-9E95-1970F868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8">
            <a:extLst xmlns:a="http://schemas.openxmlformats.org/drawingml/2006/main">
              <a:ext uri="{FF2B5EF4-FFF2-40B4-BE49-F238E27FC236}">
                <a16:creationId xmlns:a16="http://schemas.microsoft.com/office/drawing/2014/main" id="{24B8D826-FBE0-4534-8A34-00CBE972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9">
            <a:extLst xmlns:a="http://schemas.openxmlformats.org/drawingml/2006/main">
              <a:ext uri="{FF2B5EF4-FFF2-40B4-BE49-F238E27FC236}">
                <a16:creationId xmlns:a16="http://schemas.microsoft.com/office/drawing/2014/main" id="{FFF24B8E-C923-4459-8106-93BBE698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0">
            <a:extLst xmlns:a="http://schemas.openxmlformats.org/drawingml/2006/main">
              <a:ext uri="{FF2B5EF4-FFF2-40B4-BE49-F238E27FC236}">
                <a16:creationId xmlns:a16="http://schemas.microsoft.com/office/drawing/2014/main" id="{31C55E4E-488C-4F99-8ABF-E865D29C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81">
            <a:extLst xmlns:a="http://schemas.openxmlformats.org/drawingml/2006/main">
              <a:ext uri="{FF2B5EF4-FFF2-40B4-BE49-F238E27FC236}">
                <a16:creationId xmlns:a16="http://schemas.microsoft.com/office/drawing/2014/main" id="{97096D20-DEF8-4511-ACA6-AB89B106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8586577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2">
            <a:extLst xmlns:a="http://schemas.openxmlformats.org/drawingml/2006/main">
              <a:ext uri="{FF2B5EF4-FFF2-40B4-BE49-F238E27FC236}">
                <a16:creationId xmlns:a16="http://schemas.microsoft.com/office/drawing/2014/main" id="{BC15780D-7312-467A-89AC-1B0E85E1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506AF5-BE01-42D7-9482-FC1B93AC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">
            <a:extLst xmlns:a="http://schemas.openxmlformats.org/drawingml/2006/main">
              <a:ext uri="{FF2B5EF4-FFF2-40B4-BE49-F238E27FC236}">
                <a16:creationId xmlns:a16="http://schemas.microsoft.com/office/drawing/2014/main" id="{1E50E4FD-F50F-42B7-A1A6-77AD8DC6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2D6137-FC93-47F8-9B40-066A29A8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5">
            <a:extLst xmlns:a="http://schemas.openxmlformats.org/drawingml/2006/main">
              <a:ext uri="{FF2B5EF4-FFF2-40B4-BE49-F238E27FC236}">
                <a16:creationId xmlns:a16="http://schemas.microsoft.com/office/drawing/2014/main" id="{268FBC42-4497-4D9B-8FDA-2CE450A0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6">
            <a:extLst xmlns:a="http://schemas.openxmlformats.org/drawingml/2006/main">
              <a:ext uri="{FF2B5EF4-FFF2-40B4-BE49-F238E27FC236}">
                <a16:creationId xmlns:a16="http://schemas.microsoft.com/office/drawing/2014/main" id="{74883145-7741-4E8D-95D2-287692BF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B63EACBC-C7A7-4F46-B9F9-D361F7DE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30E978E1-179C-47DE-A12C-EB8B7484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746F90E2-DD7B-40DD-A007-83BD3ADF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90">
            <a:extLst xmlns:a="http://schemas.openxmlformats.org/drawingml/2006/main">
              <a:ext uri="{FF2B5EF4-FFF2-40B4-BE49-F238E27FC236}">
                <a16:creationId xmlns:a16="http://schemas.microsoft.com/office/drawing/2014/main" id="{31C1F7F1-82F2-4296-A5A7-9793CD39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91">
            <a:extLst xmlns:a="http://schemas.openxmlformats.org/drawingml/2006/main">
              <a:ext uri="{FF2B5EF4-FFF2-40B4-BE49-F238E27FC236}">
                <a16:creationId xmlns:a16="http://schemas.microsoft.com/office/drawing/2014/main" id="{4EEEB9CE-A587-4D29-975C-A39DE12C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92">
            <a:extLst xmlns:a="http://schemas.openxmlformats.org/drawingml/2006/main">
              <a:ext uri="{FF2B5EF4-FFF2-40B4-BE49-F238E27FC236}">
                <a16:creationId xmlns:a16="http://schemas.microsoft.com/office/drawing/2014/main" id="{FCC60163-916E-464A-A01F-9A5D3F4A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93">
            <a:extLst xmlns:a="http://schemas.openxmlformats.org/drawingml/2006/main">
              <a:ext uri="{FF2B5EF4-FFF2-40B4-BE49-F238E27FC236}">
                <a16:creationId xmlns:a16="http://schemas.microsoft.com/office/drawing/2014/main" id="{764E8063-349A-465D-B6BA-D8D487E6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068A1CFE-5289-4A1E-9FFB-835773B3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479530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5">
            <a:extLst xmlns:a="http://schemas.openxmlformats.org/drawingml/2006/main">
              <a:ext uri="{FF2B5EF4-FFF2-40B4-BE49-F238E27FC236}">
                <a16:creationId xmlns:a16="http://schemas.microsoft.com/office/drawing/2014/main" id="{002B0903-93CB-4E39-BA13-31AC382F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51F0F1-FE0A-4039-B8C3-73BBD18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A2245AE9-E4EA-4135-ABB3-8715D28D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C0BD8D-84F9-4981-A0FC-A2CC138F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8">
            <a:extLst xmlns:a="http://schemas.openxmlformats.org/drawingml/2006/main">
              <a:ext uri="{FF2B5EF4-FFF2-40B4-BE49-F238E27FC236}">
                <a16:creationId xmlns:a16="http://schemas.microsoft.com/office/drawing/2014/main" id="{B786A0E5-FF3C-4E02-A540-B3BA8CA2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9">
            <a:extLst xmlns:a="http://schemas.openxmlformats.org/drawingml/2006/main">
              <a:ext uri="{FF2B5EF4-FFF2-40B4-BE49-F238E27FC236}">
                <a16:creationId xmlns:a16="http://schemas.microsoft.com/office/drawing/2014/main" id="{DDF500BF-A0B3-49DE-9453-155AFB85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00">
            <a:extLst xmlns:a="http://schemas.openxmlformats.org/drawingml/2006/main">
              <a:ext uri="{FF2B5EF4-FFF2-40B4-BE49-F238E27FC236}">
                <a16:creationId xmlns:a16="http://schemas.microsoft.com/office/drawing/2014/main" id="{A1BC9F2E-0BC3-433D-AE37-66ED4948F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101">
            <a:extLst xmlns:a="http://schemas.openxmlformats.org/drawingml/2006/main">
              <a:ext uri="{FF2B5EF4-FFF2-40B4-BE49-F238E27FC236}">
                <a16:creationId xmlns:a16="http://schemas.microsoft.com/office/drawing/2014/main" id="{0627475C-7BA2-47B5-AB1A-D295796C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02">
            <a:extLst xmlns:a="http://schemas.openxmlformats.org/drawingml/2006/main">
              <a:ext uri="{FF2B5EF4-FFF2-40B4-BE49-F238E27FC236}">
                <a16:creationId xmlns:a16="http://schemas.microsoft.com/office/drawing/2014/main" id="{0EDCC0D9-5F21-470F-9930-D436B20C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3">
            <a:extLst xmlns:a="http://schemas.openxmlformats.org/drawingml/2006/main">
              <a:ext uri="{FF2B5EF4-FFF2-40B4-BE49-F238E27FC236}">
                <a16:creationId xmlns:a16="http://schemas.microsoft.com/office/drawing/2014/main" id="{FEF1E895-15AC-46FF-AE5C-1C9BA528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4">
            <a:extLst xmlns:a="http://schemas.openxmlformats.org/drawingml/2006/main">
              <a:ext uri="{FF2B5EF4-FFF2-40B4-BE49-F238E27FC236}">
                <a16:creationId xmlns:a16="http://schemas.microsoft.com/office/drawing/2014/main" id="{39529196-A846-483E-8FBC-FCC15226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105">
            <a:extLst xmlns:a="http://schemas.openxmlformats.org/drawingml/2006/main">
              <a:ext uri="{FF2B5EF4-FFF2-40B4-BE49-F238E27FC236}">
                <a16:creationId xmlns:a16="http://schemas.microsoft.com/office/drawing/2014/main" id="{88C44E46-0F33-4AB9-BFFA-79A0B40B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6">
            <a:extLst xmlns:a="http://schemas.openxmlformats.org/drawingml/2006/main">
              <a:ext uri="{FF2B5EF4-FFF2-40B4-BE49-F238E27FC236}">
                <a16:creationId xmlns:a16="http://schemas.microsoft.com/office/drawing/2014/main" id="{26E2BEDC-C793-40F2-9200-01838CBC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9CA70085-6FCF-4BC9-9F60-68515081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A7FFC803-3A03-473E-BB2B-77CCC4AA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9">
            <a:extLst xmlns:a="http://schemas.openxmlformats.org/drawingml/2006/main">
              <a:ext uri="{FF2B5EF4-FFF2-40B4-BE49-F238E27FC236}">
                <a16:creationId xmlns:a16="http://schemas.microsoft.com/office/drawing/2014/main" id="{A5DA7857-120D-4E81-8B9C-E398A5DD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10">
            <a:extLst xmlns:a="http://schemas.openxmlformats.org/drawingml/2006/main">
              <a:ext uri="{FF2B5EF4-FFF2-40B4-BE49-F238E27FC236}">
                <a16:creationId xmlns:a16="http://schemas.microsoft.com/office/drawing/2014/main" id="{4AC4D958-3AEB-4018-BCD3-E3B9B3231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1">
            <a:extLst xmlns:a="http://schemas.openxmlformats.org/drawingml/2006/main">
              <a:ext uri="{FF2B5EF4-FFF2-40B4-BE49-F238E27FC236}">
                <a16:creationId xmlns:a16="http://schemas.microsoft.com/office/drawing/2014/main" id="{DF6A62F4-B91E-4961-9D20-C1A32A2E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12">
            <a:extLst xmlns:a="http://schemas.openxmlformats.org/drawingml/2006/main">
              <a:ext uri="{FF2B5EF4-FFF2-40B4-BE49-F238E27FC236}">
                <a16:creationId xmlns:a16="http://schemas.microsoft.com/office/drawing/2014/main" id="{1239C988-65C8-4C66-8EB7-74491F81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13">
            <a:extLst xmlns:a="http://schemas.openxmlformats.org/drawingml/2006/main">
              <a:ext uri="{FF2B5EF4-FFF2-40B4-BE49-F238E27FC236}">
                <a16:creationId xmlns:a16="http://schemas.microsoft.com/office/drawing/2014/main" id="{124BA474-04B0-4760-8FAE-3F11DC55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8762626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4">
            <a:extLst xmlns:a="http://schemas.openxmlformats.org/drawingml/2006/main">
              <a:ext uri="{FF2B5EF4-FFF2-40B4-BE49-F238E27FC236}">
                <a16:creationId xmlns:a16="http://schemas.microsoft.com/office/drawing/2014/main" id="{243FC5B5-5384-4A4E-84CC-3F31506A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B280C3-71BA-4AAA-95E3-73D0A7F6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6">
            <a:extLst xmlns:a="http://schemas.openxmlformats.org/drawingml/2006/main">
              <a:ext uri="{FF2B5EF4-FFF2-40B4-BE49-F238E27FC236}">
                <a16:creationId xmlns:a16="http://schemas.microsoft.com/office/drawing/2014/main" id="{59C9F14C-07CA-401D-9C9D-BC3414AE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E722F81-58D3-47F6-8458-9CADE742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da4a826b2e4cca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">
            <a:extLst xmlns:a="http://schemas.openxmlformats.org/drawingml/2006/main">
              <a:ext uri="{FF2B5EF4-FFF2-40B4-BE49-F238E27FC236}">
                <a16:creationId xmlns:a16="http://schemas.microsoft.com/office/drawing/2014/main" id="{5BBB5BFD-1566-446C-9781-F79A1419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40E05984-EC0E-4FC7-B04B-13954E4A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647">
            <a:extLst xmlns:a="http://schemas.openxmlformats.org/drawingml/2006/main">
              <a:ext uri="{FF2B5EF4-FFF2-40B4-BE49-F238E27FC236}">
                <a16:creationId xmlns:a16="http://schemas.microsoft.com/office/drawing/2014/main" id="{C96572E1-2386-46E6-837E-1EA88E82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d0178fe8754cdb"/>
              </a:rPr>
              <a:t>開啟教育科技創新專區 ↗</a:t>
            </a:r>
          </a:p>
        </p:txBody>
      </p:sp>
      <p:sp>
        <p:nvSpPr>
          <p:cNvPr id="10" name="shape-672">
            <a:extLst xmlns:a="http://schemas.openxmlformats.org/drawingml/2006/main">
              <a:ext uri="{FF2B5EF4-FFF2-40B4-BE49-F238E27FC236}">
                <a16:creationId xmlns:a16="http://schemas.microsoft.com/office/drawing/2014/main" id="{8243812B-3726-4930-A201-FB63A186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951401f9241b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73">
            <a:extLst xmlns:a="http://schemas.openxmlformats.org/drawingml/2006/main">
              <a:ext uri="{FF2B5EF4-FFF2-40B4-BE49-F238E27FC236}">
                <a16:creationId xmlns:a16="http://schemas.microsoft.com/office/drawing/2014/main" id="{ECE83A1E-DC86-4244-A2B1-54FF4B3C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4599818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9">
            <a:extLst xmlns:a="http://schemas.openxmlformats.org/drawingml/2006/main">
              <a:ext uri="{FF2B5EF4-FFF2-40B4-BE49-F238E27FC236}">
                <a16:creationId xmlns:a16="http://schemas.microsoft.com/office/drawing/2014/main" id="{CFAB72C7-F3B9-477B-B034-CC7D44E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E1E2CB-E01D-4F59-BED3-8CB3722A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1">
            <a:extLst xmlns:a="http://schemas.openxmlformats.org/drawingml/2006/main">
              <a:ext uri="{FF2B5EF4-FFF2-40B4-BE49-F238E27FC236}">
                <a16:creationId xmlns:a16="http://schemas.microsoft.com/office/drawing/2014/main" id="{0555371C-BEDE-452E-80D6-7272CE15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11A82A-F7AB-4884-9874-9B956DC0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2">
            <a:extLst xmlns:a="http://schemas.openxmlformats.org/drawingml/2006/main">
              <a:ext uri="{FF2B5EF4-FFF2-40B4-BE49-F238E27FC236}">
                <a16:creationId xmlns:a16="http://schemas.microsoft.com/office/drawing/2014/main" id="{E9E64099-9CAA-4A21-8A98-F0EB4AA4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3">
            <a:extLst xmlns:a="http://schemas.openxmlformats.org/drawingml/2006/main">
              <a:ext uri="{FF2B5EF4-FFF2-40B4-BE49-F238E27FC236}">
                <a16:creationId xmlns:a16="http://schemas.microsoft.com/office/drawing/2014/main" id="{86A7E231-07B6-4CA4-A703-E38D2DE9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587716F9-E7B2-448A-8F4E-17CBB2AA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927747BD-859F-4A73-88F8-54D7106D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6">
            <a:extLst xmlns:a="http://schemas.openxmlformats.org/drawingml/2006/main">
              <a:ext uri="{FF2B5EF4-FFF2-40B4-BE49-F238E27FC236}">
                <a16:creationId xmlns:a16="http://schemas.microsoft.com/office/drawing/2014/main" id="{9229F708-1D6C-48B9-A2D7-74C5C310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4D3CD333-90D4-4E10-BB61-6E83F65F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23895cc2184cff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a42f9005b4f6e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8">
            <a:extLst xmlns:a="http://schemas.openxmlformats.org/drawingml/2006/main">
              <a:ext uri="{FF2B5EF4-FFF2-40B4-BE49-F238E27FC236}">
                <a16:creationId xmlns:a16="http://schemas.microsoft.com/office/drawing/2014/main" id="{97A67AD4-F9BC-4644-981C-DF757353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df408075754393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ad6e6a0f20406d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9">
            <a:extLst xmlns:a="http://schemas.openxmlformats.org/drawingml/2006/main">
              <a:ext uri="{FF2B5EF4-FFF2-40B4-BE49-F238E27FC236}">
                <a16:creationId xmlns:a16="http://schemas.microsoft.com/office/drawing/2014/main" id="{16A60A95-A9C3-4F42-BA95-4EBC4DEB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30">
            <a:extLst xmlns:a="http://schemas.openxmlformats.org/drawingml/2006/main">
              <a:ext uri="{FF2B5EF4-FFF2-40B4-BE49-F238E27FC236}">
                <a16:creationId xmlns:a16="http://schemas.microsoft.com/office/drawing/2014/main" id="{8C2ECA87-8E0A-4006-9FC3-25CC2CE7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31">
            <a:extLst xmlns:a="http://schemas.openxmlformats.org/drawingml/2006/main">
              <a:ext uri="{FF2B5EF4-FFF2-40B4-BE49-F238E27FC236}">
                <a16:creationId xmlns:a16="http://schemas.microsoft.com/office/drawing/2014/main" id="{C69A78DF-6C97-4A2C-9B56-B6E0BB4B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32">
            <a:extLst xmlns:a="http://schemas.openxmlformats.org/drawingml/2006/main">
              <a:ext uri="{FF2B5EF4-FFF2-40B4-BE49-F238E27FC236}">
                <a16:creationId xmlns:a16="http://schemas.microsoft.com/office/drawing/2014/main" id="{29E9AA49-9BC7-48FD-888C-D65E50E0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33">
            <a:extLst xmlns:a="http://schemas.openxmlformats.org/drawingml/2006/main">
              <a:ext uri="{FF2B5EF4-FFF2-40B4-BE49-F238E27FC236}">
                <a16:creationId xmlns:a16="http://schemas.microsoft.com/office/drawing/2014/main" id="{6A370714-0B1D-4FDD-BBC4-4D6BDD6B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b2353b38a9043ce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d5f1078894f9a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34">
            <a:extLst xmlns:a="http://schemas.openxmlformats.org/drawingml/2006/main">
              <a:ext uri="{FF2B5EF4-FFF2-40B4-BE49-F238E27FC236}">
                <a16:creationId xmlns:a16="http://schemas.microsoft.com/office/drawing/2014/main" id="{C7F4BE5D-8BC4-4F92-BA56-6D5B7BFF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430228b8d749e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08c101fac460f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35">
            <a:extLst xmlns:a="http://schemas.openxmlformats.org/drawingml/2006/main">
              <a:ext uri="{FF2B5EF4-FFF2-40B4-BE49-F238E27FC236}">
                <a16:creationId xmlns:a16="http://schemas.microsoft.com/office/drawing/2014/main" id="{DAC4A6EC-0BEC-42D5-BBEE-4E19A6CD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36">
            <a:extLst xmlns:a="http://schemas.openxmlformats.org/drawingml/2006/main">
              <a:ext uri="{FF2B5EF4-FFF2-40B4-BE49-F238E27FC236}">
                <a16:creationId xmlns:a16="http://schemas.microsoft.com/office/drawing/2014/main" id="{B59C2EFE-F4A6-4EB6-BEB4-71BD1607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37">
            <a:extLst xmlns:a="http://schemas.openxmlformats.org/drawingml/2006/main">
              <a:ext uri="{FF2B5EF4-FFF2-40B4-BE49-F238E27FC236}">
                <a16:creationId xmlns:a16="http://schemas.microsoft.com/office/drawing/2014/main" id="{C121C1BA-E1A6-497F-8777-48457E37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38">
            <a:extLst xmlns:a="http://schemas.openxmlformats.org/drawingml/2006/main">
              <a:ext uri="{FF2B5EF4-FFF2-40B4-BE49-F238E27FC236}">
                <a16:creationId xmlns:a16="http://schemas.microsoft.com/office/drawing/2014/main" id="{E4E43DDD-5E17-4B53-8464-56AF9CDEB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39">
            <a:extLst xmlns:a="http://schemas.openxmlformats.org/drawingml/2006/main">
              <a:ext uri="{FF2B5EF4-FFF2-40B4-BE49-F238E27FC236}">
                <a16:creationId xmlns:a16="http://schemas.microsoft.com/office/drawing/2014/main" id="{F8696135-544C-46C5-81B0-23C9FA39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307219c54d42eb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aa18847f0419f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40">
            <a:extLst xmlns:a="http://schemas.openxmlformats.org/drawingml/2006/main">
              <a:ext uri="{FF2B5EF4-FFF2-40B4-BE49-F238E27FC236}">
                <a16:creationId xmlns:a16="http://schemas.microsoft.com/office/drawing/2014/main" id="{FB4CA305-D2BC-47C5-8C3F-5FC384A4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70e88a66f51442a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424d11aeb1400a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8889253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41">
            <a:extLst xmlns:a="http://schemas.openxmlformats.org/drawingml/2006/main">
              <a:ext uri="{FF2B5EF4-FFF2-40B4-BE49-F238E27FC236}">
                <a16:creationId xmlns:a16="http://schemas.microsoft.com/office/drawing/2014/main" id="{9C55EFBA-DB16-44BF-9776-97014401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3F5D18-F5D2-46A2-96B6-D98E2A5B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E7CF2385-C83E-4A5E-86AB-EDB6DD37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58A024-3550-45BB-ADE6-CD443EEE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DF7E25FB-6AC6-497B-B662-8347E11A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E90CC754-8973-46EE-9579-0FBC99D7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2B46C08F-A21A-4DB0-92ED-6521D114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D1CE73B1-36E0-415A-B60E-1862FC08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18F945D0-B042-47A6-93D0-796CC51A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68C6D530-59B9-4174-AE5B-BAE26CAB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471201d51134fcb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3694294924051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50">
            <a:extLst xmlns:a="http://schemas.openxmlformats.org/drawingml/2006/main">
              <a:ext uri="{FF2B5EF4-FFF2-40B4-BE49-F238E27FC236}">
                <a16:creationId xmlns:a16="http://schemas.microsoft.com/office/drawing/2014/main" id="{9A84CE73-79A2-433D-99DE-96EEBEFD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15e76abcf74662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df73fc09154d9e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51">
            <a:extLst xmlns:a="http://schemas.openxmlformats.org/drawingml/2006/main">
              <a:ext uri="{FF2B5EF4-FFF2-40B4-BE49-F238E27FC236}">
                <a16:creationId xmlns:a16="http://schemas.microsoft.com/office/drawing/2014/main" id="{0FF61247-E69A-4A76-B0A2-14635719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4ABBF92B-CC49-4518-AD34-B3CCF7FE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CFACD91F-E7A3-4006-9273-27532475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54">
            <a:extLst xmlns:a="http://schemas.openxmlformats.org/drawingml/2006/main">
              <a:ext uri="{FF2B5EF4-FFF2-40B4-BE49-F238E27FC236}">
                <a16:creationId xmlns:a16="http://schemas.microsoft.com/office/drawing/2014/main" id="{D8667EE5-949E-440A-B68D-C02A5624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55">
            <a:extLst xmlns:a="http://schemas.openxmlformats.org/drawingml/2006/main">
              <a:ext uri="{FF2B5EF4-FFF2-40B4-BE49-F238E27FC236}">
                <a16:creationId xmlns:a16="http://schemas.microsoft.com/office/drawing/2014/main" id="{C5FD638D-528F-4BBE-9291-83AE8F7E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e9a168049f46dc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111271ca545ea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56">
            <a:extLst xmlns:a="http://schemas.openxmlformats.org/drawingml/2006/main">
              <a:ext uri="{FF2B5EF4-FFF2-40B4-BE49-F238E27FC236}">
                <a16:creationId xmlns:a16="http://schemas.microsoft.com/office/drawing/2014/main" id="{59293BDF-AAD2-4B6A-BF35-418362CF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f07b69d81e47e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e068dc37a42f7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57">
            <a:extLst xmlns:a="http://schemas.openxmlformats.org/drawingml/2006/main">
              <a:ext uri="{FF2B5EF4-FFF2-40B4-BE49-F238E27FC236}">
                <a16:creationId xmlns:a16="http://schemas.microsoft.com/office/drawing/2014/main" id="{8D4F620E-E30E-465E-BD71-25E15B46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58">
            <a:extLst xmlns:a="http://schemas.openxmlformats.org/drawingml/2006/main">
              <a:ext uri="{FF2B5EF4-FFF2-40B4-BE49-F238E27FC236}">
                <a16:creationId xmlns:a16="http://schemas.microsoft.com/office/drawing/2014/main" id="{5E755BE1-306D-4BBB-8E34-D8A7CF428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59">
            <a:extLst xmlns:a="http://schemas.openxmlformats.org/drawingml/2006/main">
              <a:ext uri="{FF2B5EF4-FFF2-40B4-BE49-F238E27FC236}">
                <a16:creationId xmlns:a16="http://schemas.microsoft.com/office/drawing/2014/main" id="{9F7440FE-1AC3-4086-8AA4-63CFE563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60">
            <a:extLst xmlns:a="http://schemas.openxmlformats.org/drawingml/2006/main">
              <a:ext uri="{FF2B5EF4-FFF2-40B4-BE49-F238E27FC236}">
                <a16:creationId xmlns:a16="http://schemas.microsoft.com/office/drawing/2014/main" id="{57E85431-F6EE-4A1D-8418-E542B62C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61">
            <a:extLst xmlns:a="http://schemas.openxmlformats.org/drawingml/2006/main">
              <a:ext uri="{FF2B5EF4-FFF2-40B4-BE49-F238E27FC236}">
                <a16:creationId xmlns:a16="http://schemas.microsoft.com/office/drawing/2014/main" id="{8DA777C5-972F-4F7B-BD55-90088EC2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f04c0bbfbb4299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c5aa138fc4996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62">
            <a:extLst xmlns:a="http://schemas.openxmlformats.org/drawingml/2006/main">
              <a:ext uri="{FF2B5EF4-FFF2-40B4-BE49-F238E27FC236}">
                <a16:creationId xmlns:a16="http://schemas.microsoft.com/office/drawing/2014/main" id="{E34A4557-9813-46C2-ADEF-0919D793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cb528f2e7a477e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70bcd42aa4cd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20057033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3">
            <a:extLst xmlns:a="http://schemas.openxmlformats.org/drawingml/2006/main">
              <a:ext uri="{FF2B5EF4-FFF2-40B4-BE49-F238E27FC236}">
                <a16:creationId xmlns:a16="http://schemas.microsoft.com/office/drawing/2014/main" id="{CE349836-52FA-4812-BE57-3975BF6F4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EB23F0-3334-4F90-AF1B-FA3CCE49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1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5">
            <a:extLst xmlns:a="http://schemas.openxmlformats.org/drawingml/2006/main">
              <a:ext uri="{FF2B5EF4-FFF2-40B4-BE49-F238E27FC236}">
                <a16:creationId xmlns:a16="http://schemas.microsoft.com/office/drawing/2014/main" id="{5F3B09B5-14B2-4734-9673-EEC4ABE5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177BA2-1EC6-4E0E-B8E2-FD8AC691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66">
            <a:extLst xmlns:a="http://schemas.openxmlformats.org/drawingml/2006/main">
              <a:ext uri="{FF2B5EF4-FFF2-40B4-BE49-F238E27FC236}">
                <a16:creationId xmlns:a16="http://schemas.microsoft.com/office/drawing/2014/main" id="{066D5DFD-A48A-4FFE-B5D0-F1AF4FB2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67">
            <a:extLst xmlns:a="http://schemas.openxmlformats.org/drawingml/2006/main">
              <a:ext uri="{FF2B5EF4-FFF2-40B4-BE49-F238E27FC236}">
                <a16:creationId xmlns:a16="http://schemas.microsoft.com/office/drawing/2014/main" id="{92989B90-7503-4D31-98EC-1C6F8AFD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8">
            <a:extLst xmlns:a="http://schemas.openxmlformats.org/drawingml/2006/main">
              <a:ext uri="{FF2B5EF4-FFF2-40B4-BE49-F238E27FC236}">
                <a16:creationId xmlns:a16="http://schemas.microsoft.com/office/drawing/2014/main" id="{D629A4C0-BA47-492D-B65B-79CDA158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9">
            <a:extLst xmlns:a="http://schemas.openxmlformats.org/drawingml/2006/main">
              <a:ext uri="{FF2B5EF4-FFF2-40B4-BE49-F238E27FC236}">
                <a16:creationId xmlns:a16="http://schemas.microsoft.com/office/drawing/2014/main" id="{FB3543C6-8F10-448D-89C5-1B9F38BC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170">
            <a:extLst xmlns:a="http://schemas.openxmlformats.org/drawingml/2006/main">
              <a:ext uri="{FF2B5EF4-FFF2-40B4-BE49-F238E27FC236}">
                <a16:creationId xmlns:a16="http://schemas.microsoft.com/office/drawing/2014/main" id="{03B2ED24-2841-4904-ADE4-8B457BCC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171">
            <a:extLst xmlns:a="http://schemas.openxmlformats.org/drawingml/2006/main">
              <a:ext uri="{FF2B5EF4-FFF2-40B4-BE49-F238E27FC236}">
                <a16:creationId xmlns:a16="http://schemas.microsoft.com/office/drawing/2014/main" id="{D2D12D67-226D-4059-974B-50EB7EA2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2">
            <a:extLst xmlns:a="http://schemas.openxmlformats.org/drawingml/2006/main">
              <a:ext uri="{FF2B5EF4-FFF2-40B4-BE49-F238E27FC236}">
                <a16:creationId xmlns:a16="http://schemas.microsoft.com/office/drawing/2014/main" id="{69D32D40-9430-4BBF-AF1F-E2C7484C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73">
            <a:extLst xmlns:a="http://schemas.openxmlformats.org/drawingml/2006/main">
              <a:ext uri="{FF2B5EF4-FFF2-40B4-BE49-F238E27FC236}">
                <a16:creationId xmlns:a16="http://schemas.microsoft.com/office/drawing/2014/main" id="{2D26D4FF-9DDD-4AF4-874F-2D5FA934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4">
            <a:extLst xmlns:a="http://schemas.openxmlformats.org/drawingml/2006/main">
              <a:ext uri="{FF2B5EF4-FFF2-40B4-BE49-F238E27FC236}">
                <a16:creationId xmlns:a16="http://schemas.microsoft.com/office/drawing/2014/main" id="{63E62F50-0A99-48F9-A4F2-1E23CAAA6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5">
            <a:extLst xmlns:a="http://schemas.openxmlformats.org/drawingml/2006/main">
              <a:ext uri="{FF2B5EF4-FFF2-40B4-BE49-F238E27FC236}">
                <a16:creationId xmlns:a16="http://schemas.microsoft.com/office/drawing/2014/main" id="{AD6CBD36-1A9D-46E8-B6BD-49487DB7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176">
            <a:extLst xmlns:a="http://schemas.openxmlformats.org/drawingml/2006/main">
              <a:ext uri="{FF2B5EF4-FFF2-40B4-BE49-F238E27FC236}">
                <a16:creationId xmlns:a16="http://schemas.microsoft.com/office/drawing/2014/main" id="{AE0C172C-4FAA-4E99-B724-8B987464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177">
            <a:extLst xmlns:a="http://schemas.openxmlformats.org/drawingml/2006/main">
              <a:ext uri="{FF2B5EF4-FFF2-40B4-BE49-F238E27FC236}">
                <a16:creationId xmlns:a16="http://schemas.microsoft.com/office/drawing/2014/main" id="{18957ED7-1E99-48B6-A092-65844435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8">
            <a:extLst xmlns:a="http://schemas.openxmlformats.org/drawingml/2006/main">
              <a:ext uri="{FF2B5EF4-FFF2-40B4-BE49-F238E27FC236}">
                <a16:creationId xmlns:a16="http://schemas.microsoft.com/office/drawing/2014/main" id="{E989D8B7-9D0B-4FD3-968E-64A459C3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179">
            <a:extLst xmlns:a="http://schemas.openxmlformats.org/drawingml/2006/main">
              <a:ext uri="{FF2B5EF4-FFF2-40B4-BE49-F238E27FC236}">
                <a16:creationId xmlns:a16="http://schemas.microsoft.com/office/drawing/2014/main" id="{AA40E58E-4C1F-46FD-AAB1-E14E00C0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0">
            <a:extLst xmlns:a="http://schemas.openxmlformats.org/drawingml/2006/main">
              <a:ext uri="{FF2B5EF4-FFF2-40B4-BE49-F238E27FC236}">
                <a16:creationId xmlns:a16="http://schemas.microsoft.com/office/drawing/2014/main" id="{2E8B8C5A-8E27-4F67-949F-D49EF0F4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1">
            <a:extLst xmlns:a="http://schemas.openxmlformats.org/drawingml/2006/main">
              <a:ext uri="{FF2B5EF4-FFF2-40B4-BE49-F238E27FC236}">
                <a16:creationId xmlns:a16="http://schemas.microsoft.com/office/drawing/2014/main" id="{169513D2-B876-4F37-ACBE-A4CCD65B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82">
            <a:extLst xmlns:a="http://schemas.openxmlformats.org/drawingml/2006/main">
              <a:ext uri="{FF2B5EF4-FFF2-40B4-BE49-F238E27FC236}">
                <a16:creationId xmlns:a16="http://schemas.microsoft.com/office/drawing/2014/main" id="{FC6BC675-23EB-4781-901F-FB96922C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183">
            <a:extLst xmlns:a="http://schemas.openxmlformats.org/drawingml/2006/main">
              <a:ext uri="{FF2B5EF4-FFF2-40B4-BE49-F238E27FC236}">
                <a16:creationId xmlns:a16="http://schemas.microsoft.com/office/drawing/2014/main" id="{8DBBD817-1D6B-4D33-A905-608D6175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4">
            <a:extLst xmlns:a="http://schemas.openxmlformats.org/drawingml/2006/main">
              <a:ext uri="{FF2B5EF4-FFF2-40B4-BE49-F238E27FC236}">
                <a16:creationId xmlns:a16="http://schemas.microsoft.com/office/drawing/2014/main" id="{BE2A79DD-4520-4EDE-BA3A-1E7AA197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185">
            <a:extLst xmlns:a="http://schemas.openxmlformats.org/drawingml/2006/main">
              <a:ext uri="{FF2B5EF4-FFF2-40B4-BE49-F238E27FC236}">
                <a16:creationId xmlns:a16="http://schemas.microsoft.com/office/drawing/2014/main" id="{BE5C765F-3963-4375-B4FB-CBBE8950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6">
            <a:extLst xmlns:a="http://schemas.openxmlformats.org/drawingml/2006/main">
              <a:ext uri="{FF2B5EF4-FFF2-40B4-BE49-F238E27FC236}">
                <a16:creationId xmlns:a16="http://schemas.microsoft.com/office/drawing/2014/main" id="{FFDDA241-ED06-43FF-AF3B-0F0704E3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7">
            <a:extLst xmlns:a="http://schemas.openxmlformats.org/drawingml/2006/main">
              <a:ext uri="{FF2B5EF4-FFF2-40B4-BE49-F238E27FC236}">
                <a16:creationId xmlns:a16="http://schemas.microsoft.com/office/drawing/2014/main" id="{45DD13A6-DB11-44FA-8DA4-32A3D2C6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188">
            <a:extLst xmlns:a="http://schemas.openxmlformats.org/drawingml/2006/main">
              <a:ext uri="{FF2B5EF4-FFF2-40B4-BE49-F238E27FC236}">
                <a16:creationId xmlns:a16="http://schemas.microsoft.com/office/drawing/2014/main" id="{4C88DFF5-4665-45AC-9052-35A73ABA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189">
            <a:extLst xmlns:a="http://schemas.openxmlformats.org/drawingml/2006/main">
              <a:ext uri="{FF2B5EF4-FFF2-40B4-BE49-F238E27FC236}">
                <a16:creationId xmlns:a16="http://schemas.microsoft.com/office/drawing/2014/main" id="{4B4A146D-F8BF-4FE2-B282-B0D6870B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0">
            <a:extLst xmlns:a="http://schemas.openxmlformats.org/drawingml/2006/main">
              <a:ext uri="{FF2B5EF4-FFF2-40B4-BE49-F238E27FC236}">
                <a16:creationId xmlns:a16="http://schemas.microsoft.com/office/drawing/2014/main" id="{C6EDDFAC-8E69-47BC-B359-AE5C34F5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191">
            <a:extLst xmlns:a="http://schemas.openxmlformats.org/drawingml/2006/main">
              <a:ext uri="{FF2B5EF4-FFF2-40B4-BE49-F238E27FC236}">
                <a16:creationId xmlns:a16="http://schemas.microsoft.com/office/drawing/2014/main" id="{FB7F3DA9-A0A4-4A17-9B39-33F1EA35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2">
            <a:extLst xmlns:a="http://schemas.openxmlformats.org/drawingml/2006/main">
              <a:ext uri="{FF2B5EF4-FFF2-40B4-BE49-F238E27FC236}">
                <a16:creationId xmlns:a16="http://schemas.microsoft.com/office/drawing/2014/main" id="{2D873161-E334-4EDD-81C8-9179E6D3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3">
            <a:extLst xmlns:a="http://schemas.openxmlformats.org/drawingml/2006/main">
              <a:ext uri="{FF2B5EF4-FFF2-40B4-BE49-F238E27FC236}">
                <a16:creationId xmlns:a16="http://schemas.microsoft.com/office/drawing/2014/main" id="{E3EC9DCD-5B3E-4871-AF51-8F7C9721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194">
            <a:extLst xmlns:a="http://schemas.openxmlformats.org/drawingml/2006/main">
              <a:ext uri="{FF2B5EF4-FFF2-40B4-BE49-F238E27FC236}">
                <a16:creationId xmlns:a16="http://schemas.microsoft.com/office/drawing/2014/main" id="{BD02E2F2-F7B8-492E-B5FE-62883969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195">
            <a:extLst xmlns:a="http://schemas.openxmlformats.org/drawingml/2006/main">
              <a:ext uri="{FF2B5EF4-FFF2-40B4-BE49-F238E27FC236}">
                <a16:creationId xmlns:a16="http://schemas.microsoft.com/office/drawing/2014/main" id="{97644C89-F7B2-4774-9F75-E56E9709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6763395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96">
            <a:extLst xmlns:a="http://schemas.openxmlformats.org/drawingml/2006/main">
              <a:ext uri="{FF2B5EF4-FFF2-40B4-BE49-F238E27FC236}">
                <a16:creationId xmlns:a16="http://schemas.microsoft.com/office/drawing/2014/main" id="{92324D4A-2649-4622-BB47-7B4EBB82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97">
            <a:extLst xmlns:a="http://schemas.openxmlformats.org/drawingml/2006/main">
              <a:ext uri="{FF2B5EF4-FFF2-40B4-BE49-F238E27FC236}">
                <a16:creationId xmlns:a16="http://schemas.microsoft.com/office/drawing/2014/main" id="{558C5E40-F0AB-4D72-B607-9DFD5B72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98">
            <a:extLst xmlns:a="http://schemas.openxmlformats.org/drawingml/2006/main">
              <a:ext uri="{FF2B5EF4-FFF2-40B4-BE49-F238E27FC236}">
                <a16:creationId xmlns:a16="http://schemas.microsoft.com/office/drawing/2014/main" id="{EF519B6F-2B58-4EF4-992F-C8C5AA45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9">
            <a:extLst xmlns:a="http://schemas.openxmlformats.org/drawingml/2006/main">
              <a:ext uri="{FF2B5EF4-FFF2-40B4-BE49-F238E27FC236}">
                <a16:creationId xmlns:a16="http://schemas.microsoft.com/office/drawing/2014/main" id="{09CE7C58-C885-4167-9E4F-D7C938ED2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00">
            <a:extLst xmlns:a="http://schemas.openxmlformats.org/drawingml/2006/main">
              <a:ext uri="{FF2B5EF4-FFF2-40B4-BE49-F238E27FC236}">
                <a16:creationId xmlns:a16="http://schemas.microsoft.com/office/drawing/2014/main" id="{BAE81601-4F6F-4006-A92E-BA4C3031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5F83101A-F716-4D71-A90E-251315DD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81BBA4-23CC-43D7-ABB8-1C227985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648">
            <a:extLst xmlns:a="http://schemas.openxmlformats.org/drawingml/2006/main">
              <a:ext uri="{FF2B5EF4-FFF2-40B4-BE49-F238E27FC236}">
                <a16:creationId xmlns:a16="http://schemas.microsoft.com/office/drawing/2014/main" id="{91290FD2-7C89-4A12-9452-F961A2C50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4ea28444c4341e4"/>
              </a:rPr>
              <a:t>開啟 Gemini Notebook ↗</a:t>
            </a:r>
          </a:p>
        </p:txBody>
      </p:sp>
      <p:sp>
        <p:nvSpPr>
          <p:cNvPr id="10" name="shape-674">
            <a:extLst xmlns:a="http://schemas.openxmlformats.org/drawingml/2006/main">
              <a:ext uri="{FF2B5EF4-FFF2-40B4-BE49-F238E27FC236}">
                <a16:creationId xmlns:a16="http://schemas.microsoft.com/office/drawing/2014/main" id="{E139B4C2-D926-4A81-B2E8-421DB51E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ab236ffd048a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75">
            <a:extLst xmlns:a="http://schemas.openxmlformats.org/drawingml/2006/main">
              <a:ext uri="{FF2B5EF4-FFF2-40B4-BE49-F238E27FC236}">
                <a16:creationId xmlns:a16="http://schemas.microsoft.com/office/drawing/2014/main" id="{790A0E94-3E1C-4903-8F5E-BF8D7843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4909231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03">
            <a:extLst xmlns:a="http://schemas.openxmlformats.org/drawingml/2006/main">
              <a:ext uri="{FF2B5EF4-FFF2-40B4-BE49-F238E27FC236}">
                <a16:creationId xmlns:a16="http://schemas.microsoft.com/office/drawing/2014/main" id="{2D19FEB8-DF94-4732-A3F6-C95806F1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C1D639-3035-4FAF-B1A3-D62A5EBE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5">
            <a:extLst xmlns:a="http://schemas.openxmlformats.org/drawingml/2006/main">
              <a:ext uri="{FF2B5EF4-FFF2-40B4-BE49-F238E27FC236}">
                <a16:creationId xmlns:a16="http://schemas.microsoft.com/office/drawing/2014/main" id="{38251EC8-E524-49C3-B9E0-DCD55225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A613860-1000-4CF3-A9E8-C9752DE2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06">
            <a:extLst xmlns:a="http://schemas.openxmlformats.org/drawingml/2006/main">
              <a:ext uri="{FF2B5EF4-FFF2-40B4-BE49-F238E27FC236}">
                <a16:creationId xmlns:a16="http://schemas.microsoft.com/office/drawing/2014/main" id="{EC1BF4C8-AA21-477F-8FB5-F18EDAA2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07">
            <a:extLst xmlns:a="http://schemas.openxmlformats.org/drawingml/2006/main">
              <a:ext uri="{FF2B5EF4-FFF2-40B4-BE49-F238E27FC236}">
                <a16:creationId xmlns:a16="http://schemas.microsoft.com/office/drawing/2014/main" id="{BBD85CCD-C7D6-44DD-83B5-8F171BF7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C3441C2A-56AA-48C3-BB55-4E49BCAC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9">
            <a:extLst xmlns:a="http://schemas.openxmlformats.org/drawingml/2006/main">
              <a:ext uri="{FF2B5EF4-FFF2-40B4-BE49-F238E27FC236}">
                <a16:creationId xmlns:a16="http://schemas.microsoft.com/office/drawing/2014/main" id="{EC7BAC74-4429-4921-BC06-DDA72A76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5B765AD1-6F6C-407A-BDE5-87A8CCAB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D0E2C484-EDFC-4F03-849B-76CC2782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12">
            <a:extLst xmlns:a="http://schemas.openxmlformats.org/drawingml/2006/main">
              <a:ext uri="{FF2B5EF4-FFF2-40B4-BE49-F238E27FC236}">
                <a16:creationId xmlns:a16="http://schemas.microsoft.com/office/drawing/2014/main" id="{1D7D2658-8AB3-4AEE-B495-7C94A014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1EABC257-9DED-4EC9-8AA0-D92C556F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14">
            <a:extLst xmlns:a="http://schemas.openxmlformats.org/drawingml/2006/main">
              <a:ext uri="{FF2B5EF4-FFF2-40B4-BE49-F238E27FC236}">
                <a16:creationId xmlns:a16="http://schemas.microsoft.com/office/drawing/2014/main" id="{18A5FA2A-E7CB-492D-B9DB-7DD6CD3E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22852EC8-27C0-47D8-8704-1413713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649">
            <a:extLst xmlns:a="http://schemas.openxmlformats.org/drawingml/2006/main">
              <a:ext uri="{FF2B5EF4-FFF2-40B4-BE49-F238E27FC236}">
                <a16:creationId xmlns:a16="http://schemas.microsoft.com/office/drawing/2014/main" id="{C937E033-699D-4139-8D5A-BBFF30A9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8312e0c6e7146ac"/>
              </a:rPr>
              <a:t>開啟 Gemini Notebook ↗</a:t>
            </a:r>
          </a:p>
        </p:txBody>
      </p:sp>
      <p:sp>
        <p:nvSpPr>
          <p:cNvPr id="19" name="shape-676">
            <a:extLst xmlns:a="http://schemas.openxmlformats.org/drawingml/2006/main">
              <a:ext uri="{FF2B5EF4-FFF2-40B4-BE49-F238E27FC236}">
                <a16:creationId xmlns:a16="http://schemas.microsoft.com/office/drawing/2014/main" id="{D4D7EA7D-FF97-48F8-8BA8-C9A28930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e7eee06cd448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7">
            <a:extLst xmlns:a="http://schemas.openxmlformats.org/drawingml/2006/main">
              <a:ext uri="{FF2B5EF4-FFF2-40B4-BE49-F238E27FC236}">
                <a16:creationId xmlns:a16="http://schemas.microsoft.com/office/drawing/2014/main" id="{E0414146-5241-4CD4-8DB6-288101F1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448231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6">
            <a:extLst xmlns:a="http://schemas.openxmlformats.org/drawingml/2006/main">
              <a:ext uri="{FF2B5EF4-FFF2-40B4-BE49-F238E27FC236}">
                <a16:creationId xmlns:a16="http://schemas.microsoft.com/office/drawing/2014/main" id="{62501963-BCFA-4D17-BF30-2B20F5FE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0B57DB-0BAF-44CF-A208-6D8A06E5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2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8">
            <a:extLst xmlns:a="http://schemas.openxmlformats.org/drawingml/2006/main">
              <a:ext uri="{FF2B5EF4-FFF2-40B4-BE49-F238E27FC236}">
                <a16:creationId xmlns:a16="http://schemas.microsoft.com/office/drawing/2014/main" id="{AC2DBE7C-1192-4B55-B96C-9FD381C0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1D97FE-0E7E-45A5-BF43-320CAAEF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9">
            <a:extLst xmlns:a="http://schemas.openxmlformats.org/drawingml/2006/main">
              <a:ext uri="{FF2B5EF4-FFF2-40B4-BE49-F238E27FC236}">
                <a16:creationId xmlns:a16="http://schemas.microsoft.com/office/drawing/2014/main" id="{1348FB10-E37A-4FFB-82E3-31458921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20">
            <a:extLst xmlns:a="http://schemas.openxmlformats.org/drawingml/2006/main">
              <a:ext uri="{FF2B5EF4-FFF2-40B4-BE49-F238E27FC236}">
                <a16:creationId xmlns:a16="http://schemas.microsoft.com/office/drawing/2014/main" id="{8E7CBDAC-8D7D-47EF-BCA6-C044D6F2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21">
            <a:extLst xmlns:a="http://schemas.openxmlformats.org/drawingml/2006/main">
              <a:ext uri="{FF2B5EF4-FFF2-40B4-BE49-F238E27FC236}">
                <a16:creationId xmlns:a16="http://schemas.microsoft.com/office/drawing/2014/main" id="{E7E84640-7DF2-49CA-8D50-40F3DC69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22">
            <a:extLst xmlns:a="http://schemas.openxmlformats.org/drawingml/2006/main">
              <a:ext uri="{FF2B5EF4-FFF2-40B4-BE49-F238E27FC236}">
                <a16:creationId xmlns:a16="http://schemas.microsoft.com/office/drawing/2014/main" id="{67F269D6-C3D6-43C4-97D4-70359BD1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23">
            <a:extLst xmlns:a="http://schemas.openxmlformats.org/drawingml/2006/main">
              <a:ext uri="{FF2B5EF4-FFF2-40B4-BE49-F238E27FC236}">
                <a16:creationId xmlns:a16="http://schemas.microsoft.com/office/drawing/2014/main" id="{214088FF-9C52-4705-8888-6551389C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24">
            <a:extLst xmlns:a="http://schemas.openxmlformats.org/drawingml/2006/main">
              <a:ext uri="{FF2B5EF4-FFF2-40B4-BE49-F238E27FC236}">
                <a16:creationId xmlns:a16="http://schemas.microsoft.com/office/drawing/2014/main" id="{77D69AAD-F463-4ED0-B6FC-4FD7D864B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25">
            <a:extLst xmlns:a="http://schemas.openxmlformats.org/drawingml/2006/main">
              <a:ext uri="{FF2B5EF4-FFF2-40B4-BE49-F238E27FC236}">
                <a16:creationId xmlns:a16="http://schemas.microsoft.com/office/drawing/2014/main" id="{F791D875-8CDE-4587-BBF2-09F32D5F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26">
            <a:extLst xmlns:a="http://schemas.openxmlformats.org/drawingml/2006/main">
              <a:ext uri="{FF2B5EF4-FFF2-40B4-BE49-F238E27FC236}">
                <a16:creationId xmlns:a16="http://schemas.microsoft.com/office/drawing/2014/main" id="{77F11EA6-D111-43EE-BAA2-9890ADD1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7">
            <a:extLst xmlns:a="http://schemas.openxmlformats.org/drawingml/2006/main">
              <a:ext uri="{FF2B5EF4-FFF2-40B4-BE49-F238E27FC236}">
                <a16:creationId xmlns:a16="http://schemas.microsoft.com/office/drawing/2014/main" id="{9C79AF5B-AB02-4C44-9CCC-EB7F630F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8">
            <a:extLst xmlns:a="http://schemas.openxmlformats.org/drawingml/2006/main">
              <a:ext uri="{FF2B5EF4-FFF2-40B4-BE49-F238E27FC236}">
                <a16:creationId xmlns:a16="http://schemas.microsoft.com/office/drawing/2014/main" id="{CB2FDA4F-CCCB-42F5-B1D8-75ED3DFC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9">
            <a:extLst xmlns:a="http://schemas.openxmlformats.org/drawingml/2006/main">
              <a:ext uri="{FF2B5EF4-FFF2-40B4-BE49-F238E27FC236}">
                <a16:creationId xmlns:a16="http://schemas.microsoft.com/office/drawing/2014/main" id="{187C8EF0-7F8F-4199-9A98-618C87AC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30">
            <a:extLst xmlns:a="http://schemas.openxmlformats.org/drawingml/2006/main">
              <a:ext uri="{FF2B5EF4-FFF2-40B4-BE49-F238E27FC236}">
                <a16:creationId xmlns:a16="http://schemas.microsoft.com/office/drawing/2014/main" id="{CC923A66-2207-497D-87F3-3C087A16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650">
            <a:extLst xmlns:a="http://schemas.openxmlformats.org/drawingml/2006/main">
              <a:ext uri="{FF2B5EF4-FFF2-40B4-BE49-F238E27FC236}">
                <a16:creationId xmlns:a16="http://schemas.microsoft.com/office/drawing/2014/main" id="{EDB0325A-9924-4C68-AB10-037875CE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bc1e05d6794e88"/>
              </a:rPr>
              <a:t>開啟 Gemini Notebook ↗</a:t>
            </a:r>
          </a:p>
        </p:txBody>
      </p:sp>
      <p:sp>
        <p:nvSpPr>
          <p:cNvPr id="19" name="shape-678">
            <a:extLst xmlns:a="http://schemas.openxmlformats.org/drawingml/2006/main">
              <a:ext uri="{FF2B5EF4-FFF2-40B4-BE49-F238E27FC236}">
                <a16:creationId xmlns:a16="http://schemas.microsoft.com/office/drawing/2014/main" id="{1959F48D-D790-460D-8AEA-E588819A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47824306bd4d4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9">
            <a:extLst xmlns:a="http://schemas.openxmlformats.org/drawingml/2006/main">
              <a:ext uri="{FF2B5EF4-FFF2-40B4-BE49-F238E27FC236}">
                <a16:creationId xmlns:a16="http://schemas.microsoft.com/office/drawing/2014/main" id="{D1CBF9E7-946A-4D2B-92E3-D810E29E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9547098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231">
            <a:extLst xmlns:a="http://schemas.openxmlformats.org/drawingml/2006/main">
              <a:ext uri="{FF2B5EF4-FFF2-40B4-BE49-F238E27FC236}">
                <a16:creationId xmlns:a16="http://schemas.microsoft.com/office/drawing/2014/main" id="{345401CD-0F67-4BF5-902F-3662D245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77CDD1-64E4-4D36-97E6-DFCF2090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2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3">
            <a:extLst xmlns:a="http://schemas.openxmlformats.org/drawingml/2006/main">
              <a:ext uri="{FF2B5EF4-FFF2-40B4-BE49-F238E27FC236}">
                <a16:creationId xmlns:a16="http://schemas.microsoft.com/office/drawing/2014/main" id="{3A810DCE-A9BD-4CFE-B75D-A8A03DF8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AE1376-0836-499F-9441-E68C5E9D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34">
            <a:extLst xmlns:a="http://schemas.openxmlformats.org/drawingml/2006/main">
              <a:ext uri="{FF2B5EF4-FFF2-40B4-BE49-F238E27FC236}">
                <a16:creationId xmlns:a16="http://schemas.microsoft.com/office/drawing/2014/main" id="{B867C24E-2719-40E9-BB22-EFE258E9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35">
            <a:extLst xmlns:a="http://schemas.openxmlformats.org/drawingml/2006/main">
              <a:ext uri="{FF2B5EF4-FFF2-40B4-BE49-F238E27FC236}">
                <a16:creationId xmlns:a16="http://schemas.microsoft.com/office/drawing/2014/main" id="{4435C8FC-C9A0-45F3-B60E-59053ED4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6">
            <a:extLst xmlns:a="http://schemas.openxmlformats.org/drawingml/2006/main">
              <a:ext uri="{FF2B5EF4-FFF2-40B4-BE49-F238E27FC236}">
                <a16:creationId xmlns:a16="http://schemas.microsoft.com/office/drawing/2014/main" id="{60A01A38-614E-4453-BB00-75EFF13F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37">
            <a:extLst xmlns:a="http://schemas.openxmlformats.org/drawingml/2006/main">
              <a:ext uri="{FF2B5EF4-FFF2-40B4-BE49-F238E27FC236}">
                <a16:creationId xmlns:a16="http://schemas.microsoft.com/office/drawing/2014/main" id="{8D353F54-0779-4813-AA72-C55011C4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238">
            <a:extLst xmlns:a="http://schemas.openxmlformats.org/drawingml/2006/main">
              <a:ext uri="{FF2B5EF4-FFF2-40B4-BE49-F238E27FC236}">
                <a16:creationId xmlns:a16="http://schemas.microsoft.com/office/drawing/2014/main" id="{F168E94E-84DC-43A5-95B0-562DC61F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239">
            <a:extLst xmlns:a="http://schemas.openxmlformats.org/drawingml/2006/main">
              <a:ext uri="{FF2B5EF4-FFF2-40B4-BE49-F238E27FC236}">
                <a16:creationId xmlns:a16="http://schemas.microsoft.com/office/drawing/2014/main" id="{FE197CCA-8213-48DF-8C74-F22A6AD2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40">
            <a:extLst xmlns:a="http://schemas.openxmlformats.org/drawingml/2006/main">
              <a:ext uri="{FF2B5EF4-FFF2-40B4-BE49-F238E27FC236}">
                <a16:creationId xmlns:a16="http://schemas.microsoft.com/office/drawing/2014/main" id="{173082EE-BCA2-4EC3-860E-FDF46559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41">
            <a:extLst xmlns:a="http://schemas.openxmlformats.org/drawingml/2006/main">
              <a:ext uri="{FF2B5EF4-FFF2-40B4-BE49-F238E27FC236}">
                <a16:creationId xmlns:a16="http://schemas.microsoft.com/office/drawing/2014/main" id="{67635084-A1AA-424F-A5FC-2AA39BBB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42">
            <a:extLst xmlns:a="http://schemas.openxmlformats.org/drawingml/2006/main">
              <a:ext uri="{FF2B5EF4-FFF2-40B4-BE49-F238E27FC236}">
                <a16:creationId xmlns:a16="http://schemas.microsoft.com/office/drawing/2014/main" id="{2DD477C1-32A0-4AC2-9E00-940D13B5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43">
            <a:extLst xmlns:a="http://schemas.openxmlformats.org/drawingml/2006/main">
              <a:ext uri="{FF2B5EF4-FFF2-40B4-BE49-F238E27FC236}">
                <a16:creationId xmlns:a16="http://schemas.microsoft.com/office/drawing/2014/main" id="{57A7DAE3-194B-4824-9E31-61BAA224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244">
            <a:extLst xmlns:a="http://schemas.openxmlformats.org/drawingml/2006/main">
              <a:ext uri="{FF2B5EF4-FFF2-40B4-BE49-F238E27FC236}">
                <a16:creationId xmlns:a16="http://schemas.microsoft.com/office/drawing/2014/main" id="{33A02F8C-3990-4788-ABF9-4EBDF95C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245">
            <a:extLst xmlns:a="http://schemas.openxmlformats.org/drawingml/2006/main">
              <a:ext uri="{FF2B5EF4-FFF2-40B4-BE49-F238E27FC236}">
                <a16:creationId xmlns:a16="http://schemas.microsoft.com/office/drawing/2014/main" id="{D19FC098-39B9-4A20-92A6-CBD119D9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46">
            <a:extLst xmlns:a="http://schemas.openxmlformats.org/drawingml/2006/main">
              <a:ext uri="{FF2B5EF4-FFF2-40B4-BE49-F238E27FC236}">
                <a16:creationId xmlns:a16="http://schemas.microsoft.com/office/drawing/2014/main" id="{20E2CAFD-6F21-439B-8193-F0DA2C3A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7">
            <a:extLst xmlns:a="http://schemas.openxmlformats.org/drawingml/2006/main">
              <a:ext uri="{FF2B5EF4-FFF2-40B4-BE49-F238E27FC236}">
                <a16:creationId xmlns:a16="http://schemas.microsoft.com/office/drawing/2014/main" id="{C3CECA2C-AE62-45B6-9798-C8A58FEC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8">
            <a:extLst xmlns:a="http://schemas.openxmlformats.org/drawingml/2006/main">
              <a:ext uri="{FF2B5EF4-FFF2-40B4-BE49-F238E27FC236}">
                <a16:creationId xmlns:a16="http://schemas.microsoft.com/office/drawing/2014/main" id="{F0253118-074B-456C-B98A-47FE0D5E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49">
            <a:extLst xmlns:a="http://schemas.openxmlformats.org/drawingml/2006/main">
              <a:ext uri="{FF2B5EF4-FFF2-40B4-BE49-F238E27FC236}">
                <a16:creationId xmlns:a16="http://schemas.microsoft.com/office/drawing/2014/main" id="{8883FE35-16EA-4F2A-BD5D-1B9243BD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250">
            <a:extLst xmlns:a="http://schemas.openxmlformats.org/drawingml/2006/main">
              <a:ext uri="{FF2B5EF4-FFF2-40B4-BE49-F238E27FC236}">
                <a16:creationId xmlns:a16="http://schemas.microsoft.com/office/drawing/2014/main" id="{29EA8317-3ADC-4319-89CB-DF919A07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251">
            <a:extLst xmlns:a="http://schemas.openxmlformats.org/drawingml/2006/main">
              <a:ext uri="{FF2B5EF4-FFF2-40B4-BE49-F238E27FC236}">
                <a16:creationId xmlns:a16="http://schemas.microsoft.com/office/drawing/2014/main" id="{CCC61948-F1A6-484B-8FAA-09985F70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52">
            <a:extLst xmlns:a="http://schemas.openxmlformats.org/drawingml/2006/main">
              <a:ext uri="{FF2B5EF4-FFF2-40B4-BE49-F238E27FC236}">
                <a16:creationId xmlns:a16="http://schemas.microsoft.com/office/drawing/2014/main" id="{14B72BDA-5B6F-4B37-B937-12AB4EE3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53">
            <a:extLst xmlns:a="http://schemas.openxmlformats.org/drawingml/2006/main">
              <a:ext uri="{FF2B5EF4-FFF2-40B4-BE49-F238E27FC236}">
                <a16:creationId xmlns:a16="http://schemas.microsoft.com/office/drawing/2014/main" id="{598F30E4-DD53-4ADF-A486-BC327AA1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54">
            <a:extLst xmlns:a="http://schemas.openxmlformats.org/drawingml/2006/main">
              <a:ext uri="{FF2B5EF4-FFF2-40B4-BE49-F238E27FC236}">
                <a16:creationId xmlns:a16="http://schemas.microsoft.com/office/drawing/2014/main" id="{5F0AA228-7F2F-4F2F-B152-DB48F89E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55">
            <a:extLst xmlns:a="http://schemas.openxmlformats.org/drawingml/2006/main">
              <a:ext uri="{FF2B5EF4-FFF2-40B4-BE49-F238E27FC236}">
                <a16:creationId xmlns:a16="http://schemas.microsoft.com/office/drawing/2014/main" id="{68443D21-13E3-4BF2-977E-DF15B483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256">
            <a:extLst xmlns:a="http://schemas.openxmlformats.org/drawingml/2006/main">
              <a:ext uri="{FF2B5EF4-FFF2-40B4-BE49-F238E27FC236}">
                <a16:creationId xmlns:a16="http://schemas.microsoft.com/office/drawing/2014/main" id="{7ECEA4FB-B002-42F3-A3B8-65CC469F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257">
            <a:extLst xmlns:a="http://schemas.openxmlformats.org/drawingml/2006/main">
              <a:ext uri="{FF2B5EF4-FFF2-40B4-BE49-F238E27FC236}">
                <a16:creationId xmlns:a16="http://schemas.microsoft.com/office/drawing/2014/main" id="{F48AEDE2-8A23-4B17-8693-F26F14BB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4">
            <a:extLst xmlns:a="http://schemas.openxmlformats.org/drawingml/2006/main">
              <a:ext uri="{FF2B5EF4-FFF2-40B4-BE49-F238E27FC236}">
                <a16:creationId xmlns:a16="http://schemas.microsoft.com/office/drawing/2014/main" id="{FE6B874B-8ECF-42FB-8732-A91084BC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1b5c99b16948c0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e35dde238348ec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45ffeaf4dad452c"/>
              </a:rPr>
              <a:t>Cockpit ↗</a:t>
            </a:r>
          </a:p>
        </p:txBody>
      </p:sp>
      <p:sp>
        <p:nvSpPr>
          <p:cNvPr id="31" name="shape-686">
            <a:extLst xmlns:a="http://schemas.openxmlformats.org/drawingml/2006/main">
              <a:ext uri="{FF2B5EF4-FFF2-40B4-BE49-F238E27FC236}">
                <a16:creationId xmlns:a16="http://schemas.microsoft.com/office/drawing/2014/main" id="{161DB493-1CF3-4AA1-ADCB-5DA2BD82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bcc188c679414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687">
            <a:extLst xmlns:a="http://schemas.openxmlformats.org/drawingml/2006/main">
              <a:ext uri="{FF2B5EF4-FFF2-40B4-BE49-F238E27FC236}">
                <a16:creationId xmlns:a16="http://schemas.microsoft.com/office/drawing/2014/main" id="{68FC8A7A-B3C7-4319-83B4-397626DD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dbae8eb9024ef5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688">
            <a:extLst xmlns:a="http://schemas.openxmlformats.org/drawingml/2006/main">
              <a:ext uri="{FF2B5EF4-FFF2-40B4-BE49-F238E27FC236}">
                <a16:creationId xmlns:a16="http://schemas.microsoft.com/office/drawing/2014/main" id="{C22A3907-E791-4B63-BB25-F046838A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bb095a4645497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689">
            <a:extLst xmlns:a="http://schemas.openxmlformats.org/drawingml/2006/main">
              <a:ext uri="{FF2B5EF4-FFF2-40B4-BE49-F238E27FC236}">
                <a16:creationId xmlns:a16="http://schemas.microsoft.com/office/drawing/2014/main" id="{6F97E226-B32D-4C9E-92AC-6D5217B2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8445704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58">
            <a:extLst xmlns:a="http://schemas.openxmlformats.org/drawingml/2006/main">
              <a:ext uri="{FF2B5EF4-FFF2-40B4-BE49-F238E27FC236}">
                <a16:creationId xmlns:a16="http://schemas.microsoft.com/office/drawing/2014/main" id="{A01DF919-7D79-4B19-8F5A-608A1641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EA6D58-020F-4D5B-BAEF-A1C7F4FC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836AC65E-D4CC-4E32-AEFA-86BB4DED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E720F5-0FFD-4645-996B-F82B1880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61">
            <a:extLst xmlns:a="http://schemas.openxmlformats.org/drawingml/2006/main">
              <a:ext uri="{FF2B5EF4-FFF2-40B4-BE49-F238E27FC236}">
                <a16:creationId xmlns:a16="http://schemas.microsoft.com/office/drawing/2014/main" id="{9B2D5F28-5FF5-47C5-A3D1-BAC75135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BDAF0481-E6B2-4309-980D-8EAC9C36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7220E82F-A658-49F2-842E-0BFF14D2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A9B38607-6093-494D-8A64-BB1DCDCA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265">
            <a:extLst xmlns:a="http://schemas.openxmlformats.org/drawingml/2006/main">
              <a:ext uri="{FF2B5EF4-FFF2-40B4-BE49-F238E27FC236}">
                <a16:creationId xmlns:a16="http://schemas.microsoft.com/office/drawing/2014/main" id="{7F1F2F97-BFC1-49AC-8637-52452F49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3B23659C-C8A3-406D-8EE6-FF343FE5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34A60D9E-4D44-4AC2-9959-C2AFAC70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121FB00B-DA6A-450B-A222-D3035949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269">
            <a:extLst xmlns:a="http://schemas.openxmlformats.org/drawingml/2006/main">
              <a:ext uri="{FF2B5EF4-FFF2-40B4-BE49-F238E27FC236}">
                <a16:creationId xmlns:a16="http://schemas.microsoft.com/office/drawing/2014/main" id="{D1649DFE-FB0E-480D-8141-498206C4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97563366-CF13-446E-95E0-78B7F2B2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271">
            <a:extLst xmlns:a="http://schemas.openxmlformats.org/drawingml/2006/main">
              <a:ext uri="{FF2B5EF4-FFF2-40B4-BE49-F238E27FC236}">
                <a16:creationId xmlns:a16="http://schemas.microsoft.com/office/drawing/2014/main" id="{9E24A8ED-AF34-417D-88F9-54BF51E2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F1B9F48C-410F-4B91-9C57-220B6BDA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73">
            <a:extLst xmlns:a="http://schemas.openxmlformats.org/drawingml/2006/main">
              <a:ext uri="{FF2B5EF4-FFF2-40B4-BE49-F238E27FC236}">
                <a16:creationId xmlns:a16="http://schemas.microsoft.com/office/drawing/2014/main" id="{A7A804E7-7E15-49C3-8DC2-D0850150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655">
            <a:extLst xmlns:a="http://schemas.openxmlformats.org/drawingml/2006/main">
              <a:ext uri="{FF2B5EF4-FFF2-40B4-BE49-F238E27FC236}">
                <a16:creationId xmlns:a16="http://schemas.microsoft.com/office/drawing/2014/main" id="{BD398FA1-DDD1-4C7F-90F7-E2677296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ba0e083cbd45d1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70aac8780e540d0"/>
              </a:rPr>
              <a:t>Cockpit ↗</a:t>
            </a:r>
          </a:p>
        </p:txBody>
      </p:sp>
      <p:sp>
        <p:nvSpPr>
          <p:cNvPr id="20" name="shape-690">
            <a:extLst xmlns:a="http://schemas.openxmlformats.org/drawingml/2006/main">
              <a:ext uri="{FF2B5EF4-FFF2-40B4-BE49-F238E27FC236}">
                <a16:creationId xmlns:a16="http://schemas.microsoft.com/office/drawing/2014/main" id="{DCDDF9AC-7C6E-4B18-979F-AA4D22B9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21a0ddecad4d4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691">
            <a:extLst xmlns:a="http://schemas.openxmlformats.org/drawingml/2006/main">
              <a:ext uri="{FF2B5EF4-FFF2-40B4-BE49-F238E27FC236}">
                <a16:creationId xmlns:a16="http://schemas.microsoft.com/office/drawing/2014/main" id="{B8FD6BCC-AC95-4E49-B2EF-5B41FCF5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ebd96dfaf84ca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692">
            <a:extLst xmlns:a="http://schemas.openxmlformats.org/drawingml/2006/main">
              <a:ext uri="{FF2B5EF4-FFF2-40B4-BE49-F238E27FC236}">
                <a16:creationId xmlns:a16="http://schemas.microsoft.com/office/drawing/2014/main" id="{0BC27DF4-97DB-428C-81CA-4FF54E1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9556854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74">
            <a:extLst xmlns:a="http://schemas.openxmlformats.org/drawingml/2006/main">
              <a:ext uri="{FF2B5EF4-FFF2-40B4-BE49-F238E27FC236}">
                <a16:creationId xmlns:a16="http://schemas.microsoft.com/office/drawing/2014/main" id="{7892EF40-31B2-4C85-AA21-F0C80C95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7E3E6B-368D-4962-AD4F-12279F7D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2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9F581233-6E7F-48EF-A502-184FEB60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AED21E-8BF5-43FD-A7DD-30EA09A9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77">
            <a:extLst xmlns:a="http://schemas.openxmlformats.org/drawingml/2006/main">
              <a:ext uri="{FF2B5EF4-FFF2-40B4-BE49-F238E27FC236}">
                <a16:creationId xmlns:a16="http://schemas.microsoft.com/office/drawing/2014/main" id="{4CC21A6D-A625-46F5-A37F-6464AD50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78">
            <a:extLst xmlns:a="http://schemas.openxmlformats.org/drawingml/2006/main">
              <a:ext uri="{FF2B5EF4-FFF2-40B4-BE49-F238E27FC236}">
                <a16:creationId xmlns:a16="http://schemas.microsoft.com/office/drawing/2014/main" id="{CDC79D77-A31D-46C7-894C-C763721D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79">
            <a:extLst xmlns:a="http://schemas.openxmlformats.org/drawingml/2006/main">
              <a:ext uri="{FF2B5EF4-FFF2-40B4-BE49-F238E27FC236}">
                <a16:creationId xmlns:a16="http://schemas.microsoft.com/office/drawing/2014/main" id="{6A0E8AF8-7845-47F1-B3C0-229C3F6C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80">
            <a:extLst xmlns:a="http://schemas.openxmlformats.org/drawingml/2006/main">
              <a:ext uri="{FF2B5EF4-FFF2-40B4-BE49-F238E27FC236}">
                <a16:creationId xmlns:a16="http://schemas.microsoft.com/office/drawing/2014/main" id="{A4D0775F-762F-448D-AF91-22B5D26D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81">
            <a:extLst xmlns:a="http://schemas.openxmlformats.org/drawingml/2006/main">
              <a:ext uri="{FF2B5EF4-FFF2-40B4-BE49-F238E27FC236}">
                <a16:creationId xmlns:a16="http://schemas.microsoft.com/office/drawing/2014/main" id="{305ED75F-3561-4755-AABD-BF415CF1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2">
            <a:extLst xmlns:a="http://schemas.openxmlformats.org/drawingml/2006/main">
              <a:ext uri="{FF2B5EF4-FFF2-40B4-BE49-F238E27FC236}">
                <a16:creationId xmlns:a16="http://schemas.microsoft.com/office/drawing/2014/main" id="{0D2F1DBA-F935-4067-8BC4-D0378B0C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83">
            <a:extLst xmlns:a="http://schemas.openxmlformats.org/drawingml/2006/main">
              <a:ext uri="{FF2B5EF4-FFF2-40B4-BE49-F238E27FC236}">
                <a16:creationId xmlns:a16="http://schemas.microsoft.com/office/drawing/2014/main" id="{2D7E12A8-4CE5-426A-8D15-6894B05D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84">
            <a:extLst xmlns:a="http://schemas.openxmlformats.org/drawingml/2006/main">
              <a:ext uri="{FF2B5EF4-FFF2-40B4-BE49-F238E27FC236}">
                <a16:creationId xmlns:a16="http://schemas.microsoft.com/office/drawing/2014/main" id="{D224C9FB-A809-4409-B87A-1C913B8B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85">
            <a:extLst xmlns:a="http://schemas.openxmlformats.org/drawingml/2006/main">
              <a:ext uri="{FF2B5EF4-FFF2-40B4-BE49-F238E27FC236}">
                <a16:creationId xmlns:a16="http://schemas.microsoft.com/office/drawing/2014/main" id="{492B98FA-6AAF-4EFD-8AE4-CD7F9CDA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8D55700F-03F6-453F-8540-5E9665B0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5B25D963-9CFF-4347-8DF6-BFFDAA14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88">
            <a:extLst xmlns:a="http://schemas.openxmlformats.org/drawingml/2006/main">
              <a:ext uri="{FF2B5EF4-FFF2-40B4-BE49-F238E27FC236}">
                <a16:creationId xmlns:a16="http://schemas.microsoft.com/office/drawing/2014/main" id="{029FD328-0CED-4B5E-96DD-E0176F5F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651">
            <a:extLst xmlns:a="http://schemas.openxmlformats.org/drawingml/2006/main">
              <a:ext uri="{FF2B5EF4-FFF2-40B4-BE49-F238E27FC236}">
                <a16:creationId xmlns:a16="http://schemas.microsoft.com/office/drawing/2014/main" id="{40B3D09A-C693-4D08-97B0-07568AB7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6c68383fa04c02"/>
              </a:rPr>
              <a:t>開啟 Gemini Notebook ↗</a:t>
            </a:r>
          </a:p>
        </p:txBody>
      </p:sp>
      <p:sp>
        <p:nvSpPr>
          <p:cNvPr id="19" name="shape-680">
            <a:extLst xmlns:a="http://schemas.openxmlformats.org/drawingml/2006/main">
              <a:ext uri="{FF2B5EF4-FFF2-40B4-BE49-F238E27FC236}">
                <a16:creationId xmlns:a16="http://schemas.microsoft.com/office/drawing/2014/main" id="{6D70255F-3561-473E-A445-FF9A22EB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312ba9b6df4d9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81">
            <a:extLst xmlns:a="http://schemas.openxmlformats.org/drawingml/2006/main">
              <a:ext uri="{FF2B5EF4-FFF2-40B4-BE49-F238E27FC236}">
                <a16:creationId xmlns:a16="http://schemas.microsoft.com/office/drawing/2014/main" id="{0F9001BB-79E6-47F4-8F96-4A70FF60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92559637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89">
            <a:extLst xmlns:a="http://schemas.openxmlformats.org/drawingml/2006/main">
              <a:ext uri="{FF2B5EF4-FFF2-40B4-BE49-F238E27FC236}">
                <a16:creationId xmlns:a16="http://schemas.microsoft.com/office/drawing/2014/main" id="{323D5AB5-B0C3-4653-832B-BFE29466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F4A8BB-EB23-403F-8086-F34E546C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BC9FE2A5-99B0-423A-85D2-9FA45F6D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D8B400-02F4-47AC-A605-C8E8B18E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92">
            <a:extLst xmlns:a="http://schemas.openxmlformats.org/drawingml/2006/main">
              <a:ext uri="{FF2B5EF4-FFF2-40B4-BE49-F238E27FC236}">
                <a16:creationId xmlns:a16="http://schemas.microsoft.com/office/drawing/2014/main" id="{E3548015-6290-40BD-B15A-2E9762F9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3">
            <a:extLst xmlns:a="http://schemas.openxmlformats.org/drawingml/2006/main">
              <a:ext uri="{FF2B5EF4-FFF2-40B4-BE49-F238E27FC236}">
                <a16:creationId xmlns:a16="http://schemas.microsoft.com/office/drawing/2014/main" id="{3F7B6254-4122-4C18-A457-5C78D860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B68328B5-7B73-43EB-AA41-7DB61641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E1A4DF95-0863-44D1-BF4D-4A37D2BC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296">
            <a:extLst xmlns:a="http://schemas.openxmlformats.org/drawingml/2006/main">
              <a:ext uri="{FF2B5EF4-FFF2-40B4-BE49-F238E27FC236}">
                <a16:creationId xmlns:a16="http://schemas.microsoft.com/office/drawing/2014/main" id="{D7851AC0-D9D7-4BF9-88C0-EEB0670C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CC410576-1A27-4024-8A96-299DC172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98">
            <a:extLst xmlns:a="http://schemas.openxmlformats.org/drawingml/2006/main">
              <a:ext uri="{FF2B5EF4-FFF2-40B4-BE49-F238E27FC236}">
                <a16:creationId xmlns:a16="http://schemas.microsoft.com/office/drawing/2014/main" id="{7DCB9644-A17D-45DA-8616-0D2FCD46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299">
            <a:extLst xmlns:a="http://schemas.openxmlformats.org/drawingml/2006/main">
              <a:ext uri="{FF2B5EF4-FFF2-40B4-BE49-F238E27FC236}">
                <a16:creationId xmlns:a16="http://schemas.microsoft.com/office/drawing/2014/main" id="{1607B509-4721-4584-8364-1922E842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300">
            <a:extLst xmlns:a="http://schemas.openxmlformats.org/drawingml/2006/main">
              <a:ext uri="{FF2B5EF4-FFF2-40B4-BE49-F238E27FC236}">
                <a16:creationId xmlns:a16="http://schemas.microsoft.com/office/drawing/2014/main" id="{92229963-BE3B-4C33-A647-E7994D93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1">
            <a:extLst xmlns:a="http://schemas.openxmlformats.org/drawingml/2006/main">
              <a:ext uri="{FF2B5EF4-FFF2-40B4-BE49-F238E27FC236}">
                <a16:creationId xmlns:a16="http://schemas.microsoft.com/office/drawing/2014/main" id="{BEEE5EDD-B3D9-432A-83D9-00F8F30D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02">
            <a:extLst xmlns:a="http://schemas.openxmlformats.org/drawingml/2006/main">
              <a:ext uri="{FF2B5EF4-FFF2-40B4-BE49-F238E27FC236}">
                <a16:creationId xmlns:a16="http://schemas.microsoft.com/office/drawing/2014/main" id="{C17CCE7C-C777-4088-8BF9-ABA99F7B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303">
            <a:extLst xmlns:a="http://schemas.openxmlformats.org/drawingml/2006/main">
              <a:ext uri="{FF2B5EF4-FFF2-40B4-BE49-F238E27FC236}">
                <a16:creationId xmlns:a16="http://schemas.microsoft.com/office/drawing/2014/main" id="{65F305B0-939D-486D-9CD9-4511F94B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304">
            <a:extLst xmlns:a="http://schemas.openxmlformats.org/drawingml/2006/main">
              <a:ext uri="{FF2B5EF4-FFF2-40B4-BE49-F238E27FC236}">
                <a16:creationId xmlns:a16="http://schemas.microsoft.com/office/drawing/2014/main" id="{C667A9DC-9863-4CB4-83BA-ED4DD2D0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5">
            <a:extLst xmlns:a="http://schemas.openxmlformats.org/drawingml/2006/main">
              <a:ext uri="{FF2B5EF4-FFF2-40B4-BE49-F238E27FC236}">
                <a16:creationId xmlns:a16="http://schemas.microsoft.com/office/drawing/2014/main" id="{80C21B63-1B53-446B-9EB4-9D80105D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06">
            <a:extLst xmlns:a="http://schemas.openxmlformats.org/drawingml/2006/main">
              <a:ext uri="{FF2B5EF4-FFF2-40B4-BE49-F238E27FC236}">
                <a16:creationId xmlns:a16="http://schemas.microsoft.com/office/drawing/2014/main" id="{3850CC8D-1511-468A-937B-58E387EE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307">
            <a:extLst xmlns:a="http://schemas.openxmlformats.org/drawingml/2006/main">
              <a:ext uri="{FF2B5EF4-FFF2-40B4-BE49-F238E27FC236}">
                <a16:creationId xmlns:a16="http://schemas.microsoft.com/office/drawing/2014/main" id="{FA23BE7C-91DD-4AA7-BE89-1F8DA066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652">
            <a:extLst xmlns:a="http://schemas.openxmlformats.org/drawingml/2006/main">
              <a:ext uri="{FF2B5EF4-FFF2-40B4-BE49-F238E27FC236}">
                <a16:creationId xmlns:a16="http://schemas.microsoft.com/office/drawing/2014/main" id="{3A0F5164-7530-4E98-B94C-02CFDEB1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63d813efcd45fd"/>
              </a:rPr>
              <a:t>開啟 Gemini Notebook ↗</a:t>
            </a:r>
          </a:p>
        </p:txBody>
      </p:sp>
      <p:sp>
        <p:nvSpPr>
          <p:cNvPr id="23" name="shape-682">
            <a:extLst xmlns:a="http://schemas.openxmlformats.org/drawingml/2006/main">
              <a:ext uri="{FF2B5EF4-FFF2-40B4-BE49-F238E27FC236}">
                <a16:creationId xmlns:a16="http://schemas.microsoft.com/office/drawing/2014/main" id="{C086858A-7D87-418E-A034-B77812E8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e33ae196e449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3">
            <a:extLst xmlns:a="http://schemas.openxmlformats.org/drawingml/2006/main">
              <a:ext uri="{FF2B5EF4-FFF2-40B4-BE49-F238E27FC236}">
                <a16:creationId xmlns:a16="http://schemas.microsoft.com/office/drawing/2014/main" id="{A899DEB6-472B-4F72-B561-0D3E2A5F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955940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702FE40F-3AE8-4A97-8F55-CC1D11B6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D9012E-1B2D-413B-A6BB-9C5F8D9D5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0">
            <a:extLst xmlns:a="http://schemas.openxmlformats.org/drawingml/2006/main">
              <a:ext uri="{FF2B5EF4-FFF2-40B4-BE49-F238E27FC236}">
                <a16:creationId xmlns:a16="http://schemas.microsoft.com/office/drawing/2014/main" id="{40EA97FF-BD16-4138-8CB1-F6A2757B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8E5D9F0-068F-4A50-A407-8EA21390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11">
            <a:extLst xmlns:a="http://schemas.openxmlformats.org/drawingml/2006/main">
              <a:ext uri="{FF2B5EF4-FFF2-40B4-BE49-F238E27FC236}">
                <a16:creationId xmlns:a16="http://schemas.microsoft.com/office/drawing/2014/main" id="{DBFBDF6B-4B1F-409F-8753-D9244171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102D15ED-20ED-448E-9ED3-F1D52539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A07ED6AC-5EEE-47EE-AB7F-38F19FD0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14">
            <a:extLst xmlns:a="http://schemas.openxmlformats.org/drawingml/2006/main">
              <a:ext uri="{FF2B5EF4-FFF2-40B4-BE49-F238E27FC236}">
                <a16:creationId xmlns:a16="http://schemas.microsoft.com/office/drawing/2014/main" id="{C5DAAAB5-4418-4EC3-8EE7-51352BAE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15">
            <a:extLst xmlns:a="http://schemas.openxmlformats.org/drawingml/2006/main">
              <a:ext uri="{FF2B5EF4-FFF2-40B4-BE49-F238E27FC236}">
                <a16:creationId xmlns:a16="http://schemas.microsoft.com/office/drawing/2014/main" id="{5E6D373D-03D5-40E1-B9AF-6004A04D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6">
            <a:extLst xmlns:a="http://schemas.openxmlformats.org/drawingml/2006/main">
              <a:ext uri="{FF2B5EF4-FFF2-40B4-BE49-F238E27FC236}">
                <a16:creationId xmlns:a16="http://schemas.microsoft.com/office/drawing/2014/main" id="{8319D84F-CD12-4976-9A3E-75E0813D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17">
            <a:extLst xmlns:a="http://schemas.openxmlformats.org/drawingml/2006/main">
              <a:ext uri="{FF2B5EF4-FFF2-40B4-BE49-F238E27FC236}">
                <a16:creationId xmlns:a16="http://schemas.microsoft.com/office/drawing/2014/main" id="{82B54F95-4C47-4E01-BF9C-6629D9D8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18">
            <a:extLst xmlns:a="http://schemas.openxmlformats.org/drawingml/2006/main">
              <a:ext uri="{FF2B5EF4-FFF2-40B4-BE49-F238E27FC236}">
                <a16:creationId xmlns:a16="http://schemas.microsoft.com/office/drawing/2014/main" id="{B2D94798-C9FC-4080-93E7-25F67F1F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19">
            <a:extLst xmlns:a="http://schemas.openxmlformats.org/drawingml/2006/main">
              <a:ext uri="{FF2B5EF4-FFF2-40B4-BE49-F238E27FC236}">
                <a16:creationId xmlns:a16="http://schemas.microsoft.com/office/drawing/2014/main" id="{6D4F22A6-34BD-4D53-BDC7-7180722F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0">
            <a:extLst xmlns:a="http://schemas.openxmlformats.org/drawingml/2006/main">
              <a:ext uri="{FF2B5EF4-FFF2-40B4-BE49-F238E27FC236}">
                <a16:creationId xmlns:a16="http://schemas.microsoft.com/office/drawing/2014/main" id="{A7A23780-738A-41D7-BEB7-E66FEBBC3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21">
            <a:extLst xmlns:a="http://schemas.openxmlformats.org/drawingml/2006/main">
              <a:ext uri="{FF2B5EF4-FFF2-40B4-BE49-F238E27FC236}">
                <a16:creationId xmlns:a16="http://schemas.microsoft.com/office/drawing/2014/main" id="{830132E1-2D68-413E-92B7-BB0DA05E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22">
            <a:extLst xmlns:a="http://schemas.openxmlformats.org/drawingml/2006/main">
              <a:ext uri="{FF2B5EF4-FFF2-40B4-BE49-F238E27FC236}">
                <a16:creationId xmlns:a16="http://schemas.microsoft.com/office/drawing/2014/main" id="{E1BD96F2-67C7-44A9-9E0D-BD7EB3CD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23">
            <a:extLst xmlns:a="http://schemas.openxmlformats.org/drawingml/2006/main">
              <a:ext uri="{FF2B5EF4-FFF2-40B4-BE49-F238E27FC236}">
                <a16:creationId xmlns:a16="http://schemas.microsoft.com/office/drawing/2014/main" id="{D7EF6C01-76BE-4F9A-BEC3-90449AB3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4">
            <a:extLst xmlns:a="http://schemas.openxmlformats.org/drawingml/2006/main">
              <a:ext uri="{FF2B5EF4-FFF2-40B4-BE49-F238E27FC236}">
                <a16:creationId xmlns:a16="http://schemas.microsoft.com/office/drawing/2014/main" id="{197CA87F-4946-4F18-A752-352E3F97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25">
            <a:extLst xmlns:a="http://schemas.openxmlformats.org/drawingml/2006/main">
              <a:ext uri="{FF2B5EF4-FFF2-40B4-BE49-F238E27FC236}">
                <a16:creationId xmlns:a16="http://schemas.microsoft.com/office/drawing/2014/main" id="{31F3C5A1-9FEA-4892-9D91-4F4C526B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26">
            <a:extLst xmlns:a="http://schemas.openxmlformats.org/drawingml/2006/main">
              <a:ext uri="{FF2B5EF4-FFF2-40B4-BE49-F238E27FC236}">
                <a16:creationId xmlns:a16="http://schemas.microsoft.com/office/drawing/2014/main" id="{8E27E80A-82F6-402B-BC6C-8DCCA585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653">
            <a:extLst xmlns:a="http://schemas.openxmlformats.org/drawingml/2006/main">
              <a:ext uri="{FF2B5EF4-FFF2-40B4-BE49-F238E27FC236}">
                <a16:creationId xmlns:a16="http://schemas.microsoft.com/office/drawing/2014/main" id="{498BE51B-9081-4C5C-BCE4-772391740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c2ba43490e486e"/>
              </a:rPr>
              <a:t>開啟 Gemini Notebook ↗</a:t>
            </a:r>
          </a:p>
        </p:txBody>
      </p:sp>
      <p:sp>
        <p:nvSpPr>
          <p:cNvPr id="23" name="shape-684">
            <a:extLst xmlns:a="http://schemas.openxmlformats.org/drawingml/2006/main">
              <a:ext uri="{FF2B5EF4-FFF2-40B4-BE49-F238E27FC236}">
                <a16:creationId xmlns:a16="http://schemas.microsoft.com/office/drawing/2014/main" id="{7E3A41DC-4C60-4B93-AE75-E2FC5CA0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353199257417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5">
            <a:extLst xmlns:a="http://schemas.openxmlformats.org/drawingml/2006/main">
              <a:ext uri="{FF2B5EF4-FFF2-40B4-BE49-F238E27FC236}">
                <a16:creationId xmlns:a16="http://schemas.microsoft.com/office/drawing/2014/main" id="{8CE91C15-77D9-428D-9A8C-E62C92BB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7489406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7">
            <a:extLst xmlns:a="http://schemas.openxmlformats.org/drawingml/2006/main">
              <a:ext uri="{FF2B5EF4-FFF2-40B4-BE49-F238E27FC236}">
                <a16:creationId xmlns:a16="http://schemas.microsoft.com/office/drawing/2014/main" id="{747BA8FC-B7C4-4ACC-85A3-449B6F90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28">
            <a:extLst xmlns:a="http://schemas.openxmlformats.org/drawingml/2006/main">
              <a:ext uri="{FF2B5EF4-FFF2-40B4-BE49-F238E27FC236}">
                <a16:creationId xmlns:a16="http://schemas.microsoft.com/office/drawing/2014/main" id="{9F1031AE-656B-46E9-98A8-952787BF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29">
            <a:extLst xmlns:a="http://schemas.openxmlformats.org/drawingml/2006/main">
              <a:ext uri="{FF2B5EF4-FFF2-40B4-BE49-F238E27FC236}">
                <a16:creationId xmlns:a16="http://schemas.microsoft.com/office/drawing/2014/main" id="{E7D78201-A29F-481C-AFE3-C8D34EA3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30">
            <a:extLst xmlns:a="http://schemas.openxmlformats.org/drawingml/2006/main">
              <a:ext uri="{FF2B5EF4-FFF2-40B4-BE49-F238E27FC236}">
                <a16:creationId xmlns:a16="http://schemas.microsoft.com/office/drawing/2014/main" id="{3A930D8E-1AD8-4E3D-A66C-3D924828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31">
            <a:extLst xmlns:a="http://schemas.openxmlformats.org/drawingml/2006/main">
              <a:ext uri="{FF2B5EF4-FFF2-40B4-BE49-F238E27FC236}">
                <a16:creationId xmlns:a16="http://schemas.microsoft.com/office/drawing/2014/main" id="{BF465DB0-357E-4395-819B-0E8ECEB3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F37F7A35-B7AE-438D-942A-E3CD33DE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8C5BBB-8E9E-4984-941C-7657FBF1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656">
            <a:extLst xmlns:a="http://schemas.openxmlformats.org/drawingml/2006/main">
              <a:ext uri="{FF2B5EF4-FFF2-40B4-BE49-F238E27FC236}">
                <a16:creationId xmlns:a16="http://schemas.microsoft.com/office/drawing/2014/main" id="{BF0628CA-D8C7-491A-8118-835CB3B6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92e37a341e4212"/>
              </a:rPr>
              <a:t>建立／查看 Gem ↗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14ACE4DB-211B-49FF-84B4-B5129C6C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bec6661ae4de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94">
            <a:extLst xmlns:a="http://schemas.openxmlformats.org/drawingml/2006/main">
              <a:ext uri="{FF2B5EF4-FFF2-40B4-BE49-F238E27FC236}">
                <a16:creationId xmlns:a16="http://schemas.microsoft.com/office/drawing/2014/main" id="{4112789B-B386-46A8-87EF-9B110FA8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03646076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34">
            <a:extLst xmlns:a="http://schemas.openxmlformats.org/drawingml/2006/main">
              <a:ext uri="{FF2B5EF4-FFF2-40B4-BE49-F238E27FC236}">
                <a16:creationId xmlns:a16="http://schemas.microsoft.com/office/drawing/2014/main" id="{7FBA6245-1BE2-4DF6-B8ED-EBE647A2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B36D70-DD24-4DA3-A9F8-AE087098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3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6">
            <a:extLst xmlns:a="http://schemas.openxmlformats.org/drawingml/2006/main">
              <a:ext uri="{FF2B5EF4-FFF2-40B4-BE49-F238E27FC236}">
                <a16:creationId xmlns:a16="http://schemas.microsoft.com/office/drawing/2014/main" id="{C36ABEB5-305F-42DB-9A8D-B43B04BA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6C04C5-2C79-4B5D-9AE7-5BA44F05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37">
            <a:extLst xmlns:a="http://schemas.openxmlformats.org/drawingml/2006/main">
              <a:ext uri="{FF2B5EF4-FFF2-40B4-BE49-F238E27FC236}">
                <a16:creationId xmlns:a16="http://schemas.microsoft.com/office/drawing/2014/main" id="{6307A2B5-B8A9-4852-BFC4-928A56A2C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8">
            <a:extLst xmlns:a="http://schemas.openxmlformats.org/drawingml/2006/main">
              <a:ext uri="{FF2B5EF4-FFF2-40B4-BE49-F238E27FC236}">
                <a16:creationId xmlns:a16="http://schemas.microsoft.com/office/drawing/2014/main" id="{440D9BAB-C58F-4DD7-A703-7CEE6C8D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9">
            <a:extLst xmlns:a="http://schemas.openxmlformats.org/drawingml/2006/main">
              <a:ext uri="{FF2B5EF4-FFF2-40B4-BE49-F238E27FC236}">
                <a16:creationId xmlns:a16="http://schemas.microsoft.com/office/drawing/2014/main" id="{EC7DFBFD-0F8E-4404-AA4C-FEA5EEB0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40">
            <a:extLst xmlns:a="http://schemas.openxmlformats.org/drawingml/2006/main">
              <a:ext uri="{FF2B5EF4-FFF2-40B4-BE49-F238E27FC236}">
                <a16:creationId xmlns:a16="http://schemas.microsoft.com/office/drawing/2014/main" id="{3F0B985D-431F-4E3D-954D-06C28D4E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41">
            <a:extLst xmlns:a="http://schemas.openxmlformats.org/drawingml/2006/main">
              <a:ext uri="{FF2B5EF4-FFF2-40B4-BE49-F238E27FC236}">
                <a16:creationId xmlns:a16="http://schemas.microsoft.com/office/drawing/2014/main" id="{6737B8C5-AE3D-43A9-A3DD-11A6B86D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42">
            <a:extLst xmlns:a="http://schemas.openxmlformats.org/drawingml/2006/main">
              <a:ext uri="{FF2B5EF4-FFF2-40B4-BE49-F238E27FC236}">
                <a16:creationId xmlns:a16="http://schemas.microsoft.com/office/drawing/2014/main" id="{0128C102-68E9-4A5F-8F95-A848D95C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657">
            <a:extLst xmlns:a="http://schemas.openxmlformats.org/drawingml/2006/main">
              <a:ext uri="{FF2B5EF4-FFF2-40B4-BE49-F238E27FC236}">
                <a16:creationId xmlns:a16="http://schemas.microsoft.com/office/drawing/2014/main" id="{CDC528CC-81B6-40B7-B456-816C739C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094f0ecdd14848"/>
              </a:rPr>
              <a:t>建立／查看 Gem ↗</a:t>
            </a:r>
          </a:p>
        </p:txBody>
      </p:sp>
      <p:sp>
        <p:nvSpPr>
          <p:cNvPr id="13" name="shape-695">
            <a:extLst xmlns:a="http://schemas.openxmlformats.org/drawingml/2006/main">
              <a:ext uri="{FF2B5EF4-FFF2-40B4-BE49-F238E27FC236}">
                <a16:creationId xmlns:a16="http://schemas.microsoft.com/office/drawing/2014/main" id="{9D62CC30-B385-4179-A43A-B063B20B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6394178c5447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696">
            <a:extLst xmlns:a="http://schemas.openxmlformats.org/drawingml/2006/main">
              <a:ext uri="{FF2B5EF4-FFF2-40B4-BE49-F238E27FC236}">
                <a16:creationId xmlns:a16="http://schemas.microsoft.com/office/drawing/2014/main" id="{C650ACE9-42D2-413D-A72A-F272EA6E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63537060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43">
            <a:extLst xmlns:a="http://schemas.openxmlformats.org/drawingml/2006/main">
              <a:ext uri="{FF2B5EF4-FFF2-40B4-BE49-F238E27FC236}">
                <a16:creationId xmlns:a16="http://schemas.microsoft.com/office/drawing/2014/main" id="{7F7015B7-620C-47B7-9BB5-6F4D6998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726708-CF76-4E2C-AEE7-C91D28AB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3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5">
            <a:extLst xmlns:a="http://schemas.openxmlformats.org/drawingml/2006/main">
              <a:ext uri="{FF2B5EF4-FFF2-40B4-BE49-F238E27FC236}">
                <a16:creationId xmlns:a16="http://schemas.microsoft.com/office/drawing/2014/main" id="{C7C7DBD2-BCFA-4B2B-96EE-185D8FB1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DB07ED6-6EF9-42E0-81A4-E85D364F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46">
            <a:extLst xmlns:a="http://schemas.openxmlformats.org/drawingml/2006/main">
              <a:ext uri="{FF2B5EF4-FFF2-40B4-BE49-F238E27FC236}">
                <a16:creationId xmlns:a16="http://schemas.microsoft.com/office/drawing/2014/main" id="{F353BC4F-682E-49BA-A2A0-3A7DAC5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47">
            <a:extLst xmlns:a="http://schemas.openxmlformats.org/drawingml/2006/main">
              <a:ext uri="{FF2B5EF4-FFF2-40B4-BE49-F238E27FC236}">
                <a16:creationId xmlns:a16="http://schemas.microsoft.com/office/drawing/2014/main" id="{CB301210-A1D7-4816-BBF2-D6EE63CE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348">
            <a:extLst xmlns:a="http://schemas.openxmlformats.org/drawingml/2006/main">
              <a:ext uri="{FF2B5EF4-FFF2-40B4-BE49-F238E27FC236}">
                <a16:creationId xmlns:a16="http://schemas.microsoft.com/office/drawing/2014/main" id="{02D4D56B-F3BF-4F93-8EC9-0F003101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349">
            <a:extLst xmlns:a="http://schemas.openxmlformats.org/drawingml/2006/main">
              <a:ext uri="{FF2B5EF4-FFF2-40B4-BE49-F238E27FC236}">
                <a16:creationId xmlns:a16="http://schemas.microsoft.com/office/drawing/2014/main" id="{9C43020F-3E9D-43BB-80B5-70CB0779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350">
            <a:extLst xmlns:a="http://schemas.openxmlformats.org/drawingml/2006/main">
              <a:ext uri="{FF2B5EF4-FFF2-40B4-BE49-F238E27FC236}">
                <a16:creationId xmlns:a16="http://schemas.microsoft.com/office/drawing/2014/main" id="{CD38D0BB-D795-4B18-8E8E-58D23326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51">
            <a:extLst xmlns:a="http://schemas.openxmlformats.org/drawingml/2006/main">
              <a:ext uri="{FF2B5EF4-FFF2-40B4-BE49-F238E27FC236}">
                <a16:creationId xmlns:a16="http://schemas.microsoft.com/office/drawing/2014/main" id="{0F91FD0B-C882-4011-A5F2-D53D5696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352">
            <a:extLst xmlns:a="http://schemas.openxmlformats.org/drawingml/2006/main">
              <a:ext uri="{FF2B5EF4-FFF2-40B4-BE49-F238E27FC236}">
                <a16:creationId xmlns:a16="http://schemas.microsoft.com/office/drawing/2014/main" id="{90088B54-B453-4A1B-9908-C1D3DC10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353">
            <a:extLst xmlns:a="http://schemas.openxmlformats.org/drawingml/2006/main">
              <a:ext uri="{FF2B5EF4-FFF2-40B4-BE49-F238E27FC236}">
                <a16:creationId xmlns:a16="http://schemas.microsoft.com/office/drawing/2014/main" id="{541A6B4A-CB14-4ABF-AB72-595DEF67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354">
            <a:extLst xmlns:a="http://schemas.openxmlformats.org/drawingml/2006/main">
              <a:ext uri="{FF2B5EF4-FFF2-40B4-BE49-F238E27FC236}">
                <a16:creationId xmlns:a16="http://schemas.microsoft.com/office/drawing/2014/main" id="{DAB517D2-3544-4607-8F83-35F54179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55">
            <a:extLst xmlns:a="http://schemas.openxmlformats.org/drawingml/2006/main">
              <a:ext uri="{FF2B5EF4-FFF2-40B4-BE49-F238E27FC236}">
                <a16:creationId xmlns:a16="http://schemas.microsoft.com/office/drawing/2014/main" id="{CD21F573-B96A-4683-946D-EAA7914F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56">
            <a:extLst xmlns:a="http://schemas.openxmlformats.org/drawingml/2006/main">
              <a:ext uri="{FF2B5EF4-FFF2-40B4-BE49-F238E27FC236}">
                <a16:creationId xmlns:a16="http://schemas.microsoft.com/office/drawing/2014/main" id="{ADE25D55-CE45-4A56-B412-213E9CD2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357">
            <a:extLst xmlns:a="http://schemas.openxmlformats.org/drawingml/2006/main">
              <a:ext uri="{FF2B5EF4-FFF2-40B4-BE49-F238E27FC236}">
                <a16:creationId xmlns:a16="http://schemas.microsoft.com/office/drawing/2014/main" id="{2FD1B418-8ADD-4AAB-9597-596BA5B6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358">
            <a:extLst xmlns:a="http://schemas.openxmlformats.org/drawingml/2006/main">
              <a:ext uri="{FF2B5EF4-FFF2-40B4-BE49-F238E27FC236}">
                <a16:creationId xmlns:a16="http://schemas.microsoft.com/office/drawing/2014/main" id="{26EAA34D-F137-4D7F-86BC-71534654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9">
            <a:extLst xmlns:a="http://schemas.openxmlformats.org/drawingml/2006/main">
              <a:ext uri="{FF2B5EF4-FFF2-40B4-BE49-F238E27FC236}">
                <a16:creationId xmlns:a16="http://schemas.microsoft.com/office/drawing/2014/main" id="{B349555E-56B4-49AB-A9A5-9D7939C3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60">
            <a:extLst xmlns:a="http://schemas.openxmlformats.org/drawingml/2006/main">
              <a:ext uri="{FF2B5EF4-FFF2-40B4-BE49-F238E27FC236}">
                <a16:creationId xmlns:a16="http://schemas.microsoft.com/office/drawing/2014/main" id="{13587A85-AFCF-4931-A329-855C6DE8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361">
            <a:extLst xmlns:a="http://schemas.openxmlformats.org/drawingml/2006/main">
              <a:ext uri="{FF2B5EF4-FFF2-40B4-BE49-F238E27FC236}">
                <a16:creationId xmlns:a16="http://schemas.microsoft.com/office/drawing/2014/main" id="{3399A521-D565-46A2-98F8-E9350583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658">
            <a:extLst xmlns:a="http://schemas.openxmlformats.org/drawingml/2006/main">
              <a:ext uri="{FF2B5EF4-FFF2-40B4-BE49-F238E27FC236}">
                <a16:creationId xmlns:a16="http://schemas.microsoft.com/office/drawing/2014/main" id="{3B4C45D7-89AE-43E8-97AD-759574AC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7927e3fbda44cd"/>
              </a:rPr>
              <a:t>建立／查看 Gem ↗</a:t>
            </a:r>
          </a:p>
        </p:txBody>
      </p:sp>
      <p:sp>
        <p:nvSpPr>
          <p:cNvPr id="23" name="shape-697">
            <a:extLst xmlns:a="http://schemas.openxmlformats.org/drawingml/2006/main">
              <a:ext uri="{FF2B5EF4-FFF2-40B4-BE49-F238E27FC236}">
                <a16:creationId xmlns:a16="http://schemas.microsoft.com/office/drawing/2014/main" id="{0070DC31-0893-49AC-8585-1EFBC7CB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5528c8e86497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8">
            <a:extLst xmlns:a="http://schemas.openxmlformats.org/drawingml/2006/main">
              <a:ext uri="{FF2B5EF4-FFF2-40B4-BE49-F238E27FC236}">
                <a16:creationId xmlns:a16="http://schemas.microsoft.com/office/drawing/2014/main" id="{D5208CBF-E58F-47E4-8307-70F681F6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4681883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362">
            <a:extLst xmlns:a="http://schemas.openxmlformats.org/drawingml/2006/main">
              <a:ext uri="{FF2B5EF4-FFF2-40B4-BE49-F238E27FC236}">
                <a16:creationId xmlns:a16="http://schemas.microsoft.com/office/drawing/2014/main" id="{A3FC1398-EF26-4B5E-BBCE-B39671BF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BA3B66-C134-462D-B18C-827F26E1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3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632D3FCC-C93A-42DD-83BA-65EB8E06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2FFC68-E353-4DF7-8BD5-6F75E41D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65">
            <a:extLst xmlns:a="http://schemas.openxmlformats.org/drawingml/2006/main">
              <a:ext uri="{FF2B5EF4-FFF2-40B4-BE49-F238E27FC236}">
                <a16:creationId xmlns:a16="http://schemas.microsoft.com/office/drawing/2014/main" id="{D9DD15D1-37C6-41AB-BE5F-2C7C30B0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366">
            <a:extLst xmlns:a="http://schemas.openxmlformats.org/drawingml/2006/main">
              <a:ext uri="{FF2B5EF4-FFF2-40B4-BE49-F238E27FC236}">
                <a16:creationId xmlns:a16="http://schemas.microsoft.com/office/drawing/2014/main" id="{EE03EF5D-7E0B-4067-918C-12FB390A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367">
            <a:extLst xmlns:a="http://schemas.openxmlformats.org/drawingml/2006/main">
              <a:ext uri="{FF2B5EF4-FFF2-40B4-BE49-F238E27FC236}">
                <a16:creationId xmlns:a16="http://schemas.microsoft.com/office/drawing/2014/main" id="{CB9CAECF-BC25-4EB1-80F4-DD39FE4F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368">
            <a:extLst xmlns:a="http://schemas.openxmlformats.org/drawingml/2006/main">
              <a:ext uri="{FF2B5EF4-FFF2-40B4-BE49-F238E27FC236}">
                <a16:creationId xmlns:a16="http://schemas.microsoft.com/office/drawing/2014/main" id="{B2499D23-3674-4D6F-9BB3-D5E52FA9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9">
            <a:extLst xmlns:a="http://schemas.openxmlformats.org/drawingml/2006/main">
              <a:ext uri="{FF2B5EF4-FFF2-40B4-BE49-F238E27FC236}">
                <a16:creationId xmlns:a16="http://schemas.microsoft.com/office/drawing/2014/main" id="{58F6A64E-4D0B-48A4-B61D-0F6E0155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70">
            <a:extLst xmlns:a="http://schemas.openxmlformats.org/drawingml/2006/main">
              <a:ext uri="{FF2B5EF4-FFF2-40B4-BE49-F238E27FC236}">
                <a16:creationId xmlns:a16="http://schemas.microsoft.com/office/drawing/2014/main" id="{23BE6442-25CB-4808-8030-40DA2EC9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371">
            <a:extLst xmlns:a="http://schemas.openxmlformats.org/drawingml/2006/main">
              <a:ext uri="{FF2B5EF4-FFF2-40B4-BE49-F238E27FC236}">
                <a16:creationId xmlns:a16="http://schemas.microsoft.com/office/drawing/2014/main" id="{D2C43E30-F6C4-41A5-8CD6-381F03C3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659">
            <a:extLst xmlns:a="http://schemas.openxmlformats.org/drawingml/2006/main">
              <a:ext uri="{FF2B5EF4-FFF2-40B4-BE49-F238E27FC236}">
                <a16:creationId xmlns:a16="http://schemas.microsoft.com/office/drawing/2014/main" id="{B2181831-562D-4836-878B-B4BB34A4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987deaed57e4327"/>
              </a:rPr>
              <a:t>建立／查看 Gem ↗</a:t>
            </a:r>
          </a:p>
        </p:txBody>
      </p:sp>
      <p:sp>
        <p:nvSpPr>
          <p:cNvPr id="14" name="shape-699">
            <a:extLst xmlns:a="http://schemas.openxmlformats.org/drawingml/2006/main">
              <a:ext uri="{FF2B5EF4-FFF2-40B4-BE49-F238E27FC236}">
                <a16:creationId xmlns:a16="http://schemas.microsoft.com/office/drawing/2014/main" id="{114A7BAC-3E18-4138-8981-2D2FDCE1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0394737bfb43a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700">
            <a:extLst xmlns:a="http://schemas.openxmlformats.org/drawingml/2006/main">
              <a:ext uri="{FF2B5EF4-FFF2-40B4-BE49-F238E27FC236}">
                <a16:creationId xmlns:a16="http://schemas.microsoft.com/office/drawing/2014/main" id="{E743AD39-64A8-4448-8F8A-450D1C3F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66286853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72">
            <a:extLst xmlns:a="http://schemas.openxmlformats.org/drawingml/2006/main">
              <a:ext uri="{FF2B5EF4-FFF2-40B4-BE49-F238E27FC236}">
                <a16:creationId xmlns:a16="http://schemas.microsoft.com/office/drawing/2014/main" id="{D2C6EE94-A9FD-4389-9B80-72DD9ED0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9A3821-428A-43A5-AE3E-0E0E21D9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4">
            <a:extLst xmlns:a="http://schemas.openxmlformats.org/drawingml/2006/main">
              <a:ext uri="{FF2B5EF4-FFF2-40B4-BE49-F238E27FC236}">
                <a16:creationId xmlns:a16="http://schemas.microsoft.com/office/drawing/2014/main" id="{81F4456D-5B06-43A8-BCB7-90336BDC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E0AE19-1E86-4236-9575-552E8178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75">
            <a:extLst xmlns:a="http://schemas.openxmlformats.org/drawingml/2006/main">
              <a:ext uri="{FF2B5EF4-FFF2-40B4-BE49-F238E27FC236}">
                <a16:creationId xmlns:a16="http://schemas.microsoft.com/office/drawing/2014/main" id="{AD3DDF3D-5028-468E-BA26-49517A7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6">
            <a:extLst xmlns:a="http://schemas.openxmlformats.org/drawingml/2006/main">
              <a:ext uri="{FF2B5EF4-FFF2-40B4-BE49-F238E27FC236}">
                <a16:creationId xmlns:a16="http://schemas.microsoft.com/office/drawing/2014/main" id="{BAA55158-1693-4390-BEDE-87400403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7">
            <a:extLst xmlns:a="http://schemas.openxmlformats.org/drawingml/2006/main">
              <a:ext uri="{FF2B5EF4-FFF2-40B4-BE49-F238E27FC236}">
                <a16:creationId xmlns:a16="http://schemas.microsoft.com/office/drawing/2014/main" id="{3BACBA4A-BBB4-4E13-9F63-62B2419EC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8">
            <a:extLst xmlns:a="http://schemas.openxmlformats.org/drawingml/2006/main">
              <a:ext uri="{FF2B5EF4-FFF2-40B4-BE49-F238E27FC236}">
                <a16:creationId xmlns:a16="http://schemas.microsoft.com/office/drawing/2014/main" id="{4CCC2EFC-E685-4807-B487-05B17233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379">
            <a:extLst xmlns:a="http://schemas.openxmlformats.org/drawingml/2006/main">
              <a:ext uri="{FF2B5EF4-FFF2-40B4-BE49-F238E27FC236}">
                <a16:creationId xmlns:a16="http://schemas.microsoft.com/office/drawing/2014/main" id="{BDF13541-609F-4066-80DC-E2DEB9D9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80">
            <a:extLst xmlns:a="http://schemas.openxmlformats.org/drawingml/2006/main">
              <a:ext uri="{FF2B5EF4-FFF2-40B4-BE49-F238E27FC236}">
                <a16:creationId xmlns:a16="http://schemas.microsoft.com/office/drawing/2014/main" id="{3903B9FD-A899-4C17-889E-BCA12F6A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381">
            <a:extLst xmlns:a="http://schemas.openxmlformats.org/drawingml/2006/main">
              <a:ext uri="{FF2B5EF4-FFF2-40B4-BE49-F238E27FC236}">
                <a16:creationId xmlns:a16="http://schemas.microsoft.com/office/drawing/2014/main" id="{ABECC4AD-81C2-40C0-BA5F-E72B3A90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82">
            <a:extLst xmlns:a="http://schemas.openxmlformats.org/drawingml/2006/main">
              <a:ext uri="{FF2B5EF4-FFF2-40B4-BE49-F238E27FC236}">
                <a16:creationId xmlns:a16="http://schemas.microsoft.com/office/drawing/2014/main" id="{B1240120-A8EA-4AD4-93F3-99470AB6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383">
            <a:extLst xmlns:a="http://schemas.openxmlformats.org/drawingml/2006/main">
              <a:ext uri="{FF2B5EF4-FFF2-40B4-BE49-F238E27FC236}">
                <a16:creationId xmlns:a16="http://schemas.microsoft.com/office/drawing/2014/main" id="{DF874855-D349-4F99-9F53-34EC6CE9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84">
            <a:extLst xmlns:a="http://schemas.openxmlformats.org/drawingml/2006/main">
              <a:ext uri="{FF2B5EF4-FFF2-40B4-BE49-F238E27FC236}">
                <a16:creationId xmlns:a16="http://schemas.microsoft.com/office/drawing/2014/main" id="{D41B2F5C-FA89-4FF9-9B3C-DECA1778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385">
            <a:extLst xmlns:a="http://schemas.openxmlformats.org/drawingml/2006/main">
              <a:ext uri="{FF2B5EF4-FFF2-40B4-BE49-F238E27FC236}">
                <a16:creationId xmlns:a16="http://schemas.microsoft.com/office/drawing/2014/main" id="{3531394B-AECC-45E0-8436-066AF27F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6">
            <a:extLst xmlns:a="http://schemas.openxmlformats.org/drawingml/2006/main">
              <a:ext uri="{FF2B5EF4-FFF2-40B4-BE49-F238E27FC236}">
                <a16:creationId xmlns:a16="http://schemas.microsoft.com/office/drawing/2014/main" id="{74CFC376-E1BE-415B-968C-99C07D16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7">
            <a:extLst xmlns:a="http://schemas.openxmlformats.org/drawingml/2006/main">
              <a:ext uri="{FF2B5EF4-FFF2-40B4-BE49-F238E27FC236}">
                <a16:creationId xmlns:a16="http://schemas.microsoft.com/office/drawing/2014/main" id="{972C8514-86D4-48A0-8FB4-E39C73B7D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660">
            <a:extLst xmlns:a="http://schemas.openxmlformats.org/drawingml/2006/main">
              <a:ext uri="{FF2B5EF4-FFF2-40B4-BE49-F238E27FC236}">
                <a16:creationId xmlns:a16="http://schemas.microsoft.com/office/drawing/2014/main" id="{BD8324EE-57B3-4989-9B7E-85EDDF97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cbac5064c51491a"/>
              </a:rPr>
              <a:t>建立／查看 Gem ↗</a:t>
            </a:r>
          </a:p>
        </p:txBody>
      </p:sp>
      <p:sp>
        <p:nvSpPr>
          <p:cNvPr id="20" name="shape-701">
            <a:extLst xmlns:a="http://schemas.openxmlformats.org/drawingml/2006/main">
              <a:ext uri="{FF2B5EF4-FFF2-40B4-BE49-F238E27FC236}">
                <a16:creationId xmlns:a16="http://schemas.microsoft.com/office/drawing/2014/main" id="{51E8C320-5B49-404A-8EDE-C0385DA8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6a99ec2cc4d9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702">
            <a:extLst xmlns:a="http://schemas.openxmlformats.org/drawingml/2006/main">
              <a:ext uri="{FF2B5EF4-FFF2-40B4-BE49-F238E27FC236}">
                <a16:creationId xmlns:a16="http://schemas.microsoft.com/office/drawing/2014/main" id="{627C44EE-A4E7-4A8F-BC81-8B1306A5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56982803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88">
            <a:extLst xmlns:a="http://schemas.openxmlformats.org/drawingml/2006/main">
              <a:ext uri="{FF2B5EF4-FFF2-40B4-BE49-F238E27FC236}">
                <a16:creationId xmlns:a16="http://schemas.microsoft.com/office/drawing/2014/main" id="{2B2ADAAF-CFE1-4184-81F9-F45FAEF3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ADA25B-4060-4085-955D-AA3149AA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F2E738A9-1C31-4BE8-A200-CB0C53BA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A23B4A-A46B-4630-B75C-CE7582E1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7FC7CC22-7C07-4D1A-93BB-77C8789D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2">
            <a:extLst xmlns:a="http://schemas.openxmlformats.org/drawingml/2006/main">
              <a:ext uri="{FF2B5EF4-FFF2-40B4-BE49-F238E27FC236}">
                <a16:creationId xmlns:a16="http://schemas.microsoft.com/office/drawing/2014/main" id="{058E140C-D03B-4986-A7CE-1563949B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085FABD5-DE53-43DD-9F0E-6776BAC6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3555C8C7-4844-4B3C-962F-938B9526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5">
            <a:extLst xmlns:a="http://schemas.openxmlformats.org/drawingml/2006/main">
              <a:ext uri="{FF2B5EF4-FFF2-40B4-BE49-F238E27FC236}">
                <a16:creationId xmlns:a16="http://schemas.microsoft.com/office/drawing/2014/main" id="{C730348A-4EB1-413E-AA71-FA431430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F7A0D90A-FE1F-4CC7-A069-3F56C589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7">
            <a:extLst xmlns:a="http://schemas.openxmlformats.org/drawingml/2006/main">
              <a:ext uri="{FF2B5EF4-FFF2-40B4-BE49-F238E27FC236}">
                <a16:creationId xmlns:a16="http://schemas.microsoft.com/office/drawing/2014/main" id="{421F1916-8ADE-4A34-86EE-88F28C40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8">
            <a:extLst xmlns:a="http://schemas.openxmlformats.org/drawingml/2006/main">
              <a:ext uri="{FF2B5EF4-FFF2-40B4-BE49-F238E27FC236}">
                <a16:creationId xmlns:a16="http://schemas.microsoft.com/office/drawing/2014/main" id="{9CFEFDE1-C9CC-4E2E-9E11-8431291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9">
            <a:extLst xmlns:a="http://schemas.openxmlformats.org/drawingml/2006/main">
              <a:ext uri="{FF2B5EF4-FFF2-40B4-BE49-F238E27FC236}">
                <a16:creationId xmlns:a16="http://schemas.microsoft.com/office/drawing/2014/main" id="{497D9DB7-225F-423F-A69D-F4DE8543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9C6311EA-14D8-4823-A3D9-D67E7A4E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34B4C45F-64DD-41E7-8DBD-1393DF47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D88E38D2-42A6-4BC5-B0EC-3ED5A6C9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EEE85BBA-BA3F-4E50-BDCF-2E4D7C5C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4">
            <a:extLst xmlns:a="http://schemas.openxmlformats.org/drawingml/2006/main">
              <a:ext uri="{FF2B5EF4-FFF2-40B4-BE49-F238E27FC236}">
                <a16:creationId xmlns:a16="http://schemas.microsoft.com/office/drawing/2014/main" id="{DBEC9198-C180-41D9-B92A-67BCA183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654A9A76-064E-4BFC-B2A4-27BFBBF4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4B71F1EE-D3B6-432B-8CA4-C2DA7422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661">
            <a:extLst xmlns:a="http://schemas.openxmlformats.org/drawingml/2006/main">
              <a:ext uri="{FF2B5EF4-FFF2-40B4-BE49-F238E27FC236}">
                <a16:creationId xmlns:a16="http://schemas.microsoft.com/office/drawing/2014/main" id="{87EC5341-3211-4E87-AA01-B4E157EB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2bcacb8525426f"/>
              </a:rPr>
              <a:t>建立／查看 Gem ↗</a:t>
            </a:r>
          </a:p>
        </p:txBody>
      </p:sp>
      <p:sp>
        <p:nvSpPr>
          <p:cNvPr id="23" name="shape-703">
            <a:extLst xmlns:a="http://schemas.openxmlformats.org/drawingml/2006/main">
              <a:ext uri="{FF2B5EF4-FFF2-40B4-BE49-F238E27FC236}">
                <a16:creationId xmlns:a16="http://schemas.microsoft.com/office/drawing/2014/main" id="{B20D9EF9-FD0C-4127-94C4-6005166A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d7d4e47e64f5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04">
            <a:extLst xmlns:a="http://schemas.openxmlformats.org/drawingml/2006/main">
              <a:ext uri="{FF2B5EF4-FFF2-40B4-BE49-F238E27FC236}">
                <a16:creationId xmlns:a16="http://schemas.microsoft.com/office/drawing/2014/main" id="{CF8C7888-1584-4A3D-A198-F06C87A8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26812067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07">
            <a:extLst xmlns:a="http://schemas.openxmlformats.org/drawingml/2006/main">
              <a:ext uri="{FF2B5EF4-FFF2-40B4-BE49-F238E27FC236}">
                <a16:creationId xmlns:a16="http://schemas.microsoft.com/office/drawing/2014/main" id="{52F9702A-33A2-46B4-BC59-4B75F967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8">
            <a:extLst xmlns:a="http://schemas.openxmlformats.org/drawingml/2006/main">
              <a:ext uri="{FF2B5EF4-FFF2-40B4-BE49-F238E27FC236}">
                <a16:creationId xmlns:a16="http://schemas.microsoft.com/office/drawing/2014/main" id="{840389B1-B67A-42E5-AAC7-EFB76DC0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9">
            <a:extLst xmlns:a="http://schemas.openxmlformats.org/drawingml/2006/main">
              <a:ext uri="{FF2B5EF4-FFF2-40B4-BE49-F238E27FC236}">
                <a16:creationId xmlns:a16="http://schemas.microsoft.com/office/drawing/2014/main" id="{5A338B85-F7F5-4A1B-AD39-2617EB7E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10">
            <a:extLst xmlns:a="http://schemas.openxmlformats.org/drawingml/2006/main">
              <a:ext uri="{FF2B5EF4-FFF2-40B4-BE49-F238E27FC236}">
                <a16:creationId xmlns:a16="http://schemas.microsoft.com/office/drawing/2014/main" id="{0BF2CA36-8965-45FC-8654-9ABCE1D2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1">
            <a:extLst xmlns:a="http://schemas.openxmlformats.org/drawingml/2006/main">
              <a:ext uri="{FF2B5EF4-FFF2-40B4-BE49-F238E27FC236}">
                <a16:creationId xmlns:a16="http://schemas.microsoft.com/office/drawing/2014/main" id="{A4C81F74-5A06-46E3-8DBD-87BC45DF4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13">
            <a:extLst xmlns:a="http://schemas.openxmlformats.org/drawingml/2006/main">
              <a:ext uri="{FF2B5EF4-FFF2-40B4-BE49-F238E27FC236}">
                <a16:creationId xmlns:a16="http://schemas.microsoft.com/office/drawing/2014/main" id="{84BFD94F-4FDC-43EB-ACCB-6B45A3C1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AEB5799-B138-4283-AA61-6B7D3B0B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662">
            <a:extLst xmlns:a="http://schemas.openxmlformats.org/drawingml/2006/main">
              <a:ext uri="{FF2B5EF4-FFF2-40B4-BE49-F238E27FC236}">
                <a16:creationId xmlns:a16="http://schemas.microsoft.com/office/drawing/2014/main" id="{44167382-7DE0-4EFB-AD77-58712121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e00263d1b3c46fc"/>
              </a:rPr>
              <a:t>開啟 Gemini Canvas ↗</a:t>
            </a:r>
          </a:p>
        </p:txBody>
      </p:sp>
      <p:sp>
        <p:nvSpPr>
          <p:cNvPr id="10" name="shape-705">
            <a:extLst xmlns:a="http://schemas.openxmlformats.org/drawingml/2006/main">
              <a:ext uri="{FF2B5EF4-FFF2-40B4-BE49-F238E27FC236}">
                <a16:creationId xmlns:a16="http://schemas.microsoft.com/office/drawing/2014/main" id="{DBB4BBAC-CFBF-46A8-85B2-366469AA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20611848bd436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706">
            <a:extLst xmlns:a="http://schemas.openxmlformats.org/drawingml/2006/main">
              <a:ext uri="{FF2B5EF4-FFF2-40B4-BE49-F238E27FC236}">
                <a16:creationId xmlns:a16="http://schemas.microsoft.com/office/drawing/2014/main" id="{D8292A31-2653-4480-9C95-F152BEFC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7740871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14">
            <a:extLst xmlns:a="http://schemas.openxmlformats.org/drawingml/2006/main">
              <a:ext uri="{FF2B5EF4-FFF2-40B4-BE49-F238E27FC236}">
                <a16:creationId xmlns:a16="http://schemas.microsoft.com/office/drawing/2014/main" id="{0551BA63-DBFF-40CA-BD44-3CAF26CE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5BCFB2-3988-4E63-9DAC-D7987A18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4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6">
            <a:extLst xmlns:a="http://schemas.openxmlformats.org/drawingml/2006/main">
              <a:ext uri="{FF2B5EF4-FFF2-40B4-BE49-F238E27FC236}">
                <a16:creationId xmlns:a16="http://schemas.microsoft.com/office/drawing/2014/main" id="{F5BB438F-6486-4922-8319-D8900544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B8DB40-56D3-47A6-A82D-B9EF80DC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7">
            <a:extLst xmlns:a="http://schemas.openxmlformats.org/drawingml/2006/main">
              <a:ext uri="{FF2B5EF4-FFF2-40B4-BE49-F238E27FC236}">
                <a16:creationId xmlns:a16="http://schemas.microsoft.com/office/drawing/2014/main" id="{BA640826-9D15-4918-B3BB-91C90BD8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8">
            <a:extLst xmlns:a="http://schemas.openxmlformats.org/drawingml/2006/main">
              <a:ext uri="{FF2B5EF4-FFF2-40B4-BE49-F238E27FC236}">
                <a16:creationId xmlns:a16="http://schemas.microsoft.com/office/drawing/2014/main" id="{934D8A1D-13B7-43D7-A753-224A884C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9">
            <a:extLst xmlns:a="http://schemas.openxmlformats.org/drawingml/2006/main">
              <a:ext uri="{FF2B5EF4-FFF2-40B4-BE49-F238E27FC236}">
                <a16:creationId xmlns:a16="http://schemas.microsoft.com/office/drawing/2014/main" id="{0D2AAC84-96F4-4773-8C2B-EF11D8B9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420">
            <a:extLst xmlns:a="http://schemas.openxmlformats.org/drawingml/2006/main">
              <a:ext uri="{FF2B5EF4-FFF2-40B4-BE49-F238E27FC236}">
                <a16:creationId xmlns:a16="http://schemas.microsoft.com/office/drawing/2014/main" id="{2F4F7AC5-3862-4F27-865C-749CD230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421">
            <a:extLst xmlns:a="http://schemas.openxmlformats.org/drawingml/2006/main">
              <a:ext uri="{FF2B5EF4-FFF2-40B4-BE49-F238E27FC236}">
                <a16:creationId xmlns:a16="http://schemas.microsoft.com/office/drawing/2014/main" id="{1EEA3F63-CFAB-440B-A3D7-B13DB126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22">
            <a:extLst xmlns:a="http://schemas.openxmlformats.org/drawingml/2006/main">
              <a:ext uri="{FF2B5EF4-FFF2-40B4-BE49-F238E27FC236}">
                <a16:creationId xmlns:a16="http://schemas.microsoft.com/office/drawing/2014/main" id="{428AF663-4248-4117-BD27-E58709B6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23">
            <a:extLst xmlns:a="http://schemas.openxmlformats.org/drawingml/2006/main">
              <a:ext uri="{FF2B5EF4-FFF2-40B4-BE49-F238E27FC236}">
                <a16:creationId xmlns:a16="http://schemas.microsoft.com/office/drawing/2014/main" id="{80714139-E78B-43EB-AA65-7063F575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424">
            <a:extLst xmlns:a="http://schemas.openxmlformats.org/drawingml/2006/main">
              <a:ext uri="{FF2B5EF4-FFF2-40B4-BE49-F238E27FC236}">
                <a16:creationId xmlns:a16="http://schemas.microsoft.com/office/drawing/2014/main" id="{7874DE32-1DFF-4A84-812C-F676C32A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425">
            <a:extLst xmlns:a="http://schemas.openxmlformats.org/drawingml/2006/main">
              <a:ext uri="{FF2B5EF4-FFF2-40B4-BE49-F238E27FC236}">
                <a16:creationId xmlns:a16="http://schemas.microsoft.com/office/drawing/2014/main" id="{E2B04329-7256-4DE3-850B-F83F954A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6">
            <a:extLst xmlns:a="http://schemas.openxmlformats.org/drawingml/2006/main">
              <a:ext uri="{FF2B5EF4-FFF2-40B4-BE49-F238E27FC236}">
                <a16:creationId xmlns:a16="http://schemas.microsoft.com/office/drawing/2014/main" id="{F97851AF-EB6B-4350-9B9A-9A199450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7">
            <a:extLst xmlns:a="http://schemas.openxmlformats.org/drawingml/2006/main">
              <a:ext uri="{FF2B5EF4-FFF2-40B4-BE49-F238E27FC236}">
                <a16:creationId xmlns:a16="http://schemas.microsoft.com/office/drawing/2014/main" id="{B4700D9E-893B-41E7-ACEA-C2E1E830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428">
            <a:extLst xmlns:a="http://schemas.openxmlformats.org/drawingml/2006/main">
              <a:ext uri="{FF2B5EF4-FFF2-40B4-BE49-F238E27FC236}">
                <a16:creationId xmlns:a16="http://schemas.microsoft.com/office/drawing/2014/main" id="{1EB8002E-6CC3-4568-A089-E843BF2B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429">
            <a:extLst xmlns:a="http://schemas.openxmlformats.org/drawingml/2006/main">
              <a:ext uri="{FF2B5EF4-FFF2-40B4-BE49-F238E27FC236}">
                <a16:creationId xmlns:a16="http://schemas.microsoft.com/office/drawing/2014/main" id="{5D1AE874-CD62-49BB-B27F-201212D8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30">
            <a:extLst xmlns:a="http://schemas.openxmlformats.org/drawingml/2006/main">
              <a:ext uri="{FF2B5EF4-FFF2-40B4-BE49-F238E27FC236}">
                <a16:creationId xmlns:a16="http://schemas.microsoft.com/office/drawing/2014/main" id="{027F6135-B91D-43CC-832A-66236091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31">
            <a:extLst xmlns:a="http://schemas.openxmlformats.org/drawingml/2006/main">
              <a:ext uri="{FF2B5EF4-FFF2-40B4-BE49-F238E27FC236}">
                <a16:creationId xmlns:a16="http://schemas.microsoft.com/office/drawing/2014/main" id="{313C9513-8FDE-4977-B141-8ECB68EA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432">
            <a:extLst xmlns:a="http://schemas.openxmlformats.org/drawingml/2006/main">
              <a:ext uri="{FF2B5EF4-FFF2-40B4-BE49-F238E27FC236}">
                <a16:creationId xmlns:a16="http://schemas.microsoft.com/office/drawing/2014/main" id="{0B36CB9D-02FD-4FAB-90EE-B81EF7E8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663">
            <a:extLst xmlns:a="http://schemas.openxmlformats.org/drawingml/2006/main">
              <a:ext uri="{FF2B5EF4-FFF2-40B4-BE49-F238E27FC236}">
                <a16:creationId xmlns:a16="http://schemas.microsoft.com/office/drawing/2014/main" id="{675755DE-28D0-4BD1-B612-FA81966E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8c8f31e9bae42d4"/>
              </a:rPr>
              <a:t>開啟 Gemini Canvas ↗</a:t>
            </a:r>
          </a:p>
        </p:txBody>
      </p:sp>
      <p:sp>
        <p:nvSpPr>
          <p:cNvPr id="23" name="shape-707">
            <a:extLst xmlns:a="http://schemas.openxmlformats.org/drawingml/2006/main">
              <a:ext uri="{FF2B5EF4-FFF2-40B4-BE49-F238E27FC236}">
                <a16:creationId xmlns:a16="http://schemas.microsoft.com/office/drawing/2014/main" id="{1BB37C9D-C418-4E63-8522-688AFEDB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b5fcf23af437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08">
            <a:extLst xmlns:a="http://schemas.openxmlformats.org/drawingml/2006/main">
              <a:ext uri="{FF2B5EF4-FFF2-40B4-BE49-F238E27FC236}">
                <a16:creationId xmlns:a16="http://schemas.microsoft.com/office/drawing/2014/main" id="{3F378148-952F-41C4-A9D3-02C2D49E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33436233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433">
            <a:extLst xmlns:a="http://schemas.openxmlformats.org/drawingml/2006/main">
              <a:ext uri="{FF2B5EF4-FFF2-40B4-BE49-F238E27FC236}">
                <a16:creationId xmlns:a16="http://schemas.microsoft.com/office/drawing/2014/main" id="{AD521604-CADE-428F-B0FE-CE6C7B70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988C524-FA01-4C61-9BE6-F7FC68A4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5">
            <a:extLst xmlns:a="http://schemas.openxmlformats.org/drawingml/2006/main">
              <a:ext uri="{FF2B5EF4-FFF2-40B4-BE49-F238E27FC236}">
                <a16:creationId xmlns:a16="http://schemas.microsoft.com/office/drawing/2014/main" id="{E1E537D5-194F-41AF-8FEF-F0BFEBA3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45A17B-4081-48F6-A2AC-BC44D055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36">
            <a:extLst xmlns:a="http://schemas.openxmlformats.org/drawingml/2006/main">
              <a:ext uri="{FF2B5EF4-FFF2-40B4-BE49-F238E27FC236}">
                <a16:creationId xmlns:a16="http://schemas.microsoft.com/office/drawing/2014/main" id="{DDB8D01C-3729-4A94-9ADA-5A97BF7D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437">
            <a:extLst xmlns:a="http://schemas.openxmlformats.org/drawingml/2006/main">
              <a:ext uri="{FF2B5EF4-FFF2-40B4-BE49-F238E27FC236}">
                <a16:creationId xmlns:a16="http://schemas.microsoft.com/office/drawing/2014/main" id="{C6416B28-8CD0-4C98-AD51-40DCB85C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38">
            <a:extLst xmlns:a="http://schemas.openxmlformats.org/drawingml/2006/main">
              <a:ext uri="{FF2B5EF4-FFF2-40B4-BE49-F238E27FC236}">
                <a16:creationId xmlns:a16="http://schemas.microsoft.com/office/drawing/2014/main" id="{AC3997DC-B9D0-459D-B676-BC2F821D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39">
            <a:extLst xmlns:a="http://schemas.openxmlformats.org/drawingml/2006/main">
              <a:ext uri="{FF2B5EF4-FFF2-40B4-BE49-F238E27FC236}">
                <a16:creationId xmlns:a16="http://schemas.microsoft.com/office/drawing/2014/main" id="{BB8BBBDA-1653-47B7-8237-BCCCD1B0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440">
            <a:extLst xmlns:a="http://schemas.openxmlformats.org/drawingml/2006/main">
              <a:ext uri="{FF2B5EF4-FFF2-40B4-BE49-F238E27FC236}">
                <a16:creationId xmlns:a16="http://schemas.microsoft.com/office/drawing/2014/main" id="{19FCBFEC-AA2F-444B-B470-085FDD0B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441">
            <a:extLst xmlns:a="http://schemas.openxmlformats.org/drawingml/2006/main">
              <a:ext uri="{FF2B5EF4-FFF2-40B4-BE49-F238E27FC236}">
                <a16:creationId xmlns:a16="http://schemas.microsoft.com/office/drawing/2014/main" id="{118501D0-3927-4FC4-946D-4DA9B76E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2">
            <a:extLst xmlns:a="http://schemas.openxmlformats.org/drawingml/2006/main">
              <a:ext uri="{FF2B5EF4-FFF2-40B4-BE49-F238E27FC236}">
                <a16:creationId xmlns:a16="http://schemas.microsoft.com/office/drawing/2014/main" id="{44647247-3E04-4292-A759-B681B56A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443">
            <a:extLst xmlns:a="http://schemas.openxmlformats.org/drawingml/2006/main">
              <a:ext uri="{FF2B5EF4-FFF2-40B4-BE49-F238E27FC236}">
                <a16:creationId xmlns:a16="http://schemas.microsoft.com/office/drawing/2014/main" id="{1C2346CC-E47E-4855-AB03-AD22B077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4">
            <a:extLst xmlns:a="http://schemas.openxmlformats.org/drawingml/2006/main">
              <a:ext uri="{FF2B5EF4-FFF2-40B4-BE49-F238E27FC236}">
                <a16:creationId xmlns:a16="http://schemas.microsoft.com/office/drawing/2014/main" id="{46B43114-2C86-4DDF-B9FA-86FDBEB1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5">
            <a:extLst xmlns:a="http://schemas.openxmlformats.org/drawingml/2006/main">
              <a:ext uri="{FF2B5EF4-FFF2-40B4-BE49-F238E27FC236}">
                <a16:creationId xmlns:a16="http://schemas.microsoft.com/office/drawing/2014/main" id="{5D4F5594-2646-4F94-9C5E-556AAF48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446">
            <a:extLst xmlns:a="http://schemas.openxmlformats.org/drawingml/2006/main">
              <a:ext uri="{FF2B5EF4-FFF2-40B4-BE49-F238E27FC236}">
                <a16:creationId xmlns:a16="http://schemas.microsoft.com/office/drawing/2014/main" id="{73F40F71-FFC9-4CBB-9FCD-B6C1C864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447">
            <a:extLst xmlns:a="http://schemas.openxmlformats.org/drawingml/2006/main">
              <a:ext uri="{FF2B5EF4-FFF2-40B4-BE49-F238E27FC236}">
                <a16:creationId xmlns:a16="http://schemas.microsoft.com/office/drawing/2014/main" id="{70561FD4-65BF-4D14-A383-08272BF7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48">
            <a:extLst xmlns:a="http://schemas.openxmlformats.org/drawingml/2006/main">
              <a:ext uri="{FF2B5EF4-FFF2-40B4-BE49-F238E27FC236}">
                <a16:creationId xmlns:a16="http://schemas.microsoft.com/office/drawing/2014/main" id="{B0A390B5-B925-4E0D-AE82-8068B1D9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449">
            <a:extLst xmlns:a="http://schemas.openxmlformats.org/drawingml/2006/main">
              <a:ext uri="{FF2B5EF4-FFF2-40B4-BE49-F238E27FC236}">
                <a16:creationId xmlns:a16="http://schemas.microsoft.com/office/drawing/2014/main" id="{93E71532-E3F5-40E9-B80C-6280E0A5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0">
            <a:extLst xmlns:a="http://schemas.openxmlformats.org/drawingml/2006/main">
              <a:ext uri="{FF2B5EF4-FFF2-40B4-BE49-F238E27FC236}">
                <a16:creationId xmlns:a16="http://schemas.microsoft.com/office/drawing/2014/main" id="{2081A17A-E80F-420A-A720-211FC736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1">
            <a:extLst xmlns:a="http://schemas.openxmlformats.org/drawingml/2006/main">
              <a:ext uri="{FF2B5EF4-FFF2-40B4-BE49-F238E27FC236}">
                <a16:creationId xmlns:a16="http://schemas.microsoft.com/office/drawing/2014/main" id="{C7424106-3E33-421A-969D-FA24199B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452">
            <a:extLst xmlns:a="http://schemas.openxmlformats.org/drawingml/2006/main">
              <a:ext uri="{FF2B5EF4-FFF2-40B4-BE49-F238E27FC236}">
                <a16:creationId xmlns:a16="http://schemas.microsoft.com/office/drawing/2014/main" id="{EF3EC476-B590-4BAF-B4DB-1A57EF0D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453">
            <a:extLst xmlns:a="http://schemas.openxmlformats.org/drawingml/2006/main">
              <a:ext uri="{FF2B5EF4-FFF2-40B4-BE49-F238E27FC236}">
                <a16:creationId xmlns:a16="http://schemas.microsoft.com/office/drawing/2014/main" id="{9CDB2AC8-9154-4AD7-B8C7-F578502C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4">
            <a:extLst xmlns:a="http://schemas.openxmlformats.org/drawingml/2006/main">
              <a:ext uri="{FF2B5EF4-FFF2-40B4-BE49-F238E27FC236}">
                <a16:creationId xmlns:a16="http://schemas.microsoft.com/office/drawing/2014/main" id="{FA6C094A-4DC8-41AC-B7C8-9D9281F8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455">
            <a:extLst xmlns:a="http://schemas.openxmlformats.org/drawingml/2006/main">
              <a:ext uri="{FF2B5EF4-FFF2-40B4-BE49-F238E27FC236}">
                <a16:creationId xmlns:a16="http://schemas.microsoft.com/office/drawing/2014/main" id="{19B546B2-12B7-4084-A400-0C22A741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6">
            <a:extLst xmlns:a="http://schemas.openxmlformats.org/drawingml/2006/main">
              <a:ext uri="{FF2B5EF4-FFF2-40B4-BE49-F238E27FC236}">
                <a16:creationId xmlns:a16="http://schemas.microsoft.com/office/drawing/2014/main" id="{432AFE3A-4ADD-4C28-98D6-3FFC89FB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7">
            <a:extLst xmlns:a="http://schemas.openxmlformats.org/drawingml/2006/main">
              <a:ext uri="{FF2B5EF4-FFF2-40B4-BE49-F238E27FC236}">
                <a16:creationId xmlns:a16="http://schemas.microsoft.com/office/drawing/2014/main" id="{6E297298-A9CC-4C4C-95DA-D3A26C60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458">
            <a:extLst xmlns:a="http://schemas.openxmlformats.org/drawingml/2006/main">
              <a:ext uri="{FF2B5EF4-FFF2-40B4-BE49-F238E27FC236}">
                <a16:creationId xmlns:a16="http://schemas.microsoft.com/office/drawing/2014/main" id="{B5C8C9B4-7E16-4017-806F-EC2AAFDB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459">
            <a:extLst xmlns:a="http://schemas.openxmlformats.org/drawingml/2006/main">
              <a:ext uri="{FF2B5EF4-FFF2-40B4-BE49-F238E27FC236}">
                <a16:creationId xmlns:a16="http://schemas.microsoft.com/office/drawing/2014/main" id="{125070E8-53AB-45D4-AC0D-CE0F9E4E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64">
            <a:extLst xmlns:a="http://schemas.openxmlformats.org/drawingml/2006/main">
              <a:ext uri="{FF2B5EF4-FFF2-40B4-BE49-F238E27FC236}">
                <a16:creationId xmlns:a16="http://schemas.microsoft.com/office/drawing/2014/main" id="{20ACDAB1-6325-42A6-8207-01B3CA2F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da6a50496f4eb8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3cd8b6f0064e1c"/>
              </a:rPr>
              <a:t>會議紀錄系統 ↗</a:t>
            </a:r>
          </a:p>
        </p:txBody>
      </p:sp>
      <p:sp>
        <p:nvSpPr>
          <p:cNvPr id="31" name="shape-709">
            <a:extLst xmlns:a="http://schemas.openxmlformats.org/drawingml/2006/main">
              <a:ext uri="{FF2B5EF4-FFF2-40B4-BE49-F238E27FC236}">
                <a16:creationId xmlns:a16="http://schemas.microsoft.com/office/drawing/2014/main" id="{DC22B7E1-ABC0-4FFF-A6AC-C3B580BF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b383ae0c1c480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710">
            <a:extLst xmlns:a="http://schemas.openxmlformats.org/drawingml/2006/main">
              <a:ext uri="{FF2B5EF4-FFF2-40B4-BE49-F238E27FC236}">
                <a16:creationId xmlns:a16="http://schemas.microsoft.com/office/drawing/2014/main" id="{F97CD1E9-B26F-4CBE-A842-79D419C8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41905fe0e452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711">
            <a:extLst xmlns:a="http://schemas.openxmlformats.org/drawingml/2006/main">
              <a:ext uri="{FF2B5EF4-FFF2-40B4-BE49-F238E27FC236}">
                <a16:creationId xmlns:a16="http://schemas.microsoft.com/office/drawing/2014/main" id="{77475524-6443-4116-8633-6FEED1A0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80061160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460">
            <a:extLst xmlns:a="http://schemas.openxmlformats.org/drawingml/2006/main">
              <a:ext uri="{FF2B5EF4-FFF2-40B4-BE49-F238E27FC236}">
                <a16:creationId xmlns:a16="http://schemas.microsoft.com/office/drawing/2014/main" id="{A521DC30-E7A5-48B2-ACFF-4A31065F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7802C9-A6C5-4658-91BC-15B4CDAA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4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2">
            <a:extLst xmlns:a="http://schemas.openxmlformats.org/drawingml/2006/main">
              <a:ext uri="{FF2B5EF4-FFF2-40B4-BE49-F238E27FC236}">
                <a16:creationId xmlns:a16="http://schemas.microsoft.com/office/drawing/2014/main" id="{9E20B62A-D160-40C4-98DE-39CC4E54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CDB0F8-1DFB-4AC0-847F-15FE5C01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63">
            <a:extLst xmlns:a="http://schemas.openxmlformats.org/drawingml/2006/main">
              <a:ext uri="{FF2B5EF4-FFF2-40B4-BE49-F238E27FC236}">
                <a16:creationId xmlns:a16="http://schemas.microsoft.com/office/drawing/2014/main" id="{EFE8BE10-046A-4FF8-BB35-0AE01BD0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4">
            <a:extLst xmlns:a="http://schemas.openxmlformats.org/drawingml/2006/main">
              <a:ext uri="{FF2B5EF4-FFF2-40B4-BE49-F238E27FC236}">
                <a16:creationId xmlns:a16="http://schemas.microsoft.com/office/drawing/2014/main" id="{BE75C259-A6A0-4BCA-8006-A58BCAEF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5">
            <a:extLst xmlns:a="http://schemas.openxmlformats.org/drawingml/2006/main">
              <a:ext uri="{FF2B5EF4-FFF2-40B4-BE49-F238E27FC236}">
                <a16:creationId xmlns:a16="http://schemas.microsoft.com/office/drawing/2014/main" id="{1C858857-F359-4700-BCC9-859F3663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6">
            <a:extLst xmlns:a="http://schemas.openxmlformats.org/drawingml/2006/main">
              <a:ext uri="{FF2B5EF4-FFF2-40B4-BE49-F238E27FC236}">
                <a16:creationId xmlns:a16="http://schemas.microsoft.com/office/drawing/2014/main" id="{1FFDACBB-AB7B-439A-8DE7-DA8ECE55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467">
            <a:extLst xmlns:a="http://schemas.openxmlformats.org/drawingml/2006/main">
              <a:ext uri="{FF2B5EF4-FFF2-40B4-BE49-F238E27FC236}">
                <a16:creationId xmlns:a16="http://schemas.microsoft.com/office/drawing/2014/main" id="{158C0D32-30E9-4E34-A71B-E87E7785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8">
            <a:extLst xmlns:a="http://schemas.openxmlformats.org/drawingml/2006/main">
              <a:ext uri="{FF2B5EF4-FFF2-40B4-BE49-F238E27FC236}">
                <a16:creationId xmlns:a16="http://schemas.microsoft.com/office/drawing/2014/main" id="{D153E05F-A8FB-4EEF-9ACD-C485AB86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469">
            <a:extLst xmlns:a="http://schemas.openxmlformats.org/drawingml/2006/main">
              <a:ext uri="{FF2B5EF4-FFF2-40B4-BE49-F238E27FC236}">
                <a16:creationId xmlns:a16="http://schemas.microsoft.com/office/drawing/2014/main" id="{8034A50F-5CF1-4847-BBE7-B6306A2B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70">
            <a:extLst xmlns:a="http://schemas.openxmlformats.org/drawingml/2006/main">
              <a:ext uri="{FF2B5EF4-FFF2-40B4-BE49-F238E27FC236}">
                <a16:creationId xmlns:a16="http://schemas.microsoft.com/office/drawing/2014/main" id="{9DD8F74E-DFE3-4F70-8964-0BB1D761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471">
            <a:extLst xmlns:a="http://schemas.openxmlformats.org/drawingml/2006/main">
              <a:ext uri="{FF2B5EF4-FFF2-40B4-BE49-F238E27FC236}">
                <a16:creationId xmlns:a16="http://schemas.microsoft.com/office/drawing/2014/main" id="{46FDE819-ED61-445B-AF27-CFE3DBEC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2">
            <a:extLst xmlns:a="http://schemas.openxmlformats.org/drawingml/2006/main">
              <a:ext uri="{FF2B5EF4-FFF2-40B4-BE49-F238E27FC236}">
                <a16:creationId xmlns:a16="http://schemas.microsoft.com/office/drawing/2014/main" id="{89462ACE-F980-40BC-874F-FA03F0E0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473">
            <a:extLst xmlns:a="http://schemas.openxmlformats.org/drawingml/2006/main">
              <a:ext uri="{FF2B5EF4-FFF2-40B4-BE49-F238E27FC236}">
                <a16:creationId xmlns:a16="http://schemas.microsoft.com/office/drawing/2014/main" id="{C2F428DD-70F5-4500-8E88-AC3F99DF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4">
            <a:extLst xmlns:a="http://schemas.openxmlformats.org/drawingml/2006/main">
              <a:ext uri="{FF2B5EF4-FFF2-40B4-BE49-F238E27FC236}">
                <a16:creationId xmlns:a16="http://schemas.microsoft.com/office/drawing/2014/main" id="{0BB90C10-4EDC-4125-AB5D-C24012A6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5">
            <a:extLst xmlns:a="http://schemas.openxmlformats.org/drawingml/2006/main">
              <a:ext uri="{FF2B5EF4-FFF2-40B4-BE49-F238E27FC236}">
                <a16:creationId xmlns:a16="http://schemas.microsoft.com/office/drawing/2014/main" id="{0234CF4B-F57A-45E2-B487-55C227FF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665">
            <a:extLst xmlns:a="http://schemas.openxmlformats.org/drawingml/2006/main">
              <a:ext uri="{FF2B5EF4-FFF2-40B4-BE49-F238E27FC236}">
                <a16:creationId xmlns:a16="http://schemas.microsoft.com/office/drawing/2014/main" id="{FF666F23-7CA1-4922-83F3-2BF30065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19728ec322481c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cbfa48523c04113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fad2456ba514f15"/>
              </a:rPr>
              <a:t>Google Sites ↗</a:t>
            </a:r>
          </a:p>
        </p:txBody>
      </p:sp>
      <p:sp>
        <p:nvSpPr>
          <p:cNvPr id="20" name="shape-712">
            <a:extLst xmlns:a="http://schemas.openxmlformats.org/drawingml/2006/main">
              <a:ext uri="{FF2B5EF4-FFF2-40B4-BE49-F238E27FC236}">
                <a16:creationId xmlns:a16="http://schemas.microsoft.com/office/drawing/2014/main" id="{538DB385-6F21-4C31-8CF8-9C796570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4087ddb584aba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13">
            <a:extLst xmlns:a="http://schemas.openxmlformats.org/drawingml/2006/main">
              <a:ext uri="{FF2B5EF4-FFF2-40B4-BE49-F238E27FC236}">
                <a16:creationId xmlns:a16="http://schemas.microsoft.com/office/drawing/2014/main" id="{851856A5-5067-4633-AF6D-23C5B854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711d9a23f94e7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14">
            <a:extLst xmlns:a="http://schemas.openxmlformats.org/drawingml/2006/main">
              <a:ext uri="{FF2B5EF4-FFF2-40B4-BE49-F238E27FC236}">
                <a16:creationId xmlns:a16="http://schemas.microsoft.com/office/drawing/2014/main" id="{D90F0758-4925-4EF4-96D6-B6D6DBAE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8346ed908c4acb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15">
            <a:extLst xmlns:a="http://schemas.openxmlformats.org/drawingml/2006/main">
              <a:ext uri="{FF2B5EF4-FFF2-40B4-BE49-F238E27FC236}">
                <a16:creationId xmlns:a16="http://schemas.microsoft.com/office/drawing/2014/main" id="{3762D213-77F6-4537-B492-8B3C809C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45339954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476">
            <a:extLst xmlns:a="http://schemas.openxmlformats.org/drawingml/2006/main">
              <a:ext uri="{FF2B5EF4-FFF2-40B4-BE49-F238E27FC236}">
                <a16:creationId xmlns:a16="http://schemas.microsoft.com/office/drawing/2014/main" id="{13E11D06-80E1-4669-A87F-1A8CFFFF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6CCDE5-1382-4EE2-8ED6-68F36328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4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8">
            <a:extLst xmlns:a="http://schemas.openxmlformats.org/drawingml/2006/main">
              <a:ext uri="{FF2B5EF4-FFF2-40B4-BE49-F238E27FC236}">
                <a16:creationId xmlns:a16="http://schemas.microsoft.com/office/drawing/2014/main" id="{92C7E8B6-995F-488B-B8A8-1A5C9493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D14615-30AC-43A3-AF55-0C204FCA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9">
            <a:extLst xmlns:a="http://schemas.openxmlformats.org/drawingml/2006/main">
              <a:ext uri="{FF2B5EF4-FFF2-40B4-BE49-F238E27FC236}">
                <a16:creationId xmlns:a16="http://schemas.microsoft.com/office/drawing/2014/main" id="{70CB9A56-8253-4DBD-A56A-F3380924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80">
            <a:extLst xmlns:a="http://schemas.openxmlformats.org/drawingml/2006/main">
              <a:ext uri="{FF2B5EF4-FFF2-40B4-BE49-F238E27FC236}">
                <a16:creationId xmlns:a16="http://schemas.microsoft.com/office/drawing/2014/main" id="{69C59512-358C-42D8-BE92-9DBEFEF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1">
            <a:extLst xmlns:a="http://schemas.openxmlformats.org/drawingml/2006/main">
              <a:ext uri="{FF2B5EF4-FFF2-40B4-BE49-F238E27FC236}">
                <a16:creationId xmlns:a16="http://schemas.microsoft.com/office/drawing/2014/main" id="{2A7EEB8B-20A6-4BBF-B5F9-B5A90C19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82">
            <a:extLst xmlns:a="http://schemas.openxmlformats.org/drawingml/2006/main">
              <a:ext uri="{FF2B5EF4-FFF2-40B4-BE49-F238E27FC236}">
                <a16:creationId xmlns:a16="http://schemas.microsoft.com/office/drawing/2014/main" id="{D9E83D67-9765-4A0E-AEA4-45BE5EAC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83">
            <a:extLst xmlns:a="http://schemas.openxmlformats.org/drawingml/2006/main">
              <a:ext uri="{FF2B5EF4-FFF2-40B4-BE49-F238E27FC236}">
                <a16:creationId xmlns:a16="http://schemas.microsoft.com/office/drawing/2014/main" id="{FCE9D17D-133F-4303-91FD-1130211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4">
            <a:extLst xmlns:a="http://schemas.openxmlformats.org/drawingml/2006/main">
              <a:ext uri="{FF2B5EF4-FFF2-40B4-BE49-F238E27FC236}">
                <a16:creationId xmlns:a16="http://schemas.microsoft.com/office/drawing/2014/main" id="{E99144B9-322F-4ED5-8B9B-97FCF50E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5">
            <a:extLst xmlns:a="http://schemas.openxmlformats.org/drawingml/2006/main">
              <a:ext uri="{FF2B5EF4-FFF2-40B4-BE49-F238E27FC236}">
                <a16:creationId xmlns:a16="http://schemas.microsoft.com/office/drawing/2014/main" id="{FF7550C2-1754-46C4-ACED-81D503F4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86">
            <a:extLst xmlns:a="http://schemas.openxmlformats.org/drawingml/2006/main">
              <a:ext uri="{FF2B5EF4-FFF2-40B4-BE49-F238E27FC236}">
                <a16:creationId xmlns:a16="http://schemas.microsoft.com/office/drawing/2014/main" id="{E262F43B-8F6C-460C-9B9A-A8207335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87">
            <a:extLst xmlns:a="http://schemas.openxmlformats.org/drawingml/2006/main">
              <a:ext uri="{FF2B5EF4-FFF2-40B4-BE49-F238E27FC236}">
                <a16:creationId xmlns:a16="http://schemas.microsoft.com/office/drawing/2014/main" id="{23E3CA94-857D-40A2-B10A-1C33C664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8">
            <a:extLst xmlns:a="http://schemas.openxmlformats.org/drawingml/2006/main">
              <a:ext uri="{FF2B5EF4-FFF2-40B4-BE49-F238E27FC236}">
                <a16:creationId xmlns:a16="http://schemas.microsoft.com/office/drawing/2014/main" id="{1306CB17-AF7E-4077-96ED-2C8B3045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9">
            <a:extLst xmlns:a="http://schemas.openxmlformats.org/drawingml/2006/main">
              <a:ext uri="{FF2B5EF4-FFF2-40B4-BE49-F238E27FC236}">
                <a16:creationId xmlns:a16="http://schemas.microsoft.com/office/drawing/2014/main" id="{48D6B2AB-B23D-4B2B-A71D-69CB41AC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90">
            <a:extLst xmlns:a="http://schemas.openxmlformats.org/drawingml/2006/main">
              <a:ext uri="{FF2B5EF4-FFF2-40B4-BE49-F238E27FC236}">
                <a16:creationId xmlns:a16="http://schemas.microsoft.com/office/drawing/2014/main" id="{823C476D-D197-443D-AAE1-269EC30E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91">
            <a:extLst xmlns:a="http://schemas.openxmlformats.org/drawingml/2006/main">
              <a:ext uri="{FF2B5EF4-FFF2-40B4-BE49-F238E27FC236}">
                <a16:creationId xmlns:a16="http://schemas.microsoft.com/office/drawing/2014/main" id="{B783EBC8-BE42-4F41-909A-50CA54EB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2">
            <a:extLst xmlns:a="http://schemas.openxmlformats.org/drawingml/2006/main">
              <a:ext uri="{FF2B5EF4-FFF2-40B4-BE49-F238E27FC236}">
                <a16:creationId xmlns:a16="http://schemas.microsoft.com/office/drawing/2014/main" id="{53906C81-001B-4F68-9BA6-F01F66C6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3">
            <a:extLst xmlns:a="http://schemas.openxmlformats.org/drawingml/2006/main">
              <a:ext uri="{FF2B5EF4-FFF2-40B4-BE49-F238E27FC236}">
                <a16:creationId xmlns:a16="http://schemas.microsoft.com/office/drawing/2014/main" id="{294337A6-0514-4C50-B921-D87014D2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94">
            <a:extLst xmlns:a="http://schemas.openxmlformats.org/drawingml/2006/main">
              <a:ext uri="{FF2B5EF4-FFF2-40B4-BE49-F238E27FC236}">
                <a16:creationId xmlns:a16="http://schemas.microsoft.com/office/drawing/2014/main" id="{18E105D3-C3FB-49DE-9DE7-EE6BFCDB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666">
            <a:extLst xmlns:a="http://schemas.openxmlformats.org/drawingml/2006/main">
              <a:ext uri="{FF2B5EF4-FFF2-40B4-BE49-F238E27FC236}">
                <a16:creationId xmlns:a16="http://schemas.microsoft.com/office/drawing/2014/main" id="{70AF4622-74D1-439B-AE69-B6CD83D1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65433e412d4dd9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846c091b8644bb"/>
              </a:rPr>
              <a:t>會議紀錄 ↗</a:t>
            </a:r>
          </a:p>
        </p:txBody>
      </p:sp>
      <p:sp>
        <p:nvSpPr>
          <p:cNvPr id="23" name="shape-716">
            <a:extLst xmlns:a="http://schemas.openxmlformats.org/drawingml/2006/main">
              <a:ext uri="{FF2B5EF4-FFF2-40B4-BE49-F238E27FC236}">
                <a16:creationId xmlns:a16="http://schemas.microsoft.com/office/drawing/2014/main" id="{02A6C9A1-80D1-413C-981E-3BE19D23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4f475c52c425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717">
            <a:extLst xmlns:a="http://schemas.openxmlformats.org/drawingml/2006/main">
              <a:ext uri="{FF2B5EF4-FFF2-40B4-BE49-F238E27FC236}">
                <a16:creationId xmlns:a16="http://schemas.microsoft.com/office/drawing/2014/main" id="{E3EC7DAD-2BB9-44FA-8308-501C0550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9d964cf6a498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718">
            <a:extLst xmlns:a="http://schemas.openxmlformats.org/drawingml/2006/main">
              <a:ext uri="{FF2B5EF4-FFF2-40B4-BE49-F238E27FC236}">
                <a16:creationId xmlns:a16="http://schemas.microsoft.com/office/drawing/2014/main" id="{72469D36-EF41-47CF-BD20-F52E6624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27435033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5">
            <a:extLst xmlns:a="http://schemas.openxmlformats.org/drawingml/2006/main">
              <a:ext uri="{FF2B5EF4-FFF2-40B4-BE49-F238E27FC236}">
                <a16:creationId xmlns:a16="http://schemas.microsoft.com/office/drawing/2014/main" id="{DB0BE23B-E3ED-455D-9712-8CE58466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52D714-CA80-4089-8DCE-6414A362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4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7">
            <a:extLst xmlns:a="http://schemas.openxmlformats.org/drawingml/2006/main">
              <a:ext uri="{FF2B5EF4-FFF2-40B4-BE49-F238E27FC236}">
                <a16:creationId xmlns:a16="http://schemas.microsoft.com/office/drawing/2014/main" id="{A14B7E57-1C3D-4CF0-B0AF-92902FE5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8866C1-CC48-488F-844A-932F1846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8">
            <a:extLst xmlns:a="http://schemas.openxmlformats.org/drawingml/2006/main">
              <a:ext uri="{FF2B5EF4-FFF2-40B4-BE49-F238E27FC236}">
                <a16:creationId xmlns:a16="http://schemas.microsoft.com/office/drawing/2014/main" id="{24BA9236-98B5-4AF5-B744-9F98196D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9">
            <a:extLst xmlns:a="http://schemas.openxmlformats.org/drawingml/2006/main">
              <a:ext uri="{FF2B5EF4-FFF2-40B4-BE49-F238E27FC236}">
                <a16:creationId xmlns:a16="http://schemas.microsoft.com/office/drawing/2014/main" id="{53827048-6E1F-4510-8FA9-1A2F9460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00">
            <a:extLst xmlns:a="http://schemas.openxmlformats.org/drawingml/2006/main">
              <a:ext uri="{FF2B5EF4-FFF2-40B4-BE49-F238E27FC236}">
                <a16:creationId xmlns:a16="http://schemas.microsoft.com/office/drawing/2014/main" id="{B091A9DB-2628-4987-BBB3-74CBCC2A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01">
            <a:extLst xmlns:a="http://schemas.openxmlformats.org/drawingml/2006/main">
              <a:ext uri="{FF2B5EF4-FFF2-40B4-BE49-F238E27FC236}">
                <a16:creationId xmlns:a16="http://schemas.microsoft.com/office/drawing/2014/main" id="{748387CF-1A1B-460A-AAFC-AE5924F3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02">
            <a:extLst xmlns:a="http://schemas.openxmlformats.org/drawingml/2006/main">
              <a:ext uri="{FF2B5EF4-FFF2-40B4-BE49-F238E27FC236}">
                <a16:creationId xmlns:a16="http://schemas.microsoft.com/office/drawing/2014/main" id="{0111E307-82D5-4E89-A448-D6AD6006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03">
            <a:extLst xmlns:a="http://schemas.openxmlformats.org/drawingml/2006/main">
              <a:ext uri="{FF2B5EF4-FFF2-40B4-BE49-F238E27FC236}">
                <a16:creationId xmlns:a16="http://schemas.microsoft.com/office/drawing/2014/main" id="{461E860F-F3A6-4BC8-B28D-5E2F6EFE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04">
            <a:extLst xmlns:a="http://schemas.openxmlformats.org/drawingml/2006/main">
              <a:ext uri="{FF2B5EF4-FFF2-40B4-BE49-F238E27FC236}">
                <a16:creationId xmlns:a16="http://schemas.microsoft.com/office/drawing/2014/main" id="{77D9D30B-9197-4300-8EBC-DC8450B0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05">
            <a:extLst xmlns:a="http://schemas.openxmlformats.org/drawingml/2006/main">
              <a:ext uri="{FF2B5EF4-FFF2-40B4-BE49-F238E27FC236}">
                <a16:creationId xmlns:a16="http://schemas.microsoft.com/office/drawing/2014/main" id="{16B42F91-9B56-4FAB-BB21-F0D7B78A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06">
            <a:extLst xmlns:a="http://schemas.openxmlformats.org/drawingml/2006/main">
              <a:ext uri="{FF2B5EF4-FFF2-40B4-BE49-F238E27FC236}">
                <a16:creationId xmlns:a16="http://schemas.microsoft.com/office/drawing/2014/main" id="{91C0353E-2DE4-4CA7-B3E6-F93B4C4C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07">
            <a:extLst xmlns:a="http://schemas.openxmlformats.org/drawingml/2006/main">
              <a:ext uri="{FF2B5EF4-FFF2-40B4-BE49-F238E27FC236}">
                <a16:creationId xmlns:a16="http://schemas.microsoft.com/office/drawing/2014/main" id="{B642E333-F21B-46AF-8C39-31E07571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667">
            <a:extLst xmlns:a="http://schemas.openxmlformats.org/drawingml/2006/main">
              <a:ext uri="{FF2B5EF4-FFF2-40B4-BE49-F238E27FC236}">
                <a16:creationId xmlns:a16="http://schemas.microsoft.com/office/drawing/2014/main" id="{944C4C0E-77A6-4409-96C6-760F3520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cadb007c9842c0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c84f5519634b31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64d06e5edde4178"/>
              </a:rPr>
              <a:t>EZPage ↗</a:t>
            </a:r>
          </a:p>
        </p:txBody>
      </p:sp>
      <p:sp>
        <p:nvSpPr>
          <p:cNvPr id="19" name="shape-719">
            <a:extLst xmlns:a="http://schemas.openxmlformats.org/drawingml/2006/main">
              <a:ext uri="{FF2B5EF4-FFF2-40B4-BE49-F238E27FC236}">
                <a16:creationId xmlns:a16="http://schemas.microsoft.com/office/drawing/2014/main" id="{4C29A194-D7ED-4DCC-8E45-EDEC991C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95ef4fa7341c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720">
            <a:extLst xmlns:a="http://schemas.openxmlformats.org/drawingml/2006/main">
              <a:ext uri="{FF2B5EF4-FFF2-40B4-BE49-F238E27FC236}">
                <a16:creationId xmlns:a16="http://schemas.microsoft.com/office/drawing/2014/main" id="{C9A87DB6-0B73-4857-BC40-1132B63B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e2a9c894c48e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721">
            <a:extLst xmlns:a="http://schemas.openxmlformats.org/drawingml/2006/main">
              <a:ext uri="{FF2B5EF4-FFF2-40B4-BE49-F238E27FC236}">
                <a16:creationId xmlns:a16="http://schemas.microsoft.com/office/drawing/2014/main" id="{E278972D-7707-4B06-A17C-8D128FEF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7a8057757448b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722">
            <a:extLst xmlns:a="http://schemas.openxmlformats.org/drawingml/2006/main">
              <a:ext uri="{FF2B5EF4-FFF2-40B4-BE49-F238E27FC236}">
                <a16:creationId xmlns:a16="http://schemas.microsoft.com/office/drawing/2014/main" id="{374633CF-455F-4E57-BBC5-BCCF271A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24868678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508">
            <a:extLst xmlns:a="http://schemas.openxmlformats.org/drawingml/2006/main">
              <a:ext uri="{FF2B5EF4-FFF2-40B4-BE49-F238E27FC236}">
                <a16:creationId xmlns:a16="http://schemas.microsoft.com/office/drawing/2014/main" id="{9D8206EB-B253-4831-9B79-CF1FF8B3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B9A838-C29F-4539-98B5-1D1EF7871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B17AB250-3D3A-4F75-A362-C6696577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D3D40A-1B85-4077-9C9A-CEAA2DD8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11">
            <a:extLst xmlns:a="http://schemas.openxmlformats.org/drawingml/2006/main">
              <a:ext uri="{FF2B5EF4-FFF2-40B4-BE49-F238E27FC236}">
                <a16:creationId xmlns:a16="http://schemas.microsoft.com/office/drawing/2014/main" id="{EC315B4A-535E-4DF1-BA62-16B6D0BB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12">
            <a:extLst xmlns:a="http://schemas.openxmlformats.org/drawingml/2006/main">
              <a:ext uri="{FF2B5EF4-FFF2-40B4-BE49-F238E27FC236}">
                <a16:creationId xmlns:a16="http://schemas.microsoft.com/office/drawing/2014/main" id="{9DBB2A63-941C-484A-A5E2-75E472B8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13">
            <a:extLst xmlns:a="http://schemas.openxmlformats.org/drawingml/2006/main">
              <a:ext uri="{FF2B5EF4-FFF2-40B4-BE49-F238E27FC236}">
                <a16:creationId xmlns:a16="http://schemas.microsoft.com/office/drawing/2014/main" id="{C3E1D1B8-0073-45A1-910B-67115FC6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14">
            <a:extLst xmlns:a="http://schemas.openxmlformats.org/drawingml/2006/main">
              <a:ext uri="{FF2B5EF4-FFF2-40B4-BE49-F238E27FC236}">
                <a16:creationId xmlns:a16="http://schemas.microsoft.com/office/drawing/2014/main" id="{0FDAF134-88DA-4DDE-AFE7-A600EF73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515">
            <a:extLst xmlns:a="http://schemas.openxmlformats.org/drawingml/2006/main">
              <a:ext uri="{FF2B5EF4-FFF2-40B4-BE49-F238E27FC236}">
                <a16:creationId xmlns:a16="http://schemas.microsoft.com/office/drawing/2014/main" id="{73F3BF24-010A-4957-B763-85A7DF01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516">
            <a:extLst xmlns:a="http://schemas.openxmlformats.org/drawingml/2006/main">
              <a:ext uri="{FF2B5EF4-FFF2-40B4-BE49-F238E27FC236}">
                <a16:creationId xmlns:a16="http://schemas.microsoft.com/office/drawing/2014/main" id="{D001B257-EB79-4BE9-A55D-5B3B6260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7">
            <a:extLst xmlns:a="http://schemas.openxmlformats.org/drawingml/2006/main">
              <a:ext uri="{FF2B5EF4-FFF2-40B4-BE49-F238E27FC236}">
                <a16:creationId xmlns:a16="http://schemas.microsoft.com/office/drawing/2014/main" id="{08155AC6-18F4-4AAC-95E3-3B0BB8BF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18">
            <a:extLst xmlns:a="http://schemas.openxmlformats.org/drawingml/2006/main">
              <a:ext uri="{FF2B5EF4-FFF2-40B4-BE49-F238E27FC236}">
                <a16:creationId xmlns:a16="http://schemas.microsoft.com/office/drawing/2014/main" id="{ED6CA2CA-F928-4071-B18E-16F5AF92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9">
            <a:extLst xmlns:a="http://schemas.openxmlformats.org/drawingml/2006/main">
              <a:ext uri="{FF2B5EF4-FFF2-40B4-BE49-F238E27FC236}">
                <a16:creationId xmlns:a16="http://schemas.microsoft.com/office/drawing/2014/main" id="{A51324DC-A616-4A17-B672-8A7C4843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20">
            <a:extLst xmlns:a="http://schemas.openxmlformats.org/drawingml/2006/main">
              <a:ext uri="{FF2B5EF4-FFF2-40B4-BE49-F238E27FC236}">
                <a16:creationId xmlns:a16="http://schemas.microsoft.com/office/drawing/2014/main" id="{9EBB5FEF-4E19-4BF9-8F55-FD8E7F56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521">
            <a:extLst xmlns:a="http://schemas.openxmlformats.org/drawingml/2006/main">
              <a:ext uri="{FF2B5EF4-FFF2-40B4-BE49-F238E27FC236}">
                <a16:creationId xmlns:a16="http://schemas.microsoft.com/office/drawing/2014/main" id="{67F6885A-C5C6-450E-81E5-746B47B7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522">
            <a:extLst xmlns:a="http://schemas.openxmlformats.org/drawingml/2006/main">
              <a:ext uri="{FF2B5EF4-FFF2-40B4-BE49-F238E27FC236}">
                <a16:creationId xmlns:a16="http://schemas.microsoft.com/office/drawing/2014/main" id="{088D784E-5F30-4D28-A768-06BBCA2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23">
            <a:extLst xmlns:a="http://schemas.openxmlformats.org/drawingml/2006/main">
              <a:ext uri="{FF2B5EF4-FFF2-40B4-BE49-F238E27FC236}">
                <a16:creationId xmlns:a16="http://schemas.microsoft.com/office/drawing/2014/main" id="{93E20666-AF8B-46C4-BB3D-D6EB3E87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24">
            <a:extLst xmlns:a="http://schemas.openxmlformats.org/drawingml/2006/main">
              <a:ext uri="{FF2B5EF4-FFF2-40B4-BE49-F238E27FC236}">
                <a16:creationId xmlns:a16="http://schemas.microsoft.com/office/drawing/2014/main" id="{3E7EF1B3-0315-4325-A892-752D55CD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5">
            <a:extLst xmlns:a="http://schemas.openxmlformats.org/drawingml/2006/main">
              <a:ext uri="{FF2B5EF4-FFF2-40B4-BE49-F238E27FC236}">
                <a16:creationId xmlns:a16="http://schemas.microsoft.com/office/drawing/2014/main" id="{11C5502E-2EF4-425B-A231-7AD650BC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6">
            <a:extLst xmlns:a="http://schemas.openxmlformats.org/drawingml/2006/main">
              <a:ext uri="{FF2B5EF4-FFF2-40B4-BE49-F238E27FC236}">
                <a16:creationId xmlns:a16="http://schemas.microsoft.com/office/drawing/2014/main" id="{D37535A4-0421-4D62-896D-6278726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527">
            <a:extLst xmlns:a="http://schemas.openxmlformats.org/drawingml/2006/main">
              <a:ext uri="{FF2B5EF4-FFF2-40B4-BE49-F238E27FC236}">
                <a16:creationId xmlns:a16="http://schemas.microsoft.com/office/drawing/2014/main" id="{12B7EB18-F748-4D4F-A0C0-3572B78D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528">
            <a:extLst xmlns:a="http://schemas.openxmlformats.org/drawingml/2006/main">
              <a:ext uri="{FF2B5EF4-FFF2-40B4-BE49-F238E27FC236}">
                <a16:creationId xmlns:a16="http://schemas.microsoft.com/office/drawing/2014/main" id="{3F1AFED2-4651-47AA-87D6-FC71C37E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9">
            <a:extLst xmlns:a="http://schemas.openxmlformats.org/drawingml/2006/main">
              <a:ext uri="{FF2B5EF4-FFF2-40B4-BE49-F238E27FC236}">
                <a16:creationId xmlns:a16="http://schemas.microsoft.com/office/drawing/2014/main" id="{6AEFEF99-D9C9-4406-8B6B-830DEF84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30">
            <a:extLst xmlns:a="http://schemas.openxmlformats.org/drawingml/2006/main">
              <a:ext uri="{FF2B5EF4-FFF2-40B4-BE49-F238E27FC236}">
                <a16:creationId xmlns:a16="http://schemas.microsoft.com/office/drawing/2014/main" id="{46217AE0-8698-4ED7-BB12-2A413C9B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31">
            <a:extLst xmlns:a="http://schemas.openxmlformats.org/drawingml/2006/main">
              <a:ext uri="{FF2B5EF4-FFF2-40B4-BE49-F238E27FC236}">
                <a16:creationId xmlns:a16="http://schemas.microsoft.com/office/drawing/2014/main" id="{9928E88E-FC07-4B2F-9E70-DF3FBFD6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32">
            <a:extLst xmlns:a="http://schemas.openxmlformats.org/drawingml/2006/main">
              <a:ext uri="{FF2B5EF4-FFF2-40B4-BE49-F238E27FC236}">
                <a16:creationId xmlns:a16="http://schemas.microsoft.com/office/drawing/2014/main" id="{10A2A739-4D03-4924-802B-F776D17D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533">
            <a:extLst xmlns:a="http://schemas.openxmlformats.org/drawingml/2006/main">
              <a:ext uri="{FF2B5EF4-FFF2-40B4-BE49-F238E27FC236}">
                <a16:creationId xmlns:a16="http://schemas.microsoft.com/office/drawing/2014/main" id="{BB7A7949-BA86-4D62-A45E-B59382C9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534">
            <a:extLst xmlns:a="http://schemas.openxmlformats.org/drawingml/2006/main">
              <a:ext uri="{FF2B5EF4-FFF2-40B4-BE49-F238E27FC236}">
                <a16:creationId xmlns:a16="http://schemas.microsoft.com/office/drawing/2014/main" id="{3A4C9189-1E8B-4CE2-8D10-0AFCCDBE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69">
            <a:extLst xmlns:a="http://schemas.openxmlformats.org/drawingml/2006/main">
              <a:ext uri="{FF2B5EF4-FFF2-40B4-BE49-F238E27FC236}">
                <a16:creationId xmlns:a16="http://schemas.microsoft.com/office/drawing/2014/main" id="{4B47B2F7-9A39-47F6-A718-B253010F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29e6d9650b43aa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3197f7d96e43d9"/>
              </a:rPr>
              <a:t>會議報告站 ↗</a:t>
            </a:r>
          </a:p>
        </p:txBody>
      </p:sp>
      <p:sp>
        <p:nvSpPr>
          <p:cNvPr id="31" name="shape-727">
            <a:extLst xmlns:a="http://schemas.openxmlformats.org/drawingml/2006/main">
              <a:ext uri="{FF2B5EF4-FFF2-40B4-BE49-F238E27FC236}">
                <a16:creationId xmlns:a16="http://schemas.microsoft.com/office/drawing/2014/main" id="{E63993CD-26C6-461F-B209-387C2F09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9ba7b29274f7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728">
            <a:extLst xmlns:a="http://schemas.openxmlformats.org/drawingml/2006/main">
              <a:ext uri="{FF2B5EF4-FFF2-40B4-BE49-F238E27FC236}">
                <a16:creationId xmlns:a16="http://schemas.microsoft.com/office/drawing/2014/main" id="{A4499D0B-7956-484E-B30C-0F944939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0837538d14c8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729">
            <a:extLst xmlns:a="http://schemas.openxmlformats.org/drawingml/2006/main">
              <a:ext uri="{FF2B5EF4-FFF2-40B4-BE49-F238E27FC236}">
                <a16:creationId xmlns:a16="http://schemas.microsoft.com/office/drawing/2014/main" id="{BE60B641-3F3A-4A82-99EF-76676BF0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103092401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35">
            <a:extLst xmlns:a="http://schemas.openxmlformats.org/drawingml/2006/main">
              <a:ext uri="{FF2B5EF4-FFF2-40B4-BE49-F238E27FC236}">
                <a16:creationId xmlns:a16="http://schemas.microsoft.com/office/drawing/2014/main" id="{D1505855-5311-4804-A463-5753A6D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47E9FC-08BA-45AE-9989-7EFE916C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7">
            <a:extLst xmlns:a="http://schemas.openxmlformats.org/drawingml/2006/main">
              <a:ext uri="{FF2B5EF4-FFF2-40B4-BE49-F238E27FC236}">
                <a16:creationId xmlns:a16="http://schemas.microsoft.com/office/drawing/2014/main" id="{0C6EED2E-284B-4161-BFC8-19FF9733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3B2368-7939-4713-B12E-A92CD98E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38">
            <a:extLst xmlns:a="http://schemas.openxmlformats.org/drawingml/2006/main">
              <a:ext uri="{FF2B5EF4-FFF2-40B4-BE49-F238E27FC236}">
                <a16:creationId xmlns:a16="http://schemas.microsoft.com/office/drawing/2014/main" id="{A35B49F4-798C-4672-AF53-FDF7B81A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39">
            <a:extLst xmlns:a="http://schemas.openxmlformats.org/drawingml/2006/main">
              <a:ext uri="{FF2B5EF4-FFF2-40B4-BE49-F238E27FC236}">
                <a16:creationId xmlns:a16="http://schemas.microsoft.com/office/drawing/2014/main" id="{26F42A86-EBDA-4510-8107-00FC080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40">
            <a:extLst xmlns:a="http://schemas.openxmlformats.org/drawingml/2006/main">
              <a:ext uri="{FF2B5EF4-FFF2-40B4-BE49-F238E27FC236}">
                <a16:creationId xmlns:a16="http://schemas.microsoft.com/office/drawing/2014/main" id="{7A50846C-CB09-477B-BBF4-298812CA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1">
            <a:extLst xmlns:a="http://schemas.openxmlformats.org/drawingml/2006/main">
              <a:ext uri="{FF2B5EF4-FFF2-40B4-BE49-F238E27FC236}">
                <a16:creationId xmlns:a16="http://schemas.microsoft.com/office/drawing/2014/main" id="{684B2C9D-B32F-408F-882D-1C3F112F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542">
            <a:extLst xmlns:a="http://schemas.openxmlformats.org/drawingml/2006/main">
              <a:ext uri="{FF2B5EF4-FFF2-40B4-BE49-F238E27FC236}">
                <a16:creationId xmlns:a16="http://schemas.microsoft.com/office/drawing/2014/main" id="{36957E06-5997-4BA4-B444-0A2BEC79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543">
            <a:extLst xmlns:a="http://schemas.openxmlformats.org/drawingml/2006/main">
              <a:ext uri="{FF2B5EF4-FFF2-40B4-BE49-F238E27FC236}">
                <a16:creationId xmlns:a16="http://schemas.microsoft.com/office/drawing/2014/main" id="{98731242-BED9-4AE6-A57B-F1C7810F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44">
            <a:extLst xmlns:a="http://schemas.openxmlformats.org/drawingml/2006/main">
              <a:ext uri="{FF2B5EF4-FFF2-40B4-BE49-F238E27FC236}">
                <a16:creationId xmlns:a16="http://schemas.microsoft.com/office/drawing/2014/main" id="{7F901F01-8E61-42F5-BF23-EC2825DF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45">
            <a:extLst xmlns:a="http://schemas.openxmlformats.org/drawingml/2006/main">
              <a:ext uri="{FF2B5EF4-FFF2-40B4-BE49-F238E27FC236}">
                <a16:creationId xmlns:a16="http://schemas.microsoft.com/office/drawing/2014/main" id="{753038A7-95CE-4A51-85AC-4AF7065F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46">
            <a:extLst xmlns:a="http://schemas.openxmlformats.org/drawingml/2006/main">
              <a:ext uri="{FF2B5EF4-FFF2-40B4-BE49-F238E27FC236}">
                <a16:creationId xmlns:a16="http://schemas.microsoft.com/office/drawing/2014/main" id="{20D208C2-14C3-46BF-A1C1-32BA5C33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47">
            <a:extLst xmlns:a="http://schemas.openxmlformats.org/drawingml/2006/main">
              <a:ext uri="{FF2B5EF4-FFF2-40B4-BE49-F238E27FC236}">
                <a16:creationId xmlns:a16="http://schemas.microsoft.com/office/drawing/2014/main" id="{0C897465-AE72-4AAB-B6AD-E662F5C2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548">
            <a:extLst xmlns:a="http://schemas.openxmlformats.org/drawingml/2006/main">
              <a:ext uri="{FF2B5EF4-FFF2-40B4-BE49-F238E27FC236}">
                <a16:creationId xmlns:a16="http://schemas.microsoft.com/office/drawing/2014/main" id="{990BF133-F1B8-4D5E-AF8D-E901A476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549">
            <a:extLst xmlns:a="http://schemas.openxmlformats.org/drawingml/2006/main">
              <a:ext uri="{FF2B5EF4-FFF2-40B4-BE49-F238E27FC236}">
                <a16:creationId xmlns:a16="http://schemas.microsoft.com/office/drawing/2014/main" id="{A465DA27-F3E5-4876-937D-DD892801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50">
            <a:extLst xmlns:a="http://schemas.openxmlformats.org/drawingml/2006/main">
              <a:ext uri="{FF2B5EF4-FFF2-40B4-BE49-F238E27FC236}">
                <a16:creationId xmlns:a16="http://schemas.microsoft.com/office/drawing/2014/main" id="{905BA8E5-9562-48DF-9515-5E22B952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51">
            <a:extLst xmlns:a="http://schemas.openxmlformats.org/drawingml/2006/main">
              <a:ext uri="{FF2B5EF4-FFF2-40B4-BE49-F238E27FC236}">
                <a16:creationId xmlns:a16="http://schemas.microsoft.com/office/drawing/2014/main" id="{3DA81EBF-A8DF-41D5-A233-F658A6A2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52">
            <a:extLst xmlns:a="http://schemas.openxmlformats.org/drawingml/2006/main">
              <a:ext uri="{FF2B5EF4-FFF2-40B4-BE49-F238E27FC236}">
                <a16:creationId xmlns:a16="http://schemas.microsoft.com/office/drawing/2014/main" id="{A214F3B7-B44C-4726-B236-B472543C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53">
            <a:extLst xmlns:a="http://schemas.openxmlformats.org/drawingml/2006/main">
              <a:ext uri="{FF2B5EF4-FFF2-40B4-BE49-F238E27FC236}">
                <a16:creationId xmlns:a16="http://schemas.microsoft.com/office/drawing/2014/main" id="{EBAAF10E-6338-4840-B13B-427F7C5A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554">
            <a:extLst xmlns:a="http://schemas.openxmlformats.org/drawingml/2006/main">
              <a:ext uri="{FF2B5EF4-FFF2-40B4-BE49-F238E27FC236}">
                <a16:creationId xmlns:a16="http://schemas.microsoft.com/office/drawing/2014/main" id="{2E53BF47-8BDF-43F7-9129-3AAE473A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555">
            <a:extLst xmlns:a="http://schemas.openxmlformats.org/drawingml/2006/main">
              <a:ext uri="{FF2B5EF4-FFF2-40B4-BE49-F238E27FC236}">
                <a16:creationId xmlns:a16="http://schemas.microsoft.com/office/drawing/2014/main" id="{3FE2ADD4-26D1-4436-BAB8-A4307B0C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56">
            <a:extLst xmlns:a="http://schemas.openxmlformats.org/drawingml/2006/main">
              <a:ext uri="{FF2B5EF4-FFF2-40B4-BE49-F238E27FC236}">
                <a16:creationId xmlns:a16="http://schemas.microsoft.com/office/drawing/2014/main" id="{0CF11E2F-C918-422F-9937-EE08638C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57">
            <a:extLst xmlns:a="http://schemas.openxmlformats.org/drawingml/2006/main">
              <a:ext uri="{FF2B5EF4-FFF2-40B4-BE49-F238E27FC236}">
                <a16:creationId xmlns:a16="http://schemas.microsoft.com/office/drawing/2014/main" id="{C8C96E2A-6514-40DC-BE5D-E27BD327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58">
            <a:extLst xmlns:a="http://schemas.openxmlformats.org/drawingml/2006/main">
              <a:ext uri="{FF2B5EF4-FFF2-40B4-BE49-F238E27FC236}">
                <a16:creationId xmlns:a16="http://schemas.microsoft.com/office/drawing/2014/main" id="{80427719-8217-4440-A9E5-D27CC483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59">
            <a:extLst xmlns:a="http://schemas.openxmlformats.org/drawingml/2006/main">
              <a:ext uri="{FF2B5EF4-FFF2-40B4-BE49-F238E27FC236}">
                <a16:creationId xmlns:a16="http://schemas.microsoft.com/office/drawing/2014/main" id="{43292E94-9CB9-4E32-A464-F1AA6FE9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560">
            <a:extLst xmlns:a="http://schemas.openxmlformats.org/drawingml/2006/main">
              <a:ext uri="{FF2B5EF4-FFF2-40B4-BE49-F238E27FC236}">
                <a16:creationId xmlns:a16="http://schemas.microsoft.com/office/drawing/2014/main" id="{C6802C89-9CC4-4229-953F-5C2631A0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561">
            <a:extLst xmlns:a="http://schemas.openxmlformats.org/drawingml/2006/main">
              <a:ext uri="{FF2B5EF4-FFF2-40B4-BE49-F238E27FC236}">
                <a16:creationId xmlns:a16="http://schemas.microsoft.com/office/drawing/2014/main" id="{B3316800-96FA-4A5D-9639-ED688A71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562">
            <a:extLst xmlns:a="http://schemas.openxmlformats.org/drawingml/2006/main">
              <a:ext uri="{FF2B5EF4-FFF2-40B4-BE49-F238E27FC236}">
                <a16:creationId xmlns:a16="http://schemas.microsoft.com/office/drawing/2014/main" id="{2AC89293-B5EA-4D2F-843B-DFA76913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text-563">
            <a:extLst xmlns:a="http://schemas.openxmlformats.org/drawingml/2006/main">
              <a:ext uri="{FF2B5EF4-FFF2-40B4-BE49-F238E27FC236}">
                <a16:creationId xmlns:a16="http://schemas.microsoft.com/office/drawing/2014/main" id="{69B5B984-29DC-484F-9449-372F7C5D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564">
            <a:extLst xmlns:a="http://schemas.openxmlformats.org/drawingml/2006/main">
              <a:ext uri="{FF2B5EF4-FFF2-40B4-BE49-F238E27FC236}">
                <a16:creationId xmlns:a16="http://schemas.microsoft.com/office/drawing/2014/main" id="{B247F001-800E-489A-AE7F-09E81AB7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565">
            <a:extLst xmlns:a="http://schemas.openxmlformats.org/drawingml/2006/main">
              <a:ext uri="{FF2B5EF4-FFF2-40B4-BE49-F238E27FC236}">
                <a16:creationId xmlns:a16="http://schemas.microsoft.com/office/drawing/2014/main" id="{9562AF83-7E48-4976-9E83-CCCAD3A1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670">
            <a:extLst xmlns:a="http://schemas.openxmlformats.org/drawingml/2006/main">
              <a:ext uri="{FF2B5EF4-FFF2-40B4-BE49-F238E27FC236}">
                <a16:creationId xmlns:a16="http://schemas.microsoft.com/office/drawing/2014/main" id="{D7345177-88D7-4281-B684-0CF6BDD5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73570e51ba47a8"/>
              </a:rPr>
              <a:t>開啟 GitHub Pages ↗</a:t>
            </a:r>
          </a:p>
        </p:txBody>
      </p:sp>
      <p:sp>
        <p:nvSpPr>
          <p:cNvPr id="35" name="shape-730">
            <a:extLst xmlns:a="http://schemas.openxmlformats.org/drawingml/2006/main">
              <a:ext uri="{FF2B5EF4-FFF2-40B4-BE49-F238E27FC236}">
                <a16:creationId xmlns:a16="http://schemas.microsoft.com/office/drawing/2014/main" id="{FEA5A373-B82F-41D5-B69E-9F638610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389d1bac9468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731">
            <a:extLst xmlns:a="http://schemas.openxmlformats.org/drawingml/2006/main">
              <a:ext uri="{FF2B5EF4-FFF2-40B4-BE49-F238E27FC236}">
                <a16:creationId xmlns:a16="http://schemas.microsoft.com/office/drawing/2014/main" id="{DEEA2FBE-0969-4739-9AEC-518807DA5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475879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566">
            <a:extLst xmlns:a="http://schemas.openxmlformats.org/drawingml/2006/main">
              <a:ext uri="{FF2B5EF4-FFF2-40B4-BE49-F238E27FC236}">
                <a16:creationId xmlns:a16="http://schemas.microsoft.com/office/drawing/2014/main" id="{47D7125F-41F4-42BD-A88A-EE780F61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37AEE3-4F35-412B-986C-FDDCDFAA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5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8">
            <a:extLst xmlns:a="http://schemas.openxmlformats.org/drawingml/2006/main">
              <a:ext uri="{FF2B5EF4-FFF2-40B4-BE49-F238E27FC236}">
                <a16:creationId xmlns:a16="http://schemas.microsoft.com/office/drawing/2014/main" id="{320C96F5-5471-4F06-894A-F3168549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79F0E9-2A95-4DB8-8596-91B56E1F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9">
            <a:extLst xmlns:a="http://schemas.openxmlformats.org/drawingml/2006/main">
              <a:ext uri="{FF2B5EF4-FFF2-40B4-BE49-F238E27FC236}">
                <a16:creationId xmlns:a16="http://schemas.microsoft.com/office/drawing/2014/main" id="{F92E72E5-4EAD-4590-B5B9-7106EF94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70">
            <a:extLst xmlns:a="http://schemas.openxmlformats.org/drawingml/2006/main">
              <a:ext uri="{FF2B5EF4-FFF2-40B4-BE49-F238E27FC236}">
                <a16:creationId xmlns:a16="http://schemas.microsoft.com/office/drawing/2014/main" id="{CF11061A-9373-4F53-AA9F-68BF40BE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71">
            <a:extLst xmlns:a="http://schemas.openxmlformats.org/drawingml/2006/main">
              <a:ext uri="{FF2B5EF4-FFF2-40B4-BE49-F238E27FC236}">
                <a16:creationId xmlns:a16="http://schemas.microsoft.com/office/drawing/2014/main" id="{BBFEBC9D-B572-4C1D-883F-20E9C382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72">
            <a:extLst xmlns:a="http://schemas.openxmlformats.org/drawingml/2006/main">
              <a:ext uri="{FF2B5EF4-FFF2-40B4-BE49-F238E27FC236}">
                <a16:creationId xmlns:a16="http://schemas.microsoft.com/office/drawing/2014/main" id="{2E864EB9-236C-4752-BE33-B7FE4067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573">
            <a:extLst xmlns:a="http://schemas.openxmlformats.org/drawingml/2006/main">
              <a:ext uri="{FF2B5EF4-FFF2-40B4-BE49-F238E27FC236}">
                <a16:creationId xmlns:a16="http://schemas.microsoft.com/office/drawing/2014/main" id="{9EF72A6C-C24C-4BBE-9D3F-3D8A9867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574">
            <a:extLst xmlns:a="http://schemas.openxmlformats.org/drawingml/2006/main">
              <a:ext uri="{FF2B5EF4-FFF2-40B4-BE49-F238E27FC236}">
                <a16:creationId xmlns:a16="http://schemas.microsoft.com/office/drawing/2014/main" id="{B62CC6B0-63D2-4224-A4AF-09330D4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75">
            <a:extLst xmlns:a="http://schemas.openxmlformats.org/drawingml/2006/main">
              <a:ext uri="{FF2B5EF4-FFF2-40B4-BE49-F238E27FC236}">
                <a16:creationId xmlns:a16="http://schemas.microsoft.com/office/drawing/2014/main" id="{7729184E-6584-45C6-80E7-B13755CD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76">
            <a:extLst xmlns:a="http://schemas.openxmlformats.org/drawingml/2006/main">
              <a:ext uri="{FF2B5EF4-FFF2-40B4-BE49-F238E27FC236}">
                <a16:creationId xmlns:a16="http://schemas.microsoft.com/office/drawing/2014/main" id="{B9FF04C4-4FC2-41D9-B413-03262039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77">
            <a:extLst xmlns:a="http://schemas.openxmlformats.org/drawingml/2006/main">
              <a:ext uri="{FF2B5EF4-FFF2-40B4-BE49-F238E27FC236}">
                <a16:creationId xmlns:a16="http://schemas.microsoft.com/office/drawing/2014/main" id="{677F1007-5C9C-4894-9DBB-831EFD70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78">
            <a:extLst xmlns:a="http://schemas.openxmlformats.org/drawingml/2006/main">
              <a:ext uri="{FF2B5EF4-FFF2-40B4-BE49-F238E27FC236}">
                <a16:creationId xmlns:a16="http://schemas.microsoft.com/office/drawing/2014/main" id="{D4166229-717C-4808-B50F-3A8315E1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579">
            <a:extLst xmlns:a="http://schemas.openxmlformats.org/drawingml/2006/main">
              <a:ext uri="{FF2B5EF4-FFF2-40B4-BE49-F238E27FC236}">
                <a16:creationId xmlns:a16="http://schemas.microsoft.com/office/drawing/2014/main" id="{C1620F03-2786-43C3-97DC-647A00A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580">
            <a:extLst xmlns:a="http://schemas.openxmlformats.org/drawingml/2006/main">
              <a:ext uri="{FF2B5EF4-FFF2-40B4-BE49-F238E27FC236}">
                <a16:creationId xmlns:a16="http://schemas.microsoft.com/office/drawing/2014/main" id="{A839CE27-CA48-451D-8AC2-7C20D1DE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81">
            <a:extLst xmlns:a="http://schemas.openxmlformats.org/drawingml/2006/main">
              <a:ext uri="{FF2B5EF4-FFF2-40B4-BE49-F238E27FC236}">
                <a16:creationId xmlns:a16="http://schemas.microsoft.com/office/drawing/2014/main" id="{13DFFC9C-2E10-4E35-9098-331136CF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82">
            <a:extLst xmlns:a="http://schemas.openxmlformats.org/drawingml/2006/main">
              <a:ext uri="{FF2B5EF4-FFF2-40B4-BE49-F238E27FC236}">
                <a16:creationId xmlns:a16="http://schemas.microsoft.com/office/drawing/2014/main" id="{EE642A58-7FA9-4FF0-94F3-5649D4A5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83">
            <a:extLst xmlns:a="http://schemas.openxmlformats.org/drawingml/2006/main">
              <a:ext uri="{FF2B5EF4-FFF2-40B4-BE49-F238E27FC236}">
                <a16:creationId xmlns:a16="http://schemas.microsoft.com/office/drawing/2014/main" id="{2ADE35FB-3E46-4B34-895B-D142D5E0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84">
            <a:extLst xmlns:a="http://schemas.openxmlformats.org/drawingml/2006/main">
              <a:ext uri="{FF2B5EF4-FFF2-40B4-BE49-F238E27FC236}">
                <a16:creationId xmlns:a16="http://schemas.microsoft.com/office/drawing/2014/main" id="{582A99B7-BCDD-48A5-91EE-F4844B41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585">
            <a:extLst xmlns:a="http://schemas.openxmlformats.org/drawingml/2006/main">
              <a:ext uri="{FF2B5EF4-FFF2-40B4-BE49-F238E27FC236}">
                <a16:creationId xmlns:a16="http://schemas.microsoft.com/office/drawing/2014/main" id="{059CA321-D02C-4416-A749-262C6518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586">
            <a:extLst xmlns:a="http://schemas.openxmlformats.org/drawingml/2006/main">
              <a:ext uri="{FF2B5EF4-FFF2-40B4-BE49-F238E27FC236}">
                <a16:creationId xmlns:a16="http://schemas.microsoft.com/office/drawing/2014/main" id="{CACB7796-AF42-45C4-8B01-009E610B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87">
            <a:extLst xmlns:a="http://schemas.openxmlformats.org/drawingml/2006/main">
              <a:ext uri="{FF2B5EF4-FFF2-40B4-BE49-F238E27FC236}">
                <a16:creationId xmlns:a16="http://schemas.microsoft.com/office/drawing/2014/main" id="{F7A2D9C1-943A-4649-A436-030A733F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88">
            <a:extLst xmlns:a="http://schemas.openxmlformats.org/drawingml/2006/main">
              <a:ext uri="{FF2B5EF4-FFF2-40B4-BE49-F238E27FC236}">
                <a16:creationId xmlns:a16="http://schemas.microsoft.com/office/drawing/2014/main" id="{A4D95BE9-450F-43D6-98CB-858271D9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89">
            <a:extLst xmlns:a="http://schemas.openxmlformats.org/drawingml/2006/main">
              <a:ext uri="{FF2B5EF4-FFF2-40B4-BE49-F238E27FC236}">
                <a16:creationId xmlns:a16="http://schemas.microsoft.com/office/drawing/2014/main" id="{5FFAA8E2-D978-4674-9208-5F7E3EB8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90">
            <a:extLst xmlns:a="http://schemas.openxmlformats.org/drawingml/2006/main">
              <a:ext uri="{FF2B5EF4-FFF2-40B4-BE49-F238E27FC236}">
                <a16:creationId xmlns:a16="http://schemas.microsoft.com/office/drawing/2014/main" id="{79BEA38A-7F2D-4FF2-A487-96DF5413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591">
            <a:extLst xmlns:a="http://schemas.openxmlformats.org/drawingml/2006/main">
              <a:ext uri="{FF2B5EF4-FFF2-40B4-BE49-F238E27FC236}">
                <a16:creationId xmlns:a16="http://schemas.microsoft.com/office/drawing/2014/main" id="{06F02FB0-3A49-41ED-B682-5AECA435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592">
            <a:extLst xmlns:a="http://schemas.openxmlformats.org/drawingml/2006/main">
              <a:ext uri="{FF2B5EF4-FFF2-40B4-BE49-F238E27FC236}">
                <a16:creationId xmlns:a16="http://schemas.microsoft.com/office/drawing/2014/main" id="{0678D00F-3657-4264-8912-53AC5E63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593">
            <a:extLst xmlns:a="http://schemas.openxmlformats.org/drawingml/2006/main">
              <a:ext uri="{FF2B5EF4-FFF2-40B4-BE49-F238E27FC236}">
                <a16:creationId xmlns:a16="http://schemas.microsoft.com/office/drawing/2014/main" id="{7251B6DA-B25C-42DE-B967-025A9A51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594">
            <a:extLst xmlns:a="http://schemas.openxmlformats.org/drawingml/2006/main">
              <a:ext uri="{FF2B5EF4-FFF2-40B4-BE49-F238E27FC236}">
                <a16:creationId xmlns:a16="http://schemas.microsoft.com/office/drawing/2014/main" id="{F45C91FF-BD9C-4E2F-A479-415C88FF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595">
            <a:extLst xmlns:a="http://schemas.openxmlformats.org/drawingml/2006/main">
              <a:ext uri="{FF2B5EF4-FFF2-40B4-BE49-F238E27FC236}">
                <a16:creationId xmlns:a16="http://schemas.microsoft.com/office/drawing/2014/main" id="{F33E23DB-8EF0-4552-9655-0E1BE02D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596">
            <a:extLst xmlns:a="http://schemas.openxmlformats.org/drawingml/2006/main">
              <a:ext uri="{FF2B5EF4-FFF2-40B4-BE49-F238E27FC236}">
                <a16:creationId xmlns:a16="http://schemas.microsoft.com/office/drawing/2014/main" id="{4607E23D-476A-4F78-9460-CA8A30D8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671">
            <a:extLst xmlns:a="http://schemas.openxmlformats.org/drawingml/2006/main">
              <a:ext uri="{FF2B5EF4-FFF2-40B4-BE49-F238E27FC236}">
                <a16:creationId xmlns:a16="http://schemas.microsoft.com/office/drawing/2014/main" id="{C7F4C41F-30D5-4D9D-890E-950C0078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19f4e38bbe4bdc"/>
              </a:rPr>
              <a:t>開啟 EZPage ↗</a:t>
            </a:r>
          </a:p>
        </p:txBody>
      </p:sp>
      <p:sp>
        <p:nvSpPr>
          <p:cNvPr id="38" name="shape-732">
            <a:extLst xmlns:a="http://schemas.openxmlformats.org/drawingml/2006/main">
              <a:ext uri="{FF2B5EF4-FFF2-40B4-BE49-F238E27FC236}">
                <a16:creationId xmlns:a16="http://schemas.microsoft.com/office/drawing/2014/main" id="{A27E8727-8B6A-4EF5-989D-87A11BEC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b296f1183409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733">
            <a:extLst xmlns:a="http://schemas.openxmlformats.org/drawingml/2006/main">
              <a:ext uri="{FF2B5EF4-FFF2-40B4-BE49-F238E27FC236}">
                <a16:creationId xmlns:a16="http://schemas.microsoft.com/office/drawing/2014/main" id="{A5F6674E-85EC-4454-B162-614A7A79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9770606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97">
            <a:extLst xmlns:a="http://schemas.openxmlformats.org/drawingml/2006/main">
              <a:ext uri="{FF2B5EF4-FFF2-40B4-BE49-F238E27FC236}">
                <a16:creationId xmlns:a16="http://schemas.microsoft.com/office/drawing/2014/main" id="{FCB35270-863A-4AE7-A439-92F2231E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7E867C-63F7-4B67-8C1E-6AE887B4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5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9">
            <a:extLst xmlns:a="http://schemas.openxmlformats.org/drawingml/2006/main">
              <a:ext uri="{FF2B5EF4-FFF2-40B4-BE49-F238E27FC236}">
                <a16:creationId xmlns:a16="http://schemas.microsoft.com/office/drawing/2014/main" id="{D3B4E493-7769-4CEB-BE4F-041CD2AB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3DDEAD-ECEF-46AC-B4F5-443129BF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600">
            <a:extLst xmlns:a="http://schemas.openxmlformats.org/drawingml/2006/main">
              <a:ext uri="{FF2B5EF4-FFF2-40B4-BE49-F238E27FC236}">
                <a16:creationId xmlns:a16="http://schemas.microsoft.com/office/drawing/2014/main" id="{DC0F0F86-1F0D-47C4-8B0D-17BFE32B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01">
            <a:extLst xmlns:a="http://schemas.openxmlformats.org/drawingml/2006/main">
              <a:ext uri="{FF2B5EF4-FFF2-40B4-BE49-F238E27FC236}">
                <a16:creationId xmlns:a16="http://schemas.microsoft.com/office/drawing/2014/main" id="{8EA2B1AD-CAEB-47DA-BB17-568EFC50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02">
            <a:extLst xmlns:a="http://schemas.openxmlformats.org/drawingml/2006/main">
              <a:ext uri="{FF2B5EF4-FFF2-40B4-BE49-F238E27FC236}">
                <a16:creationId xmlns:a16="http://schemas.microsoft.com/office/drawing/2014/main" id="{84B8BD06-A158-499B-A71D-A1D548F9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3">
            <a:extLst xmlns:a="http://schemas.openxmlformats.org/drawingml/2006/main">
              <a:ext uri="{FF2B5EF4-FFF2-40B4-BE49-F238E27FC236}">
                <a16:creationId xmlns:a16="http://schemas.microsoft.com/office/drawing/2014/main" id="{ADA807A8-4D03-401F-B02C-3C698432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604">
            <a:extLst xmlns:a="http://schemas.openxmlformats.org/drawingml/2006/main">
              <a:ext uri="{FF2B5EF4-FFF2-40B4-BE49-F238E27FC236}">
                <a16:creationId xmlns:a16="http://schemas.microsoft.com/office/drawing/2014/main" id="{A3F6AA66-C003-4E5C-9725-42208B3A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5">
            <a:extLst xmlns:a="http://schemas.openxmlformats.org/drawingml/2006/main">
              <a:ext uri="{FF2B5EF4-FFF2-40B4-BE49-F238E27FC236}">
                <a16:creationId xmlns:a16="http://schemas.microsoft.com/office/drawing/2014/main" id="{F7260FE3-8519-4CC6-899B-54E915DD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606">
            <a:extLst xmlns:a="http://schemas.openxmlformats.org/drawingml/2006/main">
              <a:ext uri="{FF2B5EF4-FFF2-40B4-BE49-F238E27FC236}">
                <a16:creationId xmlns:a16="http://schemas.microsoft.com/office/drawing/2014/main" id="{392CCBC3-B99A-4834-B9E4-544B3075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7">
            <a:extLst xmlns:a="http://schemas.openxmlformats.org/drawingml/2006/main">
              <a:ext uri="{FF2B5EF4-FFF2-40B4-BE49-F238E27FC236}">
                <a16:creationId xmlns:a16="http://schemas.microsoft.com/office/drawing/2014/main" id="{B47DEDB3-CE32-48C6-A459-C2F1F8F4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608">
            <a:extLst xmlns:a="http://schemas.openxmlformats.org/drawingml/2006/main">
              <a:ext uri="{FF2B5EF4-FFF2-40B4-BE49-F238E27FC236}">
                <a16:creationId xmlns:a16="http://schemas.microsoft.com/office/drawing/2014/main" id="{6FFFFD2D-04D8-4144-B1DE-8530AEFB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9">
            <a:extLst xmlns:a="http://schemas.openxmlformats.org/drawingml/2006/main">
              <a:ext uri="{FF2B5EF4-FFF2-40B4-BE49-F238E27FC236}">
                <a16:creationId xmlns:a16="http://schemas.microsoft.com/office/drawing/2014/main" id="{D02BA454-506C-4251-A596-FD476676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610">
            <a:extLst xmlns:a="http://schemas.openxmlformats.org/drawingml/2006/main">
              <a:ext uri="{FF2B5EF4-FFF2-40B4-BE49-F238E27FC236}">
                <a16:creationId xmlns:a16="http://schemas.microsoft.com/office/drawing/2014/main" id="{28D8807D-02EC-4A6E-8E2F-41AED340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11">
            <a:extLst xmlns:a="http://schemas.openxmlformats.org/drawingml/2006/main">
              <a:ext uri="{FF2B5EF4-FFF2-40B4-BE49-F238E27FC236}">
                <a16:creationId xmlns:a16="http://schemas.microsoft.com/office/drawing/2014/main" id="{81B0E4AF-A95C-4FE5-8DEB-E2CA56AC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12">
            <a:extLst xmlns:a="http://schemas.openxmlformats.org/drawingml/2006/main">
              <a:ext uri="{FF2B5EF4-FFF2-40B4-BE49-F238E27FC236}">
                <a16:creationId xmlns:a16="http://schemas.microsoft.com/office/drawing/2014/main" id="{A18DABDE-7C61-4C26-B309-358E3CE3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668">
            <a:extLst xmlns:a="http://schemas.openxmlformats.org/drawingml/2006/main">
              <a:ext uri="{FF2B5EF4-FFF2-40B4-BE49-F238E27FC236}">
                <a16:creationId xmlns:a16="http://schemas.microsoft.com/office/drawing/2014/main" id="{913C930C-4CB6-44C9-8F61-34DD149C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41bedeaea04d3b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fec2162f5e47e2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37d77c47ee4718"/>
              </a:rPr>
              <a:t>Google Sites ↗</a:t>
            </a:r>
          </a:p>
        </p:txBody>
      </p:sp>
      <p:sp>
        <p:nvSpPr>
          <p:cNvPr id="20" name="shape-723">
            <a:extLst xmlns:a="http://schemas.openxmlformats.org/drawingml/2006/main">
              <a:ext uri="{FF2B5EF4-FFF2-40B4-BE49-F238E27FC236}">
                <a16:creationId xmlns:a16="http://schemas.microsoft.com/office/drawing/2014/main" id="{C3CFB148-9FD9-4D77-81FB-47124120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f76fe688f4a0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4CE18844-9BFE-484B-9149-FF3C3F48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82172f5fd49a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25">
            <a:extLst xmlns:a="http://schemas.openxmlformats.org/drawingml/2006/main">
              <a:ext uri="{FF2B5EF4-FFF2-40B4-BE49-F238E27FC236}">
                <a16:creationId xmlns:a16="http://schemas.microsoft.com/office/drawing/2014/main" id="{22CDCC2E-4B80-4111-8572-F708522C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2ea51cf5f4401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26">
            <a:extLst xmlns:a="http://schemas.openxmlformats.org/drawingml/2006/main">
              <a:ext uri="{FF2B5EF4-FFF2-40B4-BE49-F238E27FC236}">
                <a16:creationId xmlns:a16="http://schemas.microsoft.com/office/drawing/2014/main" id="{3C085FEF-8919-4F95-820A-5D70D95C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78608155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613">
            <a:extLst xmlns:a="http://schemas.openxmlformats.org/drawingml/2006/main">
              <a:ext uri="{FF2B5EF4-FFF2-40B4-BE49-F238E27FC236}">
                <a16:creationId xmlns:a16="http://schemas.microsoft.com/office/drawing/2014/main" id="{8C740EBB-BF4A-410E-BB9B-A0DF3EDD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09FF74-3BCB-484F-9B93-747183C2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6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5">
            <a:extLst xmlns:a="http://schemas.openxmlformats.org/drawingml/2006/main">
              <a:ext uri="{FF2B5EF4-FFF2-40B4-BE49-F238E27FC236}">
                <a16:creationId xmlns:a16="http://schemas.microsoft.com/office/drawing/2014/main" id="{9FF01E0D-15B8-452E-91F4-8EDA88D9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D87A04-926D-430B-A49D-124D99DC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6">
            <a:extLst xmlns:a="http://schemas.openxmlformats.org/drawingml/2006/main">
              <a:ext uri="{FF2B5EF4-FFF2-40B4-BE49-F238E27FC236}">
                <a16:creationId xmlns:a16="http://schemas.microsoft.com/office/drawing/2014/main" id="{4FBD3490-97F3-448F-B259-D00C5504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7">
            <a:extLst xmlns:a="http://schemas.openxmlformats.org/drawingml/2006/main">
              <a:ext uri="{FF2B5EF4-FFF2-40B4-BE49-F238E27FC236}">
                <a16:creationId xmlns:a16="http://schemas.microsoft.com/office/drawing/2014/main" id="{E8D003E4-CF05-4E3D-AA5E-77F98E23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618">
            <a:extLst xmlns:a="http://schemas.openxmlformats.org/drawingml/2006/main">
              <a:ext uri="{FF2B5EF4-FFF2-40B4-BE49-F238E27FC236}">
                <a16:creationId xmlns:a16="http://schemas.microsoft.com/office/drawing/2014/main" id="{DF8FBE51-B6FA-4AB7-BC71-906950C5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ead62cd348e403e"/>
              </a:rPr>
              <a:t>../START_HERE_研習資源導航.html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3892c24b94d4b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619">
            <a:extLst xmlns:a="http://schemas.openxmlformats.org/drawingml/2006/main">
              <a:ext uri="{FF2B5EF4-FFF2-40B4-BE49-F238E27FC236}">
                <a16:creationId xmlns:a16="http://schemas.microsoft.com/office/drawing/2014/main" id="{8C9C95A3-C461-444A-878C-824671C9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0">
            <a:extLst xmlns:a="http://schemas.openxmlformats.org/drawingml/2006/main">
              <a:ext uri="{FF2B5EF4-FFF2-40B4-BE49-F238E27FC236}">
                <a16:creationId xmlns:a16="http://schemas.microsoft.com/office/drawing/2014/main" id="{1CFAD40F-01A4-42B5-A5F2-3FF2F768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621">
            <a:extLst xmlns:a="http://schemas.openxmlformats.org/drawingml/2006/main">
              <a:ext uri="{FF2B5EF4-FFF2-40B4-BE49-F238E27FC236}">
                <a16:creationId xmlns:a16="http://schemas.microsoft.com/office/drawing/2014/main" id="{3B549F60-094B-46F2-AAB0-976B4BA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d94b70fc8894195"/>
              </a:rPr>
              <a:t>https://notebook.google.com/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f13e2b1c842ea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622">
            <a:extLst xmlns:a="http://schemas.openxmlformats.org/drawingml/2006/main">
              <a:ext uri="{FF2B5EF4-FFF2-40B4-BE49-F238E27FC236}">
                <a16:creationId xmlns:a16="http://schemas.microsoft.com/office/drawing/2014/main" id="{9EB3C8AB-1D8E-4038-9386-458D74BB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3">
            <a:extLst xmlns:a="http://schemas.openxmlformats.org/drawingml/2006/main">
              <a:ext uri="{FF2B5EF4-FFF2-40B4-BE49-F238E27FC236}">
                <a16:creationId xmlns:a16="http://schemas.microsoft.com/office/drawing/2014/main" id="{6453816E-50A8-45F7-83CD-6893C4C5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624">
            <a:extLst xmlns:a="http://schemas.openxmlformats.org/drawingml/2006/main">
              <a:ext uri="{FF2B5EF4-FFF2-40B4-BE49-F238E27FC236}">
                <a16:creationId xmlns:a16="http://schemas.microsoft.com/office/drawing/2014/main" id="{F2D0B4C4-327F-4F00-B1EC-2DCD2457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c60f7674c844b6d"/>
              </a:rPr>
              <a:t>https://gemini.google.com/gems/create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98cb6244844a37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625">
            <a:extLst xmlns:a="http://schemas.openxmlformats.org/drawingml/2006/main">
              <a:ext uri="{FF2B5EF4-FFF2-40B4-BE49-F238E27FC236}">
                <a16:creationId xmlns:a16="http://schemas.microsoft.com/office/drawing/2014/main" id="{D0426166-0C0F-4D3D-9A45-30BC0FD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6">
            <a:extLst xmlns:a="http://schemas.openxmlformats.org/drawingml/2006/main">
              <a:ext uri="{FF2B5EF4-FFF2-40B4-BE49-F238E27FC236}">
                <a16:creationId xmlns:a16="http://schemas.microsoft.com/office/drawing/2014/main" id="{87B812A9-2AA6-4CD7-8847-52CF8E79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627">
            <a:extLst xmlns:a="http://schemas.openxmlformats.org/drawingml/2006/main">
              <a:ext uri="{FF2B5EF4-FFF2-40B4-BE49-F238E27FC236}">
                <a16:creationId xmlns:a16="http://schemas.microsoft.com/office/drawing/2014/main" id="{7B20198D-43FC-4537-8F98-71FEA8A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4cde40dc05548eb"/>
              </a:rPr>
              <a:t>https://gemini.google.com/app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00d8327c54d74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628">
            <a:extLst xmlns:a="http://schemas.openxmlformats.org/drawingml/2006/main">
              <a:ext uri="{FF2B5EF4-FFF2-40B4-BE49-F238E27FC236}">
                <a16:creationId xmlns:a16="http://schemas.microsoft.com/office/drawing/2014/main" id="{A820610A-42DA-4519-8C88-C44109E4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629">
            <a:extLst xmlns:a="http://schemas.openxmlformats.org/drawingml/2006/main">
              <a:ext uri="{FF2B5EF4-FFF2-40B4-BE49-F238E27FC236}">
                <a16:creationId xmlns:a16="http://schemas.microsoft.com/office/drawing/2014/main" id="{3A5FC37F-AC02-4504-9FEE-D65B6FA4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630">
            <a:extLst xmlns:a="http://schemas.openxmlformats.org/drawingml/2006/main">
              <a:ext uri="{FF2B5EF4-FFF2-40B4-BE49-F238E27FC236}">
                <a16:creationId xmlns:a16="http://schemas.microsoft.com/office/drawing/2014/main" id="{D4A4614F-94FB-4E8F-8C79-6F5E6231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bc30b625a6b4298"/>
              </a:rPr>
              <a:t>https://github.com/cagoooo/it-cockpit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c8454adbb249f2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631">
            <a:extLst xmlns:a="http://schemas.openxmlformats.org/drawingml/2006/main">
              <a:ext uri="{FF2B5EF4-FFF2-40B4-BE49-F238E27FC236}">
                <a16:creationId xmlns:a16="http://schemas.microsoft.com/office/drawing/2014/main" id="{92FF677E-04D8-400F-8927-F8A85C99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632">
            <a:extLst xmlns:a="http://schemas.openxmlformats.org/drawingml/2006/main">
              <a:ext uri="{FF2B5EF4-FFF2-40B4-BE49-F238E27FC236}">
                <a16:creationId xmlns:a16="http://schemas.microsoft.com/office/drawing/2014/main" id="{75405F1A-51C9-41D1-AF9E-245660CB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633">
            <a:extLst xmlns:a="http://schemas.openxmlformats.org/drawingml/2006/main">
              <a:ext uri="{FF2B5EF4-FFF2-40B4-BE49-F238E27FC236}">
                <a16:creationId xmlns:a16="http://schemas.microsoft.com/office/drawing/2014/main" id="{8833C566-9A8F-45A9-8200-A814172C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6effed8425e4ce3"/>
              </a:rPr>
              <a:t>https://cagoooo.github.io/it-cockpit/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b991b605543ba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634">
            <a:extLst xmlns:a="http://schemas.openxmlformats.org/drawingml/2006/main">
              <a:ext uri="{FF2B5EF4-FFF2-40B4-BE49-F238E27FC236}">
                <a16:creationId xmlns:a16="http://schemas.microsoft.com/office/drawing/2014/main" id="{A9169FC7-E939-421E-8E90-AFA9E3C4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635">
            <a:extLst xmlns:a="http://schemas.openxmlformats.org/drawingml/2006/main">
              <a:ext uri="{FF2B5EF4-FFF2-40B4-BE49-F238E27FC236}">
                <a16:creationId xmlns:a16="http://schemas.microsoft.com/office/drawing/2014/main" id="{F5F43151-6463-4318-8AF7-C0299CF3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636">
            <a:extLst xmlns:a="http://schemas.openxmlformats.org/drawingml/2006/main">
              <a:ext uri="{FF2B5EF4-FFF2-40B4-BE49-F238E27FC236}">
                <a16:creationId xmlns:a16="http://schemas.microsoft.com/office/drawing/2014/main" id="{9041120F-E289-4056-82D6-6EC90E70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e8fd4ca48304bfd"/>
              </a:rPr>
              <a:t>https://cagoooo.github.io/domain-meeting-go/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31570833464378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637">
            <a:extLst xmlns:a="http://schemas.openxmlformats.org/drawingml/2006/main">
              <a:ext uri="{FF2B5EF4-FFF2-40B4-BE49-F238E27FC236}">
                <a16:creationId xmlns:a16="http://schemas.microsoft.com/office/drawing/2014/main" id="{4A783418-4237-4022-9A25-162AF3D1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638">
            <a:extLst xmlns:a="http://schemas.openxmlformats.org/drawingml/2006/main">
              <a:ext uri="{FF2B5EF4-FFF2-40B4-BE49-F238E27FC236}">
                <a16:creationId xmlns:a16="http://schemas.microsoft.com/office/drawing/2014/main" id="{F3469896-45C8-401F-8B06-97555EDD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639">
            <a:extLst xmlns:a="http://schemas.openxmlformats.org/drawingml/2006/main">
              <a:ext uri="{FF2B5EF4-FFF2-40B4-BE49-F238E27FC236}">
                <a16:creationId xmlns:a16="http://schemas.microsoft.com/office/drawing/2014/main" id="{D8476574-1B61-447B-8899-4932DB38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15d4d4c338240ad"/>
              </a:rPr>
              <a:t>https://sites.google.com/new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527e810f1a4904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640">
            <a:extLst xmlns:a="http://schemas.openxmlformats.org/drawingml/2006/main">
              <a:ext uri="{FF2B5EF4-FFF2-40B4-BE49-F238E27FC236}">
                <a16:creationId xmlns:a16="http://schemas.microsoft.com/office/drawing/2014/main" id="{6D06FDD9-CB7F-4B03-9883-D61C41E3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641">
            <a:extLst xmlns:a="http://schemas.openxmlformats.org/drawingml/2006/main">
              <a:ext uri="{FF2B5EF4-FFF2-40B4-BE49-F238E27FC236}">
                <a16:creationId xmlns:a16="http://schemas.microsoft.com/office/drawing/2014/main" id="{F1EE531A-1A88-4860-8158-FC72F476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642">
            <a:extLst xmlns:a="http://schemas.openxmlformats.org/drawingml/2006/main">
              <a:ext uri="{FF2B5EF4-FFF2-40B4-BE49-F238E27FC236}">
                <a16:creationId xmlns:a16="http://schemas.microsoft.com/office/drawing/2014/main" id="{42D51697-50C0-4006-B6D4-BA26F88E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d29f0b084a94941"/>
              </a:rPr>
              <a:t>https://pages.github.com/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db74eb8d1433e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643">
            <a:extLst xmlns:a="http://schemas.openxmlformats.org/drawingml/2006/main">
              <a:ext uri="{FF2B5EF4-FFF2-40B4-BE49-F238E27FC236}">
                <a16:creationId xmlns:a16="http://schemas.microsoft.com/office/drawing/2014/main" id="{F174E991-8467-4697-898D-480D7CC6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644">
            <a:extLst xmlns:a="http://schemas.openxmlformats.org/drawingml/2006/main">
              <a:ext uri="{FF2B5EF4-FFF2-40B4-BE49-F238E27FC236}">
                <a16:creationId xmlns:a16="http://schemas.microsoft.com/office/drawing/2014/main" id="{079C5523-ED7C-42F7-8EF1-D57CFB1D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645">
            <a:extLst xmlns:a="http://schemas.openxmlformats.org/drawingml/2006/main">
              <a:ext uri="{FF2B5EF4-FFF2-40B4-BE49-F238E27FC236}">
                <a16:creationId xmlns:a16="http://schemas.microsoft.com/office/drawing/2014/main" id="{5C8E3032-5CD3-4882-B51A-79887C86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933f9ad49aa4e3c"/>
              </a:rPr>
              <a:t>https://gg90052.github.io/ezpage/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e72baa2f1499b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646">
            <a:extLst xmlns:a="http://schemas.openxmlformats.org/drawingml/2006/main">
              <a:ext uri="{FF2B5EF4-FFF2-40B4-BE49-F238E27FC236}">
                <a16:creationId xmlns:a16="http://schemas.microsoft.com/office/drawing/2014/main" id="{604C9D3B-BF01-44DE-A815-ABD1435D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395456262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2026-08-13T08:58:47.8100000Z</dcterms:created>
  <dcterms:modified xsi:type="dcterms:W3CDTF">2026-08-13T08:58:47.8100000Z</dcterms:modified>
</coreProperties>
</file>